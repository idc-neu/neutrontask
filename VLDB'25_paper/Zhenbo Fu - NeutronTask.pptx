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4.xml" ContentType="application/vnd.openxmlformats-officedocument.presentationml.notesSlid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notesSlides/notesSlide5.xml" ContentType="application/vnd.openxmlformats-officedocument.presentationml.notesSlide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notesSlides/notesSlide6.xml" ContentType="application/vnd.openxmlformats-officedocument.presentationml.notesSlid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7.xml" ContentType="application/vnd.openxmlformats-officedocument.presentationml.notesSlid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9"/>
  </p:notesMasterIdLst>
  <p:sldIdLst>
    <p:sldId id="663" r:id="rId2"/>
    <p:sldId id="1134" r:id="rId3"/>
    <p:sldId id="259" r:id="rId4"/>
    <p:sldId id="1025" r:id="rId5"/>
    <p:sldId id="1070" r:id="rId6"/>
    <p:sldId id="1069" r:id="rId7"/>
    <p:sldId id="1071" r:id="rId8"/>
    <p:sldId id="1073" r:id="rId9"/>
    <p:sldId id="1072" r:id="rId10"/>
    <p:sldId id="1077" r:id="rId11"/>
    <p:sldId id="1078" r:id="rId12"/>
    <p:sldId id="1081" r:id="rId13"/>
    <p:sldId id="1083" r:id="rId14"/>
    <p:sldId id="1122" r:id="rId15"/>
    <p:sldId id="1084" r:id="rId16"/>
    <p:sldId id="1123" r:id="rId17"/>
    <p:sldId id="1085" r:id="rId18"/>
    <p:sldId id="1086" r:id="rId19"/>
    <p:sldId id="1087" r:id="rId20"/>
    <p:sldId id="1112" r:id="rId21"/>
    <p:sldId id="1088" r:id="rId22"/>
    <p:sldId id="1089" r:id="rId23"/>
    <p:sldId id="1090" r:id="rId24"/>
    <p:sldId id="1091" r:id="rId25"/>
    <p:sldId id="1131" r:id="rId26"/>
    <p:sldId id="1132" r:id="rId27"/>
    <p:sldId id="1093" r:id="rId28"/>
    <p:sldId id="1116" r:id="rId29"/>
    <p:sldId id="1094" r:id="rId30"/>
    <p:sldId id="1129" r:id="rId31"/>
    <p:sldId id="1133" r:id="rId32"/>
    <p:sldId id="1117" r:id="rId33"/>
    <p:sldId id="1095" r:id="rId34"/>
    <p:sldId id="1097" r:id="rId35"/>
    <p:sldId id="1113" r:id="rId36"/>
    <p:sldId id="1099" r:id="rId37"/>
    <p:sldId id="1130" r:id="rId38"/>
    <p:sldId id="1098" r:id="rId39"/>
    <p:sldId id="1100" r:id="rId40"/>
    <p:sldId id="1114" r:id="rId41"/>
    <p:sldId id="1058" r:id="rId42"/>
    <p:sldId id="1059" r:id="rId43"/>
    <p:sldId id="1045" r:id="rId44"/>
    <p:sldId id="1102" r:id="rId45"/>
    <p:sldId id="1103" r:id="rId46"/>
    <p:sldId id="1104" r:id="rId47"/>
    <p:sldId id="1128" r:id="rId48"/>
    <p:sldId id="866" r:id="rId49"/>
    <p:sldId id="1105" r:id="rId50"/>
    <p:sldId id="1106" r:id="rId51"/>
    <p:sldId id="1118" r:id="rId52"/>
    <p:sldId id="1107" r:id="rId53"/>
    <p:sldId id="1124" r:id="rId54"/>
    <p:sldId id="1125" r:id="rId55"/>
    <p:sldId id="1135" r:id="rId56"/>
    <p:sldId id="1011" r:id="rId57"/>
    <p:sldId id="1119" r:id="rId58"/>
    <p:sldId id="1121" r:id="rId59"/>
    <p:sldId id="1120" r:id="rId60"/>
    <p:sldId id="1126" r:id="rId61"/>
    <p:sldId id="1109" r:id="rId62"/>
    <p:sldId id="1110" r:id="rId63"/>
    <p:sldId id="1137" r:id="rId64"/>
    <p:sldId id="1138" r:id="rId65"/>
    <p:sldId id="1139" r:id="rId66"/>
    <p:sldId id="1127" r:id="rId67"/>
    <p:sldId id="1141" r:id="rId68"/>
    <p:sldId id="1140" r:id="rId69"/>
    <p:sldId id="835" r:id="rId70"/>
    <p:sldId id="1050" r:id="rId71"/>
    <p:sldId id="1052" r:id="rId72"/>
    <p:sldId id="1060" r:id="rId73"/>
    <p:sldId id="1055" r:id="rId74"/>
    <p:sldId id="1023" r:id="rId75"/>
    <p:sldId id="1066" r:id="rId76"/>
    <p:sldId id="1067" r:id="rId77"/>
    <p:sldId id="1068" r:id="rId78"/>
  </p:sldIdLst>
  <p:sldSz cx="12192000" cy="6858000"/>
  <p:notesSz cx="6858000" cy="9144000"/>
  <p:custDataLst>
    <p:tags r:id="rId8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92" userDrawn="1">
          <p15:clr>
            <a:srgbClr val="A4A3A4"/>
          </p15:clr>
        </p15:guide>
        <p15:guide id="2" pos="398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ao Wang" initials="HW" lastIdx="1" clrIdx="0"/>
  <p:cmAuthor id="2" name="zhangyf" initials="z" lastIdx="1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D966"/>
    <a:srgbClr val="70AD47"/>
    <a:srgbClr val="FFFFFF"/>
    <a:srgbClr val="F8CBAD"/>
    <a:srgbClr val="BDD7EE"/>
    <a:srgbClr val="AFABAB"/>
    <a:srgbClr val="E2F0D9"/>
    <a:srgbClr val="BCA8D0"/>
    <a:srgbClr val="FFDEBB"/>
    <a:srgbClr val="AB3BD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97" autoAdjust="0"/>
    <p:restoredTop sz="86671" autoAdjust="0"/>
  </p:normalViewPr>
  <p:slideViewPr>
    <p:cSldViewPr snapToGrid="0" showGuides="1">
      <p:cViewPr>
        <p:scale>
          <a:sx n="75" d="100"/>
          <a:sy n="75" d="100"/>
        </p:scale>
        <p:origin x="1785" y="555"/>
      </p:cViewPr>
      <p:guideLst>
        <p:guide orient="horz" pos="2192"/>
        <p:guide pos="3981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24" d="100"/>
          <a:sy n="124" d="100"/>
        </p:scale>
        <p:origin x="4104" y="88"/>
      </p:cViewPr>
      <p:guideLst/>
    </p:cSldViewPr>
  </p:notesViewPr>
  <p:gridSpacing cx="72000" cy="720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theme" Target="theme/theme1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tags" Target="tags/tag1.xml"/><Relationship Id="rId85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61" Type="http://schemas.openxmlformats.org/officeDocument/2006/relationships/slide" Target="slides/slide60.xml"/><Relationship Id="rId8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74F37C-BE6A-484B-84D4-69AF3FF84BB4}" type="datetimeFigureOut">
              <a:rPr lang="zh-CN" altLang="en-US" smtClean="0"/>
              <a:t>2025/8/29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C06468-1DC3-43E3-B681-CD32E5390D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Hello everyone, I’m Fu </a:t>
            </a:r>
            <a:r>
              <a:rPr lang="en-US" altLang="zh-CN" dirty="0" err="1"/>
              <a:t>Zhenbo</a:t>
            </a:r>
            <a:r>
              <a:rPr lang="en-US" altLang="zh-CN" dirty="0"/>
              <a:t>, a </a:t>
            </a:r>
            <a:r>
              <a:rPr lang="en-US" altLang="zh-CN" dirty="0" err="1"/>
              <a:t>phd</a:t>
            </a:r>
            <a:r>
              <a:rPr lang="en-US" altLang="zh-CN" dirty="0"/>
              <a:t> student </a:t>
            </a:r>
            <a:r>
              <a:rPr lang="en-US" altLang="zh-CN" baseline="0" dirty="0"/>
              <a:t>at the Northeastern university of </a:t>
            </a:r>
            <a:r>
              <a:rPr lang="en-US" altLang="zh-CN" baseline="0" dirty="0" err="1"/>
              <a:t>china</a:t>
            </a:r>
            <a:r>
              <a:rPr lang="en-US" altLang="zh-CN" baseline="0" dirty="0"/>
              <a:t>. </a:t>
            </a:r>
            <a:r>
              <a:rPr lang="en-US" altLang="zh-CN" dirty="0"/>
              <a:t>Today I will report</a:t>
            </a:r>
            <a:r>
              <a:rPr lang="en-US" altLang="zh-CN" baseline="0" dirty="0"/>
              <a:t> my recent</a:t>
            </a:r>
            <a:r>
              <a:rPr lang="en-US" altLang="zh-CN" dirty="0"/>
              <a:t> work on Multi-GPU GNN training system.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C06468-1DC3-43E3-B681-CD32E5390D76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119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Graph neural networks can learn information from graph data</a:t>
            </a:r>
            <a:endParaRPr lang="zh-CN" altLang="en-US" dirty="0"/>
          </a:p>
        </p:txBody>
      </p:sp>
      <p:sp>
        <p:nvSpPr>
          <p:cNvPr id="120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C06468-1DC3-43E3-B681-CD32E5390D76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63521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119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Which can be used in </a:t>
            </a:r>
            <a:r>
              <a:rPr lang="en-US" altLang="zh-CN" sz="1200" baseline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many real world applications.</a:t>
            </a:r>
            <a:endParaRPr lang="zh-CN" altLang="en-US" dirty="0"/>
          </a:p>
        </p:txBody>
      </p:sp>
      <p:sp>
        <p:nvSpPr>
          <p:cNvPr id="120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C06468-1DC3-43E3-B681-CD32E5390D76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In practical scenarios, training GNNs requires substantial memory resources. 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C06468-1DC3-43E3-B681-CD32E5390D76}" type="slidenum">
              <a:rPr lang="zh-CN" altLang="en-US" smtClean="0"/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As the graph scale increases, this issue becomes more severe.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C06468-1DC3-43E3-B681-CD32E5390D76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73301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To address this challenge, researchers have proposed multi-GPU training and data parallelism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C06468-1DC3-43E3-B681-CD32E5390D76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212210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However, a recent study reveals that even with multiple GPUs, training large-scale GNN remains challenging. 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C06468-1DC3-43E3-B681-CD32E5390D76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099754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We analyze the sources of memory consumption from the workflow of existing multi-GPU GNN training.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C06468-1DC3-43E3-B681-CD32E5390D76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189855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800" dirty="0"/>
              <a:t>The GNN takes the graph topology along with vertex features (X0) as input. </a:t>
            </a:r>
          </a:p>
          <a:p>
            <a:pPr marL="0" algn="l" rtl="0" eaLnBrk="1" latinLnBrk="0" hangingPunct="1">
              <a:spcBef>
                <a:spcPts val="0"/>
              </a:spcBef>
              <a:spcAft>
                <a:spcPts val="0"/>
              </a:spcAft>
            </a:pPr>
            <a:endParaRPr lang="zh-CN" altLang="zh-CN" sz="1800" dirty="0">
              <a:effectLst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C06468-1DC3-43E3-B681-CD32E5390D76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502416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800" b="0" i="0" kern="1200" dirty="0">
                <a:solidFill>
                  <a:srgbClr val="000000"/>
                </a:solidFill>
                <a:effectLst/>
                <a:latin typeface="LinLibertineT"/>
                <a:ea typeface="宋体" panose="02010600030101010101" pitchFamily="2" charset="-122"/>
                <a:cs typeface="+mn-cs"/>
              </a:rPr>
              <a:t>Data parallelism partitions the graph data across multiple GPUs to enable parallel training.</a:t>
            </a:r>
            <a:r>
              <a:rPr lang="zh-CN" altLang="zh-CN" sz="1800" b="0" i="0" kern="1200" dirty="0">
                <a:solidFill>
                  <a:srgbClr val="000000"/>
                </a:solidFill>
                <a:effectLst/>
                <a:latin typeface="LinLibertineT"/>
                <a:ea typeface="LinLibertineT"/>
                <a:cs typeface="+mn-cs"/>
              </a:rPr>
              <a:t> </a:t>
            </a:r>
            <a:endParaRPr lang="en-US" altLang="zh-CN" sz="18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C06468-1DC3-43E3-B681-CD32E5390D76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659087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800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Each GPU caches local vertices and their features.</a:t>
            </a:r>
            <a:r>
              <a:rPr lang="en-US" altLang="zh-CN" sz="2800" dirty="0"/>
              <a:t> </a:t>
            </a:r>
            <a:endParaRPr lang="en-US" altLang="zh-CN" sz="18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C06468-1DC3-43E3-B681-CD32E5390D76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737273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2800" dirty="0"/>
              <a:t>Which generate the memory shown as the green region.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C06468-1DC3-43E3-B681-CD32E5390D76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193028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4000" dirty="0"/>
              <a:t>During the training phase, each GPU first executes the NN operation (T Task), </a:t>
            </a:r>
            <a:endParaRPr lang="en-US" altLang="zh-CN" sz="28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C06468-1DC3-43E3-B681-CD32E5390D76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516795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4000" dirty="0"/>
              <a:t>using neural network parameters W to update the vertex features</a:t>
            </a:r>
            <a:endParaRPr lang="en-US" altLang="zh-CN" sz="28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C06468-1DC3-43E3-B681-CD32E5390D76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143623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5400" dirty="0"/>
              <a:t>The output of the T task is the vertex embeddings (X1), 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C06468-1DC3-43E3-B681-CD32E5390D76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718958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5400" dirty="0"/>
              <a:t>which need to be stored in GPU memory.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C06468-1DC3-43E3-B681-CD32E5390D76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257808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7200" dirty="0"/>
              <a:t>Next, each GPU performs the graph propagation operation (P task), aggregating the neighbor embeddings.</a:t>
            </a:r>
            <a:endParaRPr lang="en-US" altLang="zh-CN" sz="5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C06468-1DC3-43E3-B681-CD32E5390D76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02935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9600" b="0" dirty="0"/>
              <a:t>The inter-GPU graph partition generates cross-GPU vertex dependency</a:t>
            </a:r>
            <a:r>
              <a:rPr lang="zh-CN" altLang="en-US" sz="9600" b="0" dirty="0"/>
              <a:t>，</a:t>
            </a:r>
            <a:r>
              <a:rPr lang="en-US" altLang="zh-CN" sz="9600" b="0" dirty="0"/>
              <a:t>to manage these dependencies 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C06468-1DC3-43E3-B681-CD32E5390D76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099194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9600" b="0" i="0" dirty="0">
                <a:solidFill>
                  <a:srgbClr val="000000"/>
                </a:solidFill>
                <a:effectLst/>
                <a:latin typeface="LinLibertineT"/>
              </a:rPr>
              <a:t>Data parallelism involves inter-GPU communication to fetch remote vertex data</a:t>
            </a:r>
            <a:endParaRPr lang="en-US" altLang="zh-CN" sz="96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C06468-1DC3-43E3-B681-CD32E5390D76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694524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9600" b="0" i="0" dirty="0">
                <a:solidFill>
                  <a:srgbClr val="000000"/>
                </a:solidFill>
                <a:effectLst/>
                <a:latin typeface="LinLibertineT"/>
              </a:rPr>
              <a:t>followed by creating local replicas of these remote vertices. </a:t>
            </a:r>
            <a:endParaRPr lang="en-US" altLang="zh-CN" sz="96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C06468-1DC3-43E3-B681-CD32E5390D76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192980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9600" dirty="0"/>
              <a:t>This process generates memory usage from neighbor replication within each GPU.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C06468-1DC3-43E3-B681-CD32E5390D76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93231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9600" dirty="0"/>
              <a:t>After fetching all neighbors, each GPU can execute the P task locally.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C06468-1DC3-43E3-B681-CD32E5390D76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806315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9600" dirty="0"/>
              <a:t>The results produced by the P task still need to be stored in GPU memory to perform computations for the next layer.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C06468-1DC3-43E3-B681-CD32E5390D76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386955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9600" dirty="0"/>
              <a:t>As the number of GNN layers increases, memory consumption grows linearly. 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C06468-1DC3-43E3-B681-CD32E5390D76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156583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9600" dirty="0"/>
              <a:t>During forward computation, the inputs and outputs of all T and P tasks need to be stored,,, as intermediate data.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C06468-1DC3-43E3-B681-CD32E5390D76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0995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9600" dirty="0"/>
              <a:t>Then, why do we need to cache intermediate data?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C06468-1DC3-43E3-B681-CD32E5390D76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870554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9600" dirty="0"/>
              <a:t>In fact,</a:t>
            </a:r>
            <a:r>
              <a:rPr lang="zh-CN" altLang="en-US" sz="9600" dirty="0"/>
              <a:t> </a:t>
            </a:r>
            <a:r>
              <a:rPr lang="en-US" altLang="zh-CN" sz="9600" dirty="0"/>
              <a:t>during backward propagation, we need the gradients of neural network parameters.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C06468-1DC3-43E3-B681-CD32E5390D76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473324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9600" dirty="0"/>
              <a:t>These computations require these intermediate data.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C06468-1DC3-43E3-B681-CD32E5390D76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947460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800" dirty="0"/>
              <a:t>In entire training, only the T tasks contain parameters, </a:t>
            </a:r>
            <a:endParaRPr lang="en-US" altLang="zh-CN" sz="1800" dirty="0"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C06468-1DC3-43E3-B681-CD32E5390D76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29228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l" rtl="0" eaLnBrk="1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 sz="1800" dirty="0"/>
              <a:t>while the P tasks involve linear aggregation computations</a:t>
            </a:r>
            <a:endParaRPr lang="zh-CN" altLang="zh-CN" sz="2800" dirty="0">
              <a:effectLst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C06468-1DC3-43E3-B681-CD32E5390D76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521662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l" rtl="0" eaLnBrk="1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 sz="1800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As shown in this Figure, although P tasks contain no parameters, the H one and H two still be stored.</a:t>
            </a:r>
            <a:endParaRPr lang="zh-CN" altLang="zh-CN" sz="2800" dirty="0">
              <a:effectLst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C06468-1DC3-43E3-B681-CD32E5390D76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122783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2800" dirty="0"/>
              <a:t>This is because the alternating execution of P and T tasks makes the output of P tasks serve as the input to T tasks.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C06468-1DC3-43E3-B681-CD32E5390D76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572716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2800" dirty="0"/>
              <a:t>In summary, the memory consumption of GNN training mainly comes from neighbor replication and intermediate data.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C06468-1DC3-43E3-B681-CD32E5390D76}" type="slidenum">
              <a:rPr lang="zh-CN" altLang="en-US" smtClean="0"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448978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2800" dirty="0"/>
              <a:t>The root cause of neighbor replication is inter-GPU graph partition.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C06468-1DC3-43E3-B681-CD32E5390D76}" type="slidenum">
              <a:rPr lang="zh-CN" altLang="en-US" smtClean="0"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025142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800" b="0" i="0" dirty="0">
                <a:solidFill>
                  <a:srgbClr val="000000"/>
                </a:solidFill>
                <a:effectLst/>
                <a:latin typeface="LinLibertineT"/>
              </a:rPr>
              <a:t>We quantify the size of neighbor replication using the replication factor,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800" b="0" i="0" dirty="0">
              <a:solidFill>
                <a:srgbClr val="000000"/>
              </a:solidFill>
              <a:effectLst/>
              <a:latin typeface="LinLibertine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800" b="0" i="0" dirty="0">
                <a:solidFill>
                  <a:srgbClr val="000000"/>
                </a:solidFill>
                <a:effectLst/>
                <a:latin typeface="LinLibertineT"/>
              </a:rPr>
              <a:t>defined as the average number of replicas per vertex. </a:t>
            </a:r>
            <a:endParaRPr lang="en-US" altLang="zh-CN" sz="1800" dirty="0"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C06468-1DC3-43E3-B681-CD32E5390D76}" type="slidenum">
              <a:rPr lang="zh-CN" altLang="en-US" smtClean="0"/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8036203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800" b="0" i="0" dirty="0">
                <a:solidFill>
                  <a:srgbClr val="000000"/>
                </a:solidFill>
                <a:effectLst/>
                <a:latin typeface="LinLibertineT"/>
              </a:rPr>
              <a:t>As the number of partitions expands from one to thirty two, </a:t>
            </a:r>
            <a:endParaRPr lang="en-US" altLang="zh-CN" sz="1800" dirty="0"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C06468-1DC3-43E3-B681-CD32E5390D76}" type="slidenum">
              <a:rPr lang="zh-CN" altLang="en-US" smtClean="0"/>
              <a:t>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9275563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800" b="0" i="0" dirty="0">
                <a:solidFill>
                  <a:srgbClr val="000000"/>
                </a:solidFill>
                <a:effectLst/>
                <a:latin typeface="LinLibertineT"/>
              </a:rPr>
              <a:t>neighbor replication causes the total memory consumption to increase by </a:t>
            </a:r>
            <a:r>
              <a:rPr lang="en-US" altLang="zh-CN" sz="2800" dirty="0"/>
              <a:t>three times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xsys"/>
              </a:rPr>
              <a:t>.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LinLibertineT"/>
              </a:rPr>
              <a:t> </a:t>
            </a:r>
            <a:endParaRPr lang="en-US" altLang="zh-CN" sz="1800" dirty="0"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C06468-1DC3-43E3-B681-CD32E5390D76}" type="slidenum">
              <a:rPr lang="zh-CN" altLang="en-US" smtClean="0"/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0571774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2800" dirty="0"/>
              <a:t>Meanwhile, the alternating execution of tasks is a key reason for the large proportion of intermediate data.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C06468-1DC3-43E3-B681-CD32E5390D76}" type="slidenum">
              <a:rPr lang="zh-CN" altLang="en-US" smtClean="0"/>
              <a:t>38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1595609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800" b="0" i="0" dirty="0">
                <a:solidFill>
                  <a:srgbClr val="000000"/>
                </a:solidFill>
                <a:effectLst/>
                <a:latin typeface="LinLibertineT"/>
              </a:rPr>
              <a:t>As shown in this table, for a three-layer GCN training</a:t>
            </a:r>
            <a:br>
              <a:rPr lang="en-US" altLang="zh-CN" sz="1800" dirty="0"/>
            </a:br>
            <a:endParaRPr lang="en-US" altLang="zh-CN" sz="1800" dirty="0"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C06468-1DC3-43E3-B681-CD32E5390D76}" type="slidenum">
              <a:rPr lang="zh-CN" altLang="en-US" smtClean="0"/>
              <a:t>39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9494723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800" b="0" i="0" dirty="0">
                <a:solidFill>
                  <a:srgbClr val="000000"/>
                </a:solidFill>
                <a:effectLst/>
                <a:latin typeface="LinLibertineT"/>
              </a:rPr>
              <a:t>the intermediate data averages </a:t>
            </a:r>
            <a:r>
              <a:rPr lang="en-US" altLang="zh-CN" sz="2800" dirty="0"/>
              <a:t>eighty-six percent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LinLibertineT"/>
              </a:rPr>
              <a:t> of total memory usage.</a:t>
            </a:r>
            <a:r>
              <a:rPr lang="en-US" altLang="zh-CN" sz="1800" dirty="0"/>
              <a:t> </a:t>
            </a:r>
            <a:br>
              <a:rPr lang="en-US" altLang="zh-CN" sz="1800" dirty="0"/>
            </a:br>
            <a:endParaRPr lang="en-US" altLang="zh-CN" sz="1800" dirty="0"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C06468-1DC3-43E3-B681-CD32E5390D76}" type="slidenum">
              <a:rPr lang="zh-CN" altLang="en-US" smtClean="0"/>
              <a:t>40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7554564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This motivates us to design a new task scheduling and execution framework to reduce memory consumption.</a:t>
            </a:r>
            <a:endParaRPr lang="en-ZA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C06468-1DC3-43E3-B681-CD32E5390D76}" type="slidenum">
              <a:rPr lang="zh-CN" altLang="en-US" smtClean="0"/>
              <a:t>41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7124698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800" b="0" i="0" dirty="0">
                <a:solidFill>
                  <a:srgbClr val="000000"/>
                </a:solidFill>
                <a:effectLst/>
                <a:latin typeface="LinLibertineT"/>
              </a:rPr>
              <a:t>We propose </a:t>
            </a:r>
            <a:r>
              <a:rPr lang="en-US" altLang="zh-CN" sz="1800" b="0" i="0" dirty="0" err="1">
                <a:solidFill>
                  <a:srgbClr val="000000"/>
                </a:solidFill>
                <a:effectLst/>
                <a:latin typeface="LinLibertineT"/>
              </a:rPr>
              <a:t>NeutronTask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LinLibertineT"/>
              </a:rPr>
              <a:t>, a multi-GPU system for large-scale GNN training, which reduces memory consumption through two techniques: GNN task parallelism and task-decoupled GNN training framework.</a:t>
            </a:r>
            <a:endParaRPr lang="en-ZA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C06468-1DC3-43E3-B681-CD32E5390D76}" type="slidenum">
              <a:rPr lang="zh-CN" altLang="en-US" smtClean="0"/>
              <a:t>42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92541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2800" dirty="0"/>
              <a:t>GNN task parallelism can reduce neighbor replication.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C06468-1DC3-43E3-B681-CD32E5390D76}" type="slidenum">
              <a:rPr lang="zh-CN" altLang="en-US" smtClean="0"/>
              <a:t>43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6684405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4000" dirty="0"/>
              <a:t>To avoid inter-GPU graph partition, </a:t>
            </a:r>
            <a:endParaRPr lang="en-US" altLang="zh-CN" sz="28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C06468-1DC3-43E3-B681-CD32E5390D76}" type="slidenum">
              <a:rPr lang="zh-CN" altLang="en-US" smtClean="0"/>
              <a:t>44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0717715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2800" b="0" i="0" dirty="0">
                <a:solidFill>
                  <a:srgbClr val="000000"/>
                </a:solidFill>
                <a:effectLst/>
                <a:latin typeface="LinLibertineT"/>
              </a:rPr>
              <a:t>we partition the T and P tasks of each model layer across different GPUs.</a:t>
            </a:r>
            <a:endParaRPr lang="en-US" altLang="zh-CN" sz="28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C06468-1DC3-43E3-B681-CD32E5390D76}" type="slidenum">
              <a:rPr lang="zh-CN" altLang="en-US" smtClean="0"/>
              <a:t>45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6019725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4000" dirty="0"/>
              <a:t>With this approach, each GPU only needs to manage </a:t>
            </a:r>
            <a:r>
              <a:rPr lang="en-US" altLang="zh-CN" sz="2800" b="0" i="0" dirty="0">
                <a:solidFill>
                  <a:srgbClr val="000000"/>
                </a:solidFill>
                <a:effectLst/>
                <a:latin typeface="LinLibertineT"/>
              </a:rPr>
              <a:t>the intermediate data of the allocated tasks</a:t>
            </a:r>
            <a:endParaRPr lang="en-ZA" altLang="zh-CN" sz="28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C06468-1DC3-43E3-B681-CD32E5390D76}" type="slidenum">
              <a:rPr lang="zh-CN" altLang="en-US" smtClean="0"/>
              <a:t>46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2769376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2800" b="0" i="0" dirty="0">
                <a:solidFill>
                  <a:srgbClr val="000000"/>
                </a:solidFill>
                <a:effectLst/>
                <a:latin typeface="LinLibertineT"/>
              </a:rPr>
              <a:t>rather than managing all tasks and neighbor replications as in data parallelism.</a:t>
            </a:r>
            <a:r>
              <a:rPr lang="en-US" altLang="zh-CN" sz="4000" dirty="0"/>
              <a:t> </a:t>
            </a:r>
            <a:endParaRPr lang="en-ZA" altLang="zh-CN" sz="28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C06468-1DC3-43E3-B681-CD32E5390D76}" type="slidenum">
              <a:rPr lang="zh-CN" altLang="en-US" smtClean="0"/>
              <a:t>47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3692196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5400" dirty="0"/>
              <a:t>However, serial execution of tasks often leads to GPU idleness without parallelism.</a:t>
            </a:r>
            <a:endParaRPr lang="en-US" altLang="zh-CN" sz="40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C06468-1DC3-43E3-B681-CD32E5390D76}" type="slidenum">
              <a:rPr lang="zh-CN" altLang="en-US" smtClean="0"/>
              <a:t>48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5400" dirty="0"/>
              <a:t>In addition, when the intermediate data generated by the allocated tasks exceeds the memory capacity of a single GPU, task parallelism </a:t>
            </a:r>
            <a:r>
              <a:rPr lang="en-US" altLang="zh-CN" sz="7200" dirty="0"/>
              <a:t>remains challenging.</a:t>
            </a:r>
            <a:endParaRPr lang="en-US" altLang="zh-CN" sz="40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C06468-1DC3-43E3-B681-CD32E5390D76}" type="slidenum">
              <a:rPr lang="zh-CN" altLang="en-US" smtClean="0"/>
              <a:t>49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2754584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9600" dirty="0"/>
              <a:t>Therefore, we propose intra-GPU graph partition to reduce the training unit size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C06468-1DC3-43E3-B681-CD32E5390D76}" type="slidenum">
              <a:rPr lang="zh-CN" altLang="en-US" smtClean="0"/>
              <a:t>50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607098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800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and execute computations in parallel across GPUs.</a:t>
            </a:r>
            <a:endParaRPr lang="en-US" altLang="zh-CN" sz="96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C06468-1DC3-43E3-B681-CD32E5390D76}" type="slidenum">
              <a:rPr lang="zh-CN" altLang="en-US" smtClean="0"/>
              <a:t>51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7406625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7200" dirty="0"/>
              <a:t>Since P tasks need to aggregate neighbors from other subgraphs, this approach incurs GPU idle time.</a:t>
            </a:r>
            <a:endParaRPr lang="en-US" altLang="zh-CN" sz="5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C06468-1DC3-43E3-B681-CD32E5390D76}" type="slidenum">
              <a:rPr lang="zh-CN" altLang="en-US" smtClean="0"/>
              <a:t>52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1422572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9600" dirty="0"/>
              <a:t>Then, we execute Subgraph 1 in advance to achieve task-level pipeline parallelism. 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C06468-1DC3-43E3-B681-CD32E5390D76}" type="slidenum">
              <a:rPr lang="zh-CN" altLang="en-US" smtClean="0"/>
              <a:t>53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0317484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rtl="0" eaLnBrk="1" fontAlgn="auto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 sz="1800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Although Subgraph 1 drops the neighbors of Subgraphs 2 and 3</a:t>
            </a:r>
            <a:endParaRPr lang="zh-CN" altLang="zh-CN" sz="9600" dirty="0">
              <a:effectLst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C06468-1DC3-43E3-B681-CD32E5390D76}" type="slidenum">
              <a:rPr lang="zh-CN" altLang="en-US" smtClean="0"/>
              <a:t>54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2764347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rtl="0" eaLnBrk="1" fontAlgn="auto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 sz="1800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we mitigate accuracy loss by re-organizing subgraphs to adjust the dropped edges.</a:t>
            </a:r>
            <a:endParaRPr lang="zh-CN" altLang="zh-CN" sz="9600" dirty="0">
              <a:effectLst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C06468-1DC3-43E3-B681-CD32E5390D76}" type="slidenum">
              <a:rPr lang="zh-CN" altLang="en-US" smtClean="0"/>
              <a:t>55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7087174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2800" dirty="0"/>
              <a:t>A challenge arises when the number of GPUs exceeds the number of tasks.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C06468-1DC3-43E3-B681-CD32E5390D76}" type="slidenum">
              <a:rPr lang="zh-CN" altLang="en-US" smtClean="0"/>
              <a:t>56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7486560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2800" dirty="0"/>
              <a:t>We propose hybrid parallelism, which groups GPU,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C06468-1DC3-43E3-B681-CD32E5390D76}" type="slidenum">
              <a:rPr lang="zh-CN" altLang="en-US" smtClean="0"/>
              <a:t>57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5941155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2800" b="0" i="0" dirty="0">
                <a:solidFill>
                  <a:srgbClr val="000000"/>
                </a:solidFill>
                <a:effectLst/>
                <a:latin typeface="LinLibertineT"/>
              </a:rPr>
              <a:t>with data parallelism within groups,</a:t>
            </a:r>
            <a:endParaRPr lang="en-US" altLang="zh-CN" sz="28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C06468-1DC3-43E3-B681-CD32E5390D76}" type="slidenum">
              <a:rPr lang="zh-CN" altLang="en-US" smtClean="0"/>
              <a:t>58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9328349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800" b="0" i="0" dirty="0">
                <a:solidFill>
                  <a:srgbClr val="000000"/>
                </a:solidFill>
                <a:effectLst/>
                <a:latin typeface="LinLibertineT"/>
              </a:rPr>
              <a:t>and task parallelism between groups.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C06468-1DC3-43E3-B681-CD32E5390D76}" type="slidenum">
              <a:rPr lang="zh-CN" altLang="en-US" smtClean="0"/>
              <a:t>59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3128974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4000" dirty="0"/>
              <a:t>With this method, neighbor replication occurs only within the P task group, avoiding additional storage and improving GPU utilization.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C06468-1DC3-43E3-B681-CD32E5390D76}" type="slidenum">
              <a:rPr lang="zh-CN" altLang="en-US" smtClean="0"/>
              <a:t>60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1210079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4000" dirty="0"/>
              <a:t>Secondly, to reduce the memory consumption of intermediate data,</a:t>
            </a:r>
          </a:p>
          <a:p>
            <a:endParaRPr lang="en-US" altLang="zh-CN" sz="40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C06468-1DC3-43E3-B681-CD32E5390D76}" type="slidenum">
              <a:rPr lang="zh-CN" altLang="en-US" smtClean="0"/>
              <a:t>61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5239183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4000" dirty="0"/>
              <a:t>we propose decoupled training.</a:t>
            </a:r>
            <a:r>
              <a:rPr lang="en-US" altLang="zh-CN" sz="2800" dirty="0"/>
              <a:t> </a:t>
            </a:r>
            <a:endParaRPr lang="en-US" altLang="zh-CN" sz="40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C06468-1DC3-43E3-B681-CD32E5390D76}" type="slidenum">
              <a:rPr lang="zh-CN" altLang="en-US" smtClean="0"/>
              <a:t>62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2292499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4000" dirty="0"/>
              <a:t>We first execute all T tasks,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C06468-1DC3-43E3-B681-CD32E5390D76}" type="slidenum">
              <a:rPr lang="zh-CN" altLang="en-US" smtClean="0"/>
              <a:t>63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635278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800" b="0" i="0" kern="1200" dirty="0">
                <a:solidFill>
                  <a:srgbClr val="000000"/>
                </a:solidFill>
                <a:effectLst/>
                <a:latin typeface="LinLibertineT"/>
                <a:ea typeface="宋体" panose="02010600030101010101" pitchFamily="2" charset="-122"/>
                <a:cs typeface="+mn-cs"/>
              </a:rPr>
              <a:t>Which can be seen as a traditional DNN operation. </a:t>
            </a:r>
            <a:endParaRPr lang="en-US" altLang="zh-CN" sz="40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C06468-1DC3-43E3-B681-CD32E5390D76}" type="slidenum">
              <a:rPr lang="zh-CN" altLang="en-US" smtClean="0"/>
              <a:t>64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2089859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4000" b="0" i="0" dirty="0">
                <a:solidFill>
                  <a:srgbClr val="000000"/>
                </a:solidFill>
                <a:effectLst/>
                <a:latin typeface="LinLibertineT"/>
              </a:rPr>
              <a:t>We can use re-computation techniques to reduce the intermediate data generated by T tasks</a:t>
            </a:r>
            <a:r>
              <a:rPr lang="en-US" altLang="zh-CN" sz="4000" dirty="0"/>
              <a:t>.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C06468-1DC3-43E3-B681-CD32E5390D76}" type="slidenum">
              <a:rPr lang="zh-CN" altLang="en-US" smtClean="0"/>
              <a:t>65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0119003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4000" b="0" i="0" dirty="0">
                <a:solidFill>
                  <a:srgbClr val="000000"/>
                </a:solidFill>
                <a:effectLst/>
                <a:latin typeface="LinLibertineT"/>
              </a:rPr>
              <a:t>Then, we execute all P tasks</a:t>
            </a:r>
            <a:endParaRPr lang="en-US" altLang="zh-CN" sz="40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C06468-1DC3-43E3-B681-CD32E5390D76}" type="slidenum">
              <a:rPr lang="zh-CN" altLang="en-US" smtClean="0"/>
              <a:t>66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3736785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5400" dirty="0"/>
              <a:t>Since P tasks do not involve parameters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C06468-1DC3-43E3-B681-CD32E5390D76}" type="slidenum">
              <a:rPr lang="zh-CN" altLang="en-US" smtClean="0"/>
              <a:t>67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8663026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4000" dirty="0"/>
              <a:t>we can </a:t>
            </a:r>
            <a:r>
              <a:rPr lang="en-US" altLang="zh-CN" sz="4000" b="0" i="0" dirty="0">
                <a:solidFill>
                  <a:srgbClr val="000000"/>
                </a:solidFill>
                <a:effectLst/>
                <a:latin typeface="LinLibertineT"/>
              </a:rPr>
              <a:t>immediately release the intermediate data generated by P tasks.</a:t>
            </a:r>
            <a:endParaRPr lang="en-US" altLang="zh-CN" sz="40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C06468-1DC3-43E3-B681-CD32E5390D76}" type="slidenum">
              <a:rPr lang="zh-CN" altLang="en-US" smtClean="0"/>
              <a:t>68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9741867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1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66"/>
              </a:buClr>
              <a:buSzTx/>
              <a:buFontTx/>
              <a:buNone/>
              <a:tabLst/>
              <a:defRPr/>
            </a:pP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  <a:sym typeface="+mn-ea"/>
              </a:rPr>
              <a:t>To show the effectiveness of our system, we compare it with </a:t>
            </a:r>
            <a:r>
              <a:rPr lang="en-US" altLang="zh-CN" dirty="0">
                <a:latin typeface="Century Gothic" panose="020B0502020202020204" pitchFamily="34" charset="0"/>
                <a:cs typeface="Meiryo UI" panose="020B0604030504040204" pitchFamily="34" charset="-128"/>
                <a:sym typeface="+mn-ea"/>
              </a:rPr>
              <a:t>DGL</a:t>
            </a:r>
            <a:r>
              <a:rPr lang="en-US" altLang="zh-CN" dirty="0">
                <a:latin typeface="Century Gothic" panose="020B0502020202020204" pitchFamily="34" charset="0"/>
                <a:sym typeface="+mn-ea"/>
              </a:rPr>
              <a:t>,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  <a:sym typeface="+mn-ea"/>
              </a:rPr>
              <a:t> </a:t>
            </a:r>
            <a:r>
              <a:rPr lang="en-US" altLang="zh-CN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  <a:sym typeface="+mn-ea"/>
              </a:rPr>
              <a:t>Sancus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  <a:sym typeface="+mn-ea"/>
              </a:rPr>
              <a:t> </a:t>
            </a:r>
            <a:r>
              <a:rPr lang="en-US" altLang="zh-CN" dirty="0">
                <a:latin typeface="Century Gothic" panose="020B0502020202020204" pitchFamily="34" charset="0"/>
                <a:sym typeface="+mn-ea"/>
              </a:rPr>
              <a:t>, 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  <a:sym typeface="+mn-ea"/>
              </a:rPr>
              <a:t>and </a:t>
            </a:r>
            <a:r>
              <a:rPr lang="en-US" altLang="zh-CN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  <a:sym typeface="+mn-ea"/>
              </a:rPr>
              <a:t>NeutronStar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  <a:sym typeface="+mn-ea"/>
              </a:rPr>
              <a:t>.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C06468-1DC3-43E3-B681-CD32E5390D76}" type="slidenum">
              <a:rPr lang="zh-CN" altLang="en-US" smtClean="0"/>
              <a:t>69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Tx/>
              <a:buFontTx/>
              <a:buNone/>
              <a:tabLst/>
              <a:defRPr/>
            </a:pPr>
            <a:r>
              <a:rPr lang="en-US" altLang="zh-CN" sz="12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We can observe that </a:t>
            </a:r>
            <a:r>
              <a:rPr lang="en-US" altLang="zh-CN" dirty="0" err="1">
                <a:latin typeface="Century Gothic" panose="020B050202020202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NeutronTask</a:t>
            </a:r>
            <a:r>
              <a:rPr lang="en-US" altLang="zh-CN" dirty="0">
                <a:latin typeface="+mn-ea"/>
                <a:sym typeface="+mn-ea"/>
              </a:rPr>
              <a:t> </a:t>
            </a:r>
            <a:r>
              <a:rPr lang="en-US" altLang="zh-CN" sz="1200" dirty="0">
                <a:latin typeface="+mn-ea"/>
              </a:rPr>
              <a:t>shows better performance than the baselines.</a:t>
            </a:r>
            <a:r>
              <a:rPr lang="en-US" altLang="zh-CN" sz="12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 Importantly, </a:t>
            </a:r>
            <a:r>
              <a:rPr lang="en-US" altLang="zh-CN" sz="1800" b="0" i="0" dirty="0" err="1">
                <a:solidFill>
                  <a:srgbClr val="000000"/>
                </a:solidFill>
                <a:effectLst/>
                <a:latin typeface="LinLibertineT"/>
              </a:rPr>
              <a:t>NeutronTask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LinLibertineT"/>
              </a:rPr>
              <a:t> supports large-scale GNN training.</a:t>
            </a:r>
            <a:endParaRPr lang="en-US" altLang="zh-CN" sz="12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entury Gothic" panose="020B0502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C06468-1DC3-43E3-B681-CD32E5390D76}" type="slidenum">
              <a:rPr lang="zh-CN" altLang="en-US" smtClean="0"/>
              <a:t>70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062335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Tx/>
              <a:buFontTx/>
              <a:buNone/>
              <a:tabLst/>
              <a:defRPr/>
            </a:pPr>
            <a:r>
              <a:rPr lang="en-US" altLang="zh-CN" sz="1200" b="0" i="0" dirty="0">
                <a:solidFill>
                  <a:srgbClr val="000000"/>
                </a:solidFill>
                <a:effectLst/>
                <a:latin typeface="LinLibertineT"/>
              </a:rPr>
              <a:t>We analyze the memory reduction achieved by task parallelism and task-decoupled training. </a:t>
            </a:r>
            <a:r>
              <a:rPr lang="en-US" altLang="zh-CN" dirty="0" err="1"/>
              <a:t>NeutronTask</a:t>
            </a:r>
            <a:r>
              <a:rPr lang="en-US" altLang="zh-CN" dirty="0"/>
              <a:t> can complete GNN training with minimal memory consumption.</a:t>
            </a:r>
            <a:endParaRPr lang="en-US" altLang="zh-CN" sz="12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entury Gothic" panose="020B0502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C06468-1DC3-43E3-B681-CD32E5390D76}" type="slidenum">
              <a:rPr lang="zh-CN" altLang="en-US" smtClean="0"/>
              <a:t>71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8944509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Tx/>
              <a:buFontTx/>
              <a:buNone/>
              <a:tabLst/>
              <a:defRPr/>
            </a:pPr>
            <a:r>
              <a:rPr lang="en-US" altLang="zh-CN" dirty="0" err="1"/>
              <a:t>NeutronTask</a:t>
            </a:r>
            <a:r>
              <a:rPr lang="en-US" altLang="zh-CN" dirty="0"/>
              <a:t> achieves </a:t>
            </a:r>
            <a:r>
              <a:rPr lang="en-US" altLang="zh-CN" sz="1200" b="0" dirty="0"/>
              <a:t>almost</a:t>
            </a:r>
            <a:r>
              <a:rPr lang="en-US" altLang="zh-CN" dirty="0"/>
              <a:t> the same accuracy as existing systems while improving performance and reducing memory consumption.</a:t>
            </a:r>
            <a:endParaRPr lang="en-US" altLang="zh-CN" sz="12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entury Gothic" panose="020B0502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C06468-1DC3-43E3-B681-CD32E5390D76}" type="slidenum">
              <a:rPr lang="zh-CN" altLang="en-US" smtClean="0"/>
              <a:t>72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1048175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buClr>
                <a:srgbClr val="C00000"/>
              </a:buClr>
            </a:pPr>
            <a:r>
              <a:rPr lang="en-US" altLang="zh-CN" dirty="0"/>
              <a:t>In addition, we evaluate the GPU utilization of</a:t>
            </a:r>
            <a:r>
              <a:rPr lang="en-US" altLang="zh-CN" dirty="0">
                <a:sym typeface="+mn-ea"/>
              </a:rPr>
              <a:t> </a:t>
            </a:r>
            <a:r>
              <a:rPr lang="en-ZA" altLang="en-US" dirty="0">
                <a:sym typeface="+mn-ea"/>
              </a:rPr>
              <a:t>different </a:t>
            </a:r>
            <a:r>
              <a:rPr lang="en-US" altLang="zh-CN" dirty="0">
                <a:sym typeface="+mn-ea"/>
              </a:rPr>
              <a:t>system.</a:t>
            </a:r>
            <a:r>
              <a:rPr lang="en-US" altLang="zh-CN" dirty="0"/>
              <a:t> </a:t>
            </a:r>
            <a:r>
              <a:rPr lang="en-US" altLang="zh-CN" sz="2800" dirty="0"/>
              <a:t>The performance advantage of </a:t>
            </a:r>
            <a:r>
              <a:rPr lang="en-US" altLang="zh-CN" sz="2800" dirty="0" err="1"/>
              <a:t>NeutronTask</a:t>
            </a:r>
            <a:r>
              <a:rPr lang="en-US" altLang="zh-CN" sz="2800" dirty="0"/>
              <a:t> stems from the high GPU utilization through task-level pipelining.</a:t>
            </a:r>
            <a:endParaRPr lang="en-US" altLang="zh-CN" sz="12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entury Gothic" panose="020B0502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C06468-1DC3-43E3-B681-CD32E5390D76}" type="slidenum">
              <a:rPr lang="zh-CN" altLang="en-US" smtClean="0"/>
              <a:t>73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0113906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1" indent="-18859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>
                <a:latin typeface="Century Gothic" panose="020B0502020202020204" pitchFamily="34" charset="0"/>
                <a:sym typeface="+mn-ea"/>
              </a:rPr>
              <a:t>In summary, we provide a comprehensive analysis of memory requirements for full-graph GNN training on Multi-GPU platforms,</a:t>
            </a:r>
            <a:r>
              <a:rPr lang="zh-CN" altLang="en-US" dirty="0">
                <a:latin typeface="Century Gothic" panose="020B0502020202020204" pitchFamily="34" charset="0"/>
                <a:sym typeface="+mn-ea"/>
              </a:rPr>
              <a:t> </a:t>
            </a:r>
            <a:r>
              <a:rPr lang="en-US" altLang="zh-CN" dirty="0">
                <a:latin typeface="Century Gothic" panose="020B0502020202020204" pitchFamily="34" charset="0"/>
                <a:sym typeface="+mn-ea"/>
              </a:rPr>
              <a:t>including</a:t>
            </a:r>
            <a:r>
              <a:rPr lang="zh-CN" altLang="en-US" dirty="0">
                <a:latin typeface="Century Gothic" panose="020B0502020202020204" pitchFamily="34" charset="0"/>
                <a:sym typeface="+mn-ea"/>
              </a:rPr>
              <a:t> </a:t>
            </a:r>
            <a:r>
              <a:rPr lang="en-US" altLang="zh-CN" dirty="0">
                <a:latin typeface="Century Gothic" panose="020B0502020202020204" pitchFamily="34" charset="0"/>
                <a:sym typeface="+mn-ea"/>
              </a:rPr>
              <a:t>neighbor</a:t>
            </a:r>
            <a:r>
              <a:rPr lang="zh-CN" altLang="en-US" dirty="0">
                <a:latin typeface="Century Gothic" panose="020B0502020202020204" pitchFamily="34" charset="0"/>
                <a:sym typeface="+mn-ea"/>
              </a:rPr>
              <a:t> </a:t>
            </a:r>
            <a:r>
              <a:rPr lang="en-US" altLang="zh-CN" dirty="0">
                <a:latin typeface="Century Gothic" panose="020B0502020202020204" pitchFamily="34" charset="0"/>
                <a:sym typeface="+mn-ea"/>
              </a:rPr>
              <a:t>replication</a:t>
            </a:r>
            <a:r>
              <a:rPr lang="zh-CN" altLang="en-US" dirty="0">
                <a:latin typeface="Century Gothic" panose="020B0502020202020204" pitchFamily="34" charset="0"/>
                <a:sym typeface="+mn-ea"/>
              </a:rPr>
              <a:t> </a:t>
            </a:r>
            <a:r>
              <a:rPr lang="en-US" altLang="zh-CN" dirty="0">
                <a:latin typeface="Century Gothic" panose="020B0502020202020204" pitchFamily="34" charset="0"/>
                <a:sym typeface="+mn-ea"/>
              </a:rPr>
              <a:t>and</a:t>
            </a:r>
            <a:r>
              <a:rPr lang="zh-CN" altLang="en-US" dirty="0">
                <a:latin typeface="Century Gothic" panose="020B0502020202020204" pitchFamily="34" charset="0"/>
                <a:sym typeface="+mn-ea"/>
              </a:rPr>
              <a:t> </a:t>
            </a:r>
            <a:r>
              <a:rPr lang="en-US" altLang="zh-CN" dirty="0">
                <a:latin typeface="Century Gothic" panose="020B0502020202020204" pitchFamily="34" charset="0"/>
                <a:sym typeface="+mn-ea"/>
              </a:rPr>
              <a:t>intermediate</a:t>
            </a:r>
            <a:r>
              <a:rPr lang="zh-CN" altLang="en-US" dirty="0">
                <a:latin typeface="Century Gothic" panose="020B0502020202020204" pitchFamily="34" charset="0"/>
                <a:sym typeface="+mn-ea"/>
              </a:rPr>
              <a:t> </a:t>
            </a:r>
            <a:r>
              <a:rPr lang="en-US" altLang="zh-CN" dirty="0">
                <a:latin typeface="Century Gothic" panose="020B0502020202020204" pitchFamily="34" charset="0"/>
                <a:sym typeface="+mn-ea"/>
              </a:rPr>
              <a:t>data.</a:t>
            </a:r>
          </a:p>
          <a:p>
            <a:pPr marL="268605" lvl="2" indent="0">
              <a:buNone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C06468-1DC3-43E3-B681-CD32E5390D76}" type="slidenum">
              <a:rPr lang="zh-CN" altLang="en-US" smtClean="0"/>
              <a:t>74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9386036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1" indent="-18859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>
                <a:latin typeface="Century Gothic" panose="020B0502020202020204" pitchFamily="34" charset="0"/>
                <a:sym typeface="+mn-ea"/>
              </a:rPr>
              <a:t>We propose GNN task parallelism, which reduces neighbor replication by partitioning tasks across GPUs and partitioning graph of each task within a GPU, instead of partitioning graph data </a:t>
            </a:r>
            <a:r>
              <a:rPr lang="en-US" altLang="zh-CN" sz="1200" dirty="0">
                <a:sym typeface="+mn-ea"/>
              </a:rPr>
              <a:t>across GPUs</a:t>
            </a:r>
            <a:endParaRPr lang="en-US" altLang="zh-CN" dirty="0">
              <a:latin typeface="Century Gothic" panose="020B0502020202020204" pitchFamily="34" charset="0"/>
              <a:sym typeface="+mn-ea"/>
            </a:endParaRPr>
          </a:p>
          <a:p>
            <a:pPr marL="268605" lvl="2" indent="0">
              <a:buNone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C06468-1DC3-43E3-B681-CD32E5390D76}" type="slidenum">
              <a:rPr lang="zh-CN" altLang="en-US" smtClean="0"/>
              <a:t>75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503194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1" indent="-18859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>
                <a:latin typeface="Century Gothic" panose="020B0502020202020204" pitchFamily="34" charset="0"/>
                <a:sym typeface="+mn-ea"/>
              </a:rPr>
              <a:t>c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C06468-1DC3-43E3-B681-CD32E5390D76}" type="slidenum">
              <a:rPr lang="zh-CN" altLang="en-US" smtClean="0"/>
              <a:t>76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2434155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1" indent="-18859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ZA" altLang="zh-CN" sz="1200" dirty="0">
                <a:latin typeface="Century Gothic" panose="020B0502020202020204" pitchFamily="34" charset="0"/>
                <a:sym typeface="+mn-ea"/>
              </a:rPr>
              <a:t>We open-source our code on </a:t>
            </a:r>
            <a:r>
              <a:rPr lang="en-ZA" altLang="zh-CN" sz="1200" dirty="0" err="1">
                <a:latin typeface="Century Gothic" panose="020B0502020202020204" pitchFamily="34" charset="0"/>
                <a:sym typeface="+mn-ea"/>
              </a:rPr>
              <a:t>github</a:t>
            </a:r>
            <a:r>
              <a:rPr lang="en-ZA" altLang="zh-CN" sz="1200" dirty="0">
                <a:latin typeface="Century Gothic" panose="020B0502020202020204" pitchFamily="34" charset="0"/>
                <a:sym typeface="+mn-ea"/>
              </a:rPr>
              <a:t>.</a:t>
            </a:r>
            <a:r>
              <a:rPr lang="en-US" altLang="en-ZA" sz="1200" dirty="0">
                <a:latin typeface="Century Gothic" panose="020B0502020202020204" pitchFamily="34" charset="0"/>
                <a:sym typeface="+mn-ea"/>
              </a:rPr>
              <a:t> </a:t>
            </a:r>
            <a:r>
              <a:rPr lang="en-US" altLang="zh-CN" sz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  <a:sym typeface="+mn-ea"/>
              </a:rPr>
              <a:t>That's all. Thanks for your listening.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C06468-1DC3-43E3-B681-CD32E5390D76}" type="slidenum">
              <a:rPr lang="zh-CN" altLang="en-US" smtClean="0"/>
              <a:t>77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29848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5400" b="1"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FC15E-2D45-40C8-BB6C-1818ADA3A89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 b="1"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FC15E-2D45-40C8-BB6C-1818ADA3A89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579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334947"/>
            <a:ext cx="10515600" cy="48420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395504" y="6356350"/>
            <a:ext cx="296792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22642" y="5812344"/>
            <a:ext cx="43115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FFC15E-2D45-40C8-BB6C-1818ADA3A89D}" type="slidenum">
              <a:rPr lang="en-US" smtClean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5" Type="http://schemas.openxmlformats.org/officeDocument/2006/relationships/image" Target="../media/image11.png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13.png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tags" Target="../tags/tag8.xml"/><Relationship Id="rId7" Type="http://schemas.openxmlformats.org/officeDocument/2006/relationships/image" Target="../media/image12.png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6" Type="http://schemas.openxmlformats.org/officeDocument/2006/relationships/image" Target="../media/image11.png"/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1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0.png"/><Relationship Id="rId12" Type="http://schemas.openxmlformats.org/officeDocument/2006/relationships/image" Target="../media/image19.png"/><Relationship Id="rId2" Type="http://schemas.openxmlformats.org/officeDocument/2006/relationships/notesSlide" Target="../notesSlides/notesSlide24.xml"/><Relationship Id="rId16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15" Type="http://schemas.openxmlformats.org/officeDocument/2006/relationships/image" Target="../media/image23.png"/><Relationship Id="rId4" Type="http://schemas.openxmlformats.org/officeDocument/2006/relationships/image" Target="../media/image140.png"/><Relationship Id="rId14" Type="http://schemas.openxmlformats.org/officeDocument/2006/relationships/image" Target="../media/image22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0.png"/><Relationship Id="rId12" Type="http://schemas.openxmlformats.org/officeDocument/2006/relationships/image" Target="../media/image19.png"/><Relationship Id="rId2" Type="http://schemas.openxmlformats.org/officeDocument/2006/relationships/notesSlide" Target="../notesSlides/notesSlide25.xml"/><Relationship Id="rId16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15" Type="http://schemas.openxmlformats.org/officeDocument/2006/relationships/image" Target="../media/image23.png"/><Relationship Id="rId4" Type="http://schemas.openxmlformats.org/officeDocument/2006/relationships/image" Target="../media/image140.png"/><Relationship Id="rId14" Type="http://schemas.openxmlformats.org/officeDocument/2006/relationships/image" Target="../media/image22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0.png"/><Relationship Id="rId12" Type="http://schemas.openxmlformats.org/officeDocument/2006/relationships/image" Target="../media/image19.png"/><Relationship Id="rId2" Type="http://schemas.openxmlformats.org/officeDocument/2006/relationships/notesSlide" Target="../notesSlides/notesSlide26.xml"/><Relationship Id="rId16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15" Type="http://schemas.openxmlformats.org/officeDocument/2006/relationships/image" Target="../media/image23.png"/><Relationship Id="rId4" Type="http://schemas.openxmlformats.org/officeDocument/2006/relationships/image" Target="../media/image140.png"/><Relationship Id="rId14" Type="http://schemas.openxmlformats.org/officeDocument/2006/relationships/image" Target="../media/image22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8" Type="http://schemas.openxmlformats.org/officeDocument/2006/relationships/image" Target="../media/image29.png"/><Relationship Id="rId21" Type="http://schemas.openxmlformats.org/officeDocument/2006/relationships/image" Target="../media/image25.png"/><Relationship Id="rId12" Type="http://schemas.openxmlformats.org/officeDocument/2006/relationships/image" Target="../media/image23.png"/><Relationship Id="rId17" Type="http://schemas.openxmlformats.org/officeDocument/2006/relationships/image" Target="../media/image28.png"/><Relationship Id="rId25" Type="http://schemas.openxmlformats.org/officeDocument/2006/relationships/image" Target="../media/image31.png"/><Relationship Id="rId2" Type="http://schemas.openxmlformats.org/officeDocument/2006/relationships/notesSlide" Target="../notesSlides/notesSlide27.xml"/><Relationship Id="rId20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22.png"/><Relationship Id="rId24" Type="http://schemas.openxmlformats.org/officeDocument/2006/relationships/image" Target="../media/image30.png"/><Relationship Id="rId5" Type="http://schemas.openxmlformats.org/officeDocument/2006/relationships/image" Target="../media/image17.png"/><Relationship Id="rId23" Type="http://schemas.openxmlformats.org/officeDocument/2006/relationships/image" Target="../media/image27.png"/><Relationship Id="rId10" Type="http://schemas.openxmlformats.org/officeDocument/2006/relationships/image" Target="../media/image20.png"/><Relationship Id="rId19" Type="http://schemas.openxmlformats.org/officeDocument/2006/relationships/image" Target="../media/image32.png"/><Relationship Id="rId4" Type="http://schemas.openxmlformats.org/officeDocument/2006/relationships/image" Target="../media/image140.png"/><Relationship Id="rId9" Type="http://schemas.openxmlformats.org/officeDocument/2006/relationships/image" Target="../media/image190.png"/><Relationship Id="rId22" Type="http://schemas.openxmlformats.org/officeDocument/2006/relationships/image" Target="../media/image26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4.png"/><Relationship Id="rId18" Type="http://schemas.openxmlformats.org/officeDocument/2006/relationships/image" Target="../media/image270.png"/><Relationship Id="rId21" Type="http://schemas.openxmlformats.org/officeDocument/2006/relationships/image" Target="../media/image32.png"/><Relationship Id="rId12" Type="http://schemas.openxmlformats.org/officeDocument/2006/relationships/image" Target="../media/image23.png"/><Relationship Id="rId17" Type="http://schemas.openxmlformats.org/officeDocument/2006/relationships/image" Target="../media/image260.png"/><Relationship Id="rId2" Type="http://schemas.openxmlformats.org/officeDocument/2006/relationships/notesSlide" Target="../notesSlides/notesSlide28.xml"/><Relationship Id="rId16" Type="http://schemas.openxmlformats.org/officeDocument/2006/relationships/image" Target="../media/image250.png"/><Relationship Id="rId20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22.png"/><Relationship Id="rId5" Type="http://schemas.openxmlformats.org/officeDocument/2006/relationships/image" Target="../media/image17.png"/><Relationship Id="rId15" Type="http://schemas.openxmlformats.org/officeDocument/2006/relationships/image" Target="../media/image240.png"/><Relationship Id="rId10" Type="http://schemas.openxmlformats.org/officeDocument/2006/relationships/image" Target="../media/image20.png"/><Relationship Id="rId19" Type="http://schemas.openxmlformats.org/officeDocument/2006/relationships/image" Target="../media/image28.png"/><Relationship Id="rId4" Type="http://schemas.openxmlformats.org/officeDocument/2006/relationships/image" Target="../media/image140.png"/><Relationship Id="rId9" Type="http://schemas.openxmlformats.org/officeDocument/2006/relationships/image" Target="../media/image190.png"/><Relationship Id="rId14" Type="http://schemas.openxmlformats.org/officeDocument/2006/relationships/image" Target="../media/image25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40.png"/><Relationship Id="rId18" Type="http://schemas.openxmlformats.org/officeDocument/2006/relationships/image" Target="../media/image29.png"/><Relationship Id="rId12" Type="http://schemas.openxmlformats.org/officeDocument/2006/relationships/image" Target="../media/image23.png"/><Relationship Id="rId17" Type="http://schemas.openxmlformats.org/officeDocument/2006/relationships/image" Target="../media/image28.png"/><Relationship Id="rId2" Type="http://schemas.openxmlformats.org/officeDocument/2006/relationships/notesSlide" Target="../notesSlides/notesSlide29.xml"/><Relationship Id="rId16" Type="http://schemas.openxmlformats.org/officeDocument/2006/relationships/image" Target="../media/image270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22.png"/><Relationship Id="rId5" Type="http://schemas.openxmlformats.org/officeDocument/2006/relationships/image" Target="../media/image17.png"/><Relationship Id="rId15" Type="http://schemas.openxmlformats.org/officeDocument/2006/relationships/image" Target="../media/image260.png"/><Relationship Id="rId10" Type="http://schemas.openxmlformats.org/officeDocument/2006/relationships/image" Target="../media/image20.png"/><Relationship Id="rId19" Type="http://schemas.openxmlformats.org/officeDocument/2006/relationships/image" Target="../media/image32.png"/><Relationship Id="rId4" Type="http://schemas.openxmlformats.org/officeDocument/2006/relationships/image" Target="../media/image140.png"/><Relationship Id="rId9" Type="http://schemas.openxmlformats.org/officeDocument/2006/relationships/image" Target="../media/image190.png"/><Relationship Id="rId14" Type="http://schemas.openxmlformats.org/officeDocument/2006/relationships/image" Target="../media/image250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8" Type="http://schemas.openxmlformats.org/officeDocument/2006/relationships/image" Target="../media/image29.png"/><Relationship Id="rId21" Type="http://schemas.openxmlformats.org/officeDocument/2006/relationships/image" Target="../media/image25.png"/><Relationship Id="rId12" Type="http://schemas.openxmlformats.org/officeDocument/2006/relationships/image" Target="../media/image23.png"/><Relationship Id="rId17" Type="http://schemas.openxmlformats.org/officeDocument/2006/relationships/image" Target="../media/image28.png"/><Relationship Id="rId25" Type="http://schemas.openxmlformats.org/officeDocument/2006/relationships/image" Target="../media/image31.png"/><Relationship Id="rId2" Type="http://schemas.openxmlformats.org/officeDocument/2006/relationships/notesSlide" Target="../notesSlides/notesSlide30.xml"/><Relationship Id="rId20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22.png"/><Relationship Id="rId24" Type="http://schemas.openxmlformats.org/officeDocument/2006/relationships/image" Target="../media/image30.png"/><Relationship Id="rId5" Type="http://schemas.openxmlformats.org/officeDocument/2006/relationships/image" Target="../media/image17.png"/><Relationship Id="rId23" Type="http://schemas.openxmlformats.org/officeDocument/2006/relationships/image" Target="../media/image27.png"/><Relationship Id="rId10" Type="http://schemas.openxmlformats.org/officeDocument/2006/relationships/image" Target="../media/image20.png"/><Relationship Id="rId19" Type="http://schemas.openxmlformats.org/officeDocument/2006/relationships/image" Target="../media/image32.png"/><Relationship Id="rId4" Type="http://schemas.openxmlformats.org/officeDocument/2006/relationships/image" Target="../media/image140.png"/><Relationship Id="rId9" Type="http://schemas.openxmlformats.org/officeDocument/2006/relationships/image" Target="../media/image190.png"/><Relationship Id="rId22" Type="http://schemas.openxmlformats.org/officeDocument/2006/relationships/image" Target="../media/image26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8" Type="http://schemas.openxmlformats.org/officeDocument/2006/relationships/image" Target="../media/image29.png"/><Relationship Id="rId21" Type="http://schemas.openxmlformats.org/officeDocument/2006/relationships/image" Target="../media/image25.png"/><Relationship Id="rId12" Type="http://schemas.openxmlformats.org/officeDocument/2006/relationships/image" Target="../media/image23.png"/><Relationship Id="rId17" Type="http://schemas.openxmlformats.org/officeDocument/2006/relationships/image" Target="../media/image28.png"/><Relationship Id="rId25" Type="http://schemas.openxmlformats.org/officeDocument/2006/relationships/image" Target="../media/image31.png"/><Relationship Id="rId2" Type="http://schemas.openxmlformats.org/officeDocument/2006/relationships/notesSlide" Target="../notesSlides/notesSlide31.xml"/><Relationship Id="rId20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22.png"/><Relationship Id="rId24" Type="http://schemas.openxmlformats.org/officeDocument/2006/relationships/image" Target="../media/image30.png"/><Relationship Id="rId5" Type="http://schemas.openxmlformats.org/officeDocument/2006/relationships/image" Target="../media/image17.png"/><Relationship Id="rId23" Type="http://schemas.openxmlformats.org/officeDocument/2006/relationships/image" Target="../media/image27.png"/><Relationship Id="rId10" Type="http://schemas.openxmlformats.org/officeDocument/2006/relationships/image" Target="../media/image20.png"/><Relationship Id="rId19" Type="http://schemas.openxmlformats.org/officeDocument/2006/relationships/image" Target="../media/image32.png"/><Relationship Id="rId4" Type="http://schemas.openxmlformats.org/officeDocument/2006/relationships/image" Target="../media/image140.png"/><Relationship Id="rId9" Type="http://schemas.openxmlformats.org/officeDocument/2006/relationships/image" Target="../media/image190.png"/><Relationship Id="rId22" Type="http://schemas.openxmlformats.org/officeDocument/2006/relationships/image" Target="../media/image26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40.png"/><Relationship Id="rId18" Type="http://schemas.openxmlformats.org/officeDocument/2006/relationships/image" Target="../media/image29.png"/><Relationship Id="rId12" Type="http://schemas.openxmlformats.org/officeDocument/2006/relationships/image" Target="../media/image23.png"/><Relationship Id="rId17" Type="http://schemas.openxmlformats.org/officeDocument/2006/relationships/image" Target="../media/image28.png"/><Relationship Id="rId2" Type="http://schemas.openxmlformats.org/officeDocument/2006/relationships/notesSlide" Target="../notesSlides/notesSlide32.xml"/><Relationship Id="rId16" Type="http://schemas.openxmlformats.org/officeDocument/2006/relationships/image" Target="../media/image270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22.png"/><Relationship Id="rId5" Type="http://schemas.openxmlformats.org/officeDocument/2006/relationships/image" Target="../media/image17.png"/><Relationship Id="rId15" Type="http://schemas.openxmlformats.org/officeDocument/2006/relationships/image" Target="../media/image260.png"/><Relationship Id="rId10" Type="http://schemas.openxmlformats.org/officeDocument/2006/relationships/image" Target="../media/image33.png"/><Relationship Id="rId19" Type="http://schemas.openxmlformats.org/officeDocument/2006/relationships/image" Target="../media/image32.png"/><Relationship Id="rId4" Type="http://schemas.openxmlformats.org/officeDocument/2006/relationships/image" Target="../media/image140.png"/><Relationship Id="rId9" Type="http://schemas.openxmlformats.org/officeDocument/2006/relationships/image" Target="../media/image190.png"/><Relationship Id="rId14" Type="http://schemas.openxmlformats.org/officeDocument/2006/relationships/image" Target="../media/image250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emf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emf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emf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emf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emf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emf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emf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emf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emf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emf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emf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39"/>
          <p:cNvSpPr/>
          <p:nvPr/>
        </p:nvSpPr>
        <p:spPr>
          <a:xfrm>
            <a:off x="143790" y="2069347"/>
            <a:ext cx="11904419" cy="1077218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200" b="1" dirty="0" err="1">
                <a:solidFill>
                  <a:prstClr val="black"/>
                </a:solidFill>
                <a:latin typeface="Century Gothic" panose="020B0502020202020204" pitchFamily="34" charset="0"/>
                <a:cs typeface="+mj-cs"/>
              </a:rPr>
              <a:t>NeutronTask</a:t>
            </a:r>
            <a:r>
              <a:rPr lang="en-US" altLang="zh-CN" sz="3200" b="1" dirty="0">
                <a:solidFill>
                  <a:prstClr val="black"/>
                </a:solidFill>
                <a:latin typeface="Century Gothic" panose="020B0502020202020204" pitchFamily="34" charset="0"/>
                <a:cs typeface="+mj-cs"/>
              </a:rPr>
              <a:t>: Scalable and Efficient Multi-GPU GNN Training</a:t>
            </a:r>
          </a:p>
          <a:p>
            <a:pPr algn="ctr"/>
            <a:r>
              <a:rPr lang="en-US" altLang="zh-CN" sz="3200" b="1" dirty="0">
                <a:solidFill>
                  <a:prstClr val="black"/>
                </a:solidFill>
                <a:latin typeface="Century Gothic" panose="020B0502020202020204" pitchFamily="34" charset="0"/>
                <a:cs typeface="+mj-cs"/>
              </a:rPr>
              <a:t>with Task Parallelism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1857638" y="3594890"/>
            <a:ext cx="8476723" cy="1529560"/>
          </a:xfrm>
          <a:prstGeom prst="rect">
            <a:avLst/>
          </a:prstGeom>
          <a:noFill/>
          <a:ln w="19050">
            <a:noFill/>
            <a:prstDash val="solid"/>
          </a:ln>
        </p:spPr>
        <p:txBody>
          <a:bodyPr wrap="square" rtlCol="0" anchor="t">
            <a:noAutofit/>
          </a:bodyPr>
          <a:lstStyle/>
          <a:p>
            <a:pPr algn="ctr"/>
            <a:r>
              <a:rPr lang="en-US" altLang="zh-CN" sz="2000" b="1" dirty="0" err="1"/>
              <a:t>Zhenbo</a:t>
            </a:r>
            <a:r>
              <a:rPr lang="en-US" altLang="zh-CN" sz="2000" b="1" dirty="0"/>
              <a:t> Fu</a:t>
            </a:r>
            <a:r>
              <a:rPr lang="en-US" altLang="zh-CN" sz="2000" dirty="0"/>
              <a:t>, Xin Ai, </a:t>
            </a:r>
            <a:r>
              <a:rPr lang="en-US" altLang="zh-CN" sz="2000" dirty="0" err="1"/>
              <a:t>Qiange</a:t>
            </a:r>
            <a:r>
              <a:rPr lang="en-US" altLang="zh-CN" sz="2000" dirty="0"/>
              <a:t> Wang, Yanfeng Zhang, </a:t>
            </a:r>
            <a:r>
              <a:rPr lang="en-US" altLang="zh-CN" sz="2000" dirty="0" err="1"/>
              <a:t>Shizhan</a:t>
            </a:r>
            <a:r>
              <a:rPr lang="en-US" altLang="zh-CN" sz="2000" dirty="0"/>
              <a:t> Lu, </a:t>
            </a:r>
            <a:r>
              <a:rPr lang="en-US" altLang="zh-CN" sz="2000" dirty="0" err="1"/>
              <a:t>Chaoyi</a:t>
            </a:r>
            <a:r>
              <a:rPr lang="en-US" altLang="zh-CN" sz="2000" dirty="0"/>
              <a:t> Chen, </a:t>
            </a:r>
            <a:r>
              <a:rPr lang="en-US" altLang="zh-CN" sz="2000" dirty="0" err="1"/>
              <a:t>Chunyu</a:t>
            </a:r>
            <a:r>
              <a:rPr lang="en-US" altLang="zh-CN" sz="2000" dirty="0"/>
              <a:t> Cao, Hao Yuan, </a:t>
            </a:r>
            <a:r>
              <a:rPr lang="en-US" altLang="zh-CN" sz="2000" dirty="0" err="1"/>
              <a:t>Zhewei</a:t>
            </a:r>
            <a:r>
              <a:rPr lang="en-US" altLang="zh-CN" sz="2000" dirty="0"/>
              <a:t> Wei, Yu Gu, </a:t>
            </a:r>
            <a:r>
              <a:rPr lang="en-US" altLang="zh-CN" sz="2000" dirty="0" err="1"/>
              <a:t>Yingyou</a:t>
            </a:r>
            <a:r>
              <a:rPr lang="en-US" altLang="zh-CN" sz="2000" dirty="0"/>
              <a:t> Wen, Ge Yu</a:t>
            </a:r>
          </a:p>
          <a:p>
            <a:pPr algn="ctr"/>
            <a:r>
              <a:rPr lang="en-US" altLang="zh-CN" sz="2000" dirty="0"/>
              <a:t>Northeastern University, China; National University of Singapore, Singapore;</a:t>
            </a:r>
          </a:p>
          <a:p>
            <a:pPr algn="ctr"/>
            <a:r>
              <a:rPr lang="en-US" altLang="zh-CN" sz="2000" dirty="0"/>
              <a:t>Renmin University of China; </a:t>
            </a:r>
            <a:r>
              <a:rPr lang="en-US" altLang="zh-CN" sz="2000" dirty="0" err="1"/>
              <a:t>Neusoft</a:t>
            </a:r>
            <a:r>
              <a:rPr lang="en-US" altLang="zh-CN" sz="2000" dirty="0"/>
              <a:t> AI Magic Technology Research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420ECA0-7986-E4F1-AF67-B308A11C45C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115" t="7764" r="36734" b="8940"/>
          <a:stretch/>
        </p:blipFill>
        <p:spPr bwMode="auto">
          <a:xfrm>
            <a:off x="9412415" y="-9496"/>
            <a:ext cx="828850" cy="8571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图片 16" descr="黑白色的标志&#10;&#10;低可信度描述已自动生成">
            <a:extLst>
              <a:ext uri="{FF2B5EF4-FFF2-40B4-BE49-F238E27FC236}">
                <a16:creationId xmlns:a16="http://schemas.microsoft.com/office/drawing/2014/main" id="{ADDEDB3F-294F-19E6-8505-B78A9401C0B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3314" y="-9496"/>
            <a:ext cx="923662" cy="857169"/>
          </a:xfrm>
          <a:prstGeom prst="rect">
            <a:avLst/>
          </a:prstGeom>
        </p:spPr>
      </p:pic>
      <p:pic>
        <p:nvPicPr>
          <p:cNvPr id="1030" name="Picture 6" descr="NUS Identity - Logo Colour and Background">
            <a:extLst>
              <a:ext uri="{FF2B5EF4-FFF2-40B4-BE49-F238E27FC236}">
                <a16:creationId xmlns:a16="http://schemas.microsoft.com/office/drawing/2014/main" id="{3C16BE3E-9FBD-805D-080F-0C5F2EACAF3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284" b="13747"/>
          <a:stretch/>
        </p:blipFill>
        <p:spPr bwMode="auto">
          <a:xfrm>
            <a:off x="10386704" y="26244"/>
            <a:ext cx="805001" cy="7856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4" name="Picture 20" descr="主要股东信息– 东软集团">
            <a:extLst>
              <a:ext uri="{FF2B5EF4-FFF2-40B4-BE49-F238E27FC236}">
                <a16:creationId xmlns:a16="http://schemas.microsoft.com/office/drawing/2014/main" id="{64C17A55-F4E0-559C-9FD5-26D6502D6D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37144" y="345207"/>
            <a:ext cx="805000" cy="1477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6" descr="VLDB 2025 London, United Kingdom">
            <a:extLst>
              <a:ext uri="{FF2B5EF4-FFF2-40B4-BE49-F238E27FC236}">
                <a16:creationId xmlns:a16="http://schemas.microsoft.com/office/drawing/2014/main" id="{CB37C25A-9BD6-1B3E-A3FA-62943DE1A0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4917" y="5501979"/>
            <a:ext cx="3242165" cy="7161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070A06A0-824F-F273-BB29-A1E279CEAC2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16631" y="26244"/>
            <a:ext cx="781244" cy="785689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BDEE485C-2600-E189-5084-10A75638378C}"/>
              </a:ext>
            </a:extLst>
          </p:cNvPr>
          <p:cNvSpPr txBox="1"/>
          <p:nvPr/>
        </p:nvSpPr>
        <p:spPr>
          <a:xfrm>
            <a:off x="-45236" y="157478"/>
            <a:ext cx="7011186" cy="523220"/>
          </a:xfrm>
          <a:prstGeom prst="rect">
            <a:avLst/>
          </a:prstGeom>
          <a:noFill/>
          <a:ln w="19050">
            <a:noFill/>
            <a:prstDash val="solid"/>
          </a:ln>
        </p:spPr>
        <p:txBody>
          <a:bodyPr wrap="square">
            <a:spAutoFit/>
          </a:bodyPr>
          <a:lstStyle/>
          <a:p>
            <a:pPr algn="l"/>
            <a:r>
              <a:rPr lang="en-US" altLang="zh-CN" sz="2800" b="1" dirty="0">
                <a:solidFill>
                  <a:schemeClr val="accent1"/>
                </a:solidFill>
                <a:latin typeface="Century Gothic" panose="020B0502020202020204" pitchFamily="34" charset="0"/>
                <a:cs typeface="+mj-cs"/>
              </a:rPr>
              <a:t>Research Track - Graph Data Learning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172"/>
    </mc:Choice>
    <mc:Fallback xmlns="">
      <p:transition spd="slow" advTm="13172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6" name="标题 1"/>
          <p:cNvSpPr>
            <a:spLocks noGrp="1"/>
          </p:cNvSpPr>
          <p:nvPr>
            <p:ph type="title"/>
          </p:nvPr>
        </p:nvSpPr>
        <p:spPr>
          <a:xfrm>
            <a:off x="288000" y="0"/>
            <a:ext cx="11164860" cy="141763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altLang="zh-CN" sz="3600" dirty="0">
                <a:latin typeface="Century Gothic" panose="020B050202020202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Graph Neural Network </a:t>
            </a:r>
            <a:r>
              <a:rPr lang="zh-CN" altLang="en-US" sz="3600" dirty="0">
                <a:latin typeface="微软雅黑" panose="020B0503020204020204" pitchFamily="34" charset="-122"/>
                <a:ea typeface="微软雅黑" panose="020B0503020204020204" pitchFamily="34" charset="-122"/>
                <a:cs typeface="Verdana" panose="020B0604030504040204" pitchFamily="34" charset="0"/>
              </a:rPr>
              <a:t>（</a:t>
            </a:r>
            <a:r>
              <a:rPr lang="en-US" altLang="zh-CN" sz="3600" dirty="0">
                <a:latin typeface="微软雅黑" panose="020B0503020204020204" pitchFamily="34" charset="-122"/>
                <a:ea typeface="微软雅黑" panose="020B0503020204020204" pitchFamily="34" charset="-122"/>
                <a:cs typeface="Verdana" panose="020B0604030504040204" pitchFamily="34" charset="0"/>
              </a:rPr>
              <a:t>GNN</a:t>
            </a:r>
            <a:r>
              <a:rPr lang="zh-CN" altLang="en-US" sz="3600" dirty="0">
                <a:latin typeface="微软雅黑" panose="020B0503020204020204" pitchFamily="34" charset="-122"/>
                <a:ea typeface="微软雅黑" panose="020B0503020204020204" pitchFamily="34" charset="-122"/>
                <a:cs typeface="Verdana" panose="020B0604030504040204" pitchFamily="34" charset="0"/>
              </a:rPr>
              <a:t>）</a:t>
            </a:r>
            <a:endParaRPr lang="zh-TW" altLang="en-US" sz="3600" dirty="0"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sp>
        <p:nvSpPr>
          <p:cNvPr id="3558" name="Rectangle 10"/>
          <p:cNvSpPr/>
          <p:nvPr/>
        </p:nvSpPr>
        <p:spPr>
          <a:xfrm>
            <a:off x="0" y="420787"/>
            <a:ext cx="288000" cy="57606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微软雅黑" panose="020B0503020204020204" pitchFamily="34" charset="-122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C832708E-20CC-24EE-13D1-1A3A84472086}"/>
              </a:ext>
            </a:extLst>
          </p:cNvPr>
          <p:cNvSpPr txBox="1"/>
          <p:nvPr/>
        </p:nvSpPr>
        <p:spPr>
          <a:xfrm>
            <a:off x="983435" y="3028890"/>
            <a:ext cx="1565325" cy="400110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cs typeface="Arial" panose="020B0604020202020204" pitchFamily="34" charset="0"/>
              </a:rPr>
              <a:t>Graph Data</a:t>
            </a:r>
          </a:p>
        </p:txBody>
      </p:sp>
      <p:sp>
        <p:nvSpPr>
          <p:cNvPr id="21" name="椭圆 20">
            <a:extLst>
              <a:ext uri="{FF2B5EF4-FFF2-40B4-BE49-F238E27FC236}">
                <a16:creationId xmlns:a16="http://schemas.microsoft.com/office/drawing/2014/main" id="{213B220D-42A1-FD74-CA91-44420506A2AB}"/>
              </a:ext>
            </a:extLst>
          </p:cNvPr>
          <p:cNvSpPr/>
          <p:nvPr/>
        </p:nvSpPr>
        <p:spPr>
          <a:xfrm rot="5400000">
            <a:off x="2188594" y="1974425"/>
            <a:ext cx="323707" cy="323867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cs typeface="Arial" panose="020B0604020202020204" pitchFamily="34" charset="0"/>
              </a:rPr>
              <a:t>1</a:t>
            </a:r>
            <a:endParaRPr lang="zh-CN" altLang="en-US" sz="2400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65D2D205-F79B-B8D9-6FBC-E2F0689F39E2}"/>
              </a:ext>
            </a:extLst>
          </p:cNvPr>
          <p:cNvSpPr/>
          <p:nvPr/>
        </p:nvSpPr>
        <p:spPr>
          <a:xfrm rot="5400000">
            <a:off x="2017144" y="2728014"/>
            <a:ext cx="323707" cy="323867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cs typeface="Arial" panose="020B0604020202020204" pitchFamily="34" charset="0"/>
              </a:rPr>
              <a:t>3</a:t>
            </a:r>
            <a:endParaRPr lang="zh-CN" altLang="en-US" sz="2400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23" name="椭圆 22">
            <a:extLst>
              <a:ext uri="{FF2B5EF4-FFF2-40B4-BE49-F238E27FC236}">
                <a16:creationId xmlns:a16="http://schemas.microsoft.com/office/drawing/2014/main" id="{73922ECD-CDBB-AD28-3880-813FBB04421F}"/>
              </a:ext>
            </a:extLst>
          </p:cNvPr>
          <p:cNvSpPr/>
          <p:nvPr/>
        </p:nvSpPr>
        <p:spPr>
          <a:xfrm rot="5400000">
            <a:off x="739220" y="1980775"/>
            <a:ext cx="323707" cy="323867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cs typeface="Arial" panose="020B0604020202020204" pitchFamily="34" charset="0"/>
              </a:rPr>
              <a:t>0</a:t>
            </a:r>
            <a:endParaRPr lang="zh-CN" altLang="en-US" sz="2400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24" name="椭圆 23">
            <a:extLst>
              <a:ext uri="{FF2B5EF4-FFF2-40B4-BE49-F238E27FC236}">
                <a16:creationId xmlns:a16="http://schemas.microsoft.com/office/drawing/2014/main" id="{3AFD3E6E-231C-5444-6DDA-68E827C825CB}"/>
              </a:ext>
            </a:extLst>
          </p:cNvPr>
          <p:cNvSpPr/>
          <p:nvPr/>
        </p:nvSpPr>
        <p:spPr>
          <a:xfrm rot="5400000">
            <a:off x="885270" y="2728014"/>
            <a:ext cx="323707" cy="323867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cs typeface="Arial" panose="020B0604020202020204" pitchFamily="34" charset="0"/>
              </a:rPr>
              <a:t>2</a:t>
            </a:r>
            <a:endParaRPr lang="zh-CN" altLang="en-US" sz="2400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cxnSp>
        <p:nvCxnSpPr>
          <p:cNvPr id="25" name="直接连接符 781">
            <a:extLst>
              <a:ext uri="{FF2B5EF4-FFF2-40B4-BE49-F238E27FC236}">
                <a16:creationId xmlns:a16="http://schemas.microsoft.com/office/drawing/2014/main" id="{96F7400C-3A3E-D922-60F1-F98668EFF52D}"/>
              </a:ext>
            </a:extLst>
          </p:cNvPr>
          <p:cNvCxnSpPr>
            <a:cxnSpLocks/>
            <a:stCxn id="21" idx="4"/>
            <a:endCxn id="23" idx="0"/>
          </p:cNvCxnSpPr>
          <p:nvPr/>
        </p:nvCxnSpPr>
        <p:spPr>
          <a:xfrm flipH="1">
            <a:off x="1063007" y="2136359"/>
            <a:ext cx="1125507" cy="635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直接连接符 464">
            <a:extLst>
              <a:ext uri="{FF2B5EF4-FFF2-40B4-BE49-F238E27FC236}">
                <a16:creationId xmlns:a16="http://schemas.microsoft.com/office/drawing/2014/main" id="{49D2DEAE-8256-F0A1-F5CE-BA4118BAC070}"/>
              </a:ext>
            </a:extLst>
          </p:cNvPr>
          <p:cNvCxnSpPr>
            <a:cxnSpLocks/>
            <a:stCxn id="22" idx="4"/>
            <a:endCxn id="24" idx="0"/>
          </p:cNvCxnSpPr>
          <p:nvPr/>
        </p:nvCxnSpPr>
        <p:spPr>
          <a:xfrm flipH="1">
            <a:off x="1209057" y="2889948"/>
            <a:ext cx="808007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" name="箭头: 右 1121">
            <a:extLst>
              <a:ext uri="{FF2B5EF4-FFF2-40B4-BE49-F238E27FC236}">
                <a16:creationId xmlns:a16="http://schemas.microsoft.com/office/drawing/2014/main" id="{0D8A5FF5-9623-5C34-86D3-57CC6A21C8C3}"/>
              </a:ext>
            </a:extLst>
          </p:cNvPr>
          <p:cNvSpPr/>
          <p:nvPr/>
        </p:nvSpPr>
        <p:spPr>
          <a:xfrm>
            <a:off x="2941418" y="2363217"/>
            <a:ext cx="679773" cy="381262"/>
          </a:xfrm>
          <a:prstGeom prst="rightArrow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32" name="Picture 8" descr="对图神经网络（GNN）的一个基本的介绍- 爱和九九- 博客园">
            <a:extLst>
              <a:ext uri="{FF2B5EF4-FFF2-40B4-BE49-F238E27FC236}">
                <a16:creationId xmlns:a16="http://schemas.microsoft.com/office/drawing/2014/main" id="{F2FF2C92-8085-69BB-1695-4020A2890CB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886"/>
          <a:stretch/>
        </p:blipFill>
        <p:spPr bwMode="auto">
          <a:xfrm>
            <a:off x="3812127" y="1113830"/>
            <a:ext cx="5261557" cy="23687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" name="椭圆 30">
            <a:extLst>
              <a:ext uri="{FF2B5EF4-FFF2-40B4-BE49-F238E27FC236}">
                <a16:creationId xmlns:a16="http://schemas.microsoft.com/office/drawing/2014/main" id="{0F22A9E4-A1B9-FD42-29FC-D754583CFAE0}"/>
              </a:ext>
            </a:extLst>
          </p:cNvPr>
          <p:cNvSpPr/>
          <p:nvPr/>
        </p:nvSpPr>
        <p:spPr>
          <a:xfrm rot="5400000">
            <a:off x="1442310" y="1341997"/>
            <a:ext cx="323707" cy="323867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cs typeface="Arial" panose="020B0604020202020204" pitchFamily="34" charset="0"/>
              </a:rPr>
              <a:t>4</a:t>
            </a:r>
            <a:endParaRPr lang="zh-CN" altLang="en-US" sz="2400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cxnSp>
        <p:nvCxnSpPr>
          <p:cNvPr id="36" name="直接连接符 786">
            <a:extLst>
              <a:ext uri="{FF2B5EF4-FFF2-40B4-BE49-F238E27FC236}">
                <a16:creationId xmlns:a16="http://schemas.microsoft.com/office/drawing/2014/main" id="{FC31E56A-BAA5-0DE9-A33B-B2D715AC776D}"/>
              </a:ext>
            </a:extLst>
          </p:cNvPr>
          <p:cNvCxnSpPr>
            <a:cxnSpLocks/>
            <a:stCxn id="31" idx="5"/>
            <a:endCxn id="23" idx="1"/>
          </p:cNvCxnSpPr>
          <p:nvPr/>
        </p:nvCxnSpPr>
        <p:spPr>
          <a:xfrm flipH="1">
            <a:off x="1015578" y="1618378"/>
            <a:ext cx="474081" cy="40988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直接连接符 786">
            <a:extLst>
              <a:ext uri="{FF2B5EF4-FFF2-40B4-BE49-F238E27FC236}">
                <a16:creationId xmlns:a16="http://schemas.microsoft.com/office/drawing/2014/main" id="{6AE3E616-68FC-33D0-E95F-EE86D4861A15}"/>
              </a:ext>
            </a:extLst>
          </p:cNvPr>
          <p:cNvCxnSpPr>
            <a:cxnSpLocks/>
            <a:stCxn id="31" idx="7"/>
            <a:endCxn id="21" idx="3"/>
          </p:cNvCxnSpPr>
          <p:nvPr/>
        </p:nvCxnSpPr>
        <p:spPr>
          <a:xfrm>
            <a:off x="1718668" y="1618378"/>
            <a:ext cx="517275" cy="40353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直接连接符 786">
            <a:extLst>
              <a:ext uri="{FF2B5EF4-FFF2-40B4-BE49-F238E27FC236}">
                <a16:creationId xmlns:a16="http://schemas.microsoft.com/office/drawing/2014/main" id="{88FC61D7-E43F-6F53-B826-8D43BBD830F3}"/>
              </a:ext>
            </a:extLst>
          </p:cNvPr>
          <p:cNvCxnSpPr>
            <a:cxnSpLocks/>
            <a:stCxn id="31" idx="6"/>
            <a:endCxn id="24" idx="1"/>
          </p:cNvCxnSpPr>
          <p:nvPr/>
        </p:nvCxnSpPr>
        <p:spPr>
          <a:xfrm flipH="1">
            <a:off x="1161628" y="1665784"/>
            <a:ext cx="442535" cy="11097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直接连接符 786">
            <a:extLst>
              <a:ext uri="{FF2B5EF4-FFF2-40B4-BE49-F238E27FC236}">
                <a16:creationId xmlns:a16="http://schemas.microsoft.com/office/drawing/2014/main" id="{1BBB57E0-4F34-57DA-C0FE-8D32CAE593D1}"/>
              </a:ext>
            </a:extLst>
          </p:cNvPr>
          <p:cNvCxnSpPr>
            <a:cxnSpLocks/>
            <a:stCxn id="31" idx="6"/>
            <a:endCxn id="22" idx="3"/>
          </p:cNvCxnSpPr>
          <p:nvPr/>
        </p:nvCxnSpPr>
        <p:spPr>
          <a:xfrm>
            <a:off x="1604163" y="1665784"/>
            <a:ext cx="460330" cy="11097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直接连接符 786">
            <a:extLst>
              <a:ext uri="{FF2B5EF4-FFF2-40B4-BE49-F238E27FC236}">
                <a16:creationId xmlns:a16="http://schemas.microsoft.com/office/drawing/2014/main" id="{2709877D-0DA0-D3C7-F62B-7C91004AA084}"/>
              </a:ext>
            </a:extLst>
          </p:cNvPr>
          <p:cNvCxnSpPr>
            <a:cxnSpLocks/>
            <a:stCxn id="23" idx="6"/>
            <a:endCxn id="24" idx="2"/>
          </p:cNvCxnSpPr>
          <p:nvPr/>
        </p:nvCxnSpPr>
        <p:spPr>
          <a:xfrm>
            <a:off x="901073" y="2304562"/>
            <a:ext cx="146050" cy="42353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" name="直接连接符 786">
            <a:extLst>
              <a:ext uri="{FF2B5EF4-FFF2-40B4-BE49-F238E27FC236}">
                <a16:creationId xmlns:a16="http://schemas.microsoft.com/office/drawing/2014/main" id="{6EA41EC7-52E9-390D-D91E-05CC6B1CB95A}"/>
              </a:ext>
            </a:extLst>
          </p:cNvPr>
          <p:cNvCxnSpPr>
            <a:cxnSpLocks/>
            <a:stCxn id="21" idx="6"/>
            <a:endCxn id="22" idx="2"/>
          </p:cNvCxnSpPr>
          <p:nvPr/>
        </p:nvCxnSpPr>
        <p:spPr>
          <a:xfrm flipH="1">
            <a:off x="2178997" y="2298212"/>
            <a:ext cx="171450" cy="42988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3" name="文本框 62">
            <a:extLst>
              <a:ext uri="{FF2B5EF4-FFF2-40B4-BE49-F238E27FC236}">
                <a16:creationId xmlns:a16="http://schemas.microsoft.com/office/drawing/2014/main" id="{1B88F79A-CD3E-5342-754F-F308B7DCB86A}"/>
              </a:ext>
            </a:extLst>
          </p:cNvPr>
          <p:cNvSpPr txBox="1"/>
          <p:nvPr/>
        </p:nvSpPr>
        <p:spPr>
          <a:xfrm>
            <a:off x="6825435" y="3419490"/>
            <a:ext cx="1565325" cy="400110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cs typeface="Arial" panose="020B0604020202020204" pitchFamily="34" charset="0"/>
              </a:rPr>
              <a:t>GNN Model</a:t>
            </a:r>
          </a:p>
        </p:txBody>
      </p:sp>
    </p:spTree>
    <p:extLst>
      <p:ext uri="{BB962C8B-B14F-4D97-AF65-F5344CB8AC3E}">
        <p14:creationId xmlns:p14="http://schemas.microsoft.com/office/powerpoint/2010/main" val="29730765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7786"/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6" name="标题 1"/>
          <p:cNvSpPr>
            <a:spLocks noGrp="1"/>
          </p:cNvSpPr>
          <p:nvPr>
            <p:ph type="title"/>
          </p:nvPr>
        </p:nvSpPr>
        <p:spPr>
          <a:xfrm>
            <a:off x="288000" y="0"/>
            <a:ext cx="11164860" cy="141763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altLang="zh-CN" sz="3600" dirty="0">
                <a:latin typeface="Century Gothic" panose="020B050202020202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Graph Neural Network </a:t>
            </a:r>
            <a:r>
              <a:rPr lang="zh-CN" altLang="en-US" sz="3600" dirty="0">
                <a:latin typeface="微软雅黑" panose="020B0503020204020204" pitchFamily="34" charset="-122"/>
                <a:ea typeface="微软雅黑" panose="020B0503020204020204" pitchFamily="34" charset="-122"/>
                <a:cs typeface="Verdana" panose="020B0604030504040204" pitchFamily="34" charset="0"/>
              </a:rPr>
              <a:t>（</a:t>
            </a:r>
            <a:r>
              <a:rPr lang="en-US" altLang="zh-CN" sz="3600" dirty="0">
                <a:latin typeface="微软雅黑" panose="020B0503020204020204" pitchFamily="34" charset="-122"/>
                <a:ea typeface="微软雅黑" panose="020B0503020204020204" pitchFamily="34" charset="-122"/>
                <a:cs typeface="Verdana" panose="020B0604030504040204" pitchFamily="34" charset="0"/>
              </a:rPr>
              <a:t>GNN</a:t>
            </a:r>
            <a:r>
              <a:rPr lang="zh-CN" altLang="en-US" sz="3600" dirty="0">
                <a:latin typeface="微软雅黑" panose="020B0503020204020204" pitchFamily="34" charset="-122"/>
                <a:ea typeface="微软雅黑" panose="020B0503020204020204" pitchFamily="34" charset="-122"/>
                <a:cs typeface="Verdana" panose="020B0604030504040204" pitchFamily="34" charset="0"/>
              </a:rPr>
              <a:t>）</a:t>
            </a:r>
            <a:endParaRPr lang="zh-TW" altLang="en-US" sz="3600" dirty="0"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sp>
        <p:nvSpPr>
          <p:cNvPr id="3558" name="Rectangle 10"/>
          <p:cNvSpPr/>
          <p:nvPr/>
        </p:nvSpPr>
        <p:spPr>
          <a:xfrm>
            <a:off x="0" y="420787"/>
            <a:ext cx="288000" cy="57606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微软雅黑" panose="020B0503020204020204" pitchFamily="34" charset="-122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141BF64-AB6E-114B-2897-A8E8DCAD5891}"/>
              </a:ext>
            </a:extLst>
          </p:cNvPr>
          <p:cNvSpPr/>
          <p:nvPr/>
        </p:nvSpPr>
        <p:spPr>
          <a:xfrm>
            <a:off x="5095545" y="6318306"/>
            <a:ext cx="216604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ea typeface="Verdana" panose="020B0604030504040204" pitchFamily="34" charset="0"/>
                <a:cs typeface="Verdana" panose="020B0604030504040204" pitchFamily="34" charset="0"/>
              </a:rPr>
              <a:t>(b) Knowledge Graph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1A34115-8D89-ABBE-5FCE-AC5E3C3B34E9}"/>
              </a:ext>
            </a:extLst>
          </p:cNvPr>
          <p:cNvSpPr/>
          <p:nvPr/>
        </p:nvSpPr>
        <p:spPr>
          <a:xfrm>
            <a:off x="2128838" y="6318306"/>
            <a:ext cx="198099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ea typeface="Verdana" panose="020B0604030504040204" pitchFamily="34" charset="0"/>
                <a:cs typeface="Verdana" panose="020B0604030504040204" pitchFamily="34" charset="0"/>
              </a:rPr>
              <a:t>(a) Social Networks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5DA3C66-BDAF-C790-3D09-00B43EEC3C0C}"/>
              </a:ext>
            </a:extLst>
          </p:cNvPr>
          <p:cNvSpPr/>
          <p:nvPr/>
        </p:nvSpPr>
        <p:spPr>
          <a:xfrm>
            <a:off x="7770326" y="6318306"/>
            <a:ext cx="229485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ea typeface="Verdana" panose="020B0604030504040204" pitchFamily="34" charset="0"/>
                <a:cs typeface="Verdana" panose="020B0604030504040204" pitchFamily="34" charset="0"/>
              </a:rPr>
              <a:t>(c) Biological networks</a:t>
            </a:r>
            <a:endParaRPr lang="zh-CN" altLang="en-US" dirty="0"/>
          </a:p>
        </p:txBody>
      </p:sp>
      <p:pic>
        <p:nvPicPr>
          <p:cNvPr id="5" name="图片 4" descr="屏幕剪辑">
            <a:extLst>
              <a:ext uri="{FF2B5EF4-FFF2-40B4-BE49-F238E27FC236}">
                <a16:creationId xmlns:a16="http://schemas.microsoft.com/office/drawing/2014/main" id="{CC42AE32-AA7D-7CBD-82DF-3700110451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8488" y="4560016"/>
            <a:ext cx="2521955" cy="164678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F8363298-DABE-290D-33CC-52BDC6E2687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7776" y="4560016"/>
            <a:ext cx="2521955" cy="1646780"/>
          </a:xfrm>
          <a:prstGeom prst="rect">
            <a:avLst/>
          </a:prstGeom>
        </p:spPr>
      </p:pic>
      <p:grpSp>
        <p:nvGrpSpPr>
          <p:cNvPr id="18" name="组合 17">
            <a:extLst>
              <a:ext uri="{FF2B5EF4-FFF2-40B4-BE49-F238E27FC236}">
                <a16:creationId xmlns:a16="http://schemas.microsoft.com/office/drawing/2014/main" id="{D2A8F927-BAAC-A06D-B3C5-A0E2493C6C07}"/>
              </a:ext>
            </a:extLst>
          </p:cNvPr>
          <p:cNvGrpSpPr/>
          <p:nvPr/>
        </p:nvGrpSpPr>
        <p:grpSpPr>
          <a:xfrm>
            <a:off x="4882907" y="4547358"/>
            <a:ext cx="2521955" cy="1811796"/>
            <a:chOff x="4465837" y="1353596"/>
            <a:chExt cx="2521955" cy="1811796"/>
          </a:xfrm>
        </p:grpSpPr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4A8D99BF-0B5A-C876-7489-ADA9B276393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465837" y="1353596"/>
              <a:ext cx="2521955" cy="1811796"/>
            </a:xfrm>
            <a:prstGeom prst="rect">
              <a:avLst/>
            </a:prstGeom>
          </p:spPr>
        </p:pic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43A9ADA1-DABE-8EE0-9757-E00FB3A4CA7D}"/>
                </a:ext>
              </a:extLst>
            </p:cNvPr>
            <p:cNvSpPr/>
            <p:nvPr/>
          </p:nvSpPr>
          <p:spPr>
            <a:xfrm>
              <a:off x="4628459" y="1353596"/>
              <a:ext cx="2294861" cy="1646780"/>
            </a:xfrm>
            <a:prstGeom prst="rect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0" name="文本框 19">
            <a:extLst>
              <a:ext uri="{FF2B5EF4-FFF2-40B4-BE49-F238E27FC236}">
                <a16:creationId xmlns:a16="http://schemas.microsoft.com/office/drawing/2014/main" id="{C832708E-20CC-24EE-13D1-1A3A84472086}"/>
              </a:ext>
            </a:extLst>
          </p:cNvPr>
          <p:cNvSpPr txBox="1"/>
          <p:nvPr/>
        </p:nvSpPr>
        <p:spPr>
          <a:xfrm>
            <a:off x="983435" y="3028890"/>
            <a:ext cx="1565325" cy="400110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cs typeface="Arial" panose="020B0604020202020204" pitchFamily="34" charset="0"/>
              </a:rPr>
              <a:t>Graph Data</a:t>
            </a:r>
          </a:p>
        </p:txBody>
      </p:sp>
      <p:sp>
        <p:nvSpPr>
          <p:cNvPr id="21" name="椭圆 20">
            <a:extLst>
              <a:ext uri="{FF2B5EF4-FFF2-40B4-BE49-F238E27FC236}">
                <a16:creationId xmlns:a16="http://schemas.microsoft.com/office/drawing/2014/main" id="{213B220D-42A1-FD74-CA91-44420506A2AB}"/>
              </a:ext>
            </a:extLst>
          </p:cNvPr>
          <p:cNvSpPr/>
          <p:nvPr/>
        </p:nvSpPr>
        <p:spPr>
          <a:xfrm rot="5400000">
            <a:off x="2188594" y="1974425"/>
            <a:ext cx="323707" cy="323867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cs typeface="Arial" panose="020B0604020202020204" pitchFamily="34" charset="0"/>
              </a:rPr>
              <a:t>1</a:t>
            </a:r>
            <a:endParaRPr lang="zh-CN" altLang="en-US" sz="2400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65D2D205-F79B-B8D9-6FBC-E2F0689F39E2}"/>
              </a:ext>
            </a:extLst>
          </p:cNvPr>
          <p:cNvSpPr/>
          <p:nvPr/>
        </p:nvSpPr>
        <p:spPr>
          <a:xfrm rot="5400000">
            <a:off x="2017144" y="2728014"/>
            <a:ext cx="323707" cy="323867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cs typeface="Arial" panose="020B0604020202020204" pitchFamily="34" charset="0"/>
              </a:rPr>
              <a:t>3</a:t>
            </a:r>
            <a:endParaRPr lang="zh-CN" altLang="en-US" sz="2400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23" name="椭圆 22">
            <a:extLst>
              <a:ext uri="{FF2B5EF4-FFF2-40B4-BE49-F238E27FC236}">
                <a16:creationId xmlns:a16="http://schemas.microsoft.com/office/drawing/2014/main" id="{73922ECD-CDBB-AD28-3880-813FBB04421F}"/>
              </a:ext>
            </a:extLst>
          </p:cNvPr>
          <p:cNvSpPr/>
          <p:nvPr/>
        </p:nvSpPr>
        <p:spPr>
          <a:xfrm rot="5400000">
            <a:off x="739220" y="1980775"/>
            <a:ext cx="323707" cy="323867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cs typeface="Arial" panose="020B0604020202020204" pitchFamily="34" charset="0"/>
              </a:rPr>
              <a:t>0</a:t>
            </a:r>
            <a:endParaRPr lang="zh-CN" altLang="en-US" sz="2400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24" name="椭圆 23">
            <a:extLst>
              <a:ext uri="{FF2B5EF4-FFF2-40B4-BE49-F238E27FC236}">
                <a16:creationId xmlns:a16="http://schemas.microsoft.com/office/drawing/2014/main" id="{3AFD3E6E-231C-5444-6DDA-68E827C825CB}"/>
              </a:ext>
            </a:extLst>
          </p:cNvPr>
          <p:cNvSpPr/>
          <p:nvPr/>
        </p:nvSpPr>
        <p:spPr>
          <a:xfrm rot="5400000">
            <a:off x="885270" y="2728014"/>
            <a:ext cx="323707" cy="323867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cs typeface="Arial" panose="020B0604020202020204" pitchFamily="34" charset="0"/>
              </a:rPr>
              <a:t>2</a:t>
            </a:r>
            <a:endParaRPr lang="zh-CN" altLang="en-US" sz="2400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cxnSp>
        <p:nvCxnSpPr>
          <p:cNvPr id="25" name="直接连接符 781">
            <a:extLst>
              <a:ext uri="{FF2B5EF4-FFF2-40B4-BE49-F238E27FC236}">
                <a16:creationId xmlns:a16="http://schemas.microsoft.com/office/drawing/2014/main" id="{96F7400C-3A3E-D922-60F1-F98668EFF52D}"/>
              </a:ext>
            </a:extLst>
          </p:cNvPr>
          <p:cNvCxnSpPr>
            <a:cxnSpLocks/>
            <a:stCxn id="21" idx="4"/>
            <a:endCxn id="23" idx="0"/>
          </p:cNvCxnSpPr>
          <p:nvPr/>
        </p:nvCxnSpPr>
        <p:spPr>
          <a:xfrm flipH="1">
            <a:off x="1063007" y="2136359"/>
            <a:ext cx="1125507" cy="635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直接连接符 464">
            <a:extLst>
              <a:ext uri="{FF2B5EF4-FFF2-40B4-BE49-F238E27FC236}">
                <a16:creationId xmlns:a16="http://schemas.microsoft.com/office/drawing/2014/main" id="{49D2DEAE-8256-F0A1-F5CE-BA4118BAC070}"/>
              </a:ext>
            </a:extLst>
          </p:cNvPr>
          <p:cNvCxnSpPr>
            <a:cxnSpLocks/>
            <a:stCxn id="22" idx="4"/>
            <a:endCxn id="24" idx="0"/>
          </p:cNvCxnSpPr>
          <p:nvPr/>
        </p:nvCxnSpPr>
        <p:spPr>
          <a:xfrm flipH="1">
            <a:off x="1209057" y="2889948"/>
            <a:ext cx="808007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" name="箭头: 右 1121">
            <a:extLst>
              <a:ext uri="{FF2B5EF4-FFF2-40B4-BE49-F238E27FC236}">
                <a16:creationId xmlns:a16="http://schemas.microsoft.com/office/drawing/2014/main" id="{0D8A5FF5-9623-5C34-86D3-57CC6A21C8C3}"/>
              </a:ext>
            </a:extLst>
          </p:cNvPr>
          <p:cNvSpPr/>
          <p:nvPr/>
        </p:nvSpPr>
        <p:spPr>
          <a:xfrm>
            <a:off x="2941418" y="2363217"/>
            <a:ext cx="679773" cy="381262"/>
          </a:xfrm>
          <a:prstGeom prst="rightArrow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32" name="Picture 8" descr="对图神经网络（GNN）的一个基本的介绍- 爱和九九- 博客园">
            <a:extLst>
              <a:ext uri="{FF2B5EF4-FFF2-40B4-BE49-F238E27FC236}">
                <a16:creationId xmlns:a16="http://schemas.microsoft.com/office/drawing/2014/main" id="{F2FF2C92-8085-69BB-1695-4020A2890CB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886"/>
          <a:stretch/>
        </p:blipFill>
        <p:spPr bwMode="auto">
          <a:xfrm>
            <a:off x="3812127" y="1113830"/>
            <a:ext cx="5261557" cy="23687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" name="椭圆 30">
            <a:extLst>
              <a:ext uri="{FF2B5EF4-FFF2-40B4-BE49-F238E27FC236}">
                <a16:creationId xmlns:a16="http://schemas.microsoft.com/office/drawing/2014/main" id="{0F22A9E4-A1B9-FD42-29FC-D754583CFAE0}"/>
              </a:ext>
            </a:extLst>
          </p:cNvPr>
          <p:cNvSpPr/>
          <p:nvPr/>
        </p:nvSpPr>
        <p:spPr>
          <a:xfrm rot="5400000">
            <a:off x="1442310" y="1341997"/>
            <a:ext cx="323707" cy="323867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cs typeface="Arial" panose="020B0604020202020204" pitchFamily="34" charset="0"/>
              </a:rPr>
              <a:t>4</a:t>
            </a:r>
            <a:endParaRPr lang="zh-CN" altLang="en-US" sz="2400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cxnSp>
        <p:nvCxnSpPr>
          <p:cNvPr id="36" name="直接连接符 786">
            <a:extLst>
              <a:ext uri="{FF2B5EF4-FFF2-40B4-BE49-F238E27FC236}">
                <a16:creationId xmlns:a16="http://schemas.microsoft.com/office/drawing/2014/main" id="{FC31E56A-BAA5-0DE9-A33B-B2D715AC776D}"/>
              </a:ext>
            </a:extLst>
          </p:cNvPr>
          <p:cNvCxnSpPr>
            <a:cxnSpLocks/>
            <a:stCxn id="31" idx="5"/>
            <a:endCxn id="23" idx="1"/>
          </p:cNvCxnSpPr>
          <p:nvPr/>
        </p:nvCxnSpPr>
        <p:spPr>
          <a:xfrm flipH="1">
            <a:off x="1015578" y="1618378"/>
            <a:ext cx="474081" cy="40988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直接连接符 786">
            <a:extLst>
              <a:ext uri="{FF2B5EF4-FFF2-40B4-BE49-F238E27FC236}">
                <a16:creationId xmlns:a16="http://schemas.microsoft.com/office/drawing/2014/main" id="{6AE3E616-68FC-33D0-E95F-EE86D4861A15}"/>
              </a:ext>
            </a:extLst>
          </p:cNvPr>
          <p:cNvCxnSpPr>
            <a:cxnSpLocks/>
            <a:stCxn id="31" idx="7"/>
            <a:endCxn id="21" idx="3"/>
          </p:cNvCxnSpPr>
          <p:nvPr/>
        </p:nvCxnSpPr>
        <p:spPr>
          <a:xfrm>
            <a:off x="1718668" y="1618378"/>
            <a:ext cx="517275" cy="40353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直接连接符 786">
            <a:extLst>
              <a:ext uri="{FF2B5EF4-FFF2-40B4-BE49-F238E27FC236}">
                <a16:creationId xmlns:a16="http://schemas.microsoft.com/office/drawing/2014/main" id="{88FC61D7-E43F-6F53-B826-8D43BBD830F3}"/>
              </a:ext>
            </a:extLst>
          </p:cNvPr>
          <p:cNvCxnSpPr>
            <a:cxnSpLocks/>
            <a:stCxn id="31" idx="6"/>
            <a:endCxn id="24" idx="1"/>
          </p:cNvCxnSpPr>
          <p:nvPr/>
        </p:nvCxnSpPr>
        <p:spPr>
          <a:xfrm flipH="1">
            <a:off x="1161628" y="1665784"/>
            <a:ext cx="442535" cy="11097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直接连接符 786">
            <a:extLst>
              <a:ext uri="{FF2B5EF4-FFF2-40B4-BE49-F238E27FC236}">
                <a16:creationId xmlns:a16="http://schemas.microsoft.com/office/drawing/2014/main" id="{1BBB57E0-4F34-57DA-C0FE-8D32CAE593D1}"/>
              </a:ext>
            </a:extLst>
          </p:cNvPr>
          <p:cNvCxnSpPr>
            <a:cxnSpLocks/>
            <a:stCxn id="31" idx="6"/>
            <a:endCxn id="22" idx="3"/>
          </p:cNvCxnSpPr>
          <p:nvPr/>
        </p:nvCxnSpPr>
        <p:spPr>
          <a:xfrm>
            <a:off x="1604163" y="1665784"/>
            <a:ext cx="460330" cy="11097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直接连接符 786">
            <a:extLst>
              <a:ext uri="{FF2B5EF4-FFF2-40B4-BE49-F238E27FC236}">
                <a16:creationId xmlns:a16="http://schemas.microsoft.com/office/drawing/2014/main" id="{2709877D-0DA0-D3C7-F62B-7C91004AA084}"/>
              </a:ext>
            </a:extLst>
          </p:cNvPr>
          <p:cNvCxnSpPr>
            <a:cxnSpLocks/>
            <a:stCxn id="23" idx="6"/>
            <a:endCxn id="24" idx="2"/>
          </p:cNvCxnSpPr>
          <p:nvPr/>
        </p:nvCxnSpPr>
        <p:spPr>
          <a:xfrm>
            <a:off x="901073" y="2304562"/>
            <a:ext cx="146050" cy="42353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" name="直接连接符 786">
            <a:extLst>
              <a:ext uri="{FF2B5EF4-FFF2-40B4-BE49-F238E27FC236}">
                <a16:creationId xmlns:a16="http://schemas.microsoft.com/office/drawing/2014/main" id="{6EA41EC7-52E9-390D-D91E-05CC6B1CB95A}"/>
              </a:ext>
            </a:extLst>
          </p:cNvPr>
          <p:cNvCxnSpPr>
            <a:cxnSpLocks/>
            <a:stCxn id="21" idx="6"/>
            <a:endCxn id="22" idx="2"/>
          </p:cNvCxnSpPr>
          <p:nvPr/>
        </p:nvCxnSpPr>
        <p:spPr>
          <a:xfrm flipH="1">
            <a:off x="2178997" y="2298212"/>
            <a:ext cx="171450" cy="42988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9" name="箭头: 右 1121">
            <a:extLst>
              <a:ext uri="{FF2B5EF4-FFF2-40B4-BE49-F238E27FC236}">
                <a16:creationId xmlns:a16="http://schemas.microsoft.com/office/drawing/2014/main" id="{28A2EAE3-05FF-B7E5-1679-6BCA75D3089B}"/>
              </a:ext>
            </a:extLst>
          </p:cNvPr>
          <p:cNvSpPr/>
          <p:nvPr/>
        </p:nvSpPr>
        <p:spPr>
          <a:xfrm rot="5400000">
            <a:off x="5721174" y="3701699"/>
            <a:ext cx="679773" cy="381262"/>
          </a:xfrm>
          <a:prstGeom prst="rightArrow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751FC27B-D5B8-9751-B427-006EE6224CF2}"/>
              </a:ext>
            </a:extLst>
          </p:cNvPr>
          <p:cNvSpPr/>
          <p:nvPr/>
        </p:nvSpPr>
        <p:spPr>
          <a:xfrm>
            <a:off x="1733721" y="4448506"/>
            <a:ext cx="8642180" cy="2239132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1B88F79A-CD3E-5342-754F-F308B7DCB86A}"/>
              </a:ext>
            </a:extLst>
          </p:cNvPr>
          <p:cNvSpPr txBox="1"/>
          <p:nvPr/>
        </p:nvSpPr>
        <p:spPr>
          <a:xfrm>
            <a:off x="6825435" y="3419490"/>
            <a:ext cx="1565325" cy="400110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cs typeface="Arial" panose="020B0604020202020204" pitchFamily="34" charset="0"/>
              </a:rPr>
              <a:t>GNN Model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7786"/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287999" y="0"/>
            <a:ext cx="11512573" cy="141763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altLang="zh-CN" sz="3600" dirty="0">
                <a:latin typeface="Century Gothic" panose="020B050202020202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Memory Challenge in GNN Training</a:t>
            </a:r>
          </a:p>
        </p:txBody>
      </p:sp>
      <p:sp>
        <p:nvSpPr>
          <p:cNvPr id="5" name="Rectangle 10"/>
          <p:cNvSpPr/>
          <p:nvPr/>
        </p:nvSpPr>
        <p:spPr>
          <a:xfrm>
            <a:off x="0" y="420787"/>
            <a:ext cx="288000" cy="57606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D5A1F8A6-06D2-68F7-3435-69A5822798D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260"/>
          <a:stretch/>
        </p:blipFill>
        <p:spPr>
          <a:xfrm>
            <a:off x="87158" y="1313036"/>
            <a:ext cx="6603004" cy="1484387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26D2616D-1AFF-1A76-DF26-E4E77E2AE7EC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428363" y="2737376"/>
            <a:ext cx="5864169" cy="646331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pPr algn="ctr"/>
            <a:r>
              <a:rPr lang="en-US" altLang="zh-CN" b="1" dirty="0"/>
              <a:t>Memory consumption of </a:t>
            </a:r>
            <a:r>
              <a:rPr lang="en-US" altLang="zh-CN" dirty="0"/>
              <a:t>graph topology, vertex (</a:t>
            </a:r>
            <a:r>
              <a:rPr lang="en-US" altLang="zh-CN" dirty="0" err="1"/>
              <a:t>Vtx</a:t>
            </a:r>
            <a:r>
              <a:rPr lang="en-US" altLang="zh-CN" dirty="0"/>
              <a:t>) data, </a:t>
            </a:r>
          </a:p>
          <a:p>
            <a:pPr algn="ctr"/>
            <a:r>
              <a:rPr lang="en-US" altLang="zh-CN" dirty="0"/>
              <a:t>and intermediate (</a:t>
            </a:r>
            <a:r>
              <a:rPr lang="en-US" altLang="zh-CN" dirty="0" err="1"/>
              <a:t>Intr</a:t>
            </a:r>
            <a:r>
              <a:rPr lang="en-US" altLang="zh-CN" dirty="0"/>
              <a:t>) data [HongTu:SIGMOD’24 ]</a:t>
            </a:r>
            <a:endParaRPr lang="zh-CN" altLang="en-US" dirty="0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7807E42-16BF-CD4A-B892-6A00072E9F92}"/>
              </a:ext>
            </a:extLst>
          </p:cNvPr>
          <p:cNvSpPr/>
          <p:nvPr/>
        </p:nvSpPr>
        <p:spPr>
          <a:xfrm>
            <a:off x="3184230" y="1733823"/>
            <a:ext cx="3449507" cy="100355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11F909A-30D1-76BF-C3B5-D548E050E5D5}"/>
              </a:ext>
            </a:extLst>
          </p:cNvPr>
          <p:cNvSpPr txBox="1"/>
          <p:nvPr/>
        </p:nvSpPr>
        <p:spPr>
          <a:xfrm>
            <a:off x="4478960" y="3540874"/>
            <a:ext cx="2391740" cy="400110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FF0000"/>
                </a:solidFill>
                <a:cs typeface="Arial" panose="020B0604020202020204" pitchFamily="34" charset="0"/>
              </a:rPr>
              <a:t>Memory Resources</a:t>
            </a:r>
          </a:p>
        </p:txBody>
      </p:sp>
      <p:sp>
        <p:nvSpPr>
          <p:cNvPr id="6" name="右箭头 136">
            <a:extLst>
              <a:ext uri="{FF2B5EF4-FFF2-40B4-BE49-F238E27FC236}">
                <a16:creationId xmlns:a16="http://schemas.microsoft.com/office/drawing/2014/main" id="{6A4994E7-4EC3-7A77-B380-8035B5015FF7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 rot="14787356">
            <a:off x="5127881" y="2968935"/>
            <a:ext cx="671737" cy="397328"/>
          </a:xfrm>
          <a:prstGeom prst="rightArrow">
            <a:avLst>
              <a:gd name="adj1" fmla="val 50000"/>
              <a:gd name="adj2" fmla="val 68053"/>
            </a:avLst>
          </a:prstGeom>
          <a:solidFill>
            <a:schemeClr val="bg1"/>
          </a:solidFill>
          <a:ln w="412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>
            <a:extLst>
              <a:ext uri="{FF2B5EF4-FFF2-40B4-BE49-F238E27FC236}">
                <a16:creationId xmlns:a16="http://schemas.microsoft.com/office/drawing/2014/main" id="{D815FED0-55DC-8724-66FC-6308D74BCCB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260"/>
          <a:stretch/>
        </p:blipFill>
        <p:spPr>
          <a:xfrm>
            <a:off x="87158" y="1313036"/>
            <a:ext cx="6603004" cy="1484387"/>
          </a:xfrm>
          <a:prstGeom prst="rect">
            <a:avLst/>
          </a:prstGeom>
        </p:spPr>
      </p:pic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287999" y="0"/>
            <a:ext cx="11512573" cy="141763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altLang="zh-CN" sz="3600" dirty="0">
                <a:latin typeface="Century Gothic" panose="020B050202020202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Memory Challenge in GNN Training</a:t>
            </a:r>
          </a:p>
        </p:txBody>
      </p:sp>
      <p:sp>
        <p:nvSpPr>
          <p:cNvPr id="5" name="Rectangle 10"/>
          <p:cNvSpPr/>
          <p:nvPr/>
        </p:nvSpPr>
        <p:spPr>
          <a:xfrm>
            <a:off x="0" y="420787"/>
            <a:ext cx="288000" cy="57606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8290" y="3553524"/>
            <a:ext cx="4630420" cy="2615565"/>
          </a:xfrm>
          <a:prstGeom prst="rect">
            <a:avLst/>
          </a:prstGeom>
        </p:spPr>
      </p:pic>
      <p:sp>
        <p:nvSpPr>
          <p:cNvPr id="11" name="矩形 10"/>
          <p:cNvSpPr/>
          <p:nvPr>
            <p:custDataLst>
              <p:tags r:id="rId1"/>
            </p:custDataLst>
          </p:nvPr>
        </p:nvSpPr>
        <p:spPr>
          <a:xfrm>
            <a:off x="99858" y="6096935"/>
            <a:ext cx="5901055" cy="368300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pPr algn="l"/>
            <a:r>
              <a:rPr lang="en-US" altLang="zh-CN" b="1" dirty="0"/>
              <a:t>GNN dataset size</a:t>
            </a:r>
            <a:r>
              <a:rPr lang="en-US" altLang="zh-CN" dirty="0"/>
              <a:t> and </a:t>
            </a:r>
            <a:r>
              <a:rPr lang="en-US" altLang="zh-CN" dirty="0">
                <a:sym typeface="+mn-ea"/>
              </a:rPr>
              <a:t>current GPU capacities </a:t>
            </a:r>
            <a:r>
              <a:rPr lang="en-US" altLang="zh-CN" dirty="0"/>
              <a:t>[Legion:ATC’23 ]</a:t>
            </a:r>
            <a:endParaRPr lang="zh-CN" altLang="en-US" dirty="0"/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24656" y="1556385"/>
            <a:ext cx="583565" cy="613410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5E4964CA-DE9A-446D-5B03-114DCE675573}"/>
              </a:ext>
            </a:extLst>
          </p:cNvPr>
          <p:cNvSpPr txBox="1"/>
          <p:nvPr/>
        </p:nvSpPr>
        <p:spPr>
          <a:xfrm>
            <a:off x="7170756" y="1571625"/>
            <a:ext cx="5021244" cy="584775"/>
          </a:xfrm>
          <a:prstGeom prst="rect">
            <a:avLst/>
          </a:prstGeom>
          <a:noFill/>
          <a:ln w="19050">
            <a:noFill/>
            <a:prstDash val="solid"/>
          </a:ln>
        </p:spPr>
        <p:txBody>
          <a:bodyPr wrap="square" rtlCol="0" anchor="t">
            <a:spAutoFit/>
          </a:bodyPr>
          <a:lstStyle/>
          <a:p>
            <a:pPr indent="0">
              <a:buFont typeface="Wingdings" panose="05000000000000000000" charset="0"/>
              <a:buNone/>
            </a:pPr>
            <a:r>
              <a:rPr lang="en-US" altLang="zh-C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hard  to scale to </a:t>
            </a:r>
            <a:r>
              <a:rPr lang="en-US" altLang="zh-CN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large graphs</a:t>
            </a:r>
            <a:endParaRPr lang="en-US" altLang="zh-CN" sz="32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Verdana" panose="020B0604030504040204" pitchFamily="34" charset="0"/>
              <a:cs typeface="Arial" panose="020B0604020202020204" pitchFamily="34" charset="0"/>
              <a:sym typeface="+mn-ea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5495861-CB8A-0150-3706-4BB22FB0A896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28363" y="2737376"/>
            <a:ext cx="5864169" cy="646331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pPr algn="ctr"/>
            <a:r>
              <a:rPr lang="en-US" altLang="zh-CN" b="1" dirty="0"/>
              <a:t>Memory consumption of </a:t>
            </a:r>
            <a:r>
              <a:rPr lang="en-US" altLang="zh-CN" dirty="0"/>
              <a:t>graph topology, vertex (</a:t>
            </a:r>
            <a:r>
              <a:rPr lang="en-US" altLang="zh-CN" dirty="0" err="1"/>
              <a:t>Vtx</a:t>
            </a:r>
            <a:r>
              <a:rPr lang="en-US" altLang="zh-CN" dirty="0"/>
              <a:t>) data, </a:t>
            </a:r>
          </a:p>
          <a:p>
            <a:pPr algn="ctr"/>
            <a:r>
              <a:rPr lang="en-US" altLang="zh-CN" dirty="0"/>
              <a:t>and intermediate (</a:t>
            </a:r>
            <a:r>
              <a:rPr lang="en-US" altLang="zh-CN" dirty="0" err="1"/>
              <a:t>Intr</a:t>
            </a:r>
            <a:r>
              <a:rPr lang="en-US" altLang="zh-CN" dirty="0"/>
              <a:t>) data [HongTu:SIGMOD’24 ]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096163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>
            <a:extLst>
              <a:ext uri="{FF2B5EF4-FFF2-40B4-BE49-F238E27FC236}">
                <a16:creationId xmlns:a16="http://schemas.microsoft.com/office/drawing/2014/main" id="{D815FED0-55DC-8724-66FC-6308D74BCCB4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2260"/>
          <a:stretch/>
        </p:blipFill>
        <p:spPr>
          <a:xfrm>
            <a:off x="87158" y="1313036"/>
            <a:ext cx="6603004" cy="1484387"/>
          </a:xfrm>
          <a:prstGeom prst="rect">
            <a:avLst/>
          </a:prstGeom>
        </p:spPr>
      </p:pic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287999" y="0"/>
            <a:ext cx="11512573" cy="141763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altLang="zh-CN" sz="3600" dirty="0">
                <a:latin typeface="Century Gothic" panose="020B050202020202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Memory Challenge in GNN Training</a:t>
            </a:r>
          </a:p>
        </p:txBody>
      </p:sp>
      <p:sp>
        <p:nvSpPr>
          <p:cNvPr id="5" name="Rectangle 10"/>
          <p:cNvSpPr/>
          <p:nvPr/>
        </p:nvSpPr>
        <p:spPr>
          <a:xfrm>
            <a:off x="0" y="420787"/>
            <a:ext cx="288000" cy="57606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8290" y="3553524"/>
            <a:ext cx="4630420" cy="2615565"/>
          </a:xfrm>
          <a:prstGeom prst="rect">
            <a:avLst/>
          </a:prstGeom>
        </p:spPr>
      </p:pic>
      <p:sp>
        <p:nvSpPr>
          <p:cNvPr id="11" name="矩形 10"/>
          <p:cNvSpPr/>
          <p:nvPr>
            <p:custDataLst>
              <p:tags r:id="rId1"/>
            </p:custDataLst>
          </p:nvPr>
        </p:nvSpPr>
        <p:spPr>
          <a:xfrm>
            <a:off x="99858" y="6096935"/>
            <a:ext cx="5901055" cy="368300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pPr algn="l"/>
            <a:r>
              <a:rPr lang="en-US" altLang="zh-CN" b="1" dirty="0"/>
              <a:t>GNN dataset size</a:t>
            </a:r>
            <a:r>
              <a:rPr lang="en-US" altLang="zh-CN" dirty="0"/>
              <a:t> and </a:t>
            </a:r>
            <a:r>
              <a:rPr lang="en-US" altLang="zh-CN" dirty="0">
                <a:sym typeface="+mn-ea"/>
              </a:rPr>
              <a:t>current GPU capacities </a:t>
            </a:r>
            <a:r>
              <a:rPr lang="en-US" altLang="zh-CN" dirty="0"/>
              <a:t>[Legion:ATC’23 ]</a:t>
            </a:r>
            <a:endParaRPr lang="zh-CN" altLang="en-US" dirty="0"/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24656" y="1556385"/>
            <a:ext cx="583565" cy="613410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5E4964CA-DE9A-446D-5B03-114DCE675573}"/>
              </a:ext>
            </a:extLst>
          </p:cNvPr>
          <p:cNvSpPr txBox="1"/>
          <p:nvPr/>
        </p:nvSpPr>
        <p:spPr>
          <a:xfrm>
            <a:off x="7170756" y="1571625"/>
            <a:ext cx="5021244" cy="584775"/>
          </a:xfrm>
          <a:prstGeom prst="rect">
            <a:avLst/>
          </a:prstGeom>
          <a:noFill/>
          <a:ln w="19050">
            <a:noFill/>
            <a:prstDash val="solid"/>
          </a:ln>
        </p:spPr>
        <p:txBody>
          <a:bodyPr wrap="square" rtlCol="0" anchor="t">
            <a:spAutoFit/>
          </a:bodyPr>
          <a:lstStyle/>
          <a:p>
            <a:pPr indent="0">
              <a:buFont typeface="Wingdings" panose="05000000000000000000" charset="0"/>
              <a:buNone/>
            </a:pPr>
            <a:r>
              <a:rPr lang="en-US" altLang="zh-C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hard  to scale to </a:t>
            </a:r>
            <a:r>
              <a:rPr lang="en-US" altLang="zh-CN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large graphs</a:t>
            </a:r>
            <a:endParaRPr lang="en-US" altLang="zh-CN" sz="32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Verdana" panose="020B0604030504040204" pitchFamily="34" charset="0"/>
              <a:cs typeface="Arial" panose="020B0604020202020204" pitchFamily="34" charset="0"/>
              <a:sym typeface="+mn-ea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5495861-CB8A-0150-3706-4BB22FB0A896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28363" y="2737376"/>
            <a:ext cx="5864169" cy="646331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pPr algn="ctr"/>
            <a:r>
              <a:rPr lang="en-US" altLang="zh-CN" b="1" dirty="0"/>
              <a:t>Memory consumption of </a:t>
            </a:r>
            <a:r>
              <a:rPr lang="en-US" altLang="zh-CN" dirty="0"/>
              <a:t>graph topology, vertex (</a:t>
            </a:r>
            <a:r>
              <a:rPr lang="en-US" altLang="zh-CN" dirty="0" err="1"/>
              <a:t>Vtx</a:t>
            </a:r>
            <a:r>
              <a:rPr lang="en-US" altLang="zh-CN" dirty="0"/>
              <a:t>) data, </a:t>
            </a:r>
          </a:p>
          <a:p>
            <a:pPr algn="ctr"/>
            <a:r>
              <a:rPr lang="en-US" altLang="zh-CN" dirty="0"/>
              <a:t>and intermediate (</a:t>
            </a:r>
            <a:r>
              <a:rPr lang="en-US" altLang="zh-CN" dirty="0" err="1"/>
              <a:t>Intr</a:t>
            </a:r>
            <a:r>
              <a:rPr lang="en-US" altLang="zh-CN" dirty="0"/>
              <a:t>) data [HongTu:SIGMOD’24 ]</a:t>
            </a:r>
            <a:endParaRPr lang="zh-CN" altLang="en-US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FD71E0A8-FC4F-B74E-90D0-B8BB4D62859F}"/>
              </a:ext>
            </a:extLst>
          </p:cNvPr>
          <p:cNvSpPr txBox="1"/>
          <p:nvPr/>
        </p:nvSpPr>
        <p:spPr>
          <a:xfrm>
            <a:off x="7274711" y="2678054"/>
            <a:ext cx="4429760" cy="1384995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  <a:sym typeface="+mn-ea"/>
              </a:rPr>
              <a:t>Multi-GPU</a:t>
            </a:r>
            <a:r>
              <a:rPr lang="en-US" altLang="zh-CN" sz="2800" b="1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  <a:sym typeface="+mn-ea"/>
              </a:rPr>
              <a:t> </a:t>
            </a: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  <a:sym typeface="+mn-ea"/>
              </a:rPr>
              <a:t>Platforms</a:t>
            </a:r>
            <a:br>
              <a:rPr lang="en-US" altLang="zh-CN" sz="2800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  <a:sym typeface="+mn-ea"/>
              </a:rPr>
            </a:br>
            <a:r>
              <a:rPr lang="en-US" altLang="zh-CN" sz="28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  <a:sym typeface="+mn-ea"/>
              </a:rPr>
              <a:t>+</a:t>
            </a:r>
            <a:endParaRPr lang="en-US" altLang="zh-CN" sz="2800" dirty="0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  <a:sym typeface="+mn-ea"/>
            </a:endParaRPr>
          </a:p>
          <a:p>
            <a:pPr algn="ctr"/>
            <a:r>
              <a:rPr lang="en-US" altLang="zh-CN" sz="2800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  <a:sym typeface="+mn-ea"/>
              </a:rPr>
              <a:t>Data Parallelism</a:t>
            </a:r>
          </a:p>
        </p:txBody>
      </p:sp>
      <p:sp>
        <p:nvSpPr>
          <p:cNvPr id="15" name="右箭头 136">
            <a:extLst>
              <a:ext uri="{FF2B5EF4-FFF2-40B4-BE49-F238E27FC236}">
                <a16:creationId xmlns:a16="http://schemas.microsoft.com/office/drawing/2014/main" id="{976412EE-97C6-2FEA-EA68-4D08C26CA021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 rot="5400000">
            <a:off x="9230511" y="2294820"/>
            <a:ext cx="518160" cy="274463"/>
          </a:xfrm>
          <a:prstGeom prst="rightArrow">
            <a:avLst>
              <a:gd name="adj1" fmla="val 50000"/>
              <a:gd name="adj2" fmla="val 68053"/>
            </a:avLst>
          </a:prstGeom>
          <a:solidFill>
            <a:schemeClr val="bg1"/>
          </a:solidFill>
          <a:ln w="412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40708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287999" y="0"/>
            <a:ext cx="11512573" cy="141763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altLang="zh-CN" sz="3600" dirty="0">
                <a:latin typeface="Century Gothic" panose="020B050202020202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Memory Challenge in GNN Training</a:t>
            </a:r>
          </a:p>
        </p:txBody>
      </p:sp>
      <p:sp>
        <p:nvSpPr>
          <p:cNvPr id="5" name="Rectangle 10"/>
          <p:cNvSpPr/>
          <p:nvPr/>
        </p:nvSpPr>
        <p:spPr>
          <a:xfrm>
            <a:off x="0" y="420787"/>
            <a:ext cx="288000" cy="57606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4656" y="1556385"/>
            <a:ext cx="583565" cy="613410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5E4964CA-DE9A-446D-5B03-114DCE675573}"/>
              </a:ext>
            </a:extLst>
          </p:cNvPr>
          <p:cNvSpPr txBox="1"/>
          <p:nvPr/>
        </p:nvSpPr>
        <p:spPr>
          <a:xfrm>
            <a:off x="7170756" y="1571625"/>
            <a:ext cx="5021244" cy="584775"/>
          </a:xfrm>
          <a:prstGeom prst="rect">
            <a:avLst/>
          </a:prstGeom>
          <a:noFill/>
          <a:ln w="19050">
            <a:noFill/>
            <a:prstDash val="solid"/>
          </a:ln>
        </p:spPr>
        <p:txBody>
          <a:bodyPr wrap="square" rtlCol="0" anchor="t">
            <a:spAutoFit/>
          </a:bodyPr>
          <a:lstStyle/>
          <a:p>
            <a:pPr indent="0">
              <a:buFont typeface="Wingdings" panose="05000000000000000000" charset="0"/>
              <a:buNone/>
            </a:pPr>
            <a:r>
              <a:rPr lang="en-US" altLang="zh-C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hard  to scale to </a:t>
            </a:r>
            <a:r>
              <a:rPr lang="en-US" altLang="zh-CN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large graphs</a:t>
            </a:r>
            <a:endParaRPr lang="en-US" altLang="zh-CN" sz="32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Verdana" panose="020B0604030504040204" pitchFamily="34" charset="0"/>
              <a:cs typeface="Arial" panose="020B0604020202020204" pitchFamily="34" charset="0"/>
              <a:sym typeface="+mn-ea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FD71E0A8-FC4F-B74E-90D0-B8BB4D62859F}"/>
              </a:ext>
            </a:extLst>
          </p:cNvPr>
          <p:cNvSpPr txBox="1"/>
          <p:nvPr/>
        </p:nvSpPr>
        <p:spPr>
          <a:xfrm>
            <a:off x="7274711" y="2678054"/>
            <a:ext cx="4429760" cy="1384995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  <a:sym typeface="+mn-ea"/>
              </a:rPr>
              <a:t>Multi-GPU</a:t>
            </a:r>
            <a:r>
              <a:rPr lang="en-US" altLang="zh-CN" sz="2800" b="1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  <a:sym typeface="+mn-ea"/>
              </a:rPr>
              <a:t> </a:t>
            </a: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  <a:sym typeface="+mn-ea"/>
              </a:rPr>
              <a:t>Platforms</a:t>
            </a:r>
            <a:br>
              <a:rPr lang="en-US" altLang="zh-CN" sz="2800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  <a:sym typeface="+mn-ea"/>
              </a:rPr>
            </a:br>
            <a:r>
              <a:rPr lang="en-US" altLang="zh-CN" sz="28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  <a:sym typeface="+mn-ea"/>
              </a:rPr>
              <a:t>+</a:t>
            </a:r>
            <a:endParaRPr lang="en-US" altLang="zh-CN" sz="2800" dirty="0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  <a:sym typeface="+mn-ea"/>
            </a:endParaRPr>
          </a:p>
          <a:p>
            <a:pPr algn="ctr"/>
            <a:r>
              <a:rPr lang="en-US" altLang="zh-CN" sz="2800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  <a:sym typeface="+mn-ea"/>
              </a:rPr>
              <a:t>Data Parallelism</a:t>
            </a:r>
          </a:p>
        </p:txBody>
      </p:sp>
      <p:sp>
        <p:nvSpPr>
          <p:cNvPr id="15" name="右箭头 136">
            <a:extLst>
              <a:ext uri="{FF2B5EF4-FFF2-40B4-BE49-F238E27FC236}">
                <a16:creationId xmlns:a16="http://schemas.microsoft.com/office/drawing/2014/main" id="{976412EE-97C6-2FEA-EA68-4D08C26CA021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 rot="5400000">
            <a:off x="9230511" y="2294820"/>
            <a:ext cx="518160" cy="274463"/>
          </a:xfrm>
          <a:prstGeom prst="rightArrow">
            <a:avLst>
              <a:gd name="adj1" fmla="val 50000"/>
              <a:gd name="adj2" fmla="val 68053"/>
            </a:avLst>
          </a:prstGeom>
          <a:solidFill>
            <a:schemeClr val="bg1"/>
          </a:solidFill>
          <a:ln w="412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282CCCC6-D024-5FFC-E64A-B15F61E2CDB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" y="1529948"/>
            <a:ext cx="6332932" cy="3901440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C9374157-2403-E7BA-B6CA-52733443D37E}"/>
              </a:ext>
            </a:extLst>
          </p:cNvPr>
          <p:cNvSpPr txBox="1"/>
          <p:nvPr/>
        </p:nvSpPr>
        <p:spPr>
          <a:xfrm>
            <a:off x="209232" y="5431388"/>
            <a:ext cx="6096000" cy="707886"/>
          </a:xfrm>
          <a:prstGeom prst="rect">
            <a:avLst/>
          </a:prstGeom>
          <a:noFill/>
          <a:ln w="19050">
            <a:noFill/>
            <a:prstDash val="solid"/>
          </a:ln>
        </p:spPr>
        <p:txBody>
          <a:bodyPr wrap="square">
            <a:spAutoFit/>
          </a:bodyPr>
          <a:lstStyle/>
          <a:p>
            <a:r>
              <a:rPr lang="en-US" altLang="zh-CN" sz="2000" dirty="0"/>
              <a:t>Even with 4×A100, in-memory training on large graphs is infeasible [HongTu:SIGMOD’24 ].</a:t>
            </a:r>
            <a:endParaRPr lang="zh-CN" altLang="en-US" sz="2000" dirty="0"/>
          </a:p>
        </p:txBody>
      </p:sp>
      <p:sp>
        <p:nvSpPr>
          <p:cNvPr id="8" name="右箭头 136">
            <a:extLst>
              <a:ext uri="{FF2B5EF4-FFF2-40B4-BE49-F238E27FC236}">
                <a16:creationId xmlns:a16="http://schemas.microsoft.com/office/drawing/2014/main" id="{52A6A17A-6CF4-66EB-DA93-A51A94C99D83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 rot="10800000">
            <a:off x="6475774" y="4899694"/>
            <a:ext cx="1786920" cy="397328"/>
          </a:xfrm>
          <a:prstGeom prst="rightArrow">
            <a:avLst>
              <a:gd name="adj1" fmla="val 50000"/>
              <a:gd name="adj2" fmla="val 68053"/>
            </a:avLst>
          </a:prstGeom>
          <a:solidFill>
            <a:schemeClr val="bg1"/>
          </a:solidFill>
          <a:ln w="412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9C3F18C-8611-83EF-7743-61D1464E457E}"/>
              </a:ext>
            </a:extLst>
          </p:cNvPr>
          <p:cNvSpPr txBox="1"/>
          <p:nvPr/>
        </p:nvSpPr>
        <p:spPr>
          <a:xfrm>
            <a:off x="8380313" y="4682859"/>
            <a:ext cx="2837927" cy="830997"/>
          </a:xfrm>
          <a:prstGeom prst="rect">
            <a:avLst/>
          </a:prstGeom>
          <a:noFill/>
          <a:ln w="19050">
            <a:noFill/>
            <a:prstDash val="solid"/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2400" dirty="0"/>
              <a:t>Challenge in Training Large-Scale Graphs</a:t>
            </a:r>
            <a:endParaRPr lang="zh-CN" altLang="en-US" sz="2400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BBCBC2C8-A480-B78F-2E31-F101B3569E66}"/>
              </a:ext>
            </a:extLst>
          </p:cNvPr>
          <p:cNvSpPr txBox="1"/>
          <p:nvPr/>
        </p:nvSpPr>
        <p:spPr>
          <a:xfrm>
            <a:off x="4235450" y="2459359"/>
            <a:ext cx="1930400" cy="461665"/>
          </a:xfrm>
          <a:prstGeom prst="rect">
            <a:avLst/>
          </a:prstGeom>
          <a:noFill/>
          <a:ln w="57150">
            <a:solidFill>
              <a:srgbClr val="FF0000"/>
            </a:solidFill>
            <a:prstDash val="solid"/>
          </a:ln>
        </p:spPr>
        <p:txBody>
          <a:bodyPr wrap="square" rtlCol="0" anchor="t">
            <a:spAutoFit/>
          </a:bodyPr>
          <a:lstStyle/>
          <a:p>
            <a:pPr algn="ctr"/>
            <a:endParaRPr lang="en-US" altLang="zh-CN" sz="2400" b="1" dirty="0">
              <a:solidFill>
                <a:prstClr val="black"/>
              </a:solidFill>
              <a:latin typeface="Century Gothic" panose="020B0502020202020204" pitchFamily="34" charset="0"/>
              <a:cs typeface="+mj-cs"/>
              <a:sym typeface="+mn-ea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5C2D599-4C7E-DC4E-82D9-33B909E6B76A}"/>
              </a:ext>
            </a:extLst>
          </p:cNvPr>
          <p:cNvSpPr txBox="1"/>
          <p:nvPr/>
        </p:nvSpPr>
        <p:spPr>
          <a:xfrm>
            <a:off x="4235450" y="3396718"/>
            <a:ext cx="1930400" cy="461665"/>
          </a:xfrm>
          <a:prstGeom prst="rect">
            <a:avLst/>
          </a:prstGeom>
          <a:noFill/>
          <a:ln w="57150">
            <a:solidFill>
              <a:srgbClr val="FF0000"/>
            </a:solidFill>
            <a:prstDash val="solid"/>
          </a:ln>
        </p:spPr>
        <p:txBody>
          <a:bodyPr wrap="square" rtlCol="0" anchor="t">
            <a:spAutoFit/>
          </a:bodyPr>
          <a:lstStyle/>
          <a:p>
            <a:pPr algn="ctr"/>
            <a:endParaRPr lang="en-US" altLang="zh-CN" sz="2400" b="1" dirty="0">
              <a:solidFill>
                <a:prstClr val="black"/>
              </a:solidFill>
              <a:latin typeface="Century Gothic" panose="020B0502020202020204" pitchFamily="34" charset="0"/>
              <a:cs typeface="+mj-cs"/>
              <a:sym typeface="+mn-ea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4826852F-5A2D-BA52-3A8F-07FFD1B62FE0}"/>
              </a:ext>
            </a:extLst>
          </p:cNvPr>
          <p:cNvSpPr txBox="1"/>
          <p:nvPr/>
        </p:nvSpPr>
        <p:spPr>
          <a:xfrm>
            <a:off x="4232949" y="4374955"/>
            <a:ext cx="1930400" cy="461665"/>
          </a:xfrm>
          <a:prstGeom prst="rect">
            <a:avLst/>
          </a:prstGeom>
          <a:noFill/>
          <a:ln w="57150">
            <a:solidFill>
              <a:srgbClr val="FF0000"/>
            </a:solidFill>
            <a:prstDash val="solid"/>
          </a:ln>
        </p:spPr>
        <p:txBody>
          <a:bodyPr wrap="square" rtlCol="0" anchor="t">
            <a:spAutoFit/>
          </a:bodyPr>
          <a:lstStyle/>
          <a:p>
            <a:pPr algn="ctr"/>
            <a:endParaRPr lang="en-US" altLang="zh-CN" sz="2400" b="1" dirty="0">
              <a:solidFill>
                <a:prstClr val="black"/>
              </a:solidFill>
              <a:latin typeface="Century Gothic" panose="020B0502020202020204" pitchFamily="34" charset="0"/>
              <a:cs typeface="+mj-cs"/>
              <a:sym typeface="+mn-ea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5CC4D125-9915-233A-F7A9-648EFF443E44}"/>
              </a:ext>
            </a:extLst>
          </p:cNvPr>
          <p:cNvSpPr txBox="1"/>
          <p:nvPr/>
        </p:nvSpPr>
        <p:spPr>
          <a:xfrm>
            <a:off x="4232949" y="5048686"/>
            <a:ext cx="612101" cy="276999"/>
          </a:xfrm>
          <a:prstGeom prst="rect">
            <a:avLst/>
          </a:prstGeom>
          <a:noFill/>
          <a:ln w="57150">
            <a:solidFill>
              <a:srgbClr val="FF0000"/>
            </a:solidFill>
            <a:prstDash val="solid"/>
          </a:ln>
        </p:spPr>
        <p:txBody>
          <a:bodyPr wrap="square" rtlCol="0" anchor="t">
            <a:spAutoFit/>
          </a:bodyPr>
          <a:lstStyle/>
          <a:p>
            <a:pPr algn="ctr"/>
            <a:endParaRPr lang="en-US" altLang="zh-CN" sz="1200" b="1" dirty="0">
              <a:solidFill>
                <a:prstClr val="black"/>
              </a:solidFill>
              <a:latin typeface="Century Gothic" panose="020B0502020202020204" pitchFamily="34" charset="0"/>
              <a:cs typeface="+mj-cs"/>
              <a:sym typeface="+mn-ea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478A62E7-FAB0-014A-E49A-843904B8A2A1}"/>
              </a:ext>
            </a:extLst>
          </p:cNvPr>
          <p:cNvSpPr txBox="1"/>
          <p:nvPr/>
        </p:nvSpPr>
        <p:spPr>
          <a:xfrm>
            <a:off x="5531265" y="5048686"/>
            <a:ext cx="612101" cy="276999"/>
          </a:xfrm>
          <a:prstGeom prst="rect">
            <a:avLst/>
          </a:prstGeom>
          <a:noFill/>
          <a:ln w="57150">
            <a:solidFill>
              <a:srgbClr val="FF0000"/>
            </a:solidFill>
            <a:prstDash val="solid"/>
          </a:ln>
        </p:spPr>
        <p:txBody>
          <a:bodyPr wrap="square" rtlCol="0" anchor="t">
            <a:spAutoFit/>
          </a:bodyPr>
          <a:lstStyle/>
          <a:p>
            <a:pPr algn="ctr"/>
            <a:endParaRPr lang="en-US" altLang="zh-CN" sz="1200" b="1" dirty="0">
              <a:solidFill>
                <a:prstClr val="black"/>
              </a:solidFill>
              <a:latin typeface="Century Gothic" panose="020B0502020202020204" pitchFamily="34" charset="0"/>
              <a:cs typeface="+mj-cs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8327247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287999" y="0"/>
            <a:ext cx="11512573" cy="141763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altLang="zh-CN" sz="3600" dirty="0">
                <a:latin typeface="Century Gothic" panose="020B050202020202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Memory Challenge in GNN Training</a:t>
            </a:r>
          </a:p>
        </p:txBody>
      </p:sp>
      <p:sp>
        <p:nvSpPr>
          <p:cNvPr id="5" name="Rectangle 10"/>
          <p:cNvSpPr/>
          <p:nvPr/>
        </p:nvSpPr>
        <p:spPr>
          <a:xfrm>
            <a:off x="0" y="420787"/>
            <a:ext cx="288000" cy="57606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4656" y="1556385"/>
            <a:ext cx="583565" cy="613410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5E4964CA-DE9A-446D-5B03-114DCE675573}"/>
              </a:ext>
            </a:extLst>
          </p:cNvPr>
          <p:cNvSpPr txBox="1"/>
          <p:nvPr/>
        </p:nvSpPr>
        <p:spPr>
          <a:xfrm>
            <a:off x="7170756" y="1571625"/>
            <a:ext cx="5021244" cy="584775"/>
          </a:xfrm>
          <a:prstGeom prst="rect">
            <a:avLst/>
          </a:prstGeom>
          <a:noFill/>
          <a:ln w="19050">
            <a:noFill/>
            <a:prstDash val="solid"/>
          </a:ln>
        </p:spPr>
        <p:txBody>
          <a:bodyPr wrap="square" rtlCol="0" anchor="t">
            <a:spAutoFit/>
          </a:bodyPr>
          <a:lstStyle/>
          <a:p>
            <a:pPr indent="0">
              <a:buFont typeface="Wingdings" panose="05000000000000000000" charset="0"/>
              <a:buNone/>
            </a:pPr>
            <a:r>
              <a:rPr lang="en-US" altLang="zh-C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hard  to scale to </a:t>
            </a:r>
            <a:r>
              <a:rPr lang="en-US" altLang="zh-CN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large graphs</a:t>
            </a:r>
            <a:endParaRPr lang="en-US" altLang="zh-CN" sz="32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Verdana" panose="020B0604030504040204" pitchFamily="34" charset="0"/>
              <a:cs typeface="Arial" panose="020B0604020202020204" pitchFamily="34" charset="0"/>
              <a:sym typeface="+mn-ea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FD71E0A8-FC4F-B74E-90D0-B8BB4D62859F}"/>
              </a:ext>
            </a:extLst>
          </p:cNvPr>
          <p:cNvSpPr txBox="1"/>
          <p:nvPr/>
        </p:nvSpPr>
        <p:spPr>
          <a:xfrm>
            <a:off x="7274711" y="2678054"/>
            <a:ext cx="4429760" cy="1384995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  <a:sym typeface="+mn-ea"/>
              </a:rPr>
              <a:t>Multi-GPU</a:t>
            </a:r>
            <a:r>
              <a:rPr lang="en-US" altLang="zh-CN" sz="2800" b="1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  <a:sym typeface="+mn-ea"/>
              </a:rPr>
              <a:t> </a:t>
            </a: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  <a:sym typeface="+mn-ea"/>
              </a:rPr>
              <a:t>Platforms</a:t>
            </a:r>
            <a:br>
              <a:rPr lang="en-US" altLang="zh-CN" sz="2800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  <a:sym typeface="+mn-ea"/>
              </a:rPr>
            </a:br>
            <a:r>
              <a:rPr lang="en-US" altLang="zh-CN" sz="28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  <a:sym typeface="+mn-ea"/>
              </a:rPr>
              <a:t>+</a:t>
            </a:r>
            <a:endParaRPr lang="en-US" altLang="zh-CN" sz="2800" dirty="0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  <a:sym typeface="+mn-ea"/>
            </a:endParaRPr>
          </a:p>
          <a:p>
            <a:pPr algn="ctr"/>
            <a:r>
              <a:rPr lang="en-US" altLang="zh-CN" sz="2800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  <a:sym typeface="+mn-ea"/>
              </a:rPr>
              <a:t>Data Parallelism</a:t>
            </a:r>
          </a:p>
        </p:txBody>
      </p:sp>
      <p:sp>
        <p:nvSpPr>
          <p:cNvPr id="15" name="右箭头 136">
            <a:extLst>
              <a:ext uri="{FF2B5EF4-FFF2-40B4-BE49-F238E27FC236}">
                <a16:creationId xmlns:a16="http://schemas.microsoft.com/office/drawing/2014/main" id="{976412EE-97C6-2FEA-EA68-4D08C26CA021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 rot="5400000">
            <a:off x="9230511" y="2294820"/>
            <a:ext cx="518160" cy="274463"/>
          </a:xfrm>
          <a:prstGeom prst="rightArrow">
            <a:avLst>
              <a:gd name="adj1" fmla="val 50000"/>
              <a:gd name="adj2" fmla="val 68053"/>
            </a:avLst>
          </a:prstGeom>
          <a:solidFill>
            <a:schemeClr val="bg1"/>
          </a:solidFill>
          <a:ln w="412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右箭头 136">
            <a:extLst>
              <a:ext uri="{FF2B5EF4-FFF2-40B4-BE49-F238E27FC236}">
                <a16:creationId xmlns:a16="http://schemas.microsoft.com/office/drawing/2014/main" id="{52A6A17A-6CF4-66EB-DA93-A51A94C99D83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 rot="10800000">
            <a:off x="6475774" y="4899694"/>
            <a:ext cx="1786920" cy="397328"/>
          </a:xfrm>
          <a:prstGeom prst="rightArrow">
            <a:avLst>
              <a:gd name="adj1" fmla="val 50000"/>
              <a:gd name="adj2" fmla="val 68053"/>
            </a:avLst>
          </a:prstGeom>
          <a:solidFill>
            <a:schemeClr val="bg1"/>
          </a:solidFill>
          <a:ln w="412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9C3F18C-8611-83EF-7743-61D1464E457E}"/>
              </a:ext>
            </a:extLst>
          </p:cNvPr>
          <p:cNvSpPr txBox="1"/>
          <p:nvPr/>
        </p:nvSpPr>
        <p:spPr>
          <a:xfrm>
            <a:off x="8380313" y="4682859"/>
            <a:ext cx="2837927" cy="830997"/>
          </a:xfrm>
          <a:prstGeom prst="rect">
            <a:avLst/>
          </a:prstGeom>
          <a:noFill/>
          <a:ln w="19050">
            <a:noFill/>
            <a:prstDash val="solid"/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2400" dirty="0"/>
              <a:t>Challenge in Training Large-Scale Graphs</a:t>
            </a:r>
            <a:endParaRPr lang="zh-CN" altLang="en-US" sz="2400" dirty="0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D1FC33C1-D8D6-472B-9080-F68D4FF097F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" y="1529948"/>
            <a:ext cx="6332932" cy="3901440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63132CC7-0989-E2B9-9AB8-E4328AC5E4C6}"/>
              </a:ext>
            </a:extLst>
          </p:cNvPr>
          <p:cNvSpPr txBox="1"/>
          <p:nvPr/>
        </p:nvSpPr>
        <p:spPr>
          <a:xfrm>
            <a:off x="209232" y="5431388"/>
            <a:ext cx="6096000" cy="707886"/>
          </a:xfrm>
          <a:prstGeom prst="rect">
            <a:avLst/>
          </a:prstGeom>
          <a:noFill/>
          <a:ln w="19050">
            <a:noFill/>
            <a:prstDash val="solid"/>
          </a:ln>
        </p:spPr>
        <p:txBody>
          <a:bodyPr wrap="square">
            <a:spAutoFit/>
          </a:bodyPr>
          <a:lstStyle/>
          <a:p>
            <a:r>
              <a:rPr lang="en-US" altLang="zh-CN" sz="2000" dirty="0"/>
              <a:t>Even with 4×A100, in-memory training on large graphs is infeasible [HongTu:SIGMOD’24 ].</a:t>
            </a:r>
            <a:endParaRPr lang="zh-CN" altLang="en-US" sz="2000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73C4B24-8F84-4D51-0B36-B2F223EDFC9D}"/>
              </a:ext>
            </a:extLst>
          </p:cNvPr>
          <p:cNvSpPr txBox="1"/>
          <p:nvPr/>
        </p:nvSpPr>
        <p:spPr>
          <a:xfrm>
            <a:off x="4235450" y="2459359"/>
            <a:ext cx="1930400" cy="461665"/>
          </a:xfrm>
          <a:prstGeom prst="rect">
            <a:avLst/>
          </a:prstGeom>
          <a:noFill/>
          <a:ln w="57150">
            <a:solidFill>
              <a:srgbClr val="FF0000"/>
            </a:solidFill>
            <a:prstDash val="solid"/>
          </a:ln>
        </p:spPr>
        <p:txBody>
          <a:bodyPr wrap="square" rtlCol="0" anchor="t">
            <a:spAutoFit/>
          </a:bodyPr>
          <a:lstStyle/>
          <a:p>
            <a:pPr algn="ctr"/>
            <a:endParaRPr lang="en-US" altLang="zh-CN" sz="2400" b="1" dirty="0">
              <a:solidFill>
                <a:prstClr val="black"/>
              </a:solidFill>
              <a:latin typeface="Century Gothic" panose="020B0502020202020204" pitchFamily="34" charset="0"/>
              <a:cs typeface="+mj-cs"/>
              <a:sym typeface="+mn-ea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B4758844-71D2-0727-9CE4-5D07F7DFB9B5}"/>
              </a:ext>
            </a:extLst>
          </p:cNvPr>
          <p:cNvSpPr txBox="1"/>
          <p:nvPr/>
        </p:nvSpPr>
        <p:spPr>
          <a:xfrm>
            <a:off x="4235450" y="3396718"/>
            <a:ext cx="1930400" cy="461665"/>
          </a:xfrm>
          <a:prstGeom prst="rect">
            <a:avLst/>
          </a:prstGeom>
          <a:noFill/>
          <a:ln w="57150">
            <a:solidFill>
              <a:srgbClr val="FF0000"/>
            </a:solidFill>
            <a:prstDash val="solid"/>
          </a:ln>
        </p:spPr>
        <p:txBody>
          <a:bodyPr wrap="square" rtlCol="0" anchor="t">
            <a:spAutoFit/>
          </a:bodyPr>
          <a:lstStyle/>
          <a:p>
            <a:pPr algn="ctr"/>
            <a:endParaRPr lang="en-US" altLang="zh-CN" sz="2400" b="1" dirty="0">
              <a:solidFill>
                <a:prstClr val="black"/>
              </a:solidFill>
              <a:latin typeface="Century Gothic" panose="020B0502020202020204" pitchFamily="34" charset="0"/>
              <a:cs typeface="+mj-cs"/>
              <a:sym typeface="+mn-ea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FCBB3040-849E-3CEB-EC8C-42F55ED1A5E8}"/>
              </a:ext>
            </a:extLst>
          </p:cNvPr>
          <p:cNvSpPr txBox="1"/>
          <p:nvPr/>
        </p:nvSpPr>
        <p:spPr>
          <a:xfrm>
            <a:off x="4232949" y="4374955"/>
            <a:ext cx="1930400" cy="461665"/>
          </a:xfrm>
          <a:prstGeom prst="rect">
            <a:avLst/>
          </a:prstGeom>
          <a:noFill/>
          <a:ln w="57150">
            <a:solidFill>
              <a:srgbClr val="FF0000"/>
            </a:solidFill>
            <a:prstDash val="solid"/>
          </a:ln>
        </p:spPr>
        <p:txBody>
          <a:bodyPr wrap="square" rtlCol="0" anchor="t">
            <a:spAutoFit/>
          </a:bodyPr>
          <a:lstStyle/>
          <a:p>
            <a:pPr algn="ctr"/>
            <a:endParaRPr lang="en-US" altLang="zh-CN" sz="2400" b="1" dirty="0">
              <a:solidFill>
                <a:prstClr val="black"/>
              </a:solidFill>
              <a:latin typeface="Century Gothic" panose="020B0502020202020204" pitchFamily="34" charset="0"/>
              <a:cs typeface="+mj-cs"/>
              <a:sym typeface="+mn-ea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338E2441-8A04-16B7-2021-409B82359473}"/>
              </a:ext>
            </a:extLst>
          </p:cNvPr>
          <p:cNvSpPr txBox="1"/>
          <p:nvPr/>
        </p:nvSpPr>
        <p:spPr>
          <a:xfrm>
            <a:off x="4232949" y="5048686"/>
            <a:ext cx="612101" cy="276999"/>
          </a:xfrm>
          <a:prstGeom prst="rect">
            <a:avLst/>
          </a:prstGeom>
          <a:noFill/>
          <a:ln w="57150">
            <a:solidFill>
              <a:srgbClr val="FF0000"/>
            </a:solidFill>
            <a:prstDash val="solid"/>
          </a:ln>
        </p:spPr>
        <p:txBody>
          <a:bodyPr wrap="square" rtlCol="0" anchor="t">
            <a:spAutoFit/>
          </a:bodyPr>
          <a:lstStyle/>
          <a:p>
            <a:pPr algn="ctr"/>
            <a:endParaRPr lang="en-US" altLang="zh-CN" sz="1200" b="1" dirty="0">
              <a:solidFill>
                <a:prstClr val="black"/>
              </a:solidFill>
              <a:latin typeface="Century Gothic" panose="020B0502020202020204" pitchFamily="34" charset="0"/>
              <a:cs typeface="+mj-cs"/>
              <a:sym typeface="+mn-ea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160B9F12-3993-E57B-310A-3002AE950DF9}"/>
              </a:ext>
            </a:extLst>
          </p:cNvPr>
          <p:cNvSpPr txBox="1"/>
          <p:nvPr/>
        </p:nvSpPr>
        <p:spPr>
          <a:xfrm>
            <a:off x="5531265" y="5048686"/>
            <a:ext cx="612101" cy="276999"/>
          </a:xfrm>
          <a:prstGeom prst="rect">
            <a:avLst/>
          </a:prstGeom>
          <a:noFill/>
          <a:ln w="57150">
            <a:solidFill>
              <a:srgbClr val="FF0000"/>
            </a:solidFill>
            <a:prstDash val="solid"/>
          </a:ln>
        </p:spPr>
        <p:txBody>
          <a:bodyPr wrap="square" rtlCol="0" anchor="t">
            <a:spAutoFit/>
          </a:bodyPr>
          <a:lstStyle/>
          <a:p>
            <a:pPr algn="ctr"/>
            <a:endParaRPr lang="en-US" altLang="zh-CN" sz="1200" b="1" dirty="0">
              <a:solidFill>
                <a:prstClr val="black"/>
              </a:solidFill>
              <a:latin typeface="Century Gothic" panose="020B0502020202020204" pitchFamily="34" charset="0"/>
              <a:cs typeface="+mj-cs"/>
              <a:sym typeface="+mn-ea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EF9207B-DE29-8FCE-5A4B-32BF86AA5EC3}"/>
              </a:ext>
            </a:extLst>
          </p:cNvPr>
          <p:cNvSpPr txBox="1"/>
          <p:nvPr/>
        </p:nvSpPr>
        <p:spPr>
          <a:xfrm>
            <a:off x="903943" y="1780752"/>
            <a:ext cx="10466700" cy="4927044"/>
          </a:xfrm>
          <a:prstGeom prst="irregularSeal1">
            <a:avLst/>
          </a:prstGeom>
          <a:solidFill>
            <a:schemeClr val="bg1"/>
          </a:solidFill>
          <a:ln w="19050">
            <a:solidFill>
              <a:schemeClr val="accent6"/>
            </a:solidFill>
            <a:prstDash val="solid"/>
          </a:ln>
        </p:spPr>
        <p:txBody>
          <a:bodyPr wrap="square">
            <a:spAutoFit/>
          </a:bodyPr>
          <a:lstStyle/>
          <a:p>
            <a:r>
              <a:rPr lang="en-US" altLang="zh-CN" sz="3600" dirty="0">
                <a:solidFill>
                  <a:schemeClr val="accent6"/>
                </a:solidFill>
              </a:rPr>
              <a:t>Analyzing the Sources of Memory Consumption in Multi-GPU Data Parallelism</a:t>
            </a:r>
            <a:endParaRPr lang="zh-CN" altLang="en-US" sz="3600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5900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288000" y="0"/>
            <a:ext cx="11164860" cy="141763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badi" panose="020B0604020202020204" pitchFamily="34" charset="0"/>
                <a:sym typeface="+mn-ea"/>
              </a:rPr>
              <a:t>Multi-GPU GNN Systems with Data Parallelism</a:t>
            </a:r>
            <a:endParaRPr lang="en-US" altLang="zh-CN" sz="3600" dirty="0">
              <a:latin typeface="Century Gothic" panose="020B050202020202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5" name="Rectangle 10"/>
          <p:cNvSpPr/>
          <p:nvPr/>
        </p:nvSpPr>
        <p:spPr>
          <a:xfrm>
            <a:off x="0" y="420787"/>
            <a:ext cx="288000" cy="57606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527" name="文本框 526">
            <a:extLst>
              <a:ext uri="{FF2B5EF4-FFF2-40B4-BE49-F238E27FC236}">
                <a16:creationId xmlns:a16="http://schemas.microsoft.com/office/drawing/2014/main" id="{70B98545-9160-C54A-1F9E-846E565E4AF2}"/>
              </a:ext>
            </a:extLst>
          </p:cNvPr>
          <p:cNvSpPr txBox="1"/>
          <p:nvPr/>
        </p:nvSpPr>
        <p:spPr>
          <a:xfrm>
            <a:off x="1558875" y="3539753"/>
            <a:ext cx="1088070" cy="400111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cs typeface="Arial" panose="020B0604020202020204" pitchFamily="34" charset="0"/>
              </a:rPr>
              <a:t>Graph</a:t>
            </a:r>
            <a:endParaRPr lang="zh-CN" altLang="en-US" sz="2000" b="1" dirty="0">
              <a:cs typeface="Arial" panose="020B0604020202020204" pitchFamily="34" charset="0"/>
            </a:endParaRPr>
          </a:p>
        </p:txBody>
      </p:sp>
      <p:sp>
        <p:nvSpPr>
          <p:cNvPr id="528" name="椭圆 527">
            <a:extLst>
              <a:ext uri="{FF2B5EF4-FFF2-40B4-BE49-F238E27FC236}">
                <a16:creationId xmlns:a16="http://schemas.microsoft.com/office/drawing/2014/main" id="{BDA94090-F434-E900-D631-06A9C4ADE076}"/>
              </a:ext>
            </a:extLst>
          </p:cNvPr>
          <p:cNvSpPr/>
          <p:nvPr/>
        </p:nvSpPr>
        <p:spPr>
          <a:xfrm rot="5400000">
            <a:off x="2159528" y="2411057"/>
            <a:ext cx="323707" cy="323867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cs typeface="Arial" panose="020B0604020202020204" pitchFamily="34" charset="0"/>
              </a:rPr>
              <a:t>1</a:t>
            </a:r>
            <a:endParaRPr lang="zh-CN" altLang="en-US" sz="2400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529" name="椭圆 528">
            <a:extLst>
              <a:ext uri="{FF2B5EF4-FFF2-40B4-BE49-F238E27FC236}">
                <a16:creationId xmlns:a16="http://schemas.microsoft.com/office/drawing/2014/main" id="{0C8339AD-7ECC-0858-D17D-E37FFD0AED77}"/>
              </a:ext>
            </a:extLst>
          </p:cNvPr>
          <p:cNvSpPr/>
          <p:nvPr/>
        </p:nvSpPr>
        <p:spPr>
          <a:xfrm rot="5400000">
            <a:off x="2159528" y="3113846"/>
            <a:ext cx="323707" cy="323867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cs typeface="Arial" panose="020B0604020202020204" pitchFamily="34" charset="0"/>
              </a:rPr>
              <a:t>3</a:t>
            </a:r>
            <a:endParaRPr lang="zh-CN" altLang="en-US" sz="2400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530" name="椭圆 529">
            <a:extLst>
              <a:ext uri="{FF2B5EF4-FFF2-40B4-BE49-F238E27FC236}">
                <a16:creationId xmlns:a16="http://schemas.microsoft.com/office/drawing/2014/main" id="{6E09396E-51AA-3308-7FA5-122E93BFE497}"/>
              </a:ext>
            </a:extLst>
          </p:cNvPr>
          <p:cNvSpPr/>
          <p:nvPr/>
        </p:nvSpPr>
        <p:spPr>
          <a:xfrm rot="5400000">
            <a:off x="1497554" y="2411057"/>
            <a:ext cx="323707" cy="323867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cs typeface="Arial" panose="020B0604020202020204" pitchFamily="34" charset="0"/>
              </a:rPr>
              <a:t>0</a:t>
            </a:r>
            <a:endParaRPr lang="zh-CN" altLang="en-US" sz="2400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531" name="椭圆 530">
            <a:extLst>
              <a:ext uri="{FF2B5EF4-FFF2-40B4-BE49-F238E27FC236}">
                <a16:creationId xmlns:a16="http://schemas.microsoft.com/office/drawing/2014/main" id="{B6B8D88C-A033-71E0-801A-E0B1461A75CC}"/>
              </a:ext>
            </a:extLst>
          </p:cNvPr>
          <p:cNvSpPr/>
          <p:nvPr/>
        </p:nvSpPr>
        <p:spPr>
          <a:xfrm rot="5400000">
            <a:off x="1497554" y="3113846"/>
            <a:ext cx="323707" cy="323867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cs typeface="Arial" panose="020B0604020202020204" pitchFamily="34" charset="0"/>
              </a:rPr>
              <a:t>2</a:t>
            </a:r>
            <a:endParaRPr lang="zh-CN" altLang="en-US" sz="2400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cxnSp>
        <p:nvCxnSpPr>
          <p:cNvPr id="532" name="直接连接符 781">
            <a:extLst>
              <a:ext uri="{FF2B5EF4-FFF2-40B4-BE49-F238E27FC236}">
                <a16:creationId xmlns:a16="http://schemas.microsoft.com/office/drawing/2014/main" id="{6C180096-6843-0C0C-B8C8-4F2DD1AE4DD0}"/>
              </a:ext>
            </a:extLst>
          </p:cNvPr>
          <p:cNvCxnSpPr>
            <a:cxnSpLocks/>
          </p:cNvCxnSpPr>
          <p:nvPr/>
        </p:nvCxnSpPr>
        <p:spPr>
          <a:xfrm flipH="1">
            <a:off x="1822802" y="2572983"/>
            <a:ext cx="32824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3" name="直接连接符 786">
            <a:extLst>
              <a:ext uri="{FF2B5EF4-FFF2-40B4-BE49-F238E27FC236}">
                <a16:creationId xmlns:a16="http://schemas.microsoft.com/office/drawing/2014/main" id="{7CB6B20B-23BC-72D9-D5B4-1174DFF428AE}"/>
              </a:ext>
            </a:extLst>
          </p:cNvPr>
          <p:cNvCxnSpPr>
            <a:cxnSpLocks/>
          </p:cNvCxnSpPr>
          <p:nvPr/>
        </p:nvCxnSpPr>
        <p:spPr>
          <a:xfrm>
            <a:off x="1659408" y="2734845"/>
            <a:ext cx="0" cy="37908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34" name="矩形 533">
            <a:extLst>
              <a:ext uri="{FF2B5EF4-FFF2-40B4-BE49-F238E27FC236}">
                <a16:creationId xmlns:a16="http://schemas.microsoft.com/office/drawing/2014/main" id="{7D761C41-74E5-8D21-3FAC-F6BE40683011}"/>
              </a:ext>
            </a:extLst>
          </p:cNvPr>
          <p:cNvSpPr/>
          <p:nvPr/>
        </p:nvSpPr>
        <p:spPr>
          <a:xfrm rot="5400000" flipH="1">
            <a:off x="934264" y="2322714"/>
            <a:ext cx="241954" cy="20543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535" name="矩形 534">
            <a:extLst>
              <a:ext uri="{FF2B5EF4-FFF2-40B4-BE49-F238E27FC236}">
                <a16:creationId xmlns:a16="http://schemas.microsoft.com/office/drawing/2014/main" id="{10B0C7A9-40DF-2292-F392-101E61069710}"/>
              </a:ext>
            </a:extLst>
          </p:cNvPr>
          <p:cNvSpPr/>
          <p:nvPr/>
        </p:nvSpPr>
        <p:spPr>
          <a:xfrm rot="5400000" flipH="1">
            <a:off x="728840" y="2322720"/>
            <a:ext cx="241951" cy="20543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536" name="矩形 535">
            <a:extLst>
              <a:ext uri="{FF2B5EF4-FFF2-40B4-BE49-F238E27FC236}">
                <a16:creationId xmlns:a16="http://schemas.microsoft.com/office/drawing/2014/main" id="{C892B7AE-0000-9BDD-EFBC-90D2BBC04CD5}"/>
              </a:ext>
            </a:extLst>
          </p:cNvPr>
          <p:cNvSpPr/>
          <p:nvPr/>
        </p:nvSpPr>
        <p:spPr>
          <a:xfrm rot="5400000" flipH="1">
            <a:off x="523408" y="2322723"/>
            <a:ext cx="241940" cy="20543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537" name="矩形 536">
            <a:extLst>
              <a:ext uri="{FF2B5EF4-FFF2-40B4-BE49-F238E27FC236}">
                <a16:creationId xmlns:a16="http://schemas.microsoft.com/office/drawing/2014/main" id="{B24BFC52-0886-DF16-2154-3B27C38F9BB2}"/>
              </a:ext>
            </a:extLst>
          </p:cNvPr>
          <p:cNvSpPr/>
          <p:nvPr/>
        </p:nvSpPr>
        <p:spPr>
          <a:xfrm rot="5400000" flipH="1">
            <a:off x="317984" y="2322725"/>
            <a:ext cx="241940" cy="20543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538" name="矩形 537">
            <a:extLst>
              <a:ext uri="{FF2B5EF4-FFF2-40B4-BE49-F238E27FC236}">
                <a16:creationId xmlns:a16="http://schemas.microsoft.com/office/drawing/2014/main" id="{EF6C79F1-5280-0994-68A6-B1DBC87CD771}"/>
              </a:ext>
            </a:extLst>
          </p:cNvPr>
          <p:cNvSpPr/>
          <p:nvPr/>
        </p:nvSpPr>
        <p:spPr>
          <a:xfrm rot="5400000" flipH="1">
            <a:off x="934264" y="2618608"/>
            <a:ext cx="241954" cy="20543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539" name="矩形 538">
            <a:extLst>
              <a:ext uri="{FF2B5EF4-FFF2-40B4-BE49-F238E27FC236}">
                <a16:creationId xmlns:a16="http://schemas.microsoft.com/office/drawing/2014/main" id="{77C77223-908D-9F5E-6C2F-AE1E4AD7CF58}"/>
              </a:ext>
            </a:extLst>
          </p:cNvPr>
          <p:cNvSpPr/>
          <p:nvPr/>
        </p:nvSpPr>
        <p:spPr>
          <a:xfrm rot="5400000" flipH="1">
            <a:off x="728840" y="2618614"/>
            <a:ext cx="241951" cy="20543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540" name="矩形 539">
            <a:extLst>
              <a:ext uri="{FF2B5EF4-FFF2-40B4-BE49-F238E27FC236}">
                <a16:creationId xmlns:a16="http://schemas.microsoft.com/office/drawing/2014/main" id="{2012068D-7C87-F74B-F2AC-60C0D473A6D1}"/>
              </a:ext>
            </a:extLst>
          </p:cNvPr>
          <p:cNvSpPr/>
          <p:nvPr/>
        </p:nvSpPr>
        <p:spPr>
          <a:xfrm rot="5400000" flipH="1">
            <a:off x="523408" y="2618618"/>
            <a:ext cx="241940" cy="20543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541" name="矩形 540">
            <a:extLst>
              <a:ext uri="{FF2B5EF4-FFF2-40B4-BE49-F238E27FC236}">
                <a16:creationId xmlns:a16="http://schemas.microsoft.com/office/drawing/2014/main" id="{B46C5C16-6A76-09F9-93C3-7D8EABE43C89}"/>
              </a:ext>
            </a:extLst>
          </p:cNvPr>
          <p:cNvSpPr/>
          <p:nvPr/>
        </p:nvSpPr>
        <p:spPr>
          <a:xfrm rot="5400000" flipH="1">
            <a:off x="317984" y="2618619"/>
            <a:ext cx="241940" cy="20543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542" name="矩形 541">
            <a:extLst>
              <a:ext uri="{FF2B5EF4-FFF2-40B4-BE49-F238E27FC236}">
                <a16:creationId xmlns:a16="http://schemas.microsoft.com/office/drawing/2014/main" id="{AE254219-E6A1-BB11-2592-A84946DCD632}"/>
              </a:ext>
            </a:extLst>
          </p:cNvPr>
          <p:cNvSpPr/>
          <p:nvPr/>
        </p:nvSpPr>
        <p:spPr>
          <a:xfrm rot="5400000" flipH="1">
            <a:off x="934264" y="3012260"/>
            <a:ext cx="241954" cy="20543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543" name="矩形 542">
            <a:extLst>
              <a:ext uri="{FF2B5EF4-FFF2-40B4-BE49-F238E27FC236}">
                <a16:creationId xmlns:a16="http://schemas.microsoft.com/office/drawing/2014/main" id="{EBF89126-A01B-81F4-F998-029E8E008C5C}"/>
              </a:ext>
            </a:extLst>
          </p:cNvPr>
          <p:cNvSpPr/>
          <p:nvPr/>
        </p:nvSpPr>
        <p:spPr>
          <a:xfrm rot="5400000" flipH="1">
            <a:off x="728840" y="3012267"/>
            <a:ext cx="241951" cy="20543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544" name="矩形 543">
            <a:extLst>
              <a:ext uri="{FF2B5EF4-FFF2-40B4-BE49-F238E27FC236}">
                <a16:creationId xmlns:a16="http://schemas.microsoft.com/office/drawing/2014/main" id="{1F01A50A-9C23-E7DD-BCF9-DC4F5C0C4A63}"/>
              </a:ext>
            </a:extLst>
          </p:cNvPr>
          <p:cNvSpPr/>
          <p:nvPr/>
        </p:nvSpPr>
        <p:spPr>
          <a:xfrm rot="5400000" flipH="1">
            <a:off x="523408" y="3012270"/>
            <a:ext cx="241940" cy="20543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545" name="矩形 544">
            <a:extLst>
              <a:ext uri="{FF2B5EF4-FFF2-40B4-BE49-F238E27FC236}">
                <a16:creationId xmlns:a16="http://schemas.microsoft.com/office/drawing/2014/main" id="{5CC4119D-54B5-AD53-BB3E-776FFA785E7F}"/>
              </a:ext>
            </a:extLst>
          </p:cNvPr>
          <p:cNvSpPr/>
          <p:nvPr/>
        </p:nvSpPr>
        <p:spPr>
          <a:xfrm rot="5400000" flipH="1">
            <a:off x="317984" y="3012271"/>
            <a:ext cx="241940" cy="20543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546" name="矩形 545">
            <a:extLst>
              <a:ext uri="{FF2B5EF4-FFF2-40B4-BE49-F238E27FC236}">
                <a16:creationId xmlns:a16="http://schemas.microsoft.com/office/drawing/2014/main" id="{434903C4-7E82-FDF2-F63A-178FE99BFE99}"/>
              </a:ext>
            </a:extLst>
          </p:cNvPr>
          <p:cNvSpPr/>
          <p:nvPr/>
        </p:nvSpPr>
        <p:spPr>
          <a:xfrm rot="5400000" flipH="1">
            <a:off x="934264" y="3308155"/>
            <a:ext cx="241954" cy="20543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547" name="矩形 546">
            <a:extLst>
              <a:ext uri="{FF2B5EF4-FFF2-40B4-BE49-F238E27FC236}">
                <a16:creationId xmlns:a16="http://schemas.microsoft.com/office/drawing/2014/main" id="{33FABE1A-624D-69C7-6140-2CABC6705C60}"/>
              </a:ext>
            </a:extLst>
          </p:cNvPr>
          <p:cNvSpPr/>
          <p:nvPr/>
        </p:nvSpPr>
        <p:spPr>
          <a:xfrm rot="5400000" flipH="1">
            <a:off x="728840" y="3308161"/>
            <a:ext cx="241951" cy="20543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548" name="矩形 547">
            <a:extLst>
              <a:ext uri="{FF2B5EF4-FFF2-40B4-BE49-F238E27FC236}">
                <a16:creationId xmlns:a16="http://schemas.microsoft.com/office/drawing/2014/main" id="{3D748601-3DF9-AF3B-78F3-0B82A98151A2}"/>
              </a:ext>
            </a:extLst>
          </p:cNvPr>
          <p:cNvSpPr/>
          <p:nvPr/>
        </p:nvSpPr>
        <p:spPr>
          <a:xfrm rot="5400000" flipH="1">
            <a:off x="523408" y="3308164"/>
            <a:ext cx="241940" cy="20543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549" name="矩形 548">
            <a:extLst>
              <a:ext uri="{FF2B5EF4-FFF2-40B4-BE49-F238E27FC236}">
                <a16:creationId xmlns:a16="http://schemas.microsoft.com/office/drawing/2014/main" id="{22757F59-D7F5-A3E9-0760-D06A844C1B75}"/>
              </a:ext>
            </a:extLst>
          </p:cNvPr>
          <p:cNvSpPr/>
          <p:nvPr/>
        </p:nvSpPr>
        <p:spPr>
          <a:xfrm rot="5400000" flipH="1">
            <a:off x="317984" y="3308166"/>
            <a:ext cx="241940" cy="20543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550" name="文本框 549">
            <a:extLst>
              <a:ext uri="{FF2B5EF4-FFF2-40B4-BE49-F238E27FC236}">
                <a16:creationId xmlns:a16="http://schemas.microsoft.com/office/drawing/2014/main" id="{922A1199-A151-792D-BB97-CFB9231BD686}"/>
              </a:ext>
            </a:extLst>
          </p:cNvPr>
          <p:cNvSpPr txBox="1"/>
          <p:nvPr/>
        </p:nvSpPr>
        <p:spPr>
          <a:xfrm>
            <a:off x="266734" y="3539753"/>
            <a:ext cx="1071288" cy="400111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cs typeface="Arial" panose="020B0604020202020204" pitchFamily="34" charset="0"/>
              </a:rPr>
              <a:t>Feature</a:t>
            </a:r>
            <a:endParaRPr lang="zh-CN" altLang="en-US" sz="2000" b="1" dirty="0">
              <a:cs typeface="Arial" panose="020B0604020202020204" pitchFamily="34" charset="0"/>
            </a:endParaRPr>
          </a:p>
        </p:txBody>
      </p:sp>
      <p:cxnSp>
        <p:nvCxnSpPr>
          <p:cNvPr id="551" name="直接连接符 458">
            <a:extLst>
              <a:ext uri="{FF2B5EF4-FFF2-40B4-BE49-F238E27FC236}">
                <a16:creationId xmlns:a16="http://schemas.microsoft.com/office/drawing/2014/main" id="{054791AE-86A2-9B75-67EC-40D46C0130E7}"/>
              </a:ext>
            </a:extLst>
          </p:cNvPr>
          <p:cNvCxnSpPr>
            <a:cxnSpLocks/>
          </p:cNvCxnSpPr>
          <p:nvPr/>
        </p:nvCxnSpPr>
        <p:spPr>
          <a:xfrm flipV="1">
            <a:off x="2321382" y="2732658"/>
            <a:ext cx="0" cy="38126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2" name="直接连接符 461">
            <a:extLst>
              <a:ext uri="{FF2B5EF4-FFF2-40B4-BE49-F238E27FC236}">
                <a16:creationId xmlns:a16="http://schemas.microsoft.com/office/drawing/2014/main" id="{F78BE7DE-9DAF-0E90-2503-352C97CA84EF}"/>
              </a:ext>
            </a:extLst>
          </p:cNvPr>
          <p:cNvCxnSpPr>
            <a:cxnSpLocks/>
            <a:stCxn id="529" idx="3"/>
            <a:endCxn id="530" idx="7"/>
          </p:cNvCxnSpPr>
          <p:nvPr/>
        </p:nvCxnSpPr>
        <p:spPr>
          <a:xfrm flipH="1" flipV="1">
            <a:off x="1773912" y="2687439"/>
            <a:ext cx="432966" cy="47389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3" name="直接连接符 464">
            <a:extLst>
              <a:ext uri="{FF2B5EF4-FFF2-40B4-BE49-F238E27FC236}">
                <a16:creationId xmlns:a16="http://schemas.microsoft.com/office/drawing/2014/main" id="{A85F3E02-0F90-BD27-3503-CA2D6241B87E}"/>
              </a:ext>
            </a:extLst>
          </p:cNvPr>
          <p:cNvCxnSpPr>
            <a:cxnSpLocks/>
          </p:cNvCxnSpPr>
          <p:nvPr/>
        </p:nvCxnSpPr>
        <p:spPr>
          <a:xfrm flipH="1">
            <a:off x="1819882" y="3275772"/>
            <a:ext cx="3299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25" name="文本框 724">
                <a:extLst>
                  <a:ext uri="{FF2B5EF4-FFF2-40B4-BE49-F238E27FC236}">
                    <a16:creationId xmlns:a16="http://schemas.microsoft.com/office/drawing/2014/main" id="{B0554E24-8E1A-E87D-C05C-EEF17C74CFB3}"/>
                  </a:ext>
                </a:extLst>
              </p:cNvPr>
              <p:cNvSpPr txBox="1"/>
              <p:nvPr/>
            </p:nvSpPr>
            <p:spPr>
              <a:xfrm>
                <a:off x="266734" y="3818078"/>
                <a:ext cx="1071288" cy="461665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1" i="1" dirty="0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altLang="zh-CN" sz="2400" b="1" i="1" dirty="0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𝑿</m:t>
                          </m:r>
                        </m:e>
                        <m:sub>
                          <m:r>
                            <a:rPr lang="en-US" altLang="zh-CN" sz="2400" b="1" i="1" dirty="0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𝟎</m:t>
                          </m:r>
                        </m:sub>
                      </m:sSub>
                    </m:oMath>
                  </m:oMathPara>
                </a14:m>
                <a:endParaRPr lang="zh-CN" altLang="en-US" sz="2400" b="1" dirty="0">
                  <a:solidFill>
                    <a:schemeClr val="accent6"/>
                  </a:solidFill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725" name="文本框 724">
                <a:extLst>
                  <a:ext uri="{FF2B5EF4-FFF2-40B4-BE49-F238E27FC236}">
                    <a16:creationId xmlns:a16="http://schemas.microsoft.com/office/drawing/2014/main" id="{B0554E24-8E1A-E87D-C05C-EEF17C74CF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734" y="3818078"/>
                <a:ext cx="1071288" cy="461665"/>
              </a:xfrm>
              <a:prstGeom prst="rect">
                <a:avLst/>
              </a:prstGeom>
              <a:blipFill>
                <a:blip r:embed="rId3"/>
                <a:stretch>
                  <a:fillRect b="-2632"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文本框 2">
            <a:extLst>
              <a:ext uri="{FF2B5EF4-FFF2-40B4-BE49-F238E27FC236}">
                <a16:creationId xmlns:a16="http://schemas.microsoft.com/office/drawing/2014/main" id="{436DAB7E-A2CC-0025-5B08-786FF571A7EF}"/>
              </a:ext>
            </a:extLst>
          </p:cNvPr>
          <p:cNvSpPr txBox="1"/>
          <p:nvPr/>
        </p:nvSpPr>
        <p:spPr>
          <a:xfrm>
            <a:off x="849815" y="4563727"/>
            <a:ext cx="1071288" cy="523220"/>
          </a:xfrm>
          <a:prstGeom prst="rect">
            <a:avLst/>
          </a:prstGeom>
          <a:noFill/>
          <a:ln w="19050">
            <a:noFill/>
            <a:prstDash val="solid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rgbClr val="FF0000"/>
                </a:solidFill>
              </a:rPr>
              <a:t>input</a:t>
            </a:r>
            <a:endParaRPr lang="zh-CN" altLang="en-US" sz="2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80828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288000" y="0"/>
            <a:ext cx="11164860" cy="141763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badi" panose="020B0604020202020204" pitchFamily="34" charset="0"/>
                <a:sym typeface="+mn-ea"/>
              </a:rPr>
              <a:t>Multi-GPU GNN Systems with Data Parallelism</a:t>
            </a:r>
            <a:endParaRPr lang="en-US" altLang="zh-CN" sz="3600" dirty="0">
              <a:latin typeface="Century Gothic" panose="020B050202020202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5" name="Rectangle 10"/>
          <p:cNvSpPr/>
          <p:nvPr/>
        </p:nvSpPr>
        <p:spPr>
          <a:xfrm>
            <a:off x="0" y="420787"/>
            <a:ext cx="288000" cy="57606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8D3E1935-7355-AB6E-FFD8-85194E741415}"/>
              </a:ext>
            </a:extLst>
          </p:cNvPr>
          <p:cNvSpPr txBox="1"/>
          <p:nvPr/>
        </p:nvSpPr>
        <p:spPr>
          <a:xfrm>
            <a:off x="1558875" y="3539753"/>
            <a:ext cx="1088070" cy="400111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cs typeface="Arial" panose="020B0604020202020204" pitchFamily="34" charset="0"/>
              </a:rPr>
              <a:t>Graph</a:t>
            </a:r>
            <a:endParaRPr lang="zh-CN" altLang="en-US" sz="2000" b="1" dirty="0">
              <a:cs typeface="Arial" panose="020B0604020202020204" pitchFamily="34" charset="0"/>
            </a:endParaRPr>
          </a:p>
        </p:txBody>
      </p:sp>
      <p:sp>
        <p:nvSpPr>
          <p:cNvPr id="517" name="椭圆 516">
            <a:extLst>
              <a:ext uri="{FF2B5EF4-FFF2-40B4-BE49-F238E27FC236}">
                <a16:creationId xmlns:a16="http://schemas.microsoft.com/office/drawing/2014/main" id="{F3788725-E500-9AC2-6B1D-F100BD2BDF73}"/>
              </a:ext>
            </a:extLst>
          </p:cNvPr>
          <p:cNvSpPr/>
          <p:nvPr/>
        </p:nvSpPr>
        <p:spPr>
          <a:xfrm rot="5400000">
            <a:off x="2159528" y="2411057"/>
            <a:ext cx="323707" cy="323867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cs typeface="Arial" panose="020B0604020202020204" pitchFamily="34" charset="0"/>
              </a:rPr>
              <a:t>1</a:t>
            </a:r>
            <a:endParaRPr lang="zh-CN" altLang="en-US" sz="2400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525" name="椭圆 524">
            <a:extLst>
              <a:ext uri="{FF2B5EF4-FFF2-40B4-BE49-F238E27FC236}">
                <a16:creationId xmlns:a16="http://schemas.microsoft.com/office/drawing/2014/main" id="{C5C8330F-2DA3-27C0-D848-A27A98E425CE}"/>
              </a:ext>
            </a:extLst>
          </p:cNvPr>
          <p:cNvSpPr/>
          <p:nvPr/>
        </p:nvSpPr>
        <p:spPr>
          <a:xfrm rot="5400000">
            <a:off x="2159528" y="3113846"/>
            <a:ext cx="323707" cy="323867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cs typeface="Arial" panose="020B0604020202020204" pitchFamily="34" charset="0"/>
              </a:rPr>
              <a:t>3</a:t>
            </a:r>
            <a:endParaRPr lang="zh-CN" altLang="en-US" sz="2400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526" name="椭圆 525">
            <a:extLst>
              <a:ext uri="{FF2B5EF4-FFF2-40B4-BE49-F238E27FC236}">
                <a16:creationId xmlns:a16="http://schemas.microsoft.com/office/drawing/2014/main" id="{6173778B-32A6-8A0E-E142-07F2F12EADFC}"/>
              </a:ext>
            </a:extLst>
          </p:cNvPr>
          <p:cNvSpPr/>
          <p:nvPr/>
        </p:nvSpPr>
        <p:spPr>
          <a:xfrm rot="5400000">
            <a:off x="1497554" y="2411057"/>
            <a:ext cx="323707" cy="323867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cs typeface="Arial" panose="020B0604020202020204" pitchFamily="34" charset="0"/>
              </a:rPr>
              <a:t>0</a:t>
            </a:r>
            <a:endParaRPr lang="zh-CN" altLang="en-US" sz="2400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527" name="椭圆 526">
            <a:extLst>
              <a:ext uri="{FF2B5EF4-FFF2-40B4-BE49-F238E27FC236}">
                <a16:creationId xmlns:a16="http://schemas.microsoft.com/office/drawing/2014/main" id="{2616A4E3-CD9B-45ED-82F2-4DBFA61380C6}"/>
              </a:ext>
            </a:extLst>
          </p:cNvPr>
          <p:cNvSpPr/>
          <p:nvPr/>
        </p:nvSpPr>
        <p:spPr>
          <a:xfrm rot="5400000">
            <a:off x="1497554" y="3113846"/>
            <a:ext cx="323707" cy="323867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cs typeface="Arial" panose="020B0604020202020204" pitchFamily="34" charset="0"/>
              </a:rPr>
              <a:t>2</a:t>
            </a:r>
            <a:endParaRPr lang="zh-CN" altLang="en-US" sz="2400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cxnSp>
        <p:nvCxnSpPr>
          <p:cNvPr id="528" name="直接连接符 781">
            <a:extLst>
              <a:ext uri="{FF2B5EF4-FFF2-40B4-BE49-F238E27FC236}">
                <a16:creationId xmlns:a16="http://schemas.microsoft.com/office/drawing/2014/main" id="{69C1DB5C-73ED-7A87-DB07-54F458CD426C}"/>
              </a:ext>
            </a:extLst>
          </p:cNvPr>
          <p:cNvCxnSpPr>
            <a:cxnSpLocks/>
          </p:cNvCxnSpPr>
          <p:nvPr/>
        </p:nvCxnSpPr>
        <p:spPr>
          <a:xfrm flipH="1">
            <a:off x="1822802" y="2572983"/>
            <a:ext cx="32824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9" name="直接连接符 786">
            <a:extLst>
              <a:ext uri="{FF2B5EF4-FFF2-40B4-BE49-F238E27FC236}">
                <a16:creationId xmlns:a16="http://schemas.microsoft.com/office/drawing/2014/main" id="{E7B237BF-469A-8465-B5F9-3CF9CDF3D175}"/>
              </a:ext>
            </a:extLst>
          </p:cNvPr>
          <p:cNvCxnSpPr>
            <a:cxnSpLocks/>
          </p:cNvCxnSpPr>
          <p:nvPr/>
        </p:nvCxnSpPr>
        <p:spPr>
          <a:xfrm>
            <a:off x="1659408" y="2734845"/>
            <a:ext cx="0" cy="37908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30" name="矩形 529">
            <a:extLst>
              <a:ext uri="{FF2B5EF4-FFF2-40B4-BE49-F238E27FC236}">
                <a16:creationId xmlns:a16="http://schemas.microsoft.com/office/drawing/2014/main" id="{85ECF2EF-B9F5-D107-170E-7B508C94234C}"/>
              </a:ext>
            </a:extLst>
          </p:cNvPr>
          <p:cNvSpPr/>
          <p:nvPr/>
        </p:nvSpPr>
        <p:spPr>
          <a:xfrm rot="5400000" flipH="1">
            <a:off x="934264" y="2322714"/>
            <a:ext cx="241954" cy="20543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531" name="矩形 530">
            <a:extLst>
              <a:ext uri="{FF2B5EF4-FFF2-40B4-BE49-F238E27FC236}">
                <a16:creationId xmlns:a16="http://schemas.microsoft.com/office/drawing/2014/main" id="{AB58D12D-C4AE-A10C-B6AC-A99B939541F5}"/>
              </a:ext>
            </a:extLst>
          </p:cNvPr>
          <p:cNvSpPr/>
          <p:nvPr/>
        </p:nvSpPr>
        <p:spPr>
          <a:xfrm rot="5400000" flipH="1">
            <a:off x="728840" y="2322720"/>
            <a:ext cx="241951" cy="20543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532" name="矩形 531">
            <a:extLst>
              <a:ext uri="{FF2B5EF4-FFF2-40B4-BE49-F238E27FC236}">
                <a16:creationId xmlns:a16="http://schemas.microsoft.com/office/drawing/2014/main" id="{AB0EBA1D-3B40-A5BC-C9B8-4C72F4CAB031}"/>
              </a:ext>
            </a:extLst>
          </p:cNvPr>
          <p:cNvSpPr/>
          <p:nvPr/>
        </p:nvSpPr>
        <p:spPr>
          <a:xfrm rot="5400000" flipH="1">
            <a:off x="523408" y="2322723"/>
            <a:ext cx="241940" cy="20543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533" name="矩形 532">
            <a:extLst>
              <a:ext uri="{FF2B5EF4-FFF2-40B4-BE49-F238E27FC236}">
                <a16:creationId xmlns:a16="http://schemas.microsoft.com/office/drawing/2014/main" id="{F1385675-122B-D977-B424-FF4FA2F55B3A}"/>
              </a:ext>
            </a:extLst>
          </p:cNvPr>
          <p:cNvSpPr/>
          <p:nvPr/>
        </p:nvSpPr>
        <p:spPr>
          <a:xfrm rot="5400000" flipH="1">
            <a:off x="317984" y="2322725"/>
            <a:ext cx="241940" cy="20543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534" name="矩形 533">
            <a:extLst>
              <a:ext uri="{FF2B5EF4-FFF2-40B4-BE49-F238E27FC236}">
                <a16:creationId xmlns:a16="http://schemas.microsoft.com/office/drawing/2014/main" id="{2116C06E-EBE8-1021-1697-FA8A160A700B}"/>
              </a:ext>
            </a:extLst>
          </p:cNvPr>
          <p:cNvSpPr/>
          <p:nvPr/>
        </p:nvSpPr>
        <p:spPr>
          <a:xfrm rot="5400000" flipH="1">
            <a:off x="934264" y="2618608"/>
            <a:ext cx="241954" cy="20543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535" name="矩形 534">
            <a:extLst>
              <a:ext uri="{FF2B5EF4-FFF2-40B4-BE49-F238E27FC236}">
                <a16:creationId xmlns:a16="http://schemas.microsoft.com/office/drawing/2014/main" id="{A4481052-A7D8-B880-C9A3-CE8B6E4B5DFF}"/>
              </a:ext>
            </a:extLst>
          </p:cNvPr>
          <p:cNvSpPr/>
          <p:nvPr/>
        </p:nvSpPr>
        <p:spPr>
          <a:xfrm rot="5400000" flipH="1">
            <a:off x="728840" y="2618614"/>
            <a:ext cx="241951" cy="20543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536" name="矩形 535">
            <a:extLst>
              <a:ext uri="{FF2B5EF4-FFF2-40B4-BE49-F238E27FC236}">
                <a16:creationId xmlns:a16="http://schemas.microsoft.com/office/drawing/2014/main" id="{9C1CA818-AA68-3BCE-8B98-79B200AE3EAA}"/>
              </a:ext>
            </a:extLst>
          </p:cNvPr>
          <p:cNvSpPr/>
          <p:nvPr/>
        </p:nvSpPr>
        <p:spPr>
          <a:xfrm rot="5400000" flipH="1">
            <a:off x="523408" y="2618618"/>
            <a:ext cx="241940" cy="20543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537" name="矩形 536">
            <a:extLst>
              <a:ext uri="{FF2B5EF4-FFF2-40B4-BE49-F238E27FC236}">
                <a16:creationId xmlns:a16="http://schemas.microsoft.com/office/drawing/2014/main" id="{C859094D-D122-3F98-B11E-4B9B40193242}"/>
              </a:ext>
            </a:extLst>
          </p:cNvPr>
          <p:cNvSpPr/>
          <p:nvPr/>
        </p:nvSpPr>
        <p:spPr>
          <a:xfrm rot="5400000" flipH="1">
            <a:off x="317984" y="2618619"/>
            <a:ext cx="241940" cy="20543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538" name="矩形 537">
            <a:extLst>
              <a:ext uri="{FF2B5EF4-FFF2-40B4-BE49-F238E27FC236}">
                <a16:creationId xmlns:a16="http://schemas.microsoft.com/office/drawing/2014/main" id="{8DCE1D7E-EC07-6280-D7BE-0E4EE06B0D86}"/>
              </a:ext>
            </a:extLst>
          </p:cNvPr>
          <p:cNvSpPr/>
          <p:nvPr/>
        </p:nvSpPr>
        <p:spPr>
          <a:xfrm rot="5400000" flipH="1">
            <a:off x="934264" y="3012260"/>
            <a:ext cx="241954" cy="20543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539" name="矩形 538">
            <a:extLst>
              <a:ext uri="{FF2B5EF4-FFF2-40B4-BE49-F238E27FC236}">
                <a16:creationId xmlns:a16="http://schemas.microsoft.com/office/drawing/2014/main" id="{200DC233-30B0-3453-6BE4-9BCF6067FD40}"/>
              </a:ext>
            </a:extLst>
          </p:cNvPr>
          <p:cNvSpPr/>
          <p:nvPr/>
        </p:nvSpPr>
        <p:spPr>
          <a:xfrm rot="5400000" flipH="1">
            <a:off x="728840" y="3012267"/>
            <a:ext cx="241951" cy="20543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540" name="矩形 539">
            <a:extLst>
              <a:ext uri="{FF2B5EF4-FFF2-40B4-BE49-F238E27FC236}">
                <a16:creationId xmlns:a16="http://schemas.microsoft.com/office/drawing/2014/main" id="{8685A41C-2BF8-442E-7D75-2A2803509DE5}"/>
              </a:ext>
            </a:extLst>
          </p:cNvPr>
          <p:cNvSpPr/>
          <p:nvPr/>
        </p:nvSpPr>
        <p:spPr>
          <a:xfrm rot="5400000" flipH="1">
            <a:off x="523408" y="3012270"/>
            <a:ext cx="241940" cy="20543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541" name="矩形 540">
            <a:extLst>
              <a:ext uri="{FF2B5EF4-FFF2-40B4-BE49-F238E27FC236}">
                <a16:creationId xmlns:a16="http://schemas.microsoft.com/office/drawing/2014/main" id="{E2D3A9D0-A179-033E-9DD0-4206D78B96DC}"/>
              </a:ext>
            </a:extLst>
          </p:cNvPr>
          <p:cNvSpPr/>
          <p:nvPr/>
        </p:nvSpPr>
        <p:spPr>
          <a:xfrm rot="5400000" flipH="1">
            <a:off x="317984" y="3012271"/>
            <a:ext cx="241940" cy="20543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542" name="矩形 541">
            <a:extLst>
              <a:ext uri="{FF2B5EF4-FFF2-40B4-BE49-F238E27FC236}">
                <a16:creationId xmlns:a16="http://schemas.microsoft.com/office/drawing/2014/main" id="{055F9FA7-2C2D-E56B-00DF-FE354665DFE1}"/>
              </a:ext>
            </a:extLst>
          </p:cNvPr>
          <p:cNvSpPr/>
          <p:nvPr/>
        </p:nvSpPr>
        <p:spPr>
          <a:xfrm rot="5400000" flipH="1">
            <a:off x="934264" y="3308155"/>
            <a:ext cx="241954" cy="20543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543" name="矩形 542">
            <a:extLst>
              <a:ext uri="{FF2B5EF4-FFF2-40B4-BE49-F238E27FC236}">
                <a16:creationId xmlns:a16="http://schemas.microsoft.com/office/drawing/2014/main" id="{E73DC926-4237-4F82-2435-4B0536E92166}"/>
              </a:ext>
            </a:extLst>
          </p:cNvPr>
          <p:cNvSpPr/>
          <p:nvPr/>
        </p:nvSpPr>
        <p:spPr>
          <a:xfrm rot="5400000" flipH="1">
            <a:off x="728840" y="3308161"/>
            <a:ext cx="241951" cy="20543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544" name="矩形 543">
            <a:extLst>
              <a:ext uri="{FF2B5EF4-FFF2-40B4-BE49-F238E27FC236}">
                <a16:creationId xmlns:a16="http://schemas.microsoft.com/office/drawing/2014/main" id="{E560128B-4392-6A39-B97C-2756B652B681}"/>
              </a:ext>
            </a:extLst>
          </p:cNvPr>
          <p:cNvSpPr/>
          <p:nvPr/>
        </p:nvSpPr>
        <p:spPr>
          <a:xfrm rot="5400000" flipH="1">
            <a:off x="523408" y="3308164"/>
            <a:ext cx="241940" cy="20543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545" name="矩形 544">
            <a:extLst>
              <a:ext uri="{FF2B5EF4-FFF2-40B4-BE49-F238E27FC236}">
                <a16:creationId xmlns:a16="http://schemas.microsoft.com/office/drawing/2014/main" id="{624EC37A-5660-488B-7FBD-1739207AF6F2}"/>
              </a:ext>
            </a:extLst>
          </p:cNvPr>
          <p:cNvSpPr/>
          <p:nvPr/>
        </p:nvSpPr>
        <p:spPr>
          <a:xfrm rot="5400000" flipH="1">
            <a:off x="317984" y="3308166"/>
            <a:ext cx="241940" cy="20543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546" name="文本框 545">
            <a:extLst>
              <a:ext uri="{FF2B5EF4-FFF2-40B4-BE49-F238E27FC236}">
                <a16:creationId xmlns:a16="http://schemas.microsoft.com/office/drawing/2014/main" id="{17A67755-0995-6D1C-FDD0-2E1D6A564FA9}"/>
              </a:ext>
            </a:extLst>
          </p:cNvPr>
          <p:cNvSpPr txBox="1"/>
          <p:nvPr/>
        </p:nvSpPr>
        <p:spPr>
          <a:xfrm>
            <a:off x="266734" y="3539753"/>
            <a:ext cx="1071288" cy="400111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cs typeface="Arial" panose="020B0604020202020204" pitchFamily="34" charset="0"/>
              </a:rPr>
              <a:t>Feature</a:t>
            </a:r>
            <a:endParaRPr lang="zh-CN" altLang="en-US" sz="2000" b="1" dirty="0">
              <a:cs typeface="Arial" panose="020B0604020202020204" pitchFamily="34" charset="0"/>
            </a:endParaRPr>
          </a:p>
        </p:txBody>
      </p:sp>
      <p:cxnSp>
        <p:nvCxnSpPr>
          <p:cNvPr id="547" name="直接连接符 458">
            <a:extLst>
              <a:ext uri="{FF2B5EF4-FFF2-40B4-BE49-F238E27FC236}">
                <a16:creationId xmlns:a16="http://schemas.microsoft.com/office/drawing/2014/main" id="{AB8AC937-3976-43CC-37B8-803E9AA5CE72}"/>
              </a:ext>
            </a:extLst>
          </p:cNvPr>
          <p:cNvCxnSpPr>
            <a:cxnSpLocks/>
          </p:cNvCxnSpPr>
          <p:nvPr/>
        </p:nvCxnSpPr>
        <p:spPr>
          <a:xfrm flipV="1">
            <a:off x="2321382" y="2732658"/>
            <a:ext cx="0" cy="38126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48" name="直接连接符 461">
            <a:extLst>
              <a:ext uri="{FF2B5EF4-FFF2-40B4-BE49-F238E27FC236}">
                <a16:creationId xmlns:a16="http://schemas.microsoft.com/office/drawing/2014/main" id="{19D26976-75B1-CAFF-FE1C-ABF7F98B8683}"/>
              </a:ext>
            </a:extLst>
          </p:cNvPr>
          <p:cNvCxnSpPr>
            <a:cxnSpLocks/>
            <a:stCxn id="525" idx="3"/>
            <a:endCxn id="526" idx="7"/>
          </p:cNvCxnSpPr>
          <p:nvPr/>
        </p:nvCxnSpPr>
        <p:spPr>
          <a:xfrm flipH="1" flipV="1">
            <a:off x="1773912" y="2687439"/>
            <a:ext cx="432966" cy="47389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49" name="直接连接符 464">
            <a:extLst>
              <a:ext uri="{FF2B5EF4-FFF2-40B4-BE49-F238E27FC236}">
                <a16:creationId xmlns:a16="http://schemas.microsoft.com/office/drawing/2014/main" id="{43A2A968-98DA-DDE6-2F14-D08CE9B67B32}"/>
              </a:ext>
            </a:extLst>
          </p:cNvPr>
          <p:cNvCxnSpPr>
            <a:cxnSpLocks/>
          </p:cNvCxnSpPr>
          <p:nvPr/>
        </p:nvCxnSpPr>
        <p:spPr>
          <a:xfrm flipH="1">
            <a:off x="1819882" y="3275772"/>
            <a:ext cx="3299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0" name="直接连接符 483">
            <a:extLst>
              <a:ext uri="{FF2B5EF4-FFF2-40B4-BE49-F238E27FC236}">
                <a16:creationId xmlns:a16="http://schemas.microsoft.com/office/drawing/2014/main" id="{05A878A8-EA37-A532-F553-89566592F5F5}"/>
              </a:ext>
            </a:extLst>
          </p:cNvPr>
          <p:cNvCxnSpPr>
            <a:cxnSpLocks/>
          </p:cNvCxnSpPr>
          <p:nvPr/>
        </p:nvCxnSpPr>
        <p:spPr>
          <a:xfrm flipH="1">
            <a:off x="221520" y="2916998"/>
            <a:ext cx="2233003" cy="4534"/>
          </a:xfrm>
          <a:prstGeom prst="line">
            <a:avLst/>
          </a:prstGeom>
          <a:ln w="28575">
            <a:solidFill>
              <a:schemeClr val="tx1"/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51" name="文本框 550">
            <a:extLst>
              <a:ext uri="{FF2B5EF4-FFF2-40B4-BE49-F238E27FC236}">
                <a16:creationId xmlns:a16="http://schemas.microsoft.com/office/drawing/2014/main" id="{759FB71A-A6C8-07A6-0D58-ECF7DBC82D34}"/>
              </a:ext>
            </a:extLst>
          </p:cNvPr>
          <p:cNvSpPr txBox="1"/>
          <p:nvPr/>
        </p:nvSpPr>
        <p:spPr>
          <a:xfrm>
            <a:off x="2246021" y="1378128"/>
            <a:ext cx="1182662" cy="461665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cs typeface="Arial" panose="020B0604020202020204" pitchFamily="34" charset="0"/>
              </a:rPr>
              <a:t>GPU1</a:t>
            </a:r>
            <a:endParaRPr lang="zh-CN" altLang="en-US" sz="3600" b="1" dirty="0">
              <a:cs typeface="Arial" panose="020B0604020202020204" pitchFamily="34" charset="0"/>
            </a:endParaRPr>
          </a:p>
        </p:txBody>
      </p:sp>
      <p:cxnSp>
        <p:nvCxnSpPr>
          <p:cNvPr id="552" name="直接连接符 953">
            <a:extLst>
              <a:ext uri="{FF2B5EF4-FFF2-40B4-BE49-F238E27FC236}">
                <a16:creationId xmlns:a16="http://schemas.microsoft.com/office/drawing/2014/main" id="{F7C65D87-76A8-3167-ABB8-AAAF2E569139}"/>
              </a:ext>
            </a:extLst>
          </p:cNvPr>
          <p:cNvCxnSpPr>
            <a:cxnSpLocks/>
          </p:cNvCxnSpPr>
          <p:nvPr/>
        </p:nvCxnSpPr>
        <p:spPr>
          <a:xfrm flipV="1">
            <a:off x="1175682" y="1622243"/>
            <a:ext cx="1036461" cy="392021"/>
          </a:xfrm>
          <a:prstGeom prst="bentConnector3">
            <a:avLst>
              <a:gd name="adj1" fmla="val 771"/>
            </a:avLst>
          </a:prstGeom>
          <a:ln w="28575">
            <a:solidFill>
              <a:schemeClr val="tx1"/>
            </a:solidFill>
            <a:prstDash val="solid"/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3" name="直接连接符 953">
            <a:extLst>
              <a:ext uri="{FF2B5EF4-FFF2-40B4-BE49-F238E27FC236}">
                <a16:creationId xmlns:a16="http://schemas.microsoft.com/office/drawing/2014/main" id="{0F104130-8833-B7DD-AF04-EFFB4439E302}"/>
              </a:ext>
            </a:extLst>
          </p:cNvPr>
          <p:cNvCxnSpPr>
            <a:cxnSpLocks/>
          </p:cNvCxnSpPr>
          <p:nvPr/>
        </p:nvCxnSpPr>
        <p:spPr>
          <a:xfrm>
            <a:off x="1153137" y="4036528"/>
            <a:ext cx="1052054" cy="440352"/>
          </a:xfrm>
          <a:prstGeom prst="bentConnector3">
            <a:avLst>
              <a:gd name="adj1" fmla="val 891"/>
            </a:avLst>
          </a:prstGeom>
          <a:ln w="28575">
            <a:solidFill>
              <a:schemeClr val="tx1"/>
            </a:solidFill>
            <a:prstDash val="solid"/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54" name="文本框 553">
            <a:extLst>
              <a:ext uri="{FF2B5EF4-FFF2-40B4-BE49-F238E27FC236}">
                <a16:creationId xmlns:a16="http://schemas.microsoft.com/office/drawing/2014/main" id="{11515DF7-C523-9DD6-695B-529C9AD87324}"/>
              </a:ext>
            </a:extLst>
          </p:cNvPr>
          <p:cNvSpPr txBox="1"/>
          <p:nvPr/>
        </p:nvSpPr>
        <p:spPr>
          <a:xfrm>
            <a:off x="2213257" y="4242542"/>
            <a:ext cx="1182662" cy="461665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cs typeface="Arial" panose="020B0604020202020204" pitchFamily="34" charset="0"/>
              </a:rPr>
              <a:t>GPU2</a:t>
            </a:r>
            <a:endParaRPr lang="zh-CN" altLang="en-US" sz="3600" b="1" dirty="0"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93" name="文本框 592">
                <a:extLst>
                  <a:ext uri="{FF2B5EF4-FFF2-40B4-BE49-F238E27FC236}">
                    <a16:creationId xmlns:a16="http://schemas.microsoft.com/office/drawing/2014/main" id="{D32BABB2-5D58-F3E3-A8F7-4C70E517DF9A}"/>
                  </a:ext>
                </a:extLst>
              </p:cNvPr>
              <p:cNvSpPr txBox="1"/>
              <p:nvPr/>
            </p:nvSpPr>
            <p:spPr>
              <a:xfrm>
                <a:off x="266734" y="3818078"/>
                <a:ext cx="1071288" cy="461665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1" i="1" dirty="0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altLang="zh-CN" sz="2400" b="1" i="1" dirty="0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𝑿</m:t>
                          </m:r>
                        </m:e>
                        <m:sub>
                          <m:r>
                            <a:rPr lang="en-US" altLang="zh-CN" sz="2400" b="1" i="1" dirty="0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𝟎</m:t>
                          </m:r>
                        </m:sub>
                      </m:sSub>
                    </m:oMath>
                  </m:oMathPara>
                </a14:m>
                <a:endParaRPr lang="zh-CN" altLang="en-US" sz="2400" b="1" dirty="0">
                  <a:solidFill>
                    <a:schemeClr val="accent6"/>
                  </a:solidFill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93" name="文本框 592">
                <a:extLst>
                  <a:ext uri="{FF2B5EF4-FFF2-40B4-BE49-F238E27FC236}">
                    <a16:creationId xmlns:a16="http://schemas.microsoft.com/office/drawing/2014/main" id="{D32BABB2-5D58-F3E3-A8F7-4C70E517DF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734" y="3818078"/>
                <a:ext cx="1071288" cy="461665"/>
              </a:xfrm>
              <a:prstGeom prst="rect">
                <a:avLst/>
              </a:prstGeom>
              <a:blipFill>
                <a:blip r:embed="rId3"/>
                <a:stretch>
                  <a:fillRect b="-2632"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文本框 2">
            <a:extLst>
              <a:ext uri="{FF2B5EF4-FFF2-40B4-BE49-F238E27FC236}">
                <a16:creationId xmlns:a16="http://schemas.microsoft.com/office/drawing/2014/main" id="{B5850A0E-5229-50DA-5859-47E52EC88D36}"/>
              </a:ext>
            </a:extLst>
          </p:cNvPr>
          <p:cNvSpPr txBox="1"/>
          <p:nvPr/>
        </p:nvSpPr>
        <p:spPr>
          <a:xfrm>
            <a:off x="75115" y="4557377"/>
            <a:ext cx="4096836" cy="523220"/>
          </a:xfrm>
          <a:prstGeom prst="rect">
            <a:avLst/>
          </a:prstGeom>
          <a:noFill/>
          <a:ln w="19050">
            <a:noFill/>
            <a:prstDash val="solid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rgbClr val="FF0000"/>
                </a:solidFill>
              </a:rPr>
              <a:t>Inter-GPU Graph Partition</a:t>
            </a:r>
            <a:endParaRPr lang="zh-CN" altLang="en-US" sz="2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65164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288000" y="0"/>
            <a:ext cx="11164860" cy="141763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badi" panose="020B0604020202020204" pitchFamily="34" charset="0"/>
                <a:sym typeface="+mn-ea"/>
              </a:rPr>
              <a:t>Multi-GPU GNN Systems with Data Parallelism</a:t>
            </a:r>
            <a:endParaRPr lang="en-US" altLang="zh-CN" sz="3600" dirty="0">
              <a:latin typeface="Century Gothic" panose="020B050202020202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5" name="Rectangle 10"/>
          <p:cNvSpPr/>
          <p:nvPr/>
        </p:nvSpPr>
        <p:spPr>
          <a:xfrm>
            <a:off x="0" y="420787"/>
            <a:ext cx="288000" cy="57606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662" name="文本框 661">
            <a:extLst>
              <a:ext uri="{FF2B5EF4-FFF2-40B4-BE49-F238E27FC236}">
                <a16:creationId xmlns:a16="http://schemas.microsoft.com/office/drawing/2014/main" id="{9A252EE8-AEBD-8349-DF84-77CC42B78283}"/>
              </a:ext>
            </a:extLst>
          </p:cNvPr>
          <p:cNvSpPr txBox="1"/>
          <p:nvPr/>
        </p:nvSpPr>
        <p:spPr>
          <a:xfrm>
            <a:off x="1558875" y="3539753"/>
            <a:ext cx="1088070" cy="400111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cs typeface="Arial" panose="020B0604020202020204" pitchFamily="34" charset="0"/>
              </a:rPr>
              <a:t>Graph</a:t>
            </a:r>
            <a:endParaRPr lang="zh-CN" altLang="en-US" sz="2000" b="1" dirty="0">
              <a:cs typeface="Arial" panose="020B0604020202020204" pitchFamily="34" charset="0"/>
            </a:endParaRPr>
          </a:p>
        </p:txBody>
      </p:sp>
      <p:sp>
        <p:nvSpPr>
          <p:cNvPr id="663" name="椭圆 662">
            <a:extLst>
              <a:ext uri="{FF2B5EF4-FFF2-40B4-BE49-F238E27FC236}">
                <a16:creationId xmlns:a16="http://schemas.microsoft.com/office/drawing/2014/main" id="{B8961E2D-8742-6075-CB42-B1F9BBF95966}"/>
              </a:ext>
            </a:extLst>
          </p:cNvPr>
          <p:cNvSpPr/>
          <p:nvPr/>
        </p:nvSpPr>
        <p:spPr>
          <a:xfrm rot="5400000">
            <a:off x="2159528" y="2411057"/>
            <a:ext cx="323707" cy="323867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cs typeface="Arial" panose="020B0604020202020204" pitchFamily="34" charset="0"/>
              </a:rPr>
              <a:t>1</a:t>
            </a:r>
            <a:endParaRPr lang="zh-CN" altLang="en-US" sz="2400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664" name="椭圆 663">
            <a:extLst>
              <a:ext uri="{FF2B5EF4-FFF2-40B4-BE49-F238E27FC236}">
                <a16:creationId xmlns:a16="http://schemas.microsoft.com/office/drawing/2014/main" id="{C5B8724F-2D7A-62E4-CE59-383FBBD7F324}"/>
              </a:ext>
            </a:extLst>
          </p:cNvPr>
          <p:cNvSpPr/>
          <p:nvPr/>
        </p:nvSpPr>
        <p:spPr>
          <a:xfrm rot="5400000">
            <a:off x="2159528" y="3113846"/>
            <a:ext cx="323707" cy="323867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cs typeface="Arial" panose="020B0604020202020204" pitchFamily="34" charset="0"/>
              </a:rPr>
              <a:t>3</a:t>
            </a:r>
            <a:endParaRPr lang="zh-CN" altLang="en-US" sz="2400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665" name="椭圆 664">
            <a:extLst>
              <a:ext uri="{FF2B5EF4-FFF2-40B4-BE49-F238E27FC236}">
                <a16:creationId xmlns:a16="http://schemas.microsoft.com/office/drawing/2014/main" id="{258B40D5-25BB-225B-4322-9FDB08994053}"/>
              </a:ext>
            </a:extLst>
          </p:cNvPr>
          <p:cNvSpPr/>
          <p:nvPr/>
        </p:nvSpPr>
        <p:spPr>
          <a:xfrm rot="5400000">
            <a:off x="1497554" y="2411057"/>
            <a:ext cx="323707" cy="323867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cs typeface="Arial" panose="020B0604020202020204" pitchFamily="34" charset="0"/>
              </a:rPr>
              <a:t>0</a:t>
            </a:r>
            <a:endParaRPr lang="zh-CN" altLang="en-US" sz="2400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666" name="椭圆 665">
            <a:extLst>
              <a:ext uri="{FF2B5EF4-FFF2-40B4-BE49-F238E27FC236}">
                <a16:creationId xmlns:a16="http://schemas.microsoft.com/office/drawing/2014/main" id="{D76E472D-5C66-1894-61CB-6EAF4DBA6C17}"/>
              </a:ext>
            </a:extLst>
          </p:cNvPr>
          <p:cNvSpPr/>
          <p:nvPr/>
        </p:nvSpPr>
        <p:spPr>
          <a:xfrm rot="5400000">
            <a:off x="1497554" y="3113846"/>
            <a:ext cx="323707" cy="323867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cs typeface="Arial" panose="020B0604020202020204" pitchFamily="34" charset="0"/>
              </a:rPr>
              <a:t>2</a:t>
            </a:r>
            <a:endParaRPr lang="zh-CN" altLang="en-US" sz="2400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cxnSp>
        <p:nvCxnSpPr>
          <p:cNvPr id="667" name="直接连接符 781">
            <a:extLst>
              <a:ext uri="{FF2B5EF4-FFF2-40B4-BE49-F238E27FC236}">
                <a16:creationId xmlns:a16="http://schemas.microsoft.com/office/drawing/2014/main" id="{D9E65A5B-686D-C6BE-2C32-0177C9B06C78}"/>
              </a:ext>
            </a:extLst>
          </p:cNvPr>
          <p:cNvCxnSpPr>
            <a:cxnSpLocks/>
          </p:cNvCxnSpPr>
          <p:nvPr/>
        </p:nvCxnSpPr>
        <p:spPr>
          <a:xfrm flipH="1">
            <a:off x="1822802" y="2572983"/>
            <a:ext cx="32824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68" name="直接连接符 786">
            <a:extLst>
              <a:ext uri="{FF2B5EF4-FFF2-40B4-BE49-F238E27FC236}">
                <a16:creationId xmlns:a16="http://schemas.microsoft.com/office/drawing/2014/main" id="{4A3C9937-F9E3-684A-19F4-DF58BE77BA5F}"/>
              </a:ext>
            </a:extLst>
          </p:cNvPr>
          <p:cNvCxnSpPr>
            <a:cxnSpLocks/>
          </p:cNvCxnSpPr>
          <p:nvPr/>
        </p:nvCxnSpPr>
        <p:spPr>
          <a:xfrm>
            <a:off x="1659408" y="2734845"/>
            <a:ext cx="0" cy="37908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69" name="矩形 668">
            <a:extLst>
              <a:ext uri="{FF2B5EF4-FFF2-40B4-BE49-F238E27FC236}">
                <a16:creationId xmlns:a16="http://schemas.microsoft.com/office/drawing/2014/main" id="{5BDA7545-E4F8-42B1-1DD6-F6F5254122BD}"/>
              </a:ext>
            </a:extLst>
          </p:cNvPr>
          <p:cNvSpPr/>
          <p:nvPr/>
        </p:nvSpPr>
        <p:spPr>
          <a:xfrm rot="5400000" flipH="1">
            <a:off x="934264" y="2322714"/>
            <a:ext cx="241954" cy="20543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670" name="矩形 669">
            <a:extLst>
              <a:ext uri="{FF2B5EF4-FFF2-40B4-BE49-F238E27FC236}">
                <a16:creationId xmlns:a16="http://schemas.microsoft.com/office/drawing/2014/main" id="{CABE4B01-F184-18C0-4CBA-9A25C8943CFE}"/>
              </a:ext>
            </a:extLst>
          </p:cNvPr>
          <p:cNvSpPr/>
          <p:nvPr/>
        </p:nvSpPr>
        <p:spPr>
          <a:xfrm rot="5400000" flipH="1">
            <a:off x="728840" y="2322720"/>
            <a:ext cx="241951" cy="20543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671" name="矩形 670">
            <a:extLst>
              <a:ext uri="{FF2B5EF4-FFF2-40B4-BE49-F238E27FC236}">
                <a16:creationId xmlns:a16="http://schemas.microsoft.com/office/drawing/2014/main" id="{BFF97E56-4222-33D8-7B73-41813CC8D777}"/>
              </a:ext>
            </a:extLst>
          </p:cNvPr>
          <p:cNvSpPr/>
          <p:nvPr/>
        </p:nvSpPr>
        <p:spPr>
          <a:xfrm rot="5400000" flipH="1">
            <a:off x="523408" y="2322723"/>
            <a:ext cx="241940" cy="20543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672" name="矩形 671">
            <a:extLst>
              <a:ext uri="{FF2B5EF4-FFF2-40B4-BE49-F238E27FC236}">
                <a16:creationId xmlns:a16="http://schemas.microsoft.com/office/drawing/2014/main" id="{23C2C8BC-8D11-58A2-5EB7-6DBA6B81A2A4}"/>
              </a:ext>
            </a:extLst>
          </p:cNvPr>
          <p:cNvSpPr/>
          <p:nvPr/>
        </p:nvSpPr>
        <p:spPr>
          <a:xfrm rot="5400000" flipH="1">
            <a:off x="317984" y="2322725"/>
            <a:ext cx="241940" cy="20543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673" name="矩形 672">
            <a:extLst>
              <a:ext uri="{FF2B5EF4-FFF2-40B4-BE49-F238E27FC236}">
                <a16:creationId xmlns:a16="http://schemas.microsoft.com/office/drawing/2014/main" id="{603C010D-72DF-E6C0-D17D-4AA39F29C789}"/>
              </a:ext>
            </a:extLst>
          </p:cNvPr>
          <p:cNvSpPr/>
          <p:nvPr/>
        </p:nvSpPr>
        <p:spPr>
          <a:xfrm rot="5400000" flipH="1">
            <a:off x="934264" y="2618608"/>
            <a:ext cx="241954" cy="20543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674" name="矩形 673">
            <a:extLst>
              <a:ext uri="{FF2B5EF4-FFF2-40B4-BE49-F238E27FC236}">
                <a16:creationId xmlns:a16="http://schemas.microsoft.com/office/drawing/2014/main" id="{D2483EB2-5A44-7DDD-8F1F-F036CBF5D19B}"/>
              </a:ext>
            </a:extLst>
          </p:cNvPr>
          <p:cNvSpPr/>
          <p:nvPr/>
        </p:nvSpPr>
        <p:spPr>
          <a:xfrm rot="5400000" flipH="1">
            <a:off x="728840" y="2618614"/>
            <a:ext cx="241951" cy="20543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675" name="矩形 674">
            <a:extLst>
              <a:ext uri="{FF2B5EF4-FFF2-40B4-BE49-F238E27FC236}">
                <a16:creationId xmlns:a16="http://schemas.microsoft.com/office/drawing/2014/main" id="{4F17C89F-B1D5-9BF0-F4A7-D6869B18A09B}"/>
              </a:ext>
            </a:extLst>
          </p:cNvPr>
          <p:cNvSpPr/>
          <p:nvPr/>
        </p:nvSpPr>
        <p:spPr>
          <a:xfrm rot="5400000" flipH="1">
            <a:off x="523408" y="2618618"/>
            <a:ext cx="241940" cy="20543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676" name="矩形 675">
            <a:extLst>
              <a:ext uri="{FF2B5EF4-FFF2-40B4-BE49-F238E27FC236}">
                <a16:creationId xmlns:a16="http://schemas.microsoft.com/office/drawing/2014/main" id="{574F0ECF-98F3-20BC-208D-695243DE76DE}"/>
              </a:ext>
            </a:extLst>
          </p:cNvPr>
          <p:cNvSpPr/>
          <p:nvPr/>
        </p:nvSpPr>
        <p:spPr>
          <a:xfrm rot="5400000" flipH="1">
            <a:off x="317984" y="2618619"/>
            <a:ext cx="241940" cy="20543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677" name="矩形 676">
            <a:extLst>
              <a:ext uri="{FF2B5EF4-FFF2-40B4-BE49-F238E27FC236}">
                <a16:creationId xmlns:a16="http://schemas.microsoft.com/office/drawing/2014/main" id="{510BA9EE-A773-A30C-5B8C-DF09A9272C5A}"/>
              </a:ext>
            </a:extLst>
          </p:cNvPr>
          <p:cNvSpPr/>
          <p:nvPr/>
        </p:nvSpPr>
        <p:spPr>
          <a:xfrm rot="5400000" flipH="1">
            <a:off x="934264" y="3012260"/>
            <a:ext cx="241954" cy="20543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678" name="矩形 677">
            <a:extLst>
              <a:ext uri="{FF2B5EF4-FFF2-40B4-BE49-F238E27FC236}">
                <a16:creationId xmlns:a16="http://schemas.microsoft.com/office/drawing/2014/main" id="{730CCF55-8ADD-95CF-B9C6-B95CCF76B8EB}"/>
              </a:ext>
            </a:extLst>
          </p:cNvPr>
          <p:cNvSpPr/>
          <p:nvPr/>
        </p:nvSpPr>
        <p:spPr>
          <a:xfrm rot="5400000" flipH="1">
            <a:off x="728840" y="3012267"/>
            <a:ext cx="241951" cy="20543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679" name="矩形 678">
            <a:extLst>
              <a:ext uri="{FF2B5EF4-FFF2-40B4-BE49-F238E27FC236}">
                <a16:creationId xmlns:a16="http://schemas.microsoft.com/office/drawing/2014/main" id="{4F119407-7172-8939-FE7A-F6FD23E0BC88}"/>
              </a:ext>
            </a:extLst>
          </p:cNvPr>
          <p:cNvSpPr/>
          <p:nvPr/>
        </p:nvSpPr>
        <p:spPr>
          <a:xfrm rot="5400000" flipH="1">
            <a:off x="523408" y="3012270"/>
            <a:ext cx="241940" cy="20543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680" name="矩形 679">
            <a:extLst>
              <a:ext uri="{FF2B5EF4-FFF2-40B4-BE49-F238E27FC236}">
                <a16:creationId xmlns:a16="http://schemas.microsoft.com/office/drawing/2014/main" id="{55FC3A49-C935-C23B-8D62-692E1F3E5E98}"/>
              </a:ext>
            </a:extLst>
          </p:cNvPr>
          <p:cNvSpPr/>
          <p:nvPr/>
        </p:nvSpPr>
        <p:spPr>
          <a:xfrm rot="5400000" flipH="1">
            <a:off x="317984" y="3012271"/>
            <a:ext cx="241940" cy="20543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681" name="矩形 680">
            <a:extLst>
              <a:ext uri="{FF2B5EF4-FFF2-40B4-BE49-F238E27FC236}">
                <a16:creationId xmlns:a16="http://schemas.microsoft.com/office/drawing/2014/main" id="{5B4DD490-CDBD-FBF7-F6E2-521CDE7C2B9E}"/>
              </a:ext>
            </a:extLst>
          </p:cNvPr>
          <p:cNvSpPr/>
          <p:nvPr/>
        </p:nvSpPr>
        <p:spPr>
          <a:xfrm rot="5400000" flipH="1">
            <a:off x="934264" y="3308155"/>
            <a:ext cx="241954" cy="20543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682" name="矩形 681">
            <a:extLst>
              <a:ext uri="{FF2B5EF4-FFF2-40B4-BE49-F238E27FC236}">
                <a16:creationId xmlns:a16="http://schemas.microsoft.com/office/drawing/2014/main" id="{AE847831-9E8C-8AEA-F4E5-508B0EDEB03A}"/>
              </a:ext>
            </a:extLst>
          </p:cNvPr>
          <p:cNvSpPr/>
          <p:nvPr/>
        </p:nvSpPr>
        <p:spPr>
          <a:xfrm rot="5400000" flipH="1">
            <a:off x="728840" y="3308161"/>
            <a:ext cx="241951" cy="20543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683" name="矩形 682">
            <a:extLst>
              <a:ext uri="{FF2B5EF4-FFF2-40B4-BE49-F238E27FC236}">
                <a16:creationId xmlns:a16="http://schemas.microsoft.com/office/drawing/2014/main" id="{3BB37BC0-FB90-38E4-1A7F-4B2E126D429D}"/>
              </a:ext>
            </a:extLst>
          </p:cNvPr>
          <p:cNvSpPr/>
          <p:nvPr/>
        </p:nvSpPr>
        <p:spPr>
          <a:xfrm rot="5400000" flipH="1">
            <a:off x="523408" y="3308164"/>
            <a:ext cx="241940" cy="20543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684" name="矩形 683">
            <a:extLst>
              <a:ext uri="{FF2B5EF4-FFF2-40B4-BE49-F238E27FC236}">
                <a16:creationId xmlns:a16="http://schemas.microsoft.com/office/drawing/2014/main" id="{0720B2DA-A1C4-4C56-09C8-6A32A23615BF}"/>
              </a:ext>
            </a:extLst>
          </p:cNvPr>
          <p:cNvSpPr/>
          <p:nvPr/>
        </p:nvSpPr>
        <p:spPr>
          <a:xfrm rot="5400000" flipH="1">
            <a:off x="317984" y="3308166"/>
            <a:ext cx="241940" cy="20543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685" name="文本框 684">
            <a:extLst>
              <a:ext uri="{FF2B5EF4-FFF2-40B4-BE49-F238E27FC236}">
                <a16:creationId xmlns:a16="http://schemas.microsoft.com/office/drawing/2014/main" id="{6395D23E-0EE6-952C-086B-D791899FF697}"/>
              </a:ext>
            </a:extLst>
          </p:cNvPr>
          <p:cNvSpPr txBox="1"/>
          <p:nvPr/>
        </p:nvSpPr>
        <p:spPr>
          <a:xfrm>
            <a:off x="266734" y="3539753"/>
            <a:ext cx="1071288" cy="400111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cs typeface="Arial" panose="020B0604020202020204" pitchFamily="34" charset="0"/>
              </a:rPr>
              <a:t>Feature</a:t>
            </a:r>
            <a:endParaRPr lang="zh-CN" altLang="en-US" sz="2000" b="1" dirty="0">
              <a:cs typeface="Arial" panose="020B0604020202020204" pitchFamily="34" charset="0"/>
            </a:endParaRPr>
          </a:p>
        </p:txBody>
      </p:sp>
      <p:cxnSp>
        <p:nvCxnSpPr>
          <p:cNvPr id="686" name="直接连接符 458">
            <a:extLst>
              <a:ext uri="{FF2B5EF4-FFF2-40B4-BE49-F238E27FC236}">
                <a16:creationId xmlns:a16="http://schemas.microsoft.com/office/drawing/2014/main" id="{85FEBC54-278F-4232-264B-1B34A5B8A132}"/>
              </a:ext>
            </a:extLst>
          </p:cNvPr>
          <p:cNvCxnSpPr>
            <a:cxnSpLocks/>
          </p:cNvCxnSpPr>
          <p:nvPr/>
        </p:nvCxnSpPr>
        <p:spPr>
          <a:xfrm flipV="1">
            <a:off x="2321382" y="2732658"/>
            <a:ext cx="0" cy="38126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87" name="直接连接符 461">
            <a:extLst>
              <a:ext uri="{FF2B5EF4-FFF2-40B4-BE49-F238E27FC236}">
                <a16:creationId xmlns:a16="http://schemas.microsoft.com/office/drawing/2014/main" id="{15BDD055-6B82-B6D8-8117-8FEE403E42D3}"/>
              </a:ext>
            </a:extLst>
          </p:cNvPr>
          <p:cNvCxnSpPr>
            <a:cxnSpLocks/>
            <a:stCxn id="664" idx="3"/>
            <a:endCxn id="665" idx="7"/>
          </p:cNvCxnSpPr>
          <p:nvPr/>
        </p:nvCxnSpPr>
        <p:spPr>
          <a:xfrm flipH="1" flipV="1">
            <a:off x="1773912" y="2687439"/>
            <a:ext cx="432966" cy="47389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88" name="直接连接符 464">
            <a:extLst>
              <a:ext uri="{FF2B5EF4-FFF2-40B4-BE49-F238E27FC236}">
                <a16:creationId xmlns:a16="http://schemas.microsoft.com/office/drawing/2014/main" id="{88E7783C-EF31-7126-AB3C-B984608E92F1}"/>
              </a:ext>
            </a:extLst>
          </p:cNvPr>
          <p:cNvCxnSpPr>
            <a:cxnSpLocks/>
          </p:cNvCxnSpPr>
          <p:nvPr/>
        </p:nvCxnSpPr>
        <p:spPr>
          <a:xfrm flipH="1">
            <a:off x="1819882" y="3275772"/>
            <a:ext cx="3299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89" name="直接连接符 483">
            <a:extLst>
              <a:ext uri="{FF2B5EF4-FFF2-40B4-BE49-F238E27FC236}">
                <a16:creationId xmlns:a16="http://schemas.microsoft.com/office/drawing/2014/main" id="{FC5D8994-24C0-185A-0153-C86D093B21B9}"/>
              </a:ext>
            </a:extLst>
          </p:cNvPr>
          <p:cNvCxnSpPr>
            <a:cxnSpLocks/>
          </p:cNvCxnSpPr>
          <p:nvPr/>
        </p:nvCxnSpPr>
        <p:spPr>
          <a:xfrm flipH="1">
            <a:off x="221520" y="2916998"/>
            <a:ext cx="2233003" cy="4534"/>
          </a:xfrm>
          <a:prstGeom prst="line">
            <a:avLst/>
          </a:prstGeom>
          <a:ln w="28575">
            <a:solidFill>
              <a:schemeClr val="tx1"/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90" name="文本框 689">
            <a:extLst>
              <a:ext uri="{FF2B5EF4-FFF2-40B4-BE49-F238E27FC236}">
                <a16:creationId xmlns:a16="http://schemas.microsoft.com/office/drawing/2014/main" id="{3AEF86FE-61CD-21A9-6094-4FF3C825B850}"/>
              </a:ext>
            </a:extLst>
          </p:cNvPr>
          <p:cNvSpPr txBox="1"/>
          <p:nvPr/>
        </p:nvSpPr>
        <p:spPr>
          <a:xfrm>
            <a:off x="2246021" y="1378128"/>
            <a:ext cx="1182662" cy="461665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cs typeface="Arial" panose="020B0604020202020204" pitchFamily="34" charset="0"/>
              </a:rPr>
              <a:t>GPU1</a:t>
            </a:r>
            <a:endParaRPr lang="zh-CN" altLang="en-US" sz="3600" b="1" dirty="0">
              <a:cs typeface="Arial" panose="020B0604020202020204" pitchFamily="34" charset="0"/>
            </a:endParaRPr>
          </a:p>
        </p:txBody>
      </p:sp>
      <p:cxnSp>
        <p:nvCxnSpPr>
          <p:cNvPr id="691" name="直接连接符 953">
            <a:extLst>
              <a:ext uri="{FF2B5EF4-FFF2-40B4-BE49-F238E27FC236}">
                <a16:creationId xmlns:a16="http://schemas.microsoft.com/office/drawing/2014/main" id="{EE5B76AF-35CE-6C84-2A79-C6D89EE6F853}"/>
              </a:ext>
            </a:extLst>
          </p:cNvPr>
          <p:cNvCxnSpPr>
            <a:cxnSpLocks/>
          </p:cNvCxnSpPr>
          <p:nvPr/>
        </p:nvCxnSpPr>
        <p:spPr>
          <a:xfrm flipV="1">
            <a:off x="1175682" y="1622243"/>
            <a:ext cx="1036461" cy="392021"/>
          </a:xfrm>
          <a:prstGeom prst="bentConnector3">
            <a:avLst>
              <a:gd name="adj1" fmla="val 771"/>
            </a:avLst>
          </a:prstGeom>
          <a:ln w="28575">
            <a:solidFill>
              <a:schemeClr val="tx1"/>
            </a:solidFill>
            <a:prstDash val="solid"/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92" name="直接连接符 953">
            <a:extLst>
              <a:ext uri="{FF2B5EF4-FFF2-40B4-BE49-F238E27FC236}">
                <a16:creationId xmlns:a16="http://schemas.microsoft.com/office/drawing/2014/main" id="{156E4C85-9AFD-F541-EC9F-594E9BECF93A}"/>
              </a:ext>
            </a:extLst>
          </p:cNvPr>
          <p:cNvCxnSpPr>
            <a:cxnSpLocks/>
          </p:cNvCxnSpPr>
          <p:nvPr/>
        </p:nvCxnSpPr>
        <p:spPr>
          <a:xfrm>
            <a:off x="1153137" y="4036528"/>
            <a:ext cx="1052054" cy="440352"/>
          </a:xfrm>
          <a:prstGeom prst="bentConnector3">
            <a:avLst>
              <a:gd name="adj1" fmla="val 891"/>
            </a:avLst>
          </a:prstGeom>
          <a:ln w="28575">
            <a:solidFill>
              <a:schemeClr val="tx1"/>
            </a:solidFill>
            <a:prstDash val="solid"/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93" name="文本框 692">
            <a:extLst>
              <a:ext uri="{FF2B5EF4-FFF2-40B4-BE49-F238E27FC236}">
                <a16:creationId xmlns:a16="http://schemas.microsoft.com/office/drawing/2014/main" id="{E37283D9-C68D-4EB7-ECF8-FAE30C12D18B}"/>
              </a:ext>
            </a:extLst>
          </p:cNvPr>
          <p:cNvSpPr txBox="1"/>
          <p:nvPr/>
        </p:nvSpPr>
        <p:spPr>
          <a:xfrm>
            <a:off x="2213257" y="4242542"/>
            <a:ext cx="1182662" cy="461665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cs typeface="Arial" panose="020B0604020202020204" pitchFamily="34" charset="0"/>
              </a:rPr>
              <a:t>GPU2</a:t>
            </a:r>
            <a:endParaRPr lang="zh-CN" altLang="en-US" sz="3600" b="1" dirty="0">
              <a:cs typeface="Arial" panose="020B0604020202020204" pitchFamily="34" charset="0"/>
            </a:endParaRPr>
          </a:p>
        </p:txBody>
      </p:sp>
      <p:sp>
        <p:nvSpPr>
          <p:cNvPr id="694" name="椭圆 693">
            <a:extLst>
              <a:ext uri="{FF2B5EF4-FFF2-40B4-BE49-F238E27FC236}">
                <a16:creationId xmlns:a16="http://schemas.microsoft.com/office/drawing/2014/main" id="{D0941E6D-A0B4-8D60-E6CD-86E11A172AA0}"/>
              </a:ext>
            </a:extLst>
          </p:cNvPr>
          <p:cNvSpPr/>
          <p:nvPr/>
        </p:nvSpPr>
        <p:spPr>
          <a:xfrm rot="5400000">
            <a:off x="4799131" y="1468112"/>
            <a:ext cx="322854" cy="32384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cs typeface="Arial" panose="020B0604020202020204" pitchFamily="34" charset="0"/>
              </a:rPr>
              <a:t>1</a:t>
            </a:r>
            <a:endParaRPr lang="zh-CN" altLang="en-US" sz="2400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695" name="椭圆 694">
            <a:extLst>
              <a:ext uri="{FF2B5EF4-FFF2-40B4-BE49-F238E27FC236}">
                <a16:creationId xmlns:a16="http://schemas.microsoft.com/office/drawing/2014/main" id="{18FCB6E2-49D9-BDE2-9FFC-419B0138D4FF}"/>
              </a:ext>
            </a:extLst>
          </p:cNvPr>
          <p:cNvSpPr/>
          <p:nvPr/>
        </p:nvSpPr>
        <p:spPr>
          <a:xfrm rot="5400000">
            <a:off x="4799131" y="2169048"/>
            <a:ext cx="322854" cy="323843"/>
          </a:xfrm>
          <a:prstGeom prst="ellipse">
            <a:avLst/>
          </a:prstGeom>
          <a:noFill/>
          <a:ln w="28575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cs typeface="Arial" panose="020B0604020202020204" pitchFamily="34" charset="0"/>
              </a:rPr>
              <a:t>3</a:t>
            </a:r>
            <a:endParaRPr lang="zh-CN" altLang="en-US" sz="2400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696" name="椭圆 695">
            <a:extLst>
              <a:ext uri="{FF2B5EF4-FFF2-40B4-BE49-F238E27FC236}">
                <a16:creationId xmlns:a16="http://schemas.microsoft.com/office/drawing/2014/main" id="{9E53D910-D407-C5D3-137B-EE5ABF2BFE21}"/>
              </a:ext>
            </a:extLst>
          </p:cNvPr>
          <p:cNvSpPr/>
          <p:nvPr/>
        </p:nvSpPr>
        <p:spPr>
          <a:xfrm rot="5400000">
            <a:off x="4137206" y="1468112"/>
            <a:ext cx="322854" cy="32384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cs typeface="Arial" panose="020B0604020202020204" pitchFamily="34" charset="0"/>
              </a:rPr>
              <a:t>0</a:t>
            </a:r>
            <a:endParaRPr lang="zh-CN" altLang="en-US" sz="2400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697" name="椭圆 696">
            <a:extLst>
              <a:ext uri="{FF2B5EF4-FFF2-40B4-BE49-F238E27FC236}">
                <a16:creationId xmlns:a16="http://schemas.microsoft.com/office/drawing/2014/main" id="{9CAF78C9-9086-904C-DB48-377C5491E667}"/>
              </a:ext>
            </a:extLst>
          </p:cNvPr>
          <p:cNvSpPr/>
          <p:nvPr/>
        </p:nvSpPr>
        <p:spPr>
          <a:xfrm rot="5400000">
            <a:off x="4137206" y="2169048"/>
            <a:ext cx="322854" cy="323843"/>
          </a:xfrm>
          <a:prstGeom prst="ellipse">
            <a:avLst/>
          </a:prstGeom>
          <a:noFill/>
          <a:ln w="28575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cs typeface="Arial" panose="020B0604020202020204" pitchFamily="34" charset="0"/>
              </a:rPr>
              <a:t>2</a:t>
            </a:r>
            <a:endParaRPr lang="zh-CN" altLang="en-US" sz="2400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cxnSp>
        <p:nvCxnSpPr>
          <p:cNvPr id="698" name="直接连接符 510">
            <a:extLst>
              <a:ext uri="{FF2B5EF4-FFF2-40B4-BE49-F238E27FC236}">
                <a16:creationId xmlns:a16="http://schemas.microsoft.com/office/drawing/2014/main" id="{04F00EC8-831E-CFB5-830C-C031F370C245}"/>
              </a:ext>
            </a:extLst>
          </p:cNvPr>
          <p:cNvCxnSpPr>
            <a:cxnSpLocks/>
          </p:cNvCxnSpPr>
          <p:nvPr/>
        </p:nvCxnSpPr>
        <p:spPr>
          <a:xfrm flipH="1">
            <a:off x="4462016" y="1630026"/>
            <a:ext cx="328224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99" name="直接连接符 511">
            <a:extLst>
              <a:ext uri="{FF2B5EF4-FFF2-40B4-BE49-F238E27FC236}">
                <a16:creationId xmlns:a16="http://schemas.microsoft.com/office/drawing/2014/main" id="{66775938-9C8A-F09E-BE73-45F7806B7673}"/>
              </a:ext>
            </a:extLst>
          </p:cNvPr>
          <p:cNvCxnSpPr>
            <a:cxnSpLocks/>
          </p:cNvCxnSpPr>
          <p:nvPr/>
        </p:nvCxnSpPr>
        <p:spPr>
          <a:xfrm>
            <a:off x="4298634" y="1791461"/>
            <a:ext cx="0" cy="378082"/>
          </a:xfrm>
          <a:prstGeom prst="line">
            <a:avLst/>
          </a:prstGeom>
          <a:ln w="28575">
            <a:solidFill>
              <a:schemeClr val="tx1"/>
            </a:solidFill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00" name="直接连接符 512">
            <a:extLst>
              <a:ext uri="{FF2B5EF4-FFF2-40B4-BE49-F238E27FC236}">
                <a16:creationId xmlns:a16="http://schemas.microsoft.com/office/drawing/2014/main" id="{DF3518C4-CE2E-752A-3966-186C0060825D}"/>
              </a:ext>
            </a:extLst>
          </p:cNvPr>
          <p:cNvCxnSpPr>
            <a:cxnSpLocks/>
          </p:cNvCxnSpPr>
          <p:nvPr/>
        </p:nvCxnSpPr>
        <p:spPr>
          <a:xfrm flipV="1">
            <a:off x="4960558" y="1789280"/>
            <a:ext cx="0" cy="380257"/>
          </a:xfrm>
          <a:prstGeom prst="line">
            <a:avLst/>
          </a:prstGeom>
          <a:ln w="28575">
            <a:solidFill>
              <a:schemeClr val="tx1"/>
            </a:solidFill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01" name="直接连接符 513">
            <a:extLst>
              <a:ext uri="{FF2B5EF4-FFF2-40B4-BE49-F238E27FC236}">
                <a16:creationId xmlns:a16="http://schemas.microsoft.com/office/drawing/2014/main" id="{FC74FD78-443A-7172-68FD-B61ECF647652}"/>
              </a:ext>
            </a:extLst>
          </p:cNvPr>
          <p:cNvCxnSpPr>
            <a:cxnSpLocks/>
            <a:stCxn id="695" idx="3"/>
            <a:endCxn id="696" idx="7"/>
          </p:cNvCxnSpPr>
          <p:nvPr/>
        </p:nvCxnSpPr>
        <p:spPr>
          <a:xfrm flipH="1" flipV="1">
            <a:off x="4413130" y="1744180"/>
            <a:ext cx="432934" cy="472644"/>
          </a:xfrm>
          <a:prstGeom prst="line">
            <a:avLst/>
          </a:prstGeom>
          <a:ln w="28575">
            <a:solidFill>
              <a:schemeClr val="tx1"/>
            </a:solidFill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710" name="组合 709">
            <a:extLst>
              <a:ext uri="{FF2B5EF4-FFF2-40B4-BE49-F238E27FC236}">
                <a16:creationId xmlns:a16="http://schemas.microsoft.com/office/drawing/2014/main" id="{18F3B423-FC79-8E67-C712-6291E90553E4}"/>
              </a:ext>
            </a:extLst>
          </p:cNvPr>
          <p:cNvGrpSpPr/>
          <p:nvPr/>
        </p:nvGrpSpPr>
        <p:grpSpPr>
          <a:xfrm>
            <a:off x="3191103" y="1349068"/>
            <a:ext cx="821650" cy="536436"/>
            <a:chOff x="5408615" y="10123996"/>
            <a:chExt cx="532461" cy="339599"/>
          </a:xfrm>
        </p:grpSpPr>
        <p:grpSp>
          <p:nvGrpSpPr>
            <p:cNvPr id="711" name="组合 710">
              <a:extLst>
                <a:ext uri="{FF2B5EF4-FFF2-40B4-BE49-F238E27FC236}">
                  <a16:creationId xmlns:a16="http://schemas.microsoft.com/office/drawing/2014/main" id="{7D3032D1-B532-A0F2-6002-EED955606FAA}"/>
                </a:ext>
              </a:extLst>
            </p:cNvPr>
            <p:cNvGrpSpPr/>
            <p:nvPr/>
          </p:nvGrpSpPr>
          <p:grpSpPr>
            <a:xfrm rot="5400000">
              <a:off x="5598460" y="9934151"/>
              <a:ext cx="152772" cy="532461"/>
              <a:chOff x="800913" y="5270079"/>
              <a:chExt cx="152772" cy="532461"/>
            </a:xfrm>
          </p:grpSpPr>
          <p:sp>
            <p:nvSpPr>
              <p:cNvPr id="717" name="矩形 716">
                <a:extLst>
                  <a:ext uri="{FF2B5EF4-FFF2-40B4-BE49-F238E27FC236}">
                    <a16:creationId xmlns:a16="http://schemas.microsoft.com/office/drawing/2014/main" id="{99B65259-8148-44EF-5E7D-3C851D4F94F4}"/>
                  </a:ext>
                </a:extLst>
              </p:cNvPr>
              <p:cNvSpPr/>
              <p:nvPr/>
            </p:nvSpPr>
            <p:spPr>
              <a:xfrm flipH="1">
                <a:off x="800913" y="5270079"/>
                <a:ext cx="152769" cy="133117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18" name="矩形 717">
                <a:extLst>
                  <a:ext uri="{FF2B5EF4-FFF2-40B4-BE49-F238E27FC236}">
                    <a16:creationId xmlns:a16="http://schemas.microsoft.com/office/drawing/2014/main" id="{7458C029-9D93-4A81-EDBB-D109DA4912C2}"/>
                  </a:ext>
                </a:extLst>
              </p:cNvPr>
              <p:cNvSpPr/>
              <p:nvPr/>
            </p:nvSpPr>
            <p:spPr>
              <a:xfrm flipH="1">
                <a:off x="800918" y="5403192"/>
                <a:ext cx="152767" cy="133117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19" name="矩形 718">
                <a:extLst>
                  <a:ext uri="{FF2B5EF4-FFF2-40B4-BE49-F238E27FC236}">
                    <a16:creationId xmlns:a16="http://schemas.microsoft.com/office/drawing/2014/main" id="{B4BECCB1-44B0-B25E-3073-980055A284A2}"/>
                  </a:ext>
                </a:extLst>
              </p:cNvPr>
              <p:cNvSpPr/>
              <p:nvPr/>
            </p:nvSpPr>
            <p:spPr>
              <a:xfrm flipH="1">
                <a:off x="800924" y="5536310"/>
                <a:ext cx="152760" cy="133117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20" name="矩形 719">
                <a:extLst>
                  <a:ext uri="{FF2B5EF4-FFF2-40B4-BE49-F238E27FC236}">
                    <a16:creationId xmlns:a16="http://schemas.microsoft.com/office/drawing/2014/main" id="{79EDAFAC-F0CC-9F33-40D6-860C12D67C1B}"/>
                  </a:ext>
                </a:extLst>
              </p:cNvPr>
              <p:cNvSpPr/>
              <p:nvPr/>
            </p:nvSpPr>
            <p:spPr>
              <a:xfrm flipH="1">
                <a:off x="800925" y="5669423"/>
                <a:ext cx="152760" cy="133117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712" name="组合 711">
              <a:extLst>
                <a:ext uri="{FF2B5EF4-FFF2-40B4-BE49-F238E27FC236}">
                  <a16:creationId xmlns:a16="http://schemas.microsoft.com/office/drawing/2014/main" id="{DBA6D9D2-0C48-6A60-6A1B-9BE0D891CF9B}"/>
                </a:ext>
              </a:extLst>
            </p:cNvPr>
            <p:cNvGrpSpPr/>
            <p:nvPr/>
          </p:nvGrpSpPr>
          <p:grpSpPr>
            <a:xfrm rot="5400000">
              <a:off x="5598460" y="10120978"/>
              <a:ext cx="152772" cy="532461"/>
              <a:chOff x="800913" y="5270079"/>
              <a:chExt cx="152772" cy="532461"/>
            </a:xfrm>
          </p:grpSpPr>
          <p:sp>
            <p:nvSpPr>
              <p:cNvPr id="713" name="矩形 712">
                <a:extLst>
                  <a:ext uri="{FF2B5EF4-FFF2-40B4-BE49-F238E27FC236}">
                    <a16:creationId xmlns:a16="http://schemas.microsoft.com/office/drawing/2014/main" id="{C6B190F1-D267-CFE5-41A7-9DF108448018}"/>
                  </a:ext>
                </a:extLst>
              </p:cNvPr>
              <p:cNvSpPr/>
              <p:nvPr/>
            </p:nvSpPr>
            <p:spPr>
              <a:xfrm flipH="1">
                <a:off x="800913" y="5270079"/>
                <a:ext cx="152769" cy="133117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14" name="矩形 713">
                <a:extLst>
                  <a:ext uri="{FF2B5EF4-FFF2-40B4-BE49-F238E27FC236}">
                    <a16:creationId xmlns:a16="http://schemas.microsoft.com/office/drawing/2014/main" id="{513E226B-86E7-A03E-19A5-056D49964994}"/>
                  </a:ext>
                </a:extLst>
              </p:cNvPr>
              <p:cNvSpPr/>
              <p:nvPr/>
            </p:nvSpPr>
            <p:spPr>
              <a:xfrm flipH="1">
                <a:off x="800918" y="5403192"/>
                <a:ext cx="152767" cy="133117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15" name="矩形 714">
                <a:extLst>
                  <a:ext uri="{FF2B5EF4-FFF2-40B4-BE49-F238E27FC236}">
                    <a16:creationId xmlns:a16="http://schemas.microsoft.com/office/drawing/2014/main" id="{8FB3234E-314C-F610-6126-B34768BFF8C1}"/>
                  </a:ext>
                </a:extLst>
              </p:cNvPr>
              <p:cNvSpPr/>
              <p:nvPr/>
            </p:nvSpPr>
            <p:spPr>
              <a:xfrm flipH="1">
                <a:off x="800924" y="5536310"/>
                <a:ext cx="152760" cy="133117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16" name="矩形 715">
                <a:extLst>
                  <a:ext uri="{FF2B5EF4-FFF2-40B4-BE49-F238E27FC236}">
                    <a16:creationId xmlns:a16="http://schemas.microsoft.com/office/drawing/2014/main" id="{FD4A8D5C-0784-BC09-042F-F68E396F0C8A}"/>
                  </a:ext>
                </a:extLst>
              </p:cNvPr>
              <p:cNvSpPr/>
              <p:nvPr/>
            </p:nvSpPr>
            <p:spPr>
              <a:xfrm flipH="1">
                <a:off x="800925" y="5669423"/>
                <a:ext cx="152760" cy="133117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721" name="组合 720">
            <a:extLst>
              <a:ext uri="{FF2B5EF4-FFF2-40B4-BE49-F238E27FC236}">
                <a16:creationId xmlns:a16="http://schemas.microsoft.com/office/drawing/2014/main" id="{2258E04E-736F-23D2-29D8-BBB63445413D}"/>
              </a:ext>
            </a:extLst>
          </p:cNvPr>
          <p:cNvGrpSpPr/>
          <p:nvPr/>
        </p:nvGrpSpPr>
        <p:grpSpPr>
          <a:xfrm>
            <a:off x="3180736" y="4342336"/>
            <a:ext cx="821650" cy="536436"/>
            <a:chOff x="5408615" y="10123996"/>
            <a:chExt cx="532461" cy="339599"/>
          </a:xfrm>
        </p:grpSpPr>
        <p:grpSp>
          <p:nvGrpSpPr>
            <p:cNvPr id="722" name="组合 721">
              <a:extLst>
                <a:ext uri="{FF2B5EF4-FFF2-40B4-BE49-F238E27FC236}">
                  <a16:creationId xmlns:a16="http://schemas.microsoft.com/office/drawing/2014/main" id="{3C358469-B4E7-9E2C-F9B9-7CE1EEDAE429}"/>
                </a:ext>
              </a:extLst>
            </p:cNvPr>
            <p:cNvGrpSpPr/>
            <p:nvPr/>
          </p:nvGrpSpPr>
          <p:grpSpPr>
            <a:xfrm rot="5400000">
              <a:off x="5598460" y="9934151"/>
              <a:ext cx="152772" cy="532461"/>
              <a:chOff x="800913" y="5270079"/>
              <a:chExt cx="152772" cy="532461"/>
            </a:xfrm>
          </p:grpSpPr>
          <p:sp>
            <p:nvSpPr>
              <p:cNvPr id="728" name="矩形 727">
                <a:extLst>
                  <a:ext uri="{FF2B5EF4-FFF2-40B4-BE49-F238E27FC236}">
                    <a16:creationId xmlns:a16="http://schemas.microsoft.com/office/drawing/2014/main" id="{4431552E-3B87-9C4D-0B27-37C11517790B}"/>
                  </a:ext>
                </a:extLst>
              </p:cNvPr>
              <p:cNvSpPr/>
              <p:nvPr/>
            </p:nvSpPr>
            <p:spPr>
              <a:xfrm flipH="1">
                <a:off x="800913" y="5270079"/>
                <a:ext cx="152769" cy="133117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29" name="矩形 728">
                <a:extLst>
                  <a:ext uri="{FF2B5EF4-FFF2-40B4-BE49-F238E27FC236}">
                    <a16:creationId xmlns:a16="http://schemas.microsoft.com/office/drawing/2014/main" id="{840101D1-27D0-B13D-7525-AE6B35FFD565}"/>
                  </a:ext>
                </a:extLst>
              </p:cNvPr>
              <p:cNvSpPr/>
              <p:nvPr/>
            </p:nvSpPr>
            <p:spPr>
              <a:xfrm flipH="1">
                <a:off x="800918" y="5403192"/>
                <a:ext cx="152767" cy="133117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30" name="矩形 729">
                <a:extLst>
                  <a:ext uri="{FF2B5EF4-FFF2-40B4-BE49-F238E27FC236}">
                    <a16:creationId xmlns:a16="http://schemas.microsoft.com/office/drawing/2014/main" id="{77008204-48AE-E413-6339-51366D4E5D9D}"/>
                  </a:ext>
                </a:extLst>
              </p:cNvPr>
              <p:cNvSpPr/>
              <p:nvPr/>
            </p:nvSpPr>
            <p:spPr>
              <a:xfrm flipH="1">
                <a:off x="800924" y="5536310"/>
                <a:ext cx="152760" cy="133117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31" name="矩形 730">
                <a:extLst>
                  <a:ext uri="{FF2B5EF4-FFF2-40B4-BE49-F238E27FC236}">
                    <a16:creationId xmlns:a16="http://schemas.microsoft.com/office/drawing/2014/main" id="{9131A218-8CFA-E8FB-5C91-769D71A47B61}"/>
                  </a:ext>
                </a:extLst>
              </p:cNvPr>
              <p:cNvSpPr/>
              <p:nvPr/>
            </p:nvSpPr>
            <p:spPr>
              <a:xfrm flipH="1">
                <a:off x="800925" y="5669423"/>
                <a:ext cx="152760" cy="133117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723" name="组合 722">
              <a:extLst>
                <a:ext uri="{FF2B5EF4-FFF2-40B4-BE49-F238E27FC236}">
                  <a16:creationId xmlns:a16="http://schemas.microsoft.com/office/drawing/2014/main" id="{B92D3F91-0D1F-0991-683D-2D3BC1075F06}"/>
                </a:ext>
              </a:extLst>
            </p:cNvPr>
            <p:cNvGrpSpPr/>
            <p:nvPr/>
          </p:nvGrpSpPr>
          <p:grpSpPr>
            <a:xfrm rot="5400000">
              <a:off x="5598460" y="10120978"/>
              <a:ext cx="152772" cy="532461"/>
              <a:chOff x="800913" y="5270079"/>
              <a:chExt cx="152772" cy="532461"/>
            </a:xfrm>
          </p:grpSpPr>
          <p:sp>
            <p:nvSpPr>
              <p:cNvPr id="724" name="矩形 723">
                <a:extLst>
                  <a:ext uri="{FF2B5EF4-FFF2-40B4-BE49-F238E27FC236}">
                    <a16:creationId xmlns:a16="http://schemas.microsoft.com/office/drawing/2014/main" id="{717CBB6E-0B27-6774-63B4-2D5F0857A69C}"/>
                  </a:ext>
                </a:extLst>
              </p:cNvPr>
              <p:cNvSpPr/>
              <p:nvPr/>
            </p:nvSpPr>
            <p:spPr>
              <a:xfrm flipH="1">
                <a:off x="800913" y="5270079"/>
                <a:ext cx="152769" cy="133117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25" name="矩形 724">
                <a:extLst>
                  <a:ext uri="{FF2B5EF4-FFF2-40B4-BE49-F238E27FC236}">
                    <a16:creationId xmlns:a16="http://schemas.microsoft.com/office/drawing/2014/main" id="{707F1618-EC71-7E60-9D6F-35819C9FE528}"/>
                  </a:ext>
                </a:extLst>
              </p:cNvPr>
              <p:cNvSpPr/>
              <p:nvPr/>
            </p:nvSpPr>
            <p:spPr>
              <a:xfrm flipH="1">
                <a:off x="800918" y="5403192"/>
                <a:ext cx="152767" cy="133117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26" name="矩形 725">
                <a:extLst>
                  <a:ext uri="{FF2B5EF4-FFF2-40B4-BE49-F238E27FC236}">
                    <a16:creationId xmlns:a16="http://schemas.microsoft.com/office/drawing/2014/main" id="{A6953977-2CD4-59E2-3AB6-159E2FD9FA3E}"/>
                  </a:ext>
                </a:extLst>
              </p:cNvPr>
              <p:cNvSpPr/>
              <p:nvPr/>
            </p:nvSpPr>
            <p:spPr>
              <a:xfrm flipH="1">
                <a:off x="800924" y="5536310"/>
                <a:ext cx="152760" cy="133117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27" name="矩形 726">
                <a:extLst>
                  <a:ext uri="{FF2B5EF4-FFF2-40B4-BE49-F238E27FC236}">
                    <a16:creationId xmlns:a16="http://schemas.microsoft.com/office/drawing/2014/main" id="{BE895D92-5CD6-787B-7BAC-05804975304B}"/>
                  </a:ext>
                </a:extLst>
              </p:cNvPr>
              <p:cNvSpPr/>
              <p:nvPr/>
            </p:nvSpPr>
            <p:spPr>
              <a:xfrm flipH="1">
                <a:off x="800925" y="5669423"/>
                <a:ext cx="152760" cy="133117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32" name="文本框 731">
                <a:extLst>
                  <a:ext uri="{FF2B5EF4-FFF2-40B4-BE49-F238E27FC236}">
                    <a16:creationId xmlns:a16="http://schemas.microsoft.com/office/drawing/2014/main" id="{141B12EB-5087-4215-2E66-B953863EC409}"/>
                  </a:ext>
                </a:extLst>
              </p:cNvPr>
              <p:cNvSpPr txBox="1"/>
              <p:nvPr/>
            </p:nvSpPr>
            <p:spPr>
              <a:xfrm>
                <a:off x="266734" y="3818078"/>
                <a:ext cx="1071288" cy="461665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1" i="1" dirty="0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altLang="zh-CN" sz="2400" b="1" i="1" dirty="0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𝑿</m:t>
                          </m:r>
                        </m:e>
                        <m:sub>
                          <m:r>
                            <a:rPr lang="en-US" altLang="zh-CN" sz="2400" b="1" i="1" dirty="0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𝟎</m:t>
                          </m:r>
                        </m:sub>
                      </m:sSub>
                    </m:oMath>
                  </m:oMathPara>
                </a14:m>
                <a:endParaRPr lang="zh-CN" altLang="en-US" sz="2400" b="1" dirty="0">
                  <a:solidFill>
                    <a:schemeClr val="accent6"/>
                  </a:solidFill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732" name="文本框 731">
                <a:extLst>
                  <a:ext uri="{FF2B5EF4-FFF2-40B4-BE49-F238E27FC236}">
                    <a16:creationId xmlns:a16="http://schemas.microsoft.com/office/drawing/2014/main" id="{141B12EB-5087-4215-2E66-B953863EC4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734" y="3818078"/>
                <a:ext cx="1071288" cy="461665"/>
              </a:xfrm>
              <a:prstGeom prst="rect">
                <a:avLst/>
              </a:prstGeom>
              <a:blipFill>
                <a:blip r:embed="rId3"/>
                <a:stretch>
                  <a:fillRect b="-2632"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34" name="直接连接符 699">
            <a:extLst>
              <a:ext uri="{FF2B5EF4-FFF2-40B4-BE49-F238E27FC236}">
                <a16:creationId xmlns:a16="http://schemas.microsoft.com/office/drawing/2014/main" id="{5A00B826-3962-4236-D689-CC42B0FD8B54}"/>
              </a:ext>
            </a:extLst>
          </p:cNvPr>
          <p:cNvCxnSpPr>
            <a:cxnSpLocks/>
          </p:cNvCxnSpPr>
          <p:nvPr/>
        </p:nvCxnSpPr>
        <p:spPr>
          <a:xfrm flipV="1">
            <a:off x="3335154" y="2971159"/>
            <a:ext cx="8784500" cy="22839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38" name="文本框 737">
                <a:extLst>
                  <a:ext uri="{FF2B5EF4-FFF2-40B4-BE49-F238E27FC236}">
                    <a16:creationId xmlns:a16="http://schemas.microsoft.com/office/drawing/2014/main" id="{5728766A-CB79-DDF7-19CE-E7E7F145CE2D}"/>
                  </a:ext>
                </a:extLst>
              </p:cNvPr>
              <p:cNvSpPr txBox="1"/>
              <p:nvPr/>
            </p:nvSpPr>
            <p:spPr>
              <a:xfrm>
                <a:off x="3156098" y="4918088"/>
                <a:ext cx="1071288" cy="461665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1" i="1" dirty="0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altLang="zh-CN" sz="2400" b="1" i="1" dirty="0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𝑿</m:t>
                          </m:r>
                        </m:e>
                        <m:sub>
                          <m:r>
                            <a:rPr lang="en-US" altLang="zh-CN" sz="2400" b="1" i="1" dirty="0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𝟎</m:t>
                          </m:r>
                        </m:sub>
                      </m:sSub>
                    </m:oMath>
                  </m:oMathPara>
                </a14:m>
                <a:endParaRPr lang="zh-CN" altLang="en-US" sz="2400" b="1" dirty="0">
                  <a:solidFill>
                    <a:schemeClr val="accent6"/>
                  </a:solidFill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738" name="文本框 737">
                <a:extLst>
                  <a:ext uri="{FF2B5EF4-FFF2-40B4-BE49-F238E27FC236}">
                    <a16:creationId xmlns:a16="http://schemas.microsoft.com/office/drawing/2014/main" id="{5728766A-CB79-DDF7-19CE-E7E7F145CE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56098" y="4918088"/>
                <a:ext cx="1071288" cy="461665"/>
              </a:xfrm>
              <a:prstGeom prst="rect">
                <a:avLst/>
              </a:prstGeom>
              <a:blipFill>
                <a:blip r:embed="rId4"/>
                <a:stretch>
                  <a:fillRect b="-1316"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39" name="椭圆 738">
            <a:extLst>
              <a:ext uri="{FF2B5EF4-FFF2-40B4-BE49-F238E27FC236}">
                <a16:creationId xmlns:a16="http://schemas.microsoft.com/office/drawing/2014/main" id="{812ACE19-2A75-867E-1DA8-3847B2B7B307}"/>
              </a:ext>
            </a:extLst>
          </p:cNvPr>
          <p:cNvSpPr/>
          <p:nvPr/>
        </p:nvSpPr>
        <p:spPr>
          <a:xfrm rot="5400000">
            <a:off x="4795550" y="3797582"/>
            <a:ext cx="322854" cy="323843"/>
          </a:xfrm>
          <a:prstGeom prst="ellipse">
            <a:avLst/>
          </a:prstGeom>
          <a:noFill/>
          <a:ln w="28575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cs typeface="Arial" panose="020B0604020202020204" pitchFamily="34" charset="0"/>
              </a:rPr>
              <a:t>1</a:t>
            </a:r>
            <a:endParaRPr lang="zh-CN" altLang="en-US" sz="2400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740" name="椭圆 739">
            <a:extLst>
              <a:ext uri="{FF2B5EF4-FFF2-40B4-BE49-F238E27FC236}">
                <a16:creationId xmlns:a16="http://schemas.microsoft.com/office/drawing/2014/main" id="{358DC92C-1316-F9B3-0235-8BD25436FC54}"/>
              </a:ext>
            </a:extLst>
          </p:cNvPr>
          <p:cNvSpPr/>
          <p:nvPr/>
        </p:nvSpPr>
        <p:spPr>
          <a:xfrm rot="5400000">
            <a:off x="4795550" y="4498518"/>
            <a:ext cx="322854" cy="32384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cs typeface="Arial" panose="020B0604020202020204" pitchFamily="34" charset="0"/>
              </a:rPr>
              <a:t>3</a:t>
            </a:r>
            <a:endParaRPr lang="zh-CN" altLang="en-US" sz="2400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741" name="椭圆 740">
            <a:extLst>
              <a:ext uri="{FF2B5EF4-FFF2-40B4-BE49-F238E27FC236}">
                <a16:creationId xmlns:a16="http://schemas.microsoft.com/office/drawing/2014/main" id="{57BF600A-62D9-45E7-659C-0A0C04657A9C}"/>
              </a:ext>
            </a:extLst>
          </p:cNvPr>
          <p:cNvSpPr/>
          <p:nvPr/>
        </p:nvSpPr>
        <p:spPr>
          <a:xfrm rot="5400000">
            <a:off x="4133625" y="3797582"/>
            <a:ext cx="322854" cy="323843"/>
          </a:xfrm>
          <a:prstGeom prst="ellipse">
            <a:avLst/>
          </a:prstGeom>
          <a:noFill/>
          <a:ln w="28575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cs typeface="Arial" panose="020B0604020202020204" pitchFamily="34" charset="0"/>
              </a:rPr>
              <a:t>0</a:t>
            </a:r>
            <a:endParaRPr lang="zh-CN" altLang="en-US" sz="2400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742" name="椭圆 741">
            <a:extLst>
              <a:ext uri="{FF2B5EF4-FFF2-40B4-BE49-F238E27FC236}">
                <a16:creationId xmlns:a16="http://schemas.microsoft.com/office/drawing/2014/main" id="{F7FA3458-CBFB-C974-CCCA-6A1E79A074F3}"/>
              </a:ext>
            </a:extLst>
          </p:cNvPr>
          <p:cNvSpPr/>
          <p:nvPr/>
        </p:nvSpPr>
        <p:spPr>
          <a:xfrm rot="5400000">
            <a:off x="4133625" y="4498518"/>
            <a:ext cx="322854" cy="32384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cs typeface="Arial" panose="020B0604020202020204" pitchFamily="34" charset="0"/>
              </a:rPr>
              <a:t>2</a:t>
            </a:r>
            <a:endParaRPr lang="zh-CN" altLang="en-US" sz="2400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cxnSp>
        <p:nvCxnSpPr>
          <p:cNvPr id="743" name="直接连接符 521">
            <a:extLst>
              <a:ext uri="{FF2B5EF4-FFF2-40B4-BE49-F238E27FC236}">
                <a16:creationId xmlns:a16="http://schemas.microsoft.com/office/drawing/2014/main" id="{AD0600E3-10A6-E866-43CC-BDB975E48498}"/>
              </a:ext>
            </a:extLst>
          </p:cNvPr>
          <p:cNvCxnSpPr>
            <a:cxnSpLocks/>
          </p:cNvCxnSpPr>
          <p:nvPr/>
        </p:nvCxnSpPr>
        <p:spPr>
          <a:xfrm>
            <a:off x="4295052" y="4120931"/>
            <a:ext cx="0" cy="378082"/>
          </a:xfrm>
          <a:prstGeom prst="line">
            <a:avLst/>
          </a:prstGeom>
          <a:ln w="28575">
            <a:solidFill>
              <a:schemeClr val="tx1"/>
            </a:solidFill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44" name="直接连接符 522">
            <a:extLst>
              <a:ext uri="{FF2B5EF4-FFF2-40B4-BE49-F238E27FC236}">
                <a16:creationId xmlns:a16="http://schemas.microsoft.com/office/drawing/2014/main" id="{25CA3C6A-ED67-7C75-784C-52F0273327E8}"/>
              </a:ext>
            </a:extLst>
          </p:cNvPr>
          <p:cNvCxnSpPr>
            <a:cxnSpLocks/>
          </p:cNvCxnSpPr>
          <p:nvPr/>
        </p:nvCxnSpPr>
        <p:spPr>
          <a:xfrm flipV="1">
            <a:off x="4956977" y="4118750"/>
            <a:ext cx="0" cy="380257"/>
          </a:xfrm>
          <a:prstGeom prst="line">
            <a:avLst/>
          </a:prstGeom>
          <a:ln w="28575">
            <a:solidFill>
              <a:schemeClr val="tx1"/>
            </a:solidFill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45" name="直接连接符 523">
            <a:extLst>
              <a:ext uri="{FF2B5EF4-FFF2-40B4-BE49-F238E27FC236}">
                <a16:creationId xmlns:a16="http://schemas.microsoft.com/office/drawing/2014/main" id="{467B8815-1491-4958-66D9-37B3AD875166}"/>
              </a:ext>
            </a:extLst>
          </p:cNvPr>
          <p:cNvCxnSpPr>
            <a:cxnSpLocks/>
            <a:stCxn id="740" idx="3"/>
            <a:endCxn id="741" idx="7"/>
          </p:cNvCxnSpPr>
          <p:nvPr/>
        </p:nvCxnSpPr>
        <p:spPr>
          <a:xfrm flipH="1" flipV="1">
            <a:off x="4409549" y="4073650"/>
            <a:ext cx="432934" cy="472644"/>
          </a:xfrm>
          <a:prstGeom prst="line">
            <a:avLst/>
          </a:prstGeom>
          <a:ln w="28575">
            <a:solidFill>
              <a:schemeClr val="tx1"/>
            </a:solidFill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46" name="直接连接符 524">
            <a:extLst>
              <a:ext uri="{FF2B5EF4-FFF2-40B4-BE49-F238E27FC236}">
                <a16:creationId xmlns:a16="http://schemas.microsoft.com/office/drawing/2014/main" id="{BD6E82A6-913D-815A-F70E-726096669B7A}"/>
              </a:ext>
            </a:extLst>
          </p:cNvPr>
          <p:cNvCxnSpPr>
            <a:cxnSpLocks/>
          </p:cNvCxnSpPr>
          <p:nvPr/>
        </p:nvCxnSpPr>
        <p:spPr>
          <a:xfrm flipH="1">
            <a:off x="4455515" y="4660433"/>
            <a:ext cx="32987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579463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288000" y="0"/>
            <a:ext cx="11164860" cy="141763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badi" panose="020B0604020202020204" pitchFamily="34" charset="0"/>
                <a:sym typeface="+mn-ea"/>
              </a:rPr>
              <a:t>Multi-GPU GNN Systems with Data Parallelism</a:t>
            </a:r>
            <a:endParaRPr lang="en-US" altLang="zh-CN" sz="3600" dirty="0">
              <a:latin typeface="Century Gothic" panose="020B050202020202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5" name="Rectangle 10"/>
          <p:cNvSpPr/>
          <p:nvPr/>
        </p:nvSpPr>
        <p:spPr>
          <a:xfrm>
            <a:off x="0" y="420787"/>
            <a:ext cx="288000" cy="57606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709CA35-E3F2-8BFB-A5B2-4DB572AEBBDF}"/>
              </a:ext>
            </a:extLst>
          </p:cNvPr>
          <p:cNvSpPr txBox="1"/>
          <p:nvPr/>
        </p:nvSpPr>
        <p:spPr>
          <a:xfrm>
            <a:off x="1558875" y="3539753"/>
            <a:ext cx="1088070" cy="400111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cs typeface="Arial" panose="020B0604020202020204" pitchFamily="34" charset="0"/>
              </a:rPr>
              <a:t>Graph</a:t>
            </a:r>
            <a:endParaRPr lang="zh-CN" altLang="en-US" sz="2000" b="1" dirty="0">
              <a:cs typeface="Arial" panose="020B0604020202020204" pitchFamily="34" charset="0"/>
            </a:endParaRP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B39A61F0-CCEA-47ED-52A7-1F966E022291}"/>
              </a:ext>
            </a:extLst>
          </p:cNvPr>
          <p:cNvSpPr/>
          <p:nvPr/>
        </p:nvSpPr>
        <p:spPr>
          <a:xfrm rot="5400000">
            <a:off x="2159528" y="2411057"/>
            <a:ext cx="323707" cy="323867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cs typeface="Arial" panose="020B0604020202020204" pitchFamily="34" charset="0"/>
              </a:rPr>
              <a:t>1</a:t>
            </a:r>
            <a:endParaRPr lang="zh-CN" altLang="en-US" sz="2400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FE8434F3-0B5B-1C4E-F302-A2502BCA608E}"/>
              </a:ext>
            </a:extLst>
          </p:cNvPr>
          <p:cNvSpPr/>
          <p:nvPr/>
        </p:nvSpPr>
        <p:spPr>
          <a:xfrm rot="5400000">
            <a:off x="2159528" y="3113846"/>
            <a:ext cx="323707" cy="323867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cs typeface="Arial" panose="020B0604020202020204" pitchFamily="34" charset="0"/>
              </a:rPr>
              <a:t>3</a:t>
            </a:r>
            <a:endParaRPr lang="zh-CN" altLang="en-US" sz="2400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005EA1F2-F4B4-4599-5060-A9A45AB8C69E}"/>
              </a:ext>
            </a:extLst>
          </p:cNvPr>
          <p:cNvSpPr/>
          <p:nvPr/>
        </p:nvSpPr>
        <p:spPr>
          <a:xfrm rot="5400000">
            <a:off x="1497554" y="2411057"/>
            <a:ext cx="323707" cy="323867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cs typeface="Arial" panose="020B0604020202020204" pitchFamily="34" charset="0"/>
              </a:rPr>
              <a:t>0</a:t>
            </a:r>
            <a:endParaRPr lang="zh-CN" altLang="en-US" sz="2400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D732ED16-3C19-3C6F-1602-6C25C988DEAE}"/>
              </a:ext>
            </a:extLst>
          </p:cNvPr>
          <p:cNvSpPr/>
          <p:nvPr/>
        </p:nvSpPr>
        <p:spPr>
          <a:xfrm rot="5400000">
            <a:off x="1497554" y="3113846"/>
            <a:ext cx="323707" cy="323867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cs typeface="Arial" panose="020B0604020202020204" pitchFamily="34" charset="0"/>
              </a:rPr>
              <a:t>2</a:t>
            </a:r>
            <a:endParaRPr lang="zh-CN" altLang="en-US" sz="2400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cxnSp>
        <p:nvCxnSpPr>
          <p:cNvPr id="10" name="直接连接符 781">
            <a:extLst>
              <a:ext uri="{FF2B5EF4-FFF2-40B4-BE49-F238E27FC236}">
                <a16:creationId xmlns:a16="http://schemas.microsoft.com/office/drawing/2014/main" id="{DB3AC2ED-3837-698E-C23B-16E9710CF8CC}"/>
              </a:ext>
            </a:extLst>
          </p:cNvPr>
          <p:cNvCxnSpPr>
            <a:cxnSpLocks/>
          </p:cNvCxnSpPr>
          <p:nvPr/>
        </p:nvCxnSpPr>
        <p:spPr>
          <a:xfrm flipH="1">
            <a:off x="1822802" y="2572983"/>
            <a:ext cx="32824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直接连接符 786">
            <a:extLst>
              <a:ext uri="{FF2B5EF4-FFF2-40B4-BE49-F238E27FC236}">
                <a16:creationId xmlns:a16="http://schemas.microsoft.com/office/drawing/2014/main" id="{9303225E-C395-7D69-D6AD-EA9B4C2E8382}"/>
              </a:ext>
            </a:extLst>
          </p:cNvPr>
          <p:cNvCxnSpPr>
            <a:cxnSpLocks/>
          </p:cNvCxnSpPr>
          <p:nvPr/>
        </p:nvCxnSpPr>
        <p:spPr>
          <a:xfrm>
            <a:off x="1659408" y="2734845"/>
            <a:ext cx="0" cy="37908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矩形 11">
            <a:extLst>
              <a:ext uri="{FF2B5EF4-FFF2-40B4-BE49-F238E27FC236}">
                <a16:creationId xmlns:a16="http://schemas.microsoft.com/office/drawing/2014/main" id="{3581CD8E-1448-B19F-1B68-0D1F9C367782}"/>
              </a:ext>
            </a:extLst>
          </p:cNvPr>
          <p:cNvSpPr/>
          <p:nvPr/>
        </p:nvSpPr>
        <p:spPr>
          <a:xfrm rot="5400000" flipH="1">
            <a:off x="934264" y="2322714"/>
            <a:ext cx="241954" cy="20543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52243E9-9892-C726-FCF6-84FAA3C18CA9}"/>
              </a:ext>
            </a:extLst>
          </p:cNvPr>
          <p:cNvSpPr/>
          <p:nvPr/>
        </p:nvSpPr>
        <p:spPr>
          <a:xfrm rot="5400000" flipH="1">
            <a:off x="728840" y="2322720"/>
            <a:ext cx="241951" cy="20543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71D65AA-0D66-B1CE-794D-EDB53C4B4479}"/>
              </a:ext>
            </a:extLst>
          </p:cNvPr>
          <p:cNvSpPr/>
          <p:nvPr/>
        </p:nvSpPr>
        <p:spPr>
          <a:xfrm rot="5400000" flipH="1">
            <a:off x="523408" y="2322723"/>
            <a:ext cx="241940" cy="20543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7D538AF-2F37-F0C4-3391-FE716A53A645}"/>
              </a:ext>
            </a:extLst>
          </p:cNvPr>
          <p:cNvSpPr/>
          <p:nvPr/>
        </p:nvSpPr>
        <p:spPr>
          <a:xfrm rot="5400000" flipH="1">
            <a:off x="317984" y="2322725"/>
            <a:ext cx="241940" cy="20543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613B9B69-EA97-BA51-0064-3909B61B0E0B}"/>
              </a:ext>
            </a:extLst>
          </p:cNvPr>
          <p:cNvSpPr/>
          <p:nvPr/>
        </p:nvSpPr>
        <p:spPr>
          <a:xfrm rot="5400000" flipH="1">
            <a:off x="934264" y="2618608"/>
            <a:ext cx="241954" cy="20543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F7C119F-79DE-4DCF-CB2C-DE3966EAD8E3}"/>
              </a:ext>
            </a:extLst>
          </p:cNvPr>
          <p:cNvSpPr/>
          <p:nvPr/>
        </p:nvSpPr>
        <p:spPr>
          <a:xfrm rot="5400000" flipH="1">
            <a:off x="728840" y="2618614"/>
            <a:ext cx="241951" cy="20543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89C482D-C736-3728-0BD3-D8E99212461A}"/>
              </a:ext>
            </a:extLst>
          </p:cNvPr>
          <p:cNvSpPr/>
          <p:nvPr/>
        </p:nvSpPr>
        <p:spPr>
          <a:xfrm rot="5400000" flipH="1">
            <a:off x="523408" y="2618618"/>
            <a:ext cx="241940" cy="20543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4BAA7583-B719-73E9-C06F-423CEF037D97}"/>
              </a:ext>
            </a:extLst>
          </p:cNvPr>
          <p:cNvSpPr/>
          <p:nvPr/>
        </p:nvSpPr>
        <p:spPr>
          <a:xfrm rot="5400000" flipH="1">
            <a:off x="317984" y="2618619"/>
            <a:ext cx="241940" cy="20543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B8A4FA2E-FE10-87C7-837A-AAE05A399BE5}"/>
              </a:ext>
            </a:extLst>
          </p:cNvPr>
          <p:cNvSpPr/>
          <p:nvPr/>
        </p:nvSpPr>
        <p:spPr>
          <a:xfrm rot="5400000" flipH="1">
            <a:off x="934264" y="3012260"/>
            <a:ext cx="241954" cy="20543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023EDA8C-50B1-FBB7-6C2E-A5114686966E}"/>
              </a:ext>
            </a:extLst>
          </p:cNvPr>
          <p:cNvSpPr/>
          <p:nvPr/>
        </p:nvSpPr>
        <p:spPr>
          <a:xfrm rot="5400000" flipH="1">
            <a:off x="728840" y="3012267"/>
            <a:ext cx="241951" cy="20543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F3962B14-3F48-92EC-90B0-7C33B574C1A9}"/>
              </a:ext>
            </a:extLst>
          </p:cNvPr>
          <p:cNvSpPr/>
          <p:nvPr/>
        </p:nvSpPr>
        <p:spPr>
          <a:xfrm rot="5400000" flipH="1">
            <a:off x="523408" y="3012270"/>
            <a:ext cx="241940" cy="20543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003F67E9-08F6-1BD1-E2B1-9CFBE06E56A4}"/>
              </a:ext>
            </a:extLst>
          </p:cNvPr>
          <p:cNvSpPr/>
          <p:nvPr/>
        </p:nvSpPr>
        <p:spPr>
          <a:xfrm rot="5400000" flipH="1">
            <a:off x="317984" y="3012271"/>
            <a:ext cx="241940" cy="20543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8BDF58AD-3195-EC7A-2898-F9B2B6CC2FA3}"/>
              </a:ext>
            </a:extLst>
          </p:cNvPr>
          <p:cNvSpPr/>
          <p:nvPr/>
        </p:nvSpPr>
        <p:spPr>
          <a:xfrm rot="5400000" flipH="1">
            <a:off x="934264" y="3308155"/>
            <a:ext cx="241954" cy="20543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D2773DE6-85D0-A06A-6904-1BEDB52E2868}"/>
              </a:ext>
            </a:extLst>
          </p:cNvPr>
          <p:cNvSpPr/>
          <p:nvPr/>
        </p:nvSpPr>
        <p:spPr>
          <a:xfrm rot="5400000" flipH="1">
            <a:off x="728840" y="3308161"/>
            <a:ext cx="241951" cy="20543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D93687DD-9D0D-F7CC-0741-6FD0E4C10B4D}"/>
              </a:ext>
            </a:extLst>
          </p:cNvPr>
          <p:cNvSpPr/>
          <p:nvPr/>
        </p:nvSpPr>
        <p:spPr>
          <a:xfrm rot="5400000" flipH="1">
            <a:off x="523408" y="3308164"/>
            <a:ext cx="241940" cy="20543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FC1B7654-C154-821A-F35D-EA4FB15E19F5}"/>
              </a:ext>
            </a:extLst>
          </p:cNvPr>
          <p:cNvSpPr/>
          <p:nvPr/>
        </p:nvSpPr>
        <p:spPr>
          <a:xfrm rot="5400000" flipH="1">
            <a:off x="317984" y="3308166"/>
            <a:ext cx="241940" cy="20543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6C1D67B6-D2FF-B109-D2B2-692FA1CF3339}"/>
              </a:ext>
            </a:extLst>
          </p:cNvPr>
          <p:cNvSpPr txBox="1"/>
          <p:nvPr/>
        </p:nvSpPr>
        <p:spPr>
          <a:xfrm>
            <a:off x="266734" y="3539753"/>
            <a:ext cx="1071288" cy="400111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cs typeface="Arial" panose="020B0604020202020204" pitchFamily="34" charset="0"/>
              </a:rPr>
              <a:t>Feature</a:t>
            </a:r>
            <a:endParaRPr lang="zh-CN" altLang="en-US" sz="2000" b="1" dirty="0">
              <a:cs typeface="Arial" panose="020B0604020202020204" pitchFamily="34" charset="0"/>
            </a:endParaRPr>
          </a:p>
        </p:txBody>
      </p:sp>
      <p:cxnSp>
        <p:nvCxnSpPr>
          <p:cNvPr id="29" name="直接连接符 458">
            <a:extLst>
              <a:ext uri="{FF2B5EF4-FFF2-40B4-BE49-F238E27FC236}">
                <a16:creationId xmlns:a16="http://schemas.microsoft.com/office/drawing/2014/main" id="{DAC8C52F-4119-E7A7-E314-24B55CA85BFB}"/>
              </a:ext>
            </a:extLst>
          </p:cNvPr>
          <p:cNvCxnSpPr>
            <a:cxnSpLocks/>
          </p:cNvCxnSpPr>
          <p:nvPr/>
        </p:nvCxnSpPr>
        <p:spPr>
          <a:xfrm flipV="1">
            <a:off x="2321382" y="2732658"/>
            <a:ext cx="0" cy="38126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直接连接符 461">
            <a:extLst>
              <a:ext uri="{FF2B5EF4-FFF2-40B4-BE49-F238E27FC236}">
                <a16:creationId xmlns:a16="http://schemas.microsoft.com/office/drawing/2014/main" id="{F1650873-22F4-E5CE-9D3D-7C95411A68DB}"/>
              </a:ext>
            </a:extLst>
          </p:cNvPr>
          <p:cNvCxnSpPr>
            <a:cxnSpLocks/>
            <a:stCxn id="7" idx="3"/>
            <a:endCxn id="8" idx="7"/>
          </p:cNvCxnSpPr>
          <p:nvPr/>
        </p:nvCxnSpPr>
        <p:spPr>
          <a:xfrm flipH="1" flipV="1">
            <a:off x="1773912" y="2687439"/>
            <a:ext cx="432966" cy="47389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直接连接符 464">
            <a:extLst>
              <a:ext uri="{FF2B5EF4-FFF2-40B4-BE49-F238E27FC236}">
                <a16:creationId xmlns:a16="http://schemas.microsoft.com/office/drawing/2014/main" id="{26FDE370-8104-0FB5-18EA-6B201C1A8426}"/>
              </a:ext>
            </a:extLst>
          </p:cNvPr>
          <p:cNvCxnSpPr>
            <a:cxnSpLocks/>
          </p:cNvCxnSpPr>
          <p:nvPr/>
        </p:nvCxnSpPr>
        <p:spPr>
          <a:xfrm flipH="1">
            <a:off x="1819882" y="3275772"/>
            <a:ext cx="3299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直接连接符 483">
            <a:extLst>
              <a:ext uri="{FF2B5EF4-FFF2-40B4-BE49-F238E27FC236}">
                <a16:creationId xmlns:a16="http://schemas.microsoft.com/office/drawing/2014/main" id="{AFD05B67-E2F5-0A4B-1E5E-06D7C966D580}"/>
              </a:ext>
            </a:extLst>
          </p:cNvPr>
          <p:cNvCxnSpPr>
            <a:cxnSpLocks/>
          </p:cNvCxnSpPr>
          <p:nvPr/>
        </p:nvCxnSpPr>
        <p:spPr>
          <a:xfrm flipH="1">
            <a:off x="221520" y="2916998"/>
            <a:ext cx="2233003" cy="4534"/>
          </a:xfrm>
          <a:prstGeom prst="line">
            <a:avLst/>
          </a:prstGeom>
          <a:ln w="28575">
            <a:solidFill>
              <a:schemeClr val="tx1"/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文本框 33">
            <a:extLst>
              <a:ext uri="{FF2B5EF4-FFF2-40B4-BE49-F238E27FC236}">
                <a16:creationId xmlns:a16="http://schemas.microsoft.com/office/drawing/2014/main" id="{B5B77D80-DB02-E6D6-8740-E194BBB02681}"/>
              </a:ext>
            </a:extLst>
          </p:cNvPr>
          <p:cNvSpPr txBox="1"/>
          <p:nvPr/>
        </p:nvSpPr>
        <p:spPr>
          <a:xfrm>
            <a:off x="2246021" y="1378128"/>
            <a:ext cx="1182662" cy="461665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cs typeface="Arial" panose="020B0604020202020204" pitchFamily="34" charset="0"/>
              </a:rPr>
              <a:t>GPU1</a:t>
            </a:r>
            <a:endParaRPr lang="zh-CN" altLang="en-US" sz="3600" b="1" dirty="0">
              <a:cs typeface="Arial" panose="020B0604020202020204" pitchFamily="34" charset="0"/>
            </a:endParaRPr>
          </a:p>
        </p:txBody>
      </p:sp>
      <p:cxnSp>
        <p:nvCxnSpPr>
          <p:cNvPr id="35" name="直接连接符 953">
            <a:extLst>
              <a:ext uri="{FF2B5EF4-FFF2-40B4-BE49-F238E27FC236}">
                <a16:creationId xmlns:a16="http://schemas.microsoft.com/office/drawing/2014/main" id="{7C8AD6D7-C4BB-4033-F0AB-A7F03B7521FF}"/>
              </a:ext>
            </a:extLst>
          </p:cNvPr>
          <p:cNvCxnSpPr>
            <a:cxnSpLocks/>
          </p:cNvCxnSpPr>
          <p:nvPr/>
        </p:nvCxnSpPr>
        <p:spPr>
          <a:xfrm flipV="1">
            <a:off x="1175682" y="1622243"/>
            <a:ext cx="1036461" cy="392021"/>
          </a:xfrm>
          <a:prstGeom prst="bentConnector3">
            <a:avLst>
              <a:gd name="adj1" fmla="val 771"/>
            </a:avLst>
          </a:prstGeom>
          <a:ln w="28575">
            <a:solidFill>
              <a:schemeClr val="tx1"/>
            </a:solidFill>
            <a:prstDash val="solid"/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直接连接符 953">
            <a:extLst>
              <a:ext uri="{FF2B5EF4-FFF2-40B4-BE49-F238E27FC236}">
                <a16:creationId xmlns:a16="http://schemas.microsoft.com/office/drawing/2014/main" id="{B146A5E1-49C1-BE21-841F-26638414C3E4}"/>
              </a:ext>
            </a:extLst>
          </p:cNvPr>
          <p:cNvCxnSpPr>
            <a:cxnSpLocks/>
          </p:cNvCxnSpPr>
          <p:nvPr/>
        </p:nvCxnSpPr>
        <p:spPr>
          <a:xfrm>
            <a:off x="1153137" y="4036528"/>
            <a:ext cx="1052054" cy="440352"/>
          </a:xfrm>
          <a:prstGeom prst="bentConnector3">
            <a:avLst>
              <a:gd name="adj1" fmla="val 891"/>
            </a:avLst>
          </a:prstGeom>
          <a:ln w="28575">
            <a:solidFill>
              <a:schemeClr val="tx1"/>
            </a:solidFill>
            <a:prstDash val="solid"/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文本框 36">
            <a:extLst>
              <a:ext uri="{FF2B5EF4-FFF2-40B4-BE49-F238E27FC236}">
                <a16:creationId xmlns:a16="http://schemas.microsoft.com/office/drawing/2014/main" id="{249EBF6A-EF98-67F1-7BCF-3B6A5A0688EF}"/>
              </a:ext>
            </a:extLst>
          </p:cNvPr>
          <p:cNvSpPr txBox="1"/>
          <p:nvPr/>
        </p:nvSpPr>
        <p:spPr>
          <a:xfrm>
            <a:off x="2213257" y="4242542"/>
            <a:ext cx="1182662" cy="461665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cs typeface="Arial" panose="020B0604020202020204" pitchFamily="34" charset="0"/>
              </a:rPr>
              <a:t>GPU2</a:t>
            </a:r>
            <a:endParaRPr lang="zh-CN" altLang="en-US" sz="3600" b="1" dirty="0"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5DB06333-BA64-FBE8-5A9B-CC810276AE39}"/>
                  </a:ext>
                </a:extLst>
              </p:cNvPr>
              <p:cNvSpPr txBox="1"/>
              <p:nvPr/>
            </p:nvSpPr>
            <p:spPr>
              <a:xfrm>
                <a:off x="266734" y="3818078"/>
                <a:ext cx="1071288" cy="461665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1" i="1" dirty="0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altLang="zh-CN" sz="2400" b="1" i="1" dirty="0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𝑿</m:t>
                          </m:r>
                        </m:e>
                        <m:sub>
                          <m:r>
                            <a:rPr lang="en-US" altLang="zh-CN" sz="2400" b="1" i="1" dirty="0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𝟎</m:t>
                          </m:r>
                        </m:sub>
                      </m:sSub>
                    </m:oMath>
                  </m:oMathPara>
                </a14:m>
                <a:endParaRPr lang="zh-CN" altLang="en-US" sz="2400" b="1" dirty="0">
                  <a:solidFill>
                    <a:schemeClr val="accent6"/>
                  </a:solidFill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5DB06333-BA64-FBE8-5A9B-CC810276AE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734" y="3818078"/>
                <a:ext cx="1071288" cy="461665"/>
              </a:xfrm>
              <a:prstGeom prst="rect">
                <a:avLst/>
              </a:prstGeom>
              <a:blipFill>
                <a:blip r:embed="rId3"/>
                <a:stretch>
                  <a:fillRect b="-2632"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25" name="组合 524">
            <a:extLst>
              <a:ext uri="{FF2B5EF4-FFF2-40B4-BE49-F238E27FC236}">
                <a16:creationId xmlns:a16="http://schemas.microsoft.com/office/drawing/2014/main" id="{78027735-137A-BE8E-54A1-8E01FE860A7A}"/>
              </a:ext>
            </a:extLst>
          </p:cNvPr>
          <p:cNvGrpSpPr/>
          <p:nvPr/>
        </p:nvGrpSpPr>
        <p:grpSpPr>
          <a:xfrm>
            <a:off x="3676702" y="6065534"/>
            <a:ext cx="621640" cy="669775"/>
            <a:chOff x="3656357" y="6507685"/>
            <a:chExt cx="621640" cy="669775"/>
          </a:xfrm>
        </p:grpSpPr>
        <p:sp>
          <p:nvSpPr>
            <p:cNvPr id="635" name="矩形 1174">
              <a:extLst>
                <a:ext uri="{FF2B5EF4-FFF2-40B4-BE49-F238E27FC236}">
                  <a16:creationId xmlns:a16="http://schemas.microsoft.com/office/drawing/2014/main" id="{512A6439-36DB-E1E9-0AB4-73DDC2979BC8}"/>
                </a:ext>
              </a:extLst>
            </p:cNvPr>
            <p:cNvSpPr/>
            <p:nvPr/>
          </p:nvSpPr>
          <p:spPr>
            <a:xfrm rot="10800000">
              <a:off x="3657805" y="7037952"/>
              <a:ext cx="618707" cy="139508"/>
            </a:xfrm>
            <a:custGeom>
              <a:avLst/>
              <a:gdLst>
                <a:gd name="connsiteX0" fmla="*/ 0 w 595706"/>
                <a:gd name="connsiteY0" fmla="*/ 0 h 92965"/>
                <a:gd name="connsiteX1" fmla="*/ 595706 w 595706"/>
                <a:gd name="connsiteY1" fmla="*/ 0 h 92965"/>
                <a:gd name="connsiteX2" fmla="*/ 595706 w 595706"/>
                <a:gd name="connsiteY2" fmla="*/ 92965 h 92965"/>
                <a:gd name="connsiteX3" fmla="*/ 0 w 595706"/>
                <a:gd name="connsiteY3" fmla="*/ 92965 h 92965"/>
                <a:gd name="connsiteX4" fmla="*/ 0 w 595706"/>
                <a:gd name="connsiteY4" fmla="*/ 0 h 92965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131 w 595837"/>
                <a:gd name="connsiteY0" fmla="*/ 0 h 148754"/>
                <a:gd name="connsiteX1" fmla="*/ 595837 w 595837"/>
                <a:gd name="connsiteY1" fmla="*/ 0 h 148754"/>
                <a:gd name="connsiteX2" fmla="*/ 595837 w 595837"/>
                <a:gd name="connsiteY2" fmla="*/ 92965 h 148754"/>
                <a:gd name="connsiteX3" fmla="*/ 131 w 595837"/>
                <a:gd name="connsiteY3" fmla="*/ 148754 h 148754"/>
                <a:gd name="connsiteX4" fmla="*/ 131 w 595837"/>
                <a:gd name="connsiteY4" fmla="*/ 0 h 148754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56571"/>
                <a:gd name="connsiteX1" fmla="*/ 595837 w 595837"/>
                <a:gd name="connsiteY1" fmla="*/ 0 h 156571"/>
                <a:gd name="connsiteX2" fmla="*/ 594316 w 595837"/>
                <a:gd name="connsiteY2" fmla="*/ 141984 h 156571"/>
                <a:gd name="connsiteX3" fmla="*/ 131 w 595837"/>
                <a:gd name="connsiteY3" fmla="*/ 140590 h 156571"/>
                <a:gd name="connsiteX4" fmla="*/ 131 w 595837"/>
                <a:gd name="connsiteY4" fmla="*/ 0 h 156571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0 w 600949"/>
                <a:gd name="connsiteY0" fmla="*/ 0 h 271309"/>
                <a:gd name="connsiteX1" fmla="*/ 600949 w 600949"/>
                <a:gd name="connsiteY1" fmla="*/ 0 h 271309"/>
                <a:gd name="connsiteX2" fmla="*/ 599428 w 600949"/>
                <a:gd name="connsiteY2" fmla="*/ 141984 h 271309"/>
                <a:gd name="connsiteX3" fmla="*/ 3722 w 600949"/>
                <a:gd name="connsiteY3" fmla="*/ 271309 h 271309"/>
                <a:gd name="connsiteX4" fmla="*/ 0 w 600949"/>
                <a:gd name="connsiteY4" fmla="*/ 0 h 271309"/>
                <a:gd name="connsiteX0" fmla="*/ 0 w 599639"/>
                <a:gd name="connsiteY0" fmla="*/ 0 h 271309"/>
                <a:gd name="connsiteX1" fmla="*/ 599639 w 599639"/>
                <a:gd name="connsiteY1" fmla="*/ 0 h 271309"/>
                <a:gd name="connsiteX2" fmla="*/ 599428 w 599639"/>
                <a:gd name="connsiteY2" fmla="*/ 141984 h 271309"/>
                <a:gd name="connsiteX3" fmla="*/ 3722 w 599639"/>
                <a:gd name="connsiteY3" fmla="*/ 271309 h 271309"/>
                <a:gd name="connsiteX4" fmla="*/ 0 w 599639"/>
                <a:gd name="connsiteY4" fmla="*/ 0 h 271309"/>
                <a:gd name="connsiteX0" fmla="*/ 0 w 597018"/>
                <a:gd name="connsiteY0" fmla="*/ 0 h 271309"/>
                <a:gd name="connsiteX1" fmla="*/ 597018 w 597018"/>
                <a:gd name="connsiteY1" fmla="*/ 0 h 271309"/>
                <a:gd name="connsiteX2" fmla="*/ 596807 w 597018"/>
                <a:gd name="connsiteY2" fmla="*/ 141984 h 271309"/>
                <a:gd name="connsiteX3" fmla="*/ 1101 w 597018"/>
                <a:gd name="connsiteY3" fmla="*/ 271309 h 271309"/>
                <a:gd name="connsiteX4" fmla="*/ 0 w 597018"/>
                <a:gd name="connsiteY4" fmla="*/ 0 h 271309"/>
                <a:gd name="connsiteX0" fmla="*/ 0 w 596807"/>
                <a:gd name="connsiteY0" fmla="*/ 0 h 271309"/>
                <a:gd name="connsiteX1" fmla="*/ 591775 w 596807"/>
                <a:gd name="connsiteY1" fmla="*/ 0 h 271309"/>
                <a:gd name="connsiteX2" fmla="*/ 596807 w 596807"/>
                <a:gd name="connsiteY2" fmla="*/ 141984 h 271309"/>
                <a:gd name="connsiteX3" fmla="*/ 1101 w 596807"/>
                <a:gd name="connsiteY3" fmla="*/ 271309 h 271309"/>
                <a:gd name="connsiteX4" fmla="*/ 0 w 596807"/>
                <a:gd name="connsiteY4" fmla="*/ 0 h 271309"/>
                <a:gd name="connsiteX0" fmla="*/ 0 w 596807"/>
                <a:gd name="connsiteY0" fmla="*/ 0 h 271309"/>
                <a:gd name="connsiteX1" fmla="*/ 595708 w 596807"/>
                <a:gd name="connsiteY1" fmla="*/ 0 h 271309"/>
                <a:gd name="connsiteX2" fmla="*/ 596807 w 596807"/>
                <a:gd name="connsiteY2" fmla="*/ 141984 h 271309"/>
                <a:gd name="connsiteX3" fmla="*/ 1101 w 596807"/>
                <a:gd name="connsiteY3" fmla="*/ 271309 h 271309"/>
                <a:gd name="connsiteX4" fmla="*/ 0 w 596807"/>
                <a:gd name="connsiteY4" fmla="*/ 0 h 271309"/>
                <a:gd name="connsiteX0" fmla="*/ 0 w 595708"/>
                <a:gd name="connsiteY0" fmla="*/ 0 h 271309"/>
                <a:gd name="connsiteX1" fmla="*/ 595708 w 595708"/>
                <a:gd name="connsiteY1" fmla="*/ 0 h 271309"/>
                <a:gd name="connsiteX2" fmla="*/ 594186 w 595708"/>
                <a:gd name="connsiteY2" fmla="*/ 141985 h 271309"/>
                <a:gd name="connsiteX3" fmla="*/ 1101 w 595708"/>
                <a:gd name="connsiteY3" fmla="*/ 271309 h 271309"/>
                <a:gd name="connsiteX4" fmla="*/ 0 w 595708"/>
                <a:gd name="connsiteY4" fmla="*/ 0 h 271309"/>
                <a:gd name="connsiteX0" fmla="*/ 0 w 596439"/>
                <a:gd name="connsiteY0" fmla="*/ 109083 h 380392"/>
                <a:gd name="connsiteX1" fmla="*/ 595708 w 596439"/>
                <a:gd name="connsiteY1" fmla="*/ 109083 h 380392"/>
                <a:gd name="connsiteX2" fmla="*/ 594186 w 596439"/>
                <a:gd name="connsiteY2" fmla="*/ 251068 h 380392"/>
                <a:gd name="connsiteX3" fmla="*/ 1101 w 596439"/>
                <a:gd name="connsiteY3" fmla="*/ 380392 h 380392"/>
                <a:gd name="connsiteX4" fmla="*/ 0 w 596439"/>
                <a:gd name="connsiteY4" fmla="*/ 109083 h 380392"/>
                <a:gd name="connsiteX0" fmla="*/ 0 w 595708"/>
                <a:gd name="connsiteY0" fmla="*/ 0 h 271309"/>
                <a:gd name="connsiteX1" fmla="*/ 595708 w 595708"/>
                <a:gd name="connsiteY1" fmla="*/ 0 h 271309"/>
                <a:gd name="connsiteX2" fmla="*/ 594186 w 595708"/>
                <a:gd name="connsiteY2" fmla="*/ 141985 h 271309"/>
                <a:gd name="connsiteX3" fmla="*/ 1101 w 595708"/>
                <a:gd name="connsiteY3" fmla="*/ 271309 h 271309"/>
                <a:gd name="connsiteX4" fmla="*/ 0 w 595708"/>
                <a:gd name="connsiteY4" fmla="*/ 0 h 271309"/>
                <a:gd name="connsiteX0" fmla="*/ 0 w 596808"/>
                <a:gd name="connsiteY0" fmla="*/ 0 h 271309"/>
                <a:gd name="connsiteX1" fmla="*/ 595708 w 596808"/>
                <a:gd name="connsiteY1" fmla="*/ 0 h 271309"/>
                <a:gd name="connsiteX2" fmla="*/ 596808 w 596808"/>
                <a:gd name="connsiteY2" fmla="*/ 141985 h 271309"/>
                <a:gd name="connsiteX3" fmla="*/ 1101 w 596808"/>
                <a:gd name="connsiteY3" fmla="*/ 271309 h 271309"/>
                <a:gd name="connsiteX4" fmla="*/ 0 w 596808"/>
                <a:gd name="connsiteY4" fmla="*/ 0 h 271309"/>
                <a:gd name="connsiteX0" fmla="*/ 0 w 596808"/>
                <a:gd name="connsiteY0" fmla="*/ 0 h 271309"/>
                <a:gd name="connsiteX1" fmla="*/ 595708 w 596808"/>
                <a:gd name="connsiteY1" fmla="*/ 0 h 271309"/>
                <a:gd name="connsiteX2" fmla="*/ 596808 w 596808"/>
                <a:gd name="connsiteY2" fmla="*/ 141985 h 271309"/>
                <a:gd name="connsiteX3" fmla="*/ 1101 w 596808"/>
                <a:gd name="connsiteY3" fmla="*/ 271309 h 271309"/>
                <a:gd name="connsiteX4" fmla="*/ 0 w 596808"/>
                <a:gd name="connsiteY4" fmla="*/ 0 h 271309"/>
                <a:gd name="connsiteX0" fmla="*/ 0 w 596808"/>
                <a:gd name="connsiteY0" fmla="*/ 0 h 271309"/>
                <a:gd name="connsiteX1" fmla="*/ 595708 w 596808"/>
                <a:gd name="connsiteY1" fmla="*/ 0 h 271309"/>
                <a:gd name="connsiteX2" fmla="*/ 596808 w 596808"/>
                <a:gd name="connsiteY2" fmla="*/ 141985 h 271309"/>
                <a:gd name="connsiteX3" fmla="*/ 1101 w 596808"/>
                <a:gd name="connsiteY3" fmla="*/ 271309 h 271309"/>
                <a:gd name="connsiteX4" fmla="*/ 0 w 596808"/>
                <a:gd name="connsiteY4" fmla="*/ 0 h 271309"/>
                <a:gd name="connsiteX0" fmla="*/ 0 w 595708"/>
                <a:gd name="connsiteY0" fmla="*/ 0 h 271309"/>
                <a:gd name="connsiteX1" fmla="*/ 595708 w 595708"/>
                <a:gd name="connsiteY1" fmla="*/ 0 h 271309"/>
                <a:gd name="connsiteX2" fmla="*/ 594186 w 595708"/>
                <a:gd name="connsiteY2" fmla="*/ 141985 h 271309"/>
                <a:gd name="connsiteX3" fmla="*/ 1101 w 595708"/>
                <a:gd name="connsiteY3" fmla="*/ 271309 h 271309"/>
                <a:gd name="connsiteX4" fmla="*/ 0 w 595708"/>
                <a:gd name="connsiteY4" fmla="*/ 0 h 271309"/>
                <a:gd name="connsiteX0" fmla="*/ 0 w 595708"/>
                <a:gd name="connsiteY0" fmla="*/ 0 h 271309"/>
                <a:gd name="connsiteX1" fmla="*/ 595708 w 595708"/>
                <a:gd name="connsiteY1" fmla="*/ 0 h 271309"/>
                <a:gd name="connsiteX2" fmla="*/ 594186 w 595708"/>
                <a:gd name="connsiteY2" fmla="*/ 141985 h 271309"/>
                <a:gd name="connsiteX3" fmla="*/ 1101 w 595708"/>
                <a:gd name="connsiteY3" fmla="*/ 271309 h 271309"/>
                <a:gd name="connsiteX4" fmla="*/ 0 w 595708"/>
                <a:gd name="connsiteY4" fmla="*/ 0 h 271309"/>
                <a:gd name="connsiteX0" fmla="*/ 0 w 595936"/>
                <a:gd name="connsiteY0" fmla="*/ 0 h 271309"/>
                <a:gd name="connsiteX1" fmla="*/ 595708 w 595936"/>
                <a:gd name="connsiteY1" fmla="*/ 0 h 271309"/>
                <a:gd name="connsiteX2" fmla="*/ 594186 w 595936"/>
                <a:gd name="connsiteY2" fmla="*/ 141985 h 271309"/>
                <a:gd name="connsiteX3" fmla="*/ 1101 w 595936"/>
                <a:gd name="connsiteY3" fmla="*/ 271309 h 271309"/>
                <a:gd name="connsiteX4" fmla="*/ 0 w 595936"/>
                <a:gd name="connsiteY4" fmla="*/ 0 h 271309"/>
                <a:gd name="connsiteX0" fmla="*/ 319 w 596255"/>
                <a:gd name="connsiteY0" fmla="*/ 0 h 271309"/>
                <a:gd name="connsiteX1" fmla="*/ 596027 w 596255"/>
                <a:gd name="connsiteY1" fmla="*/ 0 h 271309"/>
                <a:gd name="connsiteX2" fmla="*/ 594505 w 596255"/>
                <a:gd name="connsiteY2" fmla="*/ 141985 h 271309"/>
                <a:gd name="connsiteX3" fmla="*/ 110 w 596255"/>
                <a:gd name="connsiteY3" fmla="*/ 271309 h 271309"/>
                <a:gd name="connsiteX4" fmla="*/ 319 w 596255"/>
                <a:gd name="connsiteY4" fmla="*/ 0 h 271309"/>
                <a:gd name="connsiteX0" fmla="*/ 0 w 595936"/>
                <a:gd name="connsiteY0" fmla="*/ 0 h 271309"/>
                <a:gd name="connsiteX1" fmla="*/ 595708 w 595936"/>
                <a:gd name="connsiteY1" fmla="*/ 0 h 271309"/>
                <a:gd name="connsiteX2" fmla="*/ 594186 w 595936"/>
                <a:gd name="connsiteY2" fmla="*/ 141985 h 271309"/>
                <a:gd name="connsiteX3" fmla="*/ 1101 w 595936"/>
                <a:gd name="connsiteY3" fmla="*/ 271309 h 271309"/>
                <a:gd name="connsiteX4" fmla="*/ 0 w 595936"/>
                <a:gd name="connsiteY4" fmla="*/ 0 h 271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5936" h="271309">
                  <a:moveTo>
                    <a:pt x="0" y="0"/>
                  </a:moveTo>
                  <a:lnTo>
                    <a:pt x="595708" y="0"/>
                  </a:lnTo>
                  <a:cubicBezTo>
                    <a:pt x="595708" y="30988"/>
                    <a:pt x="596806" y="39550"/>
                    <a:pt x="594186" y="141985"/>
                  </a:cubicBezTo>
                  <a:cubicBezTo>
                    <a:pt x="404809" y="352086"/>
                    <a:pt x="341643" y="22672"/>
                    <a:pt x="1101" y="271309"/>
                  </a:cubicBezTo>
                  <a:cubicBezTo>
                    <a:pt x="647" y="226260"/>
                    <a:pt x="454" y="45049"/>
                    <a:pt x="0" y="0"/>
                  </a:cubicBez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636" name="组合 635">
              <a:extLst>
                <a:ext uri="{FF2B5EF4-FFF2-40B4-BE49-F238E27FC236}">
                  <a16:creationId xmlns:a16="http://schemas.microsoft.com/office/drawing/2014/main" id="{2FAD9F17-CCBC-0DE5-3CBD-19D37212B64B}"/>
                </a:ext>
              </a:extLst>
            </p:cNvPr>
            <p:cNvGrpSpPr/>
            <p:nvPr/>
          </p:nvGrpSpPr>
          <p:grpSpPr>
            <a:xfrm>
              <a:off x="3656357" y="6507685"/>
              <a:ext cx="621640" cy="663817"/>
              <a:chOff x="3656357" y="6507685"/>
              <a:chExt cx="621640" cy="663817"/>
            </a:xfrm>
          </p:grpSpPr>
          <p:sp>
            <p:nvSpPr>
              <p:cNvPr id="637" name="矩形 636">
                <a:extLst>
                  <a:ext uri="{FF2B5EF4-FFF2-40B4-BE49-F238E27FC236}">
                    <a16:creationId xmlns:a16="http://schemas.microsoft.com/office/drawing/2014/main" id="{571D9926-F21C-FFBF-EFD7-65D567635BAA}"/>
                  </a:ext>
                </a:extLst>
              </p:cNvPr>
              <p:cNvSpPr/>
              <p:nvPr/>
            </p:nvSpPr>
            <p:spPr>
              <a:xfrm>
                <a:off x="3656465" y="6640950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38" name="矩形 637">
                <a:extLst>
                  <a:ext uri="{FF2B5EF4-FFF2-40B4-BE49-F238E27FC236}">
                    <a16:creationId xmlns:a16="http://schemas.microsoft.com/office/drawing/2014/main" id="{774FCF8D-77C7-BC65-5012-B6110D3497D7}"/>
                  </a:ext>
                </a:extLst>
              </p:cNvPr>
              <p:cNvSpPr/>
              <p:nvPr/>
            </p:nvSpPr>
            <p:spPr>
              <a:xfrm>
                <a:off x="3811875" y="6640950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39" name="矩形 638">
                <a:extLst>
                  <a:ext uri="{FF2B5EF4-FFF2-40B4-BE49-F238E27FC236}">
                    <a16:creationId xmlns:a16="http://schemas.microsoft.com/office/drawing/2014/main" id="{203B531B-532B-7AFA-12D0-8E075C887B58}"/>
                  </a:ext>
                </a:extLst>
              </p:cNvPr>
              <p:cNvSpPr/>
              <p:nvPr/>
            </p:nvSpPr>
            <p:spPr>
              <a:xfrm>
                <a:off x="3967285" y="6640950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40" name="矩形 639">
                <a:extLst>
                  <a:ext uri="{FF2B5EF4-FFF2-40B4-BE49-F238E27FC236}">
                    <a16:creationId xmlns:a16="http://schemas.microsoft.com/office/drawing/2014/main" id="{AEA20EC9-6C78-32F4-8942-F929F3DAEB96}"/>
                  </a:ext>
                </a:extLst>
              </p:cNvPr>
              <p:cNvSpPr/>
              <p:nvPr/>
            </p:nvSpPr>
            <p:spPr>
              <a:xfrm>
                <a:off x="4122695" y="6640950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41" name="矩形 640">
                <a:extLst>
                  <a:ext uri="{FF2B5EF4-FFF2-40B4-BE49-F238E27FC236}">
                    <a16:creationId xmlns:a16="http://schemas.microsoft.com/office/drawing/2014/main" id="{54029FAF-314D-E98A-ACD4-45F5F49439E4}"/>
                  </a:ext>
                </a:extLst>
              </p:cNvPr>
              <p:cNvSpPr/>
              <p:nvPr/>
            </p:nvSpPr>
            <p:spPr>
              <a:xfrm>
                <a:off x="3656465" y="6773574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42" name="矩形 641">
                <a:extLst>
                  <a:ext uri="{FF2B5EF4-FFF2-40B4-BE49-F238E27FC236}">
                    <a16:creationId xmlns:a16="http://schemas.microsoft.com/office/drawing/2014/main" id="{8FC3FE66-FE3C-3561-8BA5-8B5864C126BC}"/>
                  </a:ext>
                </a:extLst>
              </p:cNvPr>
              <p:cNvSpPr/>
              <p:nvPr/>
            </p:nvSpPr>
            <p:spPr>
              <a:xfrm>
                <a:off x="3811875" y="6773574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43" name="矩形 642">
                <a:extLst>
                  <a:ext uri="{FF2B5EF4-FFF2-40B4-BE49-F238E27FC236}">
                    <a16:creationId xmlns:a16="http://schemas.microsoft.com/office/drawing/2014/main" id="{6C32C63E-A00D-5E04-0C18-ACC0A19E2E9E}"/>
                  </a:ext>
                </a:extLst>
              </p:cNvPr>
              <p:cNvSpPr/>
              <p:nvPr/>
            </p:nvSpPr>
            <p:spPr>
              <a:xfrm>
                <a:off x="3967285" y="6773574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44" name="矩形 643">
                <a:extLst>
                  <a:ext uri="{FF2B5EF4-FFF2-40B4-BE49-F238E27FC236}">
                    <a16:creationId xmlns:a16="http://schemas.microsoft.com/office/drawing/2014/main" id="{C1AEE078-9AAC-C7AE-5B69-10315D7F7D22}"/>
                  </a:ext>
                </a:extLst>
              </p:cNvPr>
              <p:cNvSpPr/>
              <p:nvPr/>
            </p:nvSpPr>
            <p:spPr>
              <a:xfrm>
                <a:off x="4122695" y="6773574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45" name="矩形 644">
                <a:extLst>
                  <a:ext uri="{FF2B5EF4-FFF2-40B4-BE49-F238E27FC236}">
                    <a16:creationId xmlns:a16="http://schemas.microsoft.com/office/drawing/2014/main" id="{288AD46F-0295-A7D2-0B10-417615D93676}"/>
                  </a:ext>
                </a:extLst>
              </p:cNvPr>
              <p:cNvSpPr/>
              <p:nvPr/>
            </p:nvSpPr>
            <p:spPr>
              <a:xfrm>
                <a:off x="3656357" y="690625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46" name="矩形 645">
                <a:extLst>
                  <a:ext uri="{FF2B5EF4-FFF2-40B4-BE49-F238E27FC236}">
                    <a16:creationId xmlns:a16="http://schemas.microsoft.com/office/drawing/2014/main" id="{169129B2-D178-E884-FABF-F7AF48F0D819}"/>
                  </a:ext>
                </a:extLst>
              </p:cNvPr>
              <p:cNvSpPr/>
              <p:nvPr/>
            </p:nvSpPr>
            <p:spPr>
              <a:xfrm>
                <a:off x="3811767" y="690625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47" name="矩形 646">
                <a:extLst>
                  <a:ext uri="{FF2B5EF4-FFF2-40B4-BE49-F238E27FC236}">
                    <a16:creationId xmlns:a16="http://schemas.microsoft.com/office/drawing/2014/main" id="{30F3CD31-BD15-F171-C4AA-48C0EBE81AAD}"/>
                  </a:ext>
                </a:extLst>
              </p:cNvPr>
              <p:cNvSpPr/>
              <p:nvPr/>
            </p:nvSpPr>
            <p:spPr>
              <a:xfrm>
                <a:off x="3967177" y="690625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48" name="矩形 647">
                <a:extLst>
                  <a:ext uri="{FF2B5EF4-FFF2-40B4-BE49-F238E27FC236}">
                    <a16:creationId xmlns:a16="http://schemas.microsoft.com/office/drawing/2014/main" id="{24F6D6E2-44EC-15F0-CA6D-8CD8AFEAD794}"/>
                  </a:ext>
                </a:extLst>
              </p:cNvPr>
              <p:cNvSpPr/>
              <p:nvPr/>
            </p:nvSpPr>
            <p:spPr>
              <a:xfrm>
                <a:off x="4122587" y="690625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49" name="矩形 648">
                <a:extLst>
                  <a:ext uri="{FF2B5EF4-FFF2-40B4-BE49-F238E27FC236}">
                    <a16:creationId xmlns:a16="http://schemas.microsoft.com/office/drawing/2014/main" id="{5E778A4B-037C-481E-9000-4DF99FF2F57D}"/>
                  </a:ext>
                </a:extLst>
              </p:cNvPr>
              <p:cNvSpPr/>
              <p:nvPr/>
            </p:nvSpPr>
            <p:spPr>
              <a:xfrm>
                <a:off x="3656357" y="7038879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50" name="矩形 649">
                <a:extLst>
                  <a:ext uri="{FF2B5EF4-FFF2-40B4-BE49-F238E27FC236}">
                    <a16:creationId xmlns:a16="http://schemas.microsoft.com/office/drawing/2014/main" id="{059FFCC6-4C5F-F87F-3130-07B3F8FDDEFB}"/>
                  </a:ext>
                </a:extLst>
              </p:cNvPr>
              <p:cNvSpPr/>
              <p:nvPr/>
            </p:nvSpPr>
            <p:spPr>
              <a:xfrm>
                <a:off x="3811767" y="7038879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51" name="矩形 650">
                <a:extLst>
                  <a:ext uri="{FF2B5EF4-FFF2-40B4-BE49-F238E27FC236}">
                    <a16:creationId xmlns:a16="http://schemas.microsoft.com/office/drawing/2014/main" id="{592B3D9C-89C5-A078-8904-18072094E6EC}"/>
                  </a:ext>
                </a:extLst>
              </p:cNvPr>
              <p:cNvSpPr/>
              <p:nvPr/>
            </p:nvSpPr>
            <p:spPr>
              <a:xfrm>
                <a:off x="3967177" y="7038879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52" name="矩形 651">
                <a:extLst>
                  <a:ext uri="{FF2B5EF4-FFF2-40B4-BE49-F238E27FC236}">
                    <a16:creationId xmlns:a16="http://schemas.microsoft.com/office/drawing/2014/main" id="{D720EBB1-50DD-C54C-4C2B-09DD5B1AF758}"/>
                  </a:ext>
                </a:extLst>
              </p:cNvPr>
              <p:cNvSpPr/>
              <p:nvPr/>
            </p:nvSpPr>
            <p:spPr>
              <a:xfrm>
                <a:off x="4122587" y="7038879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53" name="矩形 652">
                <a:extLst>
                  <a:ext uri="{FF2B5EF4-FFF2-40B4-BE49-F238E27FC236}">
                    <a16:creationId xmlns:a16="http://schemas.microsoft.com/office/drawing/2014/main" id="{E04758BA-E0C2-4DEA-E3AB-0C70A09DAB2E}"/>
                  </a:ext>
                </a:extLst>
              </p:cNvPr>
              <p:cNvSpPr/>
              <p:nvPr/>
            </p:nvSpPr>
            <p:spPr>
              <a:xfrm>
                <a:off x="3656357" y="650768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54" name="矩形 653">
                <a:extLst>
                  <a:ext uri="{FF2B5EF4-FFF2-40B4-BE49-F238E27FC236}">
                    <a16:creationId xmlns:a16="http://schemas.microsoft.com/office/drawing/2014/main" id="{49F60FEF-6C36-133C-1DAE-B1FEC9D650EE}"/>
                  </a:ext>
                </a:extLst>
              </p:cNvPr>
              <p:cNvSpPr/>
              <p:nvPr/>
            </p:nvSpPr>
            <p:spPr>
              <a:xfrm>
                <a:off x="3811767" y="650768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55" name="矩形 654">
                <a:extLst>
                  <a:ext uri="{FF2B5EF4-FFF2-40B4-BE49-F238E27FC236}">
                    <a16:creationId xmlns:a16="http://schemas.microsoft.com/office/drawing/2014/main" id="{A4F6AE6E-A87E-768F-C416-FCB9535509DD}"/>
                  </a:ext>
                </a:extLst>
              </p:cNvPr>
              <p:cNvSpPr/>
              <p:nvPr/>
            </p:nvSpPr>
            <p:spPr>
              <a:xfrm>
                <a:off x="3967177" y="650768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56" name="矩形 655">
                <a:extLst>
                  <a:ext uri="{FF2B5EF4-FFF2-40B4-BE49-F238E27FC236}">
                    <a16:creationId xmlns:a16="http://schemas.microsoft.com/office/drawing/2014/main" id="{4A068D8C-F275-4629-5740-5CA86ADAAB72}"/>
                  </a:ext>
                </a:extLst>
              </p:cNvPr>
              <p:cNvSpPr/>
              <p:nvPr/>
            </p:nvSpPr>
            <p:spPr>
              <a:xfrm>
                <a:off x="4122587" y="650768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659" name="文本框 658">
            <a:extLst>
              <a:ext uri="{FF2B5EF4-FFF2-40B4-BE49-F238E27FC236}">
                <a16:creationId xmlns:a16="http://schemas.microsoft.com/office/drawing/2014/main" id="{C3325C92-8017-D209-BA86-E92D3C0460F3}"/>
              </a:ext>
            </a:extLst>
          </p:cNvPr>
          <p:cNvSpPr txBox="1"/>
          <p:nvPr/>
        </p:nvSpPr>
        <p:spPr>
          <a:xfrm>
            <a:off x="241248" y="6064139"/>
            <a:ext cx="3157268" cy="400110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FF0000"/>
                </a:solidFill>
                <a:cs typeface="Arial" panose="020B0604020202020204" pitchFamily="34" charset="0"/>
              </a:rPr>
              <a:t>The Memory of GPU 1</a:t>
            </a:r>
            <a:endParaRPr lang="zh-CN" altLang="en-US" sz="3200" b="1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  <p:sp>
        <p:nvSpPr>
          <p:cNvPr id="658" name="椭圆 657">
            <a:extLst>
              <a:ext uri="{FF2B5EF4-FFF2-40B4-BE49-F238E27FC236}">
                <a16:creationId xmlns:a16="http://schemas.microsoft.com/office/drawing/2014/main" id="{B54C19C6-17EC-D1A1-B178-331B2045170B}"/>
              </a:ext>
            </a:extLst>
          </p:cNvPr>
          <p:cNvSpPr/>
          <p:nvPr/>
        </p:nvSpPr>
        <p:spPr>
          <a:xfrm rot="5400000">
            <a:off x="4799131" y="1468112"/>
            <a:ext cx="322854" cy="32384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cs typeface="Arial" panose="020B0604020202020204" pitchFamily="34" charset="0"/>
              </a:rPr>
              <a:t>1</a:t>
            </a:r>
            <a:endParaRPr lang="zh-CN" altLang="en-US" sz="2400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660" name="椭圆 659">
            <a:extLst>
              <a:ext uri="{FF2B5EF4-FFF2-40B4-BE49-F238E27FC236}">
                <a16:creationId xmlns:a16="http://schemas.microsoft.com/office/drawing/2014/main" id="{D5239A98-07F3-55CE-AE48-2D63BB1A5939}"/>
              </a:ext>
            </a:extLst>
          </p:cNvPr>
          <p:cNvSpPr/>
          <p:nvPr/>
        </p:nvSpPr>
        <p:spPr>
          <a:xfrm rot="5400000">
            <a:off x="4799131" y="2169048"/>
            <a:ext cx="322854" cy="323843"/>
          </a:xfrm>
          <a:prstGeom prst="ellipse">
            <a:avLst/>
          </a:prstGeom>
          <a:noFill/>
          <a:ln w="28575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cs typeface="Arial" panose="020B0604020202020204" pitchFamily="34" charset="0"/>
              </a:rPr>
              <a:t>3</a:t>
            </a:r>
            <a:endParaRPr lang="zh-CN" altLang="en-US" sz="2400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661" name="椭圆 660">
            <a:extLst>
              <a:ext uri="{FF2B5EF4-FFF2-40B4-BE49-F238E27FC236}">
                <a16:creationId xmlns:a16="http://schemas.microsoft.com/office/drawing/2014/main" id="{A0B17ED0-09A6-8ED5-D0B5-00480FDFA5D7}"/>
              </a:ext>
            </a:extLst>
          </p:cNvPr>
          <p:cNvSpPr/>
          <p:nvPr/>
        </p:nvSpPr>
        <p:spPr>
          <a:xfrm rot="5400000">
            <a:off x="4137206" y="1468112"/>
            <a:ext cx="322854" cy="32384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cs typeface="Arial" panose="020B0604020202020204" pitchFamily="34" charset="0"/>
              </a:rPr>
              <a:t>0</a:t>
            </a:r>
            <a:endParaRPr lang="zh-CN" altLang="en-US" sz="2400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662" name="椭圆 661">
            <a:extLst>
              <a:ext uri="{FF2B5EF4-FFF2-40B4-BE49-F238E27FC236}">
                <a16:creationId xmlns:a16="http://schemas.microsoft.com/office/drawing/2014/main" id="{F9C8D2C3-FFFD-73CD-6BC3-E2196DCBB736}"/>
              </a:ext>
            </a:extLst>
          </p:cNvPr>
          <p:cNvSpPr/>
          <p:nvPr/>
        </p:nvSpPr>
        <p:spPr>
          <a:xfrm rot="5400000">
            <a:off x="4137206" y="2169048"/>
            <a:ext cx="322854" cy="323843"/>
          </a:xfrm>
          <a:prstGeom prst="ellipse">
            <a:avLst/>
          </a:prstGeom>
          <a:noFill/>
          <a:ln w="28575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cs typeface="Arial" panose="020B0604020202020204" pitchFamily="34" charset="0"/>
              </a:rPr>
              <a:t>2</a:t>
            </a:r>
            <a:endParaRPr lang="zh-CN" altLang="en-US" sz="2400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cxnSp>
        <p:nvCxnSpPr>
          <p:cNvPr id="663" name="直接连接符 510">
            <a:extLst>
              <a:ext uri="{FF2B5EF4-FFF2-40B4-BE49-F238E27FC236}">
                <a16:creationId xmlns:a16="http://schemas.microsoft.com/office/drawing/2014/main" id="{9CF0F05F-B503-9024-A2BE-44F66227E712}"/>
              </a:ext>
            </a:extLst>
          </p:cNvPr>
          <p:cNvCxnSpPr>
            <a:cxnSpLocks/>
          </p:cNvCxnSpPr>
          <p:nvPr/>
        </p:nvCxnSpPr>
        <p:spPr>
          <a:xfrm flipH="1">
            <a:off x="4462016" y="1630026"/>
            <a:ext cx="328224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64" name="直接连接符 511">
            <a:extLst>
              <a:ext uri="{FF2B5EF4-FFF2-40B4-BE49-F238E27FC236}">
                <a16:creationId xmlns:a16="http://schemas.microsoft.com/office/drawing/2014/main" id="{DCCCBFDA-B659-A908-F9B4-8730DA7CCB1C}"/>
              </a:ext>
            </a:extLst>
          </p:cNvPr>
          <p:cNvCxnSpPr>
            <a:cxnSpLocks/>
          </p:cNvCxnSpPr>
          <p:nvPr/>
        </p:nvCxnSpPr>
        <p:spPr>
          <a:xfrm>
            <a:off x="4298634" y="1791461"/>
            <a:ext cx="0" cy="378082"/>
          </a:xfrm>
          <a:prstGeom prst="line">
            <a:avLst/>
          </a:prstGeom>
          <a:ln w="28575">
            <a:solidFill>
              <a:schemeClr val="tx1"/>
            </a:solidFill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65" name="直接连接符 512">
            <a:extLst>
              <a:ext uri="{FF2B5EF4-FFF2-40B4-BE49-F238E27FC236}">
                <a16:creationId xmlns:a16="http://schemas.microsoft.com/office/drawing/2014/main" id="{04A3D77A-ACBA-6F2A-EE01-0B702EF7EEFC}"/>
              </a:ext>
            </a:extLst>
          </p:cNvPr>
          <p:cNvCxnSpPr>
            <a:cxnSpLocks/>
          </p:cNvCxnSpPr>
          <p:nvPr/>
        </p:nvCxnSpPr>
        <p:spPr>
          <a:xfrm flipV="1">
            <a:off x="4960558" y="1789280"/>
            <a:ext cx="0" cy="380257"/>
          </a:xfrm>
          <a:prstGeom prst="line">
            <a:avLst/>
          </a:prstGeom>
          <a:ln w="28575">
            <a:solidFill>
              <a:schemeClr val="tx1"/>
            </a:solidFill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66" name="直接连接符 513">
            <a:extLst>
              <a:ext uri="{FF2B5EF4-FFF2-40B4-BE49-F238E27FC236}">
                <a16:creationId xmlns:a16="http://schemas.microsoft.com/office/drawing/2014/main" id="{F0FFE045-3784-DFC1-1D7B-296FCDD7A1C2}"/>
              </a:ext>
            </a:extLst>
          </p:cNvPr>
          <p:cNvCxnSpPr>
            <a:cxnSpLocks/>
            <a:stCxn id="660" idx="3"/>
            <a:endCxn id="661" idx="7"/>
          </p:cNvCxnSpPr>
          <p:nvPr/>
        </p:nvCxnSpPr>
        <p:spPr>
          <a:xfrm flipH="1" flipV="1">
            <a:off x="4413130" y="1744180"/>
            <a:ext cx="432934" cy="472644"/>
          </a:xfrm>
          <a:prstGeom prst="line">
            <a:avLst/>
          </a:prstGeom>
          <a:ln w="28575">
            <a:solidFill>
              <a:schemeClr val="tx1"/>
            </a:solidFill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675" name="组合 674">
            <a:extLst>
              <a:ext uri="{FF2B5EF4-FFF2-40B4-BE49-F238E27FC236}">
                <a16:creationId xmlns:a16="http://schemas.microsoft.com/office/drawing/2014/main" id="{B2EC84A4-AD71-EF94-9711-52E36605D565}"/>
              </a:ext>
            </a:extLst>
          </p:cNvPr>
          <p:cNvGrpSpPr/>
          <p:nvPr/>
        </p:nvGrpSpPr>
        <p:grpSpPr>
          <a:xfrm>
            <a:off x="3191103" y="1349068"/>
            <a:ext cx="821650" cy="536436"/>
            <a:chOff x="5408615" y="10123996"/>
            <a:chExt cx="532461" cy="339599"/>
          </a:xfrm>
        </p:grpSpPr>
        <p:grpSp>
          <p:nvGrpSpPr>
            <p:cNvPr id="676" name="组合 675">
              <a:extLst>
                <a:ext uri="{FF2B5EF4-FFF2-40B4-BE49-F238E27FC236}">
                  <a16:creationId xmlns:a16="http://schemas.microsoft.com/office/drawing/2014/main" id="{0A8F885F-658A-A1C1-ABAC-914F7ECEA0C0}"/>
                </a:ext>
              </a:extLst>
            </p:cNvPr>
            <p:cNvGrpSpPr/>
            <p:nvPr/>
          </p:nvGrpSpPr>
          <p:grpSpPr>
            <a:xfrm rot="5400000">
              <a:off x="5598460" y="9934151"/>
              <a:ext cx="152772" cy="532461"/>
              <a:chOff x="800913" y="5270079"/>
              <a:chExt cx="152772" cy="532461"/>
            </a:xfrm>
          </p:grpSpPr>
          <p:sp>
            <p:nvSpPr>
              <p:cNvPr id="682" name="矩形 681">
                <a:extLst>
                  <a:ext uri="{FF2B5EF4-FFF2-40B4-BE49-F238E27FC236}">
                    <a16:creationId xmlns:a16="http://schemas.microsoft.com/office/drawing/2014/main" id="{F1A72AEC-2502-9320-5C01-62387C29728B}"/>
                  </a:ext>
                </a:extLst>
              </p:cNvPr>
              <p:cNvSpPr/>
              <p:nvPr/>
            </p:nvSpPr>
            <p:spPr>
              <a:xfrm flipH="1">
                <a:off x="800913" y="5270079"/>
                <a:ext cx="152769" cy="133117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83" name="矩形 682">
                <a:extLst>
                  <a:ext uri="{FF2B5EF4-FFF2-40B4-BE49-F238E27FC236}">
                    <a16:creationId xmlns:a16="http://schemas.microsoft.com/office/drawing/2014/main" id="{50248A45-7874-6132-B96C-AFB9FBEA8B99}"/>
                  </a:ext>
                </a:extLst>
              </p:cNvPr>
              <p:cNvSpPr/>
              <p:nvPr/>
            </p:nvSpPr>
            <p:spPr>
              <a:xfrm flipH="1">
                <a:off x="800918" y="5403192"/>
                <a:ext cx="152767" cy="133117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84" name="矩形 683">
                <a:extLst>
                  <a:ext uri="{FF2B5EF4-FFF2-40B4-BE49-F238E27FC236}">
                    <a16:creationId xmlns:a16="http://schemas.microsoft.com/office/drawing/2014/main" id="{E7BA70A8-8F5F-9A0D-0589-A51445AED76E}"/>
                  </a:ext>
                </a:extLst>
              </p:cNvPr>
              <p:cNvSpPr/>
              <p:nvPr/>
            </p:nvSpPr>
            <p:spPr>
              <a:xfrm flipH="1">
                <a:off x="800924" y="5536310"/>
                <a:ext cx="152760" cy="133117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85" name="矩形 684">
                <a:extLst>
                  <a:ext uri="{FF2B5EF4-FFF2-40B4-BE49-F238E27FC236}">
                    <a16:creationId xmlns:a16="http://schemas.microsoft.com/office/drawing/2014/main" id="{D81CC3F7-A4F9-B713-A7CC-8D637389365B}"/>
                  </a:ext>
                </a:extLst>
              </p:cNvPr>
              <p:cNvSpPr/>
              <p:nvPr/>
            </p:nvSpPr>
            <p:spPr>
              <a:xfrm flipH="1">
                <a:off x="800925" y="5669423"/>
                <a:ext cx="152760" cy="133117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677" name="组合 676">
              <a:extLst>
                <a:ext uri="{FF2B5EF4-FFF2-40B4-BE49-F238E27FC236}">
                  <a16:creationId xmlns:a16="http://schemas.microsoft.com/office/drawing/2014/main" id="{76CF15D5-568E-2EBC-554F-C47D91169CA6}"/>
                </a:ext>
              </a:extLst>
            </p:cNvPr>
            <p:cNvGrpSpPr/>
            <p:nvPr/>
          </p:nvGrpSpPr>
          <p:grpSpPr>
            <a:xfrm rot="5400000">
              <a:off x="5598460" y="10120978"/>
              <a:ext cx="152772" cy="532461"/>
              <a:chOff x="800913" y="5270079"/>
              <a:chExt cx="152772" cy="532461"/>
            </a:xfrm>
          </p:grpSpPr>
          <p:sp>
            <p:nvSpPr>
              <p:cNvPr id="678" name="矩形 677">
                <a:extLst>
                  <a:ext uri="{FF2B5EF4-FFF2-40B4-BE49-F238E27FC236}">
                    <a16:creationId xmlns:a16="http://schemas.microsoft.com/office/drawing/2014/main" id="{86256A82-5CEE-2894-696F-40BACDE874CE}"/>
                  </a:ext>
                </a:extLst>
              </p:cNvPr>
              <p:cNvSpPr/>
              <p:nvPr/>
            </p:nvSpPr>
            <p:spPr>
              <a:xfrm flipH="1">
                <a:off x="800913" y="5270079"/>
                <a:ext cx="152769" cy="133117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79" name="矩形 678">
                <a:extLst>
                  <a:ext uri="{FF2B5EF4-FFF2-40B4-BE49-F238E27FC236}">
                    <a16:creationId xmlns:a16="http://schemas.microsoft.com/office/drawing/2014/main" id="{767E2A67-C765-0AF6-73D2-BCFE085D2180}"/>
                  </a:ext>
                </a:extLst>
              </p:cNvPr>
              <p:cNvSpPr/>
              <p:nvPr/>
            </p:nvSpPr>
            <p:spPr>
              <a:xfrm flipH="1">
                <a:off x="800918" y="5403192"/>
                <a:ext cx="152767" cy="133117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80" name="矩形 679">
                <a:extLst>
                  <a:ext uri="{FF2B5EF4-FFF2-40B4-BE49-F238E27FC236}">
                    <a16:creationId xmlns:a16="http://schemas.microsoft.com/office/drawing/2014/main" id="{879B44F5-125C-FCEA-8B2F-9498FE09D760}"/>
                  </a:ext>
                </a:extLst>
              </p:cNvPr>
              <p:cNvSpPr/>
              <p:nvPr/>
            </p:nvSpPr>
            <p:spPr>
              <a:xfrm flipH="1">
                <a:off x="800924" y="5536310"/>
                <a:ext cx="152760" cy="133117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81" name="矩形 680">
                <a:extLst>
                  <a:ext uri="{FF2B5EF4-FFF2-40B4-BE49-F238E27FC236}">
                    <a16:creationId xmlns:a16="http://schemas.microsoft.com/office/drawing/2014/main" id="{2431B944-6DE3-2FA4-DFC8-31864DE18B79}"/>
                  </a:ext>
                </a:extLst>
              </p:cNvPr>
              <p:cNvSpPr/>
              <p:nvPr/>
            </p:nvSpPr>
            <p:spPr>
              <a:xfrm flipH="1">
                <a:off x="800925" y="5669423"/>
                <a:ext cx="152760" cy="133117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686" name="组合 685">
            <a:extLst>
              <a:ext uri="{FF2B5EF4-FFF2-40B4-BE49-F238E27FC236}">
                <a16:creationId xmlns:a16="http://schemas.microsoft.com/office/drawing/2014/main" id="{191875F3-A05D-FDB0-D29D-C2274005DEE7}"/>
              </a:ext>
            </a:extLst>
          </p:cNvPr>
          <p:cNvGrpSpPr/>
          <p:nvPr/>
        </p:nvGrpSpPr>
        <p:grpSpPr>
          <a:xfrm>
            <a:off x="3180736" y="4342336"/>
            <a:ext cx="821650" cy="536436"/>
            <a:chOff x="5408615" y="10123996"/>
            <a:chExt cx="532461" cy="339599"/>
          </a:xfrm>
        </p:grpSpPr>
        <p:grpSp>
          <p:nvGrpSpPr>
            <p:cNvPr id="687" name="组合 686">
              <a:extLst>
                <a:ext uri="{FF2B5EF4-FFF2-40B4-BE49-F238E27FC236}">
                  <a16:creationId xmlns:a16="http://schemas.microsoft.com/office/drawing/2014/main" id="{59EBDA96-36A9-FC63-7131-5E65047DDF74}"/>
                </a:ext>
              </a:extLst>
            </p:cNvPr>
            <p:cNvGrpSpPr/>
            <p:nvPr/>
          </p:nvGrpSpPr>
          <p:grpSpPr>
            <a:xfrm rot="5400000">
              <a:off x="5598460" y="9934151"/>
              <a:ext cx="152772" cy="532461"/>
              <a:chOff x="800913" y="5270079"/>
              <a:chExt cx="152772" cy="532461"/>
            </a:xfrm>
          </p:grpSpPr>
          <p:sp>
            <p:nvSpPr>
              <p:cNvPr id="693" name="矩形 692">
                <a:extLst>
                  <a:ext uri="{FF2B5EF4-FFF2-40B4-BE49-F238E27FC236}">
                    <a16:creationId xmlns:a16="http://schemas.microsoft.com/office/drawing/2014/main" id="{233E5EE7-BD56-9F91-9A15-027183E5181A}"/>
                  </a:ext>
                </a:extLst>
              </p:cNvPr>
              <p:cNvSpPr/>
              <p:nvPr/>
            </p:nvSpPr>
            <p:spPr>
              <a:xfrm flipH="1">
                <a:off x="800913" y="5270079"/>
                <a:ext cx="152769" cy="133117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94" name="矩形 693">
                <a:extLst>
                  <a:ext uri="{FF2B5EF4-FFF2-40B4-BE49-F238E27FC236}">
                    <a16:creationId xmlns:a16="http://schemas.microsoft.com/office/drawing/2014/main" id="{5570F5DC-A965-EE12-E8FC-C2E311B59B50}"/>
                  </a:ext>
                </a:extLst>
              </p:cNvPr>
              <p:cNvSpPr/>
              <p:nvPr/>
            </p:nvSpPr>
            <p:spPr>
              <a:xfrm flipH="1">
                <a:off x="800918" y="5403192"/>
                <a:ext cx="152767" cy="133117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95" name="矩形 694">
                <a:extLst>
                  <a:ext uri="{FF2B5EF4-FFF2-40B4-BE49-F238E27FC236}">
                    <a16:creationId xmlns:a16="http://schemas.microsoft.com/office/drawing/2014/main" id="{1C6FD4DC-51D6-B0C4-D8C2-308C1A4AB6BC}"/>
                  </a:ext>
                </a:extLst>
              </p:cNvPr>
              <p:cNvSpPr/>
              <p:nvPr/>
            </p:nvSpPr>
            <p:spPr>
              <a:xfrm flipH="1">
                <a:off x="800924" y="5536310"/>
                <a:ext cx="152760" cy="133117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96" name="矩形 695">
                <a:extLst>
                  <a:ext uri="{FF2B5EF4-FFF2-40B4-BE49-F238E27FC236}">
                    <a16:creationId xmlns:a16="http://schemas.microsoft.com/office/drawing/2014/main" id="{3D455F6E-1CF7-2B53-2324-2CEC0481B4C7}"/>
                  </a:ext>
                </a:extLst>
              </p:cNvPr>
              <p:cNvSpPr/>
              <p:nvPr/>
            </p:nvSpPr>
            <p:spPr>
              <a:xfrm flipH="1">
                <a:off x="800925" y="5669423"/>
                <a:ext cx="152760" cy="133117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688" name="组合 687">
              <a:extLst>
                <a:ext uri="{FF2B5EF4-FFF2-40B4-BE49-F238E27FC236}">
                  <a16:creationId xmlns:a16="http://schemas.microsoft.com/office/drawing/2014/main" id="{E8C9216A-2AB6-C957-ED80-21F7833C20C6}"/>
                </a:ext>
              </a:extLst>
            </p:cNvPr>
            <p:cNvGrpSpPr/>
            <p:nvPr/>
          </p:nvGrpSpPr>
          <p:grpSpPr>
            <a:xfrm rot="5400000">
              <a:off x="5598460" y="10120978"/>
              <a:ext cx="152772" cy="532461"/>
              <a:chOff x="800913" y="5270079"/>
              <a:chExt cx="152772" cy="532461"/>
            </a:xfrm>
          </p:grpSpPr>
          <p:sp>
            <p:nvSpPr>
              <p:cNvPr id="689" name="矩形 688">
                <a:extLst>
                  <a:ext uri="{FF2B5EF4-FFF2-40B4-BE49-F238E27FC236}">
                    <a16:creationId xmlns:a16="http://schemas.microsoft.com/office/drawing/2014/main" id="{DD2A79B8-6E02-E86A-60A9-DFCA53F5A82C}"/>
                  </a:ext>
                </a:extLst>
              </p:cNvPr>
              <p:cNvSpPr/>
              <p:nvPr/>
            </p:nvSpPr>
            <p:spPr>
              <a:xfrm flipH="1">
                <a:off x="800913" y="5270079"/>
                <a:ext cx="152769" cy="133117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90" name="矩形 689">
                <a:extLst>
                  <a:ext uri="{FF2B5EF4-FFF2-40B4-BE49-F238E27FC236}">
                    <a16:creationId xmlns:a16="http://schemas.microsoft.com/office/drawing/2014/main" id="{2AC2DD73-BDF5-8FD2-0D05-0769CDC09299}"/>
                  </a:ext>
                </a:extLst>
              </p:cNvPr>
              <p:cNvSpPr/>
              <p:nvPr/>
            </p:nvSpPr>
            <p:spPr>
              <a:xfrm flipH="1">
                <a:off x="800918" y="5403192"/>
                <a:ext cx="152767" cy="133117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91" name="矩形 690">
                <a:extLst>
                  <a:ext uri="{FF2B5EF4-FFF2-40B4-BE49-F238E27FC236}">
                    <a16:creationId xmlns:a16="http://schemas.microsoft.com/office/drawing/2014/main" id="{1D104D3E-1F43-AD9F-B766-DBFE7CAB0D89}"/>
                  </a:ext>
                </a:extLst>
              </p:cNvPr>
              <p:cNvSpPr/>
              <p:nvPr/>
            </p:nvSpPr>
            <p:spPr>
              <a:xfrm flipH="1">
                <a:off x="800924" y="5536310"/>
                <a:ext cx="152760" cy="133117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92" name="矩形 691">
                <a:extLst>
                  <a:ext uri="{FF2B5EF4-FFF2-40B4-BE49-F238E27FC236}">
                    <a16:creationId xmlns:a16="http://schemas.microsoft.com/office/drawing/2014/main" id="{6659701D-BA28-4696-B4FC-B75C41F5F700}"/>
                  </a:ext>
                </a:extLst>
              </p:cNvPr>
              <p:cNvSpPr/>
              <p:nvPr/>
            </p:nvSpPr>
            <p:spPr>
              <a:xfrm flipH="1">
                <a:off x="800925" y="5669423"/>
                <a:ext cx="152760" cy="133117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cxnSp>
        <p:nvCxnSpPr>
          <p:cNvPr id="698" name="直接连接符 699">
            <a:extLst>
              <a:ext uri="{FF2B5EF4-FFF2-40B4-BE49-F238E27FC236}">
                <a16:creationId xmlns:a16="http://schemas.microsoft.com/office/drawing/2014/main" id="{B4754DE7-4700-685F-DD85-865C7FE24C1E}"/>
              </a:ext>
            </a:extLst>
          </p:cNvPr>
          <p:cNvCxnSpPr>
            <a:cxnSpLocks/>
          </p:cNvCxnSpPr>
          <p:nvPr/>
        </p:nvCxnSpPr>
        <p:spPr>
          <a:xfrm flipV="1">
            <a:off x="3335154" y="2971159"/>
            <a:ext cx="8784500" cy="22839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99" name="文本框 698">
                <a:extLst>
                  <a:ext uri="{FF2B5EF4-FFF2-40B4-BE49-F238E27FC236}">
                    <a16:creationId xmlns:a16="http://schemas.microsoft.com/office/drawing/2014/main" id="{DB11EC1F-0EFC-C521-C917-05B8316B5F4C}"/>
                  </a:ext>
                </a:extLst>
              </p:cNvPr>
              <p:cNvSpPr txBox="1"/>
              <p:nvPr/>
            </p:nvSpPr>
            <p:spPr>
              <a:xfrm>
                <a:off x="3156098" y="4918088"/>
                <a:ext cx="1071288" cy="461665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1" i="1" dirty="0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altLang="zh-CN" sz="2400" b="1" i="1" dirty="0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𝑿</m:t>
                          </m:r>
                        </m:e>
                        <m:sub>
                          <m:r>
                            <a:rPr lang="en-US" altLang="zh-CN" sz="2400" b="1" i="1" dirty="0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𝟎</m:t>
                          </m:r>
                        </m:sub>
                      </m:sSub>
                    </m:oMath>
                  </m:oMathPara>
                </a14:m>
                <a:endParaRPr lang="zh-CN" altLang="en-US" sz="2400" b="1" dirty="0">
                  <a:solidFill>
                    <a:schemeClr val="accent6"/>
                  </a:solidFill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99" name="文本框 698">
                <a:extLst>
                  <a:ext uri="{FF2B5EF4-FFF2-40B4-BE49-F238E27FC236}">
                    <a16:creationId xmlns:a16="http://schemas.microsoft.com/office/drawing/2014/main" id="{DB11EC1F-0EFC-C521-C917-05B8316B5F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56098" y="4918088"/>
                <a:ext cx="1071288" cy="461665"/>
              </a:xfrm>
              <a:prstGeom prst="rect">
                <a:avLst/>
              </a:prstGeom>
              <a:blipFill>
                <a:blip r:embed="rId4"/>
                <a:stretch>
                  <a:fillRect b="-1316"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00" name="椭圆 699">
            <a:extLst>
              <a:ext uri="{FF2B5EF4-FFF2-40B4-BE49-F238E27FC236}">
                <a16:creationId xmlns:a16="http://schemas.microsoft.com/office/drawing/2014/main" id="{264AECA8-E0D2-BDE4-F8A2-97A7E4FF0BF5}"/>
              </a:ext>
            </a:extLst>
          </p:cNvPr>
          <p:cNvSpPr/>
          <p:nvPr/>
        </p:nvSpPr>
        <p:spPr>
          <a:xfrm rot="5400000">
            <a:off x="4795550" y="3797582"/>
            <a:ext cx="322854" cy="323843"/>
          </a:xfrm>
          <a:prstGeom prst="ellipse">
            <a:avLst/>
          </a:prstGeom>
          <a:noFill/>
          <a:ln w="28575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cs typeface="Arial" panose="020B0604020202020204" pitchFamily="34" charset="0"/>
              </a:rPr>
              <a:t>1</a:t>
            </a:r>
            <a:endParaRPr lang="zh-CN" altLang="en-US" sz="2400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701" name="椭圆 700">
            <a:extLst>
              <a:ext uri="{FF2B5EF4-FFF2-40B4-BE49-F238E27FC236}">
                <a16:creationId xmlns:a16="http://schemas.microsoft.com/office/drawing/2014/main" id="{F7AF2116-4F4C-6ADF-3BA0-342B9D08BA20}"/>
              </a:ext>
            </a:extLst>
          </p:cNvPr>
          <p:cNvSpPr/>
          <p:nvPr/>
        </p:nvSpPr>
        <p:spPr>
          <a:xfrm rot="5400000">
            <a:off x="4795550" y="4498518"/>
            <a:ext cx="322854" cy="32384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cs typeface="Arial" panose="020B0604020202020204" pitchFamily="34" charset="0"/>
              </a:rPr>
              <a:t>3</a:t>
            </a:r>
            <a:endParaRPr lang="zh-CN" altLang="en-US" sz="2400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702" name="椭圆 701">
            <a:extLst>
              <a:ext uri="{FF2B5EF4-FFF2-40B4-BE49-F238E27FC236}">
                <a16:creationId xmlns:a16="http://schemas.microsoft.com/office/drawing/2014/main" id="{E8E866F2-76E9-9833-EF34-AE6B661767C1}"/>
              </a:ext>
            </a:extLst>
          </p:cNvPr>
          <p:cNvSpPr/>
          <p:nvPr/>
        </p:nvSpPr>
        <p:spPr>
          <a:xfrm rot="5400000">
            <a:off x="4133625" y="3797582"/>
            <a:ext cx="322854" cy="323843"/>
          </a:xfrm>
          <a:prstGeom prst="ellipse">
            <a:avLst/>
          </a:prstGeom>
          <a:noFill/>
          <a:ln w="28575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cs typeface="Arial" panose="020B0604020202020204" pitchFamily="34" charset="0"/>
              </a:rPr>
              <a:t>0</a:t>
            </a:r>
            <a:endParaRPr lang="zh-CN" altLang="en-US" sz="2400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703" name="椭圆 702">
            <a:extLst>
              <a:ext uri="{FF2B5EF4-FFF2-40B4-BE49-F238E27FC236}">
                <a16:creationId xmlns:a16="http://schemas.microsoft.com/office/drawing/2014/main" id="{6FBE02A5-F1CD-59C5-6191-06E795569227}"/>
              </a:ext>
            </a:extLst>
          </p:cNvPr>
          <p:cNvSpPr/>
          <p:nvPr/>
        </p:nvSpPr>
        <p:spPr>
          <a:xfrm rot="5400000">
            <a:off x="4133625" y="4498518"/>
            <a:ext cx="322854" cy="32384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cs typeface="Arial" panose="020B0604020202020204" pitchFamily="34" charset="0"/>
              </a:rPr>
              <a:t>2</a:t>
            </a:r>
            <a:endParaRPr lang="zh-CN" altLang="en-US" sz="2400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cxnSp>
        <p:nvCxnSpPr>
          <p:cNvPr id="704" name="直接连接符 521">
            <a:extLst>
              <a:ext uri="{FF2B5EF4-FFF2-40B4-BE49-F238E27FC236}">
                <a16:creationId xmlns:a16="http://schemas.microsoft.com/office/drawing/2014/main" id="{6FBD7960-15E9-DD5E-29A5-127139EF03F0}"/>
              </a:ext>
            </a:extLst>
          </p:cNvPr>
          <p:cNvCxnSpPr>
            <a:cxnSpLocks/>
          </p:cNvCxnSpPr>
          <p:nvPr/>
        </p:nvCxnSpPr>
        <p:spPr>
          <a:xfrm>
            <a:off x="4295052" y="4120931"/>
            <a:ext cx="0" cy="378082"/>
          </a:xfrm>
          <a:prstGeom prst="line">
            <a:avLst/>
          </a:prstGeom>
          <a:ln w="28575">
            <a:solidFill>
              <a:schemeClr val="tx1"/>
            </a:solidFill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05" name="直接连接符 522">
            <a:extLst>
              <a:ext uri="{FF2B5EF4-FFF2-40B4-BE49-F238E27FC236}">
                <a16:creationId xmlns:a16="http://schemas.microsoft.com/office/drawing/2014/main" id="{464AB470-0F3D-FF55-2D72-BACAC359FAFA}"/>
              </a:ext>
            </a:extLst>
          </p:cNvPr>
          <p:cNvCxnSpPr>
            <a:cxnSpLocks/>
          </p:cNvCxnSpPr>
          <p:nvPr/>
        </p:nvCxnSpPr>
        <p:spPr>
          <a:xfrm flipV="1">
            <a:off x="4956977" y="4118750"/>
            <a:ext cx="0" cy="380257"/>
          </a:xfrm>
          <a:prstGeom prst="line">
            <a:avLst/>
          </a:prstGeom>
          <a:ln w="28575">
            <a:solidFill>
              <a:schemeClr val="tx1"/>
            </a:solidFill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06" name="直接连接符 523">
            <a:extLst>
              <a:ext uri="{FF2B5EF4-FFF2-40B4-BE49-F238E27FC236}">
                <a16:creationId xmlns:a16="http://schemas.microsoft.com/office/drawing/2014/main" id="{E781295E-2C08-D85E-62C2-82B63E5AC463}"/>
              </a:ext>
            </a:extLst>
          </p:cNvPr>
          <p:cNvCxnSpPr>
            <a:cxnSpLocks/>
            <a:stCxn id="701" idx="3"/>
            <a:endCxn id="702" idx="7"/>
          </p:cNvCxnSpPr>
          <p:nvPr/>
        </p:nvCxnSpPr>
        <p:spPr>
          <a:xfrm flipH="1" flipV="1">
            <a:off x="4409549" y="4073650"/>
            <a:ext cx="432934" cy="472644"/>
          </a:xfrm>
          <a:prstGeom prst="line">
            <a:avLst/>
          </a:prstGeom>
          <a:ln w="28575">
            <a:solidFill>
              <a:schemeClr val="tx1"/>
            </a:solidFill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07" name="直接连接符 524">
            <a:extLst>
              <a:ext uri="{FF2B5EF4-FFF2-40B4-BE49-F238E27FC236}">
                <a16:creationId xmlns:a16="http://schemas.microsoft.com/office/drawing/2014/main" id="{70AC707C-CFC1-0670-0B6B-E756A6BF6F4C}"/>
              </a:ext>
            </a:extLst>
          </p:cNvPr>
          <p:cNvCxnSpPr>
            <a:cxnSpLocks/>
          </p:cNvCxnSpPr>
          <p:nvPr/>
        </p:nvCxnSpPr>
        <p:spPr>
          <a:xfrm flipH="1">
            <a:off x="4455515" y="4660433"/>
            <a:ext cx="32987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08" name="矩形 707">
            <a:extLst>
              <a:ext uri="{FF2B5EF4-FFF2-40B4-BE49-F238E27FC236}">
                <a16:creationId xmlns:a16="http://schemas.microsoft.com/office/drawing/2014/main" id="{A94C7B32-7249-F184-4E40-D258F13CC04F}"/>
              </a:ext>
            </a:extLst>
          </p:cNvPr>
          <p:cNvSpPr/>
          <p:nvPr/>
        </p:nvSpPr>
        <p:spPr>
          <a:xfrm>
            <a:off x="282280" y="5640460"/>
            <a:ext cx="11668471" cy="115353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3" name="直接箭头连接符 32">
            <a:extLst>
              <a:ext uri="{FF2B5EF4-FFF2-40B4-BE49-F238E27FC236}">
                <a16:creationId xmlns:a16="http://schemas.microsoft.com/office/drawing/2014/main" id="{D0E65F2C-5A73-AD8D-CE7D-DC1FDDD67FAA}"/>
              </a:ext>
            </a:extLst>
          </p:cNvPr>
          <p:cNvCxnSpPr>
            <a:cxnSpLocks/>
          </p:cNvCxnSpPr>
          <p:nvPr/>
        </p:nvCxnSpPr>
        <p:spPr>
          <a:xfrm flipH="1">
            <a:off x="4023647" y="2572983"/>
            <a:ext cx="13498" cy="4009707"/>
          </a:xfrm>
          <a:prstGeom prst="straightConnector1">
            <a:avLst/>
          </a:prstGeom>
          <a:ln w="57150" cap="rnd">
            <a:solidFill>
              <a:schemeClr val="accent1"/>
            </a:solidFill>
            <a:round/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081777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288000" y="0"/>
            <a:ext cx="11164860" cy="141763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badi" panose="020B0604020202020204" pitchFamily="34" charset="0"/>
                <a:sym typeface="+mn-ea"/>
              </a:rPr>
              <a:t>Multi-GPU GNN Systems with Data Parallelism</a:t>
            </a:r>
            <a:endParaRPr lang="en-US" altLang="zh-CN" sz="3600" dirty="0">
              <a:latin typeface="Century Gothic" panose="020B050202020202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5" name="Rectangle 10"/>
          <p:cNvSpPr/>
          <p:nvPr/>
        </p:nvSpPr>
        <p:spPr>
          <a:xfrm>
            <a:off x="0" y="420787"/>
            <a:ext cx="288000" cy="57606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709CA35-E3F2-8BFB-A5B2-4DB572AEBBDF}"/>
              </a:ext>
            </a:extLst>
          </p:cNvPr>
          <p:cNvSpPr txBox="1"/>
          <p:nvPr/>
        </p:nvSpPr>
        <p:spPr>
          <a:xfrm>
            <a:off x="1558875" y="3539753"/>
            <a:ext cx="1088070" cy="400111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cs typeface="Arial" panose="020B0604020202020204" pitchFamily="34" charset="0"/>
              </a:rPr>
              <a:t>Graph</a:t>
            </a:r>
            <a:endParaRPr lang="zh-CN" altLang="en-US" sz="2000" b="1" dirty="0">
              <a:cs typeface="Arial" panose="020B0604020202020204" pitchFamily="34" charset="0"/>
            </a:endParaRP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B39A61F0-CCEA-47ED-52A7-1F966E022291}"/>
              </a:ext>
            </a:extLst>
          </p:cNvPr>
          <p:cNvSpPr/>
          <p:nvPr/>
        </p:nvSpPr>
        <p:spPr>
          <a:xfrm rot="5400000">
            <a:off x="2159528" y="2411057"/>
            <a:ext cx="323707" cy="323867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cs typeface="Arial" panose="020B0604020202020204" pitchFamily="34" charset="0"/>
              </a:rPr>
              <a:t>1</a:t>
            </a:r>
            <a:endParaRPr lang="zh-CN" altLang="en-US" sz="2400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FE8434F3-0B5B-1C4E-F302-A2502BCA608E}"/>
              </a:ext>
            </a:extLst>
          </p:cNvPr>
          <p:cNvSpPr/>
          <p:nvPr/>
        </p:nvSpPr>
        <p:spPr>
          <a:xfrm rot="5400000">
            <a:off x="2159528" y="3113846"/>
            <a:ext cx="323707" cy="323867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cs typeface="Arial" panose="020B0604020202020204" pitchFamily="34" charset="0"/>
              </a:rPr>
              <a:t>3</a:t>
            </a:r>
            <a:endParaRPr lang="zh-CN" altLang="en-US" sz="2400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005EA1F2-F4B4-4599-5060-A9A45AB8C69E}"/>
              </a:ext>
            </a:extLst>
          </p:cNvPr>
          <p:cNvSpPr/>
          <p:nvPr/>
        </p:nvSpPr>
        <p:spPr>
          <a:xfrm rot="5400000">
            <a:off x="1497554" y="2411057"/>
            <a:ext cx="323707" cy="323867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cs typeface="Arial" panose="020B0604020202020204" pitchFamily="34" charset="0"/>
              </a:rPr>
              <a:t>0</a:t>
            </a:r>
            <a:endParaRPr lang="zh-CN" altLang="en-US" sz="2400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D732ED16-3C19-3C6F-1602-6C25C988DEAE}"/>
              </a:ext>
            </a:extLst>
          </p:cNvPr>
          <p:cNvSpPr/>
          <p:nvPr/>
        </p:nvSpPr>
        <p:spPr>
          <a:xfrm rot="5400000">
            <a:off x="1497554" y="3113846"/>
            <a:ext cx="323707" cy="323867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cs typeface="Arial" panose="020B0604020202020204" pitchFamily="34" charset="0"/>
              </a:rPr>
              <a:t>2</a:t>
            </a:r>
            <a:endParaRPr lang="zh-CN" altLang="en-US" sz="2400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cxnSp>
        <p:nvCxnSpPr>
          <p:cNvPr id="10" name="直接连接符 781">
            <a:extLst>
              <a:ext uri="{FF2B5EF4-FFF2-40B4-BE49-F238E27FC236}">
                <a16:creationId xmlns:a16="http://schemas.microsoft.com/office/drawing/2014/main" id="{DB3AC2ED-3837-698E-C23B-16E9710CF8CC}"/>
              </a:ext>
            </a:extLst>
          </p:cNvPr>
          <p:cNvCxnSpPr>
            <a:cxnSpLocks/>
          </p:cNvCxnSpPr>
          <p:nvPr/>
        </p:nvCxnSpPr>
        <p:spPr>
          <a:xfrm flipH="1">
            <a:off x="1822802" y="2572983"/>
            <a:ext cx="32824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直接连接符 786">
            <a:extLst>
              <a:ext uri="{FF2B5EF4-FFF2-40B4-BE49-F238E27FC236}">
                <a16:creationId xmlns:a16="http://schemas.microsoft.com/office/drawing/2014/main" id="{9303225E-C395-7D69-D6AD-EA9B4C2E8382}"/>
              </a:ext>
            </a:extLst>
          </p:cNvPr>
          <p:cNvCxnSpPr>
            <a:cxnSpLocks/>
          </p:cNvCxnSpPr>
          <p:nvPr/>
        </p:nvCxnSpPr>
        <p:spPr>
          <a:xfrm>
            <a:off x="1659408" y="2734845"/>
            <a:ext cx="0" cy="37908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矩形 11">
            <a:extLst>
              <a:ext uri="{FF2B5EF4-FFF2-40B4-BE49-F238E27FC236}">
                <a16:creationId xmlns:a16="http://schemas.microsoft.com/office/drawing/2014/main" id="{3581CD8E-1448-B19F-1B68-0D1F9C367782}"/>
              </a:ext>
            </a:extLst>
          </p:cNvPr>
          <p:cNvSpPr/>
          <p:nvPr/>
        </p:nvSpPr>
        <p:spPr>
          <a:xfrm rot="5400000" flipH="1">
            <a:off x="934264" y="2322714"/>
            <a:ext cx="241954" cy="20543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52243E9-9892-C726-FCF6-84FAA3C18CA9}"/>
              </a:ext>
            </a:extLst>
          </p:cNvPr>
          <p:cNvSpPr/>
          <p:nvPr/>
        </p:nvSpPr>
        <p:spPr>
          <a:xfrm rot="5400000" flipH="1">
            <a:off x="728840" y="2322720"/>
            <a:ext cx="241951" cy="20543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71D65AA-0D66-B1CE-794D-EDB53C4B4479}"/>
              </a:ext>
            </a:extLst>
          </p:cNvPr>
          <p:cNvSpPr/>
          <p:nvPr/>
        </p:nvSpPr>
        <p:spPr>
          <a:xfrm rot="5400000" flipH="1">
            <a:off x="523408" y="2322723"/>
            <a:ext cx="241940" cy="20543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7D538AF-2F37-F0C4-3391-FE716A53A645}"/>
              </a:ext>
            </a:extLst>
          </p:cNvPr>
          <p:cNvSpPr/>
          <p:nvPr/>
        </p:nvSpPr>
        <p:spPr>
          <a:xfrm rot="5400000" flipH="1">
            <a:off x="317984" y="2322725"/>
            <a:ext cx="241940" cy="20543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613B9B69-EA97-BA51-0064-3909B61B0E0B}"/>
              </a:ext>
            </a:extLst>
          </p:cNvPr>
          <p:cNvSpPr/>
          <p:nvPr/>
        </p:nvSpPr>
        <p:spPr>
          <a:xfrm rot="5400000" flipH="1">
            <a:off x="934264" y="2618608"/>
            <a:ext cx="241954" cy="20543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F7C119F-79DE-4DCF-CB2C-DE3966EAD8E3}"/>
              </a:ext>
            </a:extLst>
          </p:cNvPr>
          <p:cNvSpPr/>
          <p:nvPr/>
        </p:nvSpPr>
        <p:spPr>
          <a:xfrm rot="5400000" flipH="1">
            <a:off x="728840" y="2618614"/>
            <a:ext cx="241951" cy="20543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89C482D-C736-3728-0BD3-D8E99212461A}"/>
              </a:ext>
            </a:extLst>
          </p:cNvPr>
          <p:cNvSpPr/>
          <p:nvPr/>
        </p:nvSpPr>
        <p:spPr>
          <a:xfrm rot="5400000" flipH="1">
            <a:off x="523408" y="2618618"/>
            <a:ext cx="241940" cy="20543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4BAA7583-B719-73E9-C06F-423CEF037D97}"/>
              </a:ext>
            </a:extLst>
          </p:cNvPr>
          <p:cNvSpPr/>
          <p:nvPr/>
        </p:nvSpPr>
        <p:spPr>
          <a:xfrm rot="5400000" flipH="1">
            <a:off x="317984" y="2618619"/>
            <a:ext cx="241940" cy="20543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B8A4FA2E-FE10-87C7-837A-AAE05A399BE5}"/>
              </a:ext>
            </a:extLst>
          </p:cNvPr>
          <p:cNvSpPr/>
          <p:nvPr/>
        </p:nvSpPr>
        <p:spPr>
          <a:xfrm rot="5400000" flipH="1">
            <a:off x="934264" y="3012260"/>
            <a:ext cx="241954" cy="20543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023EDA8C-50B1-FBB7-6C2E-A5114686966E}"/>
              </a:ext>
            </a:extLst>
          </p:cNvPr>
          <p:cNvSpPr/>
          <p:nvPr/>
        </p:nvSpPr>
        <p:spPr>
          <a:xfrm rot="5400000" flipH="1">
            <a:off x="728840" y="3012267"/>
            <a:ext cx="241951" cy="20543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F3962B14-3F48-92EC-90B0-7C33B574C1A9}"/>
              </a:ext>
            </a:extLst>
          </p:cNvPr>
          <p:cNvSpPr/>
          <p:nvPr/>
        </p:nvSpPr>
        <p:spPr>
          <a:xfrm rot="5400000" flipH="1">
            <a:off x="523408" y="3012270"/>
            <a:ext cx="241940" cy="20543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003F67E9-08F6-1BD1-E2B1-9CFBE06E56A4}"/>
              </a:ext>
            </a:extLst>
          </p:cNvPr>
          <p:cNvSpPr/>
          <p:nvPr/>
        </p:nvSpPr>
        <p:spPr>
          <a:xfrm rot="5400000" flipH="1">
            <a:off x="317984" y="3012271"/>
            <a:ext cx="241940" cy="20543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8BDF58AD-3195-EC7A-2898-F9B2B6CC2FA3}"/>
              </a:ext>
            </a:extLst>
          </p:cNvPr>
          <p:cNvSpPr/>
          <p:nvPr/>
        </p:nvSpPr>
        <p:spPr>
          <a:xfrm rot="5400000" flipH="1">
            <a:off x="934264" y="3308155"/>
            <a:ext cx="241954" cy="20543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D2773DE6-85D0-A06A-6904-1BEDB52E2868}"/>
              </a:ext>
            </a:extLst>
          </p:cNvPr>
          <p:cNvSpPr/>
          <p:nvPr/>
        </p:nvSpPr>
        <p:spPr>
          <a:xfrm rot="5400000" flipH="1">
            <a:off x="728840" y="3308161"/>
            <a:ext cx="241951" cy="20543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D93687DD-9D0D-F7CC-0741-6FD0E4C10B4D}"/>
              </a:ext>
            </a:extLst>
          </p:cNvPr>
          <p:cNvSpPr/>
          <p:nvPr/>
        </p:nvSpPr>
        <p:spPr>
          <a:xfrm rot="5400000" flipH="1">
            <a:off x="523408" y="3308164"/>
            <a:ext cx="241940" cy="20543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FC1B7654-C154-821A-F35D-EA4FB15E19F5}"/>
              </a:ext>
            </a:extLst>
          </p:cNvPr>
          <p:cNvSpPr/>
          <p:nvPr/>
        </p:nvSpPr>
        <p:spPr>
          <a:xfrm rot="5400000" flipH="1">
            <a:off x="317984" y="3308166"/>
            <a:ext cx="241940" cy="20543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6C1D67B6-D2FF-B109-D2B2-692FA1CF3339}"/>
              </a:ext>
            </a:extLst>
          </p:cNvPr>
          <p:cNvSpPr txBox="1"/>
          <p:nvPr/>
        </p:nvSpPr>
        <p:spPr>
          <a:xfrm>
            <a:off x="266734" y="3539753"/>
            <a:ext cx="1071288" cy="400111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cs typeface="Arial" panose="020B0604020202020204" pitchFamily="34" charset="0"/>
              </a:rPr>
              <a:t>Feature</a:t>
            </a:r>
            <a:endParaRPr lang="zh-CN" altLang="en-US" sz="2000" b="1" dirty="0">
              <a:cs typeface="Arial" panose="020B0604020202020204" pitchFamily="34" charset="0"/>
            </a:endParaRPr>
          </a:p>
        </p:txBody>
      </p:sp>
      <p:cxnSp>
        <p:nvCxnSpPr>
          <p:cNvPr id="29" name="直接连接符 458">
            <a:extLst>
              <a:ext uri="{FF2B5EF4-FFF2-40B4-BE49-F238E27FC236}">
                <a16:creationId xmlns:a16="http://schemas.microsoft.com/office/drawing/2014/main" id="{DAC8C52F-4119-E7A7-E314-24B55CA85BFB}"/>
              </a:ext>
            </a:extLst>
          </p:cNvPr>
          <p:cNvCxnSpPr>
            <a:cxnSpLocks/>
          </p:cNvCxnSpPr>
          <p:nvPr/>
        </p:nvCxnSpPr>
        <p:spPr>
          <a:xfrm flipV="1">
            <a:off x="2321382" y="2732658"/>
            <a:ext cx="0" cy="38126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直接连接符 461">
            <a:extLst>
              <a:ext uri="{FF2B5EF4-FFF2-40B4-BE49-F238E27FC236}">
                <a16:creationId xmlns:a16="http://schemas.microsoft.com/office/drawing/2014/main" id="{F1650873-22F4-E5CE-9D3D-7C95411A68DB}"/>
              </a:ext>
            </a:extLst>
          </p:cNvPr>
          <p:cNvCxnSpPr>
            <a:cxnSpLocks/>
            <a:stCxn id="7" idx="3"/>
            <a:endCxn id="8" idx="7"/>
          </p:cNvCxnSpPr>
          <p:nvPr/>
        </p:nvCxnSpPr>
        <p:spPr>
          <a:xfrm flipH="1" flipV="1">
            <a:off x="1773912" y="2687439"/>
            <a:ext cx="432966" cy="47389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直接连接符 464">
            <a:extLst>
              <a:ext uri="{FF2B5EF4-FFF2-40B4-BE49-F238E27FC236}">
                <a16:creationId xmlns:a16="http://schemas.microsoft.com/office/drawing/2014/main" id="{26FDE370-8104-0FB5-18EA-6B201C1A8426}"/>
              </a:ext>
            </a:extLst>
          </p:cNvPr>
          <p:cNvCxnSpPr>
            <a:cxnSpLocks/>
          </p:cNvCxnSpPr>
          <p:nvPr/>
        </p:nvCxnSpPr>
        <p:spPr>
          <a:xfrm flipH="1">
            <a:off x="1819882" y="3275772"/>
            <a:ext cx="3299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直接连接符 483">
            <a:extLst>
              <a:ext uri="{FF2B5EF4-FFF2-40B4-BE49-F238E27FC236}">
                <a16:creationId xmlns:a16="http://schemas.microsoft.com/office/drawing/2014/main" id="{AFD05B67-E2F5-0A4B-1E5E-06D7C966D580}"/>
              </a:ext>
            </a:extLst>
          </p:cNvPr>
          <p:cNvCxnSpPr>
            <a:cxnSpLocks/>
          </p:cNvCxnSpPr>
          <p:nvPr/>
        </p:nvCxnSpPr>
        <p:spPr>
          <a:xfrm flipH="1">
            <a:off x="221520" y="2916998"/>
            <a:ext cx="2233003" cy="4534"/>
          </a:xfrm>
          <a:prstGeom prst="line">
            <a:avLst/>
          </a:prstGeom>
          <a:ln w="28575">
            <a:solidFill>
              <a:schemeClr val="tx1"/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文本框 33">
            <a:extLst>
              <a:ext uri="{FF2B5EF4-FFF2-40B4-BE49-F238E27FC236}">
                <a16:creationId xmlns:a16="http://schemas.microsoft.com/office/drawing/2014/main" id="{B5B77D80-DB02-E6D6-8740-E194BBB02681}"/>
              </a:ext>
            </a:extLst>
          </p:cNvPr>
          <p:cNvSpPr txBox="1"/>
          <p:nvPr/>
        </p:nvSpPr>
        <p:spPr>
          <a:xfrm>
            <a:off x="2246021" y="1378128"/>
            <a:ext cx="1182662" cy="461665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cs typeface="Arial" panose="020B0604020202020204" pitchFamily="34" charset="0"/>
              </a:rPr>
              <a:t>GPU1</a:t>
            </a:r>
            <a:endParaRPr lang="zh-CN" altLang="en-US" sz="3600" b="1" dirty="0">
              <a:cs typeface="Arial" panose="020B0604020202020204" pitchFamily="34" charset="0"/>
            </a:endParaRPr>
          </a:p>
        </p:txBody>
      </p:sp>
      <p:cxnSp>
        <p:nvCxnSpPr>
          <p:cNvPr id="35" name="直接连接符 953">
            <a:extLst>
              <a:ext uri="{FF2B5EF4-FFF2-40B4-BE49-F238E27FC236}">
                <a16:creationId xmlns:a16="http://schemas.microsoft.com/office/drawing/2014/main" id="{7C8AD6D7-C4BB-4033-F0AB-A7F03B7521FF}"/>
              </a:ext>
            </a:extLst>
          </p:cNvPr>
          <p:cNvCxnSpPr>
            <a:cxnSpLocks/>
          </p:cNvCxnSpPr>
          <p:nvPr/>
        </p:nvCxnSpPr>
        <p:spPr>
          <a:xfrm flipV="1">
            <a:off x="1175682" y="1622243"/>
            <a:ext cx="1036461" cy="392021"/>
          </a:xfrm>
          <a:prstGeom prst="bentConnector3">
            <a:avLst>
              <a:gd name="adj1" fmla="val 771"/>
            </a:avLst>
          </a:prstGeom>
          <a:ln w="28575">
            <a:solidFill>
              <a:schemeClr val="tx1"/>
            </a:solidFill>
            <a:prstDash val="solid"/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直接连接符 953">
            <a:extLst>
              <a:ext uri="{FF2B5EF4-FFF2-40B4-BE49-F238E27FC236}">
                <a16:creationId xmlns:a16="http://schemas.microsoft.com/office/drawing/2014/main" id="{B146A5E1-49C1-BE21-841F-26638414C3E4}"/>
              </a:ext>
            </a:extLst>
          </p:cNvPr>
          <p:cNvCxnSpPr>
            <a:cxnSpLocks/>
          </p:cNvCxnSpPr>
          <p:nvPr/>
        </p:nvCxnSpPr>
        <p:spPr>
          <a:xfrm>
            <a:off x="1153137" y="4036528"/>
            <a:ext cx="1052054" cy="440352"/>
          </a:xfrm>
          <a:prstGeom prst="bentConnector3">
            <a:avLst>
              <a:gd name="adj1" fmla="val 891"/>
            </a:avLst>
          </a:prstGeom>
          <a:ln w="28575">
            <a:solidFill>
              <a:schemeClr val="tx1"/>
            </a:solidFill>
            <a:prstDash val="solid"/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文本框 36">
            <a:extLst>
              <a:ext uri="{FF2B5EF4-FFF2-40B4-BE49-F238E27FC236}">
                <a16:creationId xmlns:a16="http://schemas.microsoft.com/office/drawing/2014/main" id="{249EBF6A-EF98-67F1-7BCF-3B6A5A0688EF}"/>
              </a:ext>
            </a:extLst>
          </p:cNvPr>
          <p:cNvSpPr txBox="1"/>
          <p:nvPr/>
        </p:nvSpPr>
        <p:spPr>
          <a:xfrm>
            <a:off x="2213257" y="4242542"/>
            <a:ext cx="1182662" cy="461665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cs typeface="Arial" panose="020B0604020202020204" pitchFamily="34" charset="0"/>
              </a:rPr>
              <a:t>GPU2</a:t>
            </a:r>
            <a:endParaRPr lang="zh-CN" altLang="en-US" sz="3600" b="1" dirty="0"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5DB06333-BA64-FBE8-5A9B-CC810276AE39}"/>
                  </a:ext>
                </a:extLst>
              </p:cNvPr>
              <p:cNvSpPr txBox="1"/>
              <p:nvPr/>
            </p:nvSpPr>
            <p:spPr>
              <a:xfrm>
                <a:off x="266734" y="3818078"/>
                <a:ext cx="1071288" cy="461665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1" i="1" dirty="0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altLang="zh-CN" sz="2400" b="1" i="1" dirty="0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𝑿</m:t>
                          </m:r>
                        </m:e>
                        <m:sub>
                          <m:r>
                            <a:rPr lang="en-US" altLang="zh-CN" sz="2400" b="1" i="1" dirty="0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𝟎</m:t>
                          </m:r>
                        </m:sub>
                      </m:sSub>
                    </m:oMath>
                  </m:oMathPara>
                </a14:m>
                <a:endParaRPr lang="zh-CN" altLang="en-US" sz="2400" b="1" dirty="0">
                  <a:solidFill>
                    <a:schemeClr val="accent6"/>
                  </a:solidFill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5DB06333-BA64-FBE8-5A9B-CC810276AE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734" y="3818078"/>
                <a:ext cx="1071288" cy="461665"/>
              </a:xfrm>
              <a:prstGeom prst="rect">
                <a:avLst/>
              </a:prstGeom>
              <a:blipFill>
                <a:blip r:embed="rId3"/>
                <a:stretch>
                  <a:fillRect b="-2632"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59" name="文本框 658">
            <a:extLst>
              <a:ext uri="{FF2B5EF4-FFF2-40B4-BE49-F238E27FC236}">
                <a16:creationId xmlns:a16="http://schemas.microsoft.com/office/drawing/2014/main" id="{C3325C92-8017-D209-BA86-E92D3C0460F3}"/>
              </a:ext>
            </a:extLst>
          </p:cNvPr>
          <p:cNvSpPr txBox="1"/>
          <p:nvPr/>
        </p:nvSpPr>
        <p:spPr>
          <a:xfrm>
            <a:off x="241248" y="6064139"/>
            <a:ext cx="3157268" cy="400110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FF0000"/>
                </a:solidFill>
                <a:cs typeface="Arial" panose="020B0604020202020204" pitchFamily="34" charset="0"/>
              </a:rPr>
              <a:t>The Memory of GPU 1</a:t>
            </a:r>
            <a:endParaRPr lang="zh-CN" altLang="en-US" sz="3200" b="1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  <p:grpSp>
        <p:nvGrpSpPr>
          <p:cNvPr id="597" name="组合 596">
            <a:extLst>
              <a:ext uri="{FF2B5EF4-FFF2-40B4-BE49-F238E27FC236}">
                <a16:creationId xmlns:a16="http://schemas.microsoft.com/office/drawing/2014/main" id="{A3AB9EC3-2062-BD90-4223-E74AE1176097}"/>
              </a:ext>
            </a:extLst>
          </p:cNvPr>
          <p:cNvGrpSpPr/>
          <p:nvPr/>
        </p:nvGrpSpPr>
        <p:grpSpPr>
          <a:xfrm>
            <a:off x="3676702" y="6065534"/>
            <a:ext cx="621640" cy="669775"/>
            <a:chOff x="3656357" y="6507685"/>
            <a:chExt cx="621640" cy="669775"/>
          </a:xfrm>
        </p:grpSpPr>
        <p:sp>
          <p:nvSpPr>
            <p:cNvPr id="598" name="矩形 1174">
              <a:extLst>
                <a:ext uri="{FF2B5EF4-FFF2-40B4-BE49-F238E27FC236}">
                  <a16:creationId xmlns:a16="http://schemas.microsoft.com/office/drawing/2014/main" id="{2C73A039-57CE-A483-8347-742AC622A14C}"/>
                </a:ext>
              </a:extLst>
            </p:cNvPr>
            <p:cNvSpPr/>
            <p:nvPr/>
          </p:nvSpPr>
          <p:spPr>
            <a:xfrm rot="10800000">
              <a:off x="3657805" y="7037952"/>
              <a:ext cx="618707" cy="139508"/>
            </a:xfrm>
            <a:custGeom>
              <a:avLst/>
              <a:gdLst>
                <a:gd name="connsiteX0" fmla="*/ 0 w 595706"/>
                <a:gd name="connsiteY0" fmla="*/ 0 h 92965"/>
                <a:gd name="connsiteX1" fmla="*/ 595706 w 595706"/>
                <a:gd name="connsiteY1" fmla="*/ 0 h 92965"/>
                <a:gd name="connsiteX2" fmla="*/ 595706 w 595706"/>
                <a:gd name="connsiteY2" fmla="*/ 92965 h 92965"/>
                <a:gd name="connsiteX3" fmla="*/ 0 w 595706"/>
                <a:gd name="connsiteY3" fmla="*/ 92965 h 92965"/>
                <a:gd name="connsiteX4" fmla="*/ 0 w 595706"/>
                <a:gd name="connsiteY4" fmla="*/ 0 h 92965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131 w 595837"/>
                <a:gd name="connsiteY0" fmla="*/ 0 h 148754"/>
                <a:gd name="connsiteX1" fmla="*/ 595837 w 595837"/>
                <a:gd name="connsiteY1" fmla="*/ 0 h 148754"/>
                <a:gd name="connsiteX2" fmla="*/ 595837 w 595837"/>
                <a:gd name="connsiteY2" fmla="*/ 92965 h 148754"/>
                <a:gd name="connsiteX3" fmla="*/ 131 w 595837"/>
                <a:gd name="connsiteY3" fmla="*/ 148754 h 148754"/>
                <a:gd name="connsiteX4" fmla="*/ 131 w 595837"/>
                <a:gd name="connsiteY4" fmla="*/ 0 h 148754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56571"/>
                <a:gd name="connsiteX1" fmla="*/ 595837 w 595837"/>
                <a:gd name="connsiteY1" fmla="*/ 0 h 156571"/>
                <a:gd name="connsiteX2" fmla="*/ 594316 w 595837"/>
                <a:gd name="connsiteY2" fmla="*/ 141984 h 156571"/>
                <a:gd name="connsiteX3" fmla="*/ 131 w 595837"/>
                <a:gd name="connsiteY3" fmla="*/ 140590 h 156571"/>
                <a:gd name="connsiteX4" fmla="*/ 131 w 595837"/>
                <a:gd name="connsiteY4" fmla="*/ 0 h 156571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0 w 600949"/>
                <a:gd name="connsiteY0" fmla="*/ 0 h 271309"/>
                <a:gd name="connsiteX1" fmla="*/ 600949 w 600949"/>
                <a:gd name="connsiteY1" fmla="*/ 0 h 271309"/>
                <a:gd name="connsiteX2" fmla="*/ 599428 w 600949"/>
                <a:gd name="connsiteY2" fmla="*/ 141984 h 271309"/>
                <a:gd name="connsiteX3" fmla="*/ 3722 w 600949"/>
                <a:gd name="connsiteY3" fmla="*/ 271309 h 271309"/>
                <a:gd name="connsiteX4" fmla="*/ 0 w 600949"/>
                <a:gd name="connsiteY4" fmla="*/ 0 h 271309"/>
                <a:gd name="connsiteX0" fmla="*/ 0 w 599639"/>
                <a:gd name="connsiteY0" fmla="*/ 0 h 271309"/>
                <a:gd name="connsiteX1" fmla="*/ 599639 w 599639"/>
                <a:gd name="connsiteY1" fmla="*/ 0 h 271309"/>
                <a:gd name="connsiteX2" fmla="*/ 599428 w 599639"/>
                <a:gd name="connsiteY2" fmla="*/ 141984 h 271309"/>
                <a:gd name="connsiteX3" fmla="*/ 3722 w 599639"/>
                <a:gd name="connsiteY3" fmla="*/ 271309 h 271309"/>
                <a:gd name="connsiteX4" fmla="*/ 0 w 599639"/>
                <a:gd name="connsiteY4" fmla="*/ 0 h 271309"/>
                <a:gd name="connsiteX0" fmla="*/ 0 w 597018"/>
                <a:gd name="connsiteY0" fmla="*/ 0 h 271309"/>
                <a:gd name="connsiteX1" fmla="*/ 597018 w 597018"/>
                <a:gd name="connsiteY1" fmla="*/ 0 h 271309"/>
                <a:gd name="connsiteX2" fmla="*/ 596807 w 597018"/>
                <a:gd name="connsiteY2" fmla="*/ 141984 h 271309"/>
                <a:gd name="connsiteX3" fmla="*/ 1101 w 597018"/>
                <a:gd name="connsiteY3" fmla="*/ 271309 h 271309"/>
                <a:gd name="connsiteX4" fmla="*/ 0 w 597018"/>
                <a:gd name="connsiteY4" fmla="*/ 0 h 271309"/>
                <a:gd name="connsiteX0" fmla="*/ 0 w 596807"/>
                <a:gd name="connsiteY0" fmla="*/ 0 h 271309"/>
                <a:gd name="connsiteX1" fmla="*/ 591775 w 596807"/>
                <a:gd name="connsiteY1" fmla="*/ 0 h 271309"/>
                <a:gd name="connsiteX2" fmla="*/ 596807 w 596807"/>
                <a:gd name="connsiteY2" fmla="*/ 141984 h 271309"/>
                <a:gd name="connsiteX3" fmla="*/ 1101 w 596807"/>
                <a:gd name="connsiteY3" fmla="*/ 271309 h 271309"/>
                <a:gd name="connsiteX4" fmla="*/ 0 w 596807"/>
                <a:gd name="connsiteY4" fmla="*/ 0 h 271309"/>
                <a:gd name="connsiteX0" fmla="*/ 0 w 596807"/>
                <a:gd name="connsiteY0" fmla="*/ 0 h 271309"/>
                <a:gd name="connsiteX1" fmla="*/ 595708 w 596807"/>
                <a:gd name="connsiteY1" fmla="*/ 0 h 271309"/>
                <a:gd name="connsiteX2" fmla="*/ 596807 w 596807"/>
                <a:gd name="connsiteY2" fmla="*/ 141984 h 271309"/>
                <a:gd name="connsiteX3" fmla="*/ 1101 w 596807"/>
                <a:gd name="connsiteY3" fmla="*/ 271309 h 271309"/>
                <a:gd name="connsiteX4" fmla="*/ 0 w 596807"/>
                <a:gd name="connsiteY4" fmla="*/ 0 h 271309"/>
                <a:gd name="connsiteX0" fmla="*/ 0 w 595708"/>
                <a:gd name="connsiteY0" fmla="*/ 0 h 271309"/>
                <a:gd name="connsiteX1" fmla="*/ 595708 w 595708"/>
                <a:gd name="connsiteY1" fmla="*/ 0 h 271309"/>
                <a:gd name="connsiteX2" fmla="*/ 594186 w 595708"/>
                <a:gd name="connsiteY2" fmla="*/ 141985 h 271309"/>
                <a:gd name="connsiteX3" fmla="*/ 1101 w 595708"/>
                <a:gd name="connsiteY3" fmla="*/ 271309 h 271309"/>
                <a:gd name="connsiteX4" fmla="*/ 0 w 595708"/>
                <a:gd name="connsiteY4" fmla="*/ 0 h 271309"/>
                <a:gd name="connsiteX0" fmla="*/ 0 w 596439"/>
                <a:gd name="connsiteY0" fmla="*/ 109083 h 380392"/>
                <a:gd name="connsiteX1" fmla="*/ 595708 w 596439"/>
                <a:gd name="connsiteY1" fmla="*/ 109083 h 380392"/>
                <a:gd name="connsiteX2" fmla="*/ 594186 w 596439"/>
                <a:gd name="connsiteY2" fmla="*/ 251068 h 380392"/>
                <a:gd name="connsiteX3" fmla="*/ 1101 w 596439"/>
                <a:gd name="connsiteY3" fmla="*/ 380392 h 380392"/>
                <a:gd name="connsiteX4" fmla="*/ 0 w 596439"/>
                <a:gd name="connsiteY4" fmla="*/ 109083 h 380392"/>
                <a:gd name="connsiteX0" fmla="*/ 0 w 595708"/>
                <a:gd name="connsiteY0" fmla="*/ 0 h 271309"/>
                <a:gd name="connsiteX1" fmla="*/ 595708 w 595708"/>
                <a:gd name="connsiteY1" fmla="*/ 0 h 271309"/>
                <a:gd name="connsiteX2" fmla="*/ 594186 w 595708"/>
                <a:gd name="connsiteY2" fmla="*/ 141985 h 271309"/>
                <a:gd name="connsiteX3" fmla="*/ 1101 w 595708"/>
                <a:gd name="connsiteY3" fmla="*/ 271309 h 271309"/>
                <a:gd name="connsiteX4" fmla="*/ 0 w 595708"/>
                <a:gd name="connsiteY4" fmla="*/ 0 h 271309"/>
                <a:gd name="connsiteX0" fmla="*/ 0 w 596808"/>
                <a:gd name="connsiteY0" fmla="*/ 0 h 271309"/>
                <a:gd name="connsiteX1" fmla="*/ 595708 w 596808"/>
                <a:gd name="connsiteY1" fmla="*/ 0 h 271309"/>
                <a:gd name="connsiteX2" fmla="*/ 596808 w 596808"/>
                <a:gd name="connsiteY2" fmla="*/ 141985 h 271309"/>
                <a:gd name="connsiteX3" fmla="*/ 1101 w 596808"/>
                <a:gd name="connsiteY3" fmla="*/ 271309 h 271309"/>
                <a:gd name="connsiteX4" fmla="*/ 0 w 596808"/>
                <a:gd name="connsiteY4" fmla="*/ 0 h 271309"/>
                <a:gd name="connsiteX0" fmla="*/ 0 w 596808"/>
                <a:gd name="connsiteY0" fmla="*/ 0 h 271309"/>
                <a:gd name="connsiteX1" fmla="*/ 595708 w 596808"/>
                <a:gd name="connsiteY1" fmla="*/ 0 h 271309"/>
                <a:gd name="connsiteX2" fmla="*/ 596808 w 596808"/>
                <a:gd name="connsiteY2" fmla="*/ 141985 h 271309"/>
                <a:gd name="connsiteX3" fmla="*/ 1101 w 596808"/>
                <a:gd name="connsiteY3" fmla="*/ 271309 h 271309"/>
                <a:gd name="connsiteX4" fmla="*/ 0 w 596808"/>
                <a:gd name="connsiteY4" fmla="*/ 0 h 271309"/>
                <a:gd name="connsiteX0" fmla="*/ 0 w 596808"/>
                <a:gd name="connsiteY0" fmla="*/ 0 h 271309"/>
                <a:gd name="connsiteX1" fmla="*/ 595708 w 596808"/>
                <a:gd name="connsiteY1" fmla="*/ 0 h 271309"/>
                <a:gd name="connsiteX2" fmla="*/ 596808 w 596808"/>
                <a:gd name="connsiteY2" fmla="*/ 141985 h 271309"/>
                <a:gd name="connsiteX3" fmla="*/ 1101 w 596808"/>
                <a:gd name="connsiteY3" fmla="*/ 271309 h 271309"/>
                <a:gd name="connsiteX4" fmla="*/ 0 w 596808"/>
                <a:gd name="connsiteY4" fmla="*/ 0 h 271309"/>
                <a:gd name="connsiteX0" fmla="*/ 0 w 595708"/>
                <a:gd name="connsiteY0" fmla="*/ 0 h 271309"/>
                <a:gd name="connsiteX1" fmla="*/ 595708 w 595708"/>
                <a:gd name="connsiteY1" fmla="*/ 0 h 271309"/>
                <a:gd name="connsiteX2" fmla="*/ 594186 w 595708"/>
                <a:gd name="connsiteY2" fmla="*/ 141985 h 271309"/>
                <a:gd name="connsiteX3" fmla="*/ 1101 w 595708"/>
                <a:gd name="connsiteY3" fmla="*/ 271309 h 271309"/>
                <a:gd name="connsiteX4" fmla="*/ 0 w 595708"/>
                <a:gd name="connsiteY4" fmla="*/ 0 h 271309"/>
                <a:gd name="connsiteX0" fmla="*/ 0 w 595708"/>
                <a:gd name="connsiteY0" fmla="*/ 0 h 271309"/>
                <a:gd name="connsiteX1" fmla="*/ 595708 w 595708"/>
                <a:gd name="connsiteY1" fmla="*/ 0 h 271309"/>
                <a:gd name="connsiteX2" fmla="*/ 594186 w 595708"/>
                <a:gd name="connsiteY2" fmla="*/ 141985 h 271309"/>
                <a:gd name="connsiteX3" fmla="*/ 1101 w 595708"/>
                <a:gd name="connsiteY3" fmla="*/ 271309 h 271309"/>
                <a:gd name="connsiteX4" fmla="*/ 0 w 595708"/>
                <a:gd name="connsiteY4" fmla="*/ 0 h 271309"/>
                <a:gd name="connsiteX0" fmla="*/ 0 w 595936"/>
                <a:gd name="connsiteY0" fmla="*/ 0 h 271309"/>
                <a:gd name="connsiteX1" fmla="*/ 595708 w 595936"/>
                <a:gd name="connsiteY1" fmla="*/ 0 h 271309"/>
                <a:gd name="connsiteX2" fmla="*/ 594186 w 595936"/>
                <a:gd name="connsiteY2" fmla="*/ 141985 h 271309"/>
                <a:gd name="connsiteX3" fmla="*/ 1101 w 595936"/>
                <a:gd name="connsiteY3" fmla="*/ 271309 h 271309"/>
                <a:gd name="connsiteX4" fmla="*/ 0 w 595936"/>
                <a:gd name="connsiteY4" fmla="*/ 0 h 271309"/>
                <a:gd name="connsiteX0" fmla="*/ 319 w 596255"/>
                <a:gd name="connsiteY0" fmla="*/ 0 h 271309"/>
                <a:gd name="connsiteX1" fmla="*/ 596027 w 596255"/>
                <a:gd name="connsiteY1" fmla="*/ 0 h 271309"/>
                <a:gd name="connsiteX2" fmla="*/ 594505 w 596255"/>
                <a:gd name="connsiteY2" fmla="*/ 141985 h 271309"/>
                <a:gd name="connsiteX3" fmla="*/ 110 w 596255"/>
                <a:gd name="connsiteY3" fmla="*/ 271309 h 271309"/>
                <a:gd name="connsiteX4" fmla="*/ 319 w 596255"/>
                <a:gd name="connsiteY4" fmla="*/ 0 h 271309"/>
                <a:gd name="connsiteX0" fmla="*/ 0 w 595936"/>
                <a:gd name="connsiteY0" fmla="*/ 0 h 271309"/>
                <a:gd name="connsiteX1" fmla="*/ 595708 w 595936"/>
                <a:gd name="connsiteY1" fmla="*/ 0 h 271309"/>
                <a:gd name="connsiteX2" fmla="*/ 594186 w 595936"/>
                <a:gd name="connsiteY2" fmla="*/ 141985 h 271309"/>
                <a:gd name="connsiteX3" fmla="*/ 1101 w 595936"/>
                <a:gd name="connsiteY3" fmla="*/ 271309 h 271309"/>
                <a:gd name="connsiteX4" fmla="*/ 0 w 595936"/>
                <a:gd name="connsiteY4" fmla="*/ 0 h 271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5936" h="271309">
                  <a:moveTo>
                    <a:pt x="0" y="0"/>
                  </a:moveTo>
                  <a:lnTo>
                    <a:pt x="595708" y="0"/>
                  </a:lnTo>
                  <a:cubicBezTo>
                    <a:pt x="595708" y="30988"/>
                    <a:pt x="596806" y="39550"/>
                    <a:pt x="594186" y="141985"/>
                  </a:cubicBezTo>
                  <a:cubicBezTo>
                    <a:pt x="404809" y="352086"/>
                    <a:pt x="341643" y="22672"/>
                    <a:pt x="1101" y="271309"/>
                  </a:cubicBezTo>
                  <a:cubicBezTo>
                    <a:pt x="647" y="226260"/>
                    <a:pt x="454" y="45049"/>
                    <a:pt x="0" y="0"/>
                  </a:cubicBez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599" name="组合 598">
              <a:extLst>
                <a:ext uri="{FF2B5EF4-FFF2-40B4-BE49-F238E27FC236}">
                  <a16:creationId xmlns:a16="http://schemas.microsoft.com/office/drawing/2014/main" id="{886584A2-8F14-0343-BBB5-66400C61BE8D}"/>
                </a:ext>
              </a:extLst>
            </p:cNvPr>
            <p:cNvGrpSpPr/>
            <p:nvPr/>
          </p:nvGrpSpPr>
          <p:grpSpPr>
            <a:xfrm>
              <a:off x="3656357" y="6507685"/>
              <a:ext cx="621640" cy="663817"/>
              <a:chOff x="3656357" y="6507685"/>
              <a:chExt cx="621640" cy="663817"/>
            </a:xfrm>
          </p:grpSpPr>
          <p:sp>
            <p:nvSpPr>
              <p:cNvPr id="600" name="矩形 599">
                <a:extLst>
                  <a:ext uri="{FF2B5EF4-FFF2-40B4-BE49-F238E27FC236}">
                    <a16:creationId xmlns:a16="http://schemas.microsoft.com/office/drawing/2014/main" id="{2F6AB136-4DF9-AA70-40CA-8EDCA4A1FE98}"/>
                  </a:ext>
                </a:extLst>
              </p:cNvPr>
              <p:cNvSpPr/>
              <p:nvPr/>
            </p:nvSpPr>
            <p:spPr>
              <a:xfrm>
                <a:off x="3656465" y="6640950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01" name="矩形 600">
                <a:extLst>
                  <a:ext uri="{FF2B5EF4-FFF2-40B4-BE49-F238E27FC236}">
                    <a16:creationId xmlns:a16="http://schemas.microsoft.com/office/drawing/2014/main" id="{C982E763-E1FC-89BD-FB27-F448F1BC94EB}"/>
                  </a:ext>
                </a:extLst>
              </p:cNvPr>
              <p:cNvSpPr/>
              <p:nvPr/>
            </p:nvSpPr>
            <p:spPr>
              <a:xfrm>
                <a:off x="3811875" y="6640950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02" name="矩形 601">
                <a:extLst>
                  <a:ext uri="{FF2B5EF4-FFF2-40B4-BE49-F238E27FC236}">
                    <a16:creationId xmlns:a16="http://schemas.microsoft.com/office/drawing/2014/main" id="{892005E8-9890-7EEE-DF73-CF2E818B6F00}"/>
                  </a:ext>
                </a:extLst>
              </p:cNvPr>
              <p:cNvSpPr/>
              <p:nvPr/>
            </p:nvSpPr>
            <p:spPr>
              <a:xfrm>
                <a:off x="3967285" y="6640950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03" name="矩形 602">
                <a:extLst>
                  <a:ext uri="{FF2B5EF4-FFF2-40B4-BE49-F238E27FC236}">
                    <a16:creationId xmlns:a16="http://schemas.microsoft.com/office/drawing/2014/main" id="{61A23AB9-1225-584B-F902-9B329100B108}"/>
                  </a:ext>
                </a:extLst>
              </p:cNvPr>
              <p:cNvSpPr/>
              <p:nvPr/>
            </p:nvSpPr>
            <p:spPr>
              <a:xfrm>
                <a:off x="4122695" y="6640950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04" name="矩形 603">
                <a:extLst>
                  <a:ext uri="{FF2B5EF4-FFF2-40B4-BE49-F238E27FC236}">
                    <a16:creationId xmlns:a16="http://schemas.microsoft.com/office/drawing/2014/main" id="{B2BB2A90-9AC8-D6F5-61F6-B9FE661445A1}"/>
                  </a:ext>
                </a:extLst>
              </p:cNvPr>
              <p:cNvSpPr/>
              <p:nvPr/>
            </p:nvSpPr>
            <p:spPr>
              <a:xfrm>
                <a:off x="3656465" y="6773574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05" name="矩形 604">
                <a:extLst>
                  <a:ext uri="{FF2B5EF4-FFF2-40B4-BE49-F238E27FC236}">
                    <a16:creationId xmlns:a16="http://schemas.microsoft.com/office/drawing/2014/main" id="{97399F19-77FD-4D0C-89BD-177D20715424}"/>
                  </a:ext>
                </a:extLst>
              </p:cNvPr>
              <p:cNvSpPr/>
              <p:nvPr/>
            </p:nvSpPr>
            <p:spPr>
              <a:xfrm>
                <a:off x="3811875" y="6773574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06" name="矩形 605">
                <a:extLst>
                  <a:ext uri="{FF2B5EF4-FFF2-40B4-BE49-F238E27FC236}">
                    <a16:creationId xmlns:a16="http://schemas.microsoft.com/office/drawing/2014/main" id="{B3745597-7EEE-5B6E-8368-905AA95F54B2}"/>
                  </a:ext>
                </a:extLst>
              </p:cNvPr>
              <p:cNvSpPr/>
              <p:nvPr/>
            </p:nvSpPr>
            <p:spPr>
              <a:xfrm>
                <a:off x="3967285" y="6773574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07" name="矩形 606">
                <a:extLst>
                  <a:ext uri="{FF2B5EF4-FFF2-40B4-BE49-F238E27FC236}">
                    <a16:creationId xmlns:a16="http://schemas.microsoft.com/office/drawing/2014/main" id="{8AD8ADEC-A240-398B-E5E0-3602D92F07E1}"/>
                  </a:ext>
                </a:extLst>
              </p:cNvPr>
              <p:cNvSpPr/>
              <p:nvPr/>
            </p:nvSpPr>
            <p:spPr>
              <a:xfrm>
                <a:off x="4122695" y="6773574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08" name="矩形 607">
                <a:extLst>
                  <a:ext uri="{FF2B5EF4-FFF2-40B4-BE49-F238E27FC236}">
                    <a16:creationId xmlns:a16="http://schemas.microsoft.com/office/drawing/2014/main" id="{7FDACAFC-F9A5-AAD7-00BA-680264C4398C}"/>
                  </a:ext>
                </a:extLst>
              </p:cNvPr>
              <p:cNvSpPr/>
              <p:nvPr/>
            </p:nvSpPr>
            <p:spPr>
              <a:xfrm>
                <a:off x="3656357" y="690625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09" name="矩形 608">
                <a:extLst>
                  <a:ext uri="{FF2B5EF4-FFF2-40B4-BE49-F238E27FC236}">
                    <a16:creationId xmlns:a16="http://schemas.microsoft.com/office/drawing/2014/main" id="{7FD77AC2-55D6-267D-FC85-C0386F52E383}"/>
                  </a:ext>
                </a:extLst>
              </p:cNvPr>
              <p:cNvSpPr/>
              <p:nvPr/>
            </p:nvSpPr>
            <p:spPr>
              <a:xfrm>
                <a:off x="3811767" y="690625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0" name="矩形 609">
                <a:extLst>
                  <a:ext uri="{FF2B5EF4-FFF2-40B4-BE49-F238E27FC236}">
                    <a16:creationId xmlns:a16="http://schemas.microsoft.com/office/drawing/2014/main" id="{2F4429C3-A915-E5A9-AE97-B6B6310F3B74}"/>
                  </a:ext>
                </a:extLst>
              </p:cNvPr>
              <p:cNvSpPr/>
              <p:nvPr/>
            </p:nvSpPr>
            <p:spPr>
              <a:xfrm>
                <a:off x="3967177" y="690625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1" name="矩形 610">
                <a:extLst>
                  <a:ext uri="{FF2B5EF4-FFF2-40B4-BE49-F238E27FC236}">
                    <a16:creationId xmlns:a16="http://schemas.microsoft.com/office/drawing/2014/main" id="{8603E164-2A0F-0F94-7C6F-E575B286D3A4}"/>
                  </a:ext>
                </a:extLst>
              </p:cNvPr>
              <p:cNvSpPr/>
              <p:nvPr/>
            </p:nvSpPr>
            <p:spPr>
              <a:xfrm>
                <a:off x="4122587" y="690625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2" name="矩形 611">
                <a:extLst>
                  <a:ext uri="{FF2B5EF4-FFF2-40B4-BE49-F238E27FC236}">
                    <a16:creationId xmlns:a16="http://schemas.microsoft.com/office/drawing/2014/main" id="{1BC2E19B-DAAF-F176-5CD9-564B33518FB3}"/>
                  </a:ext>
                </a:extLst>
              </p:cNvPr>
              <p:cNvSpPr/>
              <p:nvPr/>
            </p:nvSpPr>
            <p:spPr>
              <a:xfrm>
                <a:off x="3656357" y="7038879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3" name="矩形 612">
                <a:extLst>
                  <a:ext uri="{FF2B5EF4-FFF2-40B4-BE49-F238E27FC236}">
                    <a16:creationId xmlns:a16="http://schemas.microsoft.com/office/drawing/2014/main" id="{9ACDC26D-3623-8362-B0F8-52BF01ACA767}"/>
                  </a:ext>
                </a:extLst>
              </p:cNvPr>
              <p:cNvSpPr/>
              <p:nvPr/>
            </p:nvSpPr>
            <p:spPr>
              <a:xfrm>
                <a:off x="3811767" y="7038879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4" name="矩形 613">
                <a:extLst>
                  <a:ext uri="{FF2B5EF4-FFF2-40B4-BE49-F238E27FC236}">
                    <a16:creationId xmlns:a16="http://schemas.microsoft.com/office/drawing/2014/main" id="{4AF5F51E-45D8-D058-0507-B6143893702C}"/>
                  </a:ext>
                </a:extLst>
              </p:cNvPr>
              <p:cNvSpPr/>
              <p:nvPr/>
            </p:nvSpPr>
            <p:spPr>
              <a:xfrm>
                <a:off x="3967177" y="7038879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5" name="矩形 614">
                <a:extLst>
                  <a:ext uri="{FF2B5EF4-FFF2-40B4-BE49-F238E27FC236}">
                    <a16:creationId xmlns:a16="http://schemas.microsoft.com/office/drawing/2014/main" id="{87DE4D0D-7583-AC0C-B789-27A568D23CDF}"/>
                  </a:ext>
                </a:extLst>
              </p:cNvPr>
              <p:cNvSpPr/>
              <p:nvPr/>
            </p:nvSpPr>
            <p:spPr>
              <a:xfrm>
                <a:off x="4122587" y="7038879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6" name="矩形 615">
                <a:extLst>
                  <a:ext uri="{FF2B5EF4-FFF2-40B4-BE49-F238E27FC236}">
                    <a16:creationId xmlns:a16="http://schemas.microsoft.com/office/drawing/2014/main" id="{24C4F8F9-5418-C8F6-71E3-7606319331C5}"/>
                  </a:ext>
                </a:extLst>
              </p:cNvPr>
              <p:cNvSpPr/>
              <p:nvPr/>
            </p:nvSpPr>
            <p:spPr>
              <a:xfrm>
                <a:off x="3656357" y="650768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7" name="矩形 616">
                <a:extLst>
                  <a:ext uri="{FF2B5EF4-FFF2-40B4-BE49-F238E27FC236}">
                    <a16:creationId xmlns:a16="http://schemas.microsoft.com/office/drawing/2014/main" id="{22A8450A-9A05-1780-BE46-D9B2B0DE9DC7}"/>
                  </a:ext>
                </a:extLst>
              </p:cNvPr>
              <p:cNvSpPr/>
              <p:nvPr/>
            </p:nvSpPr>
            <p:spPr>
              <a:xfrm>
                <a:off x="3811767" y="650768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8" name="矩形 617">
                <a:extLst>
                  <a:ext uri="{FF2B5EF4-FFF2-40B4-BE49-F238E27FC236}">
                    <a16:creationId xmlns:a16="http://schemas.microsoft.com/office/drawing/2014/main" id="{F7796BBB-1D48-96B4-B8AE-FFD73B3832BD}"/>
                  </a:ext>
                </a:extLst>
              </p:cNvPr>
              <p:cNvSpPr/>
              <p:nvPr/>
            </p:nvSpPr>
            <p:spPr>
              <a:xfrm>
                <a:off x="3967177" y="650768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9" name="矩形 618">
                <a:extLst>
                  <a:ext uri="{FF2B5EF4-FFF2-40B4-BE49-F238E27FC236}">
                    <a16:creationId xmlns:a16="http://schemas.microsoft.com/office/drawing/2014/main" id="{A70362E8-F65D-0FC6-A927-56EE86569818}"/>
                  </a:ext>
                </a:extLst>
              </p:cNvPr>
              <p:cNvSpPr/>
              <p:nvPr/>
            </p:nvSpPr>
            <p:spPr>
              <a:xfrm>
                <a:off x="4122587" y="650768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620" name="椭圆 619">
            <a:extLst>
              <a:ext uri="{FF2B5EF4-FFF2-40B4-BE49-F238E27FC236}">
                <a16:creationId xmlns:a16="http://schemas.microsoft.com/office/drawing/2014/main" id="{61B14B30-8A60-E9B8-4886-ABE891A540D2}"/>
              </a:ext>
            </a:extLst>
          </p:cNvPr>
          <p:cNvSpPr/>
          <p:nvPr/>
        </p:nvSpPr>
        <p:spPr>
          <a:xfrm rot="5400000">
            <a:off x="4799131" y="1468112"/>
            <a:ext cx="322854" cy="32384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cs typeface="Arial" panose="020B0604020202020204" pitchFamily="34" charset="0"/>
              </a:rPr>
              <a:t>1</a:t>
            </a:r>
            <a:endParaRPr lang="zh-CN" altLang="en-US" sz="2400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621" name="椭圆 620">
            <a:extLst>
              <a:ext uri="{FF2B5EF4-FFF2-40B4-BE49-F238E27FC236}">
                <a16:creationId xmlns:a16="http://schemas.microsoft.com/office/drawing/2014/main" id="{C8F8F00E-E6F4-3517-90B6-4F16CA95FFB1}"/>
              </a:ext>
            </a:extLst>
          </p:cNvPr>
          <p:cNvSpPr/>
          <p:nvPr/>
        </p:nvSpPr>
        <p:spPr>
          <a:xfrm rot="5400000">
            <a:off x="4799131" y="2169048"/>
            <a:ext cx="322854" cy="323843"/>
          </a:xfrm>
          <a:prstGeom prst="ellipse">
            <a:avLst/>
          </a:prstGeom>
          <a:noFill/>
          <a:ln w="28575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cs typeface="Arial" panose="020B0604020202020204" pitchFamily="34" charset="0"/>
              </a:rPr>
              <a:t>3</a:t>
            </a:r>
            <a:endParaRPr lang="zh-CN" altLang="en-US" sz="2400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622" name="椭圆 621">
            <a:extLst>
              <a:ext uri="{FF2B5EF4-FFF2-40B4-BE49-F238E27FC236}">
                <a16:creationId xmlns:a16="http://schemas.microsoft.com/office/drawing/2014/main" id="{CEE169B8-3F4F-BA30-2C6E-26A40FA26B21}"/>
              </a:ext>
            </a:extLst>
          </p:cNvPr>
          <p:cNvSpPr/>
          <p:nvPr/>
        </p:nvSpPr>
        <p:spPr>
          <a:xfrm rot="5400000">
            <a:off x="4137206" y="1468112"/>
            <a:ext cx="322854" cy="32384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cs typeface="Arial" panose="020B0604020202020204" pitchFamily="34" charset="0"/>
              </a:rPr>
              <a:t>0</a:t>
            </a:r>
            <a:endParaRPr lang="zh-CN" altLang="en-US" sz="2400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623" name="椭圆 622">
            <a:extLst>
              <a:ext uri="{FF2B5EF4-FFF2-40B4-BE49-F238E27FC236}">
                <a16:creationId xmlns:a16="http://schemas.microsoft.com/office/drawing/2014/main" id="{C84C3908-7C9F-5473-C82C-5BCFF2E07EC8}"/>
              </a:ext>
            </a:extLst>
          </p:cNvPr>
          <p:cNvSpPr/>
          <p:nvPr/>
        </p:nvSpPr>
        <p:spPr>
          <a:xfrm rot="5400000">
            <a:off x="4137206" y="2169048"/>
            <a:ext cx="322854" cy="323843"/>
          </a:xfrm>
          <a:prstGeom prst="ellipse">
            <a:avLst/>
          </a:prstGeom>
          <a:noFill/>
          <a:ln w="28575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cs typeface="Arial" panose="020B0604020202020204" pitchFamily="34" charset="0"/>
              </a:rPr>
              <a:t>2</a:t>
            </a:r>
            <a:endParaRPr lang="zh-CN" altLang="en-US" sz="2400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cxnSp>
        <p:nvCxnSpPr>
          <p:cNvPr id="624" name="直接连接符 510">
            <a:extLst>
              <a:ext uri="{FF2B5EF4-FFF2-40B4-BE49-F238E27FC236}">
                <a16:creationId xmlns:a16="http://schemas.microsoft.com/office/drawing/2014/main" id="{C5106AD9-7123-4D0D-601D-32ACB97A5C52}"/>
              </a:ext>
            </a:extLst>
          </p:cNvPr>
          <p:cNvCxnSpPr>
            <a:cxnSpLocks/>
          </p:cNvCxnSpPr>
          <p:nvPr/>
        </p:nvCxnSpPr>
        <p:spPr>
          <a:xfrm flipH="1">
            <a:off x="4462016" y="1630026"/>
            <a:ext cx="328224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25" name="直接连接符 511">
            <a:extLst>
              <a:ext uri="{FF2B5EF4-FFF2-40B4-BE49-F238E27FC236}">
                <a16:creationId xmlns:a16="http://schemas.microsoft.com/office/drawing/2014/main" id="{6EF9AB65-2046-24CE-7035-463E23A79672}"/>
              </a:ext>
            </a:extLst>
          </p:cNvPr>
          <p:cNvCxnSpPr>
            <a:cxnSpLocks/>
          </p:cNvCxnSpPr>
          <p:nvPr/>
        </p:nvCxnSpPr>
        <p:spPr>
          <a:xfrm>
            <a:off x="4298634" y="1791461"/>
            <a:ext cx="0" cy="378082"/>
          </a:xfrm>
          <a:prstGeom prst="line">
            <a:avLst/>
          </a:prstGeom>
          <a:ln w="28575">
            <a:solidFill>
              <a:schemeClr val="tx1"/>
            </a:solidFill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26" name="直接连接符 512">
            <a:extLst>
              <a:ext uri="{FF2B5EF4-FFF2-40B4-BE49-F238E27FC236}">
                <a16:creationId xmlns:a16="http://schemas.microsoft.com/office/drawing/2014/main" id="{975782C0-F1D0-D2EC-6EEF-4E95C7553954}"/>
              </a:ext>
            </a:extLst>
          </p:cNvPr>
          <p:cNvCxnSpPr>
            <a:cxnSpLocks/>
          </p:cNvCxnSpPr>
          <p:nvPr/>
        </p:nvCxnSpPr>
        <p:spPr>
          <a:xfrm flipV="1">
            <a:off x="4960558" y="1789280"/>
            <a:ext cx="0" cy="380257"/>
          </a:xfrm>
          <a:prstGeom prst="line">
            <a:avLst/>
          </a:prstGeom>
          <a:ln w="28575">
            <a:solidFill>
              <a:schemeClr val="tx1"/>
            </a:solidFill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27" name="直接连接符 513">
            <a:extLst>
              <a:ext uri="{FF2B5EF4-FFF2-40B4-BE49-F238E27FC236}">
                <a16:creationId xmlns:a16="http://schemas.microsoft.com/office/drawing/2014/main" id="{1CC0412A-6D55-96F0-C3BE-7D2625CF6C71}"/>
              </a:ext>
            </a:extLst>
          </p:cNvPr>
          <p:cNvCxnSpPr>
            <a:cxnSpLocks/>
            <a:stCxn id="621" idx="3"/>
            <a:endCxn id="622" idx="7"/>
          </p:cNvCxnSpPr>
          <p:nvPr/>
        </p:nvCxnSpPr>
        <p:spPr>
          <a:xfrm flipH="1" flipV="1">
            <a:off x="4413130" y="1744180"/>
            <a:ext cx="432934" cy="472644"/>
          </a:xfrm>
          <a:prstGeom prst="line">
            <a:avLst/>
          </a:prstGeom>
          <a:ln w="28575">
            <a:solidFill>
              <a:schemeClr val="tx1"/>
            </a:solidFill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28" name="椭圆 627">
            <a:extLst>
              <a:ext uri="{FF2B5EF4-FFF2-40B4-BE49-F238E27FC236}">
                <a16:creationId xmlns:a16="http://schemas.microsoft.com/office/drawing/2014/main" id="{32B2F26F-BDDD-8786-C5C0-C4F54D55604A}"/>
              </a:ext>
            </a:extLst>
          </p:cNvPr>
          <p:cNvSpPr/>
          <p:nvPr/>
        </p:nvSpPr>
        <p:spPr>
          <a:xfrm rot="5400000">
            <a:off x="4795550" y="3797582"/>
            <a:ext cx="322854" cy="323843"/>
          </a:xfrm>
          <a:prstGeom prst="ellipse">
            <a:avLst/>
          </a:prstGeom>
          <a:noFill/>
          <a:ln w="28575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cs typeface="Arial" panose="020B0604020202020204" pitchFamily="34" charset="0"/>
              </a:rPr>
              <a:t>1</a:t>
            </a:r>
            <a:endParaRPr lang="zh-CN" altLang="en-US" sz="2400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629" name="椭圆 628">
            <a:extLst>
              <a:ext uri="{FF2B5EF4-FFF2-40B4-BE49-F238E27FC236}">
                <a16:creationId xmlns:a16="http://schemas.microsoft.com/office/drawing/2014/main" id="{8FC5F1F9-9CCA-B343-F952-6A7397797251}"/>
              </a:ext>
            </a:extLst>
          </p:cNvPr>
          <p:cNvSpPr/>
          <p:nvPr/>
        </p:nvSpPr>
        <p:spPr>
          <a:xfrm rot="5400000">
            <a:off x="4795550" y="4498518"/>
            <a:ext cx="322854" cy="32384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cs typeface="Arial" panose="020B0604020202020204" pitchFamily="34" charset="0"/>
              </a:rPr>
              <a:t>3</a:t>
            </a:r>
            <a:endParaRPr lang="zh-CN" altLang="en-US" sz="2400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630" name="椭圆 629">
            <a:extLst>
              <a:ext uri="{FF2B5EF4-FFF2-40B4-BE49-F238E27FC236}">
                <a16:creationId xmlns:a16="http://schemas.microsoft.com/office/drawing/2014/main" id="{9CA3A5D6-C1FE-354C-9562-EA7324E3C0F1}"/>
              </a:ext>
            </a:extLst>
          </p:cNvPr>
          <p:cNvSpPr/>
          <p:nvPr/>
        </p:nvSpPr>
        <p:spPr>
          <a:xfrm rot="5400000">
            <a:off x="4133625" y="3797582"/>
            <a:ext cx="322854" cy="323843"/>
          </a:xfrm>
          <a:prstGeom prst="ellipse">
            <a:avLst/>
          </a:prstGeom>
          <a:noFill/>
          <a:ln w="28575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cs typeface="Arial" panose="020B0604020202020204" pitchFamily="34" charset="0"/>
              </a:rPr>
              <a:t>0</a:t>
            </a:r>
            <a:endParaRPr lang="zh-CN" altLang="en-US" sz="2400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631" name="椭圆 630">
            <a:extLst>
              <a:ext uri="{FF2B5EF4-FFF2-40B4-BE49-F238E27FC236}">
                <a16:creationId xmlns:a16="http://schemas.microsoft.com/office/drawing/2014/main" id="{71B3EE38-9857-850F-AFC4-527EEB40CE01}"/>
              </a:ext>
            </a:extLst>
          </p:cNvPr>
          <p:cNvSpPr/>
          <p:nvPr/>
        </p:nvSpPr>
        <p:spPr>
          <a:xfrm rot="5400000">
            <a:off x="4133625" y="4498518"/>
            <a:ext cx="322854" cy="32384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cs typeface="Arial" panose="020B0604020202020204" pitchFamily="34" charset="0"/>
              </a:rPr>
              <a:t>2</a:t>
            </a:r>
            <a:endParaRPr lang="zh-CN" altLang="en-US" sz="2400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cxnSp>
        <p:nvCxnSpPr>
          <p:cNvPr id="632" name="直接连接符 521">
            <a:extLst>
              <a:ext uri="{FF2B5EF4-FFF2-40B4-BE49-F238E27FC236}">
                <a16:creationId xmlns:a16="http://schemas.microsoft.com/office/drawing/2014/main" id="{7C8EE41A-3678-A23C-3D46-35055E5E91F5}"/>
              </a:ext>
            </a:extLst>
          </p:cNvPr>
          <p:cNvCxnSpPr>
            <a:cxnSpLocks/>
          </p:cNvCxnSpPr>
          <p:nvPr/>
        </p:nvCxnSpPr>
        <p:spPr>
          <a:xfrm>
            <a:off x="4295052" y="4120931"/>
            <a:ext cx="0" cy="378082"/>
          </a:xfrm>
          <a:prstGeom prst="line">
            <a:avLst/>
          </a:prstGeom>
          <a:ln w="28575">
            <a:solidFill>
              <a:schemeClr val="tx1"/>
            </a:solidFill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33" name="直接连接符 522">
            <a:extLst>
              <a:ext uri="{FF2B5EF4-FFF2-40B4-BE49-F238E27FC236}">
                <a16:creationId xmlns:a16="http://schemas.microsoft.com/office/drawing/2014/main" id="{99E9FF9E-5212-EAC0-1D0E-B76A6819D443}"/>
              </a:ext>
            </a:extLst>
          </p:cNvPr>
          <p:cNvCxnSpPr>
            <a:cxnSpLocks/>
          </p:cNvCxnSpPr>
          <p:nvPr/>
        </p:nvCxnSpPr>
        <p:spPr>
          <a:xfrm flipV="1">
            <a:off x="4956977" y="4118750"/>
            <a:ext cx="0" cy="380257"/>
          </a:xfrm>
          <a:prstGeom prst="line">
            <a:avLst/>
          </a:prstGeom>
          <a:ln w="28575">
            <a:solidFill>
              <a:schemeClr val="tx1"/>
            </a:solidFill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34" name="直接连接符 523">
            <a:extLst>
              <a:ext uri="{FF2B5EF4-FFF2-40B4-BE49-F238E27FC236}">
                <a16:creationId xmlns:a16="http://schemas.microsoft.com/office/drawing/2014/main" id="{052C2DFB-9B66-5522-A73A-DA801E5CB2EC}"/>
              </a:ext>
            </a:extLst>
          </p:cNvPr>
          <p:cNvCxnSpPr>
            <a:cxnSpLocks/>
            <a:stCxn id="629" idx="3"/>
            <a:endCxn id="630" idx="7"/>
          </p:cNvCxnSpPr>
          <p:nvPr/>
        </p:nvCxnSpPr>
        <p:spPr>
          <a:xfrm flipH="1" flipV="1">
            <a:off x="4409549" y="4073650"/>
            <a:ext cx="432934" cy="472644"/>
          </a:xfrm>
          <a:prstGeom prst="line">
            <a:avLst/>
          </a:prstGeom>
          <a:ln w="28575">
            <a:solidFill>
              <a:schemeClr val="tx1"/>
            </a:solidFill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58" name="直接连接符 524">
            <a:extLst>
              <a:ext uri="{FF2B5EF4-FFF2-40B4-BE49-F238E27FC236}">
                <a16:creationId xmlns:a16="http://schemas.microsoft.com/office/drawing/2014/main" id="{5323A81C-6840-9325-4462-7BB1CAB8808F}"/>
              </a:ext>
            </a:extLst>
          </p:cNvPr>
          <p:cNvCxnSpPr>
            <a:cxnSpLocks/>
          </p:cNvCxnSpPr>
          <p:nvPr/>
        </p:nvCxnSpPr>
        <p:spPr>
          <a:xfrm flipH="1">
            <a:off x="4455515" y="4660433"/>
            <a:ext cx="32987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660" name="组合 659">
            <a:extLst>
              <a:ext uri="{FF2B5EF4-FFF2-40B4-BE49-F238E27FC236}">
                <a16:creationId xmlns:a16="http://schemas.microsoft.com/office/drawing/2014/main" id="{9E3841E7-DCA7-3F77-B007-9A234D5F920B}"/>
              </a:ext>
            </a:extLst>
          </p:cNvPr>
          <p:cNvGrpSpPr/>
          <p:nvPr/>
        </p:nvGrpSpPr>
        <p:grpSpPr>
          <a:xfrm>
            <a:off x="3191103" y="1349068"/>
            <a:ext cx="821650" cy="536436"/>
            <a:chOff x="5408615" y="10123996"/>
            <a:chExt cx="532461" cy="339599"/>
          </a:xfrm>
        </p:grpSpPr>
        <p:grpSp>
          <p:nvGrpSpPr>
            <p:cNvPr id="661" name="组合 660">
              <a:extLst>
                <a:ext uri="{FF2B5EF4-FFF2-40B4-BE49-F238E27FC236}">
                  <a16:creationId xmlns:a16="http://schemas.microsoft.com/office/drawing/2014/main" id="{B6E19F92-59D0-3A5A-44DC-80DCE37715EE}"/>
                </a:ext>
              </a:extLst>
            </p:cNvPr>
            <p:cNvGrpSpPr/>
            <p:nvPr/>
          </p:nvGrpSpPr>
          <p:grpSpPr>
            <a:xfrm rot="5400000">
              <a:off x="5598460" y="9934151"/>
              <a:ext cx="152772" cy="532461"/>
              <a:chOff x="800913" y="5270079"/>
              <a:chExt cx="152772" cy="532461"/>
            </a:xfrm>
          </p:grpSpPr>
          <p:sp>
            <p:nvSpPr>
              <p:cNvPr id="667" name="矩形 666">
                <a:extLst>
                  <a:ext uri="{FF2B5EF4-FFF2-40B4-BE49-F238E27FC236}">
                    <a16:creationId xmlns:a16="http://schemas.microsoft.com/office/drawing/2014/main" id="{413B4C85-B83E-0766-3A5D-5B71F9029E7C}"/>
                  </a:ext>
                </a:extLst>
              </p:cNvPr>
              <p:cNvSpPr/>
              <p:nvPr/>
            </p:nvSpPr>
            <p:spPr>
              <a:xfrm flipH="1">
                <a:off x="800913" y="5270079"/>
                <a:ext cx="152769" cy="133117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68" name="矩形 667">
                <a:extLst>
                  <a:ext uri="{FF2B5EF4-FFF2-40B4-BE49-F238E27FC236}">
                    <a16:creationId xmlns:a16="http://schemas.microsoft.com/office/drawing/2014/main" id="{24BFEBF9-67BA-B220-6621-3BC8DF939590}"/>
                  </a:ext>
                </a:extLst>
              </p:cNvPr>
              <p:cNvSpPr/>
              <p:nvPr/>
            </p:nvSpPr>
            <p:spPr>
              <a:xfrm flipH="1">
                <a:off x="800918" y="5403192"/>
                <a:ext cx="152767" cy="133117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69" name="矩形 668">
                <a:extLst>
                  <a:ext uri="{FF2B5EF4-FFF2-40B4-BE49-F238E27FC236}">
                    <a16:creationId xmlns:a16="http://schemas.microsoft.com/office/drawing/2014/main" id="{09256657-33EA-32B4-1E8D-2CD8F7D017F2}"/>
                  </a:ext>
                </a:extLst>
              </p:cNvPr>
              <p:cNvSpPr/>
              <p:nvPr/>
            </p:nvSpPr>
            <p:spPr>
              <a:xfrm flipH="1">
                <a:off x="800924" y="5536310"/>
                <a:ext cx="152760" cy="133117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70" name="矩形 669">
                <a:extLst>
                  <a:ext uri="{FF2B5EF4-FFF2-40B4-BE49-F238E27FC236}">
                    <a16:creationId xmlns:a16="http://schemas.microsoft.com/office/drawing/2014/main" id="{66D853C6-03C5-8349-B103-796D75787473}"/>
                  </a:ext>
                </a:extLst>
              </p:cNvPr>
              <p:cNvSpPr/>
              <p:nvPr/>
            </p:nvSpPr>
            <p:spPr>
              <a:xfrm flipH="1">
                <a:off x="800925" y="5669423"/>
                <a:ext cx="152760" cy="133117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662" name="组合 661">
              <a:extLst>
                <a:ext uri="{FF2B5EF4-FFF2-40B4-BE49-F238E27FC236}">
                  <a16:creationId xmlns:a16="http://schemas.microsoft.com/office/drawing/2014/main" id="{A0B01061-6719-DFB1-EEFF-084ADA4E6DF6}"/>
                </a:ext>
              </a:extLst>
            </p:cNvPr>
            <p:cNvGrpSpPr/>
            <p:nvPr/>
          </p:nvGrpSpPr>
          <p:grpSpPr>
            <a:xfrm rot="5400000">
              <a:off x="5598460" y="10120978"/>
              <a:ext cx="152772" cy="532461"/>
              <a:chOff x="800913" y="5270079"/>
              <a:chExt cx="152772" cy="532461"/>
            </a:xfrm>
          </p:grpSpPr>
          <p:sp>
            <p:nvSpPr>
              <p:cNvPr id="663" name="矩形 662">
                <a:extLst>
                  <a:ext uri="{FF2B5EF4-FFF2-40B4-BE49-F238E27FC236}">
                    <a16:creationId xmlns:a16="http://schemas.microsoft.com/office/drawing/2014/main" id="{CC28B0C1-42E8-746B-4BEC-F0CABFEFFA9C}"/>
                  </a:ext>
                </a:extLst>
              </p:cNvPr>
              <p:cNvSpPr/>
              <p:nvPr/>
            </p:nvSpPr>
            <p:spPr>
              <a:xfrm flipH="1">
                <a:off x="800913" y="5270079"/>
                <a:ext cx="152769" cy="133117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64" name="矩形 663">
                <a:extLst>
                  <a:ext uri="{FF2B5EF4-FFF2-40B4-BE49-F238E27FC236}">
                    <a16:creationId xmlns:a16="http://schemas.microsoft.com/office/drawing/2014/main" id="{B40BA0C4-2885-25F8-A8AE-3425EE3D8745}"/>
                  </a:ext>
                </a:extLst>
              </p:cNvPr>
              <p:cNvSpPr/>
              <p:nvPr/>
            </p:nvSpPr>
            <p:spPr>
              <a:xfrm flipH="1">
                <a:off x="800918" y="5403192"/>
                <a:ext cx="152767" cy="133117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65" name="矩形 664">
                <a:extLst>
                  <a:ext uri="{FF2B5EF4-FFF2-40B4-BE49-F238E27FC236}">
                    <a16:creationId xmlns:a16="http://schemas.microsoft.com/office/drawing/2014/main" id="{C1EE3E03-16B7-A5C6-EB1E-977478935DA9}"/>
                  </a:ext>
                </a:extLst>
              </p:cNvPr>
              <p:cNvSpPr/>
              <p:nvPr/>
            </p:nvSpPr>
            <p:spPr>
              <a:xfrm flipH="1">
                <a:off x="800924" y="5536310"/>
                <a:ext cx="152760" cy="133117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66" name="矩形 665">
                <a:extLst>
                  <a:ext uri="{FF2B5EF4-FFF2-40B4-BE49-F238E27FC236}">
                    <a16:creationId xmlns:a16="http://schemas.microsoft.com/office/drawing/2014/main" id="{2C6800D2-1759-4940-92D0-FE9E4930FB77}"/>
                  </a:ext>
                </a:extLst>
              </p:cNvPr>
              <p:cNvSpPr/>
              <p:nvPr/>
            </p:nvSpPr>
            <p:spPr>
              <a:xfrm flipH="1">
                <a:off x="800925" y="5669423"/>
                <a:ext cx="152760" cy="133117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671" name="组合 670">
            <a:extLst>
              <a:ext uri="{FF2B5EF4-FFF2-40B4-BE49-F238E27FC236}">
                <a16:creationId xmlns:a16="http://schemas.microsoft.com/office/drawing/2014/main" id="{8AD8BCCA-205E-FF16-A797-324CEE2B4B5C}"/>
              </a:ext>
            </a:extLst>
          </p:cNvPr>
          <p:cNvGrpSpPr/>
          <p:nvPr/>
        </p:nvGrpSpPr>
        <p:grpSpPr>
          <a:xfrm>
            <a:off x="3180736" y="4342336"/>
            <a:ext cx="821650" cy="536436"/>
            <a:chOff x="5408615" y="10123996"/>
            <a:chExt cx="532461" cy="339599"/>
          </a:xfrm>
        </p:grpSpPr>
        <p:grpSp>
          <p:nvGrpSpPr>
            <p:cNvPr id="672" name="组合 671">
              <a:extLst>
                <a:ext uri="{FF2B5EF4-FFF2-40B4-BE49-F238E27FC236}">
                  <a16:creationId xmlns:a16="http://schemas.microsoft.com/office/drawing/2014/main" id="{E39FCA95-C9DD-EFD7-5DA6-BCAAE5242FF4}"/>
                </a:ext>
              </a:extLst>
            </p:cNvPr>
            <p:cNvGrpSpPr/>
            <p:nvPr/>
          </p:nvGrpSpPr>
          <p:grpSpPr>
            <a:xfrm rot="5400000">
              <a:off x="5598460" y="9934151"/>
              <a:ext cx="152772" cy="532461"/>
              <a:chOff x="800913" y="5270079"/>
              <a:chExt cx="152772" cy="532461"/>
            </a:xfrm>
          </p:grpSpPr>
          <p:sp>
            <p:nvSpPr>
              <p:cNvPr id="678" name="矩形 677">
                <a:extLst>
                  <a:ext uri="{FF2B5EF4-FFF2-40B4-BE49-F238E27FC236}">
                    <a16:creationId xmlns:a16="http://schemas.microsoft.com/office/drawing/2014/main" id="{86A6B7D6-531B-F469-60CE-E02584F53269}"/>
                  </a:ext>
                </a:extLst>
              </p:cNvPr>
              <p:cNvSpPr/>
              <p:nvPr/>
            </p:nvSpPr>
            <p:spPr>
              <a:xfrm flipH="1">
                <a:off x="800913" y="5270079"/>
                <a:ext cx="152769" cy="133117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79" name="矩形 678">
                <a:extLst>
                  <a:ext uri="{FF2B5EF4-FFF2-40B4-BE49-F238E27FC236}">
                    <a16:creationId xmlns:a16="http://schemas.microsoft.com/office/drawing/2014/main" id="{A386126E-F0C1-4D71-DEE1-FC9F46BE7D98}"/>
                  </a:ext>
                </a:extLst>
              </p:cNvPr>
              <p:cNvSpPr/>
              <p:nvPr/>
            </p:nvSpPr>
            <p:spPr>
              <a:xfrm flipH="1">
                <a:off x="800918" y="5403192"/>
                <a:ext cx="152767" cy="133117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80" name="矩形 679">
                <a:extLst>
                  <a:ext uri="{FF2B5EF4-FFF2-40B4-BE49-F238E27FC236}">
                    <a16:creationId xmlns:a16="http://schemas.microsoft.com/office/drawing/2014/main" id="{7F5B0C91-281A-68CE-3826-7F26BE1F159F}"/>
                  </a:ext>
                </a:extLst>
              </p:cNvPr>
              <p:cNvSpPr/>
              <p:nvPr/>
            </p:nvSpPr>
            <p:spPr>
              <a:xfrm flipH="1">
                <a:off x="800924" y="5536310"/>
                <a:ext cx="152760" cy="133117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81" name="矩形 680">
                <a:extLst>
                  <a:ext uri="{FF2B5EF4-FFF2-40B4-BE49-F238E27FC236}">
                    <a16:creationId xmlns:a16="http://schemas.microsoft.com/office/drawing/2014/main" id="{F2E02B0E-D48F-9524-3020-E64776428DA3}"/>
                  </a:ext>
                </a:extLst>
              </p:cNvPr>
              <p:cNvSpPr/>
              <p:nvPr/>
            </p:nvSpPr>
            <p:spPr>
              <a:xfrm flipH="1">
                <a:off x="800925" y="5669423"/>
                <a:ext cx="152760" cy="133117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673" name="组合 672">
              <a:extLst>
                <a:ext uri="{FF2B5EF4-FFF2-40B4-BE49-F238E27FC236}">
                  <a16:creationId xmlns:a16="http://schemas.microsoft.com/office/drawing/2014/main" id="{864A1A91-018D-B648-4C96-2BFE4DA3FDA3}"/>
                </a:ext>
              </a:extLst>
            </p:cNvPr>
            <p:cNvGrpSpPr/>
            <p:nvPr/>
          </p:nvGrpSpPr>
          <p:grpSpPr>
            <a:xfrm rot="5400000">
              <a:off x="5598460" y="10120978"/>
              <a:ext cx="152772" cy="532461"/>
              <a:chOff x="800913" y="5270079"/>
              <a:chExt cx="152772" cy="532461"/>
            </a:xfrm>
          </p:grpSpPr>
          <p:sp>
            <p:nvSpPr>
              <p:cNvPr id="674" name="矩形 673">
                <a:extLst>
                  <a:ext uri="{FF2B5EF4-FFF2-40B4-BE49-F238E27FC236}">
                    <a16:creationId xmlns:a16="http://schemas.microsoft.com/office/drawing/2014/main" id="{8B078FE0-ACD1-219C-AF4A-E7DA613E9962}"/>
                  </a:ext>
                </a:extLst>
              </p:cNvPr>
              <p:cNvSpPr/>
              <p:nvPr/>
            </p:nvSpPr>
            <p:spPr>
              <a:xfrm flipH="1">
                <a:off x="800913" y="5270079"/>
                <a:ext cx="152769" cy="133117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75" name="矩形 674">
                <a:extLst>
                  <a:ext uri="{FF2B5EF4-FFF2-40B4-BE49-F238E27FC236}">
                    <a16:creationId xmlns:a16="http://schemas.microsoft.com/office/drawing/2014/main" id="{74A90A3C-A303-DEF6-3594-E74D7AC02818}"/>
                  </a:ext>
                </a:extLst>
              </p:cNvPr>
              <p:cNvSpPr/>
              <p:nvPr/>
            </p:nvSpPr>
            <p:spPr>
              <a:xfrm flipH="1">
                <a:off x="800918" y="5403192"/>
                <a:ext cx="152767" cy="133117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76" name="矩形 675">
                <a:extLst>
                  <a:ext uri="{FF2B5EF4-FFF2-40B4-BE49-F238E27FC236}">
                    <a16:creationId xmlns:a16="http://schemas.microsoft.com/office/drawing/2014/main" id="{05AAEC69-EC7F-693E-8E81-86A5D243CE55}"/>
                  </a:ext>
                </a:extLst>
              </p:cNvPr>
              <p:cNvSpPr/>
              <p:nvPr/>
            </p:nvSpPr>
            <p:spPr>
              <a:xfrm flipH="1">
                <a:off x="800924" y="5536310"/>
                <a:ext cx="152760" cy="133117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77" name="矩形 676">
                <a:extLst>
                  <a:ext uri="{FF2B5EF4-FFF2-40B4-BE49-F238E27FC236}">
                    <a16:creationId xmlns:a16="http://schemas.microsoft.com/office/drawing/2014/main" id="{E81C3584-A1DE-F4B3-F334-02BEF654D8A1}"/>
                  </a:ext>
                </a:extLst>
              </p:cNvPr>
              <p:cNvSpPr/>
              <p:nvPr/>
            </p:nvSpPr>
            <p:spPr>
              <a:xfrm flipH="1">
                <a:off x="800925" y="5669423"/>
                <a:ext cx="152760" cy="133117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82" name="文本框 681">
                <a:extLst>
                  <a:ext uri="{FF2B5EF4-FFF2-40B4-BE49-F238E27FC236}">
                    <a16:creationId xmlns:a16="http://schemas.microsoft.com/office/drawing/2014/main" id="{487A5239-CF2E-91F2-1221-FB586B0C3A9B}"/>
                  </a:ext>
                </a:extLst>
              </p:cNvPr>
              <p:cNvSpPr txBox="1"/>
              <p:nvPr/>
            </p:nvSpPr>
            <p:spPr>
              <a:xfrm>
                <a:off x="3156098" y="4918088"/>
                <a:ext cx="1071288" cy="461665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1" i="1" dirty="0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altLang="zh-CN" sz="2400" b="1" i="1" dirty="0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𝑿</m:t>
                          </m:r>
                        </m:e>
                        <m:sub>
                          <m:r>
                            <a:rPr lang="en-US" altLang="zh-CN" sz="2400" b="1" i="1" dirty="0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𝟎</m:t>
                          </m:r>
                        </m:sub>
                      </m:sSub>
                    </m:oMath>
                  </m:oMathPara>
                </a14:m>
                <a:endParaRPr lang="zh-CN" altLang="en-US" sz="2400" b="1" dirty="0">
                  <a:solidFill>
                    <a:schemeClr val="accent6"/>
                  </a:solidFill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82" name="文本框 681">
                <a:extLst>
                  <a:ext uri="{FF2B5EF4-FFF2-40B4-BE49-F238E27FC236}">
                    <a16:creationId xmlns:a16="http://schemas.microsoft.com/office/drawing/2014/main" id="{487A5239-CF2E-91F2-1221-FB586B0C3A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56098" y="4918088"/>
                <a:ext cx="1071288" cy="461665"/>
              </a:xfrm>
              <a:prstGeom prst="rect">
                <a:avLst/>
              </a:prstGeom>
              <a:blipFill>
                <a:blip r:embed="rId4"/>
                <a:stretch>
                  <a:fillRect b="-1316"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83" name="直接连接符 699">
            <a:extLst>
              <a:ext uri="{FF2B5EF4-FFF2-40B4-BE49-F238E27FC236}">
                <a16:creationId xmlns:a16="http://schemas.microsoft.com/office/drawing/2014/main" id="{77CB26EC-02A6-E430-E8E8-B9706DAD462C}"/>
              </a:ext>
            </a:extLst>
          </p:cNvPr>
          <p:cNvCxnSpPr>
            <a:cxnSpLocks/>
          </p:cNvCxnSpPr>
          <p:nvPr/>
        </p:nvCxnSpPr>
        <p:spPr>
          <a:xfrm flipV="1">
            <a:off x="3335154" y="2971159"/>
            <a:ext cx="8784500" cy="22839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84" name="矩形 683">
            <a:extLst>
              <a:ext uri="{FF2B5EF4-FFF2-40B4-BE49-F238E27FC236}">
                <a16:creationId xmlns:a16="http://schemas.microsoft.com/office/drawing/2014/main" id="{40441071-AE39-7FBB-18EB-13B6EF4D36AE}"/>
              </a:ext>
            </a:extLst>
          </p:cNvPr>
          <p:cNvSpPr/>
          <p:nvPr/>
        </p:nvSpPr>
        <p:spPr>
          <a:xfrm flipV="1">
            <a:off x="5301029" y="1212605"/>
            <a:ext cx="2096150" cy="116071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85" name="椭圆 684">
            <a:extLst>
              <a:ext uri="{FF2B5EF4-FFF2-40B4-BE49-F238E27FC236}">
                <a16:creationId xmlns:a16="http://schemas.microsoft.com/office/drawing/2014/main" id="{80CB6A03-E4D3-2FB1-05AF-449F113B2311}"/>
              </a:ext>
            </a:extLst>
          </p:cNvPr>
          <p:cNvSpPr/>
          <p:nvPr/>
        </p:nvSpPr>
        <p:spPr>
          <a:xfrm rot="5400000">
            <a:off x="6178264" y="1532683"/>
            <a:ext cx="270678" cy="277715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endParaRPr lang="zh-CN" altLang="en-US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86" name="椭圆 685">
            <a:extLst>
              <a:ext uri="{FF2B5EF4-FFF2-40B4-BE49-F238E27FC236}">
                <a16:creationId xmlns:a16="http://schemas.microsoft.com/office/drawing/2014/main" id="{E86DCEB3-81E9-4E5F-9BFD-10B9D9A5D036}"/>
              </a:ext>
            </a:extLst>
          </p:cNvPr>
          <p:cNvSpPr/>
          <p:nvPr/>
        </p:nvSpPr>
        <p:spPr>
          <a:xfrm rot="5400000">
            <a:off x="6181948" y="1875873"/>
            <a:ext cx="270678" cy="277715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zh-CN" altLang="en-US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687" name="组合 686">
            <a:extLst>
              <a:ext uri="{FF2B5EF4-FFF2-40B4-BE49-F238E27FC236}">
                <a16:creationId xmlns:a16="http://schemas.microsoft.com/office/drawing/2014/main" id="{7725BFC2-C6B0-B850-87A3-6CB74AC8C5DC}"/>
              </a:ext>
            </a:extLst>
          </p:cNvPr>
          <p:cNvGrpSpPr/>
          <p:nvPr/>
        </p:nvGrpSpPr>
        <p:grpSpPr>
          <a:xfrm rot="5400000">
            <a:off x="5653709" y="1338387"/>
            <a:ext cx="202322" cy="704614"/>
            <a:chOff x="800913" y="5270079"/>
            <a:chExt cx="152772" cy="532461"/>
          </a:xfrm>
        </p:grpSpPr>
        <p:sp>
          <p:nvSpPr>
            <p:cNvPr id="688" name="矩形 687">
              <a:extLst>
                <a:ext uri="{FF2B5EF4-FFF2-40B4-BE49-F238E27FC236}">
                  <a16:creationId xmlns:a16="http://schemas.microsoft.com/office/drawing/2014/main" id="{8C603065-B494-4F3E-73CE-29AF5E8262D0}"/>
                </a:ext>
              </a:extLst>
            </p:cNvPr>
            <p:cNvSpPr/>
            <p:nvPr/>
          </p:nvSpPr>
          <p:spPr>
            <a:xfrm flipH="1">
              <a:off x="800913" y="5270079"/>
              <a:ext cx="152769" cy="133117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89" name="矩形 688">
              <a:extLst>
                <a:ext uri="{FF2B5EF4-FFF2-40B4-BE49-F238E27FC236}">
                  <a16:creationId xmlns:a16="http://schemas.microsoft.com/office/drawing/2014/main" id="{E875D93F-CB8C-52C7-681E-3CC9712C7F50}"/>
                </a:ext>
              </a:extLst>
            </p:cNvPr>
            <p:cNvSpPr/>
            <p:nvPr/>
          </p:nvSpPr>
          <p:spPr>
            <a:xfrm flipH="1">
              <a:off x="800918" y="5403192"/>
              <a:ext cx="152767" cy="133117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0" name="矩形 689">
              <a:extLst>
                <a:ext uri="{FF2B5EF4-FFF2-40B4-BE49-F238E27FC236}">
                  <a16:creationId xmlns:a16="http://schemas.microsoft.com/office/drawing/2014/main" id="{D858A642-0ACE-644A-C9FB-A782CAAA577B}"/>
                </a:ext>
              </a:extLst>
            </p:cNvPr>
            <p:cNvSpPr/>
            <p:nvPr/>
          </p:nvSpPr>
          <p:spPr>
            <a:xfrm flipH="1">
              <a:off x="800924" y="5536310"/>
              <a:ext cx="152760" cy="133117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1" name="矩形 690">
              <a:extLst>
                <a:ext uri="{FF2B5EF4-FFF2-40B4-BE49-F238E27FC236}">
                  <a16:creationId xmlns:a16="http://schemas.microsoft.com/office/drawing/2014/main" id="{95B48FB2-EA7B-127C-35E1-B51158BCE787}"/>
                </a:ext>
              </a:extLst>
            </p:cNvPr>
            <p:cNvSpPr/>
            <p:nvPr/>
          </p:nvSpPr>
          <p:spPr>
            <a:xfrm flipH="1">
              <a:off x="800925" y="5669423"/>
              <a:ext cx="152760" cy="133117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692" name="组合 691">
            <a:extLst>
              <a:ext uri="{FF2B5EF4-FFF2-40B4-BE49-F238E27FC236}">
                <a16:creationId xmlns:a16="http://schemas.microsoft.com/office/drawing/2014/main" id="{65A0C0A3-3BD2-1274-9B10-CA56B7F91C74}"/>
              </a:ext>
            </a:extLst>
          </p:cNvPr>
          <p:cNvGrpSpPr/>
          <p:nvPr/>
        </p:nvGrpSpPr>
        <p:grpSpPr>
          <a:xfrm rot="5400000">
            <a:off x="5653707" y="1687394"/>
            <a:ext cx="202322" cy="704614"/>
            <a:chOff x="800913" y="5270079"/>
            <a:chExt cx="152772" cy="532461"/>
          </a:xfrm>
        </p:grpSpPr>
        <p:sp>
          <p:nvSpPr>
            <p:cNvPr id="693" name="矩形 692">
              <a:extLst>
                <a:ext uri="{FF2B5EF4-FFF2-40B4-BE49-F238E27FC236}">
                  <a16:creationId xmlns:a16="http://schemas.microsoft.com/office/drawing/2014/main" id="{CFDC2748-1E19-0874-656B-82A4D03E5808}"/>
                </a:ext>
              </a:extLst>
            </p:cNvPr>
            <p:cNvSpPr/>
            <p:nvPr/>
          </p:nvSpPr>
          <p:spPr>
            <a:xfrm flipH="1">
              <a:off x="800913" y="5270079"/>
              <a:ext cx="152769" cy="133117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4" name="矩形 693">
              <a:extLst>
                <a:ext uri="{FF2B5EF4-FFF2-40B4-BE49-F238E27FC236}">
                  <a16:creationId xmlns:a16="http://schemas.microsoft.com/office/drawing/2014/main" id="{D42AED81-F292-57D6-F437-841943B98A8F}"/>
                </a:ext>
              </a:extLst>
            </p:cNvPr>
            <p:cNvSpPr/>
            <p:nvPr/>
          </p:nvSpPr>
          <p:spPr>
            <a:xfrm flipH="1">
              <a:off x="800918" y="5403192"/>
              <a:ext cx="152767" cy="133117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5" name="矩形 694">
              <a:extLst>
                <a:ext uri="{FF2B5EF4-FFF2-40B4-BE49-F238E27FC236}">
                  <a16:creationId xmlns:a16="http://schemas.microsoft.com/office/drawing/2014/main" id="{8F69FEE0-6C79-1E0B-7DC8-96A2128A22FE}"/>
                </a:ext>
              </a:extLst>
            </p:cNvPr>
            <p:cNvSpPr/>
            <p:nvPr/>
          </p:nvSpPr>
          <p:spPr>
            <a:xfrm flipH="1">
              <a:off x="800924" y="5536310"/>
              <a:ext cx="152760" cy="133117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6" name="矩形 695">
              <a:extLst>
                <a:ext uri="{FF2B5EF4-FFF2-40B4-BE49-F238E27FC236}">
                  <a16:creationId xmlns:a16="http://schemas.microsoft.com/office/drawing/2014/main" id="{8A7E52F7-C0C0-ABDA-F7AE-3ABD4E4DBBB0}"/>
                </a:ext>
              </a:extLst>
            </p:cNvPr>
            <p:cNvSpPr/>
            <p:nvPr/>
          </p:nvSpPr>
          <p:spPr>
            <a:xfrm flipH="1">
              <a:off x="800925" y="5669423"/>
              <a:ext cx="152760" cy="133117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704" name="矩形 703">
            <a:extLst>
              <a:ext uri="{FF2B5EF4-FFF2-40B4-BE49-F238E27FC236}">
                <a16:creationId xmlns:a16="http://schemas.microsoft.com/office/drawing/2014/main" id="{A7179956-9C20-AAF1-9482-BB272ADEFF1D}"/>
              </a:ext>
            </a:extLst>
          </p:cNvPr>
          <p:cNvSpPr/>
          <p:nvPr/>
        </p:nvSpPr>
        <p:spPr>
          <a:xfrm flipV="1">
            <a:off x="5301028" y="3667877"/>
            <a:ext cx="2096149" cy="116071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05" name="椭圆 704">
            <a:extLst>
              <a:ext uri="{FF2B5EF4-FFF2-40B4-BE49-F238E27FC236}">
                <a16:creationId xmlns:a16="http://schemas.microsoft.com/office/drawing/2014/main" id="{0CD93839-61DC-6E05-2E8A-2BA5A3D35E57}"/>
              </a:ext>
            </a:extLst>
          </p:cNvPr>
          <p:cNvSpPr/>
          <p:nvPr/>
        </p:nvSpPr>
        <p:spPr>
          <a:xfrm rot="5400000">
            <a:off x="6178265" y="3987956"/>
            <a:ext cx="270678" cy="277715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zh-CN" altLang="en-US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06" name="椭圆 705">
            <a:extLst>
              <a:ext uri="{FF2B5EF4-FFF2-40B4-BE49-F238E27FC236}">
                <a16:creationId xmlns:a16="http://schemas.microsoft.com/office/drawing/2014/main" id="{338160E0-9BD4-6F4C-FF0A-FA12F3E94D23}"/>
              </a:ext>
            </a:extLst>
          </p:cNvPr>
          <p:cNvSpPr/>
          <p:nvPr/>
        </p:nvSpPr>
        <p:spPr>
          <a:xfrm rot="5400000">
            <a:off x="6181949" y="4331146"/>
            <a:ext cx="270678" cy="277715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lang="zh-CN" altLang="en-US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707" name="组合 706">
            <a:extLst>
              <a:ext uri="{FF2B5EF4-FFF2-40B4-BE49-F238E27FC236}">
                <a16:creationId xmlns:a16="http://schemas.microsoft.com/office/drawing/2014/main" id="{4D3427DF-B674-85DB-1524-4D5E292ABFAD}"/>
              </a:ext>
            </a:extLst>
          </p:cNvPr>
          <p:cNvGrpSpPr/>
          <p:nvPr/>
        </p:nvGrpSpPr>
        <p:grpSpPr>
          <a:xfrm rot="5400000">
            <a:off x="5653709" y="3793659"/>
            <a:ext cx="202322" cy="704614"/>
            <a:chOff x="800913" y="5270079"/>
            <a:chExt cx="152772" cy="532461"/>
          </a:xfrm>
        </p:grpSpPr>
        <p:sp>
          <p:nvSpPr>
            <p:cNvPr id="708" name="矩形 707">
              <a:extLst>
                <a:ext uri="{FF2B5EF4-FFF2-40B4-BE49-F238E27FC236}">
                  <a16:creationId xmlns:a16="http://schemas.microsoft.com/office/drawing/2014/main" id="{D6A42592-83FF-9B71-91DB-30DDFB529763}"/>
                </a:ext>
              </a:extLst>
            </p:cNvPr>
            <p:cNvSpPr/>
            <p:nvPr/>
          </p:nvSpPr>
          <p:spPr>
            <a:xfrm flipH="1">
              <a:off x="800913" y="5270079"/>
              <a:ext cx="152769" cy="133117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09" name="矩形 708">
              <a:extLst>
                <a:ext uri="{FF2B5EF4-FFF2-40B4-BE49-F238E27FC236}">
                  <a16:creationId xmlns:a16="http://schemas.microsoft.com/office/drawing/2014/main" id="{C05DE99A-D648-CB97-9FD2-F97EB229B1B3}"/>
                </a:ext>
              </a:extLst>
            </p:cNvPr>
            <p:cNvSpPr/>
            <p:nvPr/>
          </p:nvSpPr>
          <p:spPr>
            <a:xfrm flipH="1">
              <a:off x="800918" y="5403192"/>
              <a:ext cx="152767" cy="133117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10" name="矩形 709">
              <a:extLst>
                <a:ext uri="{FF2B5EF4-FFF2-40B4-BE49-F238E27FC236}">
                  <a16:creationId xmlns:a16="http://schemas.microsoft.com/office/drawing/2014/main" id="{96C109C5-E7AE-1484-56BD-97D1708EA11F}"/>
                </a:ext>
              </a:extLst>
            </p:cNvPr>
            <p:cNvSpPr/>
            <p:nvPr/>
          </p:nvSpPr>
          <p:spPr>
            <a:xfrm flipH="1">
              <a:off x="800924" y="5536310"/>
              <a:ext cx="152760" cy="133117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11" name="矩形 710">
              <a:extLst>
                <a:ext uri="{FF2B5EF4-FFF2-40B4-BE49-F238E27FC236}">
                  <a16:creationId xmlns:a16="http://schemas.microsoft.com/office/drawing/2014/main" id="{A7F9FA82-F202-0BAE-F748-067C43879226}"/>
                </a:ext>
              </a:extLst>
            </p:cNvPr>
            <p:cNvSpPr/>
            <p:nvPr/>
          </p:nvSpPr>
          <p:spPr>
            <a:xfrm flipH="1">
              <a:off x="800925" y="5669423"/>
              <a:ext cx="152760" cy="133117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712" name="组合 711">
            <a:extLst>
              <a:ext uri="{FF2B5EF4-FFF2-40B4-BE49-F238E27FC236}">
                <a16:creationId xmlns:a16="http://schemas.microsoft.com/office/drawing/2014/main" id="{659ECF87-76F8-6C1A-CACD-7296087CBBBB}"/>
              </a:ext>
            </a:extLst>
          </p:cNvPr>
          <p:cNvGrpSpPr/>
          <p:nvPr/>
        </p:nvGrpSpPr>
        <p:grpSpPr>
          <a:xfrm rot="5400000">
            <a:off x="5653708" y="4142667"/>
            <a:ext cx="202322" cy="704614"/>
            <a:chOff x="800913" y="5270079"/>
            <a:chExt cx="152772" cy="532461"/>
          </a:xfrm>
        </p:grpSpPr>
        <p:sp>
          <p:nvSpPr>
            <p:cNvPr id="713" name="矩形 712">
              <a:extLst>
                <a:ext uri="{FF2B5EF4-FFF2-40B4-BE49-F238E27FC236}">
                  <a16:creationId xmlns:a16="http://schemas.microsoft.com/office/drawing/2014/main" id="{E1E68508-1E39-577B-192E-19192B5FBEC3}"/>
                </a:ext>
              </a:extLst>
            </p:cNvPr>
            <p:cNvSpPr/>
            <p:nvPr/>
          </p:nvSpPr>
          <p:spPr>
            <a:xfrm flipH="1">
              <a:off x="800913" y="5270079"/>
              <a:ext cx="152769" cy="133117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14" name="矩形 713">
              <a:extLst>
                <a:ext uri="{FF2B5EF4-FFF2-40B4-BE49-F238E27FC236}">
                  <a16:creationId xmlns:a16="http://schemas.microsoft.com/office/drawing/2014/main" id="{6909BCFA-BEDB-5A94-A9CD-B1C3C26AB69C}"/>
                </a:ext>
              </a:extLst>
            </p:cNvPr>
            <p:cNvSpPr/>
            <p:nvPr/>
          </p:nvSpPr>
          <p:spPr>
            <a:xfrm flipH="1">
              <a:off x="800918" y="5403192"/>
              <a:ext cx="152767" cy="133117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15" name="矩形 714">
              <a:extLst>
                <a:ext uri="{FF2B5EF4-FFF2-40B4-BE49-F238E27FC236}">
                  <a16:creationId xmlns:a16="http://schemas.microsoft.com/office/drawing/2014/main" id="{B72B4927-6546-0448-A949-2A50E27CEC23}"/>
                </a:ext>
              </a:extLst>
            </p:cNvPr>
            <p:cNvSpPr/>
            <p:nvPr/>
          </p:nvSpPr>
          <p:spPr>
            <a:xfrm flipH="1">
              <a:off x="800924" y="5536310"/>
              <a:ext cx="152760" cy="133117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16" name="矩形 715">
              <a:extLst>
                <a:ext uri="{FF2B5EF4-FFF2-40B4-BE49-F238E27FC236}">
                  <a16:creationId xmlns:a16="http://schemas.microsoft.com/office/drawing/2014/main" id="{C0689C39-A417-0989-2D48-506CA53B6626}"/>
                </a:ext>
              </a:extLst>
            </p:cNvPr>
            <p:cNvSpPr/>
            <p:nvPr/>
          </p:nvSpPr>
          <p:spPr>
            <a:xfrm flipH="1">
              <a:off x="800925" y="5669423"/>
              <a:ext cx="152760" cy="133117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725" name="组合 724">
            <a:extLst>
              <a:ext uri="{FF2B5EF4-FFF2-40B4-BE49-F238E27FC236}">
                <a16:creationId xmlns:a16="http://schemas.microsoft.com/office/drawing/2014/main" id="{1C332F7D-64A7-0FB8-BDDF-CB1BA2276618}"/>
              </a:ext>
            </a:extLst>
          </p:cNvPr>
          <p:cNvGrpSpPr/>
          <p:nvPr/>
        </p:nvGrpSpPr>
        <p:grpSpPr>
          <a:xfrm>
            <a:off x="6696167" y="1367271"/>
            <a:ext cx="610665" cy="879151"/>
            <a:chOff x="6116209" y="1036604"/>
            <a:chExt cx="391184" cy="590828"/>
          </a:xfrm>
        </p:grpSpPr>
        <p:sp>
          <p:nvSpPr>
            <p:cNvPr id="726" name="流程图: 接点 566">
              <a:extLst>
                <a:ext uri="{FF2B5EF4-FFF2-40B4-BE49-F238E27FC236}">
                  <a16:creationId xmlns:a16="http://schemas.microsoft.com/office/drawing/2014/main" id="{EE8DB664-2B6D-F64B-10F6-F6AAC2285BE8}"/>
                </a:ext>
              </a:extLst>
            </p:cNvPr>
            <p:cNvSpPr/>
            <p:nvPr/>
          </p:nvSpPr>
          <p:spPr>
            <a:xfrm>
              <a:off x="6116209" y="1036604"/>
              <a:ext cx="125672" cy="125837"/>
            </a:xfrm>
            <a:prstGeom prst="flowChartConnector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27" name="流程图: 接点 566">
              <a:extLst>
                <a:ext uri="{FF2B5EF4-FFF2-40B4-BE49-F238E27FC236}">
                  <a16:creationId xmlns:a16="http://schemas.microsoft.com/office/drawing/2014/main" id="{5B293F0D-70BF-6270-85D1-34E12FD4BA27}"/>
                </a:ext>
              </a:extLst>
            </p:cNvPr>
            <p:cNvSpPr/>
            <p:nvPr/>
          </p:nvSpPr>
          <p:spPr>
            <a:xfrm>
              <a:off x="6116209" y="1191601"/>
              <a:ext cx="125672" cy="125837"/>
            </a:xfrm>
            <a:prstGeom prst="flowChartConnector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28" name="流程图: 接点 566">
              <a:extLst>
                <a:ext uri="{FF2B5EF4-FFF2-40B4-BE49-F238E27FC236}">
                  <a16:creationId xmlns:a16="http://schemas.microsoft.com/office/drawing/2014/main" id="{CFB4A164-CE25-CC7E-5C59-234A6A463703}"/>
                </a:ext>
              </a:extLst>
            </p:cNvPr>
            <p:cNvSpPr/>
            <p:nvPr/>
          </p:nvSpPr>
          <p:spPr>
            <a:xfrm>
              <a:off x="6116209" y="1501595"/>
              <a:ext cx="125672" cy="125837"/>
            </a:xfrm>
            <a:prstGeom prst="flowChartConnector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29" name="流程图: 接点 566">
              <a:extLst>
                <a:ext uri="{FF2B5EF4-FFF2-40B4-BE49-F238E27FC236}">
                  <a16:creationId xmlns:a16="http://schemas.microsoft.com/office/drawing/2014/main" id="{D8615F10-5E97-22A2-2B94-42C4E0DACFB4}"/>
                </a:ext>
              </a:extLst>
            </p:cNvPr>
            <p:cNvSpPr/>
            <p:nvPr/>
          </p:nvSpPr>
          <p:spPr>
            <a:xfrm>
              <a:off x="6116209" y="1346598"/>
              <a:ext cx="125672" cy="125837"/>
            </a:xfrm>
            <a:prstGeom prst="flowChartConnector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30" name="流程图: 接点 566">
              <a:extLst>
                <a:ext uri="{FF2B5EF4-FFF2-40B4-BE49-F238E27FC236}">
                  <a16:creationId xmlns:a16="http://schemas.microsoft.com/office/drawing/2014/main" id="{5DD2F9F0-AC93-F4EF-98B0-8B6FF0C93C01}"/>
                </a:ext>
              </a:extLst>
            </p:cNvPr>
            <p:cNvSpPr/>
            <p:nvPr/>
          </p:nvSpPr>
          <p:spPr>
            <a:xfrm>
              <a:off x="6381721" y="1191280"/>
              <a:ext cx="125672" cy="125837"/>
            </a:xfrm>
            <a:prstGeom prst="flowChartConnector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31" name="流程图: 接点 566">
              <a:extLst>
                <a:ext uri="{FF2B5EF4-FFF2-40B4-BE49-F238E27FC236}">
                  <a16:creationId xmlns:a16="http://schemas.microsoft.com/office/drawing/2014/main" id="{9C406E59-E45A-D45A-808F-CE3A4D0E5B04}"/>
                </a:ext>
              </a:extLst>
            </p:cNvPr>
            <p:cNvSpPr/>
            <p:nvPr/>
          </p:nvSpPr>
          <p:spPr>
            <a:xfrm>
              <a:off x="6381721" y="1346277"/>
              <a:ext cx="125672" cy="125837"/>
            </a:xfrm>
            <a:prstGeom prst="flowChartConnector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732" name="直接连接符 510">
              <a:extLst>
                <a:ext uri="{FF2B5EF4-FFF2-40B4-BE49-F238E27FC236}">
                  <a16:creationId xmlns:a16="http://schemas.microsoft.com/office/drawing/2014/main" id="{BA97B3D4-C4C9-C2E3-9170-DC65D4C017F3}"/>
                </a:ext>
              </a:extLst>
            </p:cNvPr>
            <p:cNvCxnSpPr>
              <a:cxnSpLocks/>
              <a:stCxn id="730" idx="2"/>
              <a:endCxn id="726" idx="6"/>
            </p:cNvCxnSpPr>
            <p:nvPr/>
          </p:nvCxnSpPr>
          <p:spPr>
            <a:xfrm flipH="1" flipV="1">
              <a:off x="6241881" y="1099523"/>
              <a:ext cx="139840" cy="15467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33" name="直接连接符 510">
              <a:extLst>
                <a:ext uri="{FF2B5EF4-FFF2-40B4-BE49-F238E27FC236}">
                  <a16:creationId xmlns:a16="http://schemas.microsoft.com/office/drawing/2014/main" id="{25DE9B07-81EC-EE0D-8282-5C30767C380B}"/>
                </a:ext>
              </a:extLst>
            </p:cNvPr>
            <p:cNvCxnSpPr>
              <a:cxnSpLocks/>
              <a:stCxn id="730" idx="2"/>
              <a:endCxn id="727" idx="6"/>
            </p:cNvCxnSpPr>
            <p:nvPr/>
          </p:nvCxnSpPr>
          <p:spPr>
            <a:xfrm flipH="1">
              <a:off x="6241881" y="1254199"/>
              <a:ext cx="139840" cy="321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34" name="直接连接符 510">
              <a:extLst>
                <a:ext uri="{FF2B5EF4-FFF2-40B4-BE49-F238E27FC236}">
                  <a16:creationId xmlns:a16="http://schemas.microsoft.com/office/drawing/2014/main" id="{EC13CDB8-DAFC-6B3F-8C14-E382BEF339F9}"/>
                </a:ext>
              </a:extLst>
            </p:cNvPr>
            <p:cNvCxnSpPr>
              <a:cxnSpLocks/>
              <a:stCxn id="730" idx="2"/>
              <a:endCxn id="729" idx="6"/>
            </p:cNvCxnSpPr>
            <p:nvPr/>
          </p:nvCxnSpPr>
          <p:spPr>
            <a:xfrm flipH="1">
              <a:off x="6241881" y="1254199"/>
              <a:ext cx="139840" cy="15531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35" name="直接连接符 510">
              <a:extLst>
                <a:ext uri="{FF2B5EF4-FFF2-40B4-BE49-F238E27FC236}">
                  <a16:creationId xmlns:a16="http://schemas.microsoft.com/office/drawing/2014/main" id="{874A64E6-10A4-B2E8-48EE-2535972CB0F6}"/>
                </a:ext>
              </a:extLst>
            </p:cNvPr>
            <p:cNvCxnSpPr>
              <a:cxnSpLocks/>
              <a:stCxn id="731" idx="2"/>
              <a:endCxn id="728" idx="6"/>
            </p:cNvCxnSpPr>
            <p:nvPr/>
          </p:nvCxnSpPr>
          <p:spPr>
            <a:xfrm flipH="1">
              <a:off x="6241881" y="1409196"/>
              <a:ext cx="139840" cy="15531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36" name="直接连接符 510">
              <a:extLst>
                <a:ext uri="{FF2B5EF4-FFF2-40B4-BE49-F238E27FC236}">
                  <a16:creationId xmlns:a16="http://schemas.microsoft.com/office/drawing/2014/main" id="{83910625-1C65-5048-FC6A-02B6896E4A7B}"/>
                </a:ext>
              </a:extLst>
            </p:cNvPr>
            <p:cNvCxnSpPr>
              <a:cxnSpLocks/>
              <a:stCxn id="731" idx="2"/>
              <a:endCxn id="726" idx="6"/>
            </p:cNvCxnSpPr>
            <p:nvPr/>
          </p:nvCxnSpPr>
          <p:spPr>
            <a:xfrm flipH="1" flipV="1">
              <a:off x="6241881" y="1099523"/>
              <a:ext cx="139840" cy="309673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37" name="直接连接符 510">
              <a:extLst>
                <a:ext uri="{FF2B5EF4-FFF2-40B4-BE49-F238E27FC236}">
                  <a16:creationId xmlns:a16="http://schemas.microsoft.com/office/drawing/2014/main" id="{3487714C-DB1C-26B2-241D-80513105DDC1}"/>
                </a:ext>
              </a:extLst>
            </p:cNvPr>
            <p:cNvCxnSpPr>
              <a:cxnSpLocks/>
              <a:stCxn id="731" idx="2"/>
              <a:endCxn id="727" idx="6"/>
            </p:cNvCxnSpPr>
            <p:nvPr/>
          </p:nvCxnSpPr>
          <p:spPr>
            <a:xfrm flipH="1" flipV="1">
              <a:off x="6241881" y="1254520"/>
              <a:ext cx="139840" cy="15467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38" name="直接连接符 510">
              <a:extLst>
                <a:ext uri="{FF2B5EF4-FFF2-40B4-BE49-F238E27FC236}">
                  <a16:creationId xmlns:a16="http://schemas.microsoft.com/office/drawing/2014/main" id="{A68A7442-0F5D-C417-D184-0830F43482D5}"/>
                </a:ext>
              </a:extLst>
            </p:cNvPr>
            <p:cNvCxnSpPr>
              <a:cxnSpLocks/>
              <a:stCxn id="731" idx="2"/>
              <a:endCxn id="729" idx="6"/>
            </p:cNvCxnSpPr>
            <p:nvPr/>
          </p:nvCxnSpPr>
          <p:spPr>
            <a:xfrm flipH="1">
              <a:off x="6241881" y="1409196"/>
              <a:ext cx="139840" cy="321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39" name="直接连接符 510">
              <a:extLst>
                <a:ext uri="{FF2B5EF4-FFF2-40B4-BE49-F238E27FC236}">
                  <a16:creationId xmlns:a16="http://schemas.microsoft.com/office/drawing/2014/main" id="{3975786B-D72C-36AA-482A-30A1831BAF6F}"/>
                </a:ext>
              </a:extLst>
            </p:cNvPr>
            <p:cNvCxnSpPr>
              <a:cxnSpLocks/>
              <a:stCxn id="731" idx="2"/>
              <a:endCxn id="728" idx="6"/>
            </p:cNvCxnSpPr>
            <p:nvPr/>
          </p:nvCxnSpPr>
          <p:spPr>
            <a:xfrm flipH="1">
              <a:off x="6241881" y="1409196"/>
              <a:ext cx="139840" cy="15531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740" name="组合 739">
            <a:extLst>
              <a:ext uri="{FF2B5EF4-FFF2-40B4-BE49-F238E27FC236}">
                <a16:creationId xmlns:a16="http://schemas.microsoft.com/office/drawing/2014/main" id="{94FA701E-080D-01E6-B2EE-054D7DDB150E}"/>
              </a:ext>
            </a:extLst>
          </p:cNvPr>
          <p:cNvGrpSpPr/>
          <p:nvPr/>
        </p:nvGrpSpPr>
        <p:grpSpPr>
          <a:xfrm>
            <a:off x="6696167" y="3853396"/>
            <a:ext cx="610665" cy="879151"/>
            <a:chOff x="6116209" y="1036604"/>
            <a:chExt cx="391184" cy="590828"/>
          </a:xfrm>
        </p:grpSpPr>
        <p:sp>
          <p:nvSpPr>
            <p:cNvPr id="741" name="流程图: 接点 566">
              <a:extLst>
                <a:ext uri="{FF2B5EF4-FFF2-40B4-BE49-F238E27FC236}">
                  <a16:creationId xmlns:a16="http://schemas.microsoft.com/office/drawing/2014/main" id="{F98968F1-994A-ED1C-2C14-A0EE84238CD1}"/>
                </a:ext>
              </a:extLst>
            </p:cNvPr>
            <p:cNvSpPr/>
            <p:nvPr/>
          </p:nvSpPr>
          <p:spPr>
            <a:xfrm>
              <a:off x="6116209" y="1036604"/>
              <a:ext cx="125672" cy="125837"/>
            </a:xfrm>
            <a:prstGeom prst="flowChartConnector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42" name="流程图: 接点 566">
              <a:extLst>
                <a:ext uri="{FF2B5EF4-FFF2-40B4-BE49-F238E27FC236}">
                  <a16:creationId xmlns:a16="http://schemas.microsoft.com/office/drawing/2014/main" id="{834C2613-042C-2DEA-2CFD-4897750DD8F4}"/>
                </a:ext>
              </a:extLst>
            </p:cNvPr>
            <p:cNvSpPr/>
            <p:nvPr/>
          </p:nvSpPr>
          <p:spPr>
            <a:xfrm>
              <a:off x="6116209" y="1191601"/>
              <a:ext cx="125672" cy="125837"/>
            </a:xfrm>
            <a:prstGeom prst="flowChartConnector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43" name="流程图: 接点 566">
              <a:extLst>
                <a:ext uri="{FF2B5EF4-FFF2-40B4-BE49-F238E27FC236}">
                  <a16:creationId xmlns:a16="http://schemas.microsoft.com/office/drawing/2014/main" id="{09ED1B18-8226-811B-C8BD-6FFAB99F5E70}"/>
                </a:ext>
              </a:extLst>
            </p:cNvPr>
            <p:cNvSpPr/>
            <p:nvPr/>
          </p:nvSpPr>
          <p:spPr>
            <a:xfrm>
              <a:off x="6116209" y="1501595"/>
              <a:ext cx="125672" cy="125837"/>
            </a:xfrm>
            <a:prstGeom prst="flowChartConnector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44" name="流程图: 接点 566">
              <a:extLst>
                <a:ext uri="{FF2B5EF4-FFF2-40B4-BE49-F238E27FC236}">
                  <a16:creationId xmlns:a16="http://schemas.microsoft.com/office/drawing/2014/main" id="{7555AB12-2079-ECFB-E002-257CEADA449F}"/>
                </a:ext>
              </a:extLst>
            </p:cNvPr>
            <p:cNvSpPr/>
            <p:nvPr/>
          </p:nvSpPr>
          <p:spPr>
            <a:xfrm>
              <a:off x="6116209" y="1346598"/>
              <a:ext cx="125672" cy="125837"/>
            </a:xfrm>
            <a:prstGeom prst="flowChartConnector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45" name="流程图: 接点 566">
              <a:extLst>
                <a:ext uri="{FF2B5EF4-FFF2-40B4-BE49-F238E27FC236}">
                  <a16:creationId xmlns:a16="http://schemas.microsoft.com/office/drawing/2014/main" id="{7E132EFD-B00A-5391-9B5C-0DBFE186731B}"/>
                </a:ext>
              </a:extLst>
            </p:cNvPr>
            <p:cNvSpPr/>
            <p:nvPr/>
          </p:nvSpPr>
          <p:spPr>
            <a:xfrm>
              <a:off x="6381721" y="1191280"/>
              <a:ext cx="125672" cy="125837"/>
            </a:xfrm>
            <a:prstGeom prst="flowChartConnector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46" name="流程图: 接点 566">
              <a:extLst>
                <a:ext uri="{FF2B5EF4-FFF2-40B4-BE49-F238E27FC236}">
                  <a16:creationId xmlns:a16="http://schemas.microsoft.com/office/drawing/2014/main" id="{A0CCA1AB-E179-FAAE-8A4B-642D7063A0BB}"/>
                </a:ext>
              </a:extLst>
            </p:cNvPr>
            <p:cNvSpPr/>
            <p:nvPr/>
          </p:nvSpPr>
          <p:spPr>
            <a:xfrm>
              <a:off x="6381721" y="1346277"/>
              <a:ext cx="125672" cy="125837"/>
            </a:xfrm>
            <a:prstGeom prst="flowChartConnector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747" name="直接连接符 510">
              <a:extLst>
                <a:ext uri="{FF2B5EF4-FFF2-40B4-BE49-F238E27FC236}">
                  <a16:creationId xmlns:a16="http://schemas.microsoft.com/office/drawing/2014/main" id="{CEA4F315-7766-80A6-6AF5-0B50C245DF11}"/>
                </a:ext>
              </a:extLst>
            </p:cNvPr>
            <p:cNvCxnSpPr>
              <a:cxnSpLocks/>
              <a:stCxn id="745" idx="2"/>
              <a:endCxn id="741" idx="6"/>
            </p:cNvCxnSpPr>
            <p:nvPr/>
          </p:nvCxnSpPr>
          <p:spPr>
            <a:xfrm flipH="1" flipV="1">
              <a:off x="6241881" y="1099523"/>
              <a:ext cx="139840" cy="15467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48" name="直接连接符 510">
              <a:extLst>
                <a:ext uri="{FF2B5EF4-FFF2-40B4-BE49-F238E27FC236}">
                  <a16:creationId xmlns:a16="http://schemas.microsoft.com/office/drawing/2014/main" id="{E609CEE3-73DA-C47D-A116-BB3F667173AB}"/>
                </a:ext>
              </a:extLst>
            </p:cNvPr>
            <p:cNvCxnSpPr>
              <a:cxnSpLocks/>
              <a:stCxn id="745" idx="2"/>
              <a:endCxn id="742" idx="6"/>
            </p:cNvCxnSpPr>
            <p:nvPr/>
          </p:nvCxnSpPr>
          <p:spPr>
            <a:xfrm flipH="1">
              <a:off x="6241881" y="1254199"/>
              <a:ext cx="139840" cy="321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49" name="直接连接符 510">
              <a:extLst>
                <a:ext uri="{FF2B5EF4-FFF2-40B4-BE49-F238E27FC236}">
                  <a16:creationId xmlns:a16="http://schemas.microsoft.com/office/drawing/2014/main" id="{202FF3D9-EFA5-69AD-5141-9C4DC594C13E}"/>
                </a:ext>
              </a:extLst>
            </p:cNvPr>
            <p:cNvCxnSpPr>
              <a:cxnSpLocks/>
              <a:stCxn id="745" idx="2"/>
              <a:endCxn id="744" idx="6"/>
            </p:cNvCxnSpPr>
            <p:nvPr/>
          </p:nvCxnSpPr>
          <p:spPr>
            <a:xfrm flipH="1">
              <a:off x="6241881" y="1254199"/>
              <a:ext cx="139840" cy="15531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50" name="直接连接符 510">
              <a:extLst>
                <a:ext uri="{FF2B5EF4-FFF2-40B4-BE49-F238E27FC236}">
                  <a16:creationId xmlns:a16="http://schemas.microsoft.com/office/drawing/2014/main" id="{CB8F97A2-3F90-430E-AB21-10E8B7AE020D}"/>
                </a:ext>
              </a:extLst>
            </p:cNvPr>
            <p:cNvCxnSpPr>
              <a:cxnSpLocks/>
              <a:stCxn id="746" idx="2"/>
              <a:endCxn id="743" idx="6"/>
            </p:cNvCxnSpPr>
            <p:nvPr/>
          </p:nvCxnSpPr>
          <p:spPr>
            <a:xfrm flipH="1">
              <a:off x="6241881" y="1409196"/>
              <a:ext cx="139840" cy="15531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51" name="直接连接符 510">
              <a:extLst>
                <a:ext uri="{FF2B5EF4-FFF2-40B4-BE49-F238E27FC236}">
                  <a16:creationId xmlns:a16="http://schemas.microsoft.com/office/drawing/2014/main" id="{A55E6033-FCC4-5975-1AF8-C0C47206988F}"/>
                </a:ext>
              </a:extLst>
            </p:cNvPr>
            <p:cNvCxnSpPr>
              <a:cxnSpLocks/>
              <a:stCxn id="746" idx="2"/>
              <a:endCxn id="741" idx="6"/>
            </p:cNvCxnSpPr>
            <p:nvPr/>
          </p:nvCxnSpPr>
          <p:spPr>
            <a:xfrm flipH="1" flipV="1">
              <a:off x="6241881" y="1099523"/>
              <a:ext cx="139840" cy="309673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52" name="直接连接符 510">
              <a:extLst>
                <a:ext uri="{FF2B5EF4-FFF2-40B4-BE49-F238E27FC236}">
                  <a16:creationId xmlns:a16="http://schemas.microsoft.com/office/drawing/2014/main" id="{A60F73BC-B983-046F-91FF-3A5600C2E42A}"/>
                </a:ext>
              </a:extLst>
            </p:cNvPr>
            <p:cNvCxnSpPr>
              <a:cxnSpLocks/>
              <a:stCxn id="746" idx="2"/>
              <a:endCxn id="742" idx="6"/>
            </p:cNvCxnSpPr>
            <p:nvPr/>
          </p:nvCxnSpPr>
          <p:spPr>
            <a:xfrm flipH="1" flipV="1">
              <a:off x="6241881" y="1254520"/>
              <a:ext cx="139840" cy="15467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53" name="直接连接符 510">
              <a:extLst>
                <a:ext uri="{FF2B5EF4-FFF2-40B4-BE49-F238E27FC236}">
                  <a16:creationId xmlns:a16="http://schemas.microsoft.com/office/drawing/2014/main" id="{B35263F6-2FCF-27D3-13CA-4971F159887D}"/>
                </a:ext>
              </a:extLst>
            </p:cNvPr>
            <p:cNvCxnSpPr>
              <a:cxnSpLocks/>
              <a:stCxn id="746" idx="2"/>
              <a:endCxn id="744" idx="6"/>
            </p:cNvCxnSpPr>
            <p:nvPr/>
          </p:nvCxnSpPr>
          <p:spPr>
            <a:xfrm flipH="1">
              <a:off x="6241881" y="1409196"/>
              <a:ext cx="139840" cy="321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54" name="直接连接符 510">
              <a:extLst>
                <a:ext uri="{FF2B5EF4-FFF2-40B4-BE49-F238E27FC236}">
                  <a16:creationId xmlns:a16="http://schemas.microsoft.com/office/drawing/2014/main" id="{1C76BB52-FC33-DCB4-85D9-CDDCAB173ABA}"/>
                </a:ext>
              </a:extLst>
            </p:cNvPr>
            <p:cNvCxnSpPr>
              <a:cxnSpLocks/>
              <a:stCxn id="746" idx="2"/>
              <a:endCxn id="743" idx="6"/>
            </p:cNvCxnSpPr>
            <p:nvPr/>
          </p:nvCxnSpPr>
          <p:spPr>
            <a:xfrm flipH="1">
              <a:off x="6241881" y="1409196"/>
              <a:ext cx="139840" cy="15531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757" name="矩形 756">
            <a:extLst>
              <a:ext uri="{FF2B5EF4-FFF2-40B4-BE49-F238E27FC236}">
                <a16:creationId xmlns:a16="http://schemas.microsoft.com/office/drawing/2014/main" id="{6ECB9F48-317B-15BE-23F2-67B61B10D826}"/>
              </a:ext>
            </a:extLst>
          </p:cNvPr>
          <p:cNvSpPr/>
          <p:nvPr/>
        </p:nvSpPr>
        <p:spPr>
          <a:xfrm>
            <a:off x="282280" y="5640460"/>
            <a:ext cx="11668471" cy="115353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AF7AA474-5799-D092-1252-D0207BCDE7F6}"/>
              </a:ext>
            </a:extLst>
          </p:cNvPr>
          <p:cNvSpPr txBox="1"/>
          <p:nvPr/>
        </p:nvSpPr>
        <p:spPr>
          <a:xfrm>
            <a:off x="6174745" y="2813682"/>
            <a:ext cx="914954" cy="369332"/>
          </a:xfrm>
          <a:prstGeom prst="rect">
            <a:avLst/>
          </a:prstGeom>
          <a:solidFill>
            <a:srgbClr val="F8CBAD"/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T Task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0B811169-BF51-BF2A-0AFA-F455CF80DDCB}"/>
              </a:ext>
            </a:extLst>
          </p:cNvPr>
          <p:cNvSpPr txBox="1"/>
          <p:nvPr/>
        </p:nvSpPr>
        <p:spPr>
          <a:xfrm>
            <a:off x="5754867" y="2334393"/>
            <a:ext cx="1997661" cy="461665"/>
          </a:xfrm>
          <a:prstGeom prst="rect">
            <a:avLst/>
          </a:prstGeom>
          <a:noFill/>
          <a:ln w="19050">
            <a:noFill/>
            <a:prstDash val="solid"/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2400" dirty="0"/>
              <a:t>NN Operation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2667826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288000" y="0"/>
            <a:ext cx="11164860" cy="141763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badi" panose="020B0604020202020204" pitchFamily="34" charset="0"/>
                <a:sym typeface="+mn-ea"/>
              </a:rPr>
              <a:t>Multi-GPU GNN Systems with Data Parallelism</a:t>
            </a:r>
            <a:endParaRPr lang="en-US" altLang="zh-CN" sz="3600" dirty="0">
              <a:latin typeface="Century Gothic" panose="020B050202020202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5" name="Rectangle 10"/>
          <p:cNvSpPr/>
          <p:nvPr/>
        </p:nvSpPr>
        <p:spPr>
          <a:xfrm>
            <a:off x="0" y="420787"/>
            <a:ext cx="288000" cy="57606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709CA35-E3F2-8BFB-A5B2-4DB572AEBBDF}"/>
              </a:ext>
            </a:extLst>
          </p:cNvPr>
          <p:cNvSpPr txBox="1"/>
          <p:nvPr/>
        </p:nvSpPr>
        <p:spPr>
          <a:xfrm>
            <a:off x="1558875" y="3539753"/>
            <a:ext cx="1088070" cy="400111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cs typeface="Arial" panose="020B0604020202020204" pitchFamily="34" charset="0"/>
              </a:rPr>
              <a:t>Graph</a:t>
            </a:r>
            <a:endParaRPr lang="zh-CN" altLang="en-US" sz="2000" b="1" dirty="0">
              <a:cs typeface="Arial" panose="020B0604020202020204" pitchFamily="34" charset="0"/>
            </a:endParaRP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B39A61F0-CCEA-47ED-52A7-1F966E022291}"/>
              </a:ext>
            </a:extLst>
          </p:cNvPr>
          <p:cNvSpPr/>
          <p:nvPr/>
        </p:nvSpPr>
        <p:spPr>
          <a:xfrm rot="5400000">
            <a:off x="2159528" y="2411057"/>
            <a:ext cx="323707" cy="323867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cs typeface="Arial" panose="020B0604020202020204" pitchFamily="34" charset="0"/>
              </a:rPr>
              <a:t>1</a:t>
            </a:r>
            <a:endParaRPr lang="zh-CN" altLang="en-US" sz="2400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FE8434F3-0B5B-1C4E-F302-A2502BCA608E}"/>
              </a:ext>
            </a:extLst>
          </p:cNvPr>
          <p:cNvSpPr/>
          <p:nvPr/>
        </p:nvSpPr>
        <p:spPr>
          <a:xfrm rot="5400000">
            <a:off x="2159528" y="3113846"/>
            <a:ext cx="323707" cy="323867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cs typeface="Arial" panose="020B0604020202020204" pitchFamily="34" charset="0"/>
              </a:rPr>
              <a:t>3</a:t>
            </a:r>
            <a:endParaRPr lang="zh-CN" altLang="en-US" sz="2400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005EA1F2-F4B4-4599-5060-A9A45AB8C69E}"/>
              </a:ext>
            </a:extLst>
          </p:cNvPr>
          <p:cNvSpPr/>
          <p:nvPr/>
        </p:nvSpPr>
        <p:spPr>
          <a:xfrm rot="5400000">
            <a:off x="1497554" y="2411057"/>
            <a:ext cx="323707" cy="323867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cs typeface="Arial" panose="020B0604020202020204" pitchFamily="34" charset="0"/>
              </a:rPr>
              <a:t>0</a:t>
            </a:r>
            <a:endParaRPr lang="zh-CN" altLang="en-US" sz="2400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D732ED16-3C19-3C6F-1602-6C25C988DEAE}"/>
              </a:ext>
            </a:extLst>
          </p:cNvPr>
          <p:cNvSpPr/>
          <p:nvPr/>
        </p:nvSpPr>
        <p:spPr>
          <a:xfrm rot="5400000">
            <a:off x="1497554" y="3113846"/>
            <a:ext cx="323707" cy="323867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cs typeface="Arial" panose="020B0604020202020204" pitchFamily="34" charset="0"/>
              </a:rPr>
              <a:t>2</a:t>
            </a:r>
            <a:endParaRPr lang="zh-CN" altLang="en-US" sz="2400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cxnSp>
        <p:nvCxnSpPr>
          <p:cNvPr id="10" name="直接连接符 781">
            <a:extLst>
              <a:ext uri="{FF2B5EF4-FFF2-40B4-BE49-F238E27FC236}">
                <a16:creationId xmlns:a16="http://schemas.microsoft.com/office/drawing/2014/main" id="{DB3AC2ED-3837-698E-C23B-16E9710CF8CC}"/>
              </a:ext>
            </a:extLst>
          </p:cNvPr>
          <p:cNvCxnSpPr>
            <a:cxnSpLocks/>
          </p:cNvCxnSpPr>
          <p:nvPr/>
        </p:nvCxnSpPr>
        <p:spPr>
          <a:xfrm flipH="1">
            <a:off x="1822802" y="2572983"/>
            <a:ext cx="32824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直接连接符 786">
            <a:extLst>
              <a:ext uri="{FF2B5EF4-FFF2-40B4-BE49-F238E27FC236}">
                <a16:creationId xmlns:a16="http://schemas.microsoft.com/office/drawing/2014/main" id="{9303225E-C395-7D69-D6AD-EA9B4C2E8382}"/>
              </a:ext>
            </a:extLst>
          </p:cNvPr>
          <p:cNvCxnSpPr>
            <a:cxnSpLocks/>
          </p:cNvCxnSpPr>
          <p:nvPr/>
        </p:nvCxnSpPr>
        <p:spPr>
          <a:xfrm>
            <a:off x="1659408" y="2734845"/>
            <a:ext cx="0" cy="37908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矩形 11">
            <a:extLst>
              <a:ext uri="{FF2B5EF4-FFF2-40B4-BE49-F238E27FC236}">
                <a16:creationId xmlns:a16="http://schemas.microsoft.com/office/drawing/2014/main" id="{3581CD8E-1448-B19F-1B68-0D1F9C367782}"/>
              </a:ext>
            </a:extLst>
          </p:cNvPr>
          <p:cNvSpPr/>
          <p:nvPr/>
        </p:nvSpPr>
        <p:spPr>
          <a:xfrm rot="5400000" flipH="1">
            <a:off x="934264" y="2322714"/>
            <a:ext cx="241954" cy="20543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52243E9-9892-C726-FCF6-84FAA3C18CA9}"/>
              </a:ext>
            </a:extLst>
          </p:cNvPr>
          <p:cNvSpPr/>
          <p:nvPr/>
        </p:nvSpPr>
        <p:spPr>
          <a:xfrm rot="5400000" flipH="1">
            <a:off x="728840" y="2322720"/>
            <a:ext cx="241951" cy="20543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71D65AA-0D66-B1CE-794D-EDB53C4B4479}"/>
              </a:ext>
            </a:extLst>
          </p:cNvPr>
          <p:cNvSpPr/>
          <p:nvPr/>
        </p:nvSpPr>
        <p:spPr>
          <a:xfrm rot="5400000" flipH="1">
            <a:off x="523408" y="2322723"/>
            <a:ext cx="241940" cy="20543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7D538AF-2F37-F0C4-3391-FE716A53A645}"/>
              </a:ext>
            </a:extLst>
          </p:cNvPr>
          <p:cNvSpPr/>
          <p:nvPr/>
        </p:nvSpPr>
        <p:spPr>
          <a:xfrm rot="5400000" flipH="1">
            <a:off x="317984" y="2322725"/>
            <a:ext cx="241940" cy="20543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613B9B69-EA97-BA51-0064-3909B61B0E0B}"/>
              </a:ext>
            </a:extLst>
          </p:cNvPr>
          <p:cNvSpPr/>
          <p:nvPr/>
        </p:nvSpPr>
        <p:spPr>
          <a:xfrm rot="5400000" flipH="1">
            <a:off x="934264" y="2618608"/>
            <a:ext cx="241954" cy="20543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F7C119F-79DE-4DCF-CB2C-DE3966EAD8E3}"/>
              </a:ext>
            </a:extLst>
          </p:cNvPr>
          <p:cNvSpPr/>
          <p:nvPr/>
        </p:nvSpPr>
        <p:spPr>
          <a:xfrm rot="5400000" flipH="1">
            <a:off x="728840" y="2618614"/>
            <a:ext cx="241951" cy="20543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89C482D-C736-3728-0BD3-D8E99212461A}"/>
              </a:ext>
            </a:extLst>
          </p:cNvPr>
          <p:cNvSpPr/>
          <p:nvPr/>
        </p:nvSpPr>
        <p:spPr>
          <a:xfrm rot="5400000" flipH="1">
            <a:off x="523408" y="2618618"/>
            <a:ext cx="241940" cy="20543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4BAA7583-B719-73E9-C06F-423CEF037D97}"/>
              </a:ext>
            </a:extLst>
          </p:cNvPr>
          <p:cNvSpPr/>
          <p:nvPr/>
        </p:nvSpPr>
        <p:spPr>
          <a:xfrm rot="5400000" flipH="1">
            <a:off x="317984" y="2618619"/>
            <a:ext cx="241940" cy="20543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B8A4FA2E-FE10-87C7-837A-AAE05A399BE5}"/>
              </a:ext>
            </a:extLst>
          </p:cNvPr>
          <p:cNvSpPr/>
          <p:nvPr/>
        </p:nvSpPr>
        <p:spPr>
          <a:xfrm rot="5400000" flipH="1">
            <a:off x="934264" y="3012260"/>
            <a:ext cx="241954" cy="20543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023EDA8C-50B1-FBB7-6C2E-A5114686966E}"/>
              </a:ext>
            </a:extLst>
          </p:cNvPr>
          <p:cNvSpPr/>
          <p:nvPr/>
        </p:nvSpPr>
        <p:spPr>
          <a:xfrm rot="5400000" flipH="1">
            <a:off x="728840" y="3012267"/>
            <a:ext cx="241951" cy="20543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F3962B14-3F48-92EC-90B0-7C33B574C1A9}"/>
              </a:ext>
            </a:extLst>
          </p:cNvPr>
          <p:cNvSpPr/>
          <p:nvPr/>
        </p:nvSpPr>
        <p:spPr>
          <a:xfrm rot="5400000" flipH="1">
            <a:off x="523408" y="3012270"/>
            <a:ext cx="241940" cy="20543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003F67E9-08F6-1BD1-E2B1-9CFBE06E56A4}"/>
              </a:ext>
            </a:extLst>
          </p:cNvPr>
          <p:cNvSpPr/>
          <p:nvPr/>
        </p:nvSpPr>
        <p:spPr>
          <a:xfrm rot="5400000" flipH="1">
            <a:off x="317984" y="3012271"/>
            <a:ext cx="241940" cy="20543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8BDF58AD-3195-EC7A-2898-F9B2B6CC2FA3}"/>
              </a:ext>
            </a:extLst>
          </p:cNvPr>
          <p:cNvSpPr/>
          <p:nvPr/>
        </p:nvSpPr>
        <p:spPr>
          <a:xfrm rot="5400000" flipH="1">
            <a:off x="934264" y="3308155"/>
            <a:ext cx="241954" cy="20543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D2773DE6-85D0-A06A-6904-1BEDB52E2868}"/>
              </a:ext>
            </a:extLst>
          </p:cNvPr>
          <p:cNvSpPr/>
          <p:nvPr/>
        </p:nvSpPr>
        <p:spPr>
          <a:xfrm rot="5400000" flipH="1">
            <a:off x="728840" y="3308161"/>
            <a:ext cx="241951" cy="20543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D93687DD-9D0D-F7CC-0741-6FD0E4C10B4D}"/>
              </a:ext>
            </a:extLst>
          </p:cNvPr>
          <p:cNvSpPr/>
          <p:nvPr/>
        </p:nvSpPr>
        <p:spPr>
          <a:xfrm rot="5400000" flipH="1">
            <a:off x="523408" y="3308164"/>
            <a:ext cx="241940" cy="20543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FC1B7654-C154-821A-F35D-EA4FB15E19F5}"/>
              </a:ext>
            </a:extLst>
          </p:cNvPr>
          <p:cNvSpPr/>
          <p:nvPr/>
        </p:nvSpPr>
        <p:spPr>
          <a:xfrm rot="5400000" flipH="1">
            <a:off x="317984" y="3308166"/>
            <a:ext cx="241940" cy="20543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6C1D67B6-D2FF-B109-D2B2-692FA1CF3339}"/>
              </a:ext>
            </a:extLst>
          </p:cNvPr>
          <p:cNvSpPr txBox="1"/>
          <p:nvPr/>
        </p:nvSpPr>
        <p:spPr>
          <a:xfrm>
            <a:off x="266734" y="3539753"/>
            <a:ext cx="1071288" cy="400111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cs typeface="Arial" panose="020B0604020202020204" pitchFamily="34" charset="0"/>
              </a:rPr>
              <a:t>Feature</a:t>
            </a:r>
            <a:endParaRPr lang="zh-CN" altLang="en-US" sz="2000" b="1" dirty="0">
              <a:cs typeface="Arial" panose="020B0604020202020204" pitchFamily="34" charset="0"/>
            </a:endParaRPr>
          </a:p>
        </p:txBody>
      </p:sp>
      <p:cxnSp>
        <p:nvCxnSpPr>
          <p:cNvPr id="29" name="直接连接符 458">
            <a:extLst>
              <a:ext uri="{FF2B5EF4-FFF2-40B4-BE49-F238E27FC236}">
                <a16:creationId xmlns:a16="http://schemas.microsoft.com/office/drawing/2014/main" id="{DAC8C52F-4119-E7A7-E314-24B55CA85BFB}"/>
              </a:ext>
            </a:extLst>
          </p:cNvPr>
          <p:cNvCxnSpPr>
            <a:cxnSpLocks/>
          </p:cNvCxnSpPr>
          <p:nvPr/>
        </p:nvCxnSpPr>
        <p:spPr>
          <a:xfrm flipV="1">
            <a:off x="2321382" y="2732658"/>
            <a:ext cx="0" cy="38126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直接连接符 461">
            <a:extLst>
              <a:ext uri="{FF2B5EF4-FFF2-40B4-BE49-F238E27FC236}">
                <a16:creationId xmlns:a16="http://schemas.microsoft.com/office/drawing/2014/main" id="{F1650873-22F4-E5CE-9D3D-7C95411A68DB}"/>
              </a:ext>
            </a:extLst>
          </p:cNvPr>
          <p:cNvCxnSpPr>
            <a:cxnSpLocks/>
            <a:stCxn id="7" idx="3"/>
            <a:endCxn id="8" idx="7"/>
          </p:cNvCxnSpPr>
          <p:nvPr/>
        </p:nvCxnSpPr>
        <p:spPr>
          <a:xfrm flipH="1" flipV="1">
            <a:off x="1773912" y="2687439"/>
            <a:ext cx="432966" cy="47389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直接连接符 464">
            <a:extLst>
              <a:ext uri="{FF2B5EF4-FFF2-40B4-BE49-F238E27FC236}">
                <a16:creationId xmlns:a16="http://schemas.microsoft.com/office/drawing/2014/main" id="{26FDE370-8104-0FB5-18EA-6B201C1A8426}"/>
              </a:ext>
            </a:extLst>
          </p:cNvPr>
          <p:cNvCxnSpPr>
            <a:cxnSpLocks/>
          </p:cNvCxnSpPr>
          <p:nvPr/>
        </p:nvCxnSpPr>
        <p:spPr>
          <a:xfrm flipH="1">
            <a:off x="1819882" y="3275772"/>
            <a:ext cx="3299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直接连接符 483">
            <a:extLst>
              <a:ext uri="{FF2B5EF4-FFF2-40B4-BE49-F238E27FC236}">
                <a16:creationId xmlns:a16="http://schemas.microsoft.com/office/drawing/2014/main" id="{AFD05B67-E2F5-0A4B-1E5E-06D7C966D580}"/>
              </a:ext>
            </a:extLst>
          </p:cNvPr>
          <p:cNvCxnSpPr>
            <a:cxnSpLocks/>
          </p:cNvCxnSpPr>
          <p:nvPr/>
        </p:nvCxnSpPr>
        <p:spPr>
          <a:xfrm flipH="1">
            <a:off x="221520" y="2916998"/>
            <a:ext cx="2233003" cy="4534"/>
          </a:xfrm>
          <a:prstGeom prst="line">
            <a:avLst/>
          </a:prstGeom>
          <a:ln w="28575">
            <a:solidFill>
              <a:schemeClr val="tx1"/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文本框 33">
            <a:extLst>
              <a:ext uri="{FF2B5EF4-FFF2-40B4-BE49-F238E27FC236}">
                <a16:creationId xmlns:a16="http://schemas.microsoft.com/office/drawing/2014/main" id="{B5B77D80-DB02-E6D6-8740-E194BBB02681}"/>
              </a:ext>
            </a:extLst>
          </p:cNvPr>
          <p:cNvSpPr txBox="1"/>
          <p:nvPr/>
        </p:nvSpPr>
        <p:spPr>
          <a:xfrm>
            <a:off x="2246021" y="1378128"/>
            <a:ext cx="1182662" cy="461665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cs typeface="Arial" panose="020B0604020202020204" pitchFamily="34" charset="0"/>
              </a:rPr>
              <a:t>GPU1</a:t>
            </a:r>
            <a:endParaRPr lang="zh-CN" altLang="en-US" sz="3600" b="1" dirty="0">
              <a:cs typeface="Arial" panose="020B0604020202020204" pitchFamily="34" charset="0"/>
            </a:endParaRPr>
          </a:p>
        </p:txBody>
      </p:sp>
      <p:cxnSp>
        <p:nvCxnSpPr>
          <p:cNvPr id="35" name="直接连接符 953">
            <a:extLst>
              <a:ext uri="{FF2B5EF4-FFF2-40B4-BE49-F238E27FC236}">
                <a16:creationId xmlns:a16="http://schemas.microsoft.com/office/drawing/2014/main" id="{7C8AD6D7-C4BB-4033-F0AB-A7F03B7521FF}"/>
              </a:ext>
            </a:extLst>
          </p:cNvPr>
          <p:cNvCxnSpPr>
            <a:cxnSpLocks/>
          </p:cNvCxnSpPr>
          <p:nvPr/>
        </p:nvCxnSpPr>
        <p:spPr>
          <a:xfrm flipV="1">
            <a:off x="1175682" y="1622243"/>
            <a:ext cx="1036461" cy="392021"/>
          </a:xfrm>
          <a:prstGeom prst="bentConnector3">
            <a:avLst>
              <a:gd name="adj1" fmla="val 771"/>
            </a:avLst>
          </a:prstGeom>
          <a:ln w="28575">
            <a:solidFill>
              <a:schemeClr val="tx1"/>
            </a:solidFill>
            <a:prstDash val="solid"/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直接连接符 953">
            <a:extLst>
              <a:ext uri="{FF2B5EF4-FFF2-40B4-BE49-F238E27FC236}">
                <a16:creationId xmlns:a16="http://schemas.microsoft.com/office/drawing/2014/main" id="{B146A5E1-49C1-BE21-841F-26638414C3E4}"/>
              </a:ext>
            </a:extLst>
          </p:cNvPr>
          <p:cNvCxnSpPr>
            <a:cxnSpLocks/>
          </p:cNvCxnSpPr>
          <p:nvPr/>
        </p:nvCxnSpPr>
        <p:spPr>
          <a:xfrm>
            <a:off x="1153137" y="4036528"/>
            <a:ext cx="1052054" cy="440352"/>
          </a:xfrm>
          <a:prstGeom prst="bentConnector3">
            <a:avLst>
              <a:gd name="adj1" fmla="val 891"/>
            </a:avLst>
          </a:prstGeom>
          <a:ln w="28575">
            <a:solidFill>
              <a:schemeClr val="tx1"/>
            </a:solidFill>
            <a:prstDash val="solid"/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文本框 36">
            <a:extLst>
              <a:ext uri="{FF2B5EF4-FFF2-40B4-BE49-F238E27FC236}">
                <a16:creationId xmlns:a16="http://schemas.microsoft.com/office/drawing/2014/main" id="{249EBF6A-EF98-67F1-7BCF-3B6A5A0688EF}"/>
              </a:ext>
            </a:extLst>
          </p:cNvPr>
          <p:cNvSpPr txBox="1"/>
          <p:nvPr/>
        </p:nvSpPr>
        <p:spPr>
          <a:xfrm>
            <a:off x="2213257" y="4242542"/>
            <a:ext cx="1182662" cy="461665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cs typeface="Arial" panose="020B0604020202020204" pitchFamily="34" charset="0"/>
              </a:rPr>
              <a:t>GPU2</a:t>
            </a:r>
            <a:endParaRPr lang="zh-CN" altLang="en-US" sz="3600" b="1" dirty="0"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5DB06333-BA64-FBE8-5A9B-CC810276AE39}"/>
                  </a:ext>
                </a:extLst>
              </p:cNvPr>
              <p:cNvSpPr txBox="1"/>
              <p:nvPr/>
            </p:nvSpPr>
            <p:spPr>
              <a:xfrm>
                <a:off x="266734" y="3818078"/>
                <a:ext cx="1071288" cy="461665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1" i="1" dirty="0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altLang="zh-CN" sz="2400" b="1" i="1" dirty="0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𝑿</m:t>
                          </m:r>
                        </m:e>
                        <m:sub>
                          <m:r>
                            <a:rPr lang="en-US" altLang="zh-CN" sz="2400" b="1" i="1" dirty="0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𝟎</m:t>
                          </m:r>
                        </m:sub>
                      </m:sSub>
                    </m:oMath>
                  </m:oMathPara>
                </a14:m>
                <a:endParaRPr lang="zh-CN" altLang="en-US" sz="2400" b="1" dirty="0">
                  <a:solidFill>
                    <a:schemeClr val="accent6"/>
                  </a:solidFill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5DB06333-BA64-FBE8-5A9B-CC810276AE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734" y="3818078"/>
                <a:ext cx="1071288" cy="461665"/>
              </a:xfrm>
              <a:prstGeom prst="rect">
                <a:avLst/>
              </a:prstGeom>
              <a:blipFill>
                <a:blip r:embed="rId3"/>
                <a:stretch>
                  <a:fillRect b="-2632"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59" name="文本框 658">
            <a:extLst>
              <a:ext uri="{FF2B5EF4-FFF2-40B4-BE49-F238E27FC236}">
                <a16:creationId xmlns:a16="http://schemas.microsoft.com/office/drawing/2014/main" id="{C3325C92-8017-D209-BA86-E92D3C0460F3}"/>
              </a:ext>
            </a:extLst>
          </p:cNvPr>
          <p:cNvSpPr txBox="1"/>
          <p:nvPr/>
        </p:nvSpPr>
        <p:spPr>
          <a:xfrm>
            <a:off x="241248" y="6064139"/>
            <a:ext cx="3157268" cy="400110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FF0000"/>
                </a:solidFill>
                <a:cs typeface="Arial" panose="020B0604020202020204" pitchFamily="34" charset="0"/>
              </a:rPr>
              <a:t>The Memory of GPU 1</a:t>
            </a:r>
            <a:endParaRPr lang="zh-CN" altLang="en-US" sz="3200" b="1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  <p:grpSp>
        <p:nvGrpSpPr>
          <p:cNvPr id="597" name="组合 596">
            <a:extLst>
              <a:ext uri="{FF2B5EF4-FFF2-40B4-BE49-F238E27FC236}">
                <a16:creationId xmlns:a16="http://schemas.microsoft.com/office/drawing/2014/main" id="{A3AB9EC3-2062-BD90-4223-E74AE1176097}"/>
              </a:ext>
            </a:extLst>
          </p:cNvPr>
          <p:cNvGrpSpPr/>
          <p:nvPr/>
        </p:nvGrpSpPr>
        <p:grpSpPr>
          <a:xfrm>
            <a:off x="3676702" y="6065534"/>
            <a:ext cx="621640" cy="669775"/>
            <a:chOff x="3656357" y="6507685"/>
            <a:chExt cx="621640" cy="669775"/>
          </a:xfrm>
        </p:grpSpPr>
        <p:sp>
          <p:nvSpPr>
            <p:cNvPr id="598" name="矩形 1174">
              <a:extLst>
                <a:ext uri="{FF2B5EF4-FFF2-40B4-BE49-F238E27FC236}">
                  <a16:creationId xmlns:a16="http://schemas.microsoft.com/office/drawing/2014/main" id="{2C73A039-57CE-A483-8347-742AC622A14C}"/>
                </a:ext>
              </a:extLst>
            </p:cNvPr>
            <p:cNvSpPr/>
            <p:nvPr/>
          </p:nvSpPr>
          <p:spPr>
            <a:xfrm rot="10800000">
              <a:off x="3657805" y="7037952"/>
              <a:ext cx="618707" cy="139508"/>
            </a:xfrm>
            <a:custGeom>
              <a:avLst/>
              <a:gdLst>
                <a:gd name="connsiteX0" fmla="*/ 0 w 595706"/>
                <a:gd name="connsiteY0" fmla="*/ 0 h 92965"/>
                <a:gd name="connsiteX1" fmla="*/ 595706 w 595706"/>
                <a:gd name="connsiteY1" fmla="*/ 0 h 92965"/>
                <a:gd name="connsiteX2" fmla="*/ 595706 w 595706"/>
                <a:gd name="connsiteY2" fmla="*/ 92965 h 92965"/>
                <a:gd name="connsiteX3" fmla="*/ 0 w 595706"/>
                <a:gd name="connsiteY3" fmla="*/ 92965 h 92965"/>
                <a:gd name="connsiteX4" fmla="*/ 0 w 595706"/>
                <a:gd name="connsiteY4" fmla="*/ 0 h 92965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131 w 595837"/>
                <a:gd name="connsiteY0" fmla="*/ 0 h 148754"/>
                <a:gd name="connsiteX1" fmla="*/ 595837 w 595837"/>
                <a:gd name="connsiteY1" fmla="*/ 0 h 148754"/>
                <a:gd name="connsiteX2" fmla="*/ 595837 w 595837"/>
                <a:gd name="connsiteY2" fmla="*/ 92965 h 148754"/>
                <a:gd name="connsiteX3" fmla="*/ 131 w 595837"/>
                <a:gd name="connsiteY3" fmla="*/ 148754 h 148754"/>
                <a:gd name="connsiteX4" fmla="*/ 131 w 595837"/>
                <a:gd name="connsiteY4" fmla="*/ 0 h 148754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56571"/>
                <a:gd name="connsiteX1" fmla="*/ 595837 w 595837"/>
                <a:gd name="connsiteY1" fmla="*/ 0 h 156571"/>
                <a:gd name="connsiteX2" fmla="*/ 594316 w 595837"/>
                <a:gd name="connsiteY2" fmla="*/ 141984 h 156571"/>
                <a:gd name="connsiteX3" fmla="*/ 131 w 595837"/>
                <a:gd name="connsiteY3" fmla="*/ 140590 h 156571"/>
                <a:gd name="connsiteX4" fmla="*/ 131 w 595837"/>
                <a:gd name="connsiteY4" fmla="*/ 0 h 156571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0 w 600949"/>
                <a:gd name="connsiteY0" fmla="*/ 0 h 271309"/>
                <a:gd name="connsiteX1" fmla="*/ 600949 w 600949"/>
                <a:gd name="connsiteY1" fmla="*/ 0 h 271309"/>
                <a:gd name="connsiteX2" fmla="*/ 599428 w 600949"/>
                <a:gd name="connsiteY2" fmla="*/ 141984 h 271309"/>
                <a:gd name="connsiteX3" fmla="*/ 3722 w 600949"/>
                <a:gd name="connsiteY3" fmla="*/ 271309 h 271309"/>
                <a:gd name="connsiteX4" fmla="*/ 0 w 600949"/>
                <a:gd name="connsiteY4" fmla="*/ 0 h 271309"/>
                <a:gd name="connsiteX0" fmla="*/ 0 w 599639"/>
                <a:gd name="connsiteY0" fmla="*/ 0 h 271309"/>
                <a:gd name="connsiteX1" fmla="*/ 599639 w 599639"/>
                <a:gd name="connsiteY1" fmla="*/ 0 h 271309"/>
                <a:gd name="connsiteX2" fmla="*/ 599428 w 599639"/>
                <a:gd name="connsiteY2" fmla="*/ 141984 h 271309"/>
                <a:gd name="connsiteX3" fmla="*/ 3722 w 599639"/>
                <a:gd name="connsiteY3" fmla="*/ 271309 h 271309"/>
                <a:gd name="connsiteX4" fmla="*/ 0 w 599639"/>
                <a:gd name="connsiteY4" fmla="*/ 0 h 271309"/>
                <a:gd name="connsiteX0" fmla="*/ 0 w 597018"/>
                <a:gd name="connsiteY0" fmla="*/ 0 h 271309"/>
                <a:gd name="connsiteX1" fmla="*/ 597018 w 597018"/>
                <a:gd name="connsiteY1" fmla="*/ 0 h 271309"/>
                <a:gd name="connsiteX2" fmla="*/ 596807 w 597018"/>
                <a:gd name="connsiteY2" fmla="*/ 141984 h 271309"/>
                <a:gd name="connsiteX3" fmla="*/ 1101 w 597018"/>
                <a:gd name="connsiteY3" fmla="*/ 271309 h 271309"/>
                <a:gd name="connsiteX4" fmla="*/ 0 w 597018"/>
                <a:gd name="connsiteY4" fmla="*/ 0 h 271309"/>
                <a:gd name="connsiteX0" fmla="*/ 0 w 596807"/>
                <a:gd name="connsiteY0" fmla="*/ 0 h 271309"/>
                <a:gd name="connsiteX1" fmla="*/ 591775 w 596807"/>
                <a:gd name="connsiteY1" fmla="*/ 0 h 271309"/>
                <a:gd name="connsiteX2" fmla="*/ 596807 w 596807"/>
                <a:gd name="connsiteY2" fmla="*/ 141984 h 271309"/>
                <a:gd name="connsiteX3" fmla="*/ 1101 w 596807"/>
                <a:gd name="connsiteY3" fmla="*/ 271309 h 271309"/>
                <a:gd name="connsiteX4" fmla="*/ 0 w 596807"/>
                <a:gd name="connsiteY4" fmla="*/ 0 h 271309"/>
                <a:gd name="connsiteX0" fmla="*/ 0 w 596807"/>
                <a:gd name="connsiteY0" fmla="*/ 0 h 271309"/>
                <a:gd name="connsiteX1" fmla="*/ 595708 w 596807"/>
                <a:gd name="connsiteY1" fmla="*/ 0 h 271309"/>
                <a:gd name="connsiteX2" fmla="*/ 596807 w 596807"/>
                <a:gd name="connsiteY2" fmla="*/ 141984 h 271309"/>
                <a:gd name="connsiteX3" fmla="*/ 1101 w 596807"/>
                <a:gd name="connsiteY3" fmla="*/ 271309 h 271309"/>
                <a:gd name="connsiteX4" fmla="*/ 0 w 596807"/>
                <a:gd name="connsiteY4" fmla="*/ 0 h 271309"/>
                <a:gd name="connsiteX0" fmla="*/ 0 w 595708"/>
                <a:gd name="connsiteY0" fmla="*/ 0 h 271309"/>
                <a:gd name="connsiteX1" fmla="*/ 595708 w 595708"/>
                <a:gd name="connsiteY1" fmla="*/ 0 h 271309"/>
                <a:gd name="connsiteX2" fmla="*/ 594186 w 595708"/>
                <a:gd name="connsiteY2" fmla="*/ 141985 h 271309"/>
                <a:gd name="connsiteX3" fmla="*/ 1101 w 595708"/>
                <a:gd name="connsiteY3" fmla="*/ 271309 h 271309"/>
                <a:gd name="connsiteX4" fmla="*/ 0 w 595708"/>
                <a:gd name="connsiteY4" fmla="*/ 0 h 271309"/>
                <a:gd name="connsiteX0" fmla="*/ 0 w 596439"/>
                <a:gd name="connsiteY0" fmla="*/ 109083 h 380392"/>
                <a:gd name="connsiteX1" fmla="*/ 595708 w 596439"/>
                <a:gd name="connsiteY1" fmla="*/ 109083 h 380392"/>
                <a:gd name="connsiteX2" fmla="*/ 594186 w 596439"/>
                <a:gd name="connsiteY2" fmla="*/ 251068 h 380392"/>
                <a:gd name="connsiteX3" fmla="*/ 1101 w 596439"/>
                <a:gd name="connsiteY3" fmla="*/ 380392 h 380392"/>
                <a:gd name="connsiteX4" fmla="*/ 0 w 596439"/>
                <a:gd name="connsiteY4" fmla="*/ 109083 h 380392"/>
                <a:gd name="connsiteX0" fmla="*/ 0 w 595708"/>
                <a:gd name="connsiteY0" fmla="*/ 0 h 271309"/>
                <a:gd name="connsiteX1" fmla="*/ 595708 w 595708"/>
                <a:gd name="connsiteY1" fmla="*/ 0 h 271309"/>
                <a:gd name="connsiteX2" fmla="*/ 594186 w 595708"/>
                <a:gd name="connsiteY2" fmla="*/ 141985 h 271309"/>
                <a:gd name="connsiteX3" fmla="*/ 1101 w 595708"/>
                <a:gd name="connsiteY3" fmla="*/ 271309 h 271309"/>
                <a:gd name="connsiteX4" fmla="*/ 0 w 595708"/>
                <a:gd name="connsiteY4" fmla="*/ 0 h 271309"/>
                <a:gd name="connsiteX0" fmla="*/ 0 w 596808"/>
                <a:gd name="connsiteY0" fmla="*/ 0 h 271309"/>
                <a:gd name="connsiteX1" fmla="*/ 595708 w 596808"/>
                <a:gd name="connsiteY1" fmla="*/ 0 h 271309"/>
                <a:gd name="connsiteX2" fmla="*/ 596808 w 596808"/>
                <a:gd name="connsiteY2" fmla="*/ 141985 h 271309"/>
                <a:gd name="connsiteX3" fmla="*/ 1101 w 596808"/>
                <a:gd name="connsiteY3" fmla="*/ 271309 h 271309"/>
                <a:gd name="connsiteX4" fmla="*/ 0 w 596808"/>
                <a:gd name="connsiteY4" fmla="*/ 0 h 271309"/>
                <a:gd name="connsiteX0" fmla="*/ 0 w 596808"/>
                <a:gd name="connsiteY0" fmla="*/ 0 h 271309"/>
                <a:gd name="connsiteX1" fmla="*/ 595708 w 596808"/>
                <a:gd name="connsiteY1" fmla="*/ 0 h 271309"/>
                <a:gd name="connsiteX2" fmla="*/ 596808 w 596808"/>
                <a:gd name="connsiteY2" fmla="*/ 141985 h 271309"/>
                <a:gd name="connsiteX3" fmla="*/ 1101 w 596808"/>
                <a:gd name="connsiteY3" fmla="*/ 271309 h 271309"/>
                <a:gd name="connsiteX4" fmla="*/ 0 w 596808"/>
                <a:gd name="connsiteY4" fmla="*/ 0 h 271309"/>
                <a:gd name="connsiteX0" fmla="*/ 0 w 596808"/>
                <a:gd name="connsiteY0" fmla="*/ 0 h 271309"/>
                <a:gd name="connsiteX1" fmla="*/ 595708 w 596808"/>
                <a:gd name="connsiteY1" fmla="*/ 0 h 271309"/>
                <a:gd name="connsiteX2" fmla="*/ 596808 w 596808"/>
                <a:gd name="connsiteY2" fmla="*/ 141985 h 271309"/>
                <a:gd name="connsiteX3" fmla="*/ 1101 w 596808"/>
                <a:gd name="connsiteY3" fmla="*/ 271309 h 271309"/>
                <a:gd name="connsiteX4" fmla="*/ 0 w 596808"/>
                <a:gd name="connsiteY4" fmla="*/ 0 h 271309"/>
                <a:gd name="connsiteX0" fmla="*/ 0 w 595708"/>
                <a:gd name="connsiteY0" fmla="*/ 0 h 271309"/>
                <a:gd name="connsiteX1" fmla="*/ 595708 w 595708"/>
                <a:gd name="connsiteY1" fmla="*/ 0 h 271309"/>
                <a:gd name="connsiteX2" fmla="*/ 594186 w 595708"/>
                <a:gd name="connsiteY2" fmla="*/ 141985 h 271309"/>
                <a:gd name="connsiteX3" fmla="*/ 1101 w 595708"/>
                <a:gd name="connsiteY3" fmla="*/ 271309 h 271309"/>
                <a:gd name="connsiteX4" fmla="*/ 0 w 595708"/>
                <a:gd name="connsiteY4" fmla="*/ 0 h 271309"/>
                <a:gd name="connsiteX0" fmla="*/ 0 w 595708"/>
                <a:gd name="connsiteY0" fmla="*/ 0 h 271309"/>
                <a:gd name="connsiteX1" fmla="*/ 595708 w 595708"/>
                <a:gd name="connsiteY1" fmla="*/ 0 h 271309"/>
                <a:gd name="connsiteX2" fmla="*/ 594186 w 595708"/>
                <a:gd name="connsiteY2" fmla="*/ 141985 h 271309"/>
                <a:gd name="connsiteX3" fmla="*/ 1101 w 595708"/>
                <a:gd name="connsiteY3" fmla="*/ 271309 h 271309"/>
                <a:gd name="connsiteX4" fmla="*/ 0 w 595708"/>
                <a:gd name="connsiteY4" fmla="*/ 0 h 271309"/>
                <a:gd name="connsiteX0" fmla="*/ 0 w 595936"/>
                <a:gd name="connsiteY0" fmla="*/ 0 h 271309"/>
                <a:gd name="connsiteX1" fmla="*/ 595708 w 595936"/>
                <a:gd name="connsiteY1" fmla="*/ 0 h 271309"/>
                <a:gd name="connsiteX2" fmla="*/ 594186 w 595936"/>
                <a:gd name="connsiteY2" fmla="*/ 141985 h 271309"/>
                <a:gd name="connsiteX3" fmla="*/ 1101 w 595936"/>
                <a:gd name="connsiteY3" fmla="*/ 271309 h 271309"/>
                <a:gd name="connsiteX4" fmla="*/ 0 w 595936"/>
                <a:gd name="connsiteY4" fmla="*/ 0 h 271309"/>
                <a:gd name="connsiteX0" fmla="*/ 319 w 596255"/>
                <a:gd name="connsiteY0" fmla="*/ 0 h 271309"/>
                <a:gd name="connsiteX1" fmla="*/ 596027 w 596255"/>
                <a:gd name="connsiteY1" fmla="*/ 0 h 271309"/>
                <a:gd name="connsiteX2" fmla="*/ 594505 w 596255"/>
                <a:gd name="connsiteY2" fmla="*/ 141985 h 271309"/>
                <a:gd name="connsiteX3" fmla="*/ 110 w 596255"/>
                <a:gd name="connsiteY3" fmla="*/ 271309 h 271309"/>
                <a:gd name="connsiteX4" fmla="*/ 319 w 596255"/>
                <a:gd name="connsiteY4" fmla="*/ 0 h 271309"/>
                <a:gd name="connsiteX0" fmla="*/ 0 w 595936"/>
                <a:gd name="connsiteY0" fmla="*/ 0 h 271309"/>
                <a:gd name="connsiteX1" fmla="*/ 595708 w 595936"/>
                <a:gd name="connsiteY1" fmla="*/ 0 h 271309"/>
                <a:gd name="connsiteX2" fmla="*/ 594186 w 595936"/>
                <a:gd name="connsiteY2" fmla="*/ 141985 h 271309"/>
                <a:gd name="connsiteX3" fmla="*/ 1101 w 595936"/>
                <a:gd name="connsiteY3" fmla="*/ 271309 h 271309"/>
                <a:gd name="connsiteX4" fmla="*/ 0 w 595936"/>
                <a:gd name="connsiteY4" fmla="*/ 0 h 271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5936" h="271309">
                  <a:moveTo>
                    <a:pt x="0" y="0"/>
                  </a:moveTo>
                  <a:lnTo>
                    <a:pt x="595708" y="0"/>
                  </a:lnTo>
                  <a:cubicBezTo>
                    <a:pt x="595708" y="30988"/>
                    <a:pt x="596806" y="39550"/>
                    <a:pt x="594186" y="141985"/>
                  </a:cubicBezTo>
                  <a:cubicBezTo>
                    <a:pt x="404809" y="352086"/>
                    <a:pt x="341643" y="22672"/>
                    <a:pt x="1101" y="271309"/>
                  </a:cubicBezTo>
                  <a:cubicBezTo>
                    <a:pt x="647" y="226260"/>
                    <a:pt x="454" y="45049"/>
                    <a:pt x="0" y="0"/>
                  </a:cubicBez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599" name="组合 598">
              <a:extLst>
                <a:ext uri="{FF2B5EF4-FFF2-40B4-BE49-F238E27FC236}">
                  <a16:creationId xmlns:a16="http://schemas.microsoft.com/office/drawing/2014/main" id="{886584A2-8F14-0343-BBB5-66400C61BE8D}"/>
                </a:ext>
              </a:extLst>
            </p:cNvPr>
            <p:cNvGrpSpPr/>
            <p:nvPr/>
          </p:nvGrpSpPr>
          <p:grpSpPr>
            <a:xfrm>
              <a:off x="3656357" y="6507685"/>
              <a:ext cx="621640" cy="663817"/>
              <a:chOff x="3656357" y="6507685"/>
              <a:chExt cx="621640" cy="663817"/>
            </a:xfrm>
          </p:grpSpPr>
          <p:sp>
            <p:nvSpPr>
              <p:cNvPr id="600" name="矩形 599">
                <a:extLst>
                  <a:ext uri="{FF2B5EF4-FFF2-40B4-BE49-F238E27FC236}">
                    <a16:creationId xmlns:a16="http://schemas.microsoft.com/office/drawing/2014/main" id="{2F6AB136-4DF9-AA70-40CA-8EDCA4A1FE98}"/>
                  </a:ext>
                </a:extLst>
              </p:cNvPr>
              <p:cNvSpPr/>
              <p:nvPr/>
            </p:nvSpPr>
            <p:spPr>
              <a:xfrm>
                <a:off x="3656465" y="6640950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01" name="矩形 600">
                <a:extLst>
                  <a:ext uri="{FF2B5EF4-FFF2-40B4-BE49-F238E27FC236}">
                    <a16:creationId xmlns:a16="http://schemas.microsoft.com/office/drawing/2014/main" id="{C982E763-E1FC-89BD-FB27-F448F1BC94EB}"/>
                  </a:ext>
                </a:extLst>
              </p:cNvPr>
              <p:cNvSpPr/>
              <p:nvPr/>
            </p:nvSpPr>
            <p:spPr>
              <a:xfrm>
                <a:off x="3811875" y="6640950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02" name="矩形 601">
                <a:extLst>
                  <a:ext uri="{FF2B5EF4-FFF2-40B4-BE49-F238E27FC236}">
                    <a16:creationId xmlns:a16="http://schemas.microsoft.com/office/drawing/2014/main" id="{892005E8-9890-7EEE-DF73-CF2E818B6F00}"/>
                  </a:ext>
                </a:extLst>
              </p:cNvPr>
              <p:cNvSpPr/>
              <p:nvPr/>
            </p:nvSpPr>
            <p:spPr>
              <a:xfrm>
                <a:off x="3967285" y="6640950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03" name="矩形 602">
                <a:extLst>
                  <a:ext uri="{FF2B5EF4-FFF2-40B4-BE49-F238E27FC236}">
                    <a16:creationId xmlns:a16="http://schemas.microsoft.com/office/drawing/2014/main" id="{61A23AB9-1225-584B-F902-9B329100B108}"/>
                  </a:ext>
                </a:extLst>
              </p:cNvPr>
              <p:cNvSpPr/>
              <p:nvPr/>
            </p:nvSpPr>
            <p:spPr>
              <a:xfrm>
                <a:off x="4122695" y="6640950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04" name="矩形 603">
                <a:extLst>
                  <a:ext uri="{FF2B5EF4-FFF2-40B4-BE49-F238E27FC236}">
                    <a16:creationId xmlns:a16="http://schemas.microsoft.com/office/drawing/2014/main" id="{B2BB2A90-9AC8-D6F5-61F6-B9FE661445A1}"/>
                  </a:ext>
                </a:extLst>
              </p:cNvPr>
              <p:cNvSpPr/>
              <p:nvPr/>
            </p:nvSpPr>
            <p:spPr>
              <a:xfrm>
                <a:off x="3656465" y="6773574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05" name="矩形 604">
                <a:extLst>
                  <a:ext uri="{FF2B5EF4-FFF2-40B4-BE49-F238E27FC236}">
                    <a16:creationId xmlns:a16="http://schemas.microsoft.com/office/drawing/2014/main" id="{97399F19-77FD-4D0C-89BD-177D20715424}"/>
                  </a:ext>
                </a:extLst>
              </p:cNvPr>
              <p:cNvSpPr/>
              <p:nvPr/>
            </p:nvSpPr>
            <p:spPr>
              <a:xfrm>
                <a:off x="3811875" y="6773574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06" name="矩形 605">
                <a:extLst>
                  <a:ext uri="{FF2B5EF4-FFF2-40B4-BE49-F238E27FC236}">
                    <a16:creationId xmlns:a16="http://schemas.microsoft.com/office/drawing/2014/main" id="{B3745597-7EEE-5B6E-8368-905AA95F54B2}"/>
                  </a:ext>
                </a:extLst>
              </p:cNvPr>
              <p:cNvSpPr/>
              <p:nvPr/>
            </p:nvSpPr>
            <p:spPr>
              <a:xfrm>
                <a:off x="3967285" y="6773574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07" name="矩形 606">
                <a:extLst>
                  <a:ext uri="{FF2B5EF4-FFF2-40B4-BE49-F238E27FC236}">
                    <a16:creationId xmlns:a16="http://schemas.microsoft.com/office/drawing/2014/main" id="{8AD8ADEC-A240-398B-E5E0-3602D92F07E1}"/>
                  </a:ext>
                </a:extLst>
              </p:cNvPr>
              <p:cNvSpPr/>
              <p:nvPr/>
            </p:nvSpPr>
            <p:spPr>
              <a:xfrm>
                <a:off x="4122695" y="6773574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08" name="矩形 607">
                <a:extLst>
                  <a:ext uri="{FF2B5EF4-FFF2-40B4-BE49-F238E27FC236}">
                    <a16:creationId xmlns:a16="http://schemas.microsoft.com/office/drawing/2014/main" id="{7FDACAFC-F9A5-AAD7-00BA-680264C4398C}"/>
                  </a:ext>
                </a:extLst>
              </p:cNvPr>
              <p:cNvSpPr/>
              <p:nvPr/>
            </p:nvSpPr>
            <p:spPr>
              <a:xfrm>
                <a:off x="3656357" y="690625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09" name="矩形 608">
                <a:extLst>
                  <a:ext uri="{FF2B5EF4-FFF2-40B4-BE49-F238E27FC236}">
                    <a16:creationId xmlns:a16="http://schemas.microsoft.com/office/drawing/2014/main" id="{7FD77AC2-55D6-267D-FC85-C0386F52E383}"/>
                  </a:ext>
                </a:extLst>
              </p:cNvPr>
              <p:cNvSpPr/>
              <p:nvPr/>
            </p:nvSpPr>
            <p:spPr>
              <a:xfrm>
                <a:off x="3811767" y="690625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0" name="矩形 609">
                <a:extLst>
                  <a:ext uri="{FF2B5EF4-FFF2-40B4-BE49-F238E27FC236}">
                    <a16:creationId xmlns:a16="http://schemas.microsoft.com/office/drawing/2014/main" id="{2F4429C3-A915-E5A9-AE97-B6B6310F3B74}"/>
                  </a:ext>
                </a:extLst>
              </p:cNvPr>
              <p:cNvSpPr/>
              <p:nvPr/>
            </p:nvSpPr>
            <p:spPr>
              <a:xfrm>
                <a:off x="3967177" y="690625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1" name="矩形 610">
                <a:extLst>
                  <a:ext uri="{FF2B5EF4-FFF2-40B4-BE49-F238E27FC236}">
                    <a16:creationId xmlns:a16="http://schemas.microsoft.com/office/drawing/2014/main" id="{8603E164-2A0F-0F94-7C6F-E575B286D3A4}"/>
                  </a:ext>
                </a:extLst>
              </p:cNvPr>
              <p:cNvSpPr/>
              <p:nvPr/>
            </p:nvSpPr>
            <p:spPr>
              <a:xfrm>
                <a:off x="4122587" y="690625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2" name="矩形 611">
                <a:extLst>
                  <a:ext uri="{FF2B5EF4-FFF2-40B4-BE49-F238E27FC236}">
                    <a16:creationId xmlns:a16="http://schemas.microsoft.com/office/drawing/2014/main" id="{1BC2E19B-DAAF-F176-5CD9-564B33518FB3}"/>
                  </a:ext>
                </a:extLst>
              </p:cNvPr>
              <p:cNvSpPr/>
              <p:nvPr/>
            </p:nvSpPr>
            <p:spPr>
              <a:xfrm>
                <a:off x="3656357" y="7038879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3" name="矩形 612">
                <a:extLst>
                  <a:ext uri="{FF2B5EF4-FFF2-40B4-BE49-F238E27FC236}">
                    <a16:creationId xmlns:a16="http://schemas.microsoft.com/office/drawing/2014/main" id="{9ACDC26D-3623-8362-B0F8-52BF01ACA767}"/>
                  </a:ext>
                </a:extLst>
              </p:cNvPr>
              <p:cNvSpPr/>
              <p:nvPr/>
            </p:nvSpPr>
            <p:spPr>
              <a:xfrm>
                <a:off x="3811767" y="7038879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4" name="矩形 613">
                <a:extLst>
                  <a:ext uri="{FF2B5EF4-FFF2-40B4-BE49-F238E27FC236}">
                    <a16:creationId xmlns:a16="http://schemas.microsoft.com/office/drawing/2014/main" id="{4AF5F51E-45D8-D058-0507-B6143893702C}"/>
                  </a:ext>
                </a:extLst>
              </p:cNvPr>
              <p:cNvSpPr/>
              <p:nvPr/>
            </p:nvSpPr>
            <p:spPr>
              <a:xfrm>
                <a:off x="3967177" y="7038879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5" name="矩形 614">
                <a:extLst>
                  <a:ext uri="{FF2B5EF4-FFF2-40B4-BE49-F238E27FC236}">
                    <a16:creationId xmlns:a16="http://schemas.microsoft.com/office/drawing/2014/main" id="{87DE4D0D-7583-AC0C-B789-27A568D23CDF}"/>
                  </a:ext>
                </a:extLst>
              </p:cNvPr>
              <p:cNvSpPr/>
              <p:nvPr/>
            </p:nvSpPr>
            <p:spPr>
              <a:xfrm>
                <a:off x="4122587" y="7038879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6" name="矩形 615">
                <a:extLst>
                  <a:ext uri="{FF2B5EF4-FFF2-40B4-BE49-F238E27FC236}">
                    <a16:creationId xmlns:a16="http://schemas.microsoft.com/office/drawing/2014/main" id="{24C4F8F9-5418-C8F6-71E3-7606319331C5}"/>
                  </a:ext>
                </a:extLst>
              </p:cNvPr>
              <p:cNvSpPr/>
              <p:nvPr/>
            </p:nvSpPr>
            <p:spPr>
              <a:xfrm>
                <a:off x="3656357" y="650768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7" name="矩形 616">
                <a:extLst>
                  <a:ext uri="{FF2B5EF4-FFF2-40B4-BE49-F238E27FC236}">
                    <a16:creationId xmlns:a16="http://schemas.microsoft.com/office/drawing/2014/main" id="{22A8450A-9A05-1780-BE46-D9B2B0DE9DC7}"/>
                  </a:ext>
                </a:extLst>
              </p:cNvPr>
              <p:cNvSpPr/>
              <p:nvPr/>
            </p:nvSpPr>
            <p:spPr>
              <a:xfrm>
                <a:off x="3811767" y="650768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8" name="矩形 617">
                <a:extLst>
                  <a:ext uri="{FF2B5EF4-FFF2-40B4-BE49-F238E27FC236}">
                    <a16:creationId xmlns:a16="http://schemas.microsoft.com/office/drawing/2014/main" id="{F7796BBB-1D48-96B4-B8AE-FFD73B3832BD}"/>
                  </a:ext>
                </a:extLst>
              </p:cNvPr>
              <p:cNvSpPr/>
              <p:nvPr/>
            </p:nvSpPr>
            <p:spPr>
              <a:xfrm>
                <a:off x="3967177" y="650768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9" name="矩形 618">
                <a:extLst>
                  <a:ext uri="{FF2B5EF4-FFF2-40B4-BE49-F238E27FC236}">
                    <a16:creationId xmlns:a16="http://schemas.microsoft.com/office/drawing/2014/main" id="{A70362E8-F65D-0FC6-A927-56EE86569818}"/>
                  </a:ext>
                </a:extLst>
              </p:cNvPr>
              <p:cNvSpPr/>
              <p:nvPr/>
            </p:nvSpPr>
            <p:spPr>
              <a:xfrm>
                <a:off x="4122587" y="650768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620" name="椭圆 619">
            <a:extLst>
              <a:ext uri="{FF2B5EF4-FFF2-40B4-BE49-F238E27FC236}">
                <a16:creationId xmlns:a16="http://schemas.microsoft.com/office/drawing/2014/main" id="{61B14B30-8A60-E9B8-4886-ABE891A540D2}"/>
              </a:ext>
            </a:extLst>
          </p:cNvPr>
          <p:cNvSpPr/>
          <p:nvPr/>
        </p:nvSpPr>
        <p:spPr>
          <a:xfrm rot="5400000">
            <a:off x="4799131" y="1468112"/>
            <a:ext cx="322854" cy="32384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cs typeface="Arial" panose="020B0604020202020204" pitchFamily="34" charset="0"/>
              </a:rPr>
              <a:t>1</a:t>
            </a:r>
            <a:endParaRPr lang="zh-CN" altLang="en-US" sz="2400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621" name="椭圆 620">
            <a:extLst>
              <a:ext uri="{FF2B5EF4-FFF2-40B4-BE49-F238E27FC236}">
                <a16:creationId xmlns:a16="http://schemas.microsoft.com/office/drawing/2014/main" id="{C8F8F00E-E6F4-3517-90B6-4F16CA95FFB1}"/>
              </a:ext>
            </a:extLst>
          </p:cNvPr>
          <p:cNvSpPr/>
          <p:nvPr/>
        </p:nvSpPr>
        <p:spPr>
          <a:xfrm rot="5400000">
            <a:off x="4799131" y="2169048"/>
            <a:ext cx="322854" cy="323843"/>
          </a:xfrm>
          <a:prstGeom prst="ellipse">
            <a:avLst/>
          </a:prstGeom>
          <a:noFill/>
          <a:ln w="28575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cs typeface="Arial" panose="020B0604020202020204" pitchFamily="34" charset="0"/>
              </a:rPr>
              <a:t>3</a:t>
            </a:r>
            <a:endParaRPr lang="zh-CN" altLang="en-US" sz="2400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622" name="椭圆 621">
            <a:extLst>
              <a:ext uri="{FF2B5EF4-FFF2-40B4-BE49-F238E27FC236}">
                <a16:creationId xmlns:a16="http://schemas.microsoft.com/office/drawing/2014/main" id="{CEE169B8-3F4F-BA30-2C6E-26A40FA26B21}"/>
              </a:ext>
            </a:extLst>
          </p:cNvPr>
          <p:cNvSpPr/>
          <p:nvPr/>
        </p:nvSpPr>
        <p:spPr>
          <a:xfrm rot="5400000">
            <a:off x="4137206" y="1468112"/>
            <a:ext cx="322854" cy="32384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cs typeface="Arial" panose="020B0604020202020204" pitchFamily="34" charset="0"/>
              </a:rPr>
              <a:t>0</a:t>
            </a:r>
            <a:endParaRPr lang="zh-CN" altLang="en-US" sz="2400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623" name="椭圆 622">
            <a:extLst>
              <a:ext uri="{FF2B5EF4-FFF2-40B4-BE49-F238E27FC236}">
                <a16:creationId xmlns:a16="http://schemas.microsoft.com/office/drawing/2014/main" id="{C84C3908-7C9F-5473-C82C-5BCFF2E07EC8}"/>
              </a:ext>
            </a:extLst>
          </p:cNvPr>
          <p:cNvSpPr/>
          <p:nvPr/>
        </p:nvSpPr>
        <p:spPr>
          <a:xfrm rot="5400000">
            <a:off x="4137206" y="2169048"/>
            <a:ext cx="322854" cy="323843"/>
          </a:xfrm>
          <a:prstGeom prst="ellipse">
            <a:avLst/>
          </a:prstGeom>
          <a:noFill/>
          <a:ln w="28575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cs typeface="Arial" panose="020B0604020202020204" pitchFamily="34" charset="0"/>
              </a:rPr>
              <a:t>2</a:t>
            </a:r>
            <a:endParaRPr lang="zh-CN" altLang="en-US" sz="2400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cxnSp>
        <p:nvCxnSpPr>
          <p:cNvPr id="624" name="直接连接符 510">
            <a:extLst>
              <a:ext uri="{FF2B5EF4-FFF2-40B4-BE49-F238E27FC236}">
                <a16:creationId xmlns:a16="http://schemas.microsoft.com/office/drawing/2014/main" id="{C5106AD9-7123-4D0D-601D-32ACB97A5C52}"/>
              </a:ext>
            </a:extLst>
          </p:cNvPr>
          <p:cNvCxnSpPr>
            <a:cxnSpLocks/>
          </p:cNvCxnSpPr>
          <p:nvPr/>
        </p:nvCxnSpPr>
        <p:spPr>
          <a:xfrm flipH="1">
            <a:off x="4462016" y="1630026"/>
            <a:ext cx="328224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25" name="直接连接符 511">
            <a:extLst>
              <a:ext uri="{FF2B5EF4-FFF2-40B4-BE49-F238E27FC236}">
                <a16:creationId xmlns:a16="http://schemas.microsoft.com/office/drawing/2014/main" id="{6EF9AB65-2046-24CE-7035-463E23A79672}"/>
              </a:ext>
            </a:extLst>
          </p:cNvPr>
          <p:cNvCxnSpPr>
            <a:cxnSpLocks/>
          </p:cNvCxnSpPr>
          <p:nvPr/>
        </p:nvCxnSpPr>
        <p:spPr>
          <a:xfrm>
            <a:off x="4298634" y="1791461"/>
            <a:ext cx="0" cy="378082"/>
          </a:xfrm>
          <a:prstGeom prst="line">
            <a:avLst/>
          </a:prstGeom>
          <a:ln w="28575">
            <a:solidFill>
              <a:schemeClr val="tx1"/>
            </a:solidFill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26" name="直接连接符 512">
            <a:extLst>
              <a:ext uri="{FF2B5EF4-FFF2-40B4-BE49-F238E27FC236}">
                <a16:creationId xmlns:a16="http://schemas.microsoft.com/office/drawing/2014/main" id="{975782C0-F1D0-D2EC-6EEF-4E95C7553954}"/>
              </a:ext>
            </a:extLst>
          </p:cNvPr>
          <p:cNvCxnSpPr>
            <a:cxnSpLocks/>
          </p:cNvCxnSpPr>
          <p:nvPr/>
        </p:nvCxnSpPr>
        <p:spPr>
          <a:xfrm flipV="1">
            <a:off x="4960558" y="1789280"/>
            <a:ext cx="0" cy="380257"/>
          </a:xfrm>
          <a:prstGeom prst="line">
            <a:avLst/>
          </a:prstGeom>
          <a:ln w="28575">
            <a:solidFill>
              <a:schemeClr val="tx1"/>
            </a:solidFill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27" name="直接连接符 513">
            <a:extLst>
              <a:ext uri="{FF2B5EF4-FFF2-40B4-BE49-F238E27FC236}">
                <a16:creationId xmlns:a16="http://schemas.microsoft.com/office/drawing/2014/main" id="{1CC0412A-6D55-96F0-C3BE-7D2625CF6C71}"/>
              </a:ext>
            </a:extLst>
          </p:cNvPr>
          <p:cNvCxnSpPr>
            <a:cxnSpLocks/>
            <a:stCxn id="621" idx="3"/>
            <a:endCxn id="622" idx="7"/>
          </p:cNvCxnSpPr>
          <p:nvPr/>
        </p:nvCxnSpPr>
        <p:spPr>
          <a:xfrm flipH="1" flipV="1">
            <a:off x="4413130" y="1744180"/>
            <a:ext cx="432934" cy="472644"/>
          </a:xfrm>
          <a:prstGeom prst="line">
            <a:avLst/>
          </a:prstGeom>
          <a:ln w="28575">
            <a:solidFill>
              <a:schemeClr val="tx1"/>
            </a:solidFill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28" name="椭圆 627">
            <a:extLst>
              <a:ext uri="{FF2B5EF4-FFF2-40B4-BE49-F238E27FC236}">
                <a16:creationId xmlns:a16="http://schemas.microsoft.com/office/drawing/2014/main" id="{32B2F26F-BDDD-8786-C5C0-C4F54D55604A}"/>
              </a:ext>
            </a:extLst>
          </p:cNvPr>
          <p:cNvSpPr/>
          <p:nvPr/>
        </p:nvSpPr>
        <p:spPr>
          <a:xfrm rot="5400000">
            <a:off x="4795550" y="3797582"/>
            <a:ext cx="322854" cy="323843"/>
          </a:xfrm>
          <a:prstGeom prst="ellipse">
            <a:avLst/>
          </a:prstGeom>
          <a:noFill/>
          <a:ln w="28575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cs typeface="Arial" panose="020B0604020202020204" pitchFamily="34" charset="0"/>
              </a:rPr>
              <a:t>1</a:t>
            </a:r>
            <a:endParaRPr lang="zh-CN" altLang="en-US" sz="2400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629" name="椭圆 628">
            <a:extLst>
              <a:ext uri="{FF2B5EF4-FFF2-40B4-BE49-F238E27FC236}">
                <a16:creationId xmlns:a16="http://schemas.microsoft.com/office/drawing/2014/main" id="{8FC5F1F9-9CCA-B343-F952-6A7397797251}"/>
              </a:ext>
            </a:extLst>
          </p:cNvPr>
          <p:cNvSpPr/>
          <p:nvPr/>
        </p:nvSpPr>
        <p:spPr>
          <a:xfrm rot="5400000">
            <a:off x="4795550" y="4498518"/>
            <a:ext cx="322854" cy="32384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cs typeface="Arial" panose="020B0604020202020204" pitchFamily="34" charset="0"/>
              </a:rPr>
              <a:t>3</a:t>
            </a:r>
            <a:endParaRPr lang="zh-CN" altLang="en-US" sz="2400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630" name="椭圆 629">
            <a:extLst>
              <a:ext uri="{FF2B5EF4-FFF2-40B4-BE49-F238E27FC236}">
                <a16:creationId xmlns:a16="http://schemas.microsoft.com/office/drawing/2014/main" id="{9CA3A5D6-C1FE-354C-9562-EA7324E3C0F1}"/>
              </a:ext>
            </a:extLst>
          </p:cNvPr>
          <p:cNvSpPr/>
          <p:nvPr/>
        </p:nvSpPr>
        <p:spPr>
          <a:xfrm rot="5400000">
            <a:off x="4133625" y="3797582"/>
            <a:ext cx="322854" cy="323843"/>
          </a:xfrm>
          <a:prstGeom prst="ellipse">
            <a:avLst/>
          </a:prstGeom>
          <a:noFill/>
          <a:ln w="28575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cs typeface="Arial" panose="020B0604020202020204" pitchFamily="34" charset="0"/>
              </a:rPr>
              <a:t>0</a:t>
            </a:r>
            <a:endParaRPr lang="zh-CN" altLang="en-US" sz="2400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631" name="椭圆 630">
            <a:extLst>
              <a:ext uri="{FF2B5EF4-FFF2-40B4-BE49-F238E27FC236}">
                <a16:creationId xmlns:a16="http://schemas.microsoft.com/office/drawing/2014/main" id="{71B3EE38-9857-850F-AFC4-527EEB40CE01}"/>
              </a:ext>
            </a:extLst>
          </p:cNvPr>
          <p:cNvSpPr/>
          <p:nvPr/>
        </p:nvSpPr>
        <p:spPr>
          <a:xfrm rot="5400000">
            <a:off x="4133625" y="4498518"/>
            <a:ext cx="322854" cy="32384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cs typeface="Arial" panose="020B0604020202020204" pitchFamily="34" charset="0"/>
              </a:rPr>
              <a:t>2</a:t>
            </a:r>
            <a:endParaRPr lang="zh-CN" altLang="en-US" sz="2400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cxnSp>
        <p:nvCxnSpPr>
          <p:cNvPr id="632" name="直接连接符 521">
            <a:extLst>
              <a:ext uri="{FF2B5EF4-FFF2-40B4-BE49-F238E27FC236}">
                <a16:creationId xmlns:a16="http://schemas.microsoft.com/office/drawing/2014/main" id="{7C8EE41A-3678-A23C-3D46-35055E5E91F5}"/>
              </a:ext>
            </a:extLst>
          </p:cNvPr>
          <p:cNvCxnSpPr>
            <a:cxnSpLocks/>
          </p:cNvCxnSpPr>
          <p:nvPr/>
        </p:nvCxnSpPr>
        <p:spPr>
          <a:xfrm>
            <a:off x="4295052" y="4120931"/>
            <a:ext cx="0" cy="378082"/>
          </a:xfrm>
          <a:prstGeom prst="line">
            <a:avLst/>
          </a:prstGeom>
          <a:ln w="28575">
            <a:solidFill>
              <a:schemeClr val="tx1"/>
            </a:solidFill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33" name="直接连接符 522">
            <a:extLst>
              <a:ext uri="{FF2B5EF4-FFF2-40B4-BE49-F238E27FC236}">
                <a16:creationId xmlns:a16="http://schemas.microsoft.com/office/drawing/2014/main" id="{99E9FF9E-5212-EAC0-1D0E-B76A6819D443}"/>
              </a:ext>
            </a:extLst>
          </p:cNvPr>
          <p:cNvCxnSpPr>
            <a:cxnSpLocks/>
          </p:cNvCxnSpPr>
          <p:nvPr/>
        </p:nvCxnSpPr>
        <p:spPr>
          <a:xfrm flipV="1">
            <a:off x="4956977" y="4118750"/>
            <a:ext cx="0" cy="380257"/>
          </a:xfrm>
          <a:prstGeom prst="line">
            <a:avLst/>
          </a:prstGeom>
          <a:ln w="28575">
            <a:solidFill>
              <a:schemeClr val="tx1"/>
            </a:solidFill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34" name="直接连接符 523">
            <a:extLst>
              <a:ext uri="{FF2B5EF4-FFF2-40B4-BE49-F238E27FC236}">
                <a16:creationId xmlns:a16="http://schemas.microsoft.com/office/drawing/2014/main" id="{052C2DFB-9B66-5522-A73A-DA801E5CB2EC}"/>
              </a:ext>
            </a:extLst>
          </p:cNvPr>
          <p:cNvCxnSpPr>
            <a:cxnSpLocks/>
            <a:stCxn id="629" idx="3"/>
            <a:endCxn id="630" idx="7"/>
          </p:cNvCxnSpPr>
          <p:nvPr/>
        </p:nvCxnSpPr>
        <p:spPr>
          <a:xfrm flipH="1" flipV="1">
            <a:off x="4409549" y="4073650"/>
            <a:ext cx="432934" cy="472644"/>
          </a:xfrm>
          <a:prstGeom prst="line">
            <a:avLst/>
          </a:prstGeom>
          <a:ln w="28575">
            <a:solidFill>
              <a:schemeClr val="tx1"/>
            </a:solidFill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58" name="直接连接符 524">
            <a:extLst>
              <a:ext uri="{FF2B5EF4-FFF2-40B4-BE49-F238E27FC236}">
                <a16:creationId xmlns:a16="http://schemas.microsoft.com/office/drawing/2014/main" id="{5323A81C-6840-9325-4462-7BB1CAB8808F}"/>
              </a:ext>
            </a:extLst>
          </p:cNvPr>
          <p:cNvCxnSpPr>
            <a:cxnSpLocks/>
          </p:cNvCxnSpPr>
          <p:nvPr/>
        </p:nvCxnSpPr>
        <p:spPr>
          <a:xfrm flipH="1">
            <a:off x="4455515" y="4660433"/>
            <a:ext cx="32987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660" name="组合 659">
            <a:extLst>
              <a:ext uri="{FF2B5EF4-FFF2-40B4-BE49-F238E27FC236}">
                <a16:creationId xmlns:a16="http://schemas.microsoft.com/office/drawing/2014/main" id="{9E3841E7-DCA7-3F77-B007-9A234D5F920B}"/>
              </a:ext>
            </a:extLst>
          </p:cNvPr>
          <p:cNvGrpSpPr/>
          <p:nvPr/>
        </p:nvGrpSpPr>
        <p:grpSpPr>
          <a:xfrm>
            <a:off x="3191103" y="1349068"/>
            <a:ext cx="821650" cy="536436"/>
            <a:chOff x="5408615" y="10123996"/>
            <a:chExt cx="532461" cy="339599"/>
          </a:xfrm>
        </p:grpSpPr>
        <p:grpSp>
          <p:nvGrpSpPr>
            <p:cNvPr id="661" name="组合 660">
              <a:extLst>
                <a:ext uri="{FF2B5EF4-FFF2-40B4-BE49-F238E27FC236}">
                  <a16:creationId xmlns:a16="http://schemas.microsoft.com/office/drawing/2014/main" id="{B6E19F92-59D0-3A5A-44DC-80DCE37715EE}"/>
                </a:ext>
              </a:extLst>
            </p:cNvPr>
            <p:cNvGrpSpPr/>
            <p:nvPr/>
          </p:nvGrpSpPr>
          <p:grpSpPr>
            <a:xfrm rot="5400000">
              <a:off x="5598460" y="9934151"/>
              <a:ext cx="152772" cy="532461"/>
              <a:chOff x="800913" y="5270079"/>
              <a:chExt cx="152772" cy="532461"/>
            </a:xfrm>
          </p:grpSpPr>
          <p:sp>
            <p:nvSpPr>
              <p:cNvPr id="667" name="矩形 666">
                <a:extLst>
                  <a:ext uri="{FF2B5EF4-FFF2-40B4-BE49-F238E27FC236}">
                    <a16:creationId xmlns:a16="http://schemas.microsoft.com/office/drawing/2014/main" id="{413B4C85-B83E-0766-3A5D-5B71F9029E7C}"/>
                  </a:ext>
                </a:extLst>
              </p:cNvPr>
              <p:cNvSpPr/>
              <p:nvPr/>
            </p:nvSpPr>
            <p:spPr>
              <a:xfrm flipH="1">
                <a:off x="800913" y="5270079"/>
                <a:ext cx="152769" cy="133117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68" name="矩形 667">
                <a:extLst>
                  <a:ext uri="{FF2B5EF4-FFF2-40B4-BE49-F238E27FC236}">
                    <a16:creationId xmlns:a16="http://schemas.microsoft.com/office/drawing/2014/main" id="{24BFEBF9-67BA-B220-6621-3BC8DF939590}"/>
                  </a:ext>
                </a:extLst>
              </p:cNvPr>
              <p:cNvSpPr/>
              <p:nvPr/>
            </p:nvSpPr>
            <p:spPr>
              <a:xfrm flipH="1">
                <a:off x="800918" y="5403192"/>
                <a:ext cx="152767" cy="133117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69" name="矩形 668">
                <a:extLst>
                  <a:ext uri="{FF2B5EF4-FFF2-40B4-BE49-F238E27FC236}">
                    <a16:creationId xmlns:a16="http://schemas.microsoft.com/office/drawing/2014/main" id="{09256657-33EA-32B4-1E8D-2CD8F7D017F2}"/>
                  </a:ext>
                </a:extLst>
              </p:cNvPr>
              <p:cNvSpPr/>
              <p:nvPr/>
            </p:nvSpPr>
            <p:spPr>
              <a:xfrm flipH="1">
                <a:off x="800924" y="5536310"/>
                <a:ext cx="152760" cy="133117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70" name="矩形 669">
                <a:extLst>
                  <a:ext uri="{FF2B5EF4-FFF2-40B4-BE49-F238E27FC236}">
                    <a16:creationId xmlns:a16="http://schemas.microsoft.com/office/drawing/2014/main" id="{66D853C6-03C5-8349-B103-796D75787473}"/>
                  </a:ext>
                </a:extLst>
              </p:cNvPr>
              <p:cNvSpPr/>
              <p:nvPr/>
            </p:nvSpPr>
            <p:spPr>
              <a:xfrm flipH="1">
                <a:off x="800925" y="5669423"/>
                <a:ext cx="152760" cy="133117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662" name="组合 661">
              <a:extLst>
                <a:ext uri="{FF2B5EF4-FFF2-40B4-BE49-F238E27FC236}">
                  <a16:creationId xmlns:a16="http://schemas.microsoft.com/office/drawing/2014/main" id="{A0B01061-6719-DFB1-EEFF-084ADA4E6DF6}"/>
                </a:ext>
              </a:extLst>
            </p:cNvPr>
            <p:cNvGrpSpPr/>
            <p:nvPr/>
          </p:nvGrpSpPr>
          <p:grpSpPr>
            <a:xfrm rot="5400000">
              <a:off x="5598460" y="10120978"/>
              <a:ext cx="152772" cy="532461"/>
              <a:chOff x="800913" y="5270079"/>
              <a:chExt cx="152772" cy="532461"/>
            </a:xfrm>
          </p:grpSpPr>
          <p:sp>
            <p:nvSpPr>
              <p:cNvPr id="663" name="矩形 662">
                <a:extLst>
                  <a:ext uri="{FF2B5EF4-FFF2-40B4-BE49-F238E27FC236}">
                    <a16:creationId xmlns:a16="http://schemas.microsoft.com/office/drawing/2014/main" id="{CC28B0C1-42E8-746B-4BEC-F0CABFEFFA9C}"/>
                  </a:ext>
                </a:extLst>
              </p:cNvPr>
              <p:cNvSpPr/>
              <p:nvPr/>
            </p:nvSpPr>
            <p:spPr>
              <a:xfrm flipH="1">
                <a:off x="800913" y="5270079"/>
                <a:ext cx="152769" cy="133117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64" name="矩形 663">
                <a:extLst>
                  <a:ext uri="{FF2B5EF4-FFF2-40B4-BE49-F238E27FC236}">
                    <a16:creationId xmlns:a16="http://schemas.microsoft.com/office/drawing/2014/main" id="{B40BA0C4-2885-25F8-A8AE-3425EE3D8745}"/>
                  </a:ext>
                </a:extLst>
              </p:cNvPr>
              <p:cNvSpPr/>
              <p:nvPr/>
            </p:nvSpPr>
            <p:spPr>
              <a:xfrm flipH="1">
                <a:off x="800918" y="5403192"/>
                <a:ext cx="152767" cy="133117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65" name="矩形 664">
                <a:extLst>
                  <a:ext uri="{FF2B5EF4-FFF2-40B4-BE49-F238E27FC236}">
                    <a16:creationId xmlns:a16="http://schemas.microsoft.com/office/drawing/2014/main" id="{C1EE3E03-16B7-A5C6-EB1E-977478935DA9}"/>
                  </a:ext>
                </a:extLst>
              </p:cNvPr>
              <p:cNvSpPr/>
              <p:nvPr/>
            </p:nvSpPr>
            <p:spPr>
              <a:xfrm flipH="1">
                <a:off x="800924" y="5536310"/>
                <a:ext cx="152760" cy="133117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66" name="矩形 665">
                <a:extLst>
                  <a:ext uri="{FF2B5EF4-FFF2-40B4-BE49-F238E27FC236}">
                    <a16:creationId xmlns:a16="http://schemas.microsoft.com/office/drawing/2014/main" id="{2C6800D2-1759-4940-92D0-FE9E4930FB77}"/>
                  </a:ext>
                </a:extLst>
              </p:cNvPr>
              <p:cNvSpPr/>
              <p:nvPr/>
            </p:nvSpPr>
            <p:spPr>
              <a:xfrm flipH="1">
                <a:off x="800925" y="5669423"/>
                <a:ext cx="152760" cy="133117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671" name="组合 670">
            <a:extLst>
              <a:ext uri="{FF2B5EF4-FFF2-40B4-BE49-F238E27FC236}">
                <a16:creationId xmlns:a16="http://schemas.microsoft.com/office/drawing/2014/main" id="{8AD8BCCA-205E-FF16-A797-324CEE2B4B5C}"/>
              </a:ext>
            </a:extLst>
          </p:cNvPr>
          <p:cNvGrpSpPr/>
          <p:nvPr/>
        </p:nvGrpSpPr>
        <p:grpSpPr>
          <a:xfrm>
            <a:off x="3180736" y="4342336"/>
            <a:ext cx="821650" cy="536436"/>
            <a:chOff x="5408615" y="10123996"/>
            <a:chExt cx="532461" cy="339599"/>
          </a:xfrm>
        </p:grpSpPr>
        <p:grpSp>
          <p:nvGrpSpPr>
            <p:cNvPr id="672" name="组合 671">
              <a:extLst>
                <a:ext uri="{FF2B5EF4-FFF2-40B4-BE49-F238E27FC236}">
                  <a16:creationId xmlns:a16="http://schemas.microsoft.com/office/drawing/2014/main" id="{E39FCA95-C9DD-EFD7-5DA6-BCAAE5242FF4}"/>
                </a:ext>
              </a:extLst>
            </p:cNvPr>
            <p:cNvGrpSpPr/>
            <p:nvPr/>
          </p:nvGrpSpPr>
          <p:grpSpPr>
            <a:xfrm rot="5400000">
              <a:off x="5598460" y="9934151"/>
              <a:ext cx="152772" cy="532461"/>
              <a:chOff x="800913" y="5270079"/>
              <a:chExt cx="152772" cy="532461"/>
            </a:xfrm>
          </p:grpSpPr>
          <p:sp>
            <p:nvSpPr>
              <p:cNvPr id="678" name="矩形 677">
                <a:extLst>
                  <a:ext uri="{FF2B5EF4-FFF2-40B4-BE49-F238E27FC236}">
                    <a16:creationId xmlns:a16="http://schemas.microsoft.com/office/drawing/2014/main" id="{86A6B7D6-531B-F469-60CE-E02584F53269}"/>
                  </a:ext>
                </a:extLst>
              </p:cNvPr>
              <p:cNvSpPr/>
              <p:nvPr/>
            </p:nvSpPr>
            <p:spPr>
              <a:xfrm flipH="1">
                <a:off x="800913" y="5270079"/>
                <a:ext cx="152769" cy="133117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79" name="矩形 678">
                <a:extLst>
                  <a:ext uri="{FF2B5EF4-FFF2-40B4-BE49-F238E27FC236}">
                    <a16:creationId xmlns:a16="http://schemas.microsoft.com/office/drawing/2014/main" id="{A386126E-F0C1-4D71-DEE1-FC9F46BE7D98}"/>
                  </a:ext>
                </a:extLst>
              </p:cNvPr>
              <p:cNvSpPr/>
              <p:nvPr/>
            </p:nvSpPr>
            <p:spPr>
              <a:xfrm flipH="1">
                <a:off x="800918" y="5403192"/>
                <a:ext cx="152767" cy="133117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80" name="矩形 679">
                <a:extLst>
                  <a:ext uri="{FF2B5EF4-FFF2-40B4-BE49-F238E27FC236}">
                    <a16:creationId xmlns:a16="http://schemas.microsoft.com/office/drawing/2014/main" id="{7F5B0C91-281A-68CE-3826-7F26BE1F159F}"/>
                  </a:ext>
                </a:extLst>
              </p:cNvPr>
              <p:cNvSpPr/>
              <p:nvPr/>
            </p:nvSpPr>
            <p:spPr>
              <a:xfrm flipH="1">
                <a:off x="800924" y="5536310"/>
                <a:ext cx="152760" cy="133117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81" name="矩形 680">
                <a:extLst>
                  <a:ext uri="{FF2B5EF4-FFF2-40B4-BE49-F238E27FC236}">
                    <a16:creationId xmlns:a16="http://schemas.microsoft.com/office/drawing/2014/main" id="{F2E02B0E-D48F-9524-3020-E64776428DA3}"/>
                  </a:ext>
                </a:extLst>
              </p:cNvPr>
              <p:cNvSpPr/>
              <p:nvPr/>
            </p:nvSpPr>
            <p:spPr>
              <a:xfrm flipH="1">
                <a:off x="800925" y="5669423"/>
                <a:ext cx="152760" cy="133117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673" name="组合 672">
              <a:extLst>
                <a:ext uri="{FF2B5EF4-FFF2-40B4-BE49-F238E27FC236}">
                  <a16:creationId xmlns:a16="http://schemas.microsoft.com/office/drawing/2014/main" id="{864A1A91-018D-B648-4C96-2BFE4DA3FDA3}"/>
                </a:ext>
              </a:extLst>
            </p:cNvPr>
            <p:cNvGrpSpPr/>
            <p:nvPr/>
          </p:nvGrpSpPr>
          <p:grpSpPr>
            <a:xfrm rot="5400000">
              <a:off x="5598460" y="10120978"/>
              <a:ext cx="152772" cy="532461"/>
              <a:chOff x="800913" y="5270079"/>
              <a:chExt cx="152772" cy="532461"/>
            </a:xfrm>
          </p:grpSpPr>
          <p:sp>
            <p:nvSpPr>
              <p:cNvPr id="674" name="矩形 673">
                <a:extLst>
                  <a:ext uri="{FF2B5EF4-FFF2-40B4-BE49-F238E27FC236}">
                    <a16:creationId xmlns:a16="http://schemas.microsoft.com/office/drawing/2014/main" id="{8B078FE0-ACD1-219C-AF4A-E7DA613E9962}"/>
                  </a:ext>
                </a:extLst>
              </p:cNvPr>
              <p:cNvSpPr/>
              <p:nvPr/>
            </p:nvSpPr>
            <p:spPr>
              <a:xfrm flipH="1">
                <a:off x="800913" y="5270079"/>
                <a:ext cx="152769" cy="133117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75" name="矩形 674">
                <a:extLst>
                  <a:ext uri="{FF2B5EF4-FFF2-40B4-BE49-F238E27FC236}">
                    <a16:creationId xmlns:a16="http://schemas.microsoft.com/office/drawing/2014/main" id="{74A90A3C-A303-DEF6-3594-E74D7AC02818}"/>
                  </a:ext>
                </a:extLst>
              </p:cNvPr>
              <p:cNvSpPr/>
              <p:nvPr/>
            </p:nvSpPr>
            <p:spPr>
              <a:xfrm flipH="1">
                <a:off x="800918" y="5403192"/>
                <a:ext cx="152767" cy="133117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76" name="矩形 675">
                <a:extLst>
                  <a:ext uri="{FF2B5EF4-FFF2-40B4-BE49-F238E27FC236}">
                    <a16:creationId xmlns:a16="http://schemas.microsoft.com/office/drawing/2014/main" id="{05AAEC69-EC7F-693E-8E81-86A5D243CE55}"/>
                  </a:ext>
                </a:extLst>
              </p:cNvPr>
              <p:cNvSpPr/>
              <p:nvPr/>
            </p:nvSpPr>
            <p:spPr>
              <a:xfrm flipH="1">
                <a:off x="800924" y="5536310"/>
                <a:ext cx="152760" cy="133117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77" name="矩形 676">
                <a:extLst>
                  <a:ext uri="{FF2B5EF4-FFF2-40B4-BE49-F238E27FC236}">
                    <a16:creationId xmlns:a16="http://schemas.microsoft.com/office/drawing/2014/main" id="{E81C3584-A1DE-F4B3-F334-02BEF654D8A1}"/>
                  </a:ext>
                </a:extLst>
              </p:cNvPr>
              <p:cNvSpPr/>
              <p:nvPr/>
            </p:nvSpPr>
            <p:spPr>
              <a:xfrm flipH="1">
                <a:off x="800925" y="5669423"/>
                <a:ext cx="152760" cy="133117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82" name="文本框 681">
                <a:extLst>
                  <a:ext uri="{FF2B5EF4-FFF2-40B4-BE49-F238E27FC236}">
                    <a16:creationId xmlns:a16="http://schemas.microsoft.com/office/drawing/2014/main" id="{487A5239-CF2E-91F2-1221-FB586B0C3A9B}"/>
                  </a:ext>
                </a:extLst>
              </p:cNvPr>
              <p:cNvSpPr txBox="1"/>
              <p:nvPr/>
            </p:nvSpPr>
            <p:spPr>
              <a:xfrm>
                <a:off x="3156098" y="4918088"/>
                <a:ext cx="1071288" cy="461665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1" i="1" dirty="0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altLang="zh-CN" sz="2400" b="1" i="1" dirty="0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𝑿</m:t>
                          </m:r>
                        </m:e>
                        <m:sub>
                          <m:r>
                            <a:rPr lang="en-US" altLang="zh-CN" sz="2400" b="1" i="1" dirty="0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𝟎</m:t>
                          </m:r>
                        </m:sub>
                      </m:sSub>
                    </m:oMath>
                  </m:oMathPara>
                </a14:m>
                <a:endParaRPr lang="zh-CN" altLang="en-US" sz="2400" b="1" dirty="0">
                  <a:solidFill>
                    <a:schemeClr val="accent6"/>
                  </a:solidFill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82" name="文本框 681">
                <a:extLst>
                  <a:ext uri="{FF2B5EF4-FFF2-40B4-BE49-F238E27FC236}">
                    <a16:creationId xmlns:a16="http://schemas.microsoft.com/office/drawing/2014/main" id="{487A5239-CF2E-91F2-1221-FB586B0C3A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56098" y="4918088"/>
                <a:ext cx="1071288" cy="461665"/>
              </a:xfrm>
              <a:prstGeom prst="rect">
                <a:avLst/>
              </a:prstGeom>
              <a:blipFill>
                <a:blip r:embed="rId4"/>
                <a:stretch>
                  <a:fillRect b="-1316"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83" name="直接连接符 699">
            <a:extLst>
              <a:ext uri="{FF2B5EF4-FFF2-40B4-BE49-F238E27FC236}">
                <a16:creationId xmlns:a16="http://schemas.microsoft.com/office/drawing/2014/main" id="{77CB26EC-02A6-E430-E8E8-B9706DAD462C}"/>
              </a:ext>
            </a:extLst>
          </p:cNvPr>
          <p:cNvCxnSpPr>
            <a:cxnSpLocks/>
          </p:cNvCxnSpPr>
          <p:nvPr/>
        </p:nvCxnSpPr>
        <p:spPr>
          <a:xfrm flipV="1">
            <a:off x="3335154" y="2971159"/>
            <a:ext cx="8784500" cy="22839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84" name="矩形 683">
            <a:extLst>
              <a:ext uri="{FF2B5EF4-FFF2-40B4-BE49-F238E27FC236}">
                <a16:creationId xmlns:a16="http://schemas.microsoft.com/office/drawing/2014/main" id="{40441071-AE39-7FBB-18EB-13B6EF4D36AE}"/>
              </a:ext>
            </a:extLst>
          </p:cNvPr>
          <p:cNvSpPr/>
          <p:nvPr/>
        </p:nvSpPr>
        <p:spPr>
          <a:xfrm flipV="1">
            <a:off x="5301029" y="1212605"/>
            <a:ext cx="2096150" cy="116071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85" name="椭圆 684">
            <a:extLst>
              <a:ext uri="{FF2B5EF4-FFF2-40B4-BE49-F238E27FC236}">
                <a16:creationId xmlns:a16="http://schemas.microsoft.com/office/drawing/2014/main" id="{80CB6A03-E4D3-2FB1-05AF-449F113B2311}"/>
              </a:ext>
            </a:extLst>
          </p:cNvPr>
          <p:cNvSpPr/>
          <p:nvPr/>
        </p:nvSpPr>
        <p:spPr>
          <a:xfrm rot="5400000">
            <a:off x="6178264" y="1532683"/>
            <a:ext cx="270678" cy="277715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endParaRPr lang="zh-CN" altLang="en-US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86" name="椭圆 685">
            <a:extLst>
              <a:ext uri="{FF2B5EF4-FFF2-40B4-BE49-F238E27FC236}">
                <a16:creationId xmlns:a16="http://schemas.microsoft.com/office/drawing/2014/main" id="{E86DCEB3-81E9-4E5F-9BFD-10B9D9A5D036}"/>
              </a:ext>
            </a:extLst>
          </p:cNvPr>
          <p:cNvSpPr/>
          <p:nvPr/>
        </p:nvSpPr>
        <p:spPr>
          <a:xfrm rot="5400000">
            <a:off x="6181948" y="1875873"/>
            <a:ext cx="270678" cy="277715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zh-CN" altLang="en-US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687" name="组合 686">
            <a:extLst>
              <a:ext uri="{FF2B5EF4-FFF2-40B4-BE49-F238E27FC236}">
                <a16:creationId xmlns:a16="http://schemas.microsoft.com/office/drawing/2014/main" id="{7725BFC2-C6B0-B850-87A3-6CB74AC8C5DC}"/>
              </a:ext>
            </a:extLst>
          </p:cNvPr>
          <p:cNvGrpSpPr/>
          <p:nvPr/>
        </p:nvGrpSpPr>
        <p:grpSpPr>
          <a:xfrm rot="5400000">
            <a:off x="5653709" y="1338387"/>
            <a:ext cx="202322" cy="704614"/>
            <a:chOff x="800913" y="5270079"/>
            <a:chExt cx="152772" cy="532461"/>
          </a:xfrm>
        </p:grpSpPr>
        <p:sp>
          <p:nvSpPr>
            <p:cNvPr id="688" name="矩形 687">
              <a:extLst>
                <a:ext uri="{FF2B5EF4-FFF2-40B4-BE49-F238E27FC236}">
                  <a16:creationId xmlns:a16="http://schemas.microsoft.com/office/drawing/2014/main" id="{8C603065-B494-4F3E-73CE-29AF5E8262D0}"/>
                </a:ext>
              </a:extLst>
            </p:cNvPr>
            <p:cNvSpPr/>
            <p:nvPr/>
          </p:nvSpPr>
          <p:spPr>
            <a:xfrm flipH="1">
              <a:off x="800913" y="5270079"/>
              <a:ext cx="152769" cy="133117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89" name="矩形 688">
              <a:extLst>
                <a:ext uri="{FF2B5EF4-FFF2-40B4-BE49-F238E27FC236}">
                  <a16:creationId xmlns:a16="http://schemas.microsoft.com/office/drawing/2014/main" id="{E875D93F-CB8C-52C7-681E-3CC9712C7F50}"/>
                </a:ext>
              </a:extLst>
            </p:cNvPr>
            <p:cNvSpPr/>
            <p:nvPr/>
          </p:nvSpPr>
          <p:spPr>
            <a:xfrm flipH="1">
              <a:off x="800918" y="5403192"/>
              <a:ext cx="152767" cy="133117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0" name="矩形 689">
              <a:extLst>
                <a:ext uri="{FF2B5EF4-FFF2-40B4-BE49-F238E27FC236}">
                  <a16:creationId xmlns:a16="http://schemas.microsoft.com/office/drawing/2014/main" id="{D858A642-0ACE-644A-C9FB-A782CAAA577B}"/>
                </a:ext>
              </a:extLst>
            </p:cNvPr>
            <p:cNvSpPr/>
            <p:nvPr/>
          </p:nvSpPr>
          <p:spPr>
            <a:xfrm flipH="1">
              <a:off x="800924" y="5536310"/>
              <a:ext cx="152760" cy="133117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1" name="矩形 690">
              <a:extLst>
                <a:ext uri="{FF2B5EF4-FFF2-40B4-BE49-F238E27FC236}">
                  <a16:creationId xmlns:a16="http://schemas.microsoft.com/office/drawing/2014/main" id="{95B48FB2-EA7B-127C-35E1-B51158BCE787}"/>
                </a:ext>
              </a:extLst>
            </p:cNvPr>
            <p:cNvSpPr/>
            <p:nvPr/>
          </p:nvSpPr>
          <p:spPr>
            <a:xfrm flipH="1">
              <a:off x="800925" y="5669423"/>
              <a:ext cx="152760" cy="133117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692" name="组合 691">
            <a:extLst>
              <a:ext uri="{FF2B5EF4-FFF2-40B4-BE49-F238E27FC236}">
                <a16:creationId xmlns:a16="http://schemas.microsoft.com/office/drawing/2014/main" id="{65A0C0A3-3BD2-1274-9B10-CA56B7F91C74}"/>
              </a:ext>
            </a:extLst>
          </p:cNvPr>
          <p:cNvGrpSpPr/>
          <p:nvPr/>
        </p:nvGrpSpPr>
        <p:grpSpPr>
          <a:xfrm rot="5400000">
            <a:off x="5653707" y="1687394"/>
            <a:ext cx="202322" cy="704614"/>
            <a:chOff x="800913" y="5270079"/>
            <a:chExt cx="152772" cy="532461"/>
          </a:xfrm>
        </p:grpSpPr>
        <p:sp>
          <p:nvSpPr>
            <p:cNvPr id="693" name="矩形 692">
              <a:extLst>
                <a:ext uri="{FF2B5EF4-FFF2-40B4-BE49-F238E27FC236}">
                  <a16:creationId xmlns:a16="http://schemas.microsoft.com/office/drawing/2014/main" id="{CFDC2748-1E19-0874-656B-82A4D03E5808}"/>
                </a:ext>
              </a:extLst>
            </p:cNvPr>
            <p:cNvSpPr/>
            <p:nvPr/>
          </p:nvSpPr>
          <p:spPr>
            <a:xfrm flipH="1">
              <a:off x="800913" y="5270079"/>
              <a:ext cx="152769" cy="133117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4" name="矩形 693">
              <a:extLst>
                <a:ext uri="{FF2B5EF4-FFF2-40B4-BE49-F238E27FC236}">
                  <a16:creationId xmlns:a16="http://schemas.microsoft.com/office/drawing/2014/main" id="{D42AED81-F292-57D6-F437-841943B98A8F}"/>
                </a:ext>
              </a:extLst>
            </p:cNvPr>
            <p:cNvSpPr/>
            <p:nvPr/>
          </p:nvSpPr>
          <p:spPr>
            <a:xfrm flipH="1">
              <a:off x="800918" y="5403192"/>
              <a:ext cx="152767" cy="133117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5" name="矩形 694">
              <a:extLst>
                <a:ext uri="{FF2B5EF4-FFF2-40B4-BE49-F238E27FC236}">
                  <a16:creationId xmlns:a16="http://schemas.microsoft.com/office/drawing/2014/main" id="{8F69FEE0-6C79-1E0B-7DC8-96A2128A22FE}"/>
                </a:ext>
              </a:extLst>
            </p:cNvPr>
            <p:cNvSpPr/>
            <p:nvPr/>
          </p:nvSpPr>
          <p:spPr>
            <a:xfrm flipH="1">
              <a:off x="800924" y="5536310"/>
              <a:ext cx="152760" cy="133117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6" name="矩形 695">
              <a:extLst>
                <a:ext uri="{FF2B5EF4-FFF2-40B4-BE49-F238E27FC236}">
                  <a16:creationId xmlns:a16="http://schemas.microsoft.com/office/drawing/2014/main" id="{8A7E52F7-C0C0-ABDA-F7AE-3ABD4E4DBBB0}"/>
                </a:ext>
              </a:extLst>
            </p:cNvPr>
            <p:cNvSpPr/>
            <p:nvPr/>
          </p:nvSpPr>
          <p:spPr>
            <a:xfrm flipH="1">
              <a:off x="800925" y="5669423"/>
              <a:ext cx="152760" cy="133117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704" name="矩形 703">
            <a:extLst>
              <a:ext uri="{FF2B5EF4-FFF2-40B4-BE49-F238E27FC236}">
                <a16:creationId xmlns:a16="http://schemas.microsoft.com/office/drawing/2014/main" id="{A7179956-9C20-AAF1-9482-BB272ADEFF1D}"/>
              </a:ext>
            </a:extLst>
          </p:cNvPr>
          <p:cNvSpPr/>
          <p:nvPr/>
        </p:nvSpPr>
        <p:spPr>
          <a:xfrm flipV="1">
            <a:off x="5301028" y="3667877"/>
            <a:ext cx="2096149" cy="116071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05" name="椭圆 704">
            <a:extLst>
              <a:ext uri="{FF2B5EF4-FFF2-40B4-BE49-F238E27FC236}">
                <a16:creationId xmlns:a16="http://schemas.microsoft.com/office/drawing/2014/main" id="{0CD93839-61DC-6E05-2E8A-2BA5A3D35E57}"/>
              </a:ext>
            </a:extLst>
          </p:cNvPr>
          <p:cNvSpPr/>
          <p:nvPr/>
        </p:nvSpPr>
        <p:spPr>
          <a:xfrm rot="5400000">
            <a:off x="6178265" y="3987956"/>
            <a:ext cx="270678" cy="277715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zh-CN" altLang="en-US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06" name="椭圆 705">
            <a:extLst>
              <a:ext uri="{FF2B5EF4-FFF2-40B4-BE49-F238E27FC236}">
                <a16:creationId xmlns:a16="http://schemas.microsoft.com/office/drawing/2014/main" id="{338160E0-9BD4-6F4C-FF0A-FA12F3E94D23}"/>
              </a:ext>
            </a:extLst>
          </p:cNvPr>
          <p:cNvSpPr/>
          <p:nvPr/>
        </p:nvSpPr>
        <p:spPr>
          <a:xfrm rot="5400000">
            <a:off x="6181949" y="4331146"/>
            <a:ext cx="270678" cy="277715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lang="zh-CN" altLang="en-US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707" name="组合 706">
            <a:extLst>
              <a:ext uri="{FF2B5EF4-FFF2-40B4-BE49-F238E27FC236}">
                <a16:creationId xmlns:a16="http://schemas.microsoft.com/office/drawing/2014/main" id="{4D3427DF-B674-85DB-1524-4D5E292ABFAD}"/>
              </a:ext>
            </a:extLst>
          </p:cNvPr>
          <p:cNvGrpSpPr/>
          <p:nvPr/>
        </p:nvGrpSpPr>
        <p:grpSpPr>
          <a:xfrm rot="5400000">
            <a:off x="5653709" y="3793659"/>
            <a:ext cx="202322" cy="704614"/>
            <a:chOff x="800913" y="5270079"/>
            <a:chExt cx="152772" cy="532461"/>
          </a:xfrm>
        </p:grpSpPr>
        <p:sp>
          <p:nvSpPr>
            <p:cNvPr id="708" name="矩形 707">
              <a:extLst>
                <a:ext uri="{FF2B5EF4-FFF2-40B4-BE49-F238E27FC236}">
                  <a16:creationId xmlns:a16="http://schemas.microsoft.com/office/drawing/2014/main" id="{D6A42592-83FF-9B71-91DB-30DDFB529763}"/>
                </a:ext>
              </a:extLst>
            </p:cNvPr>
            <p:cNvSpPr/>
            <p:nvPr/>
          </p:nvSpPr>
          <p:spPr>
            <a:xfrm flipH="1">
              <a:off x="800913" y="5270079"/>
              <a:ext cx="152769" cy="133117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09" name="矩形 708">
              <a:extLst>
                <a:ext uri="{FF2B5EF4-FFF2-40B4-BE49-F238E27FC236}">
                  <a16:creationId xmlns:a16="http://schemas.microsoft.com/office/drawing/2014/main" id="{C05DE99A-D648-CB97-9FD2-F97EB229B1B3}"/>
                </a:ext>
              </a:extLst>
            </p:cNvPr>
            <p:cNvSpPr/>
            <p:nvPr/>
          </p:nvSpPr>
          <p:spPr>
            <a:xfrm flipH="1">
              <a:off x="800918" y="5403192"/>
              <a:ext cx="152767" cy="133117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10" name="矩形 709">
              <a:extLst>
                <a:ext uri="{FF2B5EF4-FFF2-40B4-BE49-F238E27FC236}">
                  <a16:creationId xmlns:a16="http://schemas.microsoft.com/office/drawing/2014/main" id="{96C109C5-E7AE-1484-56BD-97D1708EA11F}"/>
                </a:ext>
              </a:extLst>
            </p:cNvPr>
            <p:cNvSpPr/>
            <p:nvPr/>
          </p:nvSpPr>
          <p:spPr>
            <a:xfrm flipH="1">
              <a:off x="800924" y="5536310"/>
              <a:ext cx="152760" cy="133117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11" name="矩形 710">
              <a:extLst>
                <a:ext uri="{FF2B5EF4-FFF2-40B4-BE49-F238E27FC236}">
                  <a16:creationId xmlns:a16="http://schemas.microsoft.com/office/drawing/2014/main" id="{A7F9FA82-F202-0BAE-F748-067C43879226}"/>
                </a:ext>
              </a:extLst>
            </p:cNvPr>
            <p:cNvSpPr/>
            <p:nvPr/>
          </p:nvSpPr>
          <p:spPr>
            <a:xfrm flipH="1">
              <a:off x="800925" y="5669423"/>
              <a:ext cx="152760" cy="133117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712" name="组合 711">
            <a:extLst>
              <a:ext uri="{FF2B5EF4-FFF2-40B4-BE49-F238E27FC236}">
                <a16:creationId xmlns:a16="http://schemas.microsoft.com/office/drawing/2014/main" id="{659ECF87-76F8-6C1A-CACD-7296087CBBBB}"/>
              </a:ext>
            </a:extLst>
          </p:cNvPr>
          <p:cNvGrpSpPr/>
          <p:nvPr/>
        </p:nvGrpSpPr>
        <p:grpSpPr>
          <a:xfrm rot="5400000">
            <a:off x="5653708" y="4142667"/>
            <a:ext cx="202322" cy="704614"/>
            <a:chOff x="800913" y="5270079"/>
            <a:chExt cx="152772" cy="532461"/>
          </a:xfrm>
        </p:grpSpPr>
        <p:sp>
          <p:nvSpPr>
            <p:cNvPr id="713" name="矩形 712">
              <a:extLst>
                <a:ext uri="{FF2B5EF4-FFF2-40B4-BE49-F238E27FC236}">
                  <a16:creationId xmlns:a16="http://schemas.microsoft.com/office/drawing/2014/main" id="{E1E68508-1E39-577B-192E-19192B5FBEC3}"/>
                </a:ext>
              </a:extLst>
            </p:cNvPr>
            <p:cNvSpPr/>
            <p:nvPr/>
          </p:nvSpPr>
          <p:spPr>
            <a:xfrm flipH="1">
              <a:off x="800913" y="5270079"/>
              <a:ext cx="152769" cy="133117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14" name="矩形 713">
              <a:extLst>
                <a:ext uri="{FF2B5EF4-FFF2-40B4-BE49-F238E27FC236}">
                  <a16:creationId xmlns:a16="http://schemas.microsoft.com/office/drawing/2014/main" id="{6909BCFA-BEDB-5A94-A9CD-B1C3C26AB69C}"/>
                </a:ext>
              </a:extLst>
            </p:cNvPr>
            <p:cNvSpPr/>
            <p:nvPr/>
          </p:nvSpPr>
          <p:spPr>
            <a:xfrm flipH="1">
              <a:off x="800918" y="5403192"/>
              <a:ext cx="152767" cy="133117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15" name="矩形 714">
              <a:extLst>
                <a:ext uri="{FF2B5EF4-FFF2-40B4-BE49-F238E27FC236}">
                  <a16:creationId xmlns:a16="http://schemas.microsoft.com/office/drawing/2014/main" id="{B72B4927-6546-0448-A949-2A50E27CEC23}"/>
                </a:ext>
              </a:extLst>
            </p:cNvPr>
            <p:cNvSpPr/>
            <p:nvPr/>
          </p:nvSpPr>
          <p:spPr>
            <a:xfrm flipH="1">
              <a:off x="800924" y="5536310"/>
              <a:ext cx="152760" cy="133117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16" name="矩形 715">
              <a:extLst>
                <a:ext uri="{FF2B5EF4-FFF2-40B4-BE49-F238E27FC236}">
                  <a16:creationId xmlns:a16="http://schemas.microsoft.com/office/drawing/2014/main" id="{C0689C39-A417-0989-2D48-506CA53B6626}"/>
                </a:ext>
              </a:extLst>
            </p:cNvPr>
            <p:cNvSpPr/>
            <p:nvPr/>
          </p:nvSpPr>
          <p:spPr>
            <a:xfrm flipH="1">
              <a:off x="800925" y="5669423"/>
              <a:ext cx="152760" cy="133117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725" name="组合 724">
            <a:extLst>
              <a:ext uri="{FF2B5EF4-FFF2-40B4-BE49-F238E27FC236}">
                <a16:creationId xmlns:a16="http://schemas.microsoft.com/office/drawing/2014/main" id="{1C332F7D-64A7-0FB8-BDDF-CB1BA2276618}"/>
              </a:ext>
            </a:extLst>
          </p:cNvPr>
          <p:cNvGrpSpPr/>
          <p:nvPr/>
        </p:nvGrpSpPr>
        <p:grpSpPr>
          <a:xfrm>
            <a:off x="6696167" y="1367271"/>
            <a:ext cx="610665" cy="879151"/>
            <a:chOff x="6116209" y="1036604"/>
            <a:chExt cx="391184" cy="590828"/>
          </a:xfrm>
        </p:grpSpPr>
        <p:sp>
          <p:nvSpPr>
            <p:cNvPr id="726" name="流程图: 接点 566">
              <a:extLst>
                <a:ext uri="{FF2B5EF4-FFF2-40B4-BE49-F238E27FC236}">
                  <a16:creationId xmlns:a16="http://schemas.microsoft.com/office/drawing/2014/main" id="{EE8DB664-2B6D-F64B-10F6-F6AAC2285BE8}"/>
                </a:ext>
              </a:extLst>
            </p:cNvPr>
            <p:cNvSpPr/>
            <p:nvPr/>
          </p:nvSpPr>
          <p:spPr>
            <a:xfrm>
              <a:off x="6116209" y="1036604"/>
              <a:ext cx="125672" cy="125837"/>
            </a:xfrm>
            <a:prstGeom prst="flowChartConnector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27" name="流程图: 接点 566">
              <a:extLst>
                <a:ext uri="{FF2B5EF4-FFF2-40B4-BE49-F238E27FC236}">
                  <a16:creationId xmlns:a16="http://schemas.microsoft.com/office/drawing/2014/main" id="{5B293F0D-70BF-6270-85D1-34E12FD4BA27}"/>
                </a:ext>
              </a:extLst>
            </p:cNvPr>
            <p:cNvSpPr/>
            <p:nvPr/>
          </p:nvSpPr>
          <p:spPr>
            <a:xfrm>
              <a:off x="6116209" y="1191601"/>
              <a:ext cx="125672" cy="125837"/>
            </a:xfrm>
            <a:prstGeom prst="flowChartConnector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28" name="流程图: 接点 566">
              <a:extLst>
                <a:ext uri="{FF2B5EF4-FFF2-40B4-BE49-F238E27FC236}">
                  <a16:creationId xmlns:a16="http://schemas.microsoft.com/office/drawing/2014/main" id="{CFB4A164-CE25-CC7E-5C59-234A6A463703}"/>
                </a:ext>
              </a:extLst>
            </p:cNvPr>
            <p:cNvSpPr/>
            <p:nvPr/>
          </p:nvSpPr>
          <p:spPr>
            <a:xfrm>
              <a:off x="6116209" y="1501595"/>
              <a:ext cx="125672" cy="125837"/>
            </a:xfrm>
            <a:prstGeom prst="flowChartConnector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29" name="流程图: 接点 566">
              <a:extLst>
                <a:ext uri="{FF2B5EF4-FFF2-40B4-BE49-F238E27FC236}">
                  <a16:creationId xmlns:a16="http://schemas.microsoft.com/office/drawing/2014/main" id="{D8615F10-5E97-22A2-2B94-42C4E0DACFB4}"/>
                </a:ext>
              </a:extLst>
            </p:cNvPr>
            <p:cNvSpPr/>
            <p:nvPr/>
          </p:nvSpPr>
          <p:spPr>
            <a:xfrm>
              <a:off x="6116209" y="1346598"/>
              <a:ext cx="125672" cy="125837"/>
            </a:xfrm>
            <a:prstGeom prst="flowChartConnector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30" name="流程图: 接点 566">
              <a:extLst>
                <a:ext uri="{FF2B5EF4-FFF2-40B4-BE49-F238E27FC236}">
                  <a16:creationId xmlns:a16="http://schemas.microsoft.com/office/drawing/2014/main" id="{5DD2F9F0-AC93-F4EF-98B0-8B6FF0C93C01}"/>
                </a:ext>
              </a:extLst>
            </p:cNvPr>
            <p:cNvSpPr/>
            <p:nvPr/>
          </p:nvSpPr>
          <p:spPr>
            <a:xfrm>
              <a:off x="6381721" y="1191280"/>
              <a:ext cx="125672" cy="125837"/>
            </a:xfrm>
            <a:prstGeom prst="flowChartConnector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31" name="流程图: 接点 566">
              <a:extLst>
                <a:ext uri="{FF2B5EF4-FFF2-40B4-BE49-F238E27FC236}">
                  <a16:creationId xmlns:a16="http://schemas.microsoft.com/office/drawing/2014/main" id="{9C406E59-E45A-D45A-808F-CE3A4D0E5B04}"/>
                </a:ext>
              </a:extLst>
            </p:cNvPr>
            <p:cNvSpPr/>
            <p:nvPr/>
          </p:nvSpPr>
          <p:spPr>
            <a:xfrm>
              <a:off x="6381721" y="1346277"/>
              <a:ext cx="125672" cy="125837"/>
            </a:xfrm>
            <a:prstGeom prst="flowChartConnector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732" name="直接连接符 510">
              <a:extLst>
                <a:ext uri="{FF2B5EF4-FFF2-40B4-BE49-F238E27FC236}">
                  <a16:creationId xmlns:a16="http://schemas.microsoft.com/office/drawing/2014/main" id="{BA97B3D4-C4C9-C2E3-9170-DC65D4C017F3}"/>
                </a:ext>
              </a:extLst>
            </p:cNvPr>
            <p:cNvCxnSpPr>
              <a:cxnSpLocks/>
              <a:stCxn id="730" idx="2"/>
              <a:endCxn id="726" idx="6"/>
            </p:cNvCxnSpPr>
            <p:nvPr/>
          </p:nvCxnSpPr>
          <p:spPr>
            <a:xfrm flipH="1" flipV="1">
              <a:off x="6241881" y="1099523"/>
              <a:ext cx="139840" cy="15467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33" name="直接连接符 510">
              <a:extLst>
                <a:ext uri="{FF2B5EF4-FFF2-40B4-BE49-F238E27FC236}">
                  <a16:creationId xmlns:a16="http://schemas.microsoft.com/office/drawing/2014/main" id="{25DE9B07-81EC-EE0D-8282-5C30767C380B}"/>
                </a:ext>
              </a:extLst>
            </p:cNvPr>
            <p:cNvCxnSpPr>
              <a:cxnSpLocks/>
              <a:stCxn id="730" idx="2"/>
              <a:endCxn id="727" idx="6"/>
            </p:cNvCxnSpPr>
            <p:nvPr/>
          </p:nvCxnSpPr>
          <p:spPr>
            <a:xfrm flipH="1">
              <a:off x="6241881" y="1254199"/>
              <a:ext cx="139840" cy="321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34" name="直接连接符 510">
              <a:extLst>
                <a:ext uri="{FF2B5EF4-FFF2-40B4-BE49-F238E27FC236}">
                  <a16:creationId xmlns:a16="http://schemas.microsoft.com/office/drawing/2014/main" id="{EC13CDB8-DAFC-6B3F-8C14-E382BEF339F9}"/>
                </a:ext>
              </a:extLst>
            </p:cNvPr>
            <p:cNvCxnSpPr>
              <a:cxnSpLocks/>
              <a:stCxn id="730" idx="2"/>
              <a:endCxn id="729" idx="6"/>
            </p:cNvCxnSpPr>
            <p:nvPr/>
          </p:nvCxnSpPr>
          <p:spPr>
            <a:xfrm flipH="1">
              <a:off x="6241881" y="1254199"/>
              <a:ext cx="139840" cy="15531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35" name="直接连接符 510">
              <a:extLst>
                <a:ext uri="{FF2B5EF4-FFF2-40B4-BE49-F238E27FC236}">
                  <a16:creationId xmlns:a16="http://schemas.microsoft.com/office/drawing/2014/main" id="{874A64E6-10A4-B2E8-48EE-2535972CB0F6}"/>
                </a:ext>
              </a:extLst>
            </p:cNvPr>
            <p:cNvCxnSpPr>
              <a:cxnSpLocks/>
              <a:stCxn id="731" idx="2"/>
              <a:endCxn id="728" idx="6"/>
            </p:cNvCxnSpPr>
            <p:nvPr/>
          </p:nvCxnSpPr>
          <p:spPr>
            <a:xfrm flipH="1">
              <a:off x="6241881" y="1409196"/>
              <a:ext cx="139840" cy="15531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36" name="直接连接符 510">
              <a:extLst>
                <a:ext uri="{FF2B5EF4-FFF2-40B4-BE49-F238E27FC236}">
                  <a16:creationId xmlns:a16="http://schemas.microsoft.com/office/drawing/2014/main" id="{83910625-1C65-5048-FC6A-02B6896E4A7B}"/>
                </a:ext>
              </a:extLst>
            </p:cNvPr>
            <p:cNvCxnSpPr>
              <a:cxnSpLocks/>
              <a:stCxn id="731" idx="2"/>
              <a:endCxn id="726" idx="6"/>
            </p:cNvCxnSpPr>
            <p:nvPr/>
          </p:nvCxnSpPr>
          <p:spPr>
            <a:xfrm flipH="1" flipV="1">
              <a:off x="6241881" y="1099523"/>
              <a:ext cx="139840" cy="309673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37" name="直接连接符 510">
              <a:extLst>
                <a:ext uri="{FF2B5EF4-FFF2-40B4-BE49-F238E27FC236}">
                  <a16:creationId xmlns:a16="http://schemas.microsoft.com/office/drawing/2014/main" id="{3487714C-DB1C-26B2-241D-80513105DDC1}"/>
                </a:ext>
              </a:extLst>
            </p:cNvPr>
            <p:cNvCxnSpPr>
              <a:cxnSpLocks/>
              <a:stCxn id="731" idx="2"/>
              <a:endCxn id="727" idx="6"/>
            </p:cNvCxnSpPr>
            <p:nvPr/>
          </p:nvCxnSpPr>
          <p:spPr>
            <a:xfrm flipH="1" flipV="1">
              <a:off x="6241881" y="1254520"/>
              <a:ext cx="139840" cy="15467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38" name="直接连接符 510">
              <a:extLst>
                <a:ext uri="{FF2B5EF4-FFF2-40B4-BE49-F238E27FC236}">
                  <a16:creationId xmlns:a16="http://schemas.microsoft.com/office/drawing/2014/main" id="{A68A7442-0F5D-C417-D184-0830F43482D5}"/>
                </a:ext>
              </a:extLst>
            </p:cNvPr>
            <p:cNvCxnSpPr>
              <a:cxnSpLocks/>
              <a:stCxn id="731" idx="2"/>
              <a:endCxn id="729" idx="6"/>
            </p:cNvCxnSpPr>
            <p:nvPr/>
          </p:nvCxnSpPr>
          <p:spPr>
            <a:xfrm flipH="1">
              <a:off x="6241881" y="1409196"/>
              <a:ext cx="139840" cy="321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39" name="直接连接符 510">
              <a:extLst>
                <a:ext uri="{FF2B5EF4-FFF2-40B4-BE49-F238E27FC236}">
                  <a16:creationId xmlns:a16="http://schemas.microsoft.com/office/drawing/2014/main" id="{3975786B-D72C-36AA-482A-30A1831BAF6F}"/>
                </a:ext>
              </a:extLst>
            </p:cNvPr>
            <p:cNvCxnSpPr>
              <a:cxnSpLocks/>
              <a:stCxn id="731" idx="2"/>
              <a:endCxn id="728" idx="6"/>
            </p:cNvCxnSpPr>
            <p:nvPr/>
          </p:nvCxnSpPr>
          <p:spPr>
            <a:xfrm flipH="1">
              <a:off x="6241881" y="1409196"/>
              <a:ext cx="139840" cy="15531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740" name="组合 739">
            <a:extLst>
              <a:ext uri="{FF2B5EF4-FFF2-40B4-BE49-F238E27FC236}">
                <a16:creationId xmlns:a16="http://schemas.microsoft.com/office/drawing/2014/main" id="{94FA701E-080D-01E6-B2EE-054D7DDB150E}"/>
              </a:ext>
            </a:extLst>
          </p:cNvPr>
          <p:cNvGrpSpPr/>
          <p:nvPr/>
        </p:nvGrpSpPr>
        <p:grpSpPr>
          <a:xfrm>
            <a:off x="6696167" y="3853396"/>
            <a:ext cx="610665" cy="879151"/>
            <a:chOff x="6116209" y="1036604"/>
            <a:chExt cx="391184" cy="590828"/>
          </a:xfrm>
        </p:grpSpPr>
        <p:sp>
          <p:nvSpPr>
            <p:cNvPr id="741" name="流程图: 接点 566">
              <a:extLst>
                <a:ext uri="{FF2B5EF4-FFF2-40B4-BE49-F238E27FC236}">
                  <a16:creationId xmlns:a16="http://schemas.microsoft.com/office/drawing/2014/main" id="{F98968F1-994A-ED1C-2C14-A0EE84238CD1}"/>
                </a:ext>
              </a:extLst>
            </p:cNvPr>
            <p:cNvSpPr/>
            <p:nvPr/>
          </p:nvSpPr>
          <p:spPr>
            <a:xfrm>
              <a:off x="6116209" y="1036604"/>
              <a:ext cx="125672" cy="125837"/>
            </a:xfrm>
            <a:prstGeom prst="flowChartConnector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42" name="流程图: 接点 566">
              <a:extLst>
                <a:ext uri="{FF2B5EF4-FFF2-40B4-BE49-F238E27FC236}">
                  <a16:creationId xmlns:a16="http://schemas.microsoft.com/office/drawing/2014/main" id="{834C2613-042C-2DEA-2CFD-4897750DD8F4}"/>
                </a:ext>
              </a:extLst>
            </p:cNvPr>
            <p:cNvSpPr/>
            <p:nvPr/>
          </p:nvSpPr>
          <p:spPr>
            <a:xfrm>
              <a:off x="6116209" y="1191601"/>
              <a:ext cx="125672" cy="125837"/>
            </a:xfrm>
            <a:prstGeom prst="flowChartConnector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43" name="流程图: 接点 566">
              <a:extLst>
                <a:ext uri="{FF2B5EF4-FFF2-40B4-BE49-F238E27FC236}">
                  <a16:creationId xmlns:a16="http://schemas.microsoft.com/office/drawing/2014/main" id="{09ED1B18-8226-811B-C8BD-6FFAB99F5E70}"/>
                </a:ext>
              </a:extLst>
            </p:cNvPr>
            <p:cNvSpPr/>
            <p:nvPr/>
          </p:nvSpPr>
          <p:spPr>
            <a:xfrm>
              <a:off x="6116209" y="1501595"/>
              <a:ext cx="125672" cy="125837"/>
            </a:xfrm>
            <a:prstGeom prst="flowChartConnector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44" name="流程图: 接点 566">
              <a:extLst>
                <a:ext uri="{FF2B5EF4-FFF2-40B4-BE49-F238E27FC236}">
                  <a16:creationId xmlns:a16="http://schemas.microsoft.com/office/drawing/2014/main" id="{7555AB12-2079-ECFB-E002-257CEADA449F}"/>
                </a:ext>
              </a:extLst>
            </p:cNvPr>
            <p:cNvSpPr/>
            <p:nvPr/>
          </p:nvSpPr>
          <p:spPr>
            <a:xfrm>
              <a:off x="6116209" y="1346598"/>
              <a:ext cx="125672" cy="125837"/>
            </a:xfrm>
            <a:prstGeom prst="flowChartConnector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45" name="流程图: 接点 566">
              <a:extLst>
                <a:ext uri="{FF2B5EF4-FFF2-40B4-BE49-F238E27FC236}">
                  <a16:creationId xmlns:a16="http://schemas.microsoft.com/office/drawing/2014/main" id="{7E132EFD-B00A-5391-9B5C-0DBFE186731B}"/>
                </a:ext>
              </a:extLst>
            </p:cNvPr>
            <p:cNvSpPr/>
            <p:nvPr/>
          </p:nvSpPr>
          <p:spPr>
            <a:xfrm>
              <a:off x="6381721" y="1191280"/>
              <a:ext cx="125672" cy="125837"/>
            </a:xfrm>
            <a:prstGeom prst="flowChartConnector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46" name="流程图: 接点 566">
              <a:extLst>
                <a:ext uri="{FF2B5EF4-FFF2-40B4-BE49-F238E27FC236}">
                  <a16:creationId xmlns:a16="http://schemas.microsoft.com/office/drawing/2014/main" id="{A0CCA1AB-E179-FAAE-8A4B-642D7063A0BB}"/>
                </a:ext>
              </a:extLst>
            </p:cNvPr>
            <p:cNvSpPr/>
            <p:nvPr/>
          </p:nvSpPr>
          <p:spPr>
            <a:xfrm>
              <a:off x="6381721" y="1346277"/>
              <a:ext cx="125672" cy="125837"/>
            </a:xfrm>
            <a:prstGeom prst="flowChartConnector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747" name="直接连接符 510">
              <a:extLst>
                <a:ext uri="{FF2B5EF4-FFF2-40B4-BE49-F238E27FC236}">
                  <a16:creationId xmlns:a16="http://schemas.microsoft.com/office/drawing/2014/main" id="{CEA4F315-7766-80A6-6AF5-0B50C245DF11}"/>
                </a:ext>
              </a:extLst>
            </p:cNvPr>
            <p:cNvCxnSpPr>
              <a:cxnSpLocks/>
              <a:stCxn id="745" idx="2"/>
              <a:endCxn id="741" idx="6"/>
            </p:cNvCxnSpPr>
            <p:nvPr/>
          </p:nvCxnSpPr>
          <p:spPr>
            <a:xfrm flipH="1" flipV="1">
              <a:off x="6241881" y="1099523"/>
              <a:ext cx="139840" cy="15467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48" name="直接连接符 510">
              <a:extLst>
                <a:ext uri="{FF2B5EF4-FFF2-40B4-BE49-F238E27FC236}">
                  <a16:creationId xmlns:a16="http://schemas.microsoft.com/office/drawing/2014/main" id="{E609CEE3-73DA-C47D-A116-BB3F667173AB}"/>
                </a:ext>
              </a:extLst>
            </p:cNvPr>
            <p:cNvCxnSpPr>
              <a:cxnSpLocks/>
              <a:stCxn id="745" idx="2"/>
              <a:endCxn id="742" idx="6"/>
            </p:cNvCxnSpPr>
            <p:nvPr/>
          </p:nvCxnSpPr>
          <p:spPr>
            <a:xfrm flipH="1">
              <a:off x="6241881" y="1254199"/>
              <a:ext cx="139840" cy="321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49" name="直接连接符 510">
              <a:extLst>
                <a:ext uri="{FF2B5EF4-FFF2-40B4-BE49-F238E27FC236}">
                  <a16:creationId xmlns:a16="http://schemas.microsoft.com/office/drawing/2014/main" id="{202FF3D9-EFA5-69AD-5141-9C4DC594C13E}"/>
                </a:ext>
              </a:extLst>
            </p:cNvPr>
            <p:cNvCxnSpPr>
              <a:cxnSpLocks/>
              <a:stCxn id="745" idx="2"/>
              <a:endCxn id="744" idx="6"/>
            </p:cNvCxnSpPr>
            <p:nvPr/>
          </p:nvCxnSpPr>
          <p:spPr>
            <a:xfrm flipH="1">
              <a:off x="6241881" y="1254199"/>
              <a:ext cx="139840" cy="15531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50" name="直接连接符 510">
              <a:extLst>
                <a:ext uri="{FF2B5EF4-FFF2-40B4-BE49-F238E27FC236}">
                  <a16:creationId xmlns:a16="http://schemas.microsoft.com/office/drawing/2014/main" id="{CB8F97A2-3F90-430E-AB21-10E8B7AE020D}"/>
                </a:ext>
              </a:extLst>
            </p:cNvPr>
            <p:cNvCxnSpPr>
              <a:cxnSpLocks/>
              <a:stCxn id="746" idx="2"/>
              <a:endCxn id="743" idx="6"/>
            </p:cNvCxnSpPr>
            <p:nvPr/>
          </p:nvCxnSpPr>
          <p:spPr>
            <a:xfrm flipH="1">
              <a:off x="6241881" y="1409196"/>
              <a:ext cx="139840" cy="15531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51" name="直接连接符 510">
              <a:extLst>
                <a:ext uri="{FF2B5EF4-FFF2-40B4-BE49-F238E27FC236}">
                  <a16:creationId xmlns:a16="http://schemas.microsoft.com/office/drawing/2014/main" id="{A55E6033-FCC4-5975-1AF8-C0C47206988F}"/>
                </a:ext>
              </a:extLst>
            </p:cNvPr>
            <p:cNvCxnSpPr>
              <a:cxnSpLocks/>
              <a:stCxn id="746" idx="2"/>
              <a:endCxn id="741" idx="6"/>
            </p:cNvCxnSpPr>
            <p:nvPr/>
          </p:nvCxnSpPr>
          <p:spPr>
            <a:xfrm flipH="1" flipV="1">
              <a:off x="6241881" y="1099523"/>
              <a:ext cx="139840" cy="309673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52" name="直接连接符 510">
              <a:extLst>
                <a:ext uri="{FF2B5EF4-FFF2-40B4-BE49-F238E27FC236}">
                  <a16:creationId xmlns:a16="http://schemas.microsoft.com/office/drawing/2014/main" id="{A60F73BC-B983-046F-91FF-3A5600C2E42A}"/>
                </a:ext>
              </a:extLst>
            </p:cNvPr>
            <p:cNvCxnSpPr>
              <a:cxnSpLocks/>
              <a:stCxn id="746" idx="2"/>
              <a:endCxn id="742" idx="6"/>
            </p:cNvCxnSpPr>
            <p:nvPr/>
          </p:nvCxnSpPr>
          <p:spPr>
            <a:xfrm flipH="1" flipV="1">
              <a:off x="6241881" y="1254520"/>
              <a:ext cx="139840" cy="15467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53" name="直接连接符 510">
              <a:extLst>
                <a:ext uri="{FF2B5EF4-FFF2-40B4-BE49-F238E27FC236}">
                  <a16:creationId xmlns:a16="http://schemas.microsoft.com/office/drawing/2014/main" id="{B35263F6-2FCF-27D3-13CA-4971F159887D}"/>
                </a:ext>
              </a:extLst>
            </p:cNvPr>
            <p:cNvCxnSpPr>
              <a:cxnSpLocks/>
              <a:stCxn id="746" idx="2"/>
              <a:endCxn id="744" idx="6"/>
            </p:cNvCxnSpPr>
            <p:nvPr/>
          </p:nvCxnSpPr>
          <p:spPr>
            <a:xfrm flipH="1">
              <a:off x="6241881" y="1409196"/>
              <a:ext cx="139840" cy="321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54" name="直接连接符 510">
              <a:extLst>
                <a:ext uri="{FF2B5EF4-FFF2-40B4-BE49-F238E27FC236}">
                  <a16:creationId xmlns:a16="http://schemas.microsoft.com/office/drawing/2014/main" id="{1C76BB52-FC33-DCB4-85D9-CDDCAB173ABA}"/>
                </a:ext>
              </a:extLst>
            </p:cNvPr>
            <p:cNvCxnSpPr>
              <a:cxnSpLocks/>
              <a:stCxn id="746" idx="2"/>
              <a:endCxn id="743" idx="6"/>
            </p:cNvCxnSpPr>
            <p:nvPr/>
          </p:nvCxnSpPr>
          <p:spPr>
            <a:xfrm flipH="1">
              <a:off x="6241881" y="1409196"/>
              <a:ext cx="139840" cy="15531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757" name="矩形 756">
            <a:extLst>
              <a:ext uri="{FF2B5EF4-FFF2-40B4-BE49-F238E27FC236}">
                <a16:creationId xmlns:a16="http://schemas.microsoft.com/office/drawing/2014/main" id="{6ECB9F48-317B-15BE-23F2-67B61B10D826}"/>
              </a:ext>
            </a:extLst>
          </p:cNvPr>
          <p:cNvSpPr/>
          <p:nvPr/>
        </p:nvSpPr>
        <p:spPr>
          <a:xfrm>
            <a:off x="282280" y="5640460"/>
            <a:ext cx="11668471" cy="115353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AF7AA474-5799-D092-1252-D0207BCDE7F6}"/>
              </a:ext>
            </a:extLst>
          </p:cNvPr>
          <p:cNvSpPr txBox="1"/>
          <p:nvPr/>
        </p:nvSpPr>
        <p:spPr>
          <a:xfrm>
            <a:off x="6174745" y="2813682"/>
            <a:ext cx="914954" cy="369332"/>
          </a:xfrm>
          <a:prstGeom prst="rect">
            <a:avLst/>
          </a:prstGeom>
          <a:solidFill>
            <a:srgbClr val="F8CBAD"/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T Task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7F3B516A-2CE1-106F-C018-2C2DEB7F45F7}"/>
              </a:ext>
            </a:extLst>
          </p:cNvPr>
          <p:cNvSpPr/>
          <p:nvPr/>
        </p:nvSpPr>
        <p:spPr>
          <a:xfrm>
            <a:off x="6892350" y="1194045"/>
            <a:ext cx="304584" cy="368472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74173796-4322-0E21-3F21-263D6B475E54}"/>
              </a:ext>
            </a:extLst>
          </p:cNvPr>
          <p:cNvSpPr txBox="1"/>
          <p:nvPr/>
        </p:nvSpPr>
        <p:spPr>
          <a:xfrm>
            <a:off x="7243427" y="2748236"/>
            <a:ext cx="392299" cy="3693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W</a:t>
            </a:r>
            <a:endParaRPr lang="zh-CN" altLang="en-US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588A98F2-D691-5013-6645-79544E844CD2}"/>
              </a:ext>
            </a:extLst>
          </p:cNvPr>
          <p:cNvSpPr txBox="1"/>
          <p:nvPr/>
        </p:nvSpPr>
        <p:spPr>
          <a:xfrm>
            <a:off x="7239114" y="2985236"/>
            <a:ext cx="1924317" cy="830997"/>
          </a:xfrm>
          <a:prstGeom prst="rect">
            <a:avLst/>
          </a:prstGeom>
          <a:noFill/>
          <a:ln w="19050">
            <a:noFill/>
            <a:prstDash val="solid"/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2400" dirty="0">
                <a:solidFill>
                  <a:srgbClr val="FF0000"/>
                </a:solidFill>
              </a:rPr>
              <a:t>Update</a:t>
            </a:r>
          </a:p>
          <a:p>
            <a:pPr algn="ctr"/>
            <a:r>
              <a:rPr lang="en-US" altLang="zh-CN" sz="2400" dirty="0">
                <a:solidFill>
                  <a:srgbClr val="FF0000"/>
                </a:solidFill>
              </a:rPr>
              <a:t>features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85286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288000" y="0"/>
            <a:ext cx="11164860" cy="141763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badi" panose="020B0604020202020204" pitchFamily="34" charset="0"/>
                <a:sym typeface="+mn-ea"/>
              </a:rPr>
              <a:t>Multi-GPU GNN Systems with Data Parallelism</a:t>
            </a:r>
            <a:endParaRPr lang="en-US" altLang="zh-CN" sz="3600" dirty="0">
              <a:latin typeface="Century Gothic" panose="020B050202020202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5" name="Rectangle 10"/>
          <p:cNvSpPr/>
          <p:nvPr/>
        </p:nvSpPr>
        <p:spPr>
          <a:xfrm>
            <a:off x="0" y="420787"/>
            <a:ext cx="288000" cy="57606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709CA35-E3F2-8BFB-A5B2-4DB572AEBBDF}"/>
              </a:ext>
            </a:extLst>
          </p:cNvPr>
          <p:cNvSpPr txBox="1"/>
          <p:nvPr/>
        </p:nvSpPr>
        <p:spPr>
          <a:xfrm>
            <a:off x="1558875" y="3539753"/>
            <a:ext cx="1088070" cy="400111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cs typeface="Arial" panose="020B0604020202020204" pitchFamily="34" charset="0"/>
              </a:rPr>
              <a:t>Graph</a:t>
            </a:r>
            <a:endParaRPr lang="zh-CN" altLang="en-US" sz="2000" b="1" dirty="0">
              <a:cs typeface="Arial" panose="020B0604020202020204" pitchFamily="34" charset="0"/>
            </a:endParaRP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B39A61F0-CCEA-47ED-52A7-1F966E022291}"/>
              </a:ext>
            </a:extLst>
          </p:cNvPr>
          <p:cNvSpPr/>
          <p:nvPr/>
        </p:nvSpPr>
        <p:spPr>
          <a:xfrm rot="5400000">
            <a:off x="2159528" y="2411057"/>
            <a:ext cx="323707" cy="323867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cs typeface="Arial" panose="020B0604020202020204" pitchFamily="34" charset="0"/>
              </a:rPr>
              <a:t>1</a:t>
            </a:r>
            <a:endParaRPr lang="zh-CN" altLang="en-US" sz="2400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FE8434F3-0B5B-1C4E-F302-A2502BCA608E}"/>
              </a:ext>
            </a:extLst>
          </p:cNvPr>
          <p:cNvSpPr/>
          <p:nvPr/>
        </p:nvSpPr>
        <p:spPr>
          <a:xfrm rot="5400000">
            <a:off x="2159528" y="3113846"/>
            <a:ext cx="323707" cy="323867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cs typeface="Arial" panose="020B0604020202020204" pitchFamily="34" charset="0"/>
              </a:rPr>
              <a:t>3</a:t>
            </a:r>
            <a:endParaRPr lang="zh-CN" altLang="en-US" sz="2400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005EA1F2-F4B4-4599-5060-A9A45AB8C69E}"/>
              </a:ext>
            </a:extLst>
          </p:cNvPr>
          <p:cNvSpPr/>
          <p:nvPr/>
        </p:nvSpPr>
        <p:spPr>
          <a:xfrm rot="5400000">
            <a:off x="1497554" y="2411057"/>
            <a:ext cx="323707" cy="323867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cs typeface="Arial" panose="020B0604020202020204" pitchFamily="34" charset="0"/>
              </a:rPr>
              <a:t>0</a:t>
            </a:r>
            <a:endParaRPr lang="zh-CN" altLang="en-US" sz="2400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D732ED16-3C19-3C6F-1602-6C25C988DEAE}"/>
              </a:ext>
            </a:extLst>
          </p:cNvPr>
          <p:cNvSpPr/>
          <p:nvPr/>
        </p:nvSpPr>
        <p:spPr>
          <a:xfrm rot="5400000">
            <a:off x="1497554" y="3113846"/>
            <a:ext cx="323707" cy="323867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cs typeface="Arial" panose="020B0604020202020204" pitchFamily="34" charset="0"/>
              </a:rPr>
              <a:t>2</a:t>
            </a:r>
            <a:endParaRPr lang="zh-CN" altLang="en-US" sz="2400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cxnSp>
        <p:nvCxnSpPr>
          <p:cNvPr id="10" name="直接连接符 781">
            <a:extLst>
              <a:ext uri="{FF2B5EF4-FFF2-40B4-BE49-F238E27FC236}">
                <a16:creationId xmlns:a16="http://schemas.microsoft.com/office/drawing/2014/main" id="{DB3AC2ED-3837-698E-C23B-16E9710CF8CC}"/>
              </a:ext>
            </a:extLst>
          </p:cNvPr>
          <p:cNvCxnSpPr>
            <a:cxnSpLocks/>
          </p:cNvCxnSpPr>
          <p:nvPr/>
        </p:nvCxnSpPr>
        <p:spPr>
          <a:xfrm flipH="1">
            <a:off x="1822802" y="2572983"/>
            <a:ext cx="32824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直接连接符 786">
            <a:extLst>
              <a:ext uri="{FF2B5EF4-FFF2-40B4-BE49-F238E27FC236}">
                <a16:creationId xmlns:a16="http://schemas.microsoft.com/office/drawing/2014/main" id="{9303225E-C395-7D69-D6AD-EA9B4C2E8382}"/>
              </a:ext>
            </a:extLst>
          </p:cNvPr>
          <p:cNvCxnSpPr>
            <a:cxnSpLocks/>
          </p:cNvCxnSpPr>
          <p:nvPr/>
        </p:nvCxnSpPr>
        <p:spPr>
          <a:xfrm>
            <a:off x="1659408" y="2734845"/>
            <a:ext cx="0" cy="37908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矩形 11">
            <a:extLst>
              <a:ext uri="{FF2B5EF4-FFF2-40B4-BE49-F238E27FC236}">
                <a16:creationId xmlns:a16="http://schemas.microsoft.com/office/drawing/2014/main" id="{3581CD8E-1448-B19F-1B68-0D1F9C367782}"/>
              </a:ext>
            </a:extLst>
          </p:cNvPr>
          <p:cNvSpPr/>
          <p:nvPr/>
        </p:nvSpPr>
        <p:spPr>
          <a:xfrm rot="5400000" flipH="1">
            <a:off x="934264" y="2322714"/>
            <a:ext cx="241954" cy="20543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52243E9-9892-C726-FCF6-84FAA3C18CA9}"/>
              </a:ext>
            </a:extLst>
          </p:cNvPr>
          <p:cNvSpPr/>
          <p:nvPr/>
        </p:nvSpPr>
        <p:spPr>
          <a:xfrm rot="5400000" flipH="1">
            <a:off x="728840" y="2322720"/>
            <a:ext cx="241951" cy="20543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71D65AA-0D66-B1CE-794D-EDB53C4B4479}"/>
              </a:ext>
            </a:extLst>
          </p:cNvPr>
          <p:cNvSpPr/>
          <p:nvPr/>
        </p:nvSpPr>
        <p:spPr>
          <a:xfrm rot="5400000" flipH="1">
            <a:off x="523408" y="2322723"/>
            <a:ext cx="241940" cy="20543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7D538AF-2F37-F0C4-3391-FE716A53A645}"/>
              </a:ext>
            </a:extLst>
          </p:cNvPr>
          <p:cNvSpPr/>
          <p:nvPr/>
        </p:nvSpPr>
        <p:spPr>
          <a:xfrm rot="5400000" flipH="1">
            <a:off x="317984" y="2322725"/>
            <a:ext cx="241940" cy="20543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613B9B69-EA97-BA51-0064-3909B61B0E0B}"/>
              </a:ext>
            </a:extLst>
          </p:cNvPr>
          <p:cNvSpPr/>
          <p:nvPr/>
        </p:nvSpPr>
        <p:spPr>
          <a:xfrm rot="5400000" flipH="1">
            <a:off x="934264" y="2618608"/>
            <a:ext cx="241954" cy="20543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F7C119F-79DE-4DCF-CB2C-DE3966EAD8E3}"/>
              </a:ext>
            </a:extLst>
          </p:cNvPr>
          <p:cNvSpPr/>
          <p:nvPr/>
        </p:nvSpPr>
        <p:spPr>
          <a:xfrm rot="5400000" flipH="1">
            <a:off x="728840" y="2618614"/>
            <a:ext cx="241951" cy="20543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89C482D-C736-3728-0BD3-D8E99212461A}"/>
              </a:ext>
            </a:extLst>
          </p:cNvPr>
          <p:cNvSpPr/>
          <p:nvPr/>
        </p:nvSpPr>
        <p:spPr>
          <a:xfrm rot="5400000" flipH="1">
            <a:off x="523408" y="2618618"/>
            <a:ext cx="241940" cy="20543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4BAA7583-B719-73E9-C06F-423CEF037D97}"/>
              </a:ext>
            </a:extLst>
          </p:cNvPr>
          <p:cNvSpPr/>
          <p:nvPr/>
        </p:nvSpPr>
        <p:spPr>
          <a:xfrm rot="5400000" flipH="1">
            <a:off x="317984" y="2618619"/>
            <a:ext cx="241940" cy="20543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B8A4FA2E-FE10-87C7-837A-AAE05A399BE5}"/>
              </a:ext>
            </a:extLst>
          </p:cNvPr>
          <p:cNvSpPr/>
          <p:nvPr/>
        </p:nvSpPr>
        <p:spPr>
          <a:xfrm rot="5400000" flipH="1">
            <a:off x="934264" y="3012260"/>
            <a:ext cx="241954" cy="20543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023EDA8C-50B1-FBB7-6C2E-A5114686966E}"/>
              </a:ext>
            </a:extLst>
          </p:cNvPr>
          <p:cNvSpPr/>
          <p:nvPr/>
        </p:nvSpPr>
        <p:spPr>
          <a:xfrm rot="5400000" flipH="1">
            <a:off x="728840" y="3012267"/>
            <a:ext cx="241951" cy="20543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F3962B14-3F48-92EC-90B0-7C33B574C1A9}"/>
              </a:ext>
            </a:extLst>
          </p:cNvPr>
          <p:cNvSpPr/>
          <p:nvPr/>
        </p:nvSpPr>
        <p:spPr>
          <a:xfrm rot="5400000" flipH="1">
            <a:off x="523408" y="3012270"/>
            <a:ext cx="241940" cy="20543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003F67E9-08F6-1BD1-E2B1-9CFBE06E56A4}"/>
              </a:ext>
            </a:extLst>
          </p:cNvPr>
          <p:cNvSpPr/>
          <p:nvPr/>
        </p:nvSpPr>
        <p:spPr>
          <a:xfrm rot="5400000" flipH="1">
            <a:off x="317984" y="3012271"/>
            <a:ext cx="241940" cy="20543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8BDF58AD-3195-EC7A-2898-F9B2B6CC2FA3}"/>
              </a:ext>
            </a:extLst>
          </p:cNvPr>
          <p:cNvSpPr/>
          <p:nvPr/>
        </p:nvSpPr>
        <p:spPr>
          <a:xfrm rot="5400000" flipH="1">
            <a:off x="934264" y="3308155"/>
            <a:ext cx="241954" cy="20543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D2773DE6-85D0-A06A-6904-1BEDB52E2868}"/>
              </a:ext>
            </a:extLst>
          </p:cNvPr>
          <p:cNvSpPr/>
          <p:nvPr/>
        </p:nvSpPr>
        <p:spPr>
          <a:xfrm rot="5400000" flipH="1">
            <a:off x="728840" y="3308161"/>
            <a:ext cx="241951" cy="20543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D93687DD-9D0D-F7CC-0741-6FD0E4C10B4D}"/>
              </a:ext>
            </a:extLst>
          </p:cNvPr>
          <p:cNvSpPr/>
          <p:nvPr/>
        </p:nvSpPr>
        <p:spPr>
          <a:xfrm rot="5400000" flipH="1">
            <a:off x="523408" y="3308164"/>
            <a:ext cx="241940" cy="20543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FC1B7654-C154-821A-F35D-EA4FB15E19F5}"/>
              </a:ext>
            </a:extLst>
          </p:cNvPr>
          <p:cNvSpPr/>
          <p:nvPr/>
        </p:nvSpPr>
        <p:spPr>
          <a:xfrm rot="5400000" flipH="1">
            <a:off x="317984" y="3308166"/>
            <a:ext cx="241940" cy="20543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6C1D67B6-D2FF-B109-D2B2-692FA1CF3339}"/>
              </a:ext>
            </a:extLst>
          </p:cNvPr>
          <p:cNvSpPr txBox="1"/>
          <p:nvPr/>
        </p:nvSpPr>
        <p:spPr>
          <a:xfrm>
            <a:off x="266734" y="3539753"/>
            <a:ext cx="1071288" cy="400111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cs typeface="Arial" panose="020B0604020202020204" pitchFamily="34" charset="0"/>
              </a:rPr>
              <a:t>Feature</a:t>
            </a:r>
            <a:endParaRPr lang="zh-CN" altLang="en-US" sz="2000" b="1" dirty="0">
              <a:cs typeface="Arial" panose="020B0604020202020204" pitchFamily="34" charset="0"/>
            </a:endParaRPr>
          </a:p>
        </p:txBody>
      </p:sp>
      <p:cxnSp>
        <p:nvCxnSpPr>
          <p:cNvPr id="29" name="直接连接符 458">
            <a:extLst>
              <a:ext uri="{FF2B5EF4-FFF2-40B4-BE49-F238E27FC236}">
                <a16:creationId xmlns:a16="http://schemas.microsoft.com/office/drawing/2014/main" id="{DAC8C52F-4119-E7A7-E314-24B55CA85BFB}"/>
              </a:ext>
            </a:extLst>
          </p:cNvPr>
          <p:cNvCxnSpPr>
            <a:cxnSpLocks/>
          </p:cNvCxnSpPr>
          <p:nvPr/>
        </p:nvCxnSpPr>
        <p:spPr>
          <a:xfrm flipV="1">
            <a:off x="2321382" y="2732658"/>
            <a:ext cx="0" cy="38126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直接连接符 461">
            <a:extLst>
              <a:ext uri="{FF2B5EF4-FFF2-40B4-BE49-F238E27FC236}">
                <a16:creationId xmlns:a16="http://schemas.microsoft.com/office/drawing/2014/main" id="{F1650873-22F4-E5CE-9D3D-7C95411A68DB}"/>
              </a:ext>
            </a:extLst>
          </p:cNvPr>
          <p:cNvCxnSpPr>
            <a:cxnSpLocks/>
            <a:stCxn id="7" idx="3"/>
            <a:endCxn id="8" idx="7"/>
          </p:cNvCxnSpPr>
          <p:nvPr/>
        </p:nvCxnSpPr>
        <p:spPr>
          <a:xfrm flipH="1" flipV="1">
            <a:off x="1773912" y="2687439"/>
            <a:ext cx="432966" cy="47389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直接连接符 464">
            <a:extLst>
              <a:ext uri="{FF2B5EF4-FFF2-40B4-BE49-F238E27FC236}">
                <a16:creationId xmlns:a16="http://schemas.microsoft.com/office/drawing/2014/main" id="{26FDE370-8104-0FB5-18EA-6B201C1A8426}"/>
              </a:ext>
            </a:extLst>
          </p:cNvPr>
          <p:cNvCxnSpPr>
            <a:cxnSpLocks/>
          </p:cNvCxnSpPr>
          <p:nvPr/>
        </p:nvCxnSpPr>
        <p:spPr>
          <a:xfrm flipH="1">
            <a:off x="1819882" y="3275772"/>
            <a:ext cx="3299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直接连接符 483">
            <a:extLst>
              <a:ext uri="{FF2B5EF4-FFF2-40B4-BE49-F238E27FC236}">
                <a16:creationId xmlns:a16="http://schemas.microsoft.com/office/drawing/2014/main" id="{AFD05B67-E2F5-0A4B-1E5E-06D7C966D580}"/>
              </a:ext>
            </a:extLst>
          </p:cNvPr>
          <p:cNvCxnSpPr>
            <a:cxnSpLocks/>
          </p:cNvCxnSpPr>
          <p:nvPr/>
        </p:nvCxnSpPr>
        <p:spPr>
          <a:xfrm flipH="1">
            <a:off x="221520" y="2916998"/>
            <a:ext cx="2233003" cy="4534"/>
          </a:xfrm>
          <a:prstGeom prst="line">
            <a:avLst/>
          </a:prstGeom>
          <a:ln w="28575">
            <a:solidFill>
              <a:schemeClr val="tx1"/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文本框 33">
            <a:extLst>
              <a:ext uri="{FF2B5EF4-FFF2-40B4-BE49-F238E27FC236}">
                <a16:creationId xmlns:a16="http://schemas.microsoft.com/office/drawing/2014/main" id="{B5B77D80-DB02-E6D6-8740-E194BBB02681}"/>
              </a:ext>
            </a:extLst>
          </p:cNvPr>
          <p:cNvSpPr txBox="1"/>
          <p:nvPr/>
        </p:nvSpPr>
        <p:spPr>
          <a:xfrm>
            <a:off x="2246021" y="1378128"/>
            <a:ext cx="1182662" cy="461665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cs typeface="Arial" panose="020B0604020202020204" pitchFamily="34" charset="0"/>
              </a:rPr>
              <a:t>GPU1</a:t>
            </a:r>
            <a:endParaRPr lang="zh-CN" altLang="en-US" sz="3600" b="1" dirty="0">
              <a:cs typeface="Arial" panose="020B0604020202020204" pitchFamily="34" charset="0"/>
            </a:endParaRPr>
          </a:p>
        </p:txBody>
      </p:sp>
      <p:cxnSp>
        <p:nvCxnSpPr>
          <p:cNvPr id="35" name="直接连接符 953">
            <a:extLst>
              <a:ext uri="{FF2B5EF4-FFF2-40B4-BE49-F238E27FC236}">
                <a16:creationId xmlns:a16="http://schemas.microsoft.com/office/drawing/2014/main" id="{7C8AD6D7-C4BB-4033-F0AB-A7F03B7521FF}"/>
              </a:ext>
            </a:extLst>
          </p:cNvPr>
          <p:cNvCxnSpPr>
            <a:cxnSpLocks/>
          </p:cNvCxnSpPr>
          <p:nvPr/>
        </p:nvCxnSpPr>
        <p:spPr>
          <a:xfrm flipV="1">
            <a:off x="1175682" y="1622243"/>
            <a:ext cx="1036461" cy="392021"/>
          </a:xfrm>
          <a:prstGeom prst="bentConnector3">
            <a:avLst>
              <a:gd name="adj1" fmla="val 771"/>
            </a:avLst>
          </a:prstGeom>
          <a:ln w="28575">
            <a:solidFill>
              <a:schemeClr val="tx1"/>
            </a:solidFill>
            <a:prstDash val="solid"/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直接连接符 953">
            <a:extLst>
              <a:ext uri="{FF2B5EF4-FFF2-40B4-BE49-F238E27FC236}">
                <a16:creationId xmlns:a16="http://schemas.microsoft.com/office/drawing/2014/main" id="{B146A5E1-49C1-BE21-841F-26638414C3E4}"/>
              </a:ext>
            </a:extLst>
          </p:cNvPr>
          <p:cNvCxnSpPr>
            <a:cxnSpLocks/>
          </p:cNvCxnSpPr>
          <p:nvPr/>
        </p:nvCxnSpPr>
        <p:spPr>
          <a:xfrm>
            <a:off x="1153137" y="4036528"/>
            <a:ext cx="1052054" cy="440352"/>
          </a:xfrm>
          <a:prstGeom prst="bentConnector3">
            <a:avLst>
              <a:gd name="adj1" fmla="val 891"/>
            </a:avLst>
          </a:prstGeom>
          <a:ln w="28575">
            <a:solidFill>
              <a:schemeClr val="tx1"/>
            </a:solidFill>
            <a:prstDash val="solid"/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文本框 36">
            <a:extLst>
              <a:ext uri="{FF2B5EF4-FFF2-40B4-BE49-F238E27FC236}">
                <a16:creationId xmlns:a16="http://schemas.microsoft.com/office/drawing/2014/main" id="{249EBF6A-EF98-67F1-7BCF-3B6A5A0688EF}"/>
              </a:ext>
            </a:extLst>
          </p:cNvPr>
          <p:cNvSpPr txBox="1"/>
          <p:nvPr/>
        </p:nvSpPr>
        <p:spPr>
          <a:xfrm>
            <a:off x="2213257" y="4242542"/>
            <a:ext cx="1182662" cy="461665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cs typeface="Arial" panose="020B0604020202020204" pitchFamily="34" charset="0"/>
              </a:rPr>
              <a:t>GPU2</a:t>
            </a:r>
            <a:endParaRPr lang="zh-CN" altLang="en-US" sz="3600" b="1" dirty="0"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5DB06333-BA64-FBE8-5A9B-CC810276AE39}"/>
                  </a:ext>
                </a:extLst>
              </p:cNvPr>
              <p:cNvSpPr txBox="1"/>
              <p:nvPr/>
            </p:nvSpPr>
            <p:spPr>
              <a:xfrm>
                <a:off x="266734" y="3818078"/>
                <a:ext cx="1071288" cy="461665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1" i="1" dirty="0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altLang="zh-CN" sz="2400" b="1" i="1" dirty="0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𝑿</m:t>
                          </m:r>
                        </m:e>
                        <m:sub>
                          <m:r>
                            <a:rPr lang="en-US" altLang="zh-CN" sz="2400" b="1" i="1" dirty="0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𝟎</m:t>
                          </m:r>
                        </m:sub>
                      </m:sSub>
                    </m:oMath>
                  </m:oMathPara>
                </a14:m>
                <a:endParaRPr lang="zh-CN" altLang="en-US" sz="2400" b="1" dirty="0">
                  <a:solidFill>
                    <a:schemeClr val="accent6"/>
                  </a:solidFill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5DB06333-BA64-FBE8-5A9B-CC810276AE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734" y="3818078"/>
                <a:ext cx="1071288" cy="461665"/>
              </a:xfrm>
              <a:prstGeom prst="rect">
                <a:avLst/>
              </a:prstGeom>
              <a:blipFill>
                <a:blip r:embed="rId3"/>
                <a:stretch>
                  <a:fillRect b="-2632"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59" name="文本框 658">
            <a:extLst>
              <a:ext uri="{FF2B5EF4-FFF2-40B4-BE49-F238E27FC236}">
                <a16:creationId xmlns:a16="http://schemas.microsoft.com/office/drawing/2014/main" id="{C3325C92-8017-D209-BA86-E92D3C0460F3}"/>
              </a:ext>
            </a:extLst>
          </p:cNvPr>
          <p:cNvSpPr txBox="1"/>
          <p:nvPr/>
        </p:nvSpPr>
        <p:spPr>
          <a:xfrm>
            <a:off x="241248" y="6064139"/>
            <a:ext cx="3157268" cy="400110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FF0000"/>
                </a:solidFill>
                <a:cs typeface="Arial" panose="020B0604020202020204" pitchFamily="34" charset="0"/>
              </a:rPr>
              <a:t>The Memory of GPU 1</a:t>
            </a:r>
            <a:endParaRPr lang="zh-CN" altLang="en-US" sz="3200" b="1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  <p:grpSp>
        <p:nvGrpSpPr>
          <p:cNvPr id="597" name="组合 596">
            <a:extLst>
              <a:ext uri="{FF2B5EF4-FFF2-40B4-BE49-F238E27FC236}">
                <a16:creationId xmlns:a16="http://schemas.microsoft.com/office/drawing/2014/main" id="{A3AB9EC3-2062-BD90-4223-E74AE1176097}"/>
              </a:ext>
            </a:extLst>
          </p:cNvPr>
          <p:cNvGrpSpPr/>
          <p:nvPr/>
        </p:nvGrpSpPr>
        <p:grpSpPr>
          <a:xfrm>
            <a:off x="3676702" y="6065534"/>
            <a:ext cx="621640" cy="669775"/>
            <a:chOff x="3656357" y="6507685"/>
            <a:chExt cx="621640" cy="669775"/>
          </a:xfrm>
        </p:grpSpPr>
        <p:sp>
          <p:nvSpPr>
            <p:cNvPr id="598" name="矩形 1174">
              <a:extLst>
                <a:ext uri="{FF2B5EF4-FFF2-40B4-BE49-F238E27FC236}">
                  <a16:creationId xmlns:a16="http://schemas.microsoft.com/office/drawing/2014/main" id="{2C73A039-57CE-A483-8347-742AC622A14C}"/>
                </a:ext>
              </a:extLst>
            </p:cNvPr>
            <p:cNvSpPr/>
            <p:nvPr/>
          </p:nvSpPr>
          <p:spPr>
            <a:xfrm rot="10800000">
              <a:off x="3657805" y="7037952"/>
              <a:ext cx="618707" cy="139508"/>
            </a:xfrm>
            <a:custGeom>
              <a:avLst/>
              <a:gdLst>
                <a:gd name="connsiteX0" fmla="*/ 0 w 595706"/>
                <a:gd name="connsiteY0" fmla="*/ 0 h 92965"/>
                <a:gd name="connsiteX1" fmla="*/ 595706 w 595706"/>
                <a:gd name="connsiteY1" fmla="*/ 0 h 92965"/>
                <a:gd name="connsiteX2" fmla="*/ 595706 w 595706"/>
                <a:gd name="connsiteY2" fmla="*/ 92965 h 92965"/>
                <a:gd name="connsiteX3" fmla="*/ 0 w 595706"/>
                <a:gd name="connsiteY3" fmla="*/ 92965 h 92965"/>
                <a:gd name="connsiteX4" fmla="*/ 0 w 595706"/>
                <a:gd name="connsiteY4" fmla="*/ 0 h 92965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131 w 595837"/>
                <a:gd name="connsiteY0" fmla="*/ 0 h 148754"/>
                <a:gd name="connsiteX1" fmla="*/ 595837 w 595837"/>
                <a:gd name="connsiteY1" fmla="*/ 0 h 148754"/>
                <a:gd name="connsiteX2" fmla="*/ 595837 w 595837"/>
                <a:gd name="connsiteY2" fmla="*/ 92965 h 148754"/>
                <a:gd name="connsiteX3" fmla="*/ 131 w 595837"/>
                <a:gd name="connsiteY3" fmla="*/ 148754 h 148754"/>
                <a:gd name="connsiteX4" fmla="*/ 131 w 595837"/>
                <a:gd name="connsiteY4" fmla="*/ 0 h 148754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56571"/>
                <a:gd name="connsiteX1" fmla="*/ 595837 w 595837"/>
                <a:gd name="connsiteY1" fmla="*/ 0 h 156571"/>
                <a:gd name="connsiteX2" fmla="*/ 594316 w 595837"/>
                <a:gd name="connsiteY2" fmla="*/ 141984 h 156571"/>
                <a:gd name="connsiteX3" fmla="*/ 131 w 595837"/>
                <a:gd name="connsiteY3" fmla="*/ 140590 h 156571"/>
                <a:gd name="connsiteX4" fmla="*/ 131 w 595837"/>
                <a:gd name="connsiteY4" fmla="*/ 0 h 156571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0 w 600949"/>
                <a:gd name="connsiteY0" fmla="*/ 0 h 271309"/>
                <a:gd name="connsiteX1" fmla="*/ 600949 w 600949"/>
                <a:gd name="connsiteY1" fmla="*/ 0 h 271309"/>
                <a:gd name="connsiteX2" fmla="*/ 599428 w 600949"/>
                <a:gd name="connsiteY2" fmla="*/ 141984 h 271309"/>
                <a:gd name="connsiteX3" fmla="*/ 3722 w 600949"/>
                <a:gd name="connsiteY3" fmla="*/ 271309 h 271309"/>
                <a:gd name="connsiteX4" fmla="*/ 0 w 600949"/>
                <a:gd name="connsiteY4" fmla="*/ 0 h 271309"/>
                <a:gd name="connsiteX0" fmla="*/ 0 w 599639"/>
                <a:gd name="connsiteY0" fmla="*/ 0 h 271309"/>
                <a:gd name="connsiteX1" fmla="*/ 599639 w 599639"/>
                <a:gd name="connsiteY1" fmla="*/ 0 h 271309"/>
                <a:gd name="connsiteX2" fmla="*/ 599428 w 599639"/>
                <a:gd name="connsiteY2" fmla="*/ 141984 h 271309"/>
                <a:gd name="connsiteX3" fmla="*/ 3722 w 599639"/>
                <a:gd name="connsiteY3" fmla="*/ 271309 h 271309"/>
                <a:gd name="connsiteX4" fmla="*/ 0 w 599639"/>
                <a:gd name="connsiteY4" fmla="*/ 0 h 271309"/>
                <a:gd name="connsiteX0" fmla="*/ 0 w 597018"/>
                <a:gd name="connsiteY0" fmla="*/ 0 h 271309"/>
                <a:gd name="connsiteX1" fmla="*/ 597018 w 597018"/>
                <a:gd name="connsiteY1" fmla="*/ 0 h 271309"/>
                <a:gd name="connsiteX2" fmla="*/ 596807 w 597018"/>
                <a:gd name="connsiteY2" fmla="*/ 141984 h 271309"/>
                <a:gd name="connsiteX3" fmla="*/ 1101 w 597018"/>
                <a:gd name="connsiteY3" fmla="*/ 271309 h 271309"/>
                <a:gd name="connsiteX4" fmla="*/ 0 w 597018"/>
                <a:gd name="connsiteY4" fmla="*/ 0 h 271309"/>
                <a:gd name="connsiteX0" fmla="*/ 0 w 596807"/>
                <a:gd name="connsiteY0" fmla="*/ 0 h 271309"/>
                <a:gd name="connsiteX1" fmla="*/ 591775 w 596807"/>
                <a:gd name="connsiteY1" fmla="*/ 0 h 271309"/>
                <a:gd name="connsiteX2" fmla="*/ 596807 w 596807"/>
                <a:gd name="connsiteY2" fmla="*/ 141984 h 271309"/>
                <a:gd name="connsiteX3" fmla="*/ 1101 w 596807"/>
                <a:gd name="connsiteY3" fmla="*/ 271309 h 271309"/>
                <a:gd name="connsiteX4" fmla="*/ 0 w 596807"/>
                <a:gd name="connsiteY4" fmla="*/ 0 h 271309"/>
                <a:gd name="connsiteX0" fmla="*/ 0 w 596807"/>
                <a:gd name="connsiteY0" fmla="*/ 0 h 271309"/>
                <a:gd name="connsiteX1" fmla="*/ 595708 w 596807"/>
                <a:gd name="connsiteY1" fmla="*/ 0 h 271309"/>
                <a:gd name="connsiteX2" fmla="*/ 596807 w 596807"/>
                <a:gd name="connsiteY2" fmla="*/ 141984 h 271309"/>
                <a:gd name="connsiteX3" fmla="*/ 1101 w 596807"/>
                <a:gd name="connsiteY3" fmla="*/ 271309 h 271309"/>
                <a:gd name="connsiteX4" fmla="*/ 0 w 596807"/>
                <a:gd name="connsiteY4" fmla="*/ 0 h 271309"/>
                <a:gd name="connsiteX0" fmla="*/ 0 w 595708"/>
                <a:gd name="connsiteY0" fmla="*/ 0 h 271309"/>
                <a:gd name="connsiteX1" fmla="*/ 595708 w 595708"/>
                <a:gd name="connsiteY1" fmla="*/ 0 h 271309"/>
                <a:gd name="connsiteX2" fmla="*/ 594186 w 595708"/>
                <a:gd name="connsiteY2" fmla="*/ 141985 h 271309"/>
                <a:gd name="connsiteX3" fmla="*/ 1101 w 595708"/>
                <a:gd name="connsiteY3" fmla="*/ 271309 h 271309"/>
                <a:gd name="connsiteX4" fmla="*/ 0 w 595708"/>
                <a:gd name="connsiteY4" fmla="*/ 0 h 271309"/>
                <a:gd name="connsiteX0" fmla="*/ 0 w 596439"/>
                <a:gd name="connsiteY0" fmla="*/ 109083 h 380392"/>
                <a:gd name="connsiteX1" fmla="*/ 595708 w 596439"/>
                <a:gd name="connsiteY1" fmla="*/ 109083 h 380392"/>
                <a:gd name="connsiteX2" fmla="*/ 594186 w 596439"/>
                <a:gd name="connsiteY2" fmla="*/ 251068 h 380392"/>
                <a:gd name="connsiteX3" fmla="*/ 1101 w 596439"/>
                <a:gd name="connsiteY3" fmla="*/ 380392 h 380392"/>
                <a:gd name="connsiteX4" fmla="*/ 0 w 596439"/>
                <a:gd name="connsiteY4" fmla="*/ 109083 h 380392"/>
                <a:gd name="connsiteX0" fmla="*/ 0 w 595708"/>
                <a:gd name="connsiteY0" fmla="*/ 0 h 271309"/>
                <a:gd name="connsiteX1" fmla="*/ 595708 w 595708"/>
                <a:gd name="connsiteY1" fmla="*/ 0 h 271309"/>
                <a:gd name="connsiteX2" fmla="*/ 594186 w 595708"/>
                <a:gd name="connsiteY2" fmla="*/ 141985 h 271309"/>
                <a:gd name="connsiteX3" fmla="*/ 1101 w 595708"/>
                <a:gd name="connsiteY3" fmla="*/ 271309 h 271309"/>
                <a:gd name="connsiteX4" fmla="*/ 0 w 595708"/>
                <a:gd name="connsiteY4" fmla="*/ 0 h 271309"/>
                <a:gd name="connsiteX0" fmla="*/ 0 w 596808"/>
                <a:gd name="connsiteY0" fmla="*/ 0 h 271309"/>
                <a:gd name="connsiteX1" fmla="*/ 595708 w 596808"/>
                <a:gd name="connsiteY1" fmla="*/ 0 h 271309"/>
                <a:gd name="connsiteX2" fmla="*/ 596808 w 596808"/>
                <a:gd name="connsiteY2" fmla="*/ 141985 h 271309"/>
                <a:gd name="connsiteX3" fmla="*/ 1101 w 596808"/>
                <a:gd name="connsiteY3" fmla="*/ 271309 h 271309"/>
                <a:gd name="connsiteX4" fmla="*/ 0 w 596808"/>
                <a:gd name="connsiteY4" fmla="*/ 0 h 271309"/>
                <a:gd name="connsiteX0" fmla="*/ 0 w 596808"/>
                <a:gd name="connsiteY0" fmla="*/ 0 h 271309"/>
                <a:gd name="connsiteX1" fmla="*/ 595708 w 596808"/>
                <a:gd name="connsiteY1" fmla="*/ 0 h 271309"/>
                <a:gd name="connsiteX2" fmla="*/ 596808 w 596808"/>
                <a:gd name="connsiteY2" fmla="*/ 141985 h 271309"/>
                <a:gd name="connsiteX3" fmla="*/ 1101 w 596808"/>
                <a:gd name="connsiteY3" fmla="*/ 271309 h 271309"/>
                <a:gd name="connsiteX4" fmla="*/ 0 w 596808"/>
                <a:gd name="connsiteY4" fmla="*/ 0 h 271309"/>
                <a:gd name="connsiteX0" fmla="*/ 0 w 596808"/>
                <a:gd name="connsiteY0" fmla="*/ 0 h 271309"/>
                <a:gd name="connsiteX1" fmla="*/ 595708 w 596808"/>
                <a:gd name="connsiteY1" fmla="*/ 0 h 271309"/>
                <a:gd name="connsiteX2" fmla="*/ 596808 w 596808"/>
                <a:gd name="connsiteY2" fmla="*/ 141985 h 271309"/>
                <a:gd name="connsiteX3" fmla="*/ 1101 w 596808"/>
                <a:gd name="connsiteY3" fmla="*/ 271309 h 271309"/>
                <a:gd name="connsiteX4" fmla="*/ 0 w 596808"/>
                <a:gd name="connsiteY4" fmla="*/ 0 h 271309"/>
                <a:gd name="connsiteX0" fmla="*/ 0 w 595708"/>
                <a:gd name="connsiteY0" fmla="*/ 0 h 271309"/>
                <a:gd name="connsiteX1" fmla="*/ 595708 w 595708"/>
                <a:gd name="connsiteY1" fmla="*/ 0 h 271309"/>
                <a:gd name="connsiteX2" fmla="*/ 594186 w 595708"/>
                <a:gd name="connsiteY2" fmla="*/ 141985 h 271309"/>
                <a:gd name="connsiteX3" fmla="*/ 1101 w 595708"/>
                <a:gd name="connsiteY3" fmla="*/ 271309 h 271309"/>
                <a:gd name="connsiteX4" fmla="*/ 0 w 595708"/>
                <a:gd name="connsiteY4" fmla="*/ 0 h 271309"/>
                <a:gd name="connsiteX0" fmla="*/ 0 w 595708"/>
                <a:gd name="connsiteY0" fmla="*/ 0 h 271309"/>
                <a:gd name="connsiteX1" fmla="*/ 595708 w 595708"/>
                <a:gd name="connsiteY1" fmla="*/ 0 h 271309"/>
                <a:gd name="connsiteX2" fmla="*/ 594186 w 595708"/>
                <a:gd name="connsiteY2" fmla="*/ 141985 h 271309"/>
                <a:gd name="connsiteX3" fmla="*/ 1101 w 595708"/>
                <a:gd name="connsiteY3" fmla="*/ 271309 h 271309"/>
                <a:gd name="connsiteX4" fmla="*/ 0 w 595708"/>
                <a:gd name="connsiteY4" fmla="*/ 0 h 271309"/>
                <a:gd name="connsiteX0" fmla="*/ 0 w 595936"/>
                <a:gd name="connsiteY0" fmla="*/ 0 h 271309"/>
                <a:gd name="connsiteX1" fmla="*/ 595708 w 595936"/>
                <a:gd name="connsiteY1" fmla="*/ 0 h 271309"/>
                <a:gd name="connsiteX2" fmla="*/ 594186 w 595936"/>
                <a:gd name="connsiteY2" fmla="*/ 141985 h 271309"/>
                <a:gd name="connsiteX3" fmla="*/ 1101 w 595936"/>
                <a:gd name="connsiteY3" fmla="*/ 271309 h 271309"/>
                <a:gd name="connsiteX4" fmla="*/ 0 w 595936"/>
                <a:gd name="connsiteY4" fmla="*/ 0 h 271309"/>
                <a:gd name="connsiteX0" fmla="*/ 319 w 596255"/>
                <a:gd name="connsiteY0" fmla="*/ 0 h 271309"/>
                <a:gd name="connsiteX1" fmla="*/ 596027 w 596255"/>
                <a:gd name="connsiteY1" fmla="*/ 0 h 271309"/>
                <a:gd name="connsiteX2" fmla="*/ 594505 w 596255"/>
                <a:gd name="connsiteY2" fmla="*/ 141985 h 271309"/>
                <a:gd name="connsiteX3" fmla="*/ 110 w 596255"/>
                <a:gd name="connsiteY3" fmla="*/ 271309 h 271309"/>
                <a:gd name="connsiteX4" fmla="*/ 319 w 596255"/>
                <a:gd name="connsiteY4" fmla="*/ 0 h 271309"/>
                <a:gd name="connsiteX0" fmla="*/ 0 w 595936"/>
                <a:gd name="connsiteY0" fmla="*/ 0 h 271309"/>
                <a:gd name="connsiteX1" fmla="*/ 595708 w 595936"/>
                <a:gd name="connsiteY1" fmla="*/ 0 h 271309"/>
                <a:gd name="connsiteX2" fmla="*/ 594186 w 595936"/>
                <a:gd name="connsiteY2" fmla="*/ 141985 h 271309"/>
                <a:gd name="connsiteX3" fmla="*/ 1101 w 595936"/>
                <a:gd name="connsiteY3" fmla="*/ 271309 h 271309"/>
                <a:gd name="connsiteX4" fmla="*/ 0 w 595936"/>
                <a:gd name="connsiteY4" fmla="*/ 0 h 271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5936" h="271309">
                  <a:moveTo>
                    <a:pt x="0" y="0"/>
                  </a:moveTo>
                  <a:lnTo>
                    <a:pt x="595708" y="0"/>
                  </a:lnTo>
                  <a:cubicBezTo>
                    <a:pt x="595708" y="30988"/>
                    <a:pt x="596806" y="39550"/>
                    <a:pt x="594186" y="141985"/>
                  </a:cubicBezTo>
                  <a:cubicBezTo>
                    <a:pt x="404809" y="352086"/>
                    <a:pt x="341643" y="22672"/>
                    <a:pt x="1101" y="271309"/>
                  </a:cubicBezTo>
                  <a:cubicBezTo>
                    <a:pt x="647" y="226260"/>
                    <a:pt x="454" y="45049"/>
                    <a:pt x="0" y="0"/>
                  </a:cubicBez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599" name="组合 598">
              <a:extLst>
                <a:ext uri="{FF2B5EF4-FFF2-40B4-BE49-F238E27FC236}">
                  <a16:creationId xmlns:a16="http://schemas.microsoft.com/office/drawing/2014/main" id="{886584A2-8F14-0343-BBB5-66400C61BE8D}"/>
                </a:ext>
              </a:extLst>
            </p:cNvPr>
            <p:cNvGrpSpPr/>
            <p:nvPr/>
          </p:nvGrpSpPr>
          <p:grpSpPr>
            <a:xfrm>
              <a:off x="3656357" y="6507685"/>
              <a:ext cx="621640" cy="663817"/>
              <a:chOff x="3656357" y="6507685"/>
              <a:chExt cx="621640" cy="663817"/>
            </a:xfrm>
          </p:grpSpPr>
          <p:sp>
            <p:nvSpPr>
              <p:cNvPr id="600" name="矩形 599">
                <a:extLst>
                  <a:ext uri="{FF2B5EF4-FFF2-40B4-BE49-F238E27FC236}">
                    <a16:creationId xmlns:a16="http://schemas.microsoft.com/office/drawing/2014/main" id="{2F6AB136-4DF9-AA70-40CA-8EDCA4A1FE98}"/>
                  </a:ext>
                </a:extLst>
              </p:cNvPr>
              <p:cNvSpPr/>
              <p:nvPr/>
            </p:nvSpPr>
            <p:spPr>
              <a:xfrm>
                <a:off x="3656465" y="6640950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01" name="矩形 600">
                <a:extLst>
                  <a:ext uri="{FF2B5EF4-FFF2-40B4-BE49-F238E27FC236}">
                    <a16:creationId xmlns:a16="http://schemas.microsoft.com/office/drawing/2014/main" id="{C982E763-E1FC-89BD-FB27-F448F1BC94EB}"/>
                  </a:ext>
                </a:extLst>
              </p:cNvPr>
              <p:cNvSpPr/>
              <p:nvPr/>
            </p:nvSpPr>
            <p:spPr>
              <a:xfrm>
                <a:off x="3811875" y="6640950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02" name="矩形 601">
                <a:extLst>
                  <a:ext uri="{FF2B5EF4-FFF2-40B4-BE49-F238E27FC236}">
                    <a16:creationId xmlns:a16="http://schemas.microsoft.com/office/drawing/2014/main" id="{892005E8-9890-7EEE-DF73-CF2E818B6F00}"/>
                  </a:ext>
                </a:extLst>
              </p:cNvPr>
              <p:cNvSpPr/>
              <p:nvPr/>
            </p:nvSpPr>
            <p:spPr>
              <a:xfrm>
                <a:off x="3967285" y="6640950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03" name="矩形 602">
                <a:extLst>
                  <a:ext uri="{FF2B5EF4-FFF2-40B4-BE49-F238E27FC236}">
                    <a16:creationId xmlns:a16="http://schemas.microsoft.com/office/drawing/2014/main" id="{61A23AB9-1225-584B-F902-9B329100B108}"/>
                  </a:ext>
                </a:extLst>
              </p:cNvPr>
              <p:cNvSpPr/>
              <p:nvPr/>
            </p:nvSpPr>
            <p:spPr>
              <a:xfrm>
                <a:off x="4122695" y="6640950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04" name="矩形 603">
                <a:extLst>
                  <a:ext uri="{FF2B5EF4-FFF2-40B4-BE49-F238E27FC236}">
                    <a16:creationId xmlns:a16="http://schemas.microsoft.com/office/drawing/2014/main" id="{B2BB2A90-9AC8-D6F5-61F6-B9FE661445A1}"/>
                  </a:ext>
                </a:extLst>
              </p:cNvPr>
              <p:cNvSpPr/>
              <p:nvPr/>
            </p:nvSpPr>
            <p:spPr>
              <a:xfrm>
                <a:off x="3656465" y="6773574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05" name="矩形 604">
                <a:extLst>
                  <a:ext uri="{FF2B5EF4-FFF2-40B4-BE49-F238E27FC236}">
                    <a16:creationId xmlns:a16="http://schemas.microsoft.com/office/drawing/2014/main" id="{97399F19-77FD-4D0C-89BD-177D20715424}"/>
                  </a:ext>
                </a:extLst>
              </p:cNvPr>
              <p:cNvSpPr/>
              <p:nvPr/>
            </p:nvSpPr>
            <p:spPr>
              <a:xfrm>
                <a:off x="3811875" y="6773574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06" name="矩形 605">
                <a:extLst>
                  <a:ext uri="{FF2B5EF4-FFF2-40B4-BE49-F238E27FC236}">
                    <a16:creationId xmlns:a16="http://schemas.microsoft.com/office/drawing/2014/main" id="{B3745597-7EEE-5B6E-8368-905AA95F54B2}"/>
                  </a:ext>
                </a:extLst>
              </p:cNvPr>
              <p:cNvSpPr/>
              <p:nvPr/>
            </p:nvSpPr>
            <p:spPr>
              <a:xfrm>
                <a:off x="3967285" y="6773574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07" name="矩形 606">
                <a:extLst>
                  <a:ext uri="{FF2B5EF4-FFF2-40B4-BE49-F238E27FC236}">
                    <a16:creationId xmlns:a16="http://schemas.microsoft.com/office/drawing/2014/main" id="{8AD8ADEC-A240-398B-E5E0-3602D92F07E1}"/>
                  </a:ext>
                </a:extLst>
              </p:cNvPr>
              <p:cNvSpPr/>
              <p:nvPr/>
            </p:nvSpPr>
            <p:spPr>
              <a:xfrm>
                <a:off x="4122695" y="6773574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08" name="矩形 607">
                <a:extLst>
                  <a:ext uri="{FF2B5EF4-FFF2-40B4-BE49-F238E27FC236}">
                    <a16:creationId xmlns:a16="http://schemas.microsoft.com/office/drawing/2014/main" id="{7FDACAFC-F9A5-AAD7-00BA-680264C4398C}"/>
                  </a:ext>
                </a:extLst>
              </p:cNvPr>
              <p:cNvSpPr/>
              <p:nvPr/>
            </p:nvSpPr>
            <p:spPr>
              <a:xfrm>
                <a:off x="3656357" y="690625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09" name="矩形 608">
                <a:extLst>
                  <a:ext uri="{FF2B5EF4-FFF2-40B4-BE49-F238E27FC236}">
                    <a16:creationId xmlns:a16="http://schemas.microsoft.com/office/drawing/2014/main" id="{7FD77AC2-55D6-267D-FC85-C0386F52E383}"/>
                  </a:ext>
                </a:extLst>
              </p:cNvPr>
              <p:cNvSpPr/>
              <p:nvPr/>
            </p:nvSpPr>
            <p:spPr>
              <a:xfrm>
                <a:off x="3811767" y="690625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0" name="矩形 609">
                <a:extLst>
                  <a:ext uri="{FF2B5EF4-FFF2-40B4-BE49-F238E27FC236}">
                    <a16:creationId xmlns:a16="http://schemas.microsoft.com/office/drawing/2014/main" id="{2F4429C3-A915-E5A9-AE97-B6B6310F3B74}"/>
                  </a:ext>
                </a:extLst>
              </p:cNvPr>
              <p:cNvSpPr/>
              <p:nvPr/>
            </p:nvSpPr>
            <p:spPr>
              <a:xfrm>
                <a:off x="3967177" y="690625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1" name="矩形 610">
                <a:extLst>
                  <a:ext uri="{FF2B5EF4-FFF2-40B4-BE49-F238E27FC236}">
                    <a16:creationId xmlns:a16="http://schemas.microsoft.com/office/drawing/2014/main" id="{8603E164-2A0F-0F94-7C6F-E575B286D3A4}"/>
                  </a:ext>
                </a:extLst>
              </p:cNvPr>
              <p:cNvSpPr/>
              <p:nvPr/>
            </p:nvSpPr>
            <p:spPr>
              <a:xfrm>
                <a:off x="4122587" y="690625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2" name="矩形 611">
                <a:extLst>
                  <a:ext uri="{FF2B5EF4-FFF2-40B4-BE49-F238E27FC236}">
                    <a16:creationId xmlns:a16="http://schemas.microsoft.com/office/drawing/2014/main" id="{1BC2E19B-DAAF-F176-5CD9-564B33518FB3}"/>
                  </a:ext>
                </a:extLst>
              </p:cNvPr>
              <p:cNvSpPr/>
              <p:nvPr/>
            </p:nvSpPr>
            <p:spPr>
              <a:xfrm>
                <a:off x="3656357" y="7038879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3" name="矩形 612">
                <a:extLst>
                  <a:ext uri="{FF2B5EF4-FFF2-40B4-BE49-F238E27FC236}">
                    <a16:creationId xmlns:a16="http://schemas.microsoft.com/office/drawing/2014/main" id="{9ACDC26D-3623-8362-B0F8-52BF01ACA767}"/>
                  </a:ext>
                </a:extLst>
              </p:cNvPr>
              <p:cNvSpPr/>
              <p:nvPr/>
            </p:nvSpPr>
            <p:spPr>
              <a:xfrm>
                <a:off x="3811767" y="7038879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4" name="矩形 613">
                <a:extLst>
                  <a:ext uri="{FF2B5EF4-FFF2-40B4-BE49-F238E27FC236}">
                    <a16:creationId xmlns:a16="http://schemas.microsoft.com/office/drawing/2014/main" id="{4AF5F51E-45D8-D058-0507-B6143893702C}"/>
                  </a:ext>
                </a:extLst>
              </p:cNvPr>
              <p:cNvSpPr/>
              <p:nvPr/>
            </p:nvSpPr>
            <p:spPr>
              <a:xfrm>
                <a:off x="3967177" y="7038879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5" name="矩形 614">
                <a:extLst>
                  <a:ext uri="{FF2B5EF4-FFF2-40B4-BE49-F238E27FC236}">
                    <a16:creationId xmlns:a16="http://schemas.microsoft.com/office/drawing/2014/main" id="{87DE4D0D-7583-AC0C-B789-27A568D23CDF}"/>
                  </a:ext>
                </a:extLst>
              </p:cNvPr>
              <p:cNvSpPr/>
              <p:nvPr/>
            </p:nvSpPr>
            <p:spPr>
              <a:xfrm>
                <a:off x="4122587" y="7038879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6" name="矩形 615">
                <a:extLst>
                  <a:ext uri="{FF2B5EF4-FFF2-40B4-BE49-F238E27FC236}">
                    <a16:creationId xmlns:a16="http://schemas.microsoft.com/office/drawing/2014/main" id="{24C4F8F9-5418-C8F6-71E3-7606319331C5}"/>
                  </a:ext>
                </a:extLst>
              </p:cNvPr>
              <p:cNvSpPr/>
              <p:nvPr/>
            </p:nvSpPr>
            <p:spPr>
              <a:xfrm>
                <a:off x="3656357" y="650768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7" name="矩形 616">
                <a:extLst>
                  <a:ext uri="{FF2B5EF4-FFF2-40B4-BE49-F238E27FC236}">
                    <a16:creationId xmlns:a16="http://schemas.microsoft.com/office/drawing/2014/main" id="{22A8450A-9A05-1780-BE46-D9B2B0DE9DC7}"/>
                  </a:ext>
                </a:extLst>
              </p:cNvPr>
              <p:cNvSpPr/>
              <p:nvPr/>
            </p:nvSpPr>
            <p:spPr>
              <a:xfrm>
                <a:off x="3811767" y="650768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8" name="矩形 617">
                <a:extLst>
                  <a:ext uri="{FF2B5EF4-FFF2-40B4-BE49-F238E27FC236}">
                    <a16:creationId xmlns:a16="http://schemas.microsoft.com/office/drawing/2014/main" id="{F7796BBB-1D48-96B4-B8AE-FFD73B3832BD}"/>
                  </a:ext>
                </a:extLst>
              </p:cNvPr>
              <p:cNvSpPr/>
              <p:nvPr/>
            </p:nvSpPr>
            <p:spPr>
              <a:xfrm>
                <a:off x="3967177" y="650768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9" name="矩形 618">
                <a:extLst>
                  <a:ext uri="{FF2B5EF4-FFF2-40B4-BE49-F238E27FC236}">
                    <a16:creationId xmlns:a16="http://schemas.microsoft.com/office/drawing/2014/main" id="{A70362E8-F65D-0FC6-A927-56EE86569818}"/>
                  </a:ext>
                </a:extLst>
              </p:cNvPr>
              <p:cNvSpPr/>
              <p:nvPr/>
            </p:nvSpPr>
            <p:spPr>
              <a:xfrm>
                <a:off x="4122587" y="650768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620" name="椭圆 619">
            <a:extLst>
              <a:ext uri="{FF2B5EF4-FFF2-40B4-BE49-F238E27FC236}">
                <a16:creationId xmlns:a16="http://schemas.microsoft.com/office/drawing/2014/main" id="{61B14B30-8A60-E9B8-4886-ABE891A540D2}"/>
              </a:ext>
            </a:extLst>
          </p:cNvPr>
          <p:cNvSpPr/>
          <p:nvPr/>
        </p:nvSpPr>
        <p:spPr>
          <a:xfrm rot="5400000">
            <a:off x="4799131" y="1468112"/>
            <a:ext cx="322854" cy="32384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cs typeface="Arial" panose="020B0604020202020204" pitchFamily="34" charset="0"/>
              </a:rPr>
              <a:t>1</a:t>
            </a:r>
            <a:endParaRPr lang="zh-CN" altLang="en-US" sz="2400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621" name="椭圆 620">
            <a:extLst>
              <a:ext uri="{FF2B5EF4-FFF2-40B4-BE49-F238E27FC236}">
                <a16:creationId xmlns:a16="http://schemas.microsoft.com/office/drawing/2014/main" id="{C8F8F00E-E6F4-3517-90B6-4F16CA95FFB1}"/>
              </a:ext>
            </a:extLst>
          </p:cNvPr>
          <p:cNvSpPr/>
          <p:nvPr/>
        </p:nvSpPr>
        <p:spPr>
          <a:xfrm rot="5400000">
            <a:off x="4799131" y="2169048"/>
            <a:ext cx="322854" cy="323843"/>
          </a:xfrm>
          <a:prstGeom prst="ellipse">
            <a:avLst/>
          </a:prstGeom>
          <a:noFill/>
          <a:ln w="28575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cs typeface="Arial" panose="020B0604020202020204" pitchFamily="34" charset="0"/>
              </a:rPr>
              <a:t>3</a:t>
            </a:r>
            <a:endParaRPr lang="zh-CN" altLang="en-US" sz="2400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622" name="椭圆 621">
            <a:extLst>
              <a:ext uri="{FF2B5EF4-FFF2-40B4-BE49-F238E27FC236}">
                <a16:creationId xmlns:a16="http://schemas.microsoft.com/office/drawing/2014/main" id="{CEE169B8-3F4F-BA30-2C6E-26A40FA26B21}"/>
              </a:ext>
            </a:extLst>
          </p:cNvPr>
          <p:cNvSpPr/>
          <p:nvPr/>
        </p:nvSpPr>
        <p:spPr>
          <a:xfrm rot="5400000">
            <a:off x="4137206" y="1468112"/>
            <a:ext cx="322854" cy="32384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cs typeface="Arial" panose="020B0604020202020204" pitchFamily="34" charset="0"/>
              </a:rPr>
              <a:t>0</a:t>
            </a:r>
            <a:endParaRPr lang="zh-CN" altLang="en-US" sz="2400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623" name="椭圆 622">
            <a:extLst>
              <a:ext uri="{FF2B5EF4-FFF2-40B4-BE49-F238E27FC236}">
                <a16:creationId xmlns:a16="http://schemas.microsoft.com/office/drawing/2014/main" id="{C84C3908-7C9F-5473-C82C-5BCFF2E07EC8}"/>
              </a:ext>
            </a:extLst>
          </p:cNvPr>
          <p:cNvSpPr/>
          <p:nvPr/>
        </p:nvSpPr>
        <p:spPr>
          <a:xfrm rot="5400000">
            <a:off x="4137206" y="2169048"/>
            <a:ext cx="322854" cy="323843"/>
          </a:xfrm>
          <a:prstGeom prst="ellipse">
            <a:avLst/>
          </a:prstGeom>
          <a:noFill/>
          <a:ln w="28575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cs typeface="Arial" panose="020B0604020202020204" pitchFamily="34" charset="0"/>
              </a:rPr>
              <a:t>2</a:t>
            </a:r>
            <a:endParaRPr lang="zh-CN" altLang="en-US" sz="2400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cxnSp>
        <p:nvCxnSpPr>
          <p:cNvPr id="624" name="直接连接符 510">
            <a:extLst>
              <a:ext uri="{FF2B5EF4-FFF2-40B4-BE49-F238E27FC236}">
                <a16:creationId xmlns:a16="http://schemas.microsoft.com/office/drawing/2014/main" id="{C5106AD9-7123-4D0D-601D-32ACB97A5C52}"/>
              </a:ext>
            </a:extLst>
          </p:cNvPr>
          <p:cNvCxnSpPr>
            <a:cxnSpLocks/>
          </p:cNvCxnSpPr>
          <p:nvPr/>
        </p:nvCxnSpPr>
        <p:spPr>
          <a:xfrm flipH="1">
            <a:off x="4462016" y="1630026"/>
            <a:ext cx="328224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25" name="直接连接符 511">
            <a:extLst>
              <a:ext uri="{FF2B5EF4-FFF2-40B4-BE49-F238E27FC236}">
                <a16:creationId xmlns:a16="http://schemas.microsoft.com/office/drawing/2014/main" id="{6EF9AB65-2046-24CE-7035-463E23A79672}"/>
              </a:ext>
            </a:extLst>
          </p:cNvPr>
          <p:cNvCxnSpPr>
            <a:cxnSpLocks/>
          </p:cNvCxnSpPr>
          <p:nvPr/>
        </p:nvCxnSpPr>
        <p:spPr>
          <a:xfrm>
            <a:off x="4298634" y="1791461"/>
            <a:ext cx="0" cy="378082"/>
          </a:xfrm>
          <a:prstGeom prst="line">
            <a:avLst/>
          </a:prstGeom>
          <a:ln w="28575">
            <a:solidFill>
              <a:schemeClr val="tx1"/>
            </a:solidFill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26" name="直接连接符 512">
            <a:extLst>
              <a:ext uri="{FF2B5EF4-FFF2-40B4-BE49-F238E27FC236}">
                <a16:creationId xmlns:a16="http://schemas.microsoft.com/office/drawing/2014/main" id="{975782C0-F1D0-D2EC-6EEF-4E95C7553954}"/>
              </a:ext>
            </a:extLst>
          </p:cNvPr>
          <p:cNvCxnSpPr>
            <a:cxnSpLocks/>
          </p:cNvCxnSpPr>
          <p:nvPr/>
        </p:nvCxnSpPr>
        <p:spPr>
          <a:xfrm flipV="1">
            <a:off x="4960558" y="1789280"/>
            <a:ext cx="0" cy="380257"/>
          </a:xfrm>
          <a:prstGeom prst="line">
            <a:avLst/>
          </a:prstGeom>
          <a:ln w="28575">
            <a:solidFill>
              <a:schemeClr val="tx1"/>
            </a:solidFill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27" name="直接连接符 513">
            <a:extLst>
              <a:ext uri="{FF2B5EF4-FFF2-40B4-BE49-F238E27FC236}">
                <a16:creationId xmlns:a16="http://schemas.microsoft.com/office/drawing/2014/main" id="{1CC0412A-6D55-96F0-C3BE-7D2625CF6C71}"/>
              </a:ext>
            </a:extLst>
          </p:cNvPr>
          <p:cNvCxnSpPr>
            <a:cxnSpLocks/>
            <a:stCxn id="621" idx="3"/>
            <a:endCxn id="622" idx="7"/>
          </p:cNvCxnSpPr>
          <p:nvPr/>
        </p:nvCxnSpPr>
        <p:spPr>
          <a:xfrm flipH="1" flipV="1">
            <a:off x="4413130" y="1744180"/>
            <a:ext cx="432934" cy="472644"/>
          </a:xfrm>
          <a:prstGeom prst="line">
            <a:avLst/>
          </a:prstGeom>
          <a:ln w="28575">
            <a:solidFill>
              <a:schemeClr val="tx1"/>
            </a:solidFill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660" name="组合 659">
            <a:extLst>
              <a:ext uri="{FF2B5EF4-FFF2-40B4-BE49-F238E27FC236}">
                <a16:creationId xmlns:a16="http://schemas.microsoft.com/office/drawing/2014/main" id="{9E3841E7-DCA7-3F77-B007-9A234D5F920B}"/>
              </a:ext>
            </a:extLst>
          </p:cNvPr>
          <p:cNvGrpSpPr/>
          <p:nvPr/>
        </p:nvGrpSpPr>
        <p:grpSpPr>
          <a:xfrm>
            <a:off x="3191103" y="1349068"/>
            <a:ext cx="821650" cy="536436"/>
            <a:chOff x="5408615" y="10123996"/>
            <a:chExt cx="532461" cy="339599"/>
          </a:xfrm>
        </p:grpSpPr>
        <p:grpSp>
          <p:nvGrpSpPr>
            <p:cNvPr id="661" name="组合 660">
              <a:extLst>
                <a:ext uri="{FF2B5EF4-FFF2-40B4-BE49-F238E27FC236}">
                  <a16:creationId xmlns:a16="http://schemas.microsoft.com/office/drawing/2014/main" id="{B6E19F92-59D0-3A5A-44DC-80DCE37715EE}"/>
                </a:ext>
              </a:extLst>
            </p:cNvPr>
            <p:cNvGrpSpPr/>
            <p:nvPr/>
          </p:nvGrpSpPr>
          <p:grpSpPr>
            <a:xfrm rot="5400000">
              <a:off x="5598460" y="9934151"/>
              <a:ext cx="152772" cy="532461"/>
              <a:chOff x="800913" y="5270079"/>
              <a:chExt cx="152772" cy="532461"/>
            </a:xfrm>
          </p:grpSpPr>
          <p:sp>
            <p:nvSpPr>
              <p:cNvPr id="667" name="矩形 666">
                <a:extLst>
                  <a:ext uri="{FF2B5EF4-FFF2-40B4-BE49-F238E27FC236}">
                    <a16:creationId xmlns:a16="http://schemas.microsoft.com/office/drawing/2014/main" id="{413B4C85-B83E-0766-3A5D-5B71F9029E7C}"/>
                  </a:ext>
                </a:extLst>
              </p:cNvPr>
              <p:cNvSpPr/>
              <p:nvPr/>
            </p:nvSpPr>
            <p:spPr>
              <a:xfrm flipH="1">
                <a:off x="800913" y="5270079"/>
                <a:ext cx="152769" cy="133117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68" name="矩形 667">
                <a:extLst>
                  <a:ext uri="{FF2B5EF4-FFF2-40B4-BE49-F238E27FC236}">
                    <a16:creationId xmlns:a16="http://schemas.microsoft.com/office/drawing/2014/main" id="{24BFEBF9-67BA-B220-6621-3BC8DF939590}"/>
                  </a:ext>
                </a:extLst>
              </p:cNvPr>
              <p:cNvSpPr/>
              <p:nvPr/>
            </p:nvSpPr>
            <p:spPr>
              <a:xfrm flipH="1">
                <a:off x="800918" y="5403192"/>
                <a:ext cx="152767" cy="133117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69" name="矩形 668">
                <a:extLst>
                  <a:ext uri="{FF2B5EF4-FFF2-40B4-BE49-F238E27FC236}">
                    <a16:creationId xmlns:a16="http://schemas.microsoft.com/office/drawing/2014/main" id="{09256657-33EA-32B4-1E8D-2CD8F7D017F2}"/>
                  </a:ext>
                </a:extLst>
              </p:cNvPr>
              <p:cNvSpPr/>
              <p:nvPr/>
            </p:nvSpPr>
            <p:spPr>
              <a:xfrm flipH="1">
                <a:off x="800924" y="5536310"/>
                <a:ext cx="152760" cy="133117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70" name="矩形 669">
                <a:extLst>
                  <a:ext uri="{FF2B5EF4-FFF2-40B4-BE49-F238E27FC236}">
                    <a16:creationId xmlns:a16="http://schemas.microsoft.com/office/drawing/2014/main" id="{66D853C6-03C5-8349-B103-796D75787473}"/>
                  </a:ext>
                </a:extLst>
              </p:cNvPr>
              <p:cNvSpPr/>
              <p:nvPr/>
            </p:nvSpPr>
            <p:spPr>
              <a:xfrm flipH="1">
                <a:off x="800925" y="5669423"/>
                <a:ext cx="152760" cy="133117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662" name="组合 661">
              <a:extLst>
                <a:ext uri="{FF2B5EF4-FFF2-40B4-BE49-F238E27FC236}">
                  <a16:creationId xmlns:a16="http://schemas.microsoft.com/office/drawing/2014/main" id="{A0B01061-6719-DFB1-EEFF-084ADA4E6DF6}"/>
                </a:ext>
              </a:extLst>
            </p:cNvPr>
            <p:cNvGrpSpPr/>
            <p:nvPr/>
          </p:nvGrpSpPr>
          <p:grpSpPr>
            <a:xfrm rot="5400000">
              <a:off x="5598460" y="10120978"/>
              <a:ext cx="152772" cy="532461"/>
              <a:chOff x="800913" y="5270079"/>
              <a:chExt cx="152772" cy="532461"/>
            </a:xfrm>
          </p:grpSpPr>
          <p:sp>
            <p:nvSpPr>
              <p:cNvPr id="663" name="矩形 662">
                <a:extLst>
                  <a:ext uri="{FF2B5EF4-FFF2-40B4-BE49-F238E27FC236}">
                    <a16:creationId xmlns:a16="http://schemas.microsoft.com/office/drawing/2014/main" id="{CC28B0C1-42E8-746B-4BEC-F0CABFEFFA9C}"/>
                  </a:ext>
                </a:extLst>
              </p:cNvPr>
              <p:cNvSpPr/>
              <p:nvPr/>
            </p:nvSpPr>
            <p:spPr>
              <a:xfrm flipH="1">
                <a:off x="800913" y="5270079"/>
                <a:ext cx="152769" cy="133117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64" name="矩形 663">
                <a:extLst>
                  <a:ext uri="{FF2B5EF4-FFF2-40B4-BE49-F238E27FC236}">
                    <a16:creationId xmlns:a16="http://schemas.microsoft.com/office/drawing/2014/main" id="{B40BA0C4-2885-25F8-A8AE-3425EE3D8745}"/>
                  </a:ext>
                </a:extLst>
              </p:cNvPr>
              <p:cNvSpPr/>
              <p:nvPr/>
            </p:nvSpPr>
            <p:spPr>
              <a:xfrm flipH="1">
                <a:off x="800918" y="5403192"/>
                <a:ext cx="152767" cy="133117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65" name="矩形 664">
                <a:extLst>
                  <a:ext uri="{FF2B5EF4-FFF2-40B4-BE49-F238E27FC236}">
                    <a16:creationId xmlns:a16="http://schemas.microsoft.com/office/drawing/2014/main" id="{C1EE3E03-16B7-A5C6-EB1E-977478935DA9}"/>
                  </a:ext>
                </a:extLst>
              </p:cNvPr>
              <p:cNvSpPr/>
              <p:nvPr/>
            </p:nvSpPr>
            <p:spPr>
              <a:xfrm flipH="1">
                <a:off x="800924" y="5536310"/>
                <a:ext cx="152760" cy="133117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66" name="矩形 665">
                <a:extLst>
                  <a:ext uri="{FF2B5EF4-FFF2-40B4-BE49-F238E27FC236}">
                    <a16:creationId xmlns:a16="http://schemas.microsoft.com/office/drawing/2014/main" id="{2C6800D2-1759-4940-92D0-FE9E4930FB77}"/>
                  </a:ext>
                </a:extLst>
              </p:cNvPr>
              <p:cNvSpPr/>
              <p:nvPr/>
            </p:nvSpPr>
            <p:spPr>
              <a:xfrm flipH="1">
                <a:off x="800925" y="5669423"/>
                <a:ext cx="152760" cy="133117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671" name="组合 670">
            <a:extLst>
              <a:ext uri="{FF2B5EF4-FFF2-40B4-BE49-F238E27FC236}">
                <a16:creationId xmlns:a16="http://schemas.microsoft.com/office/drawing/2014/main" id="{8AD8BCCA-205E-FF16-A797-324CEE2B4B5C}"/>
              </a:ext>
            </a:extLst>
          </p:cNvPr>
          <p:cNvGrpSpPr/>
          <p:nvPr/>
        </p:nvGrpSpPr>
        <p:grpSpPr>
          <a:xfrm>
            <a:off x="3180736" y="4342336"/>
            <a:ext cx="821650" cy="536436"/>
            <a:chOff x="5408615" y="10123996"/>
            <a:chExt cx="532461" cy="339599"/>
          </a:xfrm>
        </p:grpSpPr>
        <p:grpSp>
          <p:nvGrpSpPr>
            <p:cNvPr id="672" name="组合 671">
              <a:extLst>
                <a:ext uri="{FF2B5EF4-FFF2-40B4-BE49-F238E27FC236}">
                  <a16:creationId xmlns:a16="http://schemas.microsoft.com/office/drawing/2014/main" id="{E39FCA95-C9DD-EFD7-5DA6-BCAAE5242FF4}"/>
                </a:ext>
              </a:extLst>
            </p:cNvPr>
            <p:cNvGrpSpPr/>
            <p:nvPr/>
          </p:nvGrpSpPr>
          <p:grpSpPr>
            <a:xfrm rot="5400000">
              <a:off x="5598460" y="9934151"/>
              <a:ext cx="152772" cy="532461"/>
              <a:chOff x="800913" y="5270079"/>
              <a:chExt cx="152772" cy="532461"/>
            </a:xfrm>
          </p:grpSpPr>
          <p:sp>
            <p:nvSpPr>
              <p:cNvPr id="678" name="矩形 677">
                <a:extLst>
                  <a:ext uri="{FF2B5EF4-FFF2-40B4-BE49-F238E27FC236}">
                    <a16:creationId xmlns:a16="http://schemas.microsoft.com/office/drawing/2014/main" id="{86A6B7D6-531B-F469-60CE-E02584F53269}"/>
                  </a:ext>
                </a:extLst>
              </p:cNvPr>
              <p:cNvSpPr/>
              <p:nvPr/>
            </p:nvSpPr>
            <p:spPr>
              <a:xfrm flipH="1">
                <a:off x="800913" y="5270079"/>
                <a:ext cx="152769" cy="133117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79" name="矩形 678">
                <a:extLst>
                  <a:ext uri="{FF2B5EF4-FFF2-40B4-BE49-F238E27FC236}">
                    <a16:creationId xmlns:a16="http://schemas.microsoft.com/office/drawing/2014/main" id="{A386126E-F0C1-4D71-DEE1-FC9F46BE7D98}"/>
                  </a:ext>
                </a:extLst>
              </p:cNvPr>
              <p:cNvSpPr/>
              <p:nvPr/>
            </p:nvSpPr>
            <p:spPr>
              <a:xfrm flipH="1">
                <a:off x="800918" y="5403192"/>
                <a:ext cx="152767" cy="133117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80" name="矩形 679">
                <a:extLst>
                  <a:ext uri="{FF2B5EF4-FFF2-40B4-BE49-F238E27FC236}">
                    <a16:creationId xmlns:a16="http://schemas.microsoft.com/office/drawing/2014/main" id="{7F5B0C91-281A-68CE-3826-7F26BE1F159F}"/>
                  </a:ext>
                </a:extLst>
              </p:cNvPr>
              <p:cNvSpPr/>
              <p:nvPr/>
            </p:nvSpPr>
            <p:spPr>
              <a:xfrm flipH="1">
                <a:off x="800924" y="5536310"/>
                <a:ext cx="152760" cy="133117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81" name="矩形 680">
                <a:extLst>
                  <a:ext uri="{FF2B5EF4-FFF2-40B4-BE49-F238E27FC236}">
                    <a16:creationId xmlns:a16="http://schemas.microsoft.com/office/drawing/2014/main" id="{F2E02B0E-D48F-9524-3020-E64776428DA3}"/>
                  </a:ext>
                </a:extLst>
              </p:cNvPr>
              <p:cNvSpPr/>
              <p:nvPr/>
            </p:nvSpPr>
            <p:spPr>
              <a:xfrm flipH="1">
                <a:off x="800925" y="5669423"/>
                <a:ext cx="152760" cy="133117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673" name="组合 672">
              <a:extLst>
                <a:ext uri="{FF2B5EF4-FFF2-40B4-BE49-F238E27FC236}">
                  <a16:creationId xmlns:a16="http://schemas.microsoft.com/office/drawing/2014/main" id="{864A1A91-018D-B648-4C96-2BFE4DA3FDA3}"/>
                </a:ext>
              </a:extLst>
            </p:cNvPr>
            <p:cNvGrpSpPr/>
            <p:nvPr/>
          </p:nvGrpSpPr>
          <p:grpSpPr>
            <a:xfrm rot="5400000">
              <a:off x="5598460" y="10120978"/>
              <a:ext cx="152772" cy="532461"/>
              <a:chOff x="800913" y="5270079"/>
              <a:chExt cx="152772" cy="532461"/>
            </a:xfrm>
          </p:grpSpPr>
          <p:sp>
            <p:nvSpPr>
              <p:cNvPr id="674" name="矩形 673">
                <a:extLst>
                  <a:ext uri="{FF2B5EF4-FFF2-40B4-BE49-F238E27FC236}">
                    <a16:creationId xmlns:a16="http://schemas.microsoft.com/office/drawing/2014/main" id="{8B078FE0-ACD1-219C-AF4A-E7DA613E9962}"/>
                  </a:ext>
                </a:extLst>
              </p:cNvPr>
              <p:cNvSpPr/>
              <p:nvPr/>
            </p:nvSpPr>
            <p:spPr>
              <a:xfrm flipH="1">
                <a:off x="800913" y="5270079"/>
                <a:ext cx="152769" cy="133117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75" name="矩形 674">
                <a:extLst>
                  <a:ext uri="{FF2B5EF4-FFF2-40B4-BE49-F238E27FC236}">
                    <a16:creationId xmlns:a16="http://schemas.microsoft.com/office/drawing/2014/main" id="{74A90A3C-A303-DEF6-3594-E74D7AC02818}"/>
                  </a:ext>
                </a:extLst>
              </p:cNvPr>
              <p:cNvSpPr/>
              <p:nvPr/>
            </p:nvSpPr>
            <p:spPr>
              <a:xfrm flipH="1">
                <a:off x="800918" y="5403192"/>
                <a:ext cx="152767" cy="133117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76" name="矩形 675">
                <a:extLst>
                  <a:ext uri="{FF2B5EF4-FFF2-40B4-BE49-F238E27FC236}">
                    <a16:creationId xmlns:a16="http://schemas.microsoft.com/office/drawing/2014/main" id="{05AAEC69-EC7F-693E-8E81-86A5D243CE55}"/>
                  </a:ext>
                </a:extLst>
              </p:cNvPr>
              <p:cNvSpPr/>
              <p:nvPr/>
            </p:nvSpPr>
            <p:spPr>
              <a:xfrm flipH="1">
                <a:off x="800924" y="5536310"/>
                <a:ext cx="152760" cy="133117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77" name="矩形 676">
                <a:extLst>
                  <a:ext uri="{FF2B5EF4-FFF2-40B4-BE49-F238E27FC236}">
                    <a16:creationId xmlns:a16="http://schemas.microsoft.com/office/drawing/2014/main" id="{E81C3584-A1DE-F4B3-F334-02BEF654D8A1}"/>
                  </a:ext>
                </a:extLst>
              </p:cNvPr>
              <p:cNvSpPr/>
              <p:nvPr/>
            </p:nvSpPr>
            <p:spPr>
              <a:xfrm flipH="1">
                <a:off x="800925" y="5669423"/>
                <a:ext cx="152760" cy="133117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82" name="文本框 681">
                <a:extLst>
                  <a:ext uri="{FF2B5EF4-FFF2-40B4-BE49-F238E27FC236}">
                    <a16:creationId xmlns:a16="http://schemas.microsoft.com/office/drawing/2014/main" id="{487A5239-CF2E-91F2-1221-FB586B0C3A9B}"/>
                  </a:ext>
                </a:extLst>
              </p:cNvPr>
              <p:cNvSpPr txBox="1"/>
              <p:nvPr/>
            </p:nvSpPr>
            <p:spPr>
              <a:xfrm>
                <a:off x="3156098" y="4918088"/>
                <a:ext cx="1071288" cy="461665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1" i="1" dirty="0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altLang="zh-CN" sz="2400" b="1" i="1" dirty="0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𝑿</m:t>
                          </m:r>
                        </m:e>
                        <m:sub>
                          <m:r>
                            <a:rPr lang="en-US" altLang="zh-CN" sz="2400" b="1" i="1" dirty="0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𝟎</m:t>
                          </m:r>
                        </m:sub>
                      </m:sSub>
                    </m:oMath>
                  </m:oMathPara>
                </a14:m>
                <a:endParaRPr lang="zh-CN" altLang="en-US" sz="2400" b="1" dirty="0">
                  <a:solidFill>
                    <a:schemeClr val="accent6"/>
                  </a:solidFill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82" name="文本框 681">
                <a:extLst>
                  <a:ext uri="{FF2B5EF4-FFF2-40B4-BE49-F238E27FC236}">
                    <a16:creationId xmlns:a16="http://schemas.microsoft.com/office/drawing/2014/main" id="{487A5239-CF2E-91F2-1221-FB586B0C3A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56098" y="4918088"/>
                <a:ext cx="1071288" cy="461665"/>
              </a:xfrm>
              <a:prstGeom prst="rect">
                <a:avLst/>
              </a:prstGeom>
              <a:blipFill>
                <a:blip r:embed="rId4"/>
                <a:stretch>
                  <a:fillRect b="-1316"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83" name="直接连接符 699">
            <a:extLst>
              <a:ext uri="{FF2B5EF4-FFF2-40B4-BE49-F238E27FC236}">
                <a16:creationId xmlns:a16="http://schemas.microsoft.com/office/drawing/2014/main" id="{77CB26EC-02A6-E430-E8E8-B9706DAD462C}"/>
              </a:ext>
            </a:extLst>
          </p:cNvPr>
          <p:cNvCxnSpPr>
            <a:cxnSpLocks/>
          </p:cNvCxnSpPr>
          <p:nvPr/>
        </p:nvCxnSpPr>
        <p:spPr>
          <a:xfrm flipV="1">
            <a:off x="3335154" y="2971159"/>
            <a:ext cx="8784500" cy="22839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矩形 32">
            <a:extLst>
              <a:ext uri="{FF2B5EF4-FFF2-40B4-BE49-F238E27FC236}">
                <a16:creationId xmlns:a16="http://schemas.microsoft.com/office/drawing/2014/main" id="{EF4475DF-70D7-5275-A028-FE7CF81D4C2C}"/>
              </a:ext>
            </a:extLst>
          </p:cNvPr>
          <p:cNvSpPr/>
          <p:nvPr/>
        </p:nvSpPr>
        <p:spPr>
          <a:xfrm flipV="1">
            <a:off x="5301029" y="1212605"/>
            <a:ext cx="2096150" cy="116071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椭圆 37">
            <a:extLst>
              <a:ext uri="{FF2B5EF4-FFF2-40B4-BE49-F238E27FC236}">
                <a16:creationId xmlns:a16="http://schemas.microsoft.com/office/drawing/2014/main" id="{7FB739CD-791A-0FB3-4128-46705358A419}"/>
              </a:ext>
            </a:extLst>
          </p:cNvPr>
          <p:cNvSpPr/>
          <p:nvPr/>
        </p:nvSpPr>
        <p:spPr>
          <a:xfrm rot="5400000">
            <a:off x="6178264" y="1532683"/>
            <a:ext cx="270678" cy="277715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endParaRPr lang="zh-CN" altLang="en-US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椭圆 38">
            <a:extLst>
              <a:ext uri="{FF2B5EF4-FFF2-40B4-BE49-F238E27FC236}">
                <a16:creationId xmlns:a16="http://schemas.microsoft.com/office/drawing/2014/main" id="{DF9E74C5-C0D2-2C6F-D8AF-B3AEE1BA22B8}"/>
              </a:ext>
            </a:extLst>
          </p:cNvPr>
          <p:cNvSpPr/>
          <p:nvPr/>
        </p:nvSpPr>
        <p:spPr>
          <a:xfrm rot="5400000">
            <a:off x="6181948" y="1875873"/>
            <a:ext cx="270678" cy="277715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zh-CN" altLang="en-US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C6108A46-D6CE-E8FE-5AB1-06F729CC97C4}"/>
              </a:ext>
            </a:extLst>
          </p:cNvPr>
          <p:cNvGrpSpPr/>
          <p:nvPr/>
        </p:nvGrpSpPr>
        <p:grpSpPr>
          <a:xfrm rot="5400000">
            <a:off x="5653709" y="1338387"/>
            <a:ext cx="202322" cy="704614"/>
            <a:chOff x="800913" y="5270079"/>
            <a:chExt cx="152772" cy="532461"/>
          </a:xfrm>
        </p:grpSpPr>
        <p:sp>
          <p:nvSpPr>
            <p:cNvPr id="41" name="矩形 40">
              <a:extLst>
                <a:ext uri="{FF2B5EF4-FFF2-40B4-BE49-F238E27FC236}">
                  <a16:creationId xmlns:a16="http://schemas.microsoft.com/office/drawing/2014/main" id="{0819DEF3-2995-324F-641C-075CEA7F8119}"/>
                </a:ext>
              </a:extLst>
            </p:cNvPr>
            <p:cNvSpPr/>
            <p:nvPr/>
          </p:nvSpPr>
          <p:spPr>
            <a:xfrm flipH="1">
              <a:off x="800913" y="5270079"/>
              <a:ext cx="152769" cy="133117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" name="矩形 41">
              <a:extLst>
                <a:ext uri="{FF2B5EF4-FFF2-40B4-BE49-F238E27FC236}">
                  <a16:creationId xmlns:a16="http://schemas.microsoft.com/office/drawing/2014/main" id="{0D254249-B573-66FA-9663-D3DF525ED10D}"/>
                </a:ext>
              </a:extLst>
            </p:cNvPr>
            <p:cNvSpPr/>
            <p:nvPr/>
          </p:nvSpPr>
          <p:spPr>
            <a:xfrm flipH="1">
              <a:off x="800918" y="5403192"/>
              <a:ext cx="152767" cy="133117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" name="矩形 42">
              <a:extLst>
                <a:ext uri="{FF2B5EF4-FFF2-40B4-BE49-F238E27FC236}">
                  <a16:creationId xmlns:a16="http://schemas.microsoft.com/office/drawing/2014/main" id="{FB4C95F4-819C-65AC-F7E4-B196335B5B10}"/>
                </a:ext>
              </a:extLst>
            </p:cNvPr>
            <p:cNvSpPr/>
            <p:nvPr/>
          </p:nvSpPr>
          <p:spPr>
            <a:xfrm flipH="1">
              <a:off x="800924" y="5536310"/>
              <a:ext cx="152760" cy="133117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矩形 43">
              <a:extLst>
                <a:ext uri="{FF2B5EF4-FFF2-40B4-BE49-F238E27FC236}">
                  <a16:creationId xmlns:a16="http://schemas.microsoft.com/office/drawing/2014/main" id="{2AA405BF-82A5-C9A8-2F73-D0BADDDBA65C}"/>
                </a:ext>
              </a:extLst>
            </p:cNvPr>
            <p:cNvSpPr/>
            <p:nvPr/>
          </p:nvSpPr>
          <p:spPr>
            <a:xfrm flipH="1">
              <a:off x="800925" y="5669423"/>
              <a:ext cx="152760" cy="133117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5" name="组合 44">
            <a:extLst>
              <a:ext uri="{FF2B5EF4-FFF2-40B4-BE49-F238E27FC236}">
                <a16:creationId xmlns:a16="http://schemas.microsoft.com/office/drawing/2014/main" id="{81799FAB-789E-335B-C5CF-91DEEE167614}"/>
              </a:ext>
            </a:extLst>
          </p:cNvPr>
          <p:cNvGrpSpPr/>
          <p:nvPr/>
        </p:nvGrpSpPr>
        <p:grpSpPr>
          <a:xfrm rot="5400000">
            <a:off x="5653707" y="1687394"/>
            <a:ext cx="202322" cy="704614"/>
            <a:chOff x="800913" y="5270079"/>
            <a:chExt cx="152772" cy="532461"/>
          </a:xfrm>
        </p:grpSpPr>
        <p:sp>
          <p:nvSpPr>
            <p:cNvPr id="46" name="矩形 45">
              <a:extLst>
                <a:ext uri="{FF2B5EF4-FFF2-40B4-BE49-F238E27FC236}">
                  <a16:creationId xmlns:a16="http://schemas.microsoft.com/office/drawing/2014/main" id="{1FCB1EC8-2C11-BE77-6969-E44C6FC99CE7}"/>
                </a:ext>
              </a:extLst>
            </p:cNvPr>
            <p:cNvSpPr/>
            <p:nvPr/>
          </p:nvSpPr>
          <p:spPr>
            <a:xfrm flipH="1">
              <a:off x="800913" y="5270079"/>
              <a:ext cx="152769" cy="133117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" name="矩形 46">
              <a:extLst>
                <a:ext uri="{FF2B5EF4-FFF2-40B4-BE49-F238E27FC236}">
                  <a16:creationId xmlns:a16="http://schemas.microsoft.com/office/drawing/2014/main" id="{0F04A3EA-9A35-84B6-C27D-DEBA8B807E23}"/>
                </a:ext>
              </a:extLst>
            </p:cNvPr>
            <p:cNvSpPr/>
            <p:nvPr/>
          </p:nvSpPr>
          <p:spPr>
            <a:xfrm flipH="1">
              <a:off x="800918" y="5403192"/>
              <a:ext cx="152767" cy="133117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" name="矩形 47">
              <a:extLst>
                <a:ext uri="{FF2B5EF4-FFF2-40B4-BE49-F238E27FC236}">
                  <a16:creationId xmlns:a16="http://schemas.microsoft.com/office/drawing/2014/main" id="{710F357C-4B50-A480-C986-08351891EA84}"/>
                </a:ext>
              </a:extLst>
            </p:cNvPr>
            <p:cNvSpPr/>
            <p:nvPr/>
          </p:nvSpPr>
          <p:spPr>
            <a:xfrm flipH="1">
              <a:off x="800924" y="5536310"/>
              <a:ext cx="152760" cy="133117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" name="矩形 48">
              <a:extLst>
                <a:ext uri="{FF2B5EF4-FFF2-40B4-BE49-F238E27FC236}">
                  <a16:creationId xmlns:a16="http://schemas.microsoft.com/office/drawing/2014/main" id="{03A9F90D-EA5A-C8A8-FC4D-EB11FB38135E}"/>
                </a:ext>
              </a:extLst>
            </p:cNvPr>
            <p:cNvSpPr/>
            <p:nvPr/>
          </p:nvSpPr>
          <p:spPr>
            <a:xfrm flipH="1">
              <a:off x="800925" y="5669423"/>
              <a:ext cx="152760" cy="133117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63" name="文本框 62">
            <a:extLst>
              <a:ext uri="{FF2B5EF4-FFF2-40B4-BE49-F238E27FC236}">
                <a16:creationId xmlns:a16="http://schemas.microsoft.com/office/drawing/2014/main" id="{6BBF3D37-E3AB-65FE-91D3-AD380E3E1395}"/>
              </a:ext>
            </a:extLst>
          </p:cNvPr>
          <p:cNvSpPr txBox="1"/>
          <p:nvPr/>
        </p:nvSpPr>
        <p:spPr>
          <a:xfrm>
            <a:off x="6174745" y="2813682"/>
            <a:ext cx="914954" cy="369332"/>
          </a:xfrm>
          <a:prstGeom prst="rect">
            <a:avLst/>
          </a:prstGeom>
          <a:solidFill>
            <a:srgbClr val="F8CBAD"/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T Task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576" name="组合 575">
            <a:extLst>
              <a:ext uri="{FF2B5EF4-FFF2-40B4-BE49-F238E27FC236}">
                <a16:creationId xmlns:a16="http://schemas.microsoft.com/office/drawing/2014/main" id="{8F61D239-6C35-9BDC-07D3-32C5ED360AAB}"/>
              </a:ext>
            </a:extLst>
          </p:cNvPr>
          <p:cNvGrpSpPr/>
          <p:nvPr/>
        </p:nvGrpSpPr>
        <p:grpSpPr>
          <a:xfrm>
            <a:off x="6696167" y="1367271"/>
            <a:ext cx="610665" cy="879151"/>
            <a:chOff x="6116209" y="1036604"/>
            <a:chExt cx="391184" cy="590828"/>
          </a:xfrm>
        </p:grpSpPr>
        <p:sp>
          <p:nvSpPr>
            <p:cNvPr id="577" name="流程图: 接点 566">
              <a:extLst>
                <a:ext uri="{FF2B5EF4-FFF2-40B4-BE49-F238E27FC236}">
                  <a16:creationId xmlns:a16="http://schemas.microsoft.com/office/drawing/2014/main" id="{4DA20133-3080-FA54-B9ED-AFE1ECCBEEB7}"/>
                </a:ext>
              </a:extLst>
            </p:cNvPr>
            <p:cNvSpPr/>
            <p:nvPr/>
          </p:nvSpPr>
          <p:spPr>
            <a:xfrm>
              <a:off x="6116209" y="1036604"/>
              <a:ext cx="125672" cy="125837"/>
            </a:xfrm>
            <a:prstGeom prst="flowChartConnector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78" name="流程图: 接点 566">
              <a:extLst>
                <a:ext uri="{FF2B5EF4-FFF2-40B4-BE49-F238E27FC236}">
                  <a16:creationId xmlns:a16="http://schemas.microsoft.com/office/drawing/2014/main" id="{56F418C4-D198-F7DF-A35A-A639198587E3}"/>
                </a:ext>
              </a:extLst>
            </p:cNvPr>
            <p:cNvSpPr/>
            <p:nvPr/>
          </p:nvSpPr>
          <p:spPr>
            <a:xfrm>
              <a:off x="6116209" y="1191601"/>
              <a:ext cx="125672" cy="125837"/>
            </a:xfrm>
            <a:prstGeom prst="flowChartConnector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79" name="流程图: 接点 566">
              <a:extLst>
                <a:ext uri="{FF2B5EF4-FFF2-40B4-BE49-F238E27FC236}">
                  <a16:creationId xmlns:a16="http://schemas.microsoft.com/office/drawing/2014/main" id="{3FC3879A-C303-1613-29F4-0AD2478BF9A6}"/>
                </a:ext>
              </a:extLst>
            </p:cNvPr>
            <p:cNvSpPr/>
            <p:nvPr/>
          </p:nvSpPr>
          <p:spPr>
            <a:xfrm>
              <a:off x="6116209" y="1501595"/>
              <a:ext cx="125672" cy="125837"/>
            </a:xfrm>
            <a:prstGeom prst="flowChartConnector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80" name="流程图: 接点 566">
              <a:extLst>
                <a:ext uri="{FF2B5EF4-FFF2-40B4-BE49-F238E27FC236}">
                  <a16:creationId xmlns:a16="http://schemas.microsoft.com/office/drawing/2014/main" id="{EA258454-784B-53BF-5A45-7AD63E8E081D}"/>
                </a:ext>
              </a:extLst>
            </p:cNvPr>
            <p:cNvSpPr/>
            <p:nvPr/>
          </p:nvSpPr>
          <p:spPr>
            <a:xfrm>
              <a:off x="6116209" y="1346598"/>
              <a:ext cx="125672" cy="125837"/>
            </a:xfrm>
            <a:prstGeom prst="flowChartConnector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81" name="流程图: 接点 566">
              <a:extLst>
                <a:ext uri="{FF2B5EF4-FFF2-40B4-BE49-F238E27FC236}">
                  <a16:creationId xmlns:a16="http://schemas.microsoft.com/office/drawing/2014/main" id="{19F69A5A-0734-ACEF-517F-BD957E07FCB0}"/>
                </a:ext>
              </a:extLst>
            </p:cNvPr>
            <p:cNvSpPr/>
            <p:nvPr/>
          </p:nvSpPr>
          <p:spPr>
            <a:xfrm>
              <a:off x="6381721" y="1191280"/>
              <a:ext cx="125672" cy="125837"/>
            </a:xfrm>
            <a:prstGeom prst="flowChartConnector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82" name="流程图: 接点 566">
              <a:extLst>
                <a:ext uri="{FF2B5EF4-FFF2-40B4-BE49-F238E27FC236}">
                  <a16:creationId xmlns:a16="http://schemas.microsoft.com/office/drawing/2014/main" id="{678416B7-C691-F54D-D798-389AA801EE08}"/>
                </a:ext>
              </a:extLst>
            </p:cNvPr>
            <p:cNvSpPr/>
            <p:nvPr/>
          </p:nvSpPr>
          <p:spPr>
            <a:xfrm>
              <a:off x="6381721" y="1346277"/>
              <a:ext cx="125672" cy="125837"/>
            </a:xfrm>
            <a:prstGeom prst="flowChartConnector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583" name="直接连接符 510">
              <a:extLst>
                <a:ext uri="{FF2B5EF4-FFF2-40B4-BE49-F238E27FC236}">
                  <a16:creationId xmlns:a16="http://schemas.microsoft.com/office/drawing/2014/main" id="{0042AB4D-A6C6-ED45-EA8D-3C0ED3F8A0C6}"/>
                </a:ext>
              </a:extLst>
            </p:cNvPr>
            <p:cNvCxnSpPr>
              <a:cxnSpLocks/>
              <a:stCxn id="581" idx="2"/>
              <a:endCxn id="577" idx="6"/>
            </p:cNvCxnSpPr>
            <p:nvPr/>
          </p:nvCxnSpPr>
          <p:spPr>
            <a:xfrm flipH="1" flipV="1">
              <a:off x="6241881" y="1099523"/>
              <a:ext cx="139840" cy="15467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84" name="直接连接符 510">
              <a:extLst>
                <a:ext uri="{FF2B5EF4-FFF2-40B4-BE49-F238E27FC236}">
                  <a16:creationId xmlns:a16="http://schemas.microsoft.com/office/drawing/2014/main" id="{5161D5A1-B491-9768-75AA-C6717CB0BD2B}"/>
                </a:ext>
              </a:extLst>
            </p:cNvPr>
            <p:cNvCxnSpPr>
              <a:cxnSpLocks/>
              <a:stCxn id="581" idx="2"/>
              <a:endCxn id="578" idx="6"/>
            </p:cNvCxnSpPr>
            <p:nvPr/>
          </p:nvCxnSpPr>
          <p:spPr>
            <a:xfrm flipH="1">
              <a:off x="6241881" y="1254199"/>
              <a:ext cx="139840" cy="321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85" name="直接连接符 510">
              <a:extLst>
                <a:ext uri="{FF2B5EF4-FFF2-40B4-BE49-F238E27FC236}">
                  <a16:creationId xmlns:a16="http://schemas.microsoft.com/office/drawing/2014/main" id="{9C715608-6D2D-1A65-5E6F-0B9B029CEA1B}"/>
                </a:ext>
              </a:extLst>
            </p:cNvPr>
            <p:cNvCxnSpPr>
              <a:cxnSpLocks/>
              <a:stCxn id="581" idx="2"/>
              <a:endCxn id="580" idx="6"/>
            </p:cNvCxnSpPr>
            <p:nvPr/>
          </p:nvCxnSpPr>
          <p:spPr>
            <a:xfrm flipH="1">
              <a:off x="6241881" y="1254199"/>
              <a:ext cx="139840" cy="15531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86" name="直接连接符 510">
              <a:extLst>
                <a:ext uri="{FF2B5EF4-FFF2-40B4-BE49-F238E27FC236}">
                  <a16:creationId xmlns:a16="http://schemas.microsoft.com/office/drawing/2014/main" id="{F210796E-FA55-CB07-1743-3426788DFF01}"/>
                </a:ext>
              </a:extLst>
            </p:cNvPr>
            <p:cNvCxnSpPr>
              <a:cxnSpLocks/>
              <a:stCxn id="582" idx="2"/>
              <a:endCxn id="579" idx="6"/>
            </p:cNvCxnSpPr>
            <p:nvPr/>
          </p:nvCxnSpPr>
          <p:spPr>
            <a:xfrm flipH="1">
              <a:off x="6241881" y="1409196"/>
              <a:ext cx="139840" cy="15531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87" name="直接连接符 510">
              <a:extLst>
                <a:ext uri="{FF2B5EF4-FFF2-40B4-BE49-F238E27FC236}">
                  <a16:creationId xmlns:a16="http://schemas.microsoft.com/office/drawing/2014/main" id="{BCD188EF-E510-0F6C-BAE5-9D7DE8F24880}"/>
                </a:ext>
              </a:extLst>
            </p:cNvPr>
            <p:cNvCxnSpPr>
              <a:cxnSpLocks/>
              <a:stCxn id="582" idx="2"/>
              <a:endCxn id="577" idx="6"/>
            </p:cNvCxnSpPr>
            <p:nvPr/>
          </p:nvCxnSpPr>
          <p:spPr>
            <a:xfrm flipH="1" flipV="1">
              <a:off x="6241881" y="1099523"/>
              <a:ext cx="139840" cy="309673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88" name="直接连接符 510">
              <a:extLst>
                <a:ext uri="{FF2B5EF4-FFF2-40B4-BE49-F238E27FC236}">
                  <a16:creationId xmlns:a16="http://schemas.microsoft.com/office/drawing/2014/main" id="{06BA7C27-26B4-9D06-6346-6C70B068B797}"/>
                </a:ext>
              </a:extLst>
            </p:cNvPr>
            <p:cNvCxnSpPr>
              <a:cxnSpLocks/>
              <a:stCxn id="582" idx="2"/>
              <a:endCxn id="578" idx="6"/>
            </p:cNvCxnSpPr>
            <p:nvPr/>
          </p:nvCxnSpPr>
          <p:spPr>
            <a:xfrm flipH="1" flipV="1">
              <a:off x="6241881" y="1254520"/>
              <a:ext cx="139840" cy="15467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89" name="直接连接符 510">
              <a:extLst>
                <a:ext uri="{FF2B5EF4-FFF2-40B4-BE49-F238E27FC236}">
                  <a16:creationId xmlns:a16="http://schemas.microsoft.com/office/drawing/2014/main" id="{AE89A6B0-3CD0-8946-D4ED-D0475375CDBB}"/>
                </a:ext>
              </a:extLst>
            </p:cNvPr>
            <p:cNvCxnSpPr>
              <a:cxnSpLocks/>
              <a:stCxn id="582" idx="2"/>
              <a:endCxn id="580" idx="6"/>
            </p:cNvCxnSpPr>
            <p:nvPr/>
          </p:nvCxnSpPr>
          <p:spPr>
            <a:xfrm flipH="1">
              <a:off x="6241881" y="1409196"/>
              <a:ext cx="139840" cy="321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90" name="直接连接符 510">
              <a:extLst>
                <a:ext uri="{FF2B5EF4-FFF2-40B4-BE49-F238E27FC236}">
                  <a16:creationId xmlns:a16="http://schemas.microsoft.com/office/drawing/2014/main" id="{7951B489-A30B-0178-58E5-1E7621175FDA}"/>
                </a:ext>
              </a:extLst>
            </p:cNvPr>
            <p:cNvCxnSpPr>
              <a:cxnSpLocks/>
              <a:stCxn id="582" idx="2"/>
              <a:endCxn id="579" idx="6"/>
            </p:cNvCxnSpPr>
            <p:nvPr/>
          </p:nvCxnSpPr>
          <p:spPr>
            <a:xfrm flipH="1">
              <a:off x="6241881" y="1409196"/>
              <a:ext cx="139840" cy="15531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644" name="矩形 643">
            <a:extLst>
              <a:ext uri="{FF2B5EF4-FFF2-40B4-BE49-F238E27FC236}">
                <a16:creationId xmlns:a16="http://schemas.microsoft.com/office/drawing/2014/main" id="{35643AC4-9CA9-C806-07F3-E2C175C9A2F5}"/>
              </a:ext>
            </a:extLst>
          </p:cNvPr>
          <p:cNvSpPr/>
          <p:nvPr/>
        </p:nvSpPr>
        <p:spPr>
          <a:xfrm flipV="1">
            <a:off x="5301028" y="3667877"/>
            <a:ext cx="2096149" cy="116071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5" name="椭圆 644">
            <a:extLst>
              <a:ext uri="{FF2B5EF4-FFF2-40B4-BE49-F238E27FC236}">
                <a16:creationId xmlns:a16="http://schemas.microsoft.com/office/drawing/2014/main" id="{2575225A-8B90-9DAC-0B9F-071C7AE83E19}"/>
              </a:ext>
            </a:extLst>
          </p:cNvPr>
          <p:cNvSpPr/>
          <p:nvPr/>
        </p:nvSpPr>
        <p:spPr>
          <a:xfrm rot="5400000">
            <a:off x="6178265" y="3987956"/>
            <a:ext cx="270678" cy="277715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zh-CN" altLang="en-US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46" name="椭圆 645">
            <a:extLst>
              <a:ext uri="{FF2B5EF4-FFF2-40B4-BE49-F238E27FC236}">
                <a16:creationId xmlns:a16="http://schemas.microsoft.com/office/drawing/2014/main" id="{255FAB0C-8207-FF66-EA0B-F34C7A9245DE}"/>
              </a:ext>
            </a:extLst>
          </p:cNvPr>
          <p:cNvSpPr/>
          <p:nvPr/>
        </p:nvSpPr>
        <p:spPr>
          <a:xfrm rot="5400000">
            <a:off x="6181949" y="4331146"/>
            <a:ext cx="270678" cy="277715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lang="zh-CN" altLang="en-US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647" name="组合 646">
            <a:extLst>
              <a:ext uri="{FF2B5EF4-FFF2-40B4-BE49-F238E27FC236}">
                <a16:creationId xmlns:a16="http://schemas.microsoft.com/office/drawing/2014/main" id="{35A4B304-989C-FCE9-0BAD-FBB6B748FFE6}"/>
              </a:ext>
            </a:extLst>
          </p:cNvPr>
          <p:cNvGrpSpPr/>
          <p:nvPr/>
        </p:nvGrpSpPr>
        <p:grpSpPr>
          <a:xfrm rot="5400000">
            <a:off x="5653709" y="3793659"/>
            <a:ext cx="202322" cy="704614"/>
            <a:chOff x="800913" y="5270079"/>
            <a:chExt cx="152772" cy="532461"/>
          </a:xfrm>
        </p:grpSpPr>
        <p:sp>
          <p:nvSpPr>
            <p:cNvPr id="648" name="矩形 647">
              <a:extLst>
                <a:ext uri="{FF2B5EF4-FFF2-40B4-BE49-F238E27FC236}">
                  <a16:creationId xmlns:a16="http://schemas.microsoft.com/office/drawing/2014/main" id="{124ED905-AB78-6392-DCA8-B2686033EC50}"/>
                </a:ext>
              </a:extLst>
            </p:cNvPr>
            <p:cNvSpPr/>
            <p:nvPr/>
          </p:nvSpPr>
          <p:spPr>
            <a:xfrm flipH="1">
              <a:off x="800913" y="5270079"/>
              <a:ext cx="152769" cy="133117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49" name="矩形 648">
              <a:extLst>
                <a:ext uri="{FF2B5EF4-FFF2-40B4-BE49-F238E27FC236}">
                  <a16:creationId xmlns:a16="http://schemas.microsoft.com/office/drawing/2014/main" id="{56C6AA77-FD46-1166-57F7-0D372C439681}"/>
                </a:ext>
              </a:extLst>
            </p:cNvPr>
            <p:cNvSpPr/>
            <p:nvPr/>
          </p:nvSpPr>
          <p:spPr>
            <a:xfrm flipH="1">
              <a:off x="800918" y="5403192"/>
              <a:ext cx="152767" cy="133117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50" name="矩形 649">
              <a:extLst>
                <a:ext uri="{FF2B5EF4-FFF2-40B4-BE49-F238E27FC236}">
                  <a16:creationId xmlns:a16="http://schemas.microsoft.com/office/drawing/2014/main" id="{815D99C1-4F44-D501-349C-0291238D7F07}"/>
                </a:ext>
              </a:extLst>
            </p:cNvPr>
            <p:cNvSpPr/>
            <p:nvPr/>
          </p:nvSpPr>
          <p:spPr>
            <a:xfrm flipH="1">
              <a:off x="800924" y="5536310"/>
              <a:ext cx="152760" cy="133117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51" name="矩形 650">
              <a:extLst>
                <a:ext uri="{FF2B5EF4-FFF2-40B4-BE49-F238E27FC236}">
                  <a16:creationId xmlns:a16="http://schemas.microsoft.com/office/drawing/2014/main" id="{4714A2C9-FF02-671A-86E1-21FFDAECAE9F}"/>
                </a:ext>
              </a:extLst>
            </p:cNvPr>
            <p:cNvSpPr/>
            <p:nvPr/>
          </p:nvSpPr>
          <p:spPr>
            <a:xfrm flipH="1">
              <a:off x="800925" y="5669423"/>
              <a:ext cx="152760" cy="133117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652" name="组合 651">
            <a:extLst>
              <a:ext uri="{FF2B5EF4-FFF2-40B4-BE49-F238E27FC236}">
                <a16:creationId xmlns:a16="http://schemas.microsoft.com/office/drawing/2014/main" id="{703D6193-468C-F148-2446-A4811A035033}"/>
              </a:ext>
            </a:extLst>
          </p:cNvPr>
          <p:cNvGrpSpPr/>
          <p:nvPr/>
        </p:nvGrpSpPr>
        <p:grpSpPr>
          <a:xfrm rot="5400000">
            <a:off x="5653708" y="4142667"/>
            <a:ext cx="202322" cy="704614"/>
            <a:chOff x="800913" y="5270079"/>
            <a:chExt cx="152772" cy="532461"/>
          </a:xfrm>
        </p:grpSpPr>
        <p:sp>
          <p:nvSpPr>
            <p:cNvPr id="653" name="矩形 652">
              <a:extLst>
                <a:ext uri="{FF2B5EF4-FFF2-40B4-BE49-F238E27FC236}">
                  <a16:creationId xmlns:a16="http://schemas.microsoft.com/office/drawing/2014/main" id="{DFC17774-C1F5-2285-C62F-540A2454B863}"/>
                </a:ext>
              </a:extLst>
            </p:cNvPr>
            <p:cNvSpPr/>
            <p:nvPr/>
          </p:nvSpPr>
          <p:spPr>
            <a:xfrm flipH="1">
              <a:off x="800913" y="5270079"/>
              <a:ext cx="152769" cy="133117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54" name="矩形 653">
              <a:extLst>
                <a:ext uri="{FF2B5EF4-FFF2-40B4-BE49-F238E27FC236}">
                  <a16:creationId xmlns:a16="http://schemas.microsoft.com/office/drawing/2014/main" id="{EEA7027E-1DFF-F384-B158-7802AFC2E20B}"/>
                </a:ext>
              </a:extLst>
            </p:cNvPr>
            <p:cNvSpPr/>
            <p:nvPr/>
          </p:nvSpPr>
          <p:spPr>
            <a:xfrm flipH="1">
              <a:off x="800918" y="5403192"/>
              <a:ext cx="152767" cy="133117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55" name="矩形 654">
              <a:extLst>
                <a:ext uri="{FF2B5EF4-FFF2-40B4-BE49-F238E27FC236}">
                  <a16:creationId xmlns:a16="http://schemas.microsoft.com/office/drawing/2014/main" id="{FA5EE400-64D9-EAA5-7B5E-F5AE1AEBF889}"/>
                </a:ext>
              </a:extLst>
            </p:cNvPr>
            <p:cNvSpPr/>
            <p:nvPr/>
          </p:nvSpPr>
          <p:spPr>
            <a:xfrm flipH="1">
              <a:off x="800924" y="5536310"/>
              <a:ext cx="152760" cy="133117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56" name="矩形 655">
              <a:extLst>
                <a:ext uri="{FF2B5EF4-FFF2-40B4-BE49-F238E27FC236}">
                  <a16:creationId xmlns:a16="http://schemas.microsoft.com/office/drawing/2014/main" id="{260B57D2-C90E-5207-9658-2687FB4804F1}"/>
                </a:ext>
              </a:extLst>
            </p:cNvPr>
            <p:cNvSpPr/>
            <p:nvPr/>
          </p:nvSpPr>
          <p:spPr>
            <a:xfrm flipH="1">
              <a:off x="800925" y="5669423"/>
              <a:ext cx="152760" cy="133117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755" name="组合 754">
            <a:extLst>
              <a:ext uri="{FF2B5EF4-FFF2-40B4-BE49-F238E27FC236}">
                <a16:creationId xmlns:a16="http://schemas.microsoft.com/office/drawing/2014/main" id="{121ABA95-4927-E4E5-B763-487F803DD898}"/>
              </a:ext>
            </a:extLst>
          </p:cNvPr>
          <p:cNvGrpSpPr/>
          <p:nvPr/>
        </p:nvGrpSpPr>
        <p:grpSpPr>
          <a:xfrm>
            <a:off x="6696167" y="3853396"/>
            <a:ext cx="610665" cy="879151"/>
            <a:chOff x="6116209" y="1036604"/>
            <a:chExt cx="391184" cy="590828"/>
          </a:xfrm>
        </p:grpSpPr>
        <p:sp>
          <p:nvSpPr>
            <p:cNvPr id="756" name="流程图: 接点 566">
              <a:extLst>
                <a:ext uri="{FF2B5EF4-FFF2-40B4-BE49-F238E27FC236}">
                  <a16:creationId xmlns:a16="http://schemas.microsoft.com/office/drawing/2014/main" id="{C41640C6-DD94-6BF5-7B6B-FB56FF085308}"/>
                </a:ext>
              </a:extLst>
            </p:cNvPr>
            <p:cNvSpPr/>
            <p:nvPr/>
          </p:nvSpPr>
          <p:spPr>
            <a:xfrm>
              <a:off x="6116209" y="1036604"/>
              <a:ext cx="125672" cy="125837"/>
            </a:xfrm>
            <a:prstGeom prst="flowChartConnector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57" name="流程图: 接点 566">
              <a:extLst>
                <a:ext uri="{FF2B5EF4-FFF2-40B4-BE49-F238E27FC236}">
                  <a16:creationId xmlns:a16="http://schemas.microsoft.com/office/drawing/2014/main" id="{60666F74-BDC5-E995-D972-2B45BE3BF64D}"/>
                </a:ext>
              </a:extLst>
            </p:cNvPr>
            <p:cNvSpPr/>
            <p:nvPr/>
          </p:nvSpPr>
          <p:spPr>
            <a:xfrm>
              <a:off x="6116209" y="1191601"/>
              <a:ext cx="125672" cy="125837"/>
            </a:xfrm>
            <a:prstGeom prst="flowChartConnector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58" name="流程图: 接点 566">
              <a:extLst>
                <a:ext uri="{FF2B5EF4-FFF2-40B4-BE49-F238E27FC236}">
                  <a16:creationId xmlns:a16="http://schemas.microsoft.com/office/drawing/2014/main" id="{A03A498C-D7F6-7078-0E34-374CA30C5C04}"/>
                </a:ext>
              </a:extLst>
            </p:cNvPr>
            <p:cNvSpPr/>
            <p:nvPr/>
          </p:nvSpPr>
          <p:spPr>
            <a:xfrm>
              <a:off x="6116209" y="1501595"/>
              <a:ext cx="125672" cy="125837"/>
            </a:xfrm>
            <a:prstGeom prst="flowChartConnector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59" name="流程图: 接点 566">
              <a:extLst>
                <a:ext uri="{FF2B5EF4-FFF2-40B4-BE49-F238E27FC236}">
                  <a16:creationId xmlns:a16="http://schemas.microsoft.com/office/drawing/2014/main" id="{951B1E8C-514D-33C9-F3BA-1A56E36A89D9}"/>
                </a:ext>
              </a:extLst>
            </p:cNvPr>
            <p:cNvSpPr/>
            <p:nvPr/>
          </p:nvSpPr>
          <p:spPr>
            <a:xfrm>
              <a:off x="6116209" y="1346598"/>
              <a:ext cx="125672" cy="125837"/>
            </a:xfrm>
            <a:prstGeom prst="flowChartConnector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60" name="流程图: 接点 566">
              <a:extLst>
                <a:ext uri="{FF2B5EF4-FFF2-40B4-BE49-F238E27FC236}">
                  <a16:creationId xmlns:a16="http://schemas.microsoft.com/office/drawing/2014/main" id="{88F1C8F6-396D-09B4-C520-8983496C6B15}"/>
                </a:ext>
              </a:extLst>
            </p:cNvPr>
            <p:cNvSpPr/>
            <p:nvPr/>
          </p:nvSpPr>
          <p:spPr>
            <a:xfrm>
              <a:off x="6381721" y="1191280"/>
              <a:ext cx="125672" cy="125837"/>
            </a:xfrm>
            <a:prstGeom prst="flowChartConnector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61" name="流程图: 接点 566">
              <a:extLst>
                <a:ext uri="{FF2B5EF4-FFF2-40B4-BE49-F238E27FC236}">
                  <a16:creationId xmlns:a16="http://schemas.microsoft.com/office/drawing/2014/main" id="{E6BA857C-3DE8-0CCF-AF6C-A5A7E513C7C9}"/>
                </a:ext>
              </a:extLst>
            </p:cNvPr>
            <p:cNvSpPr/>
            <p:nvPr/>
          </p:nvSpPr>
          <p:spPr>
            <a:xfrm>
              <a:off x="6381721" y="1346277"/>
              <a:ext cx="125672" cy="125837"/>
            </a:xfrm>
            <a:prstGeom prst="flowChartConnector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762" name="直接连接符 510">
              <a:extLst>
                <a:ext uri="{FF2B5EF4-FFF2-40B4-BE49-F238E27FC236}">
                  <a16:creationId xmlns:a16="http://schemas.microsoft.com/office/drawing/2014/main" id="{0F190098-FB24-71BE-861E-5D588573B35E}"/>
                </a:ext>
              </a:extLst>
            </p:cNvPr>
            <p:cNvCxnSpPr>
              <a:cxnSpLocks/>
              <a:stCxn id="760" idx="2"/>
              <a:endCxn id="756" idx="6"/>
            </p:cNvCxnSpPr>
            <p:nvPr/>
          </p:nvCxnSpPr>
          <p:spPr>
            <a:xfrm flipH="1" flipV="1">
              <a:off x="6241881" y="1099523"/>
              <a:ext cx="139840" cy="15467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63" name="直接连接符 510">
              <a:extLst>
                <a:ext uri="{FF2B5EF4-FFF2-40B4-BE49-F238E27FC236}">
                  <a16:creationId xmlns:a16="http://schemas.microsoft.com/office/drawing/2014/main" id="{545B518F-FB83-FC22-5CB5-6C725910DC7C}"/>
                </a:ext>
              </a:extLst>
            </p:cNvPr>
            <p:cNvCxnSpPr>
              <a:cxnSpLocks/>
              <a:stCxn id="760" idx="2"/>
              <a:endCxn id="757" idx="6"/>
            </p:cNvCxnSpPr>
            <p:nvPr/>
          </p:nvCxnSpPr>
          <p:spPr>
            <a:xfrm flipH="1">
              <a:off x="6241881" y="1254199"/>
              <a:ext cx="139840" cy="321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64" name="直接连接符 510">
              <a:extLst>
                <a:ext uri="{FF2B5EF4-FFF2-40B4-BE49-F238E27FC236}">
                  <a16:creationId xmlns:a16="http://schemas.microsoft.com/office/drawing/2014/main" id="{F1131636-61C6-CA0C-B771-E122FFD68523}"/>
                </a:ext>
              </a:extLst>
            </p:cNvPr>
            <p:cNvCxnSpPr>
              <a:cxnSpLocks/>
              <a:stCxn id="760" idx="2"/>
              <a:endCxn id="759" idx="6"/>
            </p:cNvCxnSpPr>
            <p:nvPr/>
          </p:nvCxnSpPr>
          <p:spPr>
            <a:xfrm flipH="1">
              <a:off x="6241881" y="1254199"/>
              <a:ext cx="139840" cy="15531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65" name="直接连接符 510">
              <a:extLst>
                <a:ext uri="{FF2B5EF4-FFF2-40B4-BE49-F238E27FC236}">
                  <a16:creationId xmlns:a16="http://schemas.microsoft.com/office/drawing/2014/main" id="{827C375A-D2E7-C1D4-0BA3-577C28A83B5B}"/>
                </a:ext>
              </a:extLst>
            </p:cNvPr>
            <p:cNvCxnSpPr>
              <a:cxnSpLocks/>
              <a:stCxn id="761" idx="2"/>
              <a:endCxn id="758" idx="6"/>
            </p:cNvCxnSpPr>
            <p:nvPr/>
          </p:nvCxnSpPr>
          <p:spPr>
            <a:xfrm flipH="1">
              <a:off x="6241881" y="1409196"/>
              <a:ext cx="139840" cy="15531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66" name="直接连接符 510">
              <a:extLst>
                <a:ext uri="{FF2B5EF4-FFF2-40B4-BE49-F238E27FC236}">
                  <a16:creationId xmlns:a16="http://schemas.microsoft.com/office/drawing/2014/main" id="{FBC0B243-A562-6733-1C2E-04FD9C689A50}"/>
                </a:ext>
              </a:extLst>
            </p:cNvPr>
            <p:cNvCxnSpPr>
              <a:cxnSpLocks/>
              <a:stCxn id="761" idx="2"/>
              <a:endCxn id="756" idx="6"/>
            </p:cNvCxnSpPr>
            <p:nvPr/>
          </p:nvCxnSpPr>
          <p:spPr>
            <a:xfrm flipH="1" flipV="1">
              <a:off x="6241881" y="1099523"/>
              <a:ext cx="139840" cy="309673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67" name="直接连接符 510">
              <a:extLst>
                <a:ext uri="{FF2B5EF4-FFF2-40B4-BE49-F238E27FC236}">
                  <a16:creationId xmlns:a16="http://schemas.microsoft.com/office/drawing/2014/main" id="{C9584F57-4C6A-A041-AE92-49D2121BD94B}"/>
                </a:ext>
              </a:extLst>
            </p:cNvPr>
            <p:cNvCxnSpPr>
              <a:cxnSpLocks/>
              <a:stCxn id="761" idx="2"/>
              <a:endCxn id="757" idx="6"/>
            </p:cNvCxnSpPr>
            <p:nvPr/>
          </p:nvCxnSpPr>
          <p:spPr>
            <a:xfrm flipH="1" flipV="1">
              <a:off x="6241881" y="1254520"/>
              <a:ext cx="139840" cy="15467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68" name="直接连接符 510">
              <a:extLst>
                <a:ext uri="{FF2B5EF4-FFF2-40B4-BE49-F238E27FC236}">
                  <a16:creationId xmlns:a16="http://schemas.microsoft.com/office/drawing/2014/main" id="{3C6BEFE5-208D-7160-0D48-2EDD921656CD}"/>
                </a:ext>
              </a:extLst>
            </p:cNvPr>
            <p:cNvCxnSpPr>
              <a:cxnSpLocks/>
              <a:stCxn id="761" idx="2"/>
              <a:endCxn id="759" idx="6"/>
            </p:cNvCxnSpPr>
            <p:nvPr/>
          </p:nvCxnSpPr>
          <p:spPr>
            <a:xfrm flipH="1">
              <a:off x="6241881" y="1409196"/>
              <a:ext cx="139840" cy="321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69" name="直接连接符 510">
              <a:extLst>
                <a:ext uri="{FF2B5EF4-FFF2-40B4-BE49-F238E27FC236}">
                  <a16:creationId xmlns:a16="http://schemas.microsoft.com/office/drawing/2014/main" id="{3056F9B2-F49C-3A9A-346B-462DAC9479FB}"/>
                </a:ext>
              </a:extLst>
            </p:cNvPr>
            <p:cNvCxnSpPr>
              <a:cxnSpLocks/>
              <a:stCxn id="761" idx="2"/>
              <a:endCxn id="758" idx="6"/>
            </p:cNvCxnSpPr>
            <p:nvPr/>
          </p:nvCxnSpPr>
          <p:spPr>
            <a:xfrm flipH="1">
              <a:off x="6241881" y="1409196"/>
              <a:ext cx="139840" cy="15531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770" name="椭圆 769">
            <a:extLst>
              <a:ext uri="{FF2B5EF4-FFF2-40B4-BE49-F238E27FC236}">
                <a16:creationId xmlns:a16="http://schemas.microsoft.com/office/drawing/2014/main" id="{5E9E096C-C972-EC1C-5A07-33A35B083806}"/>
              </a:ext>
            </a:extLst>
          </p:cNvPr>
          <p:cNvSpPr/>
          <p:nvPr/>
        </p:nvSpPr>
        <p:spPr>
          <a:xfrm rot="5400000">
            <a:off x="4795550" y="3797582"/>
            <a:ext cx="322854" cy="323843"/>
          </a:xfrm>
          <a:prstGeom prst="ellipse">
            <a:avLst/>
          </a:prstGeom>
          <a:noFill/>
          <a:ln w="28575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cs typeface="Arial" panose="020B0604020202020204" pitchFamily="34" charset="0"/>
              </a:rPr>
              <a:t>1</a:t>
            </a:r>
            <a:endParaRPr lang="zh-CN" altLang="en-US" sz="2400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771" name="椭圆 770">
            <a:extLst>
              <a:ext uri="{FF2B5EF4-FFF2-40B4-BE49-F238E27FC236}">
                <a16:creationId xmlns:a16="http://schemas.microsoft.com/office/drawing/2014/main" id="{C6BCBD12-A3BF-72DA-F515-9B0F5962C1E2}"/>
              </a:ext>
            </a:extLst>
          </p:cNvPr>
          <p:cNvSpPr/>
          <p:nvPr/>
        </p:nvSpPr>
        <p:spPr>
          <a:xfrm rot="5400000">
            <a:off x="4795550" y="4498518"/>
            <a:ext cx="322854" cy="32384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cs typeface="Arial" panose="020B0604020202020204" pitchFamily="34" charset="0"/>
              </a:rPr>
              <a:t>3</a:t>
            </a:r>
            <a:endParaRPr lang="zh-CN" altLang="en-US" sz="2400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772" name="椭圆 771">
            <a:extLst>
              <a:ext uri="{FF2B5EF4-FFF2-40B4-BE49-F238E27FC236}">
                <a16:creationId xmlns:a16="http://schemas.microsoft.com/office/drawing/2014/main" id="{FC693E83-E822-1536-DF15-9C2A2C02E92E}"/>
              </a:ext>
            </a:extLst>
          </p:cNvPr>
          <p:cNvSpPr/>
          <p:nvPr/>
        </p:nvSpPr>
        <p:spPr>
          <a:xfrm rot="5400000">
            <a:off x="4133625" y="3797582"/>
            <a:ext cx="322854" cy="323843"/>
          </a:xfrm>
          <a:prstGeom prst="ellipse">
            <a:avLst/>
          </a:prstGeom>
          <a:noFill/>
          <a:ln w="28575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cs typeface="Arial" panose="020B0604020202020204" pitchFamily="34" charset="0"/>
              </a:rPr>
              <a:t>0</a:t>
            </a:r>
            <a:endParaRPr lang="zh-CN" altLang="en-US" sz="2400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773" name="椭圆 772">
            <a:extLst>
              <a:ext uri="{FF2B5EF4-FFF2-40B4-BE49-F238E27FC236}">
                <a16:creationId xmlns:a16="http://schemas.microsoft.com/office/drawing/2014/main" id="{392BBB68-DF66-91CD-1BB0-808C69563565}"/>
              </a:ext>
            </a:extLst>
          </p:cNvPr>
          <p:cNvSpPr/>
          <p:nvPr/>
        </p:nvSpPr>
        <p:spPr>
          <a:xfrm rot="5400000">
            <a:off x="4133625" y="4498518"/>
            <a:ext cx="322854" cy="32384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cs typeface="Arial" panose="020B0604020202020204" pitchFamily="34" charset="0"/>
              </a:rPr>
              <a:t>2</a:t>
            </a:r>
            <a:endParaRPr lang="zh-CN" altLang="en-US" sz="2400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cxnSp>
        <p:nvCxnSpPr>
          <p:cNvPr id="774" name="直接连接符 521">
            <a:extLst>
              <a:ext uri="{FF2B5EF4-FFF2-40B4-BE49-F238E27FC236}">
                <a16:creationId xmlns:a16="http://schemas.microsoft.com/office/drawing/2014/main" id="{AB928B2A-B934-0F1C-B2AC-EED779FED800}"/>
              </a:ext>
            </a:extLst>
          </p:cNvPr>
          <p:cNvCxnSpPr>
            <a:cxnSpLocks/>
          </p:cNvCxnSpPr>
          <p:nvPr/>
        </p:nvCxnSpPr>
        <p:spPr>
          <a:xfrm>
            <a:off x="4295052" y="4120931"/>
            <a:ext cx="0" cy="378082"/>
          </a:xfrm>
          <a:prstGeom prst="line">
            <a:avLst/>
          </a:prstGeom>
          <a:ln w="28575">
            <a:solidFill>
              <a:schemeClr val="tx1"/>
            </a:solidFill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75" name="直接连接符 522">
            <a:extLst>
              <a:ext uri="{FF2B5EF4-FFF2-40B4-BE49-F238E27FC236}">
                <a16:creationId xmlns:a16="http://schemas.microsoft.com/office/drawing/2014/main" id="{CA3EFA8A-AD86-E7F1-2702-4ADD943F3B9C}"/>
              </a:ext>
            </a:extLst>
          </p:cNvPr>
          <p:cNvCxnSpPr>
            <a:cxnSpLocks/>
          </p:cNvCxnSpPr>
          <p:nvPr/>
        </p:nvCxnSpPr>
        <p:spPr>
          <a:xfrm flipV="1">
            <a:off x="4956977" y="4118750"/>
            <a:ext cx="0" cy="380257"/>
          </a:xfrm>
          <a:prstGeom prst="line">
            <a:avLst/>
          </a:prstGeom>
          <a:ln w="28575">
            <a:solidFill>
              <a:schemeClr val="tx1"/>
            </a:solidFill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76" name="直接连接符 523">
            <a:extLst>
              <a:ext uri="{FF2B5EF4-FFF2-40B4-BE49-F238E27FC236}">
                <a16:creationId xmlns:a16="http://schemas.microsoft.com/office/drawing/2014/main" id="{B90D0FC7-E21F-9A01-0872-131474AA36FF}"/>
              </a:ext>
            </a:extLst>
          </p:cNvPr>
          <p:cNvCxnSpPr>
            <a:cxnSpLocks/>
            <a:stCxn id="771" idx="3"/>
            <a:endCxn id="772" idx="7"/>
          </p:cNvCxnSpPr>
          <p:nvPr/>
        </p:nvCxnSpPr>
        <p:spPr>
          <a:xfrm flipH="1" flipV="1">
            <a:off x="4409549" y="4073650"/>
            <a:ext cx="432934" cy="472644"/>
          </a:xfrm>
          <a:prstGeom prst="line">
            <a:avLst/>
          </a:prstGeom>
          <a:ln w="28575">
            <a:solidFill>
              <a:schemeClr val="tx1"/>
            </a:solidFill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77" name="直接连接符 524">
            <a:extLst>
              <a:ext uri="{FF2B5EF4-FFF2-40B4-BE49-F238E27FC236}">
                <a16:creationId xmlns:a16="http://schemas.microsoft.com/office/drawing/2014/main" id="{E1BCF91D-6492-842B-3442-D74778F8B5B1}"/>
              </a:ext>
            </a:extLst>
          </p:cNvPr>
          <p:cNvCxnSpPr>
            <a:cxnSpLocks/>
          </p:cNvCxnSpPr>
          <p:nvPr/>
        </p:nvCxnSpPr>
        <p:spPr>
          <a:xfrm flipH="1">
            <a:off x="4455515" y="4660433"/>
            <a:ext cx="32987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78" name="文本框 777">
                <a:extLst>
                  <a:ext uri="{FF2B5EF4-FFF2-40B4-BE49-F238E27FC236}">
                    <a16:creationId xmlns:a16="http://schemas.microsoft.com/office/drawing/2014/main" id="{DEC7D14A-CFDE-A864-2F98-E7D8AB7B7B37}"/>
                  </a:ext>
                </a:extLst>
              </p:cNvPr>
              <p:cNvSpPr txBox="1"/>
              <p:nvPr/>
            </p:nvSpPr>
            <p:spPr>
              <a:xfrm>
                <a:off x="7538287" y="4918088"/>
                <a:ext cx="1071288" cy="461665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1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altLang="zh-CN" sz="2400" b="1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𝑿</m:t>
                          </m:r>
                        </m:e>
                        <m:sub>
                          <m:r>
                            <a:rPr lang="en-US" altLang="zh-CN" sz="2400" b="1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zh-CN" altLang="en-US" sz="2400" b="1" dirty="0">
                  <a:solidFill>
                    <a:schemeClr val="accent6"/>
                  </a:solidFill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778" name="文本框 777">
                <a:extLst>
                  <a:ext uri="{FF2B5EF4-FFF2-40B4-BE49-F238E27FC236}">
                    <a16:creationId xmlns:a16="http://schemas.microsoft.com/office/drawing/2014/main" id="{DEC7D14A-CFDE-A864-2F98-E7D8AB7B7B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8287" y="4918088"/>
                <a:ext cx="1071288" cy="461665"/>
              </a:xfrm>
              <a:prstGeom prst="rect">
                <a:avLst/>
              </a:prstGeom>
              <a:blipFill>
                <a:blip r:embed="rId5"/>
                <a:stretch>
                  <a:fillRect b="-1316"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03" name="矩形 802">
            <a:extLst>
              <a:ext uri="{FF2B5EF4-FFF2-40B4-BE49-F238E27FC236}">
                <a16:creationId xmlns:a16="http://schemas.microsoft.com/office/drawing/2014/main" id="{075A3318-354F-DA33-C028-13ADC7B714B2}"/>
              </a:ext>
            </a:extLst>
          </p:cNvPr>
          <p:cNvSpPr/>
          <p:nvPr/>
        </p:nvSpPr>
        <p:spPr>
          <a:xfrm>
            <a:off x="282280" y="5640460"/>
            <a:ext cx="11668471" cy="115353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04" name="流程图: 接点 990">
            <a:extLst>
              <a:ext uri="{FF2B5EF4-FFF2-40B4-BE49-F238E27FC236}">
                <a16:creationId xmlns:a16="http://schemas.microsoft.com/office/drawing/2014/main" id="{3FC2DCDA-152E-056B-3072-E3209A617A37}"/>
              </a:ext>
            </a:extLst>
          </p:cNvPr>
          <p:cNvSpPr/>
          <p:nvPr/>
        </p:nvSpPr>
        <p:spPr>
          <a:xfrm>
            <a:off x="8019945" y="1891507"/>
            <a:ext cx="324675" cy="322149"/>
          </a:xfrm>
          <a:prstGeom prst="flowChartConnector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zh-CN" altLang="en-US" sz="1600" dirty="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05" name="流程图: 接点 701">
            <a:extLst>
              <a:ext uri="{FF2B5EF4-FFF2-40B4-BE49-F238E27FC236}">
                <a16:creationId xmlns:a16="http://schemas.microsoft.com/office/drawing/2014/main" id="{5D6E74E0-5772-FEEC-C261-A8EF10FB996F}"/>
              </a:ext>
            </a:extLst>
          </p:cNvPr>
          <p:cNvSpPr/>
          <p:nvPr/>
        </p:nvSpPr>
        <p:spPr>
          <a:xfrm>
            <a:off x="8018398" y="1499308"/>
            <a:ext cx="324675" cy="322149"/>
          </a:xfrm>
          <a:prstGeom prst="flowChartConnector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endParaRPr lang="zh-CN" altLang="en-US" sz="1600" dirty="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806" name="组合 805">
            <a:extLst>
              <a:ext uri="{FF2B5EF4-FFF2-40B4-BE49-F238E27FC236}">
                <a16:creationId xmlns:a16="http://schemas.microsoft.com/office/drawing/2014/main" id="{D3F52E64-5C67-03EB-6397-CD2EF0127941}"/>
              </a:ext>
            </a:extLst>
          </p:cNvPr>
          <p:cNvGrpSpPr/>
          <p:nvPr/>
        </p:nvGrpSpPr>
        <p:grpSpPr>
          <a:xfrm>
            <a:off x="7487528" y="1560467"/>
            <a:ext cx="403556" cy="176292"/>
            <a:chOff x="6766867" y="9932442"/>
            <a:chExt cx="304958" cy="133117"/>
          </a:xfrm>
        </p:grpSpPr>
        <p:sp>
          <p:nvSpPr>
            <p:cNvPr id="807" name="矩形 806">
              <a:extLst>
                <a:ext uri="{FF2B5EF4-FFF2-40B4-BE49-F238E27FC236}">
                  <a16:creationId xmlns:a16="http://schemas.microsoft.com/office/drawing/2014/main" id="{F35C7B11-9382-1E18-1DF8-793F2702C2D5}"/>
                </a:ext>
              </a:extLst>
            </p:cNvPr>
            <p:cNvSpPr/>
            <p:nvPr/>
          </p:nvSpPr>
          <p:spPr>
            <a:xfrm>
              <a:off x="6766867" y="9932442"/>
              <a:ext cx="151932" cy="133117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08" name="矩形 807">
              <a:extLst>
                <a:ext uri="{FF2B5EF4-FFF2-40B4-BE49-F238E27FC236}">
                  <a16:creationId xmlns:a16="http://schemas.microsoft.com/office/drawing/2014/main" id="{F294716C-A700-3195-9754-D60D0040524E}"/>
                </a:ext>
              </a:extLst>
            </p:cNvPr>
            <p:cNvSpPr/>
            <p:nvPr/>
          </p:nvSpPr>
          <p:spPr>
            <a:xfrm>
              <a:off x="6919893" y="9932442"/>
              <a:ext cx="151932" cy="133117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809" name="组合 808">
            <a:extLst>
              <a:ext uri="{FF2B5EF4-FFF2-40B4-BE49-F238E27FC236}">
                <a16:creationId xmlns:a16="http://schemas.microsoft.com/office/drawing/2014/main" id="{6797E18A-F9DC-E0C2-C212-3D80AE459CFB}"/>
              </a:ext>
            </a:extLst>
          </p:cNvPr>
          <p:cNvGrpSpPr/>
          <p:nvPr/>
        </p:nvGrpSpPr>
        <p:grpSpPr>
          <a:xfrm>
            <a:off x="7488224" y="1950548"/>
            <a:ext cx="403556" cy="176292"/>
            <a:chOff x="6766867" y="9932442"/>
            <a:chExt cx="304958" cy="133117"/>
          </a:xfrm>
        </p:grpSpPr>
        <p:sp>
          <p:nvSpPr>
            <p:cNvPr id="810" name="矩形 809">
              <a:extLst>
                <a:ext uri="{FF2B5EF4-FFF2-40B4-BE49-F238E27FC236}">
                  <a16:creationId xmlns:a16="http://schemas.microsoft.com/office/drawing/2014/main" id="{0224356E-1258-491F-4641-F0E802ED335C}"/>
                </a:ext>
              </a:extLst>
            </p:cNvPr>
            <p:cNvSpPr/>
            <p:nvPr/>
          </p:nvSpPr>
          <p:spPr>
            <a:xfrm>
              <a:off x="6766867" y="9932442"/>
              <a:ext cx="151932" cy="133117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11" name="矩形 810">
              <a:extLst>
                <a:ext uri="{FF2B5EF4-FFF2-40B4-BE49-F238E27FC236}">
                  <a16:creationId xmlns:a16="http://schemas.microsoft.com/office/drawing/2014/main" id="{965BD9BA-8128-CD4D-1753-F774A69EED3C}"/>
                </a:ext>
              </a:extLst>
            </p:cNvPr>
            <p:cNvSpPr/>
            <p:nvPr/>
          </p:nvSpPr>
          <p:spPr>
            <a:xfrm>
              <a:off x="6919893" y="9932442"/>
              <a:ext cx="151932" cy="133117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812" name="流程图: 接点 992">
            <a:extLst>
              <a:ext uri="{FF2B5EF4-FFF2-40B4-BE49-F238E27FC236}">
                <a16:creationId xmlns:a16="http://schemas.microsoft.com/office/drawing/2014/main" id="{37C6F3F4-F5B4-2EFF-C533-4C86BAB735EF}"/>
              </a:ext>
            </a:extLst>
          </p:cNvPr>
          <p:cNvSpPr/>
          <p:nvPr/>
        </p:nvSpPr>
        <p:spPr>
          <a:xfrm>
            <a:off x="8022793" y="4324639"/>
            <a:ext cx="324675" cy="322149"/>
          </a:xfrm>
          <a:prstGeom prst="flowChartConnector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lang="zh-CN" altLang="en-US" sz="1600" dirty="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13" name="流程图: 接点 993">
            <a:extLst>
              <a:ext uri="{FF2B5EF4-FFF2-40B4-BE49-F238E27FC236}">
                <a16:creationId xmlns:a16="http://schemas.microsoft.com/office/drawing/2014/main" id="{48249C27-3339-CC54-8F0C-E2130D87C998}"/>
              </a:ext>
            </a:extLst>
          </p:cNvPr>
          <p:cNvSpPr/>
          <p:nvPr/>
        </p:nvSpPr>
        <p:spPr>
          <a:xfrm>
            <a:off x="8022793" y="3925867"/>
            <a:ext cx="324675" cy="322149"/>
          </a:xfrm>
          <a:prstGeom prst="flowChartConnector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zh-CN" altLang="en-US" sz="1600" dirty="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814" name="组合 813">
            <a:extLst>
              <a:ext uri="{FF2B5EF4-FFF2-40B4-BE49-F238E27FC236}">
                <a16:creationId xmlns:a16="http://schemas.microsoft.com/office/drawing/2014/main" id="{89FE4D4C-7F33-0E0F-2656-3FF557E6DF7D}"/>
              </a:ext>
            </a:extLst>
          </p:cNvPr>
          <p:cNvGrpSpPr/>
          <p:nvPr/>
        </p:nvGrpSpPr>
        <p:grpSpPr>
          <a:xfrm>
            <a:off x="7471417" y="4033995"/>
            <a:ext cx="403556" cy="176292"/>
            <a:chOff x="6766867" y="9932442"/>
            <a:chExt cx="304958" cy="133117"/>
          </a:xfrm>
        </p:grpSpPr>
        <p:sp>
          <p:nvSpPr>
            <p:cNvPr id="815" name="矩形 814">
              <a:extLst>
                <a:ext uri="{FF2B5EF4-FFF2-40B4-BE49-F238E27FC236}">
                  <a16:creationId xmlns:a16="http://schemas.microsoft.com/office/drawing/2014/main" id="{B4501995-39F9-77DD-9502-668EE2F5C93B}"/>
                </a:ext>
              </a:extLst>
            </p:cNvPr>
            <p:cNvSpPr/>
            <p:nvPr/>
          </p:nvSpPr>
          <p:spPr>
            <a:xfrm>
              <a:off x="6766867" y="9932442"/>
              <a:ext cx="151932" cy="133117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16" name="矩形 815">
              <a:extLst>
                <a:ext uri="{FF2B5EF4-FFF2-40B4-BE49-F238E27FC236}">
                  <a16:creationId xmlns:a16="http://schemas.microsoft.com/office/drawing/2014/main" id="{C738596A-FC06-B72A-F40E-3DBAED91059B}"/>
                </a:ext>
              </a:extLst>
            </p:cNvPr>
            <p:cNvSpPr/>
            <p:nvPr/>
          </p:nvSpPr>
          <p:spPr>
            <a:xfrm>
              <a:off x="6919893" y="9932442"/>
              <a:ext cx="151932" cy="133117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817" name="组合 816">
            <a:extLst>
              <a:ext uri="{FF2B5EF4-FFF2-40B4-BE49-F238E27FC236}">
                <a16:creationId xmlns:a16="http://schemas.microsoft.com/office/drawing/2014/main" id="{BFD65A69-0C65-0717-F076-38195550CA69}"/>
              </a:ext>
            </a:extLst>
          </p:cNvPr>
          <p:cNvGrpSpPr/>
          <p:nvPr/>
        </p:nvGrpSpPr>
        <p:grpSpPr>
          <a:xfrm>
            <a:off x="7472113" y="4424075"/>
            <a:ext cx="403556" cy="176292"/>
            <a:chOff x="6766867" y="9932442"/>
            <a:chExt cx="304958" cy="133117"/>
          </a:xfrm>
        </p:grpSpPr>
        <p:sp>
          <p:nvSpPr>
            <p:cNvPr id="818" name="矩形 817">
              <a:extLst>
                <a:ext uri="{FF2B5EF4-FFF2-40B4-BE49-F238E27FC236}">
                  <a16:creationId xmlns:a16="http://schemas.microsoft.com/office/drawing/2014/main" id="{7430B3A7-46FD-1B26-467E-132260810F82}"/>
                </a:ext>
              </a:extLst>
            </p:cNvPr>
            <p:cNvSpPr/>
            <p:nvPr/>
          </p:nvSpPr>
          <p:spPr>
            <a:xfrm>
              <a:off x="6766867" y="9932442"/>
              <a:ext cx="151932" cy="133117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19" name="矩形 818">
              <a:extLst>
                <a:ext uri="{FF2B5EF4-FFF2-40B4-BE49-F238E27FC236}">
                  <a16:creationId xmlns:a16="http://schemas.microsoft.com/office/drawing/2014/main" id="{1DC9F95A-5CF1-4861-3EAF-065BFA0D4CE3}"/>
                </a:ext>
              </a:extLst>
            </p:cNvPr>
            <p:cNvSpPr/>
            <p:nvPr/>
          </p:nvSpPr>
          <p:spPr>
            <a:xfrm>
              <a:off x="6919893" y="9932442"/>
              <a:ext cx="151932" cy="133117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6096219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288000" y="0"/>
            <a:ext cx="11164860" cy="141763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badi" panose="020B0604020202020204" pitchFamily="34" charset="0"/>
                <a:sym typeface="+mn-ea"/>
              </a:rPr>
              <a:t>Multi-GPU GNN Systems with Data Parallelism</a:t>
            </a:r>
            <a:endParaRPr lang="en-US" altLang="zh-CN" sz="3600" dirty="0">
              <a:latin typeface="Century Gothic" panose="020B050202020202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5" name="Rectangle 10"/>
          <p:cNvSpPr/>
          <p:nvPr/>
        </p:nvSpPr>
        <p:spPr>
          <a:xfrm>
            <a:off x="0" y="420787"/>
            <a:ext cx="288000" cy="57606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709CA35-E3F2-8BFB-A5B2-4DB572AEBBDF}"/>
              </a:ext>
            </a:extLst>
          </p:cNvPr>
          <p:cNvSpPr txBox="1"/>
          <p:nvPr/>
        </p:nvSpPr>
        <p:spPr>
          <a:xfrm>
            <a:off x="1558875" y="3539753"/>
            <a:ext cx="1088070" cy="400111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cs typeface="Arial" panose="020B0604020202020204" pitchFamily="34" charset="0"/>
              </a:rPr>
              <a:t>Graph</a:t>
            </a:r>
            <a:endParaRPr lang="zh-CN" altLang="en-US" sz="2000" b="1" dirty="0">
              <a:cs typeface="Arial" panose="020B0604020202020204" pitchFamily="34" charset="0"/>
            </a:endParaRP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B39A61F0-CCEA-47ED-52A7-1F966E022291}"/>
              </a:ext>
            </a:extLst>
          </p:cNvPr>
          <p:cNvSpPr/>
          <p:nvPr/>
        </p:nvSpPr>
        <p:spPr>
          <a:xfrm rot="5400000">
            <a:off x="2159528" y="2411057"/>
            <a:ext cx="323707" cy="323867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cs typeface="Arial" panose="020B0604020202020204" pitchFamily="34" charset="0"/>
              </a:rPr>
              <a:t>1</a:t>
            </a:r>
            <a:endParaRPr lang="zh-CN" altLang="en-US" sz="2400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FE8434F3-0B5B-1C4E-F302-A2502BCA608E}"/>
              </a:ext>
            </a:extLst>
          </p:cNvPr>
          <p:cNvSpPr/>
          <p:nvPr/>
        </p:nvSpPr>
        <p:spPr>
          <a:xfrm rot="5400000">
            <a:off x="2159528" y="3113846"/>
            <a:ext cx="323707" cy="323867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cs typeface="Arial" panose="020B0604020202020204" pitchFamily="34" charset="0"/>
              </a:rPr>
              <a:t>3</a:t>
            </a:r>
            <a:endParaRPr lang="zh-CN" altLang="en-US" sz="2400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005EA1F2-F4B4-4599-5060-A9A45AB8C69E}"/>
              </a:ext>
            </a:extLst>
          </p:cNvPr>
          <p:cNvSpPr/>
          <p:nvPr/>
        </p:nvSpPr>
        <p:spPr>
          <a:xfrm rot="5400000">
            <a:off x="1497554" y="2411057"/>
            <a:ext cx="323707" cy="323867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cs typeface="Arial" panose="020B0604020202020204" pitchFamily="34" charset="0"/>
              </a:rPr>
              <a:t>0</a:t>
            </a:r>
            <a:endParaRPr lang="zh-CN" altLang="en-US" sz="2400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D732ED16-3C19-3C6F-1602-6C25C988DEAE}"/>
              </a:ext>
            </a:extLst>
          </p:cNvPr>
          <p:cNvSpPr/>
          <p:nvPr/>
        </p:nvSpPr>
        <p:spPr>
          <a:xfrm rot="5400000">
            <a:off x="1497554" y="3113846"/>
            <a:ext cx="323707" cy="323867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cs typeface="Arial" panose="020B0604020202020204" pitchFamily="34" charset="0"/>
              </a:rPr>
              <a:t>2</a:t>
            </a:r>
            <a:endParaRPr lang="zh-CN" altLang="en-US" sz="2400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cxnSp>
        <p:nvCxnSpPr>
          <p:cNvPr id="10" name="直接连接符 781">
            <a:extLst>
              <a:ext uri="{FF2B5EF4-FFF2-40B4-BE49-F238E27FC236}">
                <a16:creationId xmlns:a16="http://schemas.microsoft.com/office/drawing/2014/main" id="{DB3AC2ED-3837-698E-C23B-16E9710CF8CC}"/>
              </a:ext>
            </a:extLst>
          </p:cNvPr>
          <p:cNvCxnSpPr>
            <a:cxnSpLocks/>
          </p:cNvCxnSpPr>
          <p:nvPr/>
        </p:nvCxnSpPr>
        <p:spPr>
          <a:xfrm flipH="1">
            <a:off x="1822802" y="2572983"/>
            <a:ext cx="32824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直接连接符 786">
            <a:extLst>
              <a:ext uri="{FF2B5EF4-FFF2-40B4-BE49-F238E27FC236}">
                <a16:creationId xmlns:a16="http://schemas.microsoft.com/office/drawing/2014/main" id="{9303225E-C395-7D69-D6AD-EA9B4C2E8382}"/>
              </a:ext>
            </a:extLst>
          </p:cNvPr>
          <p:cNvCxnSpPr>
            <a:cxnSpLocks/>
          </p:cNvCxnSpPr>
          <p:nvPr/>
        </p:nvCxnSpPr>
        <p:spPr>
          <a:xfrm>
            <a:off x="1659408" y="2734845"/>
            <a:ext cx="0" cy="37908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矩形 11">
            <a:extLst>
              <a:ext uri="{FF2B5EF4-FFF2-40B4-BE49-F238E27FC236}">
                <a16:creationId xmlns:a16="http://schemas.microsoft.com/office/drawing/2014/main" id="{3581CD8E-1448-B19F-1B68-0D1F9C367782}"/>
              </a:ext>
            </a:extLst>
          </p:cNvPr>
          <p:cNvSpPr/>
          <p:nvPr/>
        </p:nvSpPr>
        <p:spPr>
          <a:xfrm rot="5400000" flipH="1">
            <a:off x="934264" y="2322714"/>
            <a:ext cx="241954" cy="20543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52243E9-9892-C726-FCF6-84FAA3C18CA9}"/>
              </a:ext>
            </a:extLst>
          </p:cNvPr>
          <p:cNvSpPr/>
          <p:nvPr/>
        </p:nvSpPr>
        <p:spPr>
          <a:xfrm rot="5400000" flipH="1">
            <a:off x="728840" y="2322720"/>
            <a:ext cx="241951" cy="20543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71D65AA-0D66-B1CE-794D-EDB53C4B4479}"/>
              </a:ext>
            </a:extLst>
          </p:cNvPr>
          <p:cNvSpPr/>
          <p:nvPr/>
        </p:nvSpPr>
        <p:spPr>
          <a:xfrm rot="5400000" flipH="1">
            <a:off x="523408" y="2322723"/>
            <a:ext cx="241940" cy="20543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7D538AF-2F37-F0C4-3391-FE716A53A645}"/>
              </a:ext>
            </a:extLst>
          </p:cNvPr>
          <p:cNvSpPr/>
          <p:nvPr/>
        </p:nvSpPr>
        <p:spPr>
          <a:xfrm rot="5400000" flipH="1">
            <a:off x="317984" y="2322725"/>
            <a:ext cx="241940" cy="20543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613B9B69-EA97-BA51-0064-3909B61B0E0B}"/>
              </a:ext>
            </a:extLst>
          </p:cNvPr>
          <p:cNvSpPr/>
          <p:nvPr/>
        </p:nvSpPr>
        <p:spPr>
          <a:xfrm rot="5400000" flipH="1">
            <a:off x="934264" y="2618608"/>
            <a:ext cx="241954" cy="20543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F7C119F-79DE-4DCF-CB2C-DE3966EAD8E3}"/>
              </a:ext>
            </a:extLst>
          </p:cNvPr>
          <p:cNvSpPr/>
          <p:nvPr/>
        </p:nvSpPr>
        <p:spPr>
          <a:xfrm rot="5400000" flipH="1">
            <a:off x="728840" y="2618614"/>
            <a:ext cx="241951" cy="20543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89C482D-C736-3728-0BD3-D8E99212461A}"/>
              </a:ext>
            </a:extLst>
          </p:cNvPr>
          <p:cNvSpPr/>
          <p:nvPr/>
        </p:nvSpPr>
        <p:spPr>
          <a:xfrm rot="5400000" flipH="1">
            <a:off x="523408" y="2618618"/>
            <a:ext cx="241940" cy="20543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4BAA7583-B719-73E9-C06F-423CEF037D97}"/>
              </a:ext>
            </a:extLst>
          </p:cNvPr>
          <p:cNvSpPr/>
          <p:nvPr/>
        </p:nvSpPr>
        <p:spPr>
          <a:xfrm rot="5400000" flipH="1">
            <a:off x="317984" y="2618619"/>
            <a:ext cx="241940" cy="20543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B8A4FA2E-FE10-87C7-837A-AAE05A399BE5}"/>
              </a:ext>
            </a:extLst>
          </p:cNvPr>
          <p:cNvSpPr/>
          <p:nvPr/>
        </p:nvSpPr>
        <p:spPr>
          <a:xfrm rot="5400000" flipH="1">
            <a:off x="934264" y="3012260"/>
            <a:ext cx="241954" cy="20543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023EDA8C-50B1-FBB7-6C2E-A5114686966E}"/>
              </a:ext>
            </a:extLst>
          </p:cNvPr>
          <p:cNvSpPr/>
          <p:nvPr/>
        </p:nvSpPr>
        <p:spPr>
          <a:xfrm rot="5400000" flipH="1">
            <a:off x="728840" y="3012267"/>
            <a:ext cx="241951" cy="20543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F3962B14-3F48-92EC-90B0-7C33B574C1A9}"/>
              </a:ext>
            </a:extLst>
          </p:cNvPr>
          <p:cNvSpPr/>
          <p:nvPr/>
        </p:nvSpPr>
        <p:spPr>
          <a:xfrm rot="5400000" flipH="1">
            <a:off x="523408" y="3012270"/>
            <a:ext cx="241940" cy="20543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003F67E9-08F6-1BD1-E2B1-9CFBE06E56A4}"/>
              </a:ext>
            </a:extLst>
          </p:cNvPr>
          <p:cNvSpPr/>
          <p:nvPr/>
        </p:nvSpPr>
        <p:spPr>
          <a:xfrm rot="5400000" flipH="1">
            <a:off x="317984" y="3012271"/>
            <a:ext cx="241940" cy="20543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8BDF58AD-3195-EC7A-2898-F9B2B6CC2FA3}"/>
              </a:ext>
            </a:extLst>
          </p:cNvPr>
          <p:cNvSpPr/>
          <p:nvPr/>
        </p:nvSpPr>
        <p:spPr>
          <a:xfrm rot="5400000" flipH="1">
            <a:off x="934264" y="3308155"/>
            <a:ext cx="241954" cy="20543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D2773DE6-85D0-A06A-6904-1BEDB52E2868}"/>
              </a:ext>
            </a:extLst>
          </p:cNvPr>
          <p:cNvSpPr/>
          <p:nvPr/>
        </p:nvSpPr>
        <p:spPr>
          <a:xfrm rot="5400000" flipH="1">
            <a:off x="728840" y="3308161"/>
            <a:ext cx="241951" cy="20543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D93687DD-9D0D-F7CC-0741-6FD0E4C10B4D}"/>
              </a:ext>
            </a:extLst>
          </p:cNvPr>
          <p:cNvSpPr/>
          <p:nvPr/>
        </p:nvSpPr>
        <p:spPr>
          <a:xfrm rot="5400000" flipH="1">
            <a:off x="523408" y="3308164"/>
            <a:ext cx="241940" cy="20543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FC1B7654-C154-821A-F35D-EA4FB15E19F5}"/>
              </a:ext>
            </a:extLst>
          </p:cNvPr>
          <p:cNvSpPr/>
          <p:nvPr/>
        </p:nvSpPr>
        <p:spPr>
          <a:xfrm rot="5400000" flipH="1">
            <a:off x="317984" y="3308166"/>
            <a:ext cx="241940" cy="20543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6C1D67B6-D2FF-B109-D2B2-692FA1CF3339}"/>
              </a:ext>
            </a:extLst>
          </p:cNvPr>
          <p:cNvSpPr txBox="1"/>
          <p:nvPr/>
        </p:nvSpPr>
        <p:spPr>
          <a:xfrm>
            <a:off x="266734" y="3539753"/>
            <a:ext cx="1071288" cy="400111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cs typeface="Arial" panose="020B0604020202020204" pitchFamily="34" charset="0"/>
              </a:rPr>
              <a:t>Feature</a:t>
            </a:r>
            <a:endParaRPr lang="zh-CN" altLang="en-US" sz="2000" b="1" dirty="0">
              <a:cs typeface="Arial" panose="020B0604020202020204" pitchFamily="34" charset="0"/>
            </a:endParaRPr>
          </a:p>
        </p:txBody>
      </p:sp>
      <p:cxnSp>
        <p:nvCxnSpPr>
          <p:cNvPr id="29" name="直接连接符 458">
            <a:extLst>
              <a:ext uri="{FF2B5EF4-FFF2-40B4-BE49-F238E27FC236}">
                <a16:creationId xmlns:a16="http://schemas.microsoft.com/office/drawing/2014/main" id="{DAC8C52F-4119-E7A7-E314-24B55CA85BFB}"/>
              </a:ext>
            </a:extLst>
          </p:cNvPr>
          <p:cNvCxnSpPr>
            <a:cxnSpLocks/>
          </p:cNvCxnSpPr>
          <p:nvPr/>
        </p:nvCxnSpPr>
        <p:spPr>
          <a:xfrm flipV="1">
            <a:off x="2321382" y="2732658"/>
            <a:ext cx="0" cy="38126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直接连接符 461">
            <a:extLst>
              <a:ext uri="{FF2B5EF4-FFF2-40B4-BE49-F238E27FC236}">
                <a16:creationId xmlns:a16="http://schemas.microsoft.com/office/drawing/2014/main" id="{F1650873-22F4-E5CE-9D3D-7C95411A68DB}"/>
              </a:ext>
            </a:extLst>
          </p:cNvPr>
          <p:cNvCxnSpPr>
            <a:cxnSpLocks/>
            <a:stCxn id="7" idx="3"/>
            <a:endCxn id="8" idx="7"/>
          </p:cNvCxnSpPr>
          <p:nvPr/>
        </p:nvCxnSpPr>
        <p:spPr>
          <a:xfrm flipH="1" flipV="1">
            <a:off x="1773912" y="2687439"/>
            <a:ext cx="432966" cy="47389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直接连接符 464">
            <a:extLst>
              <a:ext uri="{FF2B5EF4-FFF2-40B4-BE49-F238E27FC236}">
                <a16:creationId xmlns:a16="http://schemas.microsoft.com/office/drawing/2014/main" id="{26FDE370-8104-0FB5-18EA-6B201C1A8426}"/>
              </a:ext>
            </a:extLst>
          </p:cNvPr>
          <p:cNvCxnSpPr>
            <a:cxnSpLocks/>
          </p:cNvCxnSpPr>
          <p:nvPr/>
        </p:nvCxnSpPr>
        <p:spPr>
          <a:xfrm flipH="1">
            <a:off x="1819882" y="3275772"/>
            <a:ext cx="3299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直接连接符 483">
            <a:extLst>
              <a:ext uri="{FF2B5EF4-FFF2-40B4-BE49-F238E27FC236}">
                <a16:creationId xmlns:a16="http://schemas.microsoft.com/office/drawing/2014/main" id="{AFD05B67-E2F5-0A4B-1E5E-06D7C966D580}"/>
              </a:ext>
            </a:extLst>
          </p:cNvPr>
          <p:cNvCxnSpPr>
            <a:cxnSpLocks/>
          </p:cNvCxnSpPr>
          <p:nvPr/>
        </p:nvCxnSpPr>
        <p:spPr>
          <a:xfrm flipH="1">
            <a:off x="221520" y="2916998"/>
            <a:ext cx="2233003" cy="4534"/>
          </a:xfrm>
          <a:prstGeom prst="line">
            <a:avLst/>
          </a:prstGeom>
          <a:ln w="28575">
            <a:solidFill>
              <a:schemeClr val="tx1"/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文本框 33">
            <a:extLst>
              <a:ext uri="{FF2B5EF4-FFF2-40B4-BE49-F238E27FC236}">
                <a16:creationId xmlns:a16="http://schemas.microsoft.com/office/drawing/2014/main" id="{B5B77D80-DB02-E6D6-8740-E194BBB02681}"/>
              </a:ext>
            </a:extLst>
          </p:cNvPr>
          <p:cNvSpPr txBox="1"/>
          <p:nvPr/>
        </p:nvSpPr>
        <p:spPr>
          <a:xfrm>
            <a:off x="2246021" y="1378128"/>
            <a:ext cx="1182662" cy="461665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cs typeface="Arial" panose="020B0604020202020204" pitchFamily="34" charset="0"/>
              </a:rPr>
              <a:t>GPU1</a:t>
            </a:r>
            <a:endParaRPr lang="zh-CN" altLang="en-US" sz="3600" b="1" dirty="0">
              <a:cs typeface="Arial" panose="020B0604020202020204" pitchFamily="34" charset="0"/>
            </a:endParaRPr>
          </a:p>
        </p:txBody>
      </p:sp>
      <p:cxnSp>
        <p:nvCxnSpPr>
          <p:cNvPr id="35" name="直接连接符 953">
            <a:extLst>
              <a:ext uri="{FF2B5EF4-FFF2-40B4-BE49-F238E27FC236}">
                <a16:creationId xmlns:a16="http://schemas.microsoft.com/office/drawing/2014/main" id="{7C8AD6D7-C4BB-4033-F0AB-A7F03B7521FF}"/>
              </a:ext>
            </a:extLst>
          </p:cNvPr>
          <p:cNvCxnSpPr>
            <a:cxnSpLocks/>
          </p:cNvCxnSpPr>
          <p:nvPr/>
        </p:nvCxnSpPr>
        <p:spPr>
          <a:xfrm flipV="1">
            <a:off x="1175682" y="1622243"/>
            <a:ext cx="1036461" cy="392021"/>
          </a:xfrm>
          <a:prstGeom prst="bentConnector3">
            <a:avLst>
              <a:gd name="adj1" fmla="val 771"/>
            </a:avLst>
          </a:prstGeom>
          <a:ln w="28575">
            <a:solidFill>
              <a:schemeClr val="tx1"/>
            </a:solidFill>
            <a:prstDash val="solid"/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直接连接符 953">
            <a:extLst>
              <a:ext uri="{FF2B5EF4-FFF2-40B4-BE49-F238E27FC236}">
                <a16:creationId xmlns:a16="http://schemas.microsoft.com/office/drawing/2014/main" id="{B146A5E1-49C1-BE21-841F-26638414C3E4}"/>
              </a:ext>
            </a:extLst>
          </p:cNvPr>
          <p:cNvCxnSpPr>
            <a:cxnSpLocks/>
          </p:cNvCxnSpPr>
          <p:nvPr/>
        </p:nvCxnSpPr>
        <p:spPr>
          <a:xfrm>
            <a:off x="1153137" y="4036528"/>
            <a:ext cx="1052054" cy="440352"/>
          </a:xfrm>
          <a:prstGeom prst="bentConnector3">
            <a:avLst>
              <a:gd name="adj1" fmla="val 891"/>
            </a:avLst>
          </a:prstGeom>
          <a:ln w="28575">
            <a:solidFill>
              <a:schemeClr val="tx1"/>
            </a:solidFill>
            <a:prstDash val="solid"/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文本框 36">
            <a:extLst>
              <a:ext uri="{FF2B5EF4-FFF2-40B4-BE49-F238E27FC236}">
                <a16:creationId xmlns:a16="http://schemas.microsoft.com/office/drawing/2014/main" id="{249EBF6A-EF98-67F1-7BCF-3B6A5A0688EF}"/>
              </a:ext>
            </a:extLst>
          </p:cNvPr>
          <p:cNvSpPr txBox="1"/>
          <p:nvPr/>
        </p:nvSpPr>
        <p:spPr>
          <a:xfrm>
            <a:off x="2213257" y="4242542"/>
            <a:ext cx="1182662" cy="461665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cs typeface="Arial" panose="020B0604020202020204" pitchFamily="34" charset="0"/>
              </a:rPr>
              <a:t>GPU2</a:t>
            </a:r>
            <a:endParaRPr lang="zh-CN" altLang="en-US" sz="3600" b="1" dirty="0"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5DB06333-BA64-FBE8-5A9B-CC810276AE39}"/>
                  </a:ext>
                </a:extLst>
              </p:cNvPr>
              <p:cNvSpPr txBox="1"/>
              <p:nvPr/>
            </p:nvSpPr>
            <p:spPr>
              <a:xfrm>
                <a:off x="266734" y="3818078"/>
                <a:ext cx="1071288" cy="461665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1" i="1" dirty="0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altLang="zh-CN" sz="2400" b="1" i="1" dirty="0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𝑿</m:t>
                          </m:r>
                        </m:e>
                        <m:sub>
                          <m:r>
                            <a:rPr lang="en-US" altLang="zh-CN" sz="2400" b="1" i="1" dirty="0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𝟎</m:t>
                          </m:r>
                        </m:sub>
                      </m:sSub>
                    </m:oMath>
                  </m:oMathPara>
                </a14:m>
                <a:endParaRPr lang="zh-CN" altLang="en-US" sz="2400" b="1" dirty="0">
                  <a:solidFill>
                    <a:schemeClr val="accent6"/>
                  </a:solidFill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5DB06333-BA64-FBE8-5A9B-CC810276AE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734" y="3818078"/>
                <a:ext cx="1071288" cy="461665"/>
              </a:xfrm>
              <a:prstGeom prst="rect">
                <a:avLst/>
              </a:prstGeom>
              <a:blipFill>
                <a:blip r:embed="rId3"/>
                <a:stretch>
                  <a:fillRect b="-2632"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59" name="文本框 658">
            <a:extLst>
              <a:ext uri="{FF2B5EF4-FFF2-40B4-BE49-F238E27FC236}">
                <a16:creationId xmlns:a16="http://schemas.microsoft.com/office/drawing/2014/main" id="{C3325C92-8017-D209-BA86-E92D3C0460F3}"/>
              </a:ext>
            </a:extLst>
          </p:cNvPr>
          <p:cNvSpPr txBox="1"/>
          <p:nvPr/>
        </p:nvSpPr>
        <p:spPr>
          <a:xfrm>
            <a:off x="241248" y="6064139"/>
            <a:ext cx="3157268" cy="400110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FF0000"/>
                </a:solidFill>
                <a:cs typeface="Arial" panose="020B0604020202020204" pitchFamily="34" charset="0"/>
              </a:rPr>
              <a:t>The Memory of GPU 1</a:t>
            </a:r>
            <a:endParaRPr lang="zh-CN" altLang="en-US" sz="3200" b="1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  <p:grpSp>
        <p:nvGrpSpPr>
          <p:cNvPr id="597" name="组合 596">
            <a:extLst>
              <a:ext uri="{FF2B5EF4-FFF2-40B4-BE49-F238E27FC236}">
                <a16:creationId xmlns:a16="http://schemas.microsoft.com/office/drawing/2014/main" id="{A3AB9EC3-2062-BD90-4223-E74AE1176097}"/>
              </a:ext>
            </a:extLst>
          </p:cNvPr>
          <p:cNvGrpSpPr/>
          <p:nvPr/>
        </p:nvGrpSpPr>
        <p:grpSpPr>
          <a:xfrm>
            <a:off x="3676702" y="6065534"/>
            <a:ext cx="621640" cy="669775"/>
            <a:chOff x="3656357" y="6507685"/>
            <a:chExt cx="621640" cy="669775"/>
          </a:xfrm>
        </p:grpSpPr>
        <p:sp>
          <p:nvSpPr>
            <p:cNvPr id="598" name="矩形 1174">
              <a:extLst>
                <a:ext uri="{FF2B5EF4-FFF2-40B4-BE49-F238E27FC236}">
                  <a16:creationId xmlns:a16="http://schemas.microsoft.com/office/drawing/2014/main" id="{2C73A039-57CE-A483-8347-742AC622A14C}"/>
                </a:ext>
              </a:extLst>
            </p:cNvPr>
            <p:cNvSpPr/>
            <p:nvPr/>
          </p:nvSpPr>
          <p:spPr>
            <a:xfrm rot="10800000">
              <a:off x="3657805" y="7037952"/>
              <a:ext cx="618707" cy="139508"/>
            </a:xfrm>
            <a:custGeom>
              <a:avLst/>
              <a:gdLst>
                <a:gd name="connsiteX0" fmla="*/ 0 w 595706"/>
                <a:gd name="connsiteY0" fmla="*/ 0 h 92965"/>
                <a:gd name="connsiteX1" fmla="*/ 595706 w 595706"/>
                <a:gd name="connsiteY1" fmla="*/ 0 h 92965"/>
                <a:gd name="connsiteX2" fmla="*/ 595706 w 595706"/>
                <a:gd name="connsiteY2" fmla="*/ 92965 h 92965"/>
                <a:gd name="connsiteX3" fmla="*/ 0 w 595706"/>
                <a:gd name="connsiteY3" fmla="*/ 92965 h 92965"/>
                <a:gd name="connsiteX4" fmla="*/ 0 w 595706"/>
                <a:gd name="connsiteY4" fmla="*/ 0 h 92965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131 w 595837"/>
                <a:gd name="connsiteY0" fmla="*/ 0 h 148754"/>
                <a:gd name="connsiteX1" fmla="*/ 595837 w 595837"/>
                <a:gd name="connsiteY1" fmla="*/ 0 h 148754"/>
                <a:gd name="connsiteX2" fmla="*/ 595837 w 595837"/>
                <a:gd name="connsiteY2" fmla="*/ 92965 h 148754"/>
                <a:gd name="connsiteX3" fmla="*/ 131 w 595837"/>
                <a:gd name="connsiteY3" fmla="*/ 148754 h 148754"/>
                <a:gd name="connsiteX4" fmla="*/ 131 w 595837"/>
                <a:gd name="connsiteY4" fmla="*/ 0 h 148754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56571"/>
                <a:gd name="connsiteX1" fmla="*/ 595837 w 595837"/>
                <a:gd name="connsiteY1" fmla="*/ 0 h 156571"/>
                <a:gd name="connsiteX2" fmla="*/ 594316 w 595837"/>
                <a:gd name="connsiteY2" fmla="*/ 141984 h 156571"/>
                <a:gd name="connsiteX3" fmla="*/ 131 w 595837"/>
                <a:gd name="connsiteY3" fmla="*/ 140590 h 156571"/>
                <a:gd name="connsiteX4" fmla="*/ 131 w 595837"/>
                <a:gd name="connsiteY4" fmla="*/ 0 h 156571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0 w 600949"/>
                <a:gd name="connsiteY0" fmla="*/ 0 h 271309"/>
                <a:gd name="connsiteX1" fmla="*/ 600949 w 600949"/>
                <a:gd name="connsiteY1" fmla="*/ 0 h 271309"/>
                <a:gd name="connsiteX2" fmla="*/ 599428 w 600949"/>
                <a:gd name="connsiteY2" fmla="*/ 141984 h 271309"/>
                <a:gd name="connsiteX3" fmla="*/ 3722 w 600949"/>
                <a:gd name="connsiteY3" fmla="*/ 271309 h 271309"/>
                <a:gd name="connsiteX4" fmla="*/ 0 w 600949"/>
                <a:gd name="connsiteY4" fmla="*/ 0 h 271309"/>
                <a:gd name="connsiteX0" fmla="*/ 0 w 599639"/>
                <a:gd name="connsiteY0" fmla="*/ 0 h 271309"/>
                <a:gd name="connsiteX1" fmla="*/ 599639 w 599639"/>
                <a:gd name="connsiteY1" fmla="*/ 0 h 271309"/>
                <a:gd name="connsiteX2" fmla="*/ 599428 w 599639"/>
                <a:gd name="connsiteY2" fmla="*/ 141984 h 271309"/>
                <a:gd name="connsiteX3" fmla="*/ 3722 w 599639"/>
                <a:gd name="connsiteY3" fmla="*/ 271309 h 271309"/>
                <a:gd name="connsiteX4" fmla="*/ 0 w 599639"/>
                <a:gd name="connsiteY4" fmla="*/ 0 h 271309"/>
                <a:gd name="connsiteX0" fmla="*/ 0 w 597018"/>
                <a:gd name="connsiteY0" fmla="*/ 0 h 271309"/>
                <a:gd name="connsiteX1" fmla="*/ 597018 w 597018"/>
                <a:gd name="connsiteY1" fmla="*/ 0 h 271309"/>
                <a:gd name="connsiteX2" fmla="*/ 596807 w 597018"/>
                <a:gd name="connsiteY2" fmla="*/ 141984 h 271309"/>
                <a:gd name="connsiteX3" fmla="*/ 1101 w 597018"/>
                <a:gd name="connsiteY3" fmla="*/ 271309 h 271309"/>
                <a:gd name="connsiteX4" fmla="*/ 0 w 597018"/>
                <a:gd name="connsiteY4" fmla="*/ 0 h 271309"/>
                <a:gd name="connsiteX0" fmla="*/ 0 w 596807"/>
                <a:gd name="connsiteY0" fmla="*/ 0 h 271309"/>
                <a:gd name="connsiteX1" fmla="*/ 591775 w 596807"/>
                <a:gd name="connsiteY1" fmla="*/ 0 h 271309"/>
                <a:gd name="connsiteX2" fmla="*/ 596807 w 596807"/>
                <a:gd name="connsiteY2" fmla="*/ 141984 h 271309"/>
                <a:gd name="connsiteX3" fmla="*/ 1101 w 596807"/>
                <a:gd name="connsiteY3" fmla="*/ 271309 h 271309"/>
                <a:gd name="connsiteX4" fmla="*/ 0 w 596807"/>
                <a:gd name="connsiteY4" fmla="*/ 0 h 271309"/>
                <a:gd name="connsiteX0" fmla="*/ 0 w 596807"/>
                <a:gd name="connsiteY0" fmla="*/ 0 h 271309"/>
                <a:gd name="connsiteX1" fmla="*/ 595708 w 596807"/>
                <a:gd name="connsiteY1" fmla="*/ 0 h 271309"/>
                <a:gd name="connsiteX2" fmla="*/ 596807 w 596807"/>
                <a:gd name="connsiteY2" fmla="*/ 141984 h 271309"/>
                <a:gd name="connsiteX3" fmla="*/ 1101 w 596807"/>
                <a:gd name="connsiteY3" fmla="*/ 271309 h 271309"/>
                <a:gd name="connsiteX4" fmla="*/ 0 w 596807"/>
                <a:gd name="connsiteY4" fmla="*/ 0 h 271309"/>
                <a:gd name="connsiteX0" fmla="*/ 0 w 595708"/>
                <a:gd name="connsiteY0" fmla="*/ 0 h 271309"/>
                <a:gd name="connsiteX1" fmla="*/ 595708 w 595708"/>
                <a:gd name="connsiteY1" fmla="*/ 0 h 271309"/>
                <a:gd name="connsiteX2" fmla="*/ 594186 w 595708"/>
                <a:gd name="connsiteY2" fmla="*/ 141985 h 271309"/>
                <a:gd name="connsiteX3" fmla="*/ 1101 w 595708"/>
                <a:gd name="connsiteY3" fmla="*/ 271309 h 271309"/>
                <a:gd name="connsiteX4" fmla="*/ 0 w 595708"/>
                <a:gd name="connsiteY4" fmla="*/ 0 h 271309"/>
                <a:gd name="connsiteX0" fmla="*/ 0 w 596439"/>
                <a:gd name="connsiteY0" fmla="*/ 109083 h 380392"/>
                <a:gd name="connsiteX1" fmla="*/ 595708 w 596439"/>
                <a:gd name="connsiteY1" fmla="*/ 109083 h 380392"/>
                <a:gd name="connsiteX2" fmla="*/ 594186 w 596439"/>
                <a:gd name="connsiteY2" fmla="*/ 251068 h 380392"/>
                <a:gd name="connsiteX3" fmla="*/ 1101 w 596439"/>
                <a:gd name="connsiteY3" fmla="*/ 380392 h 380392"/>
                <a:gd name="connsiteX4" fmla="*/ 0 w 596439"/>
                <a:gd name="connsiteY4" fmla="*/ 109083 h 380392"/>
                <a:gd name="connsiteX0" fmla="*/ 0 w 595708"/>
                <a:gd name="connsiteY0" fmla="*/ 0 h 271309"/>
                <a:gd name="connsiteX1" fmla="*/ 595708 w 595708"/>
                <a:gd name="connsiteY1" fmla="*/ 0 h 271309"/>
                <a:gd name="connsiteX2" fmla="*/ 594186 w 595708"/>
                <a:gd name="connsiteY2" fmla="*/ 141985 h 271309"/>
                <a:gd name="connsiteX3" fmla="*/ 1101 w 595708"/>
                <a:gd name="connsiteY3" fmla="*/ 271309 h 271309"/>
                <a:gd name="connsiteX4" fmla="*/ 0 w 595708"/>
                <a:gd name="connsiteY4" fmla="*/ 0 h 271309"/>
                <a:gd name="connsiteX0" fmla="*/ 0 w 596808"/>
                <a:gd name="connsiteY0" fmla="*/ 0 h 271309"/>
                <a:gd name="connsiteX1" fmla="*/ 595708 w 596808"/>
                <a:gd name="connsiteY1" fmla="*/ 0 h 271309"/>
                <a:gd name="connsiteX2" fmla="*/ 596808 w 596808"/>
                <a:gd name="connsiteY2" fmla="*/ 141985 h 271309"/>
                <a:gd name="connsiteX3" fmla="*/ 1101 w 596808"/>
                <a:gd name="connsiteY3" fmla="*/ 271309 h 271309"/>
                <a:gd name="connsiteX4" fmla="*/ 0 w 596808"/>
                <a:gd name="connsiteY4" fmla="*/ 0 h 271309"/>
                <a:gd name="connsiteX0" fmla="*/ 0 w 596808"/>
                <a:gd name="connsiteY0" fmla="*/ 0 h 271309"/>
                <a:gd name="connsiteX1" fmla="*/ 595708 w 596808"/>
                <a:gd name="connsiteY1" fmla="*/ 0 h 271309"/>
                <a:gd name="connsiteX2" fmla="*/ 596808 w 596808"/>
                <a:gd name="connsiteY2" fmla="*/ 141985 h 271309"/>
                <a:gd name="connsiteX3" fmla="*/ 1101 w 596808"/>
                <a:gd name="connsiteY3" fmla="*/ 271309 h 271309"/>
                <a:gd name="connsiteX4" fmla="*/ 0 w 596808"/>
                <a:gd name="connsiteY4" fmla="*/ 0 h 271309"/>
                <a:gd name="connsiteX0" fmla="*/ 0 w 596808"/>
                <a:gd name="connsiteY0" fmla="*/ 0 h 271309"/>
                <a:gd name="connsiteX1" fmla="*/ 595708 w 596808"/>
                <a:gd name="connsiteY1" fmla="*/ 0 h 271309"/>
                <a:gd name="connsiteX2" fmla="*/ 596808 w 596808"/>
                <a:gd name="connsiteY2" fmla="*/ 141985 h 271309"/>
                <a:gd name="connsiteX3" fmla="*/ 1101 w 596808"/>
                <a:gd name="connsiteY3" fmla="*/ 271309 h 271309"/>
                <a:gd name="connsiteX4" fmla="*/ 0 w 596808"/>
                <a:gd name="connsiteY4" fmla="*/ 0 h 271309"/>
                <a:gd name="connsiteX0" fmla="*/ 0 w 595708"/>
                <a:gd name="connsiteY0" fmla="*/ 0 h 271309"/>
                <a:gd name="connsiteX1" fmla="*/ 595708 w 595708"/>
                <a:gd name="connsiteY1" fmla="*/ 0 h 271309"/>
                <a:gd name="connsiteX2" fmla="*/ 594186 w 595708"/>
                <a:gd name="connsiteY2" fmla="*/ 141985 h 271309"/>
                <a:gd name="connsiteX3" fmla="*/ 1101 w 595708"/>
                <a:gd name="connsiteY3" fmla="*/ 271309 h 271309"/>
                <a:gd name="connsiteX4" fmla="*/ 0 w 595708"/>
                <a:gd name="connsiteY4" fmla="*/ 0 h 271309"/>
                <a:gd name="connsiteX0" fmla="*/ 0 w 595708"/>
                <a:gd name="connsiteY0" fmla="*/ 0 h 271309"/>
                <a:gd name="connsiteX1" fmla="*/ 595708 w 595708"/>
                <a:gd name="connsiteY1" fmla="*/ 0 h 271309"/>
                <a:gd name="connsiteX2" fmla="*/ 594186 w 595708"/>
                <a:gd name="connsiteY2" fmla="*/ 141985 h 271309"/>
                <a:gd name="connsiteX3" fmla="*/ 1101 w 595708"/>
                <a:gd name="connsiteY3" fmla="*/ 271309 h 271309"/>
                <a:gd name="connsiteX4" fmla="*/ 0 w 595708"/>
                <a:gd name="connsiteY4" fmla="*/ 0 h 271309"/>
                <a:gd name="connsiteX0" fmla="*/ 0 w 595936"/>
                <a:gd name="connsiteY0" fmla="*/ 0 h 271309"/>
                <a:gd name="connsiteX1" fmla="*/ 595708 w 595936"/>
                <a:gd name="connsiteY1" fmla="*/ 0 h 271309"/>
                <a:gd name="connsiteX2" fmla="*/ 594186 w 595936"/>
                <a:gd name="connsiteY2" fmla="*/ 141985 h 271309"/>
                <a:gd name="connsiteX3" fmla="*/ 1101 w 595936"/>
                <a:gd name="connsiteY3" fmla="*/ 271309 h 271309"/>
                <a:gd name="connsiteX4" fmla="*/ 0 w 595936"/>
                <a:gd name="connsiteY4" fmla="*/ 0 h 271309"/>
                <a:gd name="connsiteX0" fmla="*/ 319 w 596255"/>
                <a:gd name="connsiteY0" fmla="*/ 0 h 271309"/>
                <a:gd name="connsiteX1" fmla="*/ 596027 w 596255"/>
                <a:gd name="connsiteY1" fmla="*/ 0 h 271309"/>
                <a:gd name="connsiteX2" fmla="*/ 594505 w 596255"/>
                <a:gd name="connsiteY2" fmla="*/ 141985 h 271309"/>
                <a:gd name="connsiteX3" fmla="*/ 110 w 596255"/>
                <a:gd name="connsiteY3" fmla="*/ 271309 h 271309"/>
                <a:gd name="connsiteX4" fmla="*/ 319 w 596255"/>
                <a:gd name="connsiteY4" fmla="*/ 0 h 271309"/>
                <a:gd name="connsiteX0" fmla="*/ 0 w 595936"/>
                <a:gd name="connsiteY0" fmla="*/ 0 h 271309"/>
                <a:gd name="connsiteX1" fmla="*/ 595708 w 595936"/>
                <a:gd name="connsiteY1" fmla="*/ 0 h 271309"/>
                <a:gd name="connsiteX2" fmla="*/ 594186 w 595936"/>
                <a:gd name="connsiteY2" fmla="*/ 141985 h 271309"/>
                <a:gd name="connsiteX3" fmla="*/ 1101 w 595936"/>
                <a:gd name="connsiteY3" fmla="*/ 271309 h 271309"/>
                <a:gd name="connsiteX4" fmla="*/ 0 w 595936"/>
                <a:gd name="connsiteY4" fmla="*/ 0 h 271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5936" h="271309">
                  <a:moveTo>
                    <a:pt x="0" y="0"/>
                  </a:moveTo>
                  <a:lnTo>
                    <a:pt x="595708" y="0"/>
                  </a:lnTo>
                  <a:cubicBezTo>
                    <a:pt x="595708" y="30988"/>
                    <a:pt x="596806" y="39550"/>
                    <a:pt x="594186" y="141985"/>
                  </a:cubicBezTo>
                  <a:cubicBezTo>
                    <a:pt x="404809" y="352086"/>
                    <a:pt x="341643" y="22672"/>
                    <a:pt x="1101" y="271309"/>
                  </a:cubicBezTo>
                  <a:cubicBezTo>
                    <a:pt x="647" y="226260"/>
                    <a:pt x="454" y="45049"/>
                    <a:pt x="0" y="0"/>
                  </a:cubicBez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599" name="组合 598">
              <a:extLst>
                <a:ext uri="{FF2B5EF4-FFF2-40B4-BE49-F238E27FC236}">
                  <a16:creationId xmlns:a16="http://schemas.microsoft.com/office/drawing/2014/main" id="{886584A2-8F14-0343-BBB5-66400C61BE8D}"/>
                </a:ext>
              </a:extLst>
            </p:cNvPr>
            <p:cNvGrpSpPr/>
            <p:nvPr/>
          </p:nvGrpSpPr>
          <p:grpSpPr>
            <a:xfrm>
              <a:off x="3656357" y="6507685"/>
              <a:ext cx="621640" cy="663817"/>
              <a:chOff x="3656357" y="6507685"/>
              <a:chExt cx="621640" cy="663817"/>
            </a:xfrm>
          </p:grpSpPr>
          <p:sp>
            <p:nvSpPr>
              <p:cNvPr id="600" name="矩形 599">
                <a:extLst>
                  <a:ext uri="{FF2B5EF4-FFF2-40B4-BE49-F238E27FC236}">
                    <a16:creationId xmlns:a16="http://schemas.microsoft.com/office/drawing/2014/main" id="{2F6AB136-4DF9-AA70-40CA-8EDCA4A1FE98}"/>
                  </a:ext>
                </a:extLst>
              </p:cNvPr>
              <p:cNvSpPr/>
              <p:nvPr/>
            </p:nvSpPr>
            <p:spPr>
              <a:xfrm>
                <a:off x="3656465" y="6640950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01" name="矩形 600">
                <a:extLst>
                  <a:ext uri="{FF2B5EF4-FFF2-40B4-BE49-F238E27FC236}">
                    <a16:creationId xmlns:a16="http://schemas.microsoft.com/office/drawing/2014/main" id="{C982E763-E1FC-89BD-FB27-F448F1BC94EB}"/>
                  </a:ext>
                </a:extLst>
              </p:cNvPr>
              <p:cNvSpPr/>
              <p:nvPr/>
            </p:nvSpPr>
            <p:spPr>
              <a:xfrm>
                <a:off x="3811875" y="6640950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02" name="矩形 601">
                <a:extLst>
                  <a:ext uri="{FF2B5EF4-FFF2-40B4-BE49-F238E27FC236}">
                    <a16:creationId xmlns:a16="http://schemas.microsoft.com/office/drawing/2014/main" id="{892005E8-9890-7EEE-DF73-CF2E818B6F00}"/>
                  </a:ext>
                </a:extLst>
              </p:cNvPr>
              <p:cNvSpPr/>
              <p:nvPr/>
            </p:nvSpPr>
            <p:spPr>
              <a:xfrm>
                <a:off x="3967285" y="6640950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03" name="矩形 602">
                <a:extLst>
                  <a:ext uri="{FF2B5EF4-FFF2-40B4-BE49-F238E27FC236}">
                    <a16:creationId xmlns:a16="http://schemas.microsoft.com/office/drawing/2014/main" id="{61A23AB9-1225-584B-F902-9B329100B108}"/>
                  </a:ext>
                </a:extLst>
              </p:cNvPr>
              <p:cNvSpPr/>
              <p:nvPr/>
            </p:nvSpPr>
            <p:spPr>
              <a:xfrm>
                <a:off x="4122695" y="6640950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04" name="矩形 603">
                <a:extLst>
                  <a:ext uri="{FF2B5EF4-FFF2-40B4-BE49-F238E27FC236}">
                    <a16:creationId xmlns:a16="http://schemas.microsoft.com/office/drawing/2014/main" id="{B2BB2A90-9AC8-D6F5-61F6-B9FE661445A1}"/>
                  </a:ext>
                </a:extLst>
              </p:cNvPr>
              <p:cNvSpPr/>
              <p:nvPr/>
            </p:nvSpPr>
            <p:spPr>
              <a:xfrm>
                <a:off x="3656465" y="6773574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05" name="矩形 604">
                <a:extLst>
                  <a:ext uri="{FF2B5EF4-FFF2-40B4-BE49-F238E27FC236}">
                    <a16:creationId xmlns:a16="http://schemas.microsoft.com/office/drawing/2014/main" id="{97399F19-77FD-4D0C-89BD-177D20715424}"/>
                  </a:ext>
                </a:extLst>
              </p:cNvPr>
              <p:cNvSpPr/>
              <p:nvPr/>
            </p:nvSpPr>
            <p:spPr>
              <a:xfrm>
                <a:off x="3811875" y="6773574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06" name="矩形 605">
                <a:extLst>
                  <a:ext uri="{FF2B5EF4-FFF2-40B4-BE49-F238E27FC236}">
                    <a16:creationId xmlns:a16="http://schemas.microsoft.com/office/drawing/2014/main" id="{B3745597-7EEE-5B6E-8368-905AA95F54B2}"/>
                  </a:ext>
                </a:extLst>
              </p:cNvPr>
              <p:cNvSpPr/>
              <p:nvPr/>
            </p:nvSpPr>
            <p:spPr>
              <a:xfrm>
                <a:off x="3967285" y="6773574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07" name="矩形 606">
                <a:extLst>
                  <a:ext uri="{FF2B5EF4-FFF2-40B4-BE49-F238E27FC236}">
                    <a16:creationId xmlns:a16="http://schemas.microsoft.com/office/drawing/2014/main" id="{8AD8ADEC-A240-398B-E5E0-3602D92F07E1}"/>
                  </a:ext>
                </a:extLst>
              </p:cNvPr>
              <p:cNvSpPr/>
              <p:nvPr/>
            </p:nvSpPr>
            <p:spPr>
              <a:xfrm>
                <a:off x="4122695" y="6773574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08" name="矩形 607">
                <a:extLst>
                  <a:ext uri="{FF2B5EF4-FFF2-40B4-BE49-F238E27FC236}">
                    <a16:creationId xmlns:a16="http://schemas.microsoft.com/office/drawing/2014/main" id="{7FDACAFC-F9A5-AAD7-00BA-680264C4398C}"/>
                  </a:ext>
                </a:extLst>
              </p:cNvPr>
              <p:cNvSpPr/>
              <p:nvPr/>
            </p:nvSpPr>
            <p:spPr>
              <a:xfrm>
                <a:off x="3656357" y="690625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09" name="矩形 608">
                <a:extLst>
                  <a:ext uri="{FF2B5EF4-FFF2-40B4-BE49-F238E27FC236}">
                    <a16:creationId xmlns:a16="http://schemas.microsoft.com/office/drawing/2014/main" id="{7FD77AC2-55D6-267D-FC85-C0386F52E383}"/>
                  </a:ext>
                </a:extLst>
              </p:cNvPr>
              <p:cNvSpPr/>
              <p:nvPr/>
            </p:nvSpPr>
            <p:spPr>
              <a:xfrm>
                <a:off x="3811767" y="690625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0" name="矩形 609">
                <a:extLst>
                  <a:ext uri="{FF2B5EF4-FFF2-40B4-BE49-F238E27FC236}">
                    <a16:creationId xmlns:a16="http://schemas.microsoft.com/office/drawing/2014/main" id="{2F4429C3-A915-E5A9-AE97-B6B6310F3B74}"/>
                  </a:ext>
                </a:extLst>
              </p:cNvPr>
              <p:cNvSpPr/>
              <p:nvPr/>
            </p:nvSpPr>
            <p:spPr>
              <a:xfrm>
                <a:off x="3967177" y="690625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1" name="矩形 610">
                <a:extLst>
                  <a:ext uri="{FF2B5EF4-FFF2-40B4-BE49-F238E27FC236}">
                    <a16:creationId xmlns:a16="http://schemas.microsoft.com/office/drawing/2014/main" id="{8603E164-2A0F-0F94-7C6F-E575B286D3A4}"/>
                  </a:ext>
                </a:extLst>
              </p:cNvPr>
              <p:cNvSpPr/>
              <p:nvPr/>
            </p:nvSpPr>
            <p:spPr>
              <a:xfrm>
                <a:off x="4122587" y="690625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2" name="矩形 611">
                <a:extLst>
                  <a:ext uri="{FF2B5EF4-FFF2-40B4-BE49-F238E27FC236}">
                    <a16:creationId xmlns:a16="http://schemas.microsoft.com/office/drawing/2014/main" id="{1BC2E19B-DAAF-F176-5CD9-564B33518FB3}"/>
                  </a:ext>
                </a:extLst>
              </p:cNvPr>
              <p:cNvSpPr/>
              <p:nvPr/>
            </p:nvSpPr>
            <p:spPr>
              <a:xfrm>
                <a:off x="3656357" y="7038879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3" name="矩形 612">
                <a:extLst>
                  <a:ext uri="{FF2B5EF4-FFF2-40B4-BE49-F238E27FC236}">
                    <a16:creationId xmlns:a16="http://schemas.microsoft.com/office/drawing/2014/main" id="{9ACDC26D-3623-8362-B0F8-52BF01ACA767}"/>
                  </a:ext>
                </a:extLst>
              </p:cNvPr>
              <p:cNvSpPr/>
              <p:nvPr/>
            </p:nvSpPr>
            <p:spPr>
              <a:xfrm>
                <a:off x="3811767" y="7038879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4" name="矩形 613">
                <a:extLst>
                  <a:ext uri="{FF2B5EF4-FFF2-40B4-BE49-F238E27FC236}">
                    <a16:creationId xmlns:a16="http://schemas.microsoft.com/office/drawing/2014/main" id="{4AF5F51E-45D8-D058-0507-B6143893702C}"/>
                  </a:ext>
                </a:extLst>
              </p:cNvPr>
              <p:cNvSpPr/>
              <p:nvPr/>
            </p:nvSpPr>
            <p:spPr>
              <a:xfrm>
                <a:off x="3967177" y="7038879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5" name="矩形 614">
                <a:extLst>
                  <a:ext uri="{FF2B5EF4-FFF2-40B4-BE49-F238E27FC236}">
                    <a16:creationId xmlns:a16="http://schemas.microsoft.com/office/drawing/2014/main" id="{87DE4D0D-7583-AC0C-B789-27A568D23CDF}"/>
                  </a:ext>
                </a:extLst>
              </p:cNvPr>
              <p:cNvSpPr/>
              <p:nvPr/>
            </p:nvSpPr>
            <p:spPr>
              <a:xfrm>
                <a:off x="4122587" y="7038879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6" name="矩形 615">
                <a:extLst>
                  <a:ext uri="{FF2B5EF4-FFF2-40B4-BE49-F238E27FC236}">
                    <a16:creationId xmlns:a16="http://schemas.microsoft.com/office/drawing/2014/main" id="{24C4F8F9-5418-C8F6-71E3-7606319331C5}"/>
                  </a:ext>
                </a:extLst>
              </p:cNvPr>
              <p:cNvSpPr/>
              <p:nvPr/>
            </p:nvSpPr>
            <p:spPr>
              <a:xfrm>
                <a:off x="3656357" y="650768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7" name="矩形 616">
                <a:extLst>
                  <a:ext uri="{FF2B5EF4-FFF2-40B4-BE49-F238E27FC236}">
                    <a16:creationId xmlns:a16="http://schemas.microsoft.com/office/drawing/2014/main" id="{22A8450A-9A05-1780-BE46-D9B2B0DE9DC7}"/>
                  </a:ext>
                </a:extLst>
              </p:cNvPr>
              <p:cNvSpPr/>
              <p:nvPr/>
            </p:nvSpPr>
            <p:spPr>
              <a:xfrm>
                <a:off x="3811767" y="650768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8" name="矩形 617">
                <a:extLst>
                  <a:ext uri="{FF2B5EF4-FFF2-40B4-BE49-F238E27FC236}">
                    <a16:creationId xmlns:a16="http://schemas.microsoft.com/office/drawing/2014/main" id="{F7796BBB-1D48-96B4-B8AE-FFD73B3832BD}"/>
                  </a:ext>
                </a:extLst>
              </p:cNvPr>
              <p:cNvSpPr/>
              <p:nvPr/>
            </p:nvSpPr>
            <p:spPr>
              <a:xfrm>
                <a:off x="3967177" y="650768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9" name="矩形 618">
                <a:extLst>
                  <a:ext uri="{FF2B5EF4-FFF2-40B4-BE49-F238E27FC236}">
                    <a16:creationId xmlns:a16="http://schemas.microsoft.com/office/drawing/2014/main" id="{A70362E8-F65D-0FC6-A927-56EE86569818}"/>
                  </a:ext>
                </a:extLst>
              </p:cNvPr>
              <p:cNvSpPr/>
              <p:nvPr/>
            </p:nvSpPr>
            <p:spPr>
              <a:xfrm>
                <a:off x="4122587" y="650768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620" name="椭圆 619">
            <a:extLst>
              <a:ext uri="{FF2B5EF4-FFF2-40B4-BE49-F238E27FC236}">
                <a16:creationId xmlns:a16="http://schemas.microsoft.com/office/drawing/2014/main" id="{61B14B30-8A60-E9B8-4886-ABE891A540D2}"/>
              </a:ext>
            </a:extLst>
          </p:cNvPr>
          <p:cNvSpPr/>
          <p:nvPr/>
        </p:nvSpPr>
        <p:spPr>
          <a:xfrm rot="5400000">
            <a:off x="4799131" y="1468112"/>
            <a:ext cx="322854" cy="32384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cs typeface="Arial" panose="020B0604020202020204" pitchFamily="34" charset="0"/>
              </a:rPr>
              <a:t>1</a:t>
            </a:r>
            <a:endParaRPr lang="zh-CN" altLang="en-US" sz="2400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621" name="椭圆 620">
            <a:extLst>
              <a:ext uri="{FF2B5EF4-FFF2-40B4-BE49-F238E27FC236}">
                <a16:creationId xmlns:a16="http://schemas.microsoft.com/office/drawing/2014/main" id="{C8F8F00E-E6F4-3517-90B6-4F16CA95FFB1}"/>
              </a:ext>
            </a:extLst>
          </p:cNvPr>
          <p:cNvSpPr/>
          <p:nvPr/>
        </p:nvSpPr>
        <p:spPr>
          <a:xfrm rot="5400000">
            <a:off x="4799131" y="2169048"/>
            <a:ext cx="322854" cy="323843"/>
          </a:xfrm>
          <a:prstGeom prst="ellipse">
            <a:avLst/>
          </a:prstGeom>
          <a:noFill/>
          <a:ln w="28575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cs typeface="Arial" panose="020B0604020202020204" pitchFamily="34" charset="0"/>
              </a:rPr>
              <a:t>3</a:t>
            </a:r>
            <a:endParaRPr lang="zh-CN" altLang="en-US" sz="2400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622" name="椭圆 621">
            <a:extLst>
              <a:ext uri="{FF2B5EF4-FFF2-40B4-BE49-F238E27FC236}">
                <a16:creationId xmlns:a16="http://schemas.microsoft.com/office/drawing/2014/main" id="{CEE169B8-3F4F-BA30-2C6E-26A40FA26B21}"/>
              </a:ext>
            </a:extLst>
          </p:cNvPr>
          <p:cNvSpPr/>
          <p:nvPr/>
        </p:nvSpPr>
        <p:spPr>
          <a:xfrm rot="5400000">
            <a:off x="4137206" y="1468112"/>
            <a:ext cx="322854" cy="32384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cs typeface="Arial" panose="020B0604020202020204" pitchFamily="34" charset="0"/>
              </a:rPr>
              <a:t>0</a:t>
            </a:r>
            <a:endParaRPr lang="zh-CN" altLang="en-US" sz="2400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623" name="椭圆 622">
            <a:extLst>
              <a:ext uri="{FF2B5EF4-FFF2-40B4-BE49-F238E27FC236}">
                <a16:creationId xmlns:a16="http://schemas.microsoft.com/office/drawing/2014/main" id="{C84C3908-7C9F-5473-C82C-5BCFF2E07EC8}"/>
              </a:ext>
            </a:extLst>
          </p:cNvPr>
          <p:cNvSpPr/>
          <p:nvPr/>
        </p:nvSpPr>
        <p:spPr>
          <a:xfrm rot="5400000">
            <a:off x="4137206" y="2169048"/>
            <a:ext cx="322854" cy="323843"/>
          </a:xfrm>
          <a:prstGeom prst="ellipse">
            <a:avLst/>
          </a:prstGeom>
          <a:noFill/>
          <a:ln w="28575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cs typeface="Arial" panose="020B0604020202020204" pitchFamily="34" charset="0"/>
              </a:rPr>
              <a:t>2</a:t>
            </a:r>
            <a:endParaRPr lang="zh-CN" altLang="en-US" sz="2400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cxnSp>
        <p:nvCxnSpPr>
          <p:cNvPr id="624" name="直接连接符 510">
            <a:extLst>
              <a:ext uri="{FF2B5EF4-FFF2-40B4-BE49-F238E27FC236}">
                <a16:creationId xmlns:a16="http://schemas.microsoft.com/office/drawing/2014/main" id="{C5106AD9-7123-4D0D-601D-32ACB97A5C52}"/>
              </a:ext>
            </a:extLst>
          </p:cNvPr>
          <p:cNvCxnSpPr>
            <a:cxnSpLocks/>
          </p:cNvCxnSpPr>
          <p:nvPr/>
        </p:nvCxnSpPr>
        <p:spPr>
          <a:xfrm flipH="1">
            <a:off x="4462016" y="1630026"/>
            <a:ext cx="328224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25" name="直接连接符 511">
            <a:extLst>
              <a:ext uri="{FF2B5EF4-FFF2-40B4-BE49-F238E27FC236}">
                <a16:creationId xmlns:a16="http://schemas.microsoft.com/office/drawing/2014/main" id="{6EF9AB65-2046-24CE-7035-463E23A79672}"/>
              </a:ext>
            </a:extLst>
          </p:cNvPr>
          <p:cNvCxnSpPr>
            <a:cxnSpLocks/>
          </p:cNvCxnSpPr>
          <p:nvPr/>
        </p:nvCxnSpPr>
        <p:spPr>
          <a:xfrm>
            <a:off x="4298634" y="1791461"/>
            <a:ext cx="0" cy="378082"/>
          </a:xfrm>
          <a:prstGeom prst="line">
            <a:avLst/>
          </a:prstGeom>
          <a:ln w="28575">
            <a:solidFill>
              <a:schemeClr val="tx1"/>
            </a:solidFill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26" name="直接连接符 512">
            <a:extLst>
              <a:ext uri="{FF2B5EF4-FFF2-40B4-BE49-F238E27FC236}">
                <a16:creationId xmlns:a16="http://schemas.microsoft.com/office/drawing/2014/main" id="{975782C0-F1D0-D2EC-6EEF-4E95C7553954}"/>
              </a:ext>
            </a:extLst>
          </p:cNvPr>
          <p:cNvCxnSpPr>
            <a:cxnSpLocks/>
          </p:cNvCxnSpPr>
          <p:nvPr/>
        </p:nvCxnSpPr>
        <p:spPr>
          <a:xfrm flipV="1">
            <a:off x="4960558" y="1789280"/>
            <a:ext cx="0" cy="380257"/>
          </a:xfrm>
          <a:prstGeom prst="line">
            <a:avLst/>
          </a:prstGeom>
          <a:ln w="28575">
            <a:solidFill>
              <a:schemeClr val="tx1"/>
            </a:solidFill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27" name="直接连接符 513">
            <a:extLst>
              <a:ext uri="{FF2B5EF4-FFF2-40B4-BE49-F238E27FC236}">
                <a16:creationId xmlns:a16="http://schemas.microsoft.com/office/drawing/2014/main" id="{1CC0412A-6D55-96F0-C3BE-7D2625CF6C71}"/>
              </a:ext>
            </a:extLst>
          </p:cNvPr>
          <p:cNvCxnSpPr>
            <a:cxnSpLocks/>
            <a:stCxn id="621" idx="3"/>
            <a:endCxn id="622" idx="7"/>
          </p:cNvCxnSpPr>
          <p:nvPr/>
        </p:nvCxnSpPr>
        <p:spPr>
          <a:xfrm flipH="1" flipV="1">
            <a:off x="4413130" y="1744180"/>
            <a:ext cx="432934" cy="472644"/>
          </a:xfrm>
          <a:prstGeom prst="line">
            <a:avLst/>
          </a:prstGeom>
          <a:ln w="28575">
            <a:solidFill>
              <a:schemeClr val="tx1"/>
            </a:solidFill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660" name="组合 659">
            <a:extLst>
              <a:ext uri="{FF2B5EF4-FFF2-40B4-BE49-F238E27FC236}">
                <a16:creationId xmlns:a16="http://schemas.microsoft.com/office/drawing/2014/main" id="{9E3841E7-DCA7-3F77-B007-9A234D5F920B}"/>
              </a:ext>
            </a:extLst>
          </p:cNvPr>
          <p:cNvGrpSpPr/>
          <p:nvPr/>
        </p:nvGrpSpPr>
        <p:grpSpPr>
          <a:xfrm>
            <a:off x="3191103" y="1349068"/>
            <a:ext cx="821650" cy="536436"/>
            <a:chOff x="5408615" y="10123996"/>
            <a:chExt cx="532461" cy="339599"/>
          </a:xfrm>
        </p:grpSpPr>
        <p:grpSp>
          <p:nvGrpSpPr>
            <p:cNvPr id="661" name="组合 660">
              <a:extLst>
                <a:ext uri="{FF2B5EF4-FFF2-40B4-BE49-F238E27FC236}">
                  <a16:creationId xmlns:a16="http://schemas.microsoft.com/office/drawing/2014/main" id="{B6E19F92-59D0-3A5A-44DC-80DCE37715EE}"/>
                </a:ext>
              </a:extLst>
            </p:cNvPr>
            <p:cNvGrpSpPr/>
            <p:nvPr/>
          </p:nvGrpSpPr>
          <p:grpSpPr>
            <a:xfrm rot="5400000">
              <a:off x="5598460" y="9934151"/>
              <a:ext cx="152772" cy="532461"/>
              <a:chOff x="800913" y="5270079"/>
              <a:chExt cx="152772" cy="532461"/>
            </a:xfrm>
          </p:grpSpPr>
          <p:sp>
            <p:nvSpPr>
              <p:cNvPr id="667" name="矩形 666">
                <a:extLst>
                  <a:ext uri="{FF2B5EF4-FFF2-40B4-BE49-F238E27FC236}">
                    <a16:creationId xmlns:a16="http://schemas.microsoft.com/office/drawing/2014/main" id="{413B4C85-B83E-0766-3A5D-5B71F9029E7C}"/>
                  </a:ext>
                </a:extLst>
              </p:cNvPr>
              <p:cNvSpPr/>
              <p:nvPr/>
            </p:nvSpPr>
            <p:spPr>
              <a:xfrm flipH="1">
                <a:off x="800913" y="5270079"/>
                <a:ext cx="152769" cy="133117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68" name="矩形 667">
                <a:extLst>
                  <a:ext uri="{FF2B5EF4-FFF2-40B4-BE49-F238E27FC236}">
                    <a16:creationId xmlns:a16="http://schemas.microsoft.com/office/drawing/2014/main" id="{24BFEBF9-67BA-B220-6621-3BC8DF939590}"/>
                  </a:ext>
                </a:extLst>
              </p:cNvPr>
              <p:cNvSpPr/>
              <p:nvPr/>
            </p:nvSpPr>
            <p:spPr>
              <a:xfrm flipH="1">
                <a:off x="800918" y="5403192"/>
                <a:ext cx="152767" cy="133117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69" name="矩形 668">
                <a:extLst>
                  <a:ext uri="{FF2B5EF4-FFF2-40B4-BE49-F238E27FC236}">
                    <a16:creationId xmlns:a16="http://schemas.microsoft.com/office/drawing/2014/main" id="{09256657-33EA-32B4-1E8D-2CD8F7D017F2}"/>
                  </a:ext>
                </a:extLst>
              </p:cNvPr>
              <p:cNvSpPr/>
              <p:nvPr/>
            </p:nvSpPr>
            <p:spPr>
              <a:xfrm flipH="1">
                <a:off x="800924" y="5536310"/>
                <a:ext cx="152760" cy="133117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70" name="矩形 669">
                <a:extLst>
                  <a:ext uri="{FF2B5EF4-FFF2-40B4-BE49-F238E27FC236}">
                    <a16:creationId xmlns:a16="http://schemas.microsoft.com/office/drawing/2014/main" id="{66D853C6-03C5-8349-B103-796D75787473}"/>
                  </a:ext>
                </a:extLst>
              </p:cNvPr>
              <p:cNvSpPr/>
              <p:nvPr/>
            </p:nvSpPr>
            <p:spPr>
              <a:xfrm flipH="1">
                <a:off x="800925" y="5669423"/>
                <a:ext cx="152760" cy="133117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662" name="组合 661">
              <a:extLst>
                <a:ext uri="{FF2B5EF4-FFF2-40B4-BE49-F238E27FC236}">
                  <a16:creationId xmlns:a16="http://schemas.microsoft.com/office/drawing/2014/main" id="{A0B01061-6719-DFB1-EEFF-084ADA4E6DF6}"/>
                </a:ext>
              </a:extLst>
            </p:cNvPr>
            <p:cNvGrpSpPr/>
            <p:nvPr/>
          </p:nvGrpSpPr>
          <p:grpSpPr>
            <a:xfrm rot="5400000">
              <a:off x="5598460" y="10120978"/>
              <a:ext cx="152772" cy="532461"/>
              <a:chOff x="800913" y="5270079"/>
              <a:chExt cx="152772" cy="532461"/>
            </a:xfrm>
          </p:grpSpPr>
          <p:sp>
            <p:nvSpPr>
              <p:cNvPr id="663" name="矩形 662">
                <a:extLst>
                  <a:ext uri="{FF2B5EF4-FFF2-40B4-BE49-F238E27FC236}">
                    <a16:creationId xmlns:a16="http://schemas.microsoft.com/office/drawing/2014/main" id="{CC28B0C1-42E8-746B-4BEC-F0CABFEFFA9C}"/>
                  </a:ext>
                </a:extLst>
              </p:cNvPr>
              <p:cNvSpPr/>
              <p:nvPr/>
            </p:nvSpPr>
            <p:spPr>
              <a:xfrm flipH="1">
                <a:off x="800913" y="5270079"/>
                <a:ext cx="152769" cy="133117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64" name="矩形 663">
                <a:extLst>
                  <a:ext uri="{FF2B5EF4-FFF2-40B4-BE49-F238E27FC236}">
                    <a16:creationId xmlns:a16="http://schemas.microsoft.com/office/drawing/2014/main" id="{B40BA0C4-2885-25F8-A8AE-3425EE3D8745}"/>
                  </a:ext>
                </a:extLst>
              </p:cNvPr>
              <p:cNvSpPr/>
              <p:nvPr/>
            </p:nvSpPr>
            <p:spPr>
              <a:xfrm flipH="1">
                <a:off x="800918" y="5403192"/>
                <a:ext cx="152767" cy="133117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65" name="矩形 664">
                <a:extLst>
                  <a:ext uri="{FF2B5EF4-FFF2-40B4-BE49-F238E27FC236}">
                    <a16:creationId xmlns:a16="http://schemas.microsoft.com/office/drawing/2014/main" id="{C1EE3E03-16B7-A5C6-EB1E-977478935DA9}"/>
                  </a:ext>
                </a:extLst>
              </p:cNvPr>
              <p:cNvSpPr/>
              <p:nvPr/>
            </p:nvSpPr>
            <p:spPr>
              <a:xfrm flipH="1">
                <a:off x="800924" y="5536310"/>
                <a:ext cx="152760" cy="133117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66" name="矩形 665">
                <a:extLst>
                  <a:ext uri="{FF2B5EF4-FFF2-40B4-BE49-F238E27FC236}">
                    <a16:creationId xmlns:a16="http://schemas.microsoft.com/office/drawing/2014/main" id="{2C6800D2-1759-4940-92D0-FE9E4930FB77}"/>
                  </a:ext>
                </a:extLst>
              </p:cNvPr>
              <p:cNvSpPr/>
              <p:nvPr/>
            </p:nvSpPr>
            <p:spPr>
              <a:xfrm flipH="1">
                <a:off x="800925" y="5669423"/>
                <a:ext cx="152760" cy="133117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671" name="组合 670">
            <a:extLst>
              <a:ext uri="{FF2B5EF4-FFF2-40B4-BE49-F238E27FC236}">
                <a16:creationId xmlns:a16="http://schemas.microsoft.com/office/drawing/2014/main" id="{8AD8BCCA-205E-FF16-A797-324CEE2B4B5C}"/>
              </a:ext>
            </a:extLst>
          </p:cNvPr>
          <p:cNvGrpSpPr/>
          <p:nvPr/>
        </p:nvGrpSpPr>
        <p:grpSpPr>
          <a:xfrm>
            <a:off x="3180736" y="4342336"/>
            <a:ext cx="821650" cy="536436"/>
            <a:chOff x="5408615" y="10123996"/>
            <a:chExt cx="532461" cy="339599"/>
          </a:xfrm>
        </p:grpSpPr>
        <p:grpSp>
          <p:nvGrpSpPr>
            <p:cNvPr id="672" name="组合 671">
              <a:extLst>
                <a:ext uri="{FF2B5EF4-FFF2-40B4-BE49-F238E27FC236}">
                  <a16:creationId xmlns:a16="http://schemas.microsoft.com/office/drawing/2014/main" id="{E39FCA95-C9DD-EFD7-5DA6-BCAAE5242FF4}"/>
                </a:ext>
              </a:extLst>
            </p:cNvPr>
            <p:cNvGrpSpPr/>
            <p:nvPr/>
          </p:nvGrpSpPr>
          <p:grpSpPr>
            <a:xfrm rot="5400000">
              <a:off x="5598460" y="9934151"/>
              <a:ext cx="152772" cy="532461"/>
              <a:chOff x="800913" y="5270079"/>
              <a:chExt cx="152772" cy="532461"/>
            </a:xfrm>
          </p:grpSpPr>
          <p:sp>
            <p:nvSpPr>
              <p:cNvPr id="678" name="矩形 677">
                <a:extLst>
                  <a:ext uri="{FF2B5EF4-FFF2-40B4-BE49-F238E27FC236}">
                    <a16:creationId xmlns:a16="http://schemas.microsoft.com/office/drawing/2014/main" id="{86A6B7D6-531B-F469-60CE-E02584F53269}"/>
                  </a:ext>
                </a:extLst>
              </p:cNvPr>
              <p:cNvSpPr/>
              <p:nvPr/>
            </p:nvSpPr>
            <p:spPr>
              <a:xfrm flipH="1">
                <a:off x="800913" y="5270079"/>
                <a:ext cx="152769" cy="133117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79" name="矩形 678">
                <a:extLst>
                  <a:ext uri="{FF2B5EF4-FFF2-40B4-BE49-F238E27FC236}">
                    <a16:creationId xmlns:a16="http://schemas.microsoft.com/office/drawing/2014/main" id="{A386126E-F0C1-4D71-DEE1-FC9F46BE7D98}"/>
                  </a:ext>
                </a:extLst>
              </p:cNvPr>
              <p:cNvSpPr/>
              <p:nvPr/>
            </p:nvSpPr>
            <p:spPr>
              <a:xfrm flipH="1">
                <a:off x="800918" y="5403192"/>
                <a:ext cx="152767" cy="133117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80" name="矩形 679">
                <a:extLst>
                  <a:ext uri="{FF2B5EF4-FFF2-40B4-BE49-F238E27FC236}">
                    <a16:creationId xmlns:a16="http://schemas.microsoft.com/office/drawing/2014/main" id="{7F5B0C91-281A-68CE-3826-7F26BE1F159F}"/>
                  </a:ext>
                </a:extLst>
              </p:cNvPr>
              <p:cNvSpPr/>
              <p:nvPr/>
            </p:nvSpPr>
            <p:spPr>
              <a:xfrm flipH="1">
                <a:off x="800924" y="5536310"/>
                <a:ext cx="152760" cy="133117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81" name="矩形 680">
                <a:extLst>
                  <a:ext uri="{FF2B5EF4-FFF2-40B4-BE49-F238E27FC236}">
                    <a16:creationId xmlns:a16="http://schemas.microsoft.com/office/drawing/2014/main" id="{F2E02B0E-D48F-9524-3020-E64776428DA3}"/>
                  </a:ext>
                </a:extLst>
              </p:cNvPr>
              <p:cNvSpPr/>
              <p:nvPr/>
            </p:nvSpPr>
            <p:spPr>
              <a:xfrm flipH="1">
                <a:off x="800925" y="5669423"/>
                <a:ext cx="152760" cy="133117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673" name="组合 672">
              <a:extLst>
                <a:ext uri="{FF2B5EF4-FFF2-40B4-BE49-F238E27FC236}">
                  <a16:creationId xmlns:a16="http://schemas.microsoft.com/office/drawing/2014/main" id="{864A1A91-018D-B648-4C96-2BFE4DA3FDA3}"/>
                </a:ext>
              </a:extLst>
            </p:cNvPr>
            <p:cNvGrpSpPr/>
            <p:nvPr/>
          </p:nvGrpSpPr>
          <p:grpSpPr>
            <a:xfrm rot="5400000">
              <a:off x="5598460" y="10120978"/>
              <a:ext cx="152772" cy="532461"/>
              <a:chOff x="800913" y="5270079"/>
              <a:chExt cx="152772" cy="532461"/>
            </a:xfrm>
          </p:grpSpPr>
          <p:sp>
            <p:nvSpPr>
              <p:cNvPr id="674" name="矩形 673">
                <a:extLst>
                  <a:ext uri="{FF2B5EF4-FFF2-40B4-BE49-F238E27FC236}">
                    <a16:creationId xmlns:a16="http://schemas.microsoft.com/office/drawing/2014/main" id="{8B078FE0-ACD1-219C-AF4A-E7DA613E9962}"/>
                  </a:ext>
                </a:extLst>
              </p:cNvPr>
              <p:cNvSpPr/>
              <p:nvPr/>
            </p:nvSpPr>
            <p:spPr>
              <a:xfrm flipH="1">
                <a:off x="800913" y="5270079"/>
                <a:ext cx="152769" cy="133117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75" name="矩形 674">
                <a:extLst>
                  <a:ext uri="{FF2B5EF4-FFF2-40B4-BE49-F238E27FC236}">
                    <a16:creationId xmlns:a16="http://schemas.microsoft.com/office/drawing/2014/main" id="{74A90A3C-A303-DEF6-3594-E74D7AC02818}"/>
                  </a:ext>
                </a:extLst>
              </p:cNvPr>
              <p:cNvSpPr/>
              <p:nvPr/>
            </p:nvSpPr>
            <p:spPr>
              <a:xfrm flipH="1">
                <a:off x="800918" y="5403192"/>
                <a:ext cx="152767" cy="133117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76" name="矩形 675">
                <a:extLst>
                  <a:ext uri="{FF2B5EF4-FFF2-40B4-BE49-F238E27FC236}">
                    <a16:creationId xmlns:a16="http://schemas.microsoft.com/office/drawing/2014/main" id="{05AAEC69-EC7F-693E-8E81-86A5D243CE55}"/>
                  </a:ext>
                </a:extLst>
              </p:cNvPr>
              <p:cNvSpPr/>
              <p:nvPr/>
            </p:nvSpPr>
            <p:spPr>
              <a:xfrm flipH="1">
                <a:off x="800924" y="5536310"/>
                <a:ext cx="152760" cy="133117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77" name="矩形 676">
                <a:extLst>
                  <a:ext uri="{FF2B5EF4-FFF2-40B4-BE49-F238E27FC236}">
                    <a16:creationId xmlns:a16="http://schemas.microsoft.com/office/drawing/2014/main" id="{E81C3584-A1DE-F4B3-F334-02BEF654D8A1}"/>
                  </a:ext>
                </a:extLst>
              </p:cNvPr>
              <p:cNvSpPr/>
              <p:nvPr/>
            </p:nvSpPr>
            <p:spPr>
              <a:xfrm flipH="1">
                <a:off x="800925" y="5669423"/>
                <a:ext cx="152760" cy="133117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82" name="文本框 681">
                <a:extLst>
                  <a:ext uri="{FF2B5EF4-FFF2-40B4-BE49-F238E27FC236}">
                    <a16:creationId xmlns:a16="http://schemas.microsoft.com/office/drawing/2014/main" id="{487A5239-CF2E-91F2-1221-FB586B0C3A9B}"/>
                  </a:ext>
                </a:extLst>
              </p:cNvPr>
              <p:cNvSpPr txBox="1"/>
              <p:nvPr/>
            </p:nvSpPr>
            <p:spPr>
              <a:xfrm>
                <a:off x="3156098" y="4918088"/>
                <a:ext cx="1071288" cy="461665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1" i="1" dirty="0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altLang="zh-CN" sz="2400" b="1" i="1" dirty="0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𝑿</m:t>
                          </m:r>
                        </m:e>
                        <m:sub>
                          <m:r>
                            <a:rPr lang="en-US" altLang="zh-CN" sz="2400" b="1" i="1" dirty="0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𝟎</m:t>
                          </m:r>
                        </m:sub>
                      </m:sSub>
                    </m:oMath>
                  </m:oMathPara>
                </a14:m>
                <a:endParaRPr lang="zh-CN" altLang="en-US" sz="2400" b="1" dirty="0">
                  <a:solidFill>
                    <a:schemeClr val="accent6"/>
                  </a:solidFill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82" name="文本框 681">
                <a:extLst>
                  <a:ext uri="{FF2B5EF4-FFF2-40B4-BE49-F238E27FC236}">
                    <a16:creationId xmlns:a16="http://schemas.microsoft.com/office/drawing/2014/main" id="{487A5239-CF2E-91F2-1221-FB586B0C3A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56098" y="4918088"/>
                <a:ext cx="1071288" cy="461665"/>
              </a:xfrm>
              <a:prstGeom prst="rect">
                <a:avLst/>
              </a:prstGeom>
              <a:blipFill>
                <a:blip r:embed="rId4"/>
                <a:stretch>
                  <a:fillRect b="-1316"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83" name="直接连接符 699">
            <a:extLst>
              <a:ext uri="{FF2B5EF4-FFF2-40B4-BE49-F238E27FC236}">
                <a16:creationId xmlns:a16="http://schemas.microsoft.com/office/drawing/2014/main" id="{77CB26EC-02A6-E430-E8E8-B9706DAD462C}"/>
              </a:ext>
            </a:extLst>
          </p:cNvPr>
          <p:cNvCxnSpPr>
            <a:cxnSpLocks/>
          </p:cNvCxnSpPr>
          <p:nvPr/>
        </p:nvCxnSpPr>
        <p:spPr>
          <a:xfrm flipV="1">
            <a:off x="3335154" y="2971159"/>
            <a:ext cx="8784500" cy="22839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矩形 32">
            <a:extLst>
              <a:ext uri="{FF2B5EF4-FFF2-40B4-BE49-F238E27FC236}">
                <a16:creationId xmlns:a16="http://schemas.microsoft.com/office/drawing/2014/main" id="{EF4475DF-70D7-5275-A028-FE7CF81D4C2C}"/>
              </a:ext>
            </a:extLst>
          </p:cNvPr>
          <p:cNvSpPr/>
          <p:nvPr/>
        </p:nvSpPr>
        <p:spPr>
          <a:xfrm flipV="1">
            <a:off x="5301029" y="1212605"/>
            <a:ext cx="2096150" cy="116071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椭圆 37">
            <a:extLst>
              <a:ext uri="{FF2B5EF4-FFF2-40B4-BE49-F238E27FC236}">
                <a16:creationId xmlns:a16="http://schemas.microsoft.com/office/drawing/2014/main" id="{7FB739CD-791A-0FB3-4128-46705358A419}"/>
              </a:ext>
            </a:extLst>
          </p:cNvPr>
          <p:cNvSpPr/>
          <p:nvPr/>
        </p:nvSpPr>
        <p:spPr>
          <a:xfrm rot="5400000">
            <a:off x="6178264" y="1532683"/>
            <a:ext cx="270678" cy="277715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endParaRPr lang="zh-CN" altLang="en-US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椭圆 38">
            <a:extLst>
              <a:ext uri="{FF2B5EF4-FFF2-40B4-BE49-F238E27FC236}">
                <a16:creationId xmlns:a16="http://schemas.microsoft.com/office/drawing/2014/main" id="{DF9E74C5-C0D2-2C6F-D8AF-B3AEE1BA22B8}"/>
              </a:ext>
            </a:extLst>
          </p:cNvPr>
          <p:cNvSpPr/>
          <p:nvPr/>
        </p:nvSpPr>
        <p:spPr>
          <a:xfrm rot="5400000">
            <a:off x="6181948" y="1875873"/>
            <a:ext cx="270678" cy="277715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zh-CN" altLang="en-US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C6108A46-D6CE-E8FE-5AB1-06F729CC97C4}"/>
              </a:ext>
            </a:extLst>
          </p:cNvPr>
          <p:cNvGrpSpPr/>
          <p:nvPr/>
        </p:nvGrpSpPr>
        <p:grpSpPr>
          <a:xfrm rot="5400000">
            <a:off x="5653709" y="1338387"/>
            <a:ext cx="202322" cy="704614"/>
            <a:chOff x="800913" y="5270079"/>
            <a:chExt cx="152772" cy="532461"/>
          </a:xfrm>
        </p:grpSpPr>
        <p:sp>
          <p:nvSpPr>
            <p:cNvPr id="41" name="矩形 40">
              <a:extLst>
                <a:ext uri="{FF2B5EF4-FFF2-40B4-BE49-F238E27FC236}">
                  <a16:creationId xmlns:a16="http://schemas.microsoft.com/office/drawing/2014/main" id="{0819DEF3-2995-324F-641C-075CEA7F8119}"/>
                </a:ext>
              </a:extLst>
            </p:cNvPr>
            <p:cNvSpPr/>
            <p:nvPr/>
          </p:nvSpPr>
          <p:spPr>
            <a:xfrm flipH="1">
              <a:off x="800913" y="5270079"/>
              <a:ext cx="152769" cy="133117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" name="矩形 41">
              <a:extLst>
                <a:ext uri="{FF2B5EF4-FFF2-40B4-BE49-F238E27FC236}">
                  <a16:creationId xmlns:a16="http://schemas.microsoft.com/office/drawing/2014/main" id="{0D254249-B573-66FA-9663-D3DF525ED10D}"/>
                </a:ext>
              </a:extLst>
            </p:cNvPr>
            <p:cNvSpPr/>
            <p:nvPr/>
          </p:nvSpPr>
          <p:spPr>
            <a:xfrm flipH="1">
              <a:off x="800918" y="5403192"/>
              <a:ext cx="152767" cy="133117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" name="矩形 42">
              <a:extLst>
                <a:ext uri="{FF2B5EF4-FFF2-40B4-BE49-F238E27FC236}">
                  <a16:creationId xmlns:a16="http://schemas.microsoft.com/office/drawing/2014/main" id="{FB4C95F4-819C-65AC-F7E4-B196335B5B10}"/>
                </a:ext>
              </a:extLst>
            </p:cNvPr>
            <p:cNvSpPr/>
            <p:nvPr/>
          </p:nvSpPr>
          <p:spPr>
            <a:xfrm flipH="1">
              <a:off x="800924" y="5536310"/>
              <a:ext cx="152760" cy="133117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矩形 43">
              <a:extLst>
                <a:ext uri="{FF2B5EF4-FFF2-40B4-BE49-F238E27FC236}">
                  <a16:creationId xmlns:a16="http://schemas.microsoft.com/office/drawing/2014/main" id="{2AA405BF-82A5-C9A8-2F73-D0BADDDBA65C}"/>
                </a:ext>
              </a:extLst>
            </p:cNvPr>
            <p:cNvSpPr/>
            <p:nvPr/>
          </p:nvSpPr>
          <p:spPr>
            <a:xfrm flipH="1">
              <a:off x="800925" y="5669423"/>
              <a:ext cx="152760" cy="133117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5" name="组合 44">
            <a:extLst>
              <a:ext uri="{FF2B5EF4-FFF2-40B4-BE49-F238E27FC236}">
                <a16:creationId xmlns:a16="http://schemas.microsoft.com/office/drawing/2014/main" id="{81799FAB-789E-335B-C5CF-91DEEE167614}"/>
              </a:ext>
            </a:extLst>
          </p:cNvPr>
          <p:cNvGrpSpPr/>
          <p:nvPr/>
        </p:nvGrpSpPr>
        <p:grpSpPr>
          <a:xfrm rot="5400000">
            <a:off x="5653707" y="1687394"/>
            <a:ext cx="202322" cy="704614"/>
            <a:chOff x="800913" y="5270079"/>
            <a:chExt cx="152772" cy="532461"/>
          </a:xfrm>
        </p:grpSpPr>
        <p:sp>
          <p:nvSpPr>
            <p:cNvPr id="46" name="矩形 45">
              <a:extLst>
                <a:ext uri="{FF2B5EF4-FFF2-40B4-BE49-F238E27FC236}">
                  <a16:creationId xmlns:a16="http://schemas.microsoft.com/office/drawing/2014/main" id="{1FCB1EC8-2C11-BE77-6969-E44C6FC99CE7}"/>
                </a:ext>
              </a:extLst>
            </p:cNvPr>
            <p:cNvSpPr/>
            <p:nvPr/>
          </p:nvSpPr>
          <p:spPr>
            <a:xfrm flipH="1">
              <a:off x="800913" y="5270079"/>
              <a:ext cx="152769" cy="133117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" name="矩形 46">
              <a:extLst>
                <a:ext uri="{FF2B5EF4-FFF2-40B4-BE49-F238E27FC236}">
                  <a16:creationId xmlns:a16="http://schemas.microsoft.com/office/drawing/2014/main" id="{0F04A3EA-9A35-84B6-C27D-DEBA8B807E23}"/>
                </a:ext>
              </a:extLst>
            </p:cNvPr>
            <p:cNvSpPr/>
            <p:nvPr/>
          </p:nvSpPr>
          <p:spPr>
            <a:xfrm flipH="1">
              <a:off x="800918" y="5403192"/>
              <a:ext cx="152767" cy="133117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" name="矩形 47">
              <a:extLst>
                <a:ext uri="{FF2B5EF4-FFF2-40B4-BE49-F238E27FC236}">
                  <a16:creationId xmlns:a16="http://schemas.microsoft.com/office/drawing/2014/main" id="{710F357C-4B50-A480-C986-08351891EA84}"/>
                </a:ext>
              </a:extLst>
            </p:cNvPr>
            <p:cNvSpPr/>
            <p:nvPr/>
          </p:nvSpPr>
          <p:spPr>
            <a:xfrm flipH="1">
              <a:off x="800924" y="5536310"/>
              <a:ext cx="152760" cy="133117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" name="矩形 48">
              <a:extLst>
                <a:ext uri="{FF2B5EF4-FFF2-40B4-BE49-F238E27FC236}">
                  <a16:creationId xmlns:a16="http://schemas.microsoft.com/office/drawing/2014/main" id="{03A9F90D-EA5A-C8A8-FC4D-EB11FB38135E}"/>
                </a:ext>
              </a:extLst>
            </p:cNvPr>
            <p:cNvSpPr/>
            <p:nvPr/>
          </p:nvSpPr>
          <p:spPr>
            <a:xfrm flipH="1">
              <a:off x="800925" y="5669423"/>
              <a:ext cx="152760" cy="133117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63" name="文本框 62">
            <a:extLst>
              <a:ext uri="{FF2B5EF4-FFF2-40B4-BE49-F238E27FC236}">
                <a16:creationId xmlns:a16="http://schemas.microsoft.com/office/drawing/2014/main" id="{6BBF3D37-E3AB-65FE-91D3-AD380E3E1395}"/>
              </a:ext>
            </a:extLst>
          </p:cNvPr>
          <p:cNvSpPr txBox="1"/>
          <p:nvPr/>
        </p:nvSpPr>
        <p:spPr>
          <a:xfrm>
            <a:off x="6174745" y="2813682"/>
            <a:ext cx="914954" cy="369332"/>
          </a:xfrm>
          <a:prstGeom prst="rect">
            <a:avLst/>
          </a:prstGeom>
          <a:solidFill>
            <a:srgbClr val="F8CBAD"/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T Task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576" name="组合 575">
            <a:extLst>
              <a:ext uri="{FF2B5EF4-FFF2-40B4-BE49-F238E27FC236}">
                <a16:creationId xmlns:a16="http://schemas.microsoft.com/office/drawing/2014/main" id="{8F61D239-6C35-9BDC-07D3-32C5ED360AAB}"/>
              </a:ext>
            </a:extLst>
          </p:cNvPr>
          <p:cNvGrpSpPr/>
          <p:nvPr/>
        </p:nvGrpSpPr>
        <p:grpSpPr>
          <a:xfrm>
            <a:off x="6696167" y="1367271"/>
            <a:ext cx="610665" cy="879151"/>
            <a:chOff x="6116209" y="1036604"/>
            <a:chExt cx="391184" cy="590828"/>
          </a:xfrm>
        </p:grpSpPr>
        <p:sp>
          <p:nvSpPr>
            <p:cNvPr id="577" name="流程图: 接点 566">
              <a:extLst>
                <a:ext uri="{FF2B5EF4-FFF2-40B4-BE49-F238E27FC236}">
                  <a16:creationId xmlns:a16="http://schemas.microsoft.com/office/drawing/2014/main" id="{4DA20133-3080-FA54-B9ED-AFE1ECCBEEB7}"/>
                </a:ext>
              </a:extLst>
            </p:cNvPr>
            <p:cNvSpPr/>
            <p:nvPr/>
          </p:nvSpPr>
          <p:spPr>
            <a:xfrm>
              <a:off x="6116209" y="1036604"/>
              <a:ext cx="125672" cy="125837"/>
            </a:xfrm>
            <a:prstGeom prst="flowChartConnector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78" name="流程图: 接点 566">
              <a:extLst>
                <a:ext uri="{FF2B5EF4-FFF2-40B4-BE49-F238E27FC236}">
                  <a16:creationId xmlns:a16="http://schemas.microsoft.com/office/drawing/2014/main" id="{56F418C4-D198-F7DF-A35A-A639198587E3}"/>
                </a:ext>
              </a:extLst>
            </p:cNvPr>
            <p:cNvSpPr/>
            <p:nvPr/>
          </p:nvSpPr>
          <p:spPr>
            <a:xfrm>
              <a:off x="6116209" y="1191601"/>
              <a:ext cx="125672" cy="125837"/>
            </a:xfrm>
            <a:prstGeom prst="flowChartConnector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79" name="流程图: 接点 566">
              <a:extLst>
                <a:ext uri="{FF2B5EF4-FFF2-40B4-BE49-F238E27FC236}">
                  <a16:creationId xmlns:a16="http://schemas.microsoft.com/office/drawing/2014/main" id="{3FC3879A-C303-1613-29F4-0AD2478BF9A6}"/>
                </a:ext>
              </a:extLst>
            </p:cNvPr>
            <p:cNvSpPr/>
            <p:nvPr/>
          </p:nvSpPr>
          <p:spPr>
            <a:xfrm>
              <a:off x="6116209" y="1501595"/>
              <a:ext cx="125672" cy="125837"/>
            </a:xfrm>
            <a:prstGeom prst="flowChartConnector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80" name="流程图: 接点 566">
              <a:extLst>
                <a:ext uri="{FF2B5EF4-FFF2-40B4-BE49-F238E27FC236}">
                  <a16:creationId xmlns:a16="http://schemas.microsoft.com/office/drawing/2014/main" id="{EA258454-784B-53BF-5A45-7AD63E8E081D}"/>
                </a:ext>
              </a:extLst>
            </p:cNvPr>
            <p:cNvSpPr/>
            <p:nvPr/>
          </p:nvSpPr>
          <p:spPr>
            <a:xfrm>
              <a:off x="6116209" y="1346598"/>
              <a:ext cx="125672" cy="125837"/>
            </a:xfrm>
            <a:prstGeom prst="flowChartConnector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81" name="流程图: 接点 566">
              <a:extLst>
                <a:ext uri="{FF2B5EF4-FFF2-40B4-BE49-F238E27FC236}">
                  <a16:creationId xmlns:a16="http://schemas.microsoft.com/office/drawing/2014/main" id="{19F69A5A-0734-ACEF-517F-BD957E07FCB0}"/>
                </a:ext>
              </a:extLst>
            </p:cNvPr>
            <p:cNvSpPr/>
            <p:nvPr/>
          </p:nvSpPr>
          <p:spPr>
            <a:xfrm>
              <a:off x="6381721" y="1191280"/>
              <a:ext cx="125672" cy="125837"/>
            </a:xfrm>
            <a:prstGeom prst="flowChartConnector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82" name="流程图: 接点 566">
              <a:extLst>
                <a:ext uri="{FF2B5EF4-FFF2-40B4-BE49-F238E27FC236}">
                  <a16:creationId xmlns:a16="http://schemas.microsoft.com/office/drawing/2014/main" id="{678416B7-C691-F54D-D798-389AA801EE08}"/>
                </a:ext>
              </a:extLst>
            </p:cNvPr>
            <p:cNvSpPr/>
            <p:nvPr/>
          </p:nvSpPr>
          <p:spPr>
            <a:xfrm>
              <a:off x="6381721" y="1346277"/>
              <a:ext cx="125672" cy="125837"/>
            </a:xfrm>
            <a:prstGeom prst="flowChartConnector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583" name="直接连接符 510">
              <a:extLst>
                <a:ext uri="{FF2B5EF4-FFF2-40B4-BE49-F238E27FC236}">
                  <a16:creationId xmlns:a16="http://schemas.microsoft.com/office/drawing/2014/main" id="{0042AB4D-A6C6-ED45-EA8D-3C0ED3F8A0C6}"/>
                </a:ext>
              </a:extLst>
            </p:cNvPr>
            <p:cNvCxnSpPr>
              <a:cxnSpLocks/>
              <a:stCxn id="581" idx="2"/>
              <a:endCxn id="577" idx="6"/>
            </p:cNvCxnSpPr>
            <p:nvPr/>
          </p:nvCxnSpPr>
          <p:spPr>
            <a:xfrm flipH="1" flipV="1">
              <a:off x="6241881" y="1099523"/>
              <a:ext cx="139840" cy="15467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84" name="直接连接符 510">
              <a:extLst>
                <a:ext uri="{FF2B5EF4-FFF2-40B4-BE49-F238E27FC236}">
                  <a16:creationId xmlns:a16="http://schemas.microsoft.com/office/drawing/2014/main" id="{5161D5A1-B491-9768-75AA-C6717CB0BD2B}"/>
                </a:ext>
              </a:extLst>
            </p:cNvPr>
            <p:cNvCxnSpPr>
              <a:cxnSpLocks/>
              <a:stCxn id="581" idx="2"/>
              <a:endCxn id="578" idx="6"/>
            </p:cNvCxnSpPr>
            <p:nvPr/>
          </p:nvCxnSpPr>
          <p:spPr>
            <a:xfrm flipH="1">
              <a:off x="6241881" y="1254199"/>
              <a:ext cx="139840" cy="321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85" name="直接连接符 510">
              <a:extLst>
                <a:ext uri="{FF2B5EF4-FFF2-40B4-BE49-F238E27FC236}">
                  <a16:creationId xmlns:a16="http://schemas.microsoft.com/office/drawing/2014/main" id="{9C715608-6D2D-1A65-5E6F-0B9B029CEA1B}"/>
                </a:ext>
              </a:extLst>
            </p:cNvPr>
            <p:cNvCxnSpPr>
              <a:cxnSpLocks/>
              <a:stCxn id="581" idx="2"/>
              <a:endCxn id="580" idx="6"/>
            </p:cNvCxnSpPr>
            <p:nvPr/>
          </p:nvCxnSpPr>
          <p:spPr>
            <a:xfrm flipH="1">
              <a:off x="6241881" y="1254199"/>
              <a:ext cx="139840" cy="15531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86" name="直接连接符 510">
              <a:extLst>
                <a:ext uri="{FF2B5EF4-FFF2-40B4-BE49-F238E27FC236}">
                  <a16:creationId xmlns:a16="http://schemas.microsoft.com/office/drawing/2014/main" id="{F210796E-FA55-CB07-1743-3426788DFF01}"/>
                </a:ext>
              </a:extLst>
            </p:cNvPr>
            <p:cNvCxnSpPr>
              <a:cxnSpLocks/>
              <a:stCxn id="582" idx="2"/>
              <a:endCxn id="579" idx="6"/>
            </p:cNvCxnSpPr>
            <p:nvPr/>
          </p:nvCxnSpPr>
          <p:spPr>
            <a:xfrm flipH="1">
              <a:off x="6241881" y="1409196"/>
              <a:ext cx="139840" cy="15531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87" name="直接连接符 510">
              <a:extLst>
                <a:ext uri="{FF2B5EF4-FFF2-40B4-BE49-F238E27FC236}">
                  <a16:creationId xmlns:a16="http://schemas.microsoft.com/office/drawing/2014/main" id="{BCD188EF-E510-0F6C-BAE5-9D7DE8F24880}"/>
                </a:ext>
              </a:extLst>
            </p:cNvPr>
            <p:cNvCxnSpPr>
              <a:cxnSpLocks/>
              <a:stCxn id="582" idx="2"/>
              <a:endCxn id="577" idx="6"/>
            </p:cNvCxnSpPr>
            <p:nvPr/>
          </p:nvCxnSpPr>
          <p:spPr>
            <a:xfrm flipH="1" flipV="1">
              <a:off x="6241881" y="1099523"/>
              <a:ext cx="139840" cy="309673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88" name="直接连接符 510">
              <a:extLst>
                <a:ext uri="{FF2B5EF4-FFF2-40B4-BE49-F238E27FC236}">
                  <a16:creationId xmlns:a16="http://schemas.microsoft.com/office/drawing/2014/main" id="{06BA7C27-26B4-9D06-6346-6C70B068B797}"/>
                </a:ext>
              </a:extLst>
            </p:cNvPr>
            <p:cNvCxnSpPr>
              <a:cxnSpLocks/>
              <a:stCxn id="582" idx="2"/>
              <a:endCxn id="578" idx="6"/>
            </p:cNvCxnSpPr>
            <p:nvPr/>
          </p:nvCxnSpPr>
          <p:spPr>
            <a:xfrm flipH="1" flipV="1">
              <a:off x="6241881" y="1254520"/>
              <a:ext cx="139840" cy="15467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89" name="直接连接符 510">
              <a:extLst>
                <a:ext uri="{FF2B5EF4-FFF2-40B4-BE49-F238E27FC236}">
                  <a16:creationId xmlns:a16="http://schemas.microsoft.com/office/drawing/2014/main" id="{AE89A6B0-3CD0-8946-D4ED-D0475375CDBB}"/>
                </a:ext>
              </a:extLst>
            </p:cNvPr>
            <p:cNvCxnSpPr>
              <a:cxnSpLocks/>
              <a:stCxn id="582" idx="2"/>
              <a:endCxn id="580" idx="6"/>
            </p:cNvCxnSpPr>
            <p:nvPr/>
          </p:nvCxnSpPr>
          <p:spPr>
            <a:xfrm flipH="1">
              <a:off x="6241881" y="1409196"/>
              <a:ext cx="139840" cy="321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90" name="直接连接符 510">
              <a:extLst>
                <a:ext uri="{FF2B5EF4-FFF2-40B4-BE49-F238E27FC236}">
                  <a16:creationId xmlns:a16="http://schemas.microsoft.com/office/drawing/2014/main" id="{7951B489-A30B-0178-58E5-1E7621175FDA}"/>
                </a:ext>
              </a:extLst>
            </p:cNvPr>
            <p:cNvCxnSpPr>
              <a:cxnSpLocks/>
              <a:stCxn id="582" idx="2"/>
              <a:endCxn id="579" idx="6"/>
            </p:cNvCxnSpPr>
            <p:nvPr/>
          </p:nvCxnSpPr>
          <p:spPr>
            <a:xfrm flipH="1">
              <a:off x="6241881" y="1409196"/>
              <a:ext cx="139840" cy="15531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644" name="矩形 643">
            <a:extLst>
              <a:ext uri="{FF2B5EF4-FFF2-40B4-BE49-F238E27FC236}">
                <a16:creationId xmlns:a16="http://schemas.microsoft.com/office/drawing/2014/main" id="{35643AC4-9CA9-C806-07F3-E2C175C9A2F5}"/>
              </a:ext>
            </a:extLst>
          </p:cNvPr>
          <p:cNvSpPr/>
          <p:nvPr/>
        </p:nvSpPr>
        <p:spPr>
          <a:xfrm flipV="1">
            <a:off x="5301028" y="3667877"/>
            <a:ext cx="2096149" cy="116071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5" name="椭圆 644">
            <a:extLst>
              <a:ext uri="{FF2B5EF4-FFF2-40B4-BE49-F238E27FC236}">
                <a16:creationId xmlns:a16="http://schemas.microsoft.com/office/drawing/2014/main" id="{2575225A-8B90-9DAC-0B9F-071C7AE83E19}"/>
              </a:ext>
            </a:extLst>
          </p:cNvPr>
          <p:cNvSpPr/>
          <p:nvPr/>
        </p:nvSpPr>
        <p:spPr>
          <a:xfrm rot="5400000">
            <a:off x="6178265" y="3987956"/>
            <a:ext cx="270678" cy="277715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zh-CN" altLang="en-US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46" name="椭圆 645">
            <a:extLst>
              <a:ext uri="{FF2B5EF4-FFF2-40B4-BE49-F238E27FC236}">
                <a16:creationId xmlns:a16="http://schemas.microsoft.com/office/drawing/2014/main" id="{255FAB0C-8207-FF66-EA0B-F34C7A9245DE}"/>
              </a:ext>
            </a:extLst>
          </p:cNvPr>
          <p:cNvSpPr/>
          <p:nvPr/>
        </p:nvSpPr>
        <p:spPr>
          <a:xfrm rot="5400000">
            <a:off x="6181949" y="4331146"/>
            <a:ext cx="270678" cy="277715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lang="zh-CN" altLang="en-US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647" name="组合 646">
            <a:extLst>
              <a:ext uri="{FF2B5EF4-FFF2-40B4-BE49-F238E27FC236}">
                <a16:creationId xmlns:a16="http://schemas.microsoft.com/office/drawing/2014/main" id="{35A4B304-989C-FCE9-0BAD-FBB6B748FFE6}"/>
              </a:ext>
            </a:extLst>
          </p:cNvPr>
          <p:cNvGrpSpPr/>
          <p:nvPr/>
        </p:nvGrpSpPr>
        <p:grpSpPr>
          <a:xfrm rot="5400000">
            <a:off x="5653709" y="3793659"/>
            <a:ext cx="202322" cy="704614"/>
            <a:chOff x="800913" y="5270079"/>
            <a:chExt cx="152772" cy="532461"/>
          </a:xfrm>
        </p:grpSpPr>
        <p:sp>
          <p:nvSpPr>
            <p:cNvPr id="648" name="矩形 647">
              <a:extLst>
                <a:ext uri="{FF2B5EF4-FFF2-40B4-BE49-F238E27FC236}">
                  <a16:creationId xmlns:a16="http://schemas.microsoft.com/office/drawing/2014/main" id="{124ED905-AB78-6392-DCA8-B2686033EC50}"/>
                </a:ext>
              </a:extLst>
            </p:cNvPr>
            <p:cNvSpPr/>
            <p:nvPr/>
          </p:nvSpPr>
          <p:spPr>
            <a:xfrm flipH="1">
              <a:off x="800913" y="5270079"/>
              <a:ext cx="152769" cy="133117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49" name="矩形 648">
              <a:extLst>
                <a:ext uri="{FF2B5EF4-FFF2-40B4-BE49-F238E27FC236}">
                  <a16:creationId xmlns:a16="http://schemas.microsoft.com/office/drawing/2014/main" id="{56C6AA77-FD46-1166-57F7-0D372C439681}"/>
                </a:ext>
              </a:extLst>
            </p:cNvPr>
            <p:cNvSpPr/>
            <p:nvPr/>
          </p:nvSpPr>
          <p:spPr>
            <a:xfrm flipH="1">
              <a:off x="800918" y="5403192"/>
              <a:ext cx="152767" cy="133117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50" name="矩形 649">
              <a:extLst>
                <a:ext uri="{FF2B5EF4-FFF2-40B4-BE49-F238E27FC236}">
                  <a16:creationId xmlns:a16="http://schemas.microsoft.com/office/drawing/2014/main" id="{815D99C1-4F44-D501-349C-0291238D7F07}"/>
                </a:ext>
              </a:extLst>
            </p:cNvPr>
            <p:cNvSpPr/>
            <p:nvPr/>
          </p:nvSpPr>
          <p:spPr>
            <a:xfrm flipH="1">
              <a:off x="800924" y="5536310"/>
              <a:ext cx="152760" cy="133117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51" name="矩形 650">
              <a:extLst>
                <a:ext uri="{FF2B5EF4-FFF2-40B4-BE49-F238E27FC236}">
                  <a16:creationId xmlns:a16="http://schemas.microsoft.com/office/drawing/2014/main" id="{4714A2C9-FF02-671A-86E1-21FFDAECAE9F}"/>
                </a:ext>
              </a:extLst>
            </p:cNvPr>
            <p:cNvSpPr/>
            <p:nvPr/>
          </p:nvSpPr>
          <p:spPr>
            <a:xfrm flipH="1">
              <a:off x="800925" y="5669423"/>
              <a:ext cx="152760" cy="133117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652" name="组合 651">
            <a:extLst>
              <a:ext uri="{FF2B5EF4-FFF2-40B4-BE49-F238E27FC236}">
                <a16:creationId xmlns:a16="http://schemas.microsoft.com/office/drawing/2014/main" id="{703D6193-468C-F148-2446-A4811A035033}"/>
              </a:ext>
            </a:extLst>
          </p:cNvPr>
          <p:cNvGrpSpPr/>
          <p:nvPr/>
        </p:nvGrpSpPr>
        <p:grpSpPr>
          <a:xfrm rot="5400000">
            <a:off x="5653708" y="4142667"/>
            <a:ext cx="202322" cy="704614"/>
            <a:chOff x="800913" y="5270079"/>
            <a:chExt cx="152772" cy="532461"/>
          </a:xfrm>
        </p:grpSpPr>
        <p:sp>
          <p:nvSpPr>
            <p:cNvPr id="653" name="矩形 652">
              <a:extLst>
                <a:ext uri="{FF2B5EF4-FFF2-40B4-BE49-F238E27FC236}">
                  <a16:creationId xmlns:a16="http://schemas.microsoft.com/office/drawing/2014/main" id="{DFC17774-C1F5-2285-C62F-540A2454B863}"/>
                </a:ext>
              </a:extLst>
            </p:cNvPr>
            <p:cNvSpPr/>
            <p:nvPr/>
          </p:nvSpPr>
          <p:spPr>
            <a:xfrm flipH="1">
              <a:off x="800913" y="5270079"/>
              <a:ext cx="152769" cy="133117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54" name="矩形 653">
              <a:extLst>
                <a:ext uri="{FF2B5EF4-FFF2-40B4-BE49-F238E27FC236}">
                  <a16:creationId xmlns:a16="http://schemas.microsoft.com/office/drawing/2014/main" id="{EEA7027E-1DFF-F384-B158-7802AFC2E20B}"/>
                </a:ext>
              </a:extLst>
            </p:cNvPr>
            <p:cNvSpPr/>
            <p:nvPr/>
          </p:nvSpPr>
          <p:spPr>
            <a:xfrm flipH="1">
              <a:off x="800918" y="5403192"/>
              <a:ext cx="152767" cy="133117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55" name="矩形 654">
              <a:extLst>
                <a:ext uri="{FF2B5EF4-FFF2-40B4-BE49-F238E27FC236}">
                  <a16:creationId xmlns:a16="http://schemas.microsoft.com/office/drawing/2014/main" id="{FA5EE400-64D9-EAA5-7B5E-F5AE1AEBF889}"/>
                </a:ext>
              </a:extLst>
            </p:cNvPr>
            <p:cNvSpPr/>
            <p:nvPr/>
          </p:nvSpPr>
          <p:spPr>
            <a:xfrm flipH="1">
              <a:off x="800924" y="5536310"/>
              <a:ext cx="152760" cy="133117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56" name="矩形 655">
              <a:extLst>
                <a:ext uri="{FF2B5EF4-FFF2-40B4-BE49-F238E27FC236}">
                  <a16:creationId xmlns:a16="http://schemas.microsoft.com/office/drawing/2014/main" id="{260B57D2-C90E-5207-9658-2687FB4804F1}"/>
                </a:ext>
              </a:extLst>
            </p:cNvPr>
            <p:cNvSpPr/>
            <p:nvPr/>
          </p:nvSpPr>
          <p:spPr>
            <a:xfrm flipH="1">
              <a:off x="800925" y="5669423"/>
              <a:ext cx="152760" cy="133117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755" name="组合 754">
            <a:extLst>
              <a:ext uri="{FF2B5EF4-FFF2-40B4-BE49-F238E27FC236}">
                <a16:creationId xmlns:a16="http://schemas.microsoft.com/office/drawing/2014/main" id="{121ABA95-4927-E4E5-B763-487F803DD898}"/>
              </a:ext>
            </a:extLst>
          </p:cNvPr>
          <p:cNvGrpSpPr/>
          <p:nvPr/>
        </p:nvGrpSpPr>
        <p:grpSpPr>
          <a:xfrm>
            <a:off x="6696167" y="3853396"/>
            <a:ext cx="610665" cy="879151"/>
            <a:chOff x="6116209" y="1036604"/>
            <a:chExt cx="391184" cy="590828"/>
          </a:xfrm>
        </p:grpSpPr>
        <p:sp>
          <p:nvSpPr>
            <p:cNvPr id="756" name="流程图: 接点 566">
              <a:extLst>
                <a:ext uri="{FF2B5EF4-FFF2-40B4-BE49-F238E27FC236}">
                  <a16:creationId xmlns:a16="http://schemas.microsoft.com/office/drawing/2014/main" id="{C41640C6-DD94-6BF5-7B6B-FB56FF085308}"/>
                </a:ext>
              </a:extLst>
            </p:cNvPr>
            <p:cNvSpPr/>
            <p:nvPr/>
          </p:nvSpPr>
          <p:spPr>
            <a:xfrm>
              <a:off x="6116209" y="1036604"/>
              <a:ext cx="125672" cy="125837"/>
            </a:xfrm>
            <a:prstGeom prst="flowChartConnector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57" name="流程图: 接点 566">
              <a:extLst>
                <a:ext uri="{FF2B5EF4-FFF2-40B4-BE49-F238E27FC236}">
                  <a16:creationId xmlns:a16="http://schemas.microsoft.com/office/drawing/2014/main" id="{60666F74-BDC5-E995-D972-2B45BE3BF64D}"/>
                </a:ext>
              </a:extLst>
            </p:cNvPr>
            <p:cNvSpPr/>
            <p:nvPr/>
          </p:nvSpPr>
          <p:spPr>
            <a:xfrm>
              <a:off x="6116209" y="1191601"/>
              <a:ext cx="125672" cy="125837"/>
            </a:xfrm>
            <a:prstGeom prst="flowChartConnector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58" name="流程图: 接点 566">
              <a:extLst>
                <a:ext uri="{FF2B5EF4-FFF2-40B4-BE49-F238E27FC236}">
                  <a16:creationId xmlns:a16="http://schemas.microsoft.com/office/drawing/2014/main" id="{A03A498C-D7F6-7078-0E34-374CA30C5C04}"/>
                </a:ext>
              </a:extLst>
            </p:cNvPr>
            <p:cNvSpPr/>
            <p:nvPr/>
          </p:nvSpPr>
          <p:spPr>
            <a:xfrm>
              <a:off x="6116209" y="1501595"/>
              <a:ext cx="125672" cy="125837"/>
            </a:xfrm>
            <a:prstGeom prst="flowChartConnector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59" name="流程图: 接点 566">
              <a:extLst>
                <a:ext uri="{FF2B5EF4-FFF2-40B4-BE49-F238E27FC236}">
                  <a16:creationId xmlns:a16="http://schemas.microsoft.com/office/drawing/2014/main" id="{951B1E8C-514D-33C9-F3BA-1A56E36A89D9}"/>
                </a:ext>
              </a:extLst>
            </p:cNvPr>
            <p:cNvSpPr/>
            <p:nvPr/>
          </p:nvSpPr>
          <p:spPr>
            <a:xfrm>
              <a:off x="6116209" y="1346598"/>
              <a:ext cx="125672" cy="125837"/>
            </a:xfrm>
            <a:prstGeom prst="flowChartConnector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60" name="流程图: 接点 566">
              <a:extLst>
                <a:ext uri="{FF2B5EF4-FFF2-40B4-BE49-F238E27FC236}">
                  <a16:creationId xmlns:a16="http://schemas.microsoft.com/office/drawing/2014/main" id="{88F1C8F6-396D-09B4-C520-8983496C6B15}"/>
                </a:ext>
              </a:extLst>
            </p:cNvPr>
            <p:cNvSpPr/>
            <p:nvPr/>
          </p:nvSpPr>
          <p:spPr>
            <a:xfrm>
              <a:off x="6381721" y="1191280"/>
              <a:ext cx="125672" cy="125837"/>
            </a:xfrm>
            <a:prstGeom prst="flowChartConnector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61" name="流程图: 接点 566">
              <a:extLst>
                <a:ext uri="{FF2B5EF4-FFF2-40B4-BE49-F238E27FC236}">
                  <a16:creationId xmlns:a16="http://schemas.microsoft.com/office/drawing/2014/main" id="{E6BA857C-3DE8-0CCF-AF6C-A5A7E513C7C9}"/>
                </a:ext>
              </a:extLst>
            </p:cNvPr>
            <p:cNvSpPr/>
            <p:nvPr/>
          </p:nvSpPr>
          <p:spPr>
            <a:xfrm>
              <a:off x="6381721" y="1346277"/>
              <a:ext cx="125672" cy="125837"/>
            </a:xfrm>
            <a:prstGeom prst="flowChartConnector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762" name="直接连接符 510">
              <a:extLst>
                <a:ext uri="{FF2B5EF4-FFF2-40B4-BE49-F238E27FC236}">
                  <a16:creationId xmlns:a16="http://schemas.microsoft.com/office/drawing/2014/main" id="{0F190098-FB24-71BE-861E-5D588573B35E}"/>
                </a:ext>
              </a:extLst>
            </p:cNvPr>
            <p:cNvCxnSpPr>
              <a:cxnSpLocks/>
              <a:stCxn id="760" idx="2"/>
              <a:endCxn id="756" idx="6"/>
            </p:cNvCxnSpPr>
            <p:nvPr/>
          </p:nvCxnSpPr>
          <p:spPr>
            <a:xfrm flipH="1" flipV="1">
              <a:off x="6241881" y="1099523"/>
              <a:ext cx="139840" cy="15467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63" name="直接连接符 510">
              <a:extLst>
                <a:ext uri="{FF2B5EF4-FFF2-40B4-BE49-F238E27FC236}">
                  <a16:creationId xmlns:a16="http://schemas.microsoft.com/office/drawing/2014/main" id="{545B518F-FB83-FC22-5CB5-6C725910DC7C}"/>
                </a:ext>
              </a:extLst>
            </p:cNvPr>
            <p:cNvCxnSpPr>
              <a:cxnSpLocks/>
              <a:stCxn id="760" idx="2"/>
              <a:endCxn id="757" idx="6"/>
            </p:cNvCxnSpPr>
            <p:nvPr/>
          </p:nvCxnSpPr>
          <p:spPr>
            <a:xfrm flipH="1">
              <a:off x="6241881" y="1254199"/>
              <a:ext cx="139840" cy="321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64" name="直接连接符 510">
              <a:extLst>
                <a:ext uri="{FF2B5EF4-FFF2-40B4-BE49-F238E27FC236}">
                  <a16:creationId xmlns:a16="http://schemas.microsoft.com/office/drawing/2014/main" id="{F1131636-61C6-CA0C-B771-E122FFD68523}"/>
                </a:ext>
              </a:extLst>
            </p:cNvPr>
            <p:cNvCxnSpPr>
              <a:cxnSpLocks/>
              <a:stCxn id="760" idx="2"/>
              <a:endCxn id="759" idx="6"/>
            </p:cNvCxnSpPr>
            <p:nvPr/>
          </p:nvCxnSpPr>
          <p:spPr>
            <a:xfrm flipH="1">
              <a:off x="6241881" y="1254199"/>
              <a:ext cx="139840" cy="15531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65" name="直接连接符 510">
              <a:extLst>
                <a:ext uri="{FF2B5EF4-FFF2-40B4-BE49-F238E27FC236}">
                  <a16:creationId xmlns:a16="http://schemas.microsoft.com/office/drawing/2014/main" id="{827C375A-D2E7-C1D4-0BA3-577C28A83B5B}"/>
                </a:ext>
              </a:extLst>
            </p:cNvPr>
            <p:cNvCxnSpPr>
              <a:cxnSpLocks/>
              <a:stCxn id="761" idx="2"/>
              <a:endCxn id="758" idx="6"/>
            </p:cNvCxnSpPr>
            <p:nvPr/>
          </p:nvCxnSpPr>
          <p:spPr>
            <a:xfrm flipH="1">
              <a:off x="6241881" y="1409196"/>
              <a:ext cx="139840" cy="15531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66" name="直接连接符 510">
              <a:extLst>
                <a:ext uri="{FF2B5EF4-FFF2-40B4-BE49-F238E27FC236}">
                  <a16:creationId xmlns:a16="http://schemas.microsoft.com/office/drawing/2014/main" id="{FBC0B243-A562-6733-1C2E-04FD9C689A50}"/>
                </a:ext>
              </a:extLst>
            </p:cNvPr>
            <p:cNvCxnSpPr>
              <a:cxnSpLocks/>
              <a:stCxn id="761" idx="2"/>
              <a:endCxn id="756" idx="6"/>
            </p:cNvCxnSpPr>
            <p:nvPr/>
          </p:nvCxnSpPr>
          <p:spPr>
            <a:xfrm flipH="1" flipV="1">
              <a:off x="6241881" y="1099523"/>
              <a:ext cx="139840" cy="309673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67" name="直接连接符 510">
              <a:extLst>
                <a:ext uri="{FF2B5EF4-FFF2-40B4-BE49-F238E27FC236}">
                  <a16:creationId xmlns:a16="http://schemas.microsoft.com/office/drawing/2014/main" id="{C9584F57-4C6A-A041-AE92-49D2121BD94B}"/>
                </a:ext>
              </a:extLst>
            </p:cNvPr>
            <p:cNvCxnSpPr>
              <a:cxnSpLocks/>
              <a:stCxn id="761" idx="2"/>
              <a:endCxn id="757" idx="6"/>
            </p:cNvCxnSpPr>
            <p:nvPr/>
          </p:nvCxnSpPr>
          <p:spPr>
            <a:xfrm flipH="1" flipV="1">
              <a:off x="6241881" y="1254520"/>
              <a:ext cx="139840" cy="15467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68" name="直接连接符 510">
              <a:extLst>
                <a:ext uri="{FF2B5EF4-FFF2-40B4-BE49-F238E27FC236}">
                  <a16:creationId xmlns:a16="http://schemas.microsoft.com/office/drawing/2014/main" id="{3C6BEFE5-208D-7160-0D48-2EDD921656CD}"/>
                </a:ext>
              </a:extLst>
            </p:cNvPr>
            <p:cNvCxnSpPr>
              <a:cxnSpLocks/>
              <a:stCxn id="761" idx="2"/>
              <a:endCxn id="759" idx="6"/>
            </p:cNvCxnSpPr>
            <p:nvPr/>
          </p:nvCxnSpPr>
          <p:spPr>
            <a:xfrm flipH="1">
              <a:off x="6241881" y="1409196"/>
              <a:ext cx="139840" cy="321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69" name="直接连接符 510">
              <a:extLst>
                <a:ext uri="{FF2B5EF4-FFF2-40B4-BE49-F238E27FC236}">
                  <a16:creationId xmlns:a16="http://schemas.microsoft.com/office/drawing/2014/main" id="{3056F9B2-F49C-3A9A-346B-462DAC9479FB}"/>
                </a:ext>
              </a:extLst>
            </p:cNvPr>
            <p:cNvCxnSpPr>
              <a:cxnSpLocks/>
              <a:stCxn id="761" idx="2"/>
              <a:endCxn id="758" idx="6"/>
            </p:cNvCxnSpPr>
            <p:nvPr/>
          </p:nvCxnSpPr>
          <p:spPr>
            <a:xfrm flipH="1">
              <a:off x="6241881" y="1409196"/>
              <a:ext cx="139840" cy="15531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770" name="椭圆 769">
            <a:extLst>
              <a:ext uri="{FF2B5EF4-FFF2-40B4-BE49-F238E27FC236}">
                <a16:creationId xmlns:a16="http://schemas.microsoft.com/office/drawing/2014/main" id="{5E9E096C-C972-EC1C-5A07-33A35B083806}"/>
              </a:ext>
            </a:extLst>
          </p:cNvPr>
          <p:cNvSpPr/>
          <p:nvPr/>
        </p:nvSpPr>
        <p:spPr>
          <a:xfrm rot="5400000">
            <a:off x="4795550" y="3797582"/>
            <a:ext cx="322854" cy="323843"/>
          </a:xfrm>
          <a:prstGeom prst="ellipse">
            <a:avLst/>
          </a:prstGeom>
          <a:noFill/>
          <a:ln w="28575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cs typeface="Arial" panose="020B0604020202020204" pitchFamily="34" charset="0"/>
              </a:rPr>
              <a:t>1</a:t>
            </a:r>
            <a:endParaRPr lang="zh-CN" altLang="en-US" sz="2400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771" name="椭圆 770">
            <a:extLst>
              <a:ext uri="{FF2B5EF4-FFF2-40B4-BE49-F238E27FC236}">
                <a16:creationId xmlns:a16="http://schemas.microsoft.com/office/drawing/2014/main" id="{C6BCBD12-A3BF-72DA-F515-9B0F5962C1E2}"/>
              </a:ext>
            </a:extLst>
          </p:cNvPr>
          <p:cNvSpPr/>
          <p:nvPr/>
        </p:nvSpPr>
        <p:spPr>
          <a:xfrm rot="5400000">
            <a:off x="4795550" y="4498518"/>
            <a:ext cx="322854" cy="32384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cs typeface="Arial" panose="020B0604020202020204" pitchFamily="34" charset="0"/>
              </a:rPr>
              <a:t>3</a:t>
            </a:r>
            <a:endParaRPr lang="zh-CN" altLang="en-US" sz="2400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772" name="椭圆 771">
            <a:extLst>
              <a:ext uri="{FF2B5EF4-FFF2-40B4-BE49-F238E27FC236}">
                <a16:creationId xmlns:a16="http://schemas.microsoft.com/office/drawing/2014/main" id="{FC693E83-E822-1536-DF15-9C2A2C02E92E}"/>
              </a:ext>
            </a:extLst>
          </p:cNvPr>
          <p:cNvSpPr/>
          <p:nvPr/>
        </p:nvSpPr>
        <p:spPr>
          <a:xfrm rot="5400000">
            <a:off x="4133625" y="3797582"/>
            <a:ext cx="322854" cy="323843"/>
          </a:xfrm>
          <a:prstGeom prst="ellipse">
            <a:avLst/>
          </a:prstGeom>
          <a:noFill/>
          <a:ln w="28575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cs typeface="Arial" panose="020B0604020202020204" pitchFamily="34" charset="0"/>
              </a:rPr>
              <a:t>0</a:t>
            </a:r>
            <a:endParaRPr lang="zh-CN" altLang="en-US" sz="2400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773" name="椭圆 772">
            <a:extLst>
              <a:ext uri="{FF2B5EF4-FFF2-40B4-BE49-F238E27FC236}">
                <a16:creationId xmlns:a16="http://schemas.microsoft.com/office/drawing/2014/main" id="{392BBB68-DF66-91CD-1BB0-808C69563565}"/>
              </a:ext>
            </a:extLst>
          </p:cNvPr>
          <p:cNvSpPr/>
          <p:nvPr/>
        </p:nvSpPr>
        <p:spPr>
          <a:xfrm rot="5400000">
            <a:off x="4133625" y="4498518"/>
            <a:ext cx="322854" cy="32384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cs typeface="Arial" panose="020B0604020202020204" pitchFamily="34" charset="0"/>
              </a:rPr>
              <a:t>2</a:t>
            </a:r>
            <a:endParaRPr lang="zh-CN" altLang="en-US" sz="2400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cxnSp>
        <p:nvCxnSpPr>
          <p:cNvPr id="774" name="直接连接符 521">
            <a:extLst>
              <a:ext uri="{FF2B5EF4-FFF2-40B4-BE49-F238E27FC236}">
                <a16:creationId xmlns:a16="http://schemas.microsoft.com/office/drawing/2014/main" id="{AB928B2A-B934-0F1C-B2AC-EED779FED800}"/>
              </a:ext>
            </a:extLst>
          </p:cNvPr>
          <p:cNvCxnSpPr>
            <a:cxnSpLocks/>
          </p:cNvCxnSpPr>
          <p:nvPr/>
        </p:nvCxnSpPr>
        <p:spPr>
          <a:xfrm>
            <a:off x="4295052" y="4120931"/>
            <a:ext cx="0" cy="378082"/>
          </a:xfrm>
          <a:prstGeom prst="line">
            <a:avLst/>
          </a:prstGeom>
          <a:ln w="28575">
            <a:solidFill>
              <a:schemeClr val="tx1"/>
            </a:solidFill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75" name="直接连接符 522">
            <a:extLst>
              <a:ext uri="{FF2B5EF4-FFF2-40B4-BE49-F238E27FC236}">
                <a16:creationId xmlns:a16="http://schemas.microsoft.com/office/drawing/2014/main" id="{CA3EFA8A-AD86-E7F1-2702-4ADD943F3B9C}"/>
              </a:ext>
            </a:extLst>
          </p:cNvPr>
          <p:cNvCxnSpPr>
            <a:cxnSpLocks/>
          </p:cNvCxnSpPr>
          <p:nvPr/>
        </p:nvCxnSpPr>
        <p:spPr>
          <a:xfrm flipV="1">
            <a:off x="4956977" y="4118750"/>
            <a:ext cx="0" cy="380257"/>
          </a:xfrm>
          <a:prstGeom prst="line">
            <a:avLst/>
          </a:prstGeom>
          <a:ln w="28575">
            <a:solidFill>
              <a:schemeClr val="tx1"/>
            </a:solidFill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76" name="直接连接符 523">
            <a:extLst>
              <a:ext uri="{FF2B5EF4-FFF2-40B4-BE49-F238E27FC236}">
                <a16:creationId xmlns:a16="http://schemas.microsoft.com/office/drawing/2014/main" id="{B90D0FC7-E21F-9A01-0872-131474AA36FF}"/>
              </a:ext>
            </a:extLst>
          </p:cNvPr>
          <p:cNvCxnSpPr>
            <a:cxnSpLocks/>
            <a:stCxn id="771" idx="3"/>
            <a:endCxn id="772" idx="7"/>
          </p:cNvCxnSpPr>
          <p:nvPr/>
        </p:nvCxnSpPr>
        <p:spPr>
          <a:xfrm flipH="1" flipV="1">
            <a:off x="4409549" y="4073650"/>
            <a:ext cx="432934" cy="472644"/>
          </a:xfrm>
          <a:prstGeom prst="line">
            <a:avLst/>
          </a:prstGeom>
          <a:ln w="28575">
            <a:solidFill>
              <a:schemeClr val="tx1"/>
            </a:solidFill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77" name="直接连接符 524">
            <a:extLst>
              <a:ext uri="{FF2B5EF4-FFF2-40B4-BE49-F238E27FC236}">
                <a16:creationId xmlns:a16="http://schemas.microsoft.com/office/drawing/2014/main" id="{E1BCF91D-6492-842B-3442-D74778F8B5B1}"/>
              </a:ext>
            </a:extLst>
          </p:cNvPr>
          <p:cNvCxnSpPr>
            <a:cxnSpLocks/>
          </p:cNvCxnSpPr>
          <p:nvPr/>
        </p:nvCxnSpPr>
        <p:spPr>
          <a:xfrm flipH="1">
            <a:off x="4455515" y="4660433"/>
            <a:ext cx="32987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78" name="文本框 777">
                <a:extLst>
                  <a:ext uri="{FF2B5EF4-FFF2-40B4-BE49-F238E27FC236}">
                    <a16:creationId xmlns:a16="http://schemas.microsoft.com/office/drawing/2014/main" id="{DEC7D14A-CFDE-A864-2F98-E7D8AB7B7B37}"/>
                  </a:ext>
                </a:extLst>
              </p:cNvPr>
              <p:cNvSpPr txBox="1"/>
              <p:nvPr/>
            </p:nvSpPr>
            <p:spPr>
              <a:xfrm>
                <a:off x="7538287" y="4918088"/>
                <a:ext cx="1071288" cy="461665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1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altLang="zh-CN" sz="2400" b="1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𝑿</m:t>
                          </m:r>
                        </m:e>
                        <m:sub>
                          <m:r>
                            <a:rPr lang="en-US" altLang="zh-CN" sz="2400" b="1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zh-CN" altLang="en-US" sz="2400" b="1" dirty="0">
                  <a:solidFill>
                    <a:schemeClr val="accent6"/>
                  </a:solidFill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778" name="文本框 777">
                <a:extLst>
                  <a:ext uri="{FF2B5EF4-FFF2-40B4-BE49-F238E27FC236}">
                    <a16:creationId xmlns:a16="http://schemas.microsoft.com/office/drawing/2014/main" id="{DEC7D14A-CFDE-A864-2F98-E7D8AB7B7B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8287" y="4918088"/>
                <a:ext cx="1071288" cy="461665"/>
              </a:xfrm>
              <a:prstGeom prst="rect">
                <a:avLst/>
              </a:prstGeom>
              <a:blipFill>
                <a:blip r:embed="rId5"/>
                <a:stretch>
                  <a:fillRect b="-1316"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79" name="组合 778">
            <a:extLst>
              <a:ext uri="{FF2B5EF4-FFF2-40B4-BE49-F238E27FC236}">
                <a16:creationId xmlns:a16="http://schemas.microsoft.com/office/drawing/2014/main" id="{AC900855-69EC-7D36-A03A-013E1B064C62}"/>
              </a:ext>
            </a:extLst>
          </p:cNvPr>
          <p:cNvGrpSpPr/>
          <p:nvPr/>
        </p:nvGrpSpPr>
        <p:grpSpPr>
          <a:xfrm>
            <a:off x="7702596" y="6071492"/>
            <a:ext cx="621640" cy="663817"/>
            <a:chOff x="4341455" y="6517035"/>
            <a:chExt cx="621640" cy="663817"/>
          </a:xfrm>
        </p:grpSpPr>
        <p:sp>
          <p:nvSpPr>
            <p:cNvPr id="780" name="矩形 1174">
              <a:extLst>
                <a:ext uri="{FF2B5EF4-FFF2-40B4-BE49-F238E27FC236}">
                  <a16:creationId xmlns:a16="http://schemas.microsoft.com/office/drawing/2014/main" id="{0498E65D-32FE-9D0B-DB90-613DBE3457EA}"/>
                </a:ext>
              </a:extLst>
            </p:cNvPr>
            <p:cNvSpPr/>
            <p:nvPr/>
          </p:nvSpPr>
          <p:spPr>
            <a:xfrm rot="10800000">
              <a:off x="4342830" y="6886022"/>
              <a:ext cx="618706" cy="226680"/>
            </a:xfrm>
            <a:custGeom>
              <a:avLst/>
              <a:gdLst>
                <a:gd name="connsiteX0" fmla="*/ 0 w 595706"/>
                <a:gd name="connsiteY0" fmla="*/ 0 h 92965"/>
                <a:gd name="connsiteX1" fmla="*/ 595706 w 595706"/>
                <a:gd name="connsiteY1" fmla="*/ 0 h 92965"/>
                <a:gd name="connsiteX2" fmla="*/ 595706 w 595706"/>
                <a:gd name="connsiteY2" fmla="*/ 92965 h 92965"/>
                <a:gd name="connsiteX3" fmla="*/ 0 w 595706"/>
                <a:gd name="connsiteY3" fmla="*/ 92965 h 92965"/>
                <a:gd name="connsiteX4" fmla="*/ 0 w 595706"/>
                <a:gd name="connsiteY4" fmla="*/ 0 h 92965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1422 w 594406"/>
                <a:gd name="connsiteY0" fmla="*/ 21376 h 135147"/>
                <a:gd name="connsiteX1" fmla="*/ 594406 w 594406"/>
                <a:gd name="connsiteY1" fmla="*/ 0 h 135147"/>
                <a:gd name="connsiteX2" fmla="*/ 594406 w 594406"/>
                <a:gd name="connsiteY2" fmla="*/ 92965 h 135147"/>
                <a:gd name="connsiteX3" fmla="*/ 61 w 594406"/>
                <a:gd name="connsiteY3" fmla="*/ 135147 h 135147"/>
                <a:gd name="connsiteX4" fmla="*/ 1422 w 594406"/>
                <a:gd name="connsiteY4" fmla="*/ 21376 h 135147"/>
                <a:gd name="connsiteX0" fmla="*/ 1422 w 594406"/>
                <a:gd name="connsiteY0" fmla="*/ 15599 h 135147"/>
                <a:gd name="connsiteX1" fmla="*/ 594406 w 594406"/>
                <a:gd name="connsiteY1" fmla="*/ 0 h 135147"/>
                <a:gd name="connsiteX2" fmla="*/ 594406 w 594406"/>
                <a:gd name="connsiteY2" fmla="*/ 92965 h 135147"/>
                <a:gd name="connsiteX3" fmla="*/ 61 w 594406"/>
                <a:gd name="connsiteY3" fmla="*/ 135147 h 135147"/>
                <a:gd name="connsiteX4" fmla="*/ 1422 w 594406"/>
                <a:gd name="connsiteY4" fmla="*/ 15599 h 135147"/>
                <a:gd name="connsiteX0" fmla="*/ 131 w 594476"/>
                <a:gd name="connsiteY0" fmla="*/ 4622 h 135147"/>
                <a:gd name="connsiteX1" fmla="*/ 594476 w 594476"/>
                <a:gd name="connsiteY1" fmla="*/ 0 h 135147"/>
                <a:gd name="connsiteX2" fmla="*/ 594476 w 594476"/>
                <a:gd name="connsiteY2" fmla="*/ 92965 h 135147"/>
                <a:gd name="connsiteX3" fmla="*/ 131 w 594476"/>
                <a:gd name="connsiteY3" fmla="*/ 135147 h 135147"/>
                <a:gd name="connsiteX4" fmla="*/ 131 w 594476"/>
                <a:gd name="connsiteY4" fmla="*/ 4622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22423 h 139660"/>
                <a:gd name="connsiteX1" fmla="*/ 595706 w 595706"/>
                <a:gd name="connsiteY1" fmla="*/ 4513 h 139660"/>
                <a:gd name="connsiteX2" fmla="*/ 595706 w 595706"/>
                <a:gd name="connsiteY2" fmla="*/ 97478 h 139660"/>
                <a:gd name="connsiteX3" fmla="*/ 1361 w 595706"/>
                <a:gd name="connsiteY3" fmla="*/ 139660 h 139660"/>
                <a:gd name="connsiteX4" fmla="*/ 0 w 595706"/>
                <a:gd name="connsiteY4" fmla="*/ 22423 h 139660"/>
                <a:gd name="connsiteX0" fmla="*/ 0 w 595706"/>
                <a:gd name="connsiteY0" fmla="*/ 26413 h 143650"/>
                <a:gd name="connsiteX1" fmla="*/ 595706 w 595706"/>
                <a:gd name="connsiteY1" fmla="*/ 8503 h 143650"/>
                <a:gd name="connsiteX2" fmla="*/ 595706 w 595706"/>
                <a:gd name="connsiteY2" fmla="*/ 101468 h 143650"/>
                <a:gd name="connsiteX3" fmla="*/ 1361 w 595706"/>
                <a:gd name="connsiteY3" fmla="*/ 143650 h 143650"/>
                <a:gd name="connsiteX4" fmla="*/ 0 w 595706"/>
                <a:gd name="connsiteY4" fmla="*/ 26413 h 143650"/>
                <a:gd name="connsiteX0" fmla="*/ 0 w 595706"/>
                <a:gd name="connsiteY0" fmla="*/ 21286 h 138523"/>
                <a:gd name="connsiteX1" fmla="*/ 595706 w 595706"/>
                <a:gd name="connsiteY1" fmla="*/ 3376 h 138523"/>
                <a:gd name="connsiteX2" fmla="*/ 595706 w 595706"/>
                <a:gd name="connsiteY2" fmla="*/ 96341 h 138523"/>
                <a:gd name="connsiteX3" fmla="*/ 1361 w 595706"/>
                <a:gd name="connsiteY3" fmla="*/ 138523 h 138523"/>
                <a:gd name="connsiteX4" fmla="*/ 0 w 595706"/>
                <a:gd name="connsiteY4" fmla="*/ 21286 h 138523"/>
                <a:gd name="connsiteX0" fmla="*/ 0 w 595706"/>
                <a:gd name="connsiteY0" fmla="*/ 22534 h 139771"/>
                <a:gd name="connsiteX1" fmla="*/ 595706 w 595706"/>
                <a:gd name="connsiteY1" fmla="*/ 4624 h 139771"/>
                <a:gd name="connsiteX2" fmla="*/ 595706 w 595706"/>
                <a:gd name="connsiteY2" fmla="*/ 97589 h 139771"/>
                <a:gd name="connsiteX3" fmla="*/ 1361 w 595706"/>
                <a:gd name="connsiteY3" fmla="*/ 139771 h 139771"/>
                <a:gd name="connsiteX4" fmla="*/ 0 w 595706"/>
                <a:gd name="connsiteY4" fmla="*/ 22534 h 139771"/>
                <a:gd name="connsiteX0" fmla="*/ 0 w 595706"/>
                <a:gd name="connsiteY0" fmla="*/ 23494 h 140731"/>
                <a:gd name="connsiteX1" fmla="*/ 595706 w 595706"/>
                <a:gd name="connsiteY1" fmla="*/ 2118 h 140731"/>
                <a:gd name="connsiteX2" fmla="*/ 595706 w 595706"/>
                <a:gd name="connsiteY2" fmla="*/ 98549 h 140731"/>
                <a:gd name="connsiteX3" fmla="*/ 1361 w 595706"/>
                <a:gd name="connsiteY3" fmla="*/ 140731 h 140731"/>
                <a:gd name="connsiteX4" fmla="*/ 0 w 595706"/>
                <a:gd name="connsiteY4" fmla="*/ 23494 h 140731"/>
                <a:gd name="connsiteX0" fmla="*/ 0 w 595706"/>
                <a:gd name="connsiteY0" fmla="*/ 23494 h 140731"/>
                <a:gd name="connsiteX1" fmla="*/ 595706 w 595706"/>
                <a:gd name="connsiteY1" fmla="*/ 2118 h 140731"/>
                <a:gd name="connsiteX2" fmla="*/ 595706 w 595706"/>
                <a:gd name="connsiteY2" fmla="*/ 98549 h 140731"/>
                <a:gd name="connsiteX3" fmla="*/ 1361 w 595706"/>
                <a:gd name="connsiteY3" fmla="*/ 140731 h 140731"/>
                <a:gd name="connsiteX4" fmla="*/ 0 w 595706"/>
                <a:gd name="connsiteY4" fmla="*/ 23494 h 140731"/>
                <a:gd name="connsiteX0" fmla="*/ 0 w 595706"/>
                <a:gd name="connsiteY0" fmla="*/ 25030 h 142267"/>
                <a:gd name="connsiteX1" fmla="*/ 595706 w 595706"/>
                <a:gd name="connsiteY1" fmla="*/ 3654 h 142267"/>
                <a:gd name="connsiteX2" fmla="*/ 595706 w 595706"/>
                <a:gd name="connsiteY2" fmla="*/ 100085 h 142267"/>
                <a:gd name="connsiteX3" fmla="*/ 1361 w 595706"/>
                <a:gd name="connsiteY3" fmla="*/ 142267 h 142267"/>
                <a:gd name="connsiteX4" fmla="*/ 0 w 595706"/>
                <a:gd name="connsiteY4" fmla="*/ 25030 h 142267"/>
                <a:gd name="connsiteX0" fmla="*/ 0 w 595706"/>
                <a:gd name="connsiteY0" fmla="*/ 22091 h 139328"/>
                <a:gd name="connsiteX1" fmla="*/ 595706 w 595706"/>
                <a:gd name="connsiteY1" fmla="*/ 715 h 139328"/>
                <a:gd name="connsiteX2" fmla="*/ 595706 w 595706"/>
                <a:gd name="connsiteY2" fmla="*/ 97146 h 139328"/>
                <a:gd name="connsiteX3" fmla="*/ 1361 w 595706"/>
                <a:gd name="connsiteY3" fmla="*/ 139328 h 139328"/>
                <a:gd name="connsiteX4" fmla="*/ 0 w 595706"/>
                <a:gd name="connsiteY4" fmla="*/ 22091 h 139328"/>
                <a:gd name="connsiteX0" fmla="*/ 0 w 595706"/>
                <a:gd name="connsiteY0" fmla="*/ 23573 h 140810"/>
                <a:gd name="connsiteX1" fmla="*/ 595706 w 595706"/>
                <a:gd name="connsiteY1" fmla="*/ 2197 h 140810"/>
                <a:gd name="connsiteX2" fmla="*/ 595706 w 595706"/>
                <a:gd name="connsiteY2" fmla="*/ 98628 h 140810"/>
                <a:gd name="connsiteX3" fmla="*/ 1361 w 595706"/>
                <a:gd name="connsiteY3" fmla="*/ 140810 h 140810"/>
                <a:gd name="connsiteX4" fmla="*/ 0 w 595706"/>
                <a:gd name="connsiteY4" fmla="*/ 23573 h 140810"/>
                <a:gd name="connsiteX0" fmla="*/ 0 w 595706"/>
                <a:gd name="connsiteY0" fmla="*/ 21908 h 139145"/>
                <a:gd name="connsiteX1" fmla="*/ 595706 w 595706"/>
                <a:gd name="connsiteY1" fmla="*/ 532 h 139145"/>
                <a:gd name="connsiteX2" fmla="*/ 595706 w 595706"/>
                <a:gd name="connsiteY2" fmla="*/ 96963 h 139145"/>
                <a:gd name="connsiteX3" fmla="*/ 1361 w 595706"/>
                <a:gd name="connsiteY3" fmla="*/ 139145 h 139145"/>
                <a:gd name="connsiteX4" fmla="*/ 0 w 595706"/>
                <a:gd name="connsiteY4" fmla="*/ 21908 h 139145"/>
                <a:gd name="connsiteX0" fmla="*/ 0 w 595706"/>
                <a:gd name="connsiteY0" fmla="*/ 23863 h 141100"/>
                <a:gd name="connsiteX1" fmla="*/ 595706 w 595706"/>
                <a:gd name="connsiteY1" fmla="*/ 2487 h 141100"/>
                <a:gd name="connsiteX2" fmla="*/ 595706 w 595706"/>
                <a:gd name="connsiteY2" fmla="*/ 98918 h 141100"/>
                <a:gd name="connsiteX3" fmla="*/ 1361 w 595706"/>
                <a:gd name="connsiteY3" fmla="*/ 141100 h 141100"/>
                <a:gd name="connsiteX4" fmla="*/ 0 w 595706"/>
                <a:gd name="connsiteY4" fmla="*/ 23863 h 141100"/>
                <a:gd name="connsiteX0" fmla="*/ 0 w 595706"/>
                <a:gd name="connsiteY0" fmla="*/ 24472 h 141709"/>
                <a:gd name="connsiteX1" fmla="*/ 595706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0 w 595706"/>
                <a:gd name="connsiteY0" fmla="*/ 24267 h 141504"/>
                <a:gd name="connsiteX1" fmla="*/ 595706 w 595706"/>
                <a:gd name="connsiteY1" fmla="*/ 2891 h 141504"/>
                <a:gd name="connsiteX2" fmla="*/ 595706 w 595706"/>
                <a:gd name="connsiteY2" fmla="*/ 99322 h 141504"/>
                <a:gd name="connsiteX3" fmla="*/ 1361 w 595706"/>
                <a:gd name="connsiteY3" fmla="*/ 141504 h 141504"/>
                <a:gd name="connsiteX4" fmla="*/ 0 w 595706"/>
                <a:gd name="connsiteY4" fmla="*/ 24267 h 141504"/>
                <a:gd name="connsiteX0" fmla="*/ 0 w 595706"/>
                <a:gd name="connsiteY0" fmla="*/ 24472 h 141709"/>
                <a:gd name="connsiteX1" fmla="*/ 595706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0 w 595706"/>
                <a:gd name="connsiteY0" fmla="*/ 24472 h 141709"/>
                <a:gd name="connsiteX1" fmla="*/ 594353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124 w 595830"/>
                <a:gd name="connsiteY0" fmla="*/ 24472 h 141709"/>
                <a:gd name="connsiteX1" fmla="*/ 594477 w 595830"/>
                <a:gd name="connsiteY1" fmla="*/ 3096 h 141709"/>
                <a:gd name="connsiteX2" fmla="*/ 595830 w 595830"/>
                <a:gd name="connsiteY2" fmla="*/ 99527 h 141709"/>
                <a:gd name="connsiteX3" fmla="*/ 131 w 595830"/>
                <a:gd name="connsiteY3" fmla="*/ 141709 h 141709"/>
                <a:gd name="connsiteX4" fmla="*/ 124 w 595830"/>
                <a:gd name="connsiteY4" fmla="*/ 24472 h 141709"/>
                <a:gd name="connsiteX0" fmla="*/ 124 w 597179"/>
                <a:gd name="connsiteY0" fmla="*/ 25207 h 142444"/>
                <a:gd name="connsiteX1" fmla="*/ 597179 w 597179"/>
                <a:gd name="connsiteY1" fmla="*/ 481 h 142444"/>
                <a:gd name="connsiteX2" fmla="*/ 595830 w 597179"/>
                <a:gd name="connsiteY2" fmla="*/ 100262 h 142444"/>
                <a:gd name="connsiteX3" fmla="*/ 131 w 597179"/>
                <a:gd name="connsiteY3" fmla="*/ 142444 h 142444"/>
                <a:gd name="connsiteX4" fmla="*/ 124 w 597179"/>
                <a:gd name="connsiteY4" fmla="*/ 25207 h 142444"/>
                <a:gd name="connsiteX0" fmla="*/ 124 w 595889"/>
                <a:gd name="connsiteY0" fmla="*/ 25842 h 143079"/>
                <a:gd name="connsiteX1" fmla="*/ 594477 w 595889"/>
                <a:gd name="connsiteY1" fmla="*/ 0 h 143079"/>
                <a:gd name="connsiteX2" fmla="*/ 595830 w 595889"/>
                <a:gd name="connsiteY2" fmla="*/ 100897 h 143079"/>
                <a:gd name="connsiteX3" fmla="*/ 131 w 595889"/>
                <a:gd name="connsiteY3" fmla="*/ 143079 h 143079"/>
                <a:gd name="connsiteX4" fmla="*/ 124 w 595889"/>
                <a:gd name="connsiteY4" fmla="*/ 25842 h 143079"/>
                <a:gd name="connsiteX0" fmla="*/ 124 w 595889"/>
                <a:gd name="connsiteY0" fmla="*/ 24713 h 141950"/>
                <a:gd name="connsiteX1" fmla="*/ 594477 w 595889"/>
                <a:gd name="connsiteY1" fmla="*/ 2221 h 141950"/>
                <a:gd name="connsiteX2" fmla="*/ 595830 w 595889"/>
                <a:gd name="connsiteY2" fmla="*/ 99768 h 141950"/>
                <a:gd name="connsiteX3" fmla="*/ 131 w 595889"/>
                <a:gd name="connsiteY3" fmla="*/ 141950 h 141950"/>
                <a:gd name="connsiteX4" fmla="*/ 124 w 595889"/>
                <a:gd name="connsiteY4" fmla="*/ 24713 h 141950"/>
                <a:gd name="connsiteX0" fmla="*/ 124 w 595959"/>
                <a:gd name="connsiteY0" fmla="*/ 24713 h 141950"/>
                <a:gd name="connsiteX1" fmla="*/ 595828 w 595959"/>
                <a:gd name="connsiteY1" fmla="*/ 2221 h 141950"/>
                <a:gd name="connsiteX2" fmla="*/ 595830 w 595959"/>
                <a:gd name="connsiteY2" fmla="*/ 99768 h 141950"/>
                <a:gd name="connsiteX3" fmla="*/ 131 w 595959"/>
                <a:gd name="connsiteY3" fmla="*/ 141950 h 141950"/>
                <a:gd name="connsiteX4" fmla="*/ 124 w 595959"/>
                <a:gd name="connsiteY4" fmla="*/ 24713 h 141950"/>
                <a:gd name="connsiteX0" fmla="*/ 124 w 595959"/>
                <a:gd name="connsiteY0" fmla="*/ 24925 h 142162"/>
                <a:gd name="connsiteX1" fmla="*/ 595828 w 595959"/>
                <a:gd name="connsiteY1" fmla="*/ 2433 h 142162"/>
                <a:gd name="connsiteX2" fmla="*/ 595830 w 595959"/>
                <a:gd name="connsiteY2" fmla="*/ 99980 h 142162"/>
                <a:gd name="connsiteX3" fmla="*/ 131 w 595959"/>
                <a:gd name="connsiteY3" fmla="*/ 142162 h 142162"/>
                <a:gd name="connsiteX4" fmla="*/ 124 w 595959"/>
                <a:gd name="connsiteY4" fmla="*/ 24925 h 142162"/>
                <a:gd name="connsiteX0" fmla="*/ 124 w 595959"/>
                <a:gd name="connsiteY0" fmla="*/ 22492 h 139729"/>
                <a:gd name="connsiteX1" fmla="*/ 595828 w 595959"/>
                <a:gd name="connsiteY1" fmla="*/ 0 h 139729"/>
                <a:gd name="connsiteX2" fmla="*/ 595830 w 595959"/>
                <a:gd name="connsiteY2" fmla="*/ 97547 h 139729"/>
                <a:gd name="connsiteX3" fmla="*/ 131 w 595959"/>
                <a:gd name="connsiteY3" fmla="*/ 139729 h 139729"/>
                <a:gd name="connsiteX4" fmla="*/ 124 w 595959"/>
                <a:gd name="connsiteY4" fmla="*/ 22492 h 139729"/>
                <a:gd name="connsiteX0" fmla="*/ 124 w 595959"/>
                <a:gd name="connsiteY0" fmla="*/ 25585 h 142822"/>
                <a:gd name="connsiteX1" fmla="*/ 595828 w 595959"/>
                <a:gd name="connsiteY1" fmla="*/ 3093 h 142822"/>
                <a:gd name="connsiteX2" fmla="*/ 595830 w 595959"/>
                <a:gd name="connsiteY2" fmla="*/ 100640 h 142822"/>
                <a:gd name="connsiteX3" fmla="*/ 131 w 595959"/>
                <a:gd name="connsiteY3" fmla="*/ 142822 h 142822"/>
                <a:gd name="connsiteX4" fmla="*/ 124 w 595959"/>
                <a:gd name="connsiteY4" fmla="*/ 25585 h 142822"/>
                <a:gd name="connsiteX0" fmla="*/ 124 w 595959"/>
                <a:gd name="connsiteY0" fmla="*/ 25585 h 142822"/>
                <a:gd name="connsiteX1" fmla="*/ 595828 w 595959"/>
                <a:gd name="connsiteY1" fmla="*/ 3093 h 142822"/>
                <a:gd name="connsiteX2" fmla="*/ 595830 w 595959"/>
                <a:gd name="connsiteY2" fmla="*/ 100640 h 142822"/>
                <a:gd name="connsiteX3" fmla="*/ 131 w 595959"/>
                <a:gd name="connsiteY3" fmla="*/ 142822 h 142822"/>
                <a:gd name="connsiteX4" fmla="*/ 124 w 595959"/>
                <a:gd name="connsiteY4" fmla="*/ 25585 h 142822"/>
                <a:gd name="connsiteX0" fmla="*/ 124 w 595959"/>
                <a:gd name="connsiteY0" fmla="*/ 26512 h 143749"/>
                <a:gd name="connsiteX1" fmla="*/ 595828 w 595959"/>
                <a:gd name="connsiteY1" fmla="*/ 4020 h 143749"/>
                <a:gd name="connsiteX2" fmla="*/ 595830 w 595959"/>
                <a:gd name="connsiteY2" fmla="*/ 101567 h 143749"/>
                <a:gd name="connsiteX3" fmla="*/ 131 w 595959"/>
                <a:gd name="connsiteY3" fmla="*/ 143749 h 143749"/>
                <a:gd name="connsiteX4" fmla="*/ 124 w 595959"/>
                <a:gd name="connsiteY4" fmla="*/ 26512 h 143749"/>
                <a:gd name="connsiteX0" fmla="*/ 124 w 595959"/>
                <a:gd name="connsiteY0" fmla="*/ 26512 h 143749"/>
                <a:gd name="connsiteX1" fmla="*/ 595828 w 595959"/>
                <a:gd name="connsiteY1" fmla="*/ 4020 h 143749"/>
                <a:gd name="connsiteX2" fmla="*/ 595830 w 595959"/>
                <a:gd name="connsiteY2" fmla="*/ 101567 h 143749"/>
                <a:gd name="connsiteX3" fmla="*/ 131 w 595959"/>
                <a:gd name="connsiteY3" fmla="*/ 143749 h 143749"/>
                <a:gd name="connsiteX4" fmla="*/ 124 w 595959"/>
                <a:gd name="connsiteY4" fmla="*/ 26512 h 143749"/>
                <a:gd name="connsiteX0" fmla="*/ 124 w 595959"/>
                <a:gd name="connsiteY0" fmla="*/ 28496 h 145733"/>
                <a:gd name="connsiteX1" fmla="*/ 595828 w 595959"/>
                <a:gd name="connsiteY1" fmla="*/ 6004 h 145733"/>
                <a:gd name="connsiteX2" fmla="*/ 595830 w 595959"/>
                <a:gd name="connsiteY2" fmla="*/ 103551 h 145733"/>
                <a:gd name="connsiteX3" fmla="*/ 131 w 595959"/>
                <a:gd name="connsiteY3" fmla="*/ 145733 h 145733"/>
                <a:gd name="connsiteX4" fmla="*/ 124 w 595959"/>
                <a:gd name="connsiteY4" fmla="*/ 28496 h 14573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856"/>
                <a:gd name="connsiteY0" fmla="*/ 41841 h 159078"/>
                <a:gd name="connsiteX1" fmla="*/ 591261 w 595856"/>
                <a:gd name="connsiteY1" fmla="*/ 0 h 159078"/>
                <a:gd name="connsiteX2" fmla="*/ 595830 w 595856"/>
                <a:gd name="connsiteY2" fmla="*/ 116896 h 159078"/>
                <a:gd name="connsiteX3" fmla="*/ 131 w 595856"/>
                <a:gd name="connsiteY3" fmla="*/ 159078 h 159078"/>
                <a:gd name="connsiteX4" fmla="*/ 124 w 595856"/>
                <a:gd name="connsiteY4" fmla="*/ 41841 h 159078"/>
                <a:gd name="connsiteX0" fmla="*/ 124 w 595959"/>
                <a:gd name="connsiteY0" fmla="*/ 41841 h 159078"/>
                <a:gd name="connsiteX1" fmla="*/ 595828 w 595959"/>
                <a:gd name="connsiteY1" fmla="*/ 0 h 159078"/>
                <a:gd name="connsiteX2" fmla="*/ 595830 w 595959"/>
                <a:gd name="connsiteY2" fmla="*/ 116896 h 159078"/>
                <a:gd name="connsiteX3" fmla="*/ 131 w 595959"/>
                <a:gd name="connsiteY3" fmla="*/ 159078 h 159078"/>
                <a:gd name="connsiteX4" fmla="*/ 124 w 595959"/>
                <a:gd name="connsiteY4" fmla="*/ 41841 h 159078"/>
                <a:gd name="connsiteX0" fmla="*/ 124 w 597349"/>
                <a:gd name="connsiteY0" fmla="*/ 42378 h 159615"/>
                <a:gd name="connsiteX1" fmla="*/ 597349 w 597349"/>
                <a:gd name="connsiteY1" fmla="*/ 0 h 159615"/>
                <a:gd name="connsiteX2" fmla="*/ 595830 w 597349"/>
                <a:gd name="connsiteY2" fmla="*/ 117433 h 159615"/>
                <a:gd name="connsiteX3" fmla="*/ 131 w 597349"/>
                <a:gd name="connsiteY3" fmla="*/ 159615 h 159615"/>
                <a:gd name="connsiteX4" fmla="*/ 124 w 597349"/>
                <a:gd name="connsiteY4" fmla="*/ 42378 h 159615"/>
                <a:gd name="connsiteX0" fmla="*/ 124 w 600443"/>
                <a:gd name="connsiteY0" fmla="*/ 42378 h 159615"/>
                <a:gd name="connsiteX1" fmla="*/ 597349 w 600443"/>
                <a:gd name="connsiteY1" fmla="*/ 0 h 159615"/>
                <a:gd name="connsiteX2" fmla="*/ 600408 w 600443"/>
                <a:gd name="connsiteY2" fmla="*/ 117433 h 159615"/>
                <a:gd name="connsiteX3" fmla="*/ 131 w 600443"/>
                <a:gd name="connsiteY3" fmla="*/ 159615 h 159615"/>
                <a:gd name="connsiteX4" fmla="*/ 124 w 600443"/>
                <a:gd name="connsiteY4" fmla="*/ 42378 h 159615"/>
                <a:gd name="connsiteX0" fmla="*/ 124 w 600537"/>
                <a:gd name="connsiteY0" fmla="*/ 42378 h 159615"/>
                <a:gd name="connsiteX1" fmla="*/ 600401 w 600537"/>
                <a:gd name="connsiteY1" fmla="*/ 0 h 159615"/>
                <a:gd name="connsiteX2" fmla="*/ 600408 w 600537"/>
                <a:gd name="connsiteY2" fmla="*/ 117433 h 159615"/>
                <a:gd name="connsiteX3" fmla="*/ 131 w 600537"/>
                <a:gd name="connsiteY3" fmla="*/ 159615 h 159615"/>
                <a:gd name="connsiteX4" fmla="*/ 124 w 600537"/>
                <a:gd name="connsiteY4" fmla="*/ 42378 h 159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0537" h="159615">
                  <a:moveTo>
                    <a:pt x="124" y="42378"/>
                  </a:moveTo>
                  <a:cubicBezTo>
                    <a:pt x="296414" y="-50243"/>
                    <a:pt x="418111" y="75773"/>
                    <a:pt x="600401" y="0"/>
                  </a:cubicBezTo>
                  <a:cubicBezTo>
                    <a:pt x="599951" y="33260"/>
                    <a:pt x="600858" y="84173"/>
                    <a:pt x="600408" y="117433"/>
                  </a:cubicBezTo>
                  <a:cubicBezTo>
                    <a:pt x="395490" y="192726"/>
                    <a:pt x="285331" y="62551"/>
                    <a:pt x="131" y="159615"/>
                  </a:cubicBezTo>
                  <a:cubicBezTo>
                    <a:pt x="-323" y="114566"/>
                    <a:pt x="578" y="87427"/>
                    <a:pt x="124" y="42378"/>
                  </a:cubicBezTo>
                  <a:close/>
                </a:path>
              </a:pathLst>
            </a:custGeom>
            <a:solidFill>
              <a:schemeClr val="accent2">
                <a:lumMod val="40000"/>
                <a:lumOff val="6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81" name="矩形 1174">
              <a:extLst>
                <a:ext uri="{FF2B5EF4-FFF2-40B4-BE49-F238E27FC236}">
                  <a16:creationId xmlns:a16="http://schemas.microsoft.com/office/drawing/2014/main" id="{D9127187-E6D7-6B0D-E296-07FDFDC9AEEB}"/>
                </a:ext>
              </a:extLst>
            </p:cNvPr>
            <p:cNvSpPr/>
            <p:nvPr/>
          </p:nvSpPr>
          <p:spPr>
            <a:xfrm rot="10800000">
              <a:off x="4342829" y="7041272"/>
              <a:ext cx="618707" cy="139508"/>
            </a:xfrm>
            <a:custGeom>
              <a:avLst/>
              <a:gdLst>
                <a:gd name="connsiteX0" fmla="*/ 0 w 595706"/>
                <a:gd name="connsiteY0" fmla="*/ 0 h 92965"/>
                <a:gd name="connsiteX1" fmla="*/ 595706 w 595706"/>
                <a:gd name="connsiteY1" fmla="*/ 0 h 92965"/>
                <a:gd name="connsiteX2" fmla="*/ 595706 w 595706"/>
                <a:gd name="connsiteY2" fmla="*/ 92965 h 92965"/>
                <a:gd name="connsiteX3" fmla="*/ 0 w 595706"/>
                <a:gd name="connsiteY3" fmla="*/ 92965 h 92965"/>
                <a:gd name="connsiteX4" fmla="*/ 0 w 595706"/>
                <a:gd name="connsiteY4" fmla="*/ 0 h 92965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131 w 595837"/>
                <a:gd name="connsiteY0" fmla="*/ 0 h 148754"/>
                <a:gd name="connsiteX1" fmla="*/ 595837 w 595837"/>
                <a:gd name="connsiteY1" fmla="*/ 0 h 148754"/>
                <a:gd name="connsiteX2" fmla="*/ 595837 w 595837"/>
                <a:gd name="connsiteY2" fmla="*/ 92965 h 148754"/>
                <a:gd name="connsiteX3" fmla="*/ 131 w 595837"/>
                <a:gd name="connsiteY3" fmla="*/ 148754 h 148754"/>
                <a:gd name="connsiteX4" fmla="*/ 131 w 595837"/>
                <a:gd name="connsiteY4" fmla="*/ 0 h 148754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56571"/>
                <a:gd name="connsiteX1" fmla="*/ 595837 w 595837"/>
                <a:gd name="connsiteY1" fmla="*/ 0 h 156571"/>
                <a:gd name="connsiteX2" fmla="*/ 594316 w 595837"/>
                <a:gd name="connsiteY2" fmla="*/ 141984 h 156571"/>
                <a:gd name="connsiteX3" fmla="*/ 131 w 595837"/>
                <a:gd name="connsiteY3" fmla="*/ 140590 h 156571"/>
                <a:gd name="connsiteX4" fmla="*/ 131 w 595837"/>
                <a:gd name="connsiteY4" fmla="*/ 0 h 156571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0 w 600949"/>
                <a:gd name="connsiteY0" fmla="*/ 0 h 271309"/>
                <a:gd name="connsiteX1" fmla="*/ 600949 w 600949"/>
                <a:gd name="connsiteY1" fmla="*/ 0 h 271309"/>
                <a:gd name="connsiteX2" fmla="*/ 599428 w 600949"/>
                <a:gd name="connsiteY2" fmla="*/ 141984 h 271309"/>
                <a:gd name="connsiteX3" fmla="*/ 3722 w 600949"/>
                <a:gd name="connsiteY3" fmla="*/ 271309 h 271309"/>
                <a:gd name="connsiteX4" fmla="*/ 0 w 600949"/>
                <a:gd name="connsiteY4" fmla="*/ 0 h 271309"/>
                <a:gd name="connsiteX0" fmla="*/ 0 w 599639"/>
                <a:gd name="connsiteY0" fmla="*/ 0 h 271309"/>
                <a:gd name="connsiteX1" fmla="*/ 599639 w 599639"/>
                <a:gd name="connsiteY1" fmla="*/ 0 h 271309"/>
                <a:gd name="connsiteX2" fmla="*/ 599428 w 599639"/>
                <a:gd name="connsiteY2" fmla="*/ 141984 h 271309"/>
                <a:gd name="connsiteX3" fmla="*/ 3722 w 599639"/>
                <a:gd name="connsiteY3" fmla="*/ 271309 h 271309"/>
                <a:gd name="connsiteX4" fmla="*/ 0 w 599639"/>
                <a:gd name="connsiteY4" fmla="*/ 0 h 271309"/>
                <a:gd name="connsiteX0" fmla="*/ 0 w 597018"/>
                <a:gd name="connsiteY0" fmla="*/ 0 h 271309"/>
                <a:gd name="connsiteX1" fmla="*/ 597018 w 597018"/>
                <a:gd name="connsiteY1" fmla="*/ 0 h 271309"/>
                <a:gd name="connsiteX2" fmla="*/ 596807 w 597018"/>
                <a:gd name="connsiteY2" fmla="*/ 141984 h 271309"/>
                <a:gd name="connsiteX3" fmla="*/ 1101 w 597018"/>
                <a:gd name="connsiteY3" fmla="*/ 271309 h 271309"/>
                <a:gd name="connsiteX4" fmla="*/ 0 w 597018"/>
                <a:gd name="connsiteY4" fmla="*/ 0 h 271309"/>
                <a:gd name="connsiteX0" fmla="*/ 0 w 596807"/>
                <a:gd name="connsiteY0" fmla="*/ 0 h 271309"/>
                <a:gd name="connsiteX1" fmla="*/ 591775 w 596807"/>
                <a:gd name="connsiteY1" fmla="*/ 0 h 271309"/>
                <a:gd name="connsiteX2" fmla="*/ 596807 w 596807"/>
                <a:gd name="connsiteY2" fmla="*/ 141984 h 271309"/>
                <a:gd name="connsiteX3" fmla="*/ 1101 w 596807"/>
                <a:gd name="connsiteY3" fmla="*/ 271309 h 271309"/>
                <a:gd name="connsiteX4" fmla="*/ 0 w 596807"/>
                <a:gd name="connsiteY4" fmla="*/ 0 h 271309"/>
                <a:gd name="connsiteX0" fmla="*/ 0 w 596807"/>
                <a:gd name="connsiteY0" fmla="*/ 0 h 271309"/>
                <a:gd name="connsiteX1" fmla="*/ 595708 w 596807"/>
                <a:gd name="connsiteY1" fmla="*/ 0 h 271309"/>
                <a:gd name="connsiteX2" fmla="*/ 596807 w 596807"/>
                <a:gd name="connsiteY2" fmla="*/ 141984 h 271309"/>
                <a:gd name="connsiteX3" fmla="*/ 1101 w 596807"/>
                <a:gd name="connsiteY3" fmla="*/ 271309 h 271309"/>
                <a:gd name="connsiteX4" fmla="*/ 0 w 596807"/>
                <a:gd name="connsiteY4" fmla="*/ 0 h 271309"/>
                <a:gd name="connsiteX0" fmla="*/ 0 w 595708"/>
                <a:gd name="connsiteY0" fmla="*/ 0 h 271309"/>
                <a:gd name="connsiteX1" fmla="*/ 595708 w 595708"/>
                <a:gd name="connsiteY1" fmla="*/ 0 h 271309"/>
                <a:gd name="connsiteX2" fmla="*/ 594186 w 595708"/>
                <a:gd name="connsiteY2" fmla="*/ 141985 h 271309"/>
                <a:gd name="connsiteX3" fmla="*/ 1101 w 595708"/>
                <a:gd name="connsiteY3" fmla="*/ 271309 h 271309"/>
                <a:gd name="connsiteX4" fmla="*/ 0 w 595708"/>
                <a:gd name="connsiteY4" fmla="*/ 0 h 271309"/>
                <a:gd name="connsiteX0" fmla="*/ 0 w 596439"/>
                <a:gd name="connsiteY0" fmla="*/ 109083 h 380392"/>
                <a:gd name="connsiteX1" fmla="*/ 595708 w 596439"/>
                <a:gd name="connsiteY1" fmla="*/ 109083 h 380392"/>
                <a:gd name="connsiteX2" fmla="*/ 594186 w 596439"/>
                <a:gd name="connsiteY2" fmla="*/ 251068 h 380392"/>
                <a:gd name="connsiteX3" fmla="*/ 1101 w 596439"/>
                <a:gd name="connsiteY3" fmla="*/ 380392 h 380392"/>
                <a:gd name="connsiteX4" fmla="*/ 0 w 596439"/>
                <a:gd name="connsiteY4" fmla="*/ 109083 h 380392"/>
                <a:gd name="connsiteX0" fmla="*/ 0 w 595708"/>
                <a:gd name="connsiteY0" fmla="*/ 0 h 271309"/>
                <a:gd name="connsiteX1" fmla="*/ 595708 w 595708"/>
                <a:gd name="connsiteY1" fmla="*/ 0 h 271309"/>
                <a:gd name="connsiteX2" fmla="*/ 594186 w 595708"/>
                <a:gd name="connsiteY2" fmla="*/ 141985 h 271309"/>
                <a:gd name="connsiteX3" fmla="*/ 1101 w 595708"/>
                <a:gd name="connsiteY3" fmla="*/ 271309 h 271309"/>
                <a:gd name="connsiteX4" fmla="*/ 0 w 595708"/>
                <a:gd name="connsiteY4" fmla="*/ 0 h 271309"/>
                <a:gd name="connsiteX0" fmla="*/ 0 w 596808"/>
                <a:gd name="connsiteY0" fmla="*/ 0 h 271309"/>
                <a:gd name="connsiteX1" fmla="*/ 595708 w 596808"/>
                <a:gd name="connsiteY1" fmla="*/ 0 h 271309"/>
                <a:gd name="connsiteX2" fmla="*/ 596808 w 596808"/>
                <a:gd name="connsiteY2" fmla="*/ 141985 h 271309"/>
                <a:gd name="connsiteX3" fmla="*/ 1101 w 596808"/>
                <a:gd name="connsiteY3" fmla="*/ 271309 h 271309"/>
                <a:gd name="connsiteX4" fmla="*/ 0 w 596808"/>
                <a:gd name="connsiteY4" fmla="*/ 0 h 271309"/>
                <a:gd name="connsiteX0" fmla="*/ 0 w 596808"/>
                <a:gd name="connsiteY0" fmla="*/ 0 h 271309"/>
                <a:gd name="connsiteX1" fmla="*/ 595708 w 596808"/>
                <a:gd name="connsiteY1" fmla="*/ 0 h 271309"/>
                <a:gd name="connsiteX2" fmla="*/ 596808 w 596808"/>
                <a:gd name="connsiteY2" fmla="*/ 141985 h 271309"/>
                <a:gd name="connsiteX3" fmla="*/ 1101 w 596808"/>
                <a:gd name="connsiteY3" fmla="*/ 271309 h 271309"/>
                <a:gd name="connsiteX4" fmla="*/ 0 w 596808"/>
                <a:gd name="connsiteY4" fmla="*/ 0 h 271309"/>
                <a:gd name="connsiteX0" fmla="*/ 0 w 596808"/>
                <a:gd name="connsiteY0" fmla="*/ 0 h 271309"/>
                <a:gd name="connsiteX1" fmla="*/ 595708 w 596808"/>
                <a:gd name="connsiteY1" fmla="*/ 0 h 271309"/>
                <a:gd name="connsiteX2" fmla="*/ 596808 w 596808"/>
                <a:gd name="connsiteY2" fmla="*/ 141985 h 271309"/>
                <a:gd name="connsiteX3" fmla="*/ 1101 w 596808"/>
                <a:gd name="connsiteY3" fmla="*/ 271309 h 271309"/>
                <a:gd name="connsiteX4" fmla="*/ 0 w 596808"/>
                <a:gd name="connsiteY4" fmla="*/ 0 h 271309"/>
                <a:gd name="connsiteX0" fmla="*/ 0 w 595708"/>
                <a:gd name="connsiteY0" fmla="*/ 0 h 271309"/>
                <a:gd name="connsiteX1" fmla="*/ 595708 w 595708"/>
                <a:gd name="connsiteY1" fmla="*/ 0 h 271309"/>
                <a:gd name="connsiteX2" fmla="*/ 594186 w 595708"/>
                <a:gd name="connsiteY2" fmla="*/ 141985 h 271309"/>
                <a:gd name="connsiteX3" fmla="*/ 1101 w 595708"/>
                <a:gd name="connsiteY3" fmla="*/ 271309 h 271309"/>
                <a:gd name="connsiteX4" fmla="*/ 0 w 595708"/>
                <a:gd name="connsiteY4" fmla="*/ 0 h 271309"/>
                <a:gd name="connsiteX0" fmla="*/ 0 w 595708"/>
                <a:gd name="connsiteY0" fmla="*/ 0 h 271309"/>
                <a:gd name="connsiteX1" fmla="*/ 595708 w 595708"/>
                <a:gd name="connsiteY1" fmla="*/ 0 h 271309"/>
                <a:gd name="connsiteX2" fmla="*/ 594186 w 595708"/>
                <a:gd name="connsiteY2" fmla="*/ 141985 h 271309"/>
                <a:gd name="connsiteX3" fmla="*/ 1101 w 595708"/>
                <a:gd name="connsiteY3" fmla="*/ 271309 h 271309"/>
                <a:gd name="connsiteX4" fmla="*/ 0 w 595708"/>
                <a:gd name="connsiteY4" fmla="*/ 0 h 271309"/>
                <a:gd name="connsiteX0" fmla="*/ 0 w 595936"/>
                <a:gd name="connsiteY0" fmla="*/ 0 h 271309"/>
                <a:gd name="connsiteX1" fmla="*/ 595708 w 595936"/>
                <a:gd name="connsiteY1" fmla="*/ 0 h 271309"/>
                <a:gd name="connsiteX2" fmla="*/ 594186 w 595936"/>
                <a:gd name="connsiteY2" fmla="*/ 141985 h 271309"/>
                <a:gd name="connsiteX3" fmla="*/ 1101 w 595936"/>
                <a:gd name="connsiteY3" fmla="*/ 271309 h 271309"/>
                <a:gd name="connsiteX4" fmla="*/ 0 w 595936"/>
                <a:gd name="connsiteY4" fmla="*/ 0 h 271309"/>
                <a:gd name="connsiteX0" fmla="*/ 319 w 596255"/>
                <a:gd name="connsiteY0" fmla="*/ 0 h 271309"/>
                <a:gd name="connsiteX1" fmla="*/ 596027 w 596255"/>
                <a:gd name="connsiteY1" fmla="*/ 0 h 271309"/>
                <a:gd name="connsiteX2" fmla="*/ 594505 w 596255"/>
                <a:gd name="connsiteY2" fmla="*/ 141985 h 271309"/>
                <a:gd name="connsiteX3" fmla="*/ 110 w 596255"/>
                <a:gd name="connsiteY3" fmla="*/ 271309 h 271309"/>
                <a:gd name="connsiteX4" fmla="*/ 319 w 596255"/>
                <a:gd name="connsiteY4" fmla="*/ 0 h 271309"/>
                <a:gd name="connsiteX0" fmla="*/ 0 w 595936"/>
                <a:gd name="connsiteY0" fmla="*/ 0 h 271309"/>
                <a:gd name="connsiteX1" fmla="*/ 595708 w 595936"/>
                <a:gd name="connsiteY1" fmla="*/ 0 h 271309"/>
                <a:gd name="connsiteX2" fmla="*/ 594186 w 595936"/>
                <a:gd name="connsiteY2" fmla="*/ 141985 h 271309"/>
                <a:gd name="connsiteX3" fmla="*/ 1101 w 595936"/>
                <a:gd name="connsiteY3" fmla="*/ 271309 h 271309"/>
                <a:gd name="connsiteX4" fmla="*/ 0 w 595936"/>
                <a:gd name="connsiteY4" fmla="*/ 0 h 271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5936" h="271309">
                  <a:moveTo>
                    <a:pt x="0" y="0"/>
                  </a:moveTo>
                  <a:lnTo>
                    <a:pt x="595708" y="0"/>
                  </a:lnTo>
                  <a:cubicBezTo>
                    <a:pt x="595708" y="30988"/>
                    <a:pt x="596806" y="39550"/>
                    <a:pt x="594186" y="141985"/>
                  </a:cubicBezTo>
                  <a:cubicBezTo>
                    <a:pt x="404809" y="352086"/>
                    <a:pt x="341643" y="22672"/>
                    <a:pt x="1101" y="271309"/>
                  </a:cubicBezTo>
                  <a:cubicBezTo>
                    <a:pt x="647" y="226260"/>
                    <a:pt x="454" y="45049"/>
                    <a:pt x="0" y="0"/>
                  </a:cubicBez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782" name="组合 781">
              <a:extLst>
                <a:ext uri="{FF2B5EF4-FFF2-40B4-BE49-F238E27FC236}">
                  <a16:creationId xmlns:a16="http://schemas.microsoft.com/office/drawing/2014/main" id="{D38EC138-2537-F5DC-0A4F-9F8C6DD6F025}"/>
                </a:ext>
              </a:extLst>
            </p:cNvPr>
            <p:cNvGrpSpPr/>
            <p:nvPr/>
          </p:nvGrpSpPr>
          <p:grpSpPr>
            <a:xfrm>
              <a:off x="4341455" y="6517035"/>
              <a:ext cx="621640" cy="663817"/>
              <a:chOff x="3656357" y="6507685"/>
              <a:chExt cx="621640" cy="663817"/>
            </a:xfrm>
          </p:grpSpPr>
          <p:sp>
            <p:nvSpPr>
              <p:cNvPr id="783" name="矩形 782">
                <a:extLst>
                  <a:ext uri="{FF2B5EF4-FFF2-40B4-BE49-F238E27FC236}">
                    <a16:creationId xmlns:a16="http://schemas.microsoft.com/office/drawing/2014/main" id="{EB429CE9-292E-F1F0-2502-A88751E4AB1A}"/>
                  </a:ext>
                </a:extLst>
              </p:cNvPr>
              <p:cNvSpPr/>
              <p:nvPr/>
            </p:nvSpPr>
            <p:spPr>
              <a:xfrm>
                <a:off x="3656465" y="6640950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84" name="矩形 783">
                <a:extLst>
                  <a:ext uri="{FF2B5EF4-FFF2-40B4-BE49-F238E27FC236}">
                    <a16:creationId xmlns:a16="http://schemas.microsoft.com/office/drawing/2014/main" id="{C0A68D6D-529C-662D-00C5-2B53978E7C3F}"/>
                  </a:ext>
                </a:extLst>
              </p:cNvPr>
              <p:cNvSpPr/>
              <p:nvPr/>
            </p:nvSpPr>
            <p:spPr>
              <a:xfrm>
                <a:off x="3811875" y="6640950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85" name="矩形 784">
                <a:extLst>
                  <a:ext uri="{FF2B5EF4-FFF2-40B4-BE49-F238E27FC236}">
                    <a16:creationId xmlns:a16="http://schemas.microsoft.com/office/drawing/2014/main" id="{AFA37F32-D643-A3B4-F6E1-207194292102}"/>
                  </a:ext>
                </a:extLst>
              </p:cNvPr>
              <p:cNvSpPr/>
              <p:nvPr/>
            </p:nvSpPr>
            <p:spPr>
              <a:xfrm>
                <a:off x="3967285" y="6640950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86" name="矩形 785">
                <a:extLst>
                  <a:ext uri="{FF2B5EF4-FFF2-40B4-BE49-F238E27FC236}">
                    <a16:creationId xmlns:a16="http://schemas.microsoft.com/office/drawing/2014/main" id="{8D3D0C5C-B5DB-FE4E-A444-73DC1C31A4F0}"/>
                  </a:ext>
                </a:extLst>
              </p:cNvPr>
              <p:cNvSpPr/>
              <p:nvPr/>
            </p:nvSpPr>
            <p:spPr>
              <a:xfrm>
                <a:off x="4122695" y="6640950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87" name="矩形 786">
                <a:extLst>
                  <a:ext uri="{FF2B5EF4-FFF2-40B4-BE49-F238E27FC236}">
                    <a16:creationId xmlns:a16="http://schemas.microsoft.com/office/drawing/2014/main" id="{F6E9DE8F-0525-2639-32F9-74AC7885416F}"/>
                  </a:ext>
                </a:extLst>
              </p:cNvPr>
              <p:cNvSpPr/>
              <p:nvPr/>
            </p:nvSpPr>
            <p:spPr>
              <a:xfrm>
                <a:off x="3656465" y="6773574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88" name="矩形 787">
                <a:extLst>
                  <a:ext uri="{FF2B5EF4-FFF2-40B4-BE49-F238E27FC236}">
                    <a16:creationId xmlns:a16="http://schemas.microsoft.com/office/drawing/2014/main" id="{BDD97986-D6E6-AB67-0C22-F2D771BCA675}"/>
                  </a:ext>
                </a:extLst>
              </p:cNvPr>
              <p:cNvSpPr/>
              <p:nvPr/>
            </p:nvSpPr>
            <p:spPr>
              <a:xfrm>
                <a:off x="3811875" y="6773574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89" name="矩形 788">
                <a:extLst>
                  <a:ext uri="{FF2B5EF4-FFF2-40B4-BE49-F238E27FC236}">
                    <a16:creationId xmlns:a16="http://schemas.microsoft.com/office/drawing/2014/main" id="{C0FBDF0B-8ECB-3BAF-1C7D-47955022CF90}"/>
                  </a:ext>
                </a:extLst>
              </p:cNvPr>
              <p:cNvSpPr/>
              <p:nvPr/>
            </p:nvSpPr>
            <p:spPr>
              <a:xfrm>
                <a:off x="3967285" y="6773574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90" name="矩形 789">
                <a:extLst>
                  <a:ext uri="{FF2B5EF4-FFF2-40B4-BE49-F238E27FC236}">
                    <a16:creationId xmlns:a16="http://schemas.microsoft.com/office/drawing/2014/main" id="{ACBBAB36-EA99-FE9B-6566-BF04EDFA5DFB}"/>
                  </a:ext>
                </a:extLst>
              </p:cNvPr>
              <p:cNvSpPr/>
              <p:nvPr/>
            </p:nvSpPr>
            <p:spPr>
              <a:xfrm>
                <a:off x="4122695" y="6773574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91" name="矩形 790">
                <a:extLst>
                  <a:ext uri="{FF2B5EF4-FFF2-40B4-BE49-F238E27FC236}">
                    <a16:creationId xmlns:a16="http://schemas.microsoft.com/office/drawing/2014/main" id="{F24F102E-A089-C00D-C2F3-B476A48CE0FC}"/>
                  </a:ext>
                </a:extLst>
              </p:cNvPr>
              <p:cNvSpPr/>
              <p:nvPr/>
            </p:nvSpPr>
            <p:spPr>
              <a:xfrm>
                <a:off x="3656357" y="690625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92" name="矩形 791">
                <a:extLst>
                  <a:ext uri="{FF2B5EF4-FFF2-40B4-BE49-F238E27FC236}">
                    <a16:creationId xmlns:a16="http://schemas.microsoft.com/office/drawing/2014/main" id="{4CD2B1A6-FF65-C5CB-9EBA-C49F50F866A9}"/>
                  </a:ext>
                </a:extLst>
              </p:cNvPr>
              <p:cNvSpPr/>
              <p:nvPr/>
            </p:nvSpPr>
            <p:spPr>
              <a:xfrm>
                <a:off x="3811767" y="690625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93" name="矩形 792">
                <a:extLst>
                  <a:ext uri="{FF2B5EF4-FFF2-40B4-BE49-F238E27FC236}">
                    <a16:creationId xmlns:a16="http://schemas.microsoft.com/office/drawing/2014/main" id="{2913C4CE-DF64-55FF-FFDC-FA2CEF374694}"/>
                  </a:ext>
                </a:extLst>
              </p:cNvPr>
              <p:cNvSpPr/>
              <p:nvPr/>
            </p:nvSpPr>
            <p:spPr>
              <a:xfrm>
                <a:off x="3967177" y="690625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94" name="矩形 793">
                <a:extLst>
                  <a:ext uri="{FF2B5EF4-FFF2-40B4-BE49-F238E27FC236}">
                    <a16:creationId xmlns:a16="http://schemas.microsoft.com/office/drawing/2014/main" id="{DEE8AA3D-2347-B240-A0EA-8FDF55A28393}"/>
                  </a:ext>
                </a:extLst>
              </p:cNvPr>
              <p:cNvSpPr/>
              <p:nvPr/>
            </p:nvSpPr>
            <p:spPr>
              <a:xfrm>
                <a:off x="4122587" y="690625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95" name="矩形 794">
                <a:extLst>
                  <a:ext uri="{FF2B5EF4-FFF2-40B4-BE49-F238E27FC236}">
                    <a16:creationId xmlns:a16="http://schemas.microsoft.com/office/drawing/2014/main" id="{1BF5D4DB-8C5F-4410-B86C-0B155078CF4E}"/>
                  </a:ext>
                </a:extLst>
              </p:cNvPr>
              <p:cNvSpPr/>
              <p:nvPr/>
            </p:nvSpPr>
            <p:spPr>
              <a:xfrm>
                <a:off x="3656357" y="7038879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96" name="矩形 795">
                <a:extLst>
                  <a:ext uri="{FF2B5EF4-FFF2-40B4-BE49-F238E27FC236}">
                    <a16:creationId xmlns:a16="http://schemas.microsoft.com/office/drawing/2014/main" id="{C9C9A8F8-3D2E-F654-F91F-D96F42C3BAC0}"/>
                  </a:ext>
                </a:extLst>
              </p:cNvPr>
              <p:cNvSpPr/>
              <p:nvPr/>
            </p:nvSpPr>
            <p:spPr>
              <a:xfrm>
                <a:off x="3811767" y="7038879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97" name="矩形 796">
                <a:extLst>
                  <a:ext uri="{FF2B5EF4-FFF2-40B4-BE49-F238E27FC236}">
                    <a16:creationId xmlns:a16="http://schemas.microsoft.com/office/drawing/2014/main" id="{1C11802B-E28D-50DF-2301-86AC965A5499}"/>
                  </a:ext>
                </a:extLst>
              </p:cNvPr>
              <p:cNvSpPr/>
              <p:nvPr/>
            </p:nvSpPr>
            <p:spPr>
              <a:xfrm>
                <a:off x="3967177" y="7038879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98" name="矩形 797">
                <a:extLst>
                  <a:ext uri="{FF2B5EF4-FFF2-40B4-BE49-F238E27FC236}">
                    <a16:creationId xmlns:a16="http://schemas.microsoft.com/office/drawing/2014/main" id="{934504A8-09BF-FB07-8E96-10CB13E999CD}"/>
                  </a:ext>
                </a:extLst>
              </p:cNvPr>
              <p:cNvSpPr/>
              <p:nvPr/>
            </p:nvSpPr>
            <p:spPr>
              <a:xfrm>
                <a:off x="4122587" y="7038879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99" name="矩形 798">
                <a:extLst>
                  <a:ext uri="{FF2B5EF4-FFF2-40B4-BE49-F238E27FC236}">
                    <a16:creationId xmlns:a16="http://schemas.microsoft.com/office/drawing/2014/main" id="{30A3AB1B-EF22-F0C3-3167-5BB1D629BD25}"/>
                  </a:ext>
                </a:extLst>
              </p:cNvPr>
              <p:cNvSpPr/>
              <p:nvPr/>
            </p:nvSpPr>
            <p:spPr>
              <a:xfrm>
                <a:off x="3656357" y="650768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00" name="矩形 799">
                <a:extLst>
                  <a:ext uri="{FF2B5EF4-FFF2-40B4-BE49-F238E27FC236}">
                    <a16:creationId xmlns:a16="http://schemas.microsoft.com/office/drawing/2014/main" id="{C0234835-ED42-BF2D-5C66-3B960BEC1213}"/>
                  </a:ext>
                </a:extLst>
              </p:cNvPr>
              <p:cNvSpPr/>
              <p:nvPr/>
            </p:nvSpPr>
            <p:spPr>
              <a:xfrm>
                <a:off x="3811767" y="650768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01" name="矩形 800">
                <a:extLst>
                  <a:ext uri="{FF2B5EF4-FFF2-40B4-BE49-F238E27FC236}">
                    <a16:creationId xmlns:a16="http://schemas.microsoft.com/office/drawing/2014/main" id="{BBE62DFD-E8C5-38F9-36BF-E9B11ABA6791}"/>
                  </a:ext>
                </a:extLst>
              </p:cNvPr>
              <p:cNvSpPr/>
              <p:nvPr/>
            </p:nvSpPr>
            <p:spPr>
              <a:xfrm>
                <a:off x="3967177" y="650768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02" name="矩形 801">
                <a:extLst>
                  <a:ext uri="{FF2B5EF4-FFF2-40B4-BE49-F238E27FC236}">
                    <a16:creationId xmlns:a16="http://schemas.microsoft.com/office/drawing/2014/main" id="{B58F8841-7D44-73DF-AF2E-BC57C9047482}"/>
                  </a:ext>
                </a:extLst>
              </p:cNvPr>
              <p:cNvSpPr/>
              <p:nvPr/>
            </p:nvSpPr>
            <p:spPr>
              <a:xfrm>
                <a:off x="4122587" y="650768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803" name="矩形 802">
            <a:extLst>
              <a:ext uri="{FF2B5EF4-FFF2-40B4-BE49-F238E27FC236}">
                <a16:creationId xmlns:a16="http://schemas.microsoft.com/office/drawing/2014/main" id="{075A3318-354F-DA33-C028-13ADC7B714B2}"/>
              </a:ext>
            </a:extLst>
          </p:cNvPr>
          <p:cNvSpPr/>
          <p:nvPr/>
        </p:nvSpPr>
        <p:spPr>
          <a:xfrm>
            <a:off x="282280" y="5640460"/>
            <a:ext cx="11668471" cy="115353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04" name="流程图: 接点 990">
            <a:extLst>
              <a:ext uri="{FF2B5EF4-FFF2-40B4-BE49-F238E27FC236}">
                <a16:creationId xmlns:a16="http://schemas.microsoft.com/office/drawing/2014/main" id="{3FC2DCDA-152E-056B-3072-E3209A617A37}"/>
              </a:ext>
            </a:extLst>
          </p:cNvPr>
          <p:cNvSpPr/>
          <p:nvPr/>
        </p:nvSpPr>
        <p:spPr>
          <a:xfrm>
            <a:off x="8019945" y="1891507"/>
            <a:ext cx="324675" cy="322149"/>
          </a:xfrm>
          <a:prstGeom prst="flowChartConnector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zh-CN" altLang="en-US" sz="1600" dirty="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05" name="流程图: 接点 701">
            <a:extLst>
              <a:ext uri="{FF2B5EF4-FFF2-40B4-BE49-F238E27FC236}">
                <a16:creationId xmlns:a16="http://schemas.microsoft.com/office/drawing/2014/main" id="{5D6E74E0-5772-FEEC-C261-A8EF10FB996F}"/>
              </a:ext>
            </a:extLst>
          </p:cNvPr>
          <p:cNvSpPr/>
          <p:nvPr/>
        </p:nvSpPr>
        <p:spPr>
          <a:xfrm>
            <a:off x="8018398" y="1499308"/>
            <a:ext cx="324675" cy="322149"/>
          </a:xfrm>
          <a:prstGeom prst="flowChartConnector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endParaRPr lang="zh-CN" altLang="en-US" sz="1600" dirty="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806" name="组合 805">
            <a:extLst>
              <a:ext uri="{FF2B5EF4-FFF2-40B4-BE49-F238E27FC236}">
                <a16:creationId xmlns:a16="http://schemas.microsoft.com/office/drawing/2014/main" id="{D3F52E64-5C67-03EB-6397-CD2EF0127941}"/>
              </a:ext>
            </a:extLst>
          </p:cNvPr>
          <p:cNvGrpSpPr/>
          <p:nvPr/>
        </p:nvGrpSpPr>
        <p:grpSpPr>
          <a:xfrm>
            <a:off x="7487528" y="1560467"/>
            <a:ext cx="403556" cy="176292"/>
            <a:chOff x="6766867" y="9932442"/>
            <a:chExt cx="304958" cy="133117"/>
          </a:xfrm>
        </p:grpSpPr>
        <p:sp>
          <p:nvSpPr>
            <p:cNvPr id="807" name="矩形 806">
              <a:extLst>
                <a:ext uri="{FF2B5EF4-FFF2-40B4-BE49-F238E27FC236}">
                  <a16:creationId xmlns:a16="http://schemas.microsoft.com/office/drawing/2014/main" id="{F35C7B11-9382-1E18-1DF8-793F2702C2D5}"/>
                </a:ext>
              </a:extLst>
            </p:cNvPr>
            <p:cNvSpPr/>
            <p:nvPr/>
          </p:nvSpPr>
          <p:spPr>
            <a:xfrm>
              <a:off x="6766867" y="9932442"/>
              <a:ext cx="151932" cy="133117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08" name="矩形 807">
              <a:extLst>
                <a:ext uri="{FF2B5EF4-FFF2-40B4-BE49-F238E27FC236}">
                  <a16:creationId xmlns:a16="http://schemas.microsoft.com/office/drawing/2014/main" id="{F294716C-A700-3195-9754-D60D0040524E}"/>
                </a:ext>
              </a:extLst>
            </p:cNvPr>
            <p:cNvSpPr/>
            <p:nvPr/>
          </p:nvSpPr>
          <p:spPr>
            <a:xfrm>
              <a:off x="6919893" y="9932442"/>
              <a:ext cx="151932" cy="133117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809" name="组合 808">
            <a:extLst>
              <a:ext uri="{FF2B5EF4-FFF2-40B4-BE49-F238E27FC236}">
                <a16:creationId xmlns:a16="http://schemas.microsoft.com/office/drawing/2014/main" id="{6797E18A-F9DC-E0C2-C212-3D80AE459CFB}"/>
              </a:ext>
            </a:extLst>
          </p:cNvPr>
          <p:cNvGrpSpPr/>
          <p:nvPr/>
        </p:nvGrpSpPr>
        <p:grpSpPr>
          <a:xfrm>
            <a:off x="7488224" y="1950548"/>
            <a:ext cx="403556" cy="176292"/>
            <a:chOff x="6766867" y="9932442"/>
            <a:chExt cx="304958" cy="133117"/>
          </a:xfrm>
        </p:grpSpPr>
        <p:sp>
          <p:nvSpPr>
            <p:cNvPr id="810" name="矩形 809">
              <a:extLst>
                <a:ext uri="{FF2B5EF4-FFF2-40B4-BE49-F238E27FC236}">
                  <a16:creationId xmlns:a16="http://schemas.microsoft.com/office/drawing/2014/main" id="{0224356E-1258-491F-4641-F0E802ED335C}"/>
                </a:ext>
              </a:extLst>
            </p:cNvPr>
            <p:cNvSpPr/>
            <p:nvPr/>
          </p:nvSpPr>
          <p:spPr>
            <a:xfrm>
              <a:off x="6766867" y="9932442"/>
              <a:ext cx="151932" cy="133117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11" name="矩形 810">
              <a:extLst>
                <a:ext uri="{FF2B5EF4-FFF2-40B4-BE49-F238E27FC236}">
                  <a16:creationId xmlns:a16="http://schemas.microsoft.com/office/drawing/2014/main" id="{965BD9BA-8128-CD4D-1753-F774A69EED3C}"/>
                </a:ext>
              </a:extLst>
            </p:cNvPr>
            <p:cNvSpPr/>
            <p:nvPr/>
          </p:nvSpPr>
          <p:spPr>
            <a:xfrm>
              <a:off x="6919893" y="9932442"/>
              <a:ext cx="151932" cy="133117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812" name="流程图: 接点 992">
            <a:extLst>
              <a:ext uri="{FF2B5EF4-FFF2-40B4-BE49-F238E27FC236}">
                <a16:creationId xmlns:a16="http://schemas.microsoft.com/office/drawing/2014/main" id="{37C6F3F4-F5B4-2EFF-C533-4C86BAB735EF}"/>
              </a:ext>
            </a:extLst>
          </p:cNvPr>
          <p:cNvSpPr/>
          <p:nvPr/>
        </p:nvSpPr>
        <p:spPr>
          <a:xfrm>
            <a:off x="8022793" y="4324639"/>
            <a:ext cx="324675" cy="322149"/>
          </a:xfrm>
          <a:prstGeom prst="flowChartConnector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lang="zh-CN" altLang="en-US" sz="1600" dirty="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13" name="流程图: 接点 993">
            <a:extLst>
              <a:ext uri="{FF2B5EF4-FFF2-40B4-BE49-F238E27FC236}">
                <a16:creationId xmlns:a16="http://schemas.microsoft.com/office/drawing/2014/main" id="{48249C27-3339-CC54-8F0C-E2130D87C998}"/>
              </a:ext>
            </a:extLst>
          </p:cNvPr>
          <p:cNvSpPr/>
          <p:nvPr/>
        </p:nvSpPr>
        <p:spPr>
          <a:xfrm>
            <a:off x="8022793" y="3925867"/>
            <a:ext cx="324675" cy="322149"/>
          </a:xfrm>
          <a:prstGeom prst="flowChartConnector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zh-CN" altLang="en-US" sz="1600" dirty="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814" name="组合 813">
            <a:extLst>
              <a:ext uri="{FF2B5EF4-FFF2-40B4-BE49-F238E27FC236}">
                <a16:creationId xmlns:a16="http://schemas.microsoft.com/office/drawing/2014/main" id="{89FE4D4C-7F33-0E0F-2656-3FF557E6DF7D}"/>
              </a:ext>
            </a:extLst>
          </p:cNvPr>
          <p:cNvGrpSpPr/>
          <p:nvPr/>
        </p:nvGrpSpPr>
        <p:grpSpPr>
          <a:xfrm>
            <a:off x="7471417" y="4033995"/>
            <a:ext cx="403556" cy="176292"/>
            <a:chOff x="6766867" y="9932442"/>
            <a:chExt cx="304958" cy="133117"/>
          </a:xfrm>
        </p:grpSpPr>
        <p:sp>
          <p:nvSpPr>
            <p:cNvPr id="815" name="矩形 814">
              <a:extLst>
                <a:ext uri="{FF2B5EF4-FFF2-40B4-BE49-F238E27FC236}">
                  <a16:creationId xmlns:a16="http://schemas.microsoft.com/office/drawing/2014/main" id="{B4501995-39F9-77DD-9502-668EE2F5C93B}"/>
                </a:ext>
              </a:extLst>
            </p:cNvPr>
            <p:cNvSpPr/>
            <p:nvPr/>
          </p:nvSpPr>
          <p:spPr>
            <a:xfrm>
              <a:off x="6766867" y="9932442"/>
              <a:ext cx="151932" cy="133117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16" name="矩形 815">
              <a:extLst>
                <a:ext uri="{FF2B5EF4-FFF2-40B4-BE49-F238E27FC236}">
                  <a16:creationId xmlns:a16="http://schemas.microsoft.com/office/drawing/2014/main" id="{C738596A-FC06-B72A-F40E-3DBAED91059B}"/>
                </a:ext>
              </a:extLst>
            </p:cNvPr>
            <p:cNvSpPr/>
            <p:nvPr/>
          </p:nvSpPr>
          <p:spPr>
            <a:xfrm>
              <a:off x="6919893" y="9932442"/>
              <a:ext cx="151932" cy="133117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817" name="组合 816">
            <a:extLst>
              <a:ext uri="{FF2B5EF4-FFF2-40B4-BE49-F238E27FC236}">
                <a16:creationId xmlns:a16="http://schemas.microsoft.com/office/drawing/2014/main" id="{BFD65A69-0C65-0717-F076-38195550CA69}"/>
              </a:ext>
            </a:extLst>
          </p:cNvPr>
          <p:cNvGrpSpPr/>
          <p:nvPr/>
        </p:nvGrpSpPr>
        <p:grpSpPr>
          <a:xfrm>
            <a:off x="7472113" y="4424075"/>
            <a:ext cx="403556" cy="176292"/>
            <a:chOff x="6766867" y="9932442"/>
            <a:chExt cx="304958" cy="133117"/>
          </a:xfrm>
        </p:grpSpPr>
        <p:sp>
          <p:nvSpPr>
            <p:cNvPr id="818" name="矩形 817">
              <a:extLst>
                <a:ext uri="{FF2B5EF4-FFF2-40B4-BE49-F238E27FC236}">
                  <a16:creationId xmlns:a16="http://schemas.microsoft.com/office/drawing/2014/main" id="{7430B3A7-46FD-1B26-467E-132260810F82}"/>
                </a:ext>
              </a:extLst>
            </p:cNvPr>
            <p:cNvSpPr/>
            <p:nvPr/>
          </p:nvSpPr>
          <p:spPr>
            <a:xfrm>
              <a:off x="6766867" y="9932442"/>
              <a:ext cx="151932" cy="133117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19" name="矩形 818">
              <a:extLst>
                <a:ext uri="{FF2B5EF4-FFF2-40B4-BE49-F238E27FC236}">
                  <a16:creationId xmlns:a16="http://schemas.microsoft.com/office/drawing/2014/main" id="{1DC9F95A-5CF1-4861-3EAF-065BFA0D4CE3}"/>
                </a:ext>
              </a:extLst>
            </p:cNvPr>
            <p:cNvSpPr/>
            <p:nvPr/>
          </p:nvSpPr>
          <p:spPr>
            <a:xfrm>
              <a:off x="6919893" y="9932442"/>
              <a:ext cx="151932" cy="133117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50" name="直接箭头连接符 49">
            <a:extLst>
              <a:ext uri="{FF2B5EF4-FFF2-40B4-BE49-F238E27FC236}">
                <a16:creationId xmlns:a16="http://schemas.microsoft.com/office/drawing/2014/main" id="{DB1D1779-88EF-C335-35EB-9BD6DE22A537}"/>
              </a:ext>
            </a:extLst>
          </p:cNvPr>
          <p:cNvCxnSpPr>
            <a:cxnSpLocks/>
          </p:cNvCxnSpPr>
          <p:nvPr/>
        </p:nvCxnSpPr>
        <p:spPr>
          <a:xfrm flipH="1">
            <a:off x="7935765" y="2274889"/>
            <a:ext cx="13118" cy="4195115"/>
          </a:xfrm>
          <a:prstGeom prst="straightConnector1">
            <a:avLst/>
          </a:prstGeom>
          <a:ln w="57150" cap="rnd">
            <a:solidFill>
              <a:schemeClr val="accent1"/>
            </a:solidFill>
            <a:round/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1" name="文本框 50">
            <a:extLst>
              <a:ext uri="{FF2B5EF4-FFF2-40B4-BE49-F238E27FC236}">
                <a16:creationId xmlns:a16="http://schemas.microsoft.com/office/drawing/2014/main" id="{224BBBB2-81EE-8869-6B6D-EE3579489E1D}"/>
              </a:ext>
            </a:extLst>
          </p:cNvPr>
          <p:cNvSpPr txBox="1"/>
          <p:nvPr/>
        </p:nvSpPr>
        <p:spPr>
          <a:xfrm>
            <a:off x="6190255" y="5713448"/>
            <a:ext cx="1798887" cy="707886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b="1" i="0" dirty="0">
                <a:solidFill>
                  <a:schemeClr val="accent2"/>
                </a:solidFill>
                <a:cs typeface="Arial" panose="020B0604020202020204" pitchFamily="34" charset="0"/>
              </a:rPr>
              <a:t>Intermediate</a:t>
            </a:r>
            <a:r>
              <a:rPr lang="zh-CN" altLang="en-US" sz="2000" b="1" dirty="0">
                <a:solidFill>
                  <a:schemeClr val="accent2"/>
                </a:solidFill>
                <a:cs typeface="Arial" panose="020B0604020202020204" pitchFamily="34" charset="0"/>
              </a:rPr>
              <a:t> </a:t>
            </a:r>
            <a:r>
              <a:rPr lang="en-US" altLang="zh-CN" sz="2000" b="1" dirty="0">
                <a:solidFill>
                  <a:schemeClr val="accent2"/>
                </a:solidFill>
                <a:cs typeface="Arial" panose="020B0604020202020204" pitchFamily="34" charset="0"/>
              </a:rPr>
              <a:t>Data</a:t>
            </a:r>
            <a:endParaRPr lang="zh-CN" altLang="en-US" sz="2000" b="1" dirty="0">
              <a:solidFill>
                <a:schemeClr val="accent2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70203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288000" y="0"/>
            <a:ext cx="11164860" cy="141763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badi" panose="020B0604020202020204" pitchFamily="34" charset="0"/>
                <a:sym typeface="+mn-ea"/>
              </a:rPr>
              <a:t>Multi-GPU GNN Systems with Data Parallelism</a:t>
            </a:r>
            <a:endParaRPr lang="en-US" altLang="zh-CN" sz="3600" dirty="0">
              <a:latin typeface="Century Gothic" panose="020B050202020202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5" name="Rectangle 10"/>
          <p:cNvSpPr/>
          <p:nvPr/>
        </p:nvSpPr>
        <p:spPr>
          <a:xfrm>
            <a:off x="0" y="420787"/>
            <a:ext cx="288000" cy="57606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709CA35-E3F2-8BFB-A5B2-4DB572AEBBDF}"/>
              </a:ext>
            </a:extLst>
          </p:cNvPr>
          <p:cNvSpPr txBox="1"/>
          <p:nvPr/>
        </p:nvSpPr>
        <p:spPr>
          <a:xfrm>
            <a:off x="1558875" y="3539753"/>
            <a:ext cx="1088070" cy="400111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cs typeface="Arial" panose="020B0604020202020204" pitchFamily="34" charset="0"/>
              </a:rPr>
              <a:t>Graph</a:t>
            </a:r>
            <a:endParaRPr lang="zh-CN" altLang="en-US" sz="2000" b="1" dirty="0">
              <a:cs typeface="Arial" panose="020B0604020202020204" pitchFamily="34" charset="0"/>
            </a:endParaRP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B39A61F0-CCEA-47ED-52A7-1F966E022291}"/>
              </a:ext>
            </a:extLst>
          </p:cNvPr>
          <p:cNvSpPr/>
          <p:nvPr/>
        </p:nvSpPr>
        <p:spPr>
          <a:xfrm rot="5400000">
            <a:off x="2159528" y="2411057"/>
            <a:ext cx="323707" cy="323867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cs typeface="Arial" panose="020B0604020202020204" pitchFamily="34" charset="0"/>
              </a:rPr>
              <a:t>1</a:t>
            </a:r>
            <a:endParaRPr lang="zh-CN" altLang="en-US" sz="2400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FE8434F3-0B5B-1C4E-F302-A2502BCA608E}"/>
              </a:ext>
            </a:extLst>
          </p:cNvPr>
          <p:cNvSpPr/>
          <p:nvPr/>
        </p:nvSpPr>
        <p:spPr>
          <a:xfrm rot="5400000">
            <a:off x="2159528" y="3113846"/>
            <a:ext cx="323707" cy="323867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cs typeface="Arial" panose="020B0604020202020204" pitchFamily="34" charset="0"/>
              </a:rPr>
              <a:t>3</a:t>
            </a:r>
            <a:endParaRPr lang="zh-CN" altLang="en-US" sz="2400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005EA1F2-F4B4-4599-5060-A9A45AB8C69E}"/>
              </a:ext>
            </a:extLst>
          </p:cNvPr>
          <p:cNvSpPr/>
          <p:nvPr/>
        </p:nvSpPr>
        <p:spPr>
          <a:xfrm rot="5400000">
            <a:off x="1497554" y="2411057"/>
            <a:ext cx="323707" cy="323867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cs typeface="Arial" panose="020B0604020202020204" pitchFamily="34" charset="0"/>
              </a:rPr>
              <a:t>0</a:t>
            </a:r>
            <a:endParaRPr lang="zh-CN" altLang="en-US" sz="2400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D732ED16-3C19-3C6F-1602-6C25C988DEAE}"/>
              </a:ext>
            </a:extLst>
          </p:cNvPr>
          <p:cNvSpPr/>
          <p:nvPr/>
        </p:nvSpPr>
        <p:spPr>
          <a:xfrm rot="5400000">
            <a:off x="1497554" y="3113846"/>
            <a:ext cx="323707" cy="323867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cs typeface="Arial" panose="020B0604020202020204" pitchFamily="34" charset="0"/>
              </a:rPr>
              <a:t>2</a:t>
            </a:r>
            <a:endParaRPr lang="zh-CN" altLang="en-US" sz="2400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cxnSp>
        <p:nvCxnSpPr>
          <p:cNvPr id="10" name="直接连接符 781">
            <a:extLst>
              <a:ext uri="{FF2B5EF4-FFF2-40B4-BE49-F238E27FC236}">
                <a16:creationId xmlns:a16="http://schemas.microsoft.com/office/drawing/2014/main" id="{DB3AC2ED-3837-698E-C23B-16E9710CF8CC}"/>
              </a:ext>
            </a:extLst>
          </p:cNvPr>
          <p:cNvCxnSpPr>
            <a:cxnSpLocks/>
          </p:cNvCxnSpPr>
          <p:nvPr/>
        </p:nvCxnSpPr>
        <p:spPr>
          <a:xfrm flipH="1">
            <a:off x="1822802" y="2572983"/>
            <a:ext cx="32824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直接连接符 786">
            <a:extLst>
              <a:ext uri="{FF2B5EF4-FFF2-40B4-BE49-F238E27FC236}">
                <a16:creationId xmlns:a16="http://schemas.microsoft.com/office/drawing/2014/main" id="{9303225E-C395-7D69-D6AD-EA9B4C2E8382}"/>
              </a:ext>
            </a:extLst>
          </p:cNvPr>
          <p:cNvCxnSpPr>
            <a:cxnSpLocks/>
          </p:cNvCxnSpPr>
          <p:nvPr/>
        </p:nvCxnSpPr>
        <p:spPr>
          <a:xfrm>
            <a:off x="1659408" y="2734845"/>
            <a:ext cx="0" cy="37908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矩形 11">
            <a:extLst>
              <a:ext uri="{FF2B5EF4-FFF2-40B4-BE49-F238E27FC236}">
                <a16:creationId xmlns:a16="http://schemas.microsoft.com/office/drawing/2014/main" id="{3581CD8E-1448-B19F-1B68-0D1F9C367782}"/>
              </a:ext>
            </a:extLst>
          </p:cNvPr>
          <p:cNvSpPr/>
          <p:nvPr/>
        </p:nvSpPr>
        <p:spPr>
          <a:xfrm rot="5400000" flipH="1">
            <a:off x="934264" y="2322714"/>
            <a:ext cx="241954" cy="20543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52243E9-9892-C726-FCF6-84FAA3C18CA9}"/>
              </a:ext>
            </a:extLst>
          </p:cNvPr>
          <p:cNvSpPr/>
          <p:nvPr/>
        </p:nvSpPr>
        <p:spPr>
          <a:xfrm rot="5400000" flipH="1">
            <a:off x="728840" y="2322720"/>
            <a:ext cx="241951" cy="20543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71D65AA-0D66-B1CE-794D-EDB53C4B4479}"/>
              </a:ext>
            </a:extLst>
          </p:cNvPr>
          <p:cNvSpPr/>
          <p:nvPr/>
        </p:nvSpPr>
        <p:spPr>
          <a:xfrm rot="5400000" flipH="1">
            <a:off x="523408" y="2322723"/>
            <a:ext cx="241940" cy="20543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7D538AF-2F37-F0C4-3391-FE716A53A645}"/>
              </a:ext>
            </a:extLst>
          </p:cNvPr>
          <p:cNvSpPr/>
          <p:nvPr/>
        </p:nvSpPr>
        <p:spPr>
          <a:xfrm rot="5400000" flipH="1">
            <a:off x="317984" y="2322725"/>
            <a:ext cx="241940" cy="20543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613B9B69-EA97-BA51-0064-3909B61B0E0B}"/>
              </a:ext>
            </a:extLst>
          </p:cNvPr>
          <p:cNvSpPr/>
          <p:nvPr/>
        </p:nvSpPr>
        <p:spPr>
          <a:xfrm rot="5400000" flipH="1">
            <a:off x="934264" y="2618608"/>
            <a:ext cx="241954" cy="20543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F7C119F-79DE-4DCF-CB2C-DE3966EAD8E3}"/>
              </a:ext>
            </a:extLst>
          </p:cNvPr>
          <p:cNvSpPr/>
          <p:nvPr/>
        </p:nvSpPr>
        <p:spPr>
          <a:xfrm rot="5400000" flipH="1">
            <a:off x="728840" y="2618614"/>
            <a:ext cx="241951" cy="20543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89C482D-C736-3728-0BD3-D8E99212461A}"/>
              </a:ext>
            </a:extLst>
          </p:cNvPr>
          <p:cNvSpPr/>
          <p:nvPr/>
        </p:nvSpPr>
        <p:spPr>
          <a:xfrm rot="5400000" flipH="1">
            <a:off x="523408" y="2618618"/>
            <a:ext cx="241940" cy="20543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4BAA7583-B719-73E9-C06F-423CEF037D97}"/>
              </a:ext>
            </a:extLst>
          </p:cNvPr>
          <p:cNvSpPr/>
          <p:nvPr/>
        </p:nvSpPr>
        <p:spPr>
          <a:xfrm rot="5400000" flipH="1">
            <a:off x="317984" y="2618619"/>
            <a:ext cx="241940" cy="20543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B8A4FA2E-FE10-87C7-837A-AAE05A399BE5}"/>
              </a:ext>
            </a:extLst>
          </p:cNvPr>
          <p:cNvSpPr/>
          <p:nvPr/>
        </p:nvSpPr>
        <p:spPr>
          <a:xfrm rot="5400000" flipH="1">
            <a:off x="934264" y="3012260"/>
            <a:ext cx="241954" cy="20543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023EDA8C-50B1-FBB7-6C2E-A5114686966E}"/>
              </a:ext>
            </a:extLst>
          </p:cNvPr>
          <p:cNvSpPr/>
          <p:nvPr/>
        </p:nvSpPr>
        <p:spPr>
          <a:xfrm rot="5400000" flipH="1">
            <a:off x="728840" y="3012267"/>
            <a:ext cx="241951" cy="20543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F3962B14-3F48-92EC-90B0-7C33B574C1A9}"/>
              </a:ext>
            </a:extLst>
          </p:cNvPr>
          <p:cNvSpPr/>
          <p:nvPr/>
        </p:nvSpPr>
        <p:spPr>
          <a:xfrm rot="5400000" flipH="1">
            <a:off x="523408" y="3012270"/>
            <a:ext cx="241940" cy="20543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003F67E9-08F6-1BD1-E2B1-9CFBE06E56A4}"/>
              </a:ext>
            </a:extLst>
          </p:cNvPr>
          <p:cNvSpPr/>
          <p:nvPr/>
        </p:nvSpPr>
        <p:spPr>
          <a:xfrm rot="5400000" flipH="1">
            <a:off x="317984" y="3012271"/>
            <a:ext cx="241940" cy="20543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8BDF58AD-3195-EC7A-2898-F9B2B6CC2FA3}"/>
              </a:ext>
            </a:extLst>
          </p:cNvPr>
          <p:cNvSpPr/>
          <p:nvPr/>
        </p:nvSpPr>
        <p:spPr>
          <a:xfrm rot="5400000" flipH="1">
            <a:off x="934264" y="3308155"/>
            <a:ext cx="241954" cy="20543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D2773DE6-85D0-A06A-6904-1BEDB52E2868}"/>
              </a:ext>
            </a:extLst>
          </p:cNvPr>
          <p:cNvSpPr/>
          <p:nvPr/>
        </p:nvSpPr>
        <p:spPr>
          <a:xfrm rot="5400000" flipH="1">
            <a:off x="728840" y="3308161"/>
            <a:ext cx="241951" cy="20543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D93687DD-9D0D-F7CC-0741-6FD0E4C10B4D}"/>
              </a:ext>
            </a:extLst>
          </p:cNvPr>
          <p:cNvSpPr/>
          <p:nvPr/>
        </p:nvSpPr>
        <p:spPr>
          <a:xfrm rot="5400000" flipH="1">
            <a:off x="523408" y="3308164"/>
            <a:ext cx="241940" cy="20543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FC1B7654-C154-821A-F35D-EA4FB15E19F5}"/>
              </a:ext>
            </a:extLst>
          </p:cNvPr>
          <p:cNvSpPr/>
          <p:nvPr/>
        </p:nvSpPr>
        <p:spPr>
          <a:xfrm rot="5400000" flipH="1">
            <a:off x="317984" y="3308166"/>
            <a:ext cx="241940" cy="20543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6C1D67B6-D2FF-B109-D2B2-692FA1CF3339}"/>
              </a:ext>
            </a:extLst>
          </p:cNvPr>
          <p:cNvSpPr txBox="1"/>
          <p:nvPr/>
        </p:nvSpPr>
        <p:spPr>
          <a:xfrm>
            <a:off x="266734" y="3539753"/>
            <a:ext cx="1071288" cy="400111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cs typeface="Arial" panose="020B0604020202020204" pitchFamily="34" charset="0"/>
              </a:rPr>
              <a:t>Feature</a:t>
            </a:r>
            <a:endParaRPr lang="zh-CN" altLang="en-US" sz="2000" b="1" dirty="0">
              <a:cs typeface="Arial" panose="020B0604020202020204" pitchFamily="34" charset="0"/>
            </a:endParaRPr>
          </a:p>
        </p:txBody>
      </p:sp>
      <p:cxnSp>
        <p:nvCxnSpPr>
          <p:cNvPr id="29" name="直接连接符 458">
            <a:extLst>
              <a:ext uri="{FF2B5EF4-FFF2-40B4-BE49-F238E27FC236}">
                <a16:creationId xmlns:a16="http://schemas.microsoft.com/office/drawing/2014/main" id="{DAC8C52F-4119-E7A7-E314-24B55CA85BFB}"/>
              </a:ext>
            </a:extLst>
          </p:cNvPr>
          <p:cNvCxnSpPr>
            <a:cxnSpLocks/>
          </p:cNvCxnSpPr>
          <p:nvPr/>
        </p:nvCxnSpPr>
        <p:spPr>
          <a:xfrm flipV="1">
            <a:off x="2321382" y="2732658"/>
            <a:ext cx="0" cy="38126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直接连接符 461">
            <a:extLst>
              <a:ext uri="{FF2B5EF4-FFF2-40B4-BE49-F238E27FC236}">
                <a16:creationId xmlns:a16="http://schemas.microsoft.com/office/drawing/2014/main" id="{F1650873-22F4-E5CE-9D3D-7C95411A68DB}"/>
              </a:ext>
            </a:extLst>
          </p:cNvPr>
          <p:cNvCxnSpPr>
            <a:cxnSpLocks/>
            <a:stCxn id="7" idx="3"/>
            <a:endCxn id="8" idx="7"/>
          </p:cNvCxnSpPr>
          <p:nvPr/>
        </p:nvCxnSpPr>
        <p:spPr>
          <a:xfrm flipH="1" flipV="1">
            <a:off x="1773912" y="2687439"/>
            <a:ext cx="432966" cy="47389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直接连接符 464">
            <a:extLst>
              <a:ext uri="{FF2B5EF4-FFF2-40B4-BE49-F238E27FC236}">
                <a16:creationId xmlns:a16="http://schemas.microsoft.com/office/drawing/2014/main" id="{26FDE370-8104-0FB5-18EA-6B201C1A8426}"/>
              </a:ext>
            </a:extLst>
          </p:cNvPr>
          <p:cNvCxnSpPr>
            <a:cxnSpLocks/>
          </p:cNvCxnSpPr>
          <p:nvPr/>
        </p:nvCxnSpPr>
        <p:spPr>
          <a:xfrm flipH="1">
            <a:off x="1819882" y="3275772"/>
            <a:ext cx="3299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直接连接符 483">
            <a:extLst>
              <a:ext uri="{FF2B5EF4-FFF2-40B4-BE49-F238E27FC236}">
                <a16:creationId xmlns:a16="http://schemas.microsoft.com/office/drawing/2014/main" id="{AFD05B67-E2F5-0A4B-1E5E-06D7C966D580}"/>
              </a:ext>
            </a:extLst>
          </p:cNvPr>
          <p:cNvCxnSpPr>
            <a:cxnSpLocks/>
          </p:cNvCxnSpPr>
          <p:nvPr/>
        </p:nvCxnSpPr>
        <p:spPr>
          <a:xfrm flipH="1">
            <a:off x="221520" y="2916998"/>
            <a:ext cx="2233003" cy="4534"/>
          </a:xfrm>
          <a:prstGeom prst="line">
            <a:avLst/>
          </a:prstGeom>
          <a:ln w="28575">
            <a:solidFill>
              <a:schemeClr val="tx1"/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文本框 33">
            <a:extLst>
              <a:ext uri="{FF2B5EF4-FFF2-40B4-BE49-F238E27FC236}">
                <a16:creationId xmlns:a16="http://schemas.microsoft.com/office/drawing/2014/main" id="{B5B77D80-DB02-E6D6-8740-E194BBB02681}"/>
              </a:ext>
            </a:extLst>
          </p:cNvPr>
          <p:cNvSpPr txBox="1"/>
          <p:nvPr/>
        </p:nvSpPr>
        <p:spPr>
          <a:xfrm>
            <a:off x="2246021" y="1378128"/>
            <a:ext cx="1182662" cy="461665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cs typeface="Arial" panose="020B0604020202020204" pitchFamily="34" charset="0"/>
              </a:rPr>
              <a:t>GPU1</a:t>
            </a:r>
            <a:endParaRPr lang="zh-CN" altLang="en-US" sz="3600" b="1" dirty="0">
              <a:cs typeface="Arial" panose="020B0604020202020204" pitchFamily="34" charset="0"/>
            </a:endParaRPr>
          </a:p>
        </p:txBody>
      </p:sp>
      <p:cxnSp>
        <p:nvCxnSpPr>
          <p:cNvPr id="35" name="直接连接符 953">
            <a:extLst>
              <a:ext uri="{FF2B5EF4-FFF2-40B4-BE49-F238E27FC236}">
                <a16:creationId xmlns:a16="http://schemas.microsoft.com/office/drawing/2014/main" id="{7C8AD6D7-C4BB-4033-F0AB-A7F03B7521FF}"/>
              </a:ext>
            </a:extLst>
          </p:cNvPr>
          <p:cNvCxnSpPr>
            <a:cxnSpLocks/>
          </p:cNvCxnSpPr>
          <p:nvPr/>
        </p:nvCxnSpPr>
        <p:spPr>
          <a:xfrm flipV="1">
            <a:off x="1175682" y="1622243"/>
            <a:ext cx="1036461" cy="392021"/>
          </a:xfrm>
          <a:prstGeom prst="bentConnector3">
            <a:avLst>
              <a:gd name="adj1" fmla="val 771"/>
            </a:avLst>
          </a:prstGeom>
          <a:ln w="28575">
            <a:solidFill>
              <a:schemeClr val="tx1"/>
            </a:solidFill>
            <a:prstDash val="solid"/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直接连接符 953">
            <a:extLst>
              <a:ext uri="{FF2B5EF4-FFF2-40B4-BE49-F238E27FC236}">
                <a16:creationId xmlns:a16="http://schemas.microsoft.com/office/drawing/2014/main" id="{B146A5E1-49C1-BE21-841F-26638414C3E4}"/>
              </a:ext>
            </a:extLst>
          </p:cNvPr>
          <p:cNvCxnSpPr>
            <a:cxnSpLocks/>
          </p:cNvCxnSpPr>
          <p:nvPr/>
        </p:nvCxnSpPr>
        <p:spPr>
          <a:xfrm>
            <a:off x="1153137" y="4036528"/>
            <a:ext cx="1052054" cy="440352"/>
          </a:xfrm>
          <a:prstGeom prst="bentConnector3">
            <a:avLst>
              <a:gd name="adj1" fmla="val 891"/>
            </a:avLst>
          </a:prstGeom>
          <a:ln w="28575">
            <a:solidFill>
              <a:schemeClr val="tx1"/>
            </a:solidFill>
            <a:prstDash val="solid"/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文本框 36">
            <a:extLst>
              <a:ext uri="{FF2B5EF4-FFF2-40B4-BE49-F238E27FC236}">
                <a16:creationId xmlns:a16="http://schemas.microsoft.com/office/drawing/2014/main" id="{249EBF6A-EF98-67F1-7BCF-3B6A5A0688EF}"/>
              </a:ext>
            </a:extLst>
          </p:cNvPr>
          <p:cNvSpPr txBox="1"/>
          <p:nvPr/>
        </p:nvSpPr>
        <p:spPr>
          <a:xfrm>
            <a:off x="2213257" y="4242542"/>
            <a:ext cx="1182662" cy="461665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cs typeface="Arial" panose="020B0604020202020204" pitchFamily="34" charset="0"/>
              </a:rPr>
              <a:t>GPU2</a:t>
            </a:r>
            <a:endParaRPr lang="zh-CN" altLang="en-US" sz="3600" b="1" dirty="0"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5DB06333-BA64-FBE8-5A9B-CC810276AE39}"/>
                  </a:ext>
                </a:extLst>
              </p:cNvPr>
              <p:cNvSpPr txBox="1"/>
              <p:nvPr/>
            </p:nvSpPr>
            <p:spPr>
              <a:xfrm>
                <a:off x="266734" y="3818078"/>
                <a:ext cx="1071288" cy="461665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1" i="1" dirty="0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altLang="zh-CN" sz="2400" b="1" i="1" dirty="0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𝑿</m:t>
                          </m:r>
                        </m:e>
                        <m:sub>
                          <m:r>
                            <a:rPr lang="en-US" altLang="zh-CN" sz="2400" b="1" i="1" dirty="0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𝟎</m:t>
                          </m:r>
                        </m:sub>
                      </m:sSub>
                    </m:oMath>
                  </m:oMathPara>
                </a14:m>
                <a:endParaRPr lang="zh-CN" altLang="en-US" sz="2400" b="1" dirty="0">
                  <a:solidFill>
                    <a:schemeClr val="accent6"/>
                  </a:solidFill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5DB06333-BA64-FBE8-5A9B-CC810276AE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734" y="3818078"/>
                <a:ext cx="1071288" cy="461665"/>
              </a:xfrm>
              <a:prstGeom prst="rect">
                <a:avLst/>
              </a:prstGeom>
              <a:blipFill>
                <a:blip r:embed="rId3"/>
                <a:stretch>
                  <a:fillRect b="-2632"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59" name="文本框 658">
            <a:extLst>
              <a:ext uri="{FF2B5EF4-FFF2-40B4-BE49-F238E27FC236}">
                <a16:creationId xmlns:a16="http://schemas.microsoft.com/office/drawing/2014/main" id="{C3325C92-8017-D209-BA86-E92D3C0460F3}"/>
              </a:ext>
            </a:extLst>
          </p:cNvPr>
          <p:cNvSpPr txBox="1"/>
          <p:nvPr/>
        </p:nvSpPr>
        <p:spPr>
          <a:xfrm>
            <a:off x="241248" y="6064139"/>
            <a:ext cx="3157268" cy="400110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FF0000"/>
                </a:solidFill>
                <a:cs typeface="Arial" panose="020B0604020202020204" pitchFamily="34" charset="0"/>
              </a:rPr>
              <a:t>The Memory of GPU 1</a:t>
            </a:r>
            <a:endParaRPr lang="zh-CN" altLang="en-US" sz="3200" b="1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  <p:grpSp>
        <p:nvGrpSpPr>
          <p:cNvPr id="597" name="组合 596">
            <a:extLst>
              <a:ext uri="{FF2B5EF4-FFF2-40B4-BE49-F238E27FC236}">
                <a16:creationId xmlns:a16="http://schemas.microsoft.com/office/drawing/2014/main" id="{A3AB9EC3-2062-BD90-4223-E74AE1176097}"/>
              </a:ext>
            </a:extLst>
          </p:cNvPr>
          <p:cNvGrpSpPr/>
          <p:nvPr/>
        </p:nvGrpSpPr>
        <p:grpSpPr>
          <a:xfrm>
            <a:off x="3676702" y="6065534"/>
            <a:ext cx="621640" cy="669775"/>
            <a:chOff x="3656357" y="6507685"/>
            <a:chExt cx="621640" cy="669775"/>
          </a:xfrm>
        </p:grpSpPr>
        <p:sp>
          <p:nvSpPr>
            <p:cNvPr id="598" name="矩形 1174">
              <a:extLst>
                <a:ext uri="{FF2B5EF4-FFF2-40B4-BE49-F238E27FC236}">
                  <a16:creationId xmlns:a16="http://schemas.microsoft.com/office/drawing/2014/main" id="{2C73A039-57CE-A483-8347-742AC622A14C}"/>
                </a:ext>
              </a:extLst>
            </p:cNvPr>
            <p:cNvSpPr/>
            <p:nvPr/>
          </p:nvSpPr>
          <p:spPr>
            <a:xfrm rot="10800000">
              <a:off x="3657805" y="7037952"/>
              <a:ext cx="618707" cy="139508"/>
            </a:xfrm>
            <a:custGeom>
              <a:avLst/>
              <a:gdLst>
                <a:gd name="connsiteX0" fmla="*/ 0 w 595706"/>
                <a:gd name="connsiteY0" fmla="*/ 0 h 92965"/>
                <a:gd name="connsiteX1" fmla="*/ 595706 w 595706"/>
                <a:gd name="connsiteY1" fmla="*/ 0 h 92965"/>
                <a:gd name="connsiteX2" fmla="*/ 595706 w 595706"/>
                <a:gd name="connsiteY2" fmla="*/ 92965 h 92965"/>
                <a:gd name="connsiteX3" fmla="*/ 0 w 595706"/>
                <a:gd name="connsiteY3" fmla="*/ 92965 h 92965"/>
                <a:gd name="connsiteX4" fmla="*/ 0 w 595706"/>
                <a:gd name="connsiteY4" fmla="*/ 0 h 92965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131 w 595837"/>
                <a:gd name="connsiteY0" fmla="*/ 0 h 148754"/>
                <a:gd name="connsiteX1" fmla="*/ 595837 w 595837"/>
                <a:gd name="connsiteY1" fmla="*/ 0 h 148754"/>
                <a:gd name="connsiteX2" fmla="*/ 595837 w 595837"/>
                <a:gd name="connsiteY2" fmla="*/ 92965 h 148754"/>
                <a:gd name="connsiteX3" fmla="*/ 131 w 595837"/>
                <a:gd name="connsiteY3" fmla="*/ 148754 h 148754"/>
                <a:gd name="connsiteX4" fmla="*/ 131 w 595837"/>
                <a:gd name="connsiteY4" fmla="*/ 0 h 148754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56571"/>
                <a:gd name="connsiteX1" fmla="*/ 595837 w 595837"/>
                <a:gd name="connsiteY1" fmla="*/ 0 h 156571"/>
                <a:gd name="connsiteX2" fmla="*/ 594316 w 595837"/>
                <a:gd name="connsiteY2" fmla="*/ 141984 h 156571"/>
                <a:gd name="connsiteX3" fmla="*/ 131 w 595837"/>
                <a:gd name="connsiteY3" fmla="*/ 140590 h 156571"/>
                <a:gd name="connsiteX4" fmla="*/ 131 w 595837"/>
                <a:gd name="connsiteY4" fmla="*/ 0 h 156571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0 w 600949"/>
                <a:gd name="connsiteY0" fmla="*/ 0 h 271309"/>
                <a:gd name="connsiteX1" fmla="*/ 600949 w 600949"/>
                <a:gd name="connsiteY1" fmla="*/ 0 h 271309"/>
                <a:gd name="connsiteX2" fmla="*/ 599428 w 600949"/>
                <a:gd name="connsiteY2" fmla="*/ 141984 h 271309"/>
                <a:gd name="connsiteX3" fmla="*/ 3722 w 600949"/>
                <a:gd name="connsiteY3" fmla="*/ 271309 h 271309"/>
                <a:gd name="connsiteX4" fmla="*/ 0 w 600949"/>
                <a:gd name="connsiteY4" fmla="*/ 0 h 271309"/>
                <a:gd name="connsiteX0" fmla="*/ 0 w 599639"/>
                <a:gd name="connsiteY0" fmla="*/ 0 h 271309"/>
                <a:gd name="connsiteX1" fmla="*/ 599639 w 599639"/>
                <a:gd name="connsiteY1" fmla="*/ 0 h 271309"/>
                <a:gd name="connsiteX2" fmla="*/ 599428 w 599639"/>
                <a:gd name="connsiteY2" fmla="*/ 141984 h 271309"/>
                <a:gd name="connsiteX3" fmla="*/ 3722 w 599639"/>
                <a:gd name="connsiteY3" fmla="*/ 271309 h 271309"/>
                <a:gd name="connsiteX4" fmla="*/ 0 w 599639"/>
                <a:gd name="connsiteY4" fmla="*/ 0 h 271309"/>
                <a:gd name="connsiteX0" fmla="*/ 0 w 597018"/>
                <a:gd name="connsiteY0" fmla="*/ 0 h 271309"/>
                <a:gd name="connsiteX1" fmla="*/ 597018 w 597018"/>
                <a:gd name="connsiteY1" fmla="*/ 0 h 271309"/>
                <a:gd name="connsiteX2" fmla="*/ 596807 w 597018"/>
                <a:gd name="connsiteY2" fmla="*/ 141984 h 271309"/>
                <a:gd name="connsiteX3" fmla="*/ 1101 w 597018"/>
                <a:gd name="connsiteY3" fmla="*/ 271309 h 271309"/>
                <a:gd name="connsiteX4" fmla="*/ 0 w 597018"/>
                <a:gd name="connsiteY4" fmla="*/ 0 h 271309"/>
                <a:gd name="connsiteX0" fmla="*/ 0 w 596807"/>
                <a:gd name="connsiteY0" fmla="*/ 0 h 271309"/>
                <a:gd name="connsiteX1" fmla="*/ 591775 w 596807"/>
                <a:gd name="connsiteY1" fmla="*/ 0 h 271309"/>
                <a:gd name="connsiteX2" fmla="*/ 596807 w 596807"/>
                <a:gd name="connsiteY2" fmla="*/ 141984 h 271309"/>
                <a:gd name="connsiteX3" fmla="*/ 1101 w 596807"/>
                <a:gd name="connsiteY3" fmla="*/ 271309 h 271309"/>
                <a:gd name="connsiteX4" fmla="*/ 0 w 596807"/>
                <a:gd name="connsiteY4" fmla="*/ 0 h 271309"/>
                <a:gd name="connsiteX0" fmla="*/ 0 w 596807"/>
                <a:gd name="connsiteY0" fmla="*/ 0 h 271309"/>
                <a:gd name="connsiteX1" fmla="*/ 595708 w 596807"/>
                <a:gd name="connsiteY1" fmla="*/ 0 h 271309"/>
                <a:gd name="connsiteX2" fmla="*/ 596807 w 596807"/>
                <a:gd name="connsiteY2" fmla="*/ 141984 h 271309"/>
                <a:gd name="connsiteX3" fmla="*/ 1101 w 596807"/>
                <a:gd name="connsiteY3" fmla="*/ 271309 h 271309"/>
                <a:gd name="connsiteX4" fmla="*/ 0 w 596807"/>
                <a:gd name="connsiteY4" fmla="*/ 0 h 271309"/>
                <a:gd name="connsiteX0" fmla="*/ 0 w 595708"/>
                <a:gd name="connsiteY0" fmla="*/ 0 h 271309"/>
                <a:gd name="connsiteX1" fmla="*/ 595708 w 595708"/>
                <a:gd name="connsiteY1" fmla="*/ 0 h 271309"/>
                <a:gd name="connsiteX2" fmla="*/ 594186 w 595708"/>
                <a:gd name="connsiteY2" fmla="*/ 141985 h 271309"/>
                <a:gd name="connsiteX3" fmla="*/ 1101 w 595708"/>
                <a:gd name="connsiteY3" fmla="*/ 271309 h 271309"/>
                <a:gd name="connsiteX4" fmla="*/ 0 w 595708"/>
                <a:gd name="connsiteY4" fmla="*/ 0 h 271309"/>
                <a:gd name="connsiteX0" fmla="*/ 0 w 596439"/>
                <a:gd name="connsiteY0" fmla="*/ 109083 h 380392"/>
                <a:gd name="connsiteX1" fmla="*/ 595708 w 596439"/>
                <a:gd name="connsiteY1" fmla="*/ 109083 h 380392"/>
                <a:gd name="connsiteX2" fmla="*/ 594186 w 596439"/>
                <a:gd name="connsiteY2" fmla="*/ 251068 h 380392"/>
                <a:gd name="connsiteX3" fmla="*/ 1101 w 596439"/>
                <a:gd name="connsiteY3" fmla="*/ 380392 h 380392"/>
                <a:gd name="connsiteX4" fmla="*/ 0 w 596439"/>
                <a:gd name="connsiteY4" fmla="*/ 109083 h 380392"/>
                <a:gd name="connsiteX0" fmla="*/ 0 w 595708"/>
                <a:gd name="connsiteY0" fmla="*/ 0 h 271309"/>
                <a:gd name="connsiteX1" fmla="*/ 595708 w 595708"/>
                <a:gd name="connsiteY1" fmla="*/ 0 h 271309"/>
                <a:gd name="connsiteX2" fmla="*/ 594186 w 595708"/>
                <a:gd name="connsiteY2" fmla="*/ 141985 h 271309"/>
                <a:gd name="connsiteX3" fmla="*/ 1101 w 595708"/>
                <a:gd name="connsiteY3" fmla="*/ 271309 h 271309"/>
                <a:gd name="connsiteX4" fmla="*/ 0 w 595708"/>
                <a:gd name="connsiteY4" fmla="*/ 0 h 271309"/>
                <a:gd name="connsiteX0" fmla="*/ 0 w 596808"/>
                <a:gd name="connsiteY0" fmla="*/ 0 h 271309"/>
                <a:gd name="connsiteX1" fmla="*/ 595708 w 596808"/>
                <a:gd name="connsiteY1" fmla="*/ 0 h 271309"/>
                <a:gd name="connsiteX2" fmla="*/ 596808 w 596808"/>
                <a:gd name="connsiteY2" fmla="*/ 141985 h 271309"/>
                <a:gd name="connsiteX3" fmla="*/ 1101 w 596808"/>
                <a:gd name="connsiteY3" fmla="*/ 271309 h 271309"/>
                <a:gd name="connsiteX4" fmla="*/ 0 w 596808"/>
                <a:gd name="connsiteY4" fmla="*/ 0 h 271309"/>
                <a:gd name="connsiteX0" fmla="*/ 0 w 596808"/>
                <a:gd name="connsiteY0" fmla="*/ 0 h 271309"/>
                <a:gd name="connsiteX1" fmla="*/ 595708 w 596808"/>
                <a:gd name="connsiteY1" fmla="*/ 0 h 271309"/>
                <a:gd name="connsiteX2" fmla="*/ 596808 w 596808"/>
                <a:gd name="connsiteY2" fmla="*/ 141985 h 271309"/>
                <a:gd name="connsiteX3" fmla="*/ 1101 w 596808"/>
                <a:gd name="connsiteY3" fmla="*/ 271309 h 271309"/>
                <a:gd name="connsiteX4" fmla="*/ 0 w 596808"/>
                <a:gd name="connsiteY4" fmla="*/ 0 h 271309"/>
                <a:gd name="connsiteX0" fmla="*/ 0 w 596808"/>
                <a:gd name="connsiteY0" fmla="*/ 0 h 271309"/>
                <a:gd name="connsiteX1" fmla="*/ 595708 w 596808"/>
                <a:gd name="connsiteY1" fmla="*/ 0 h 271309"/>
                <a:gd name="connsiteX2" fmla="*/ 596808 w 596808"/>
                <a:gd name="connsiteY2" fmla="*/ 141985 h 271309"/>
                <a:gd name="connsiteX3" fmla="*/ 1101 w 596808"/>
                <a:gd name="connsiteY3" fmla="*/ 271309 h 271309"/>
                <a:gd name="connsiteX4" fmla="*/ 0 w 596808"/>
                <a:gd name="connsiteY4" fmla="*/ 0 h 271309"/>
                <a:gd name="connsiteX0" fmla="*/ 0 w 595708"/>
                <a:gd name="connsiteY0" fmla="*/ 0 h 271309"/>
                <a:gd name="connsiteX1" fmla="*/ 595708 w 595708"/>
                <a:gd name="connsiteY1" fmla="*/ 0 h 271309"/>
                <a:gd name="connsiteX2" fmla="*/ 594186 w 595708"/>
                <a:gd name="connsiteY2" fmla="*/ 141985 h 271309"/>
                <a:gd name="connsiteX3" fmla="*/ 1101 w 595708"/>
                <a:gd name="connsiteY3" fmla="*/ 271309 h 271309"/>
                <a:gd name="connsiteX4" fmla="*/ 0 w 595708"/>
                <a:gd name="connsiteY4" fmla="*/ 0 h 271309"/>
                <a:gd name="connsiteX0" fmla="*/ 0 w 595708"/>
                <a:gd name="connsiteY0" fmla="*/ 0 h 271309"/>
                <a:gd name="connsiteX1" fmla="*/ 595708 w 595708"/>
                <a:gd name="connsiteY1" fmla="*/ 0 h 271309"/>
                <a:gd name="connsiteX2" fmla="*/ 594186 w 595708"/>
                <a:gd name="connsiteY2" fmla="*/ 141985 h 271309"/>
                <a:gd name="connsiteX3" fmla="*/ 1101 w 595708"/>
                <a:gd name="connsiteY3" fmla="*/ 271309 h 271309"/>
                <a:gd name="connsiteX4" fmla="*/ 0 w 595708"/>
                <a:gd name="connsiteY4" fmla="*/ 0 h 271309"/>
                <a:gd name="connsiteX0" fmla="*/ 0 w 595936"/>
                <a:gd name="connsiteY0" fmla="*/ 0 h 271309"/>
                <a:gd name="connsiteX1" fmla="*/ 595708 w 595936"/>
                <a:gd name="connsiteY1" fmla="*/ 0 h 271309"/>
                <a:gd name="connsiteX2" fmla="*/ 594186 w 595936"/>
                <a:gd name="connsiteY2" fmla="*/ 141985 h 271309"/>
                <a:gd name="connsiteX3" fmla="*/ 1101 w 595936"/>
                <a:gd name="connsiteY3" fmla="*/ 271309 h 271309"/>
                <a:gd name="connsiteX4" fmla="*/ 0 w 595936"/>
                <a:gd name="connsiteY4" fmla="*/ 0 h 271309"/>
                <a:gd name="connsiteX0" fmla="*/ 319 w 596255"/>
                <a:gd name="connsiteY0" fmla="*/ 0 h 271309"/>
                <a:gd name="connsiteX1" fmla="*/ 596027 w 596255"/>
                <a:gd name="connsiteY1" fmla="*/ 0 h 271309"/>
                <a:gd name="connsiteX2" fmla="*/ 594505 w 596255"/>
                <a:gd name="connsiteY2" fmla="*/ 141985 h 271309"/>
                <a:gd name="connsiteX3" fmla="*/ 110 w 596255"/>
                <a:gd name="connsiteY3" fmla="*/ 271309 h 271309"/>
                <a:gd name="connsiteX4" fmla="*/ 319 w 596255"/>
                <a:gd name="connsiteY4" fmla="*/ 0 h 271309"/>
                <a:gd name="connsiteX0" fmla="*/ 0 w 595936"/>
                <a:gd name="connsiteY0" fmla="*/ 0 h 271309"/>
                <a:gd name="connsiteX1" fmla="*/ 595708 w 595936"/>
                <a:gd name="connsiteY1" fmla="*/ 0 h 271309"/>
                <a:gd name="connsiteX2" fmla="*/ 594186 w 595936"/>
                <a:gd name="connsiteY2" fmla="*/ 141985 h 271309"/>
                <a:gd name="connsiteX3" fmla="*/ 1101 w 595936"/>
                <a:gd name="connsiteY3" fmla="*/ 271309 h 271309"/>
                <a:gd name="connsiteX4" fmla="*/ 0 w 595936"/>
                <a:gd name="connsiteY4" fmla="*/ 0 h 271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5936" h="271309">
                  <a:moveTo>
                    <a:pt x="0" y="0"/>
                  </a:moveTo>
                  <a:lnTo>
                    <a:pt x="595708" y="0"/>
                  </a:lnTo>
                  <a:cubicBezTo>
                    <a:pt x="595708" y="30988"/>
                    <a:pt x="596806" y="39550"/>
                    <a:pt x="594186" y="141985"/>
                  </a:cubicBezTo>
                  <a:cubicBezTo>
                    <a:pt x="404809" y="352086"/>
                    <a:pt x="341643" y="22672"/>
                    <a:pt x="1101" y="271309"/>
                  </a:cubicBezTo>
                  <a:cubicBezTo>
                    <a:pt x="647" y="226260"/>
                    <a:pt x="454" y="45049"/>
                    <a:pt x="0" y="0"/>
                  </a:cubicBez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599" name="组合 598">
              <a:extLst>
                <a:ext uri="{FF2B5EF4-FFF2-40B4-BE49-F238E27FC236}">
                  <a16:creationId xmlns:a16="http://schemas.microsoft.com/office/drawing/2014/main" id="{886584A2-8F14-0343-BBB5-66400C61BE8D}"/>
                </a:ext>
              </a:extLst>
            </p:cNvPr>
            <p:cNvGrpSpPr/>
            <p:nvPr/>
          </p:nvGrpSpPr>
          <p:grpSpPr>
            <a:xfrm>
              <a:off x="3656357" y="6507685"/>
              <a:ext cx="621640" cy="663817"/>
              <a:chOff x="3656357" y="6507685"/>
              <a:chExt cx="621640" cy="663817"/>
            </a:xfrm>
          </p:grpSpPr>
          <p:sp>
            <p:nvSpPr>
              <p:cNvPr id="600" name="矩形 599">
                <a:extLst>
                  <a:ext uri="{FF2B5EF4-FFF2-40B4-BE49-F238E27FC236}">
                    <a16:creationId xmlns:a16="http://schemas.microsoft.com/office/drawing/2014/main" id="{2F6AB136-4DF9-AA70-40CA-8EDCA4A1FE98}"/>
                  </a:ext>
                </a:extLst>
              </p:cNvPr>
              <p:cNvSpPr/>
              <p:nvPr/>
            </p:nvSpPr>
            <p:spPr>
              <a:xfrm>
                <a:off x="3656465" y="6640950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01" name="矩形 600">
                <a:extLst>
                  <a:ext uri="{FF2B5EF4-FFF2-40B4-BE49-F238E27FC236}">
                    <a16:creationId xmlns:a16="http://schemas.microsoft.com/office/drawing/2014/main" id="{C982E763-E1FC-89BD-FB27-F448F1BC94EB}"/>
                  </a:ext>
                </a:extLst>
              </p:cNvPr>
              <p:cNvSpPr/>
              <p:nvPr/>
            </p:nvSpPr>
            <p:spPr>
              <a:xfrm>
                <a:off x="3811875" y="6640950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02" name="矩形 601">
                <a:extLst>
                  <a:ext uri="{FF2B5EF4-FFF2-40B4-BE49-F238E27FC236}">
                    <a16:creationId xmlns:a16="http://schemas.microsoft.com/office/drawing/2014/main" id="{892005E8-9890-7EEE-DF73-CF2E818B6F00}"/>
                  </a:ext>
                </a:extLst>
              </p:cNvPr>
              <p:cNvSpPr/>
              <p:nvPr/>
            </p:nvSpPr>
            <p:spPr>
              <a:xfrm>
                <a:off x="3967285" y="6640950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03" name="矩形 602">
                <a:extLst>
                  <a:ext uri="{FF2B5EF4-FFF2-40B4-BE49-F238E27FC236}">
                    <a16:creationId xmlns:a16="http://schemas.microsoft.com/office/drawing/2014/main" id="{61A23AB9-1225-584B-F902-9B329100B108}"/>
                  </a:ext>
                </a:extLst>
              </p:cNvPr>
              <p:cNvSpPr/>
              <p:nvPr/>
            </p:nvSpPr>
            <p:spPr>
              <a:xfrm>
                <a:off x="4122695" y="6640950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04" name="矩形 603">
                <a:extLst>
                  <a:ext uri="{FF2B5EF4-FFF2-40B4-BE49-F238E27FC236}">
                    <a16:creationId xmlns:a16="http://schemas.microsoft.com/office/drawing/2014/main" id="{B2BB2A90-9AC8-D6F5-61F6-B9FE661445A1}"/>
                  </a:ext>
                </a:extLst>
              </p:cNvPr>
              <p:cNvSpPr/>
              <p:nvPr/>
            </p:nvSpPr>
            <p:spPr>
              <a:xfrm>
                <a:off x="3656465" y="6773574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05" name="矩形 604">
                <a:extLst>
                  <a:ext uri="{FF2B5EF4-FFF2-40B4-BE49-F238E27FC236}">
                    <a16:creationId xmlns:a16="http://schemas.microsoft.com/office/drawing/2014/main" id="{97399F19-77FD-4D0C-89BD-177D20715424}"/>
                  </a:ext>
                </a:extLst>
              </p:cNvPr>
              <p:cNvSpPr/>
              <p:nvPr/>
            </p:nvSpPr>
            <p:spPr>
              <a:xfrm>
                <a:off x="3811875" y="6773574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06" name="矩形 605">
                <a:extLst>
                  <a:ext uri="{FF2B5EF4-FFF2-40B4-BE49-F238E27FC236}">
                    <a16:creationId xmlns:a16="http://schemas.microsoft.com/office/drawing/2014/main" id="{B3745597-7EEE-5B6E-8368-905AA95F54B2}"/>
                  </a:ext>
                </a:extLst>
              </p:cNvPr>
              <p:cNvSpPr/>
              <p:nvPr/>
            </p:nvSpPr>
            <p:spPr>
              <a:xfrm>
                <a:off x="3967285" y="6773574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07" name="矩形 606">
                <a:extLst>
                  <a:ext uri="{FF2B5EF4-FFF2-40B4-BE49-F238E27FC236}">
                    <a16:creationId xmlns:a16="http://schemas.microsoft.com/office/drawing/2014/main" id="{8AD8ADEC-A240-398B-E5E0-3602D92F07E1}"/>
                  </a:ext>
                </a:extLst>
              </p:cNvPr>
              <p:cNvSpPr/>
              <p:nvPr/>
            </p:nvSpPr>
            <p:spPr>
              <a:xfrm>
                <a:off x="4122695" y="6773574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08" name="矩形 607">
                <a:extLst>
                  <a:ext uri="{FF2B5EF4-FFF2-40B4-BE49-F238E27FC236}">
                    <a16:creationId xmlns:a16="http://schemas.microsoft.com/office/drawing/2014/main" id="{7FDACAFC-F9A5-AAD7-00BA-680264C4398C}"/>
                  </a:ext>
                </a:extLst>
              </p:cNvPr>
              <p:cNvSpPr/>
              <p:nvPr/>
            </p:nvSpPr>
            <p:spPr>
              <a:xfrm>
                <a:off x="3656357" y="690625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09" name="矩形 608">
                <a:extLst>
                  <a:ext uri="{FF2B5EF4-FFF2-40B4-BE49-F238E27FC236}">
                    <a16:creationId xmlns:a16="http://schemas.microsoft.com/office/drawing/2014/main" id="{7FD77AC2-55D6-267D-FC85-C0386F52E383}"/>
                  </a:ext>
                </a:extLst>
              </p:cNvPr>
              <p:cNvSpPr/>
              <p:nvPr/>
            </p:nvSpPr>
            <p:spPr>
              <a:xfrm>
                <a:off x="3811767" y="690625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0" name="矩形 609">
                <a:extLst>
                  <a:ext uri="{FF2B5EF4-FFF2-40B4-BE49-F238E27FC236}">
                    <a16:creationId xmlns:a16="http://schemas.microsoft.com/office/drawing/2014/main" id="{2F4429C3-A915-E5A9-AE97-B6B6310F3B74}"/>
                  </a:ext>
                </a:extLst>
              </p:cNvPr>
              <p:cNvSpPr/>
              <p:nvPr/>
            </p:nvSpPr>
            <p:spPr>
              <a:xfrm>
                <a:off x="3967177" y="690625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1" name="矩形 610">
                <a:extLst>
                  <a:ext uri="{FF2B5EF4-FFF2-40B4-BE49-F238E27FC236}">
                    <a16:creationId xmlns:a16="http://schemas.microsoft.com/office/drawing/2014/main" id="{8603E164-2A0F-0F94-7C6F-E575B286D3A4}"/>
                  </a:ext>
                </a:extLst>
              </p:cNvPr>
              <p:cNvSpPr/>
              <p:nvPr/>
            </p:nvSpPr>
            <p:spPr>
              <a:xfrm>
                <a:off x="4122587" y="690625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2" name="矩形 611">
                <a:extLst>
                  <a:ext uri="{FF2B5EF4-FFF2-40B4-BE49-F238E27FC236}">
                    <a16:creationId xmlns:a16="http://schemas.microsoft.com/office/drawing/2014/main" id="{1BC2E19B-DAAF-F176-5CD9-564B33518FB3}"/>
                  </a:ext>
                </a:extLst>
              </p:cNvPr>
              <p:cNvSpPr/>
              <p:nvPr/>
            </p:nvSpPr>
            <p:spPr>
              <a:xfrm>
                <a:off x="3656357" y="7038879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3" name="矩形 612">
                <a:extLst>
                  <a:ext uri="{FF2B5EF4-FFF2-40B4-BE49-F238E27FC236}">
                    <a16:creationId xmlns:a16="http://schemas.microsoft.com/office/drawing/2014/main" id="{9ACDC26D-3623-8362-B0F8-52BF01ACA767}"/>
                  </a:ext>
                </a:extLst>
              </p:cNvPr>
              <p:cNvSpPr/>
              <p:nvPr/>
            </p:nvSpPr>
            <p:spPr>
              <a:xfrm>
                <a:off x="3811767" y="7038879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4" name="矩形 613">
                <a:extLst>
                  <a:ext uri="{FF2B5EF4-FFF2-40B4-BE49-F238E27FC236}">
                    <a16:creationId xmlns:a16="http://schemas.microsoft.com/office/drawing/2014/main" id="{4AF5F51E-45D8-D058-0507-B6143893702C}"/>
                  </a:ext>
                </a:extLst>
              </p:cNvPr>
              <p:cNvSpPr/>
              <p:nvPr/>
            </p:nvSpPr>
            <p:spPr>
              <a:xfrm>
                <a:off x="3967177" y="7038879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5" name="矩形 614">
                <a:extLst>
                  <a:ext uri="{FF2B5EF4-FFF2-40B4-BE49-F238E27FC236}">
                    <a16:creationId xmlns:a16="http://schemas.microsoft.com/office/drawing/2014/main" id="{87DE4D0D-7583-AC0C-B789-27A568D23CDF}"/>
                  </a:ext>
                </a:extLst>
              </p:cNvPr>
              <p:cNvSpPr/>
              <p:nvPr/>
            </p:nvSpPr>
            <p:spPr>
              <a:xfrm>
                <a:off x="4122587" y="7038879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6" name="矩形 615">
                <a:extLst>
                  <a:ext uri="{FF2B5EF4-FFF2-40B4-BE49-F238E27FC236}">
                    <a16:creationId xmlns:a16="http://schemas.microsoft.com/office/drawing/2014/main" id="{24C4F8F9-5418-C8F6-71E3-7606319331C5}"/>
                  </a:ext>
                </a:extLst>
              </p:cNvPr>
              <p:cNvSpPr/>
              <p:nvPr/>
            </p:nvSpPr>
            <p:spPr>
              <a:xfrm>
                <a:off x="3656357" y="650768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7" name="矩形 616">
                <a:extLst>
                  <a:ext uri="{FF2B5EF4-FFF2-40B4-BE49-F238E27FC236}">
                    <a16:creationId xmlns:a16="http://schemas.microsoft.com/office/drawing/2014/main" id="{22A8450A-9A05-1780-BE46-D9B2B0DE9DC7}"/>
                  </a:ext>
                </a:extLst>
              </p:cNvPr>
              <p:cNvSpPr/>
              <p:nvPr/>
            </p:nvSpPr>
            <p:spPr>
              <a:xfrm>
                <a:off x="3811767" y="650768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8" name="矩形 617">
                <a:extLst>
                  <a:ext uri="{FF2B5EF4-FFF2-40B4-BE49-F238E27FC236}">
                    <a16:creationId xmlns:a16="http://schemas.microsoft.com/office/drawing/2014/main" id="{F7796BBB-1D48-96B4-B8AE-FFD73B3832BD}"/>
                  </a:ext>
                </a:extLst>
              </p:cNvPr>
              <p:cNvSpPr/>
              <p:nvPr/>
            </p:nvSpPr>
            <p:spPr>
              <a:xfrm>
                <a:off x="3967177" y="650768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9" name="矩形 618">
                <a:extLst>
                  <a:ext uri="{FF2B5EF4-FFF2-40B4-BE49-F238E27FC236}">
                    <a16:creationId xmlns:a16="http://schemas.microsoft.com/office/drawing/2014/main" id="{A70362E8-F65D-0FC6-A927-56EE86569818}"/>
                  </a:ext>
                </a:extLst>
              </p:cNvPr>
              <p:cNvSpPr/>
              <p:nvPr/>
            </p:nvSpPr>
            <p:spPr>
              <a:xfrm>
                <a:off x="4122587" y="650768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620" name="椭圆 619">
            <a:extLst>
              <a:ext uri="{FF2B5EF4-FFF2-40B4-BE49-F238E27FC236}">
                <a16:creationId xmlns:a16="http://schemas.microsoft.com/office/drawing/2014/main" id="{61B14B30-8A60-E9B8-4886-ABE891A540D2}"/>
              </a:ext>
            </a:extLst>
          </p:cNvPr>
          <p:cNvSpPr/>
          <p:nvPr/>
        </p:nvSpPr>
        <p:spPr>
          <a:xfrm rot="5400000">
            <a:off x="4799131" y="1468112"/>
            <a:ext cx="322854" cy="32384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cs typeface="Arial" panose="020B0604020202020204" pitchFamily="34" charset="0"/>
              </a:rPr>
              <a:t>1</a:t>
            </a:r>
            <a:endParaRPr lang="zh-CN" altLang="en-US" sz="2400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621" name="椭圆 620">
            <a:extLst>
              <a:ext uri="{FF2B5EF4-FFF2-40B4-BE49-F238E27FC236}">
                <a16:creationId xmlns:a16="http://schemas.microsoft.com/office/drawing/2014/main" id="{C8F8F00E-E6F4-3517-90B6-4F16CA95FFB1}"/>
              </a:ext>
            </a:extLst>
          </p:cNvPr>
          <p:cNvSpPr/>
          <p:nvPr/>
        </p:nvSpPr>
        <p:spPr>
          <a:xfrm rot="5400000">
            <a:off x="4799131" y="2169048"/>
            <a:ext cx="322854" cy="323843"/>
          </a:xfrm>
          <a:prstGeom prst="ellipse">
            <a:avLst/>
          </a:prstGeom>
          <a:noFill/>
          <a:ln w="28575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cs typeface="Arial" panose="020B0604020202020204" pitchFamily="34" charset="0"/>
              </a:rPr>
              <a:t>3</a:t>
            </a:r>
            <a:endParaRPr lang="zh-CN" altLang="en-US" sz="2400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622" name="椭圆 621">
            <a:extLst>
              <a:ext uri="{FF2B5EF4-FFF2-40B4-BE49-F238E27FC236}">
                <a16:creationId xmlns:a16="http://schemas.microsoft.com/office/drawing/2014/main" id="{CEE169B8-3F4F-BA30-2C6E-26A40FA26B21}"/>
              </a:ext>
            </a:extLst>
          </p:cNvPr>
          <p:cNvSpPr/>
          <p:nvPr/>
        </p:nvSpPr>
        <p:spPr>
          <a:xfrm rot="5400000">
            <a:off x="4137206" y="1468112"/>
            <a:ext cx="322854" cy="32384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cs typeface="Arial" panose="020B0604020202020204" pitchFamily="34" charset="0"/>
              </a:rPr>
              <a:t>0</a:t>
            </a:r>
            <a:endParaRPr lang="zh-CN" altLang="en-US" sz="2400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623" name="椭圆 622">
            <a:extLst>
              <a:ext uri="{FF2B5EF4-FFF2-40B4-BE49-F238E27FC236}">
                <a16:creationId xmlns:a16="http://schemas.microsoft.com/office/drawing/2014/main" id="{C84C3908-7C9F-5473-C82C-5BCFF2E07EC8}"/>
              </a:ext>
            </a:extLst>
          </p:cNvPr>
          <p:cNvSpPr/>
          <p:nvPr/>
        </p:nvSpPr>
        <p:spPr>
          <a:xfrm rot="5400000">
            <a:off x="4137206" y="2169048"/>
            <a:ext cx="322854" cy="323843"/>
          </a:xfrm>
          <a:prstGeom prst="ellipse">
            <a:avLst/>
          </a:prstGeom>
          <a:noFill/>
          <a:ln w="28575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cs typeface="Arial" panose="020B0604020202020204" pitchFamily="34" charset="0"/>
              </a:rPr>
              <a:t>2</a:t>
            </a:r>
            <a:endParaRPr lang="zh-CN" altLang="en-US" sz="2400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cxnSp>
        <p:nvCxnSpPr>
          <p:cNvPr id="624" name="直接连接符 510">
            <a:extLst>
              <a:ext uri="{FF2B5EF4-FFF2-40B4-BE49-F238E27FC236}">
                <a16:creationId xmlns:a16="http://schemas.microsoft.com/office/drawing/2014/main" id="{C5106AD9-7123-4D0D-601D-32ACB97A5C52}"/>
              </a:ext>
            </a:extLst>
          </p:cNvPr>
          <p:cNvCxnSpPr>
            <a:cxnSpLocks/>
          </p:cNvCxnSpPr>
          <p:nvPr/>
        </p:nvCxnSpPr>
        <p:spPr>
          <a:xfrm flipH="1">
            <a:off x="4462016" y="1630026"/>
            <a:ext cx="328224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25" name="直接连接符 511">
            <a:extLst>
              <a:ext uri="{FF2B5EF4-FFF2-40B4-BE49-F238E27FC236}">
                <a16:creationId xmlns:a16="http://schemas.microsoft.com/office/drawing/2014/main" id="{6EF9AB65-2046-24CE-7035-463E23A79672}"/>
              </a:ext>
            </a:extLst>
          </p:cNvPr>
          <p:cNvCxnSpPr>
            <a:cxnSpLocks/>
          </p:cNvCxnSpPr>
          <p:nvPr/>
        </p:nvCxnSpPr>
        <p:spPr>
          <a:xfrm>
            <a:off x="4298634" y="1791461"/>
            <a:ext cx="0" cy="378082"/>
          </a:xfrm>
          <a:prstGeom prst="line">
            <a:avLst/>
          </a:prstGeom>
          <a:ln w="28575">
            <a:solidFill>
              <a:schemeClr val="tx1"/>
            </a:solidFill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26" name="直接连接符 512">
            <a:extLst>
              <a:ext uri="{FF2B5EF4-FFF2-40B4-BE49-F238E27FC236}">
                <a16:creationId xmlns:a16="http://schemas.microsoft.com/office/drawing/2014/main" id="{975782C0-F1D0-D2EC-6EEF-4E95C7553954}"/>
              </a:ext>
            </a:extLst>
          </p:cNvPr>
          <p:cNvCxnSpPr>
            <a:cxnSpLocks/>
          </p:cNvCxnSpPr>
          <p:nvPr/>
        </p:nvCxnSpPr>
        <p:spPr>
          <a:xfrm flipV="1">
            <a:off x="4960558" y="1789280"/>
            <a:ext cx="0" cy="380257"/>
          </a:xfrm>
          <a:prstGeom prst="line">
            <a:avLst/>
          </a:prstGeom>
          <a:ln w="28575">
            <a:solidFill>
              <a:schemeClr val="tx1"/>
            </a:solidFill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27" name="直接连接符 513">
            <a:extLst>
              <a:ext uri="{FF2B5EF4-FFF2-40B4-BE49-F238E27FC236}">
                <a16:creationId xmlns:a16="http://schemas.microsoft.com/office/drawing/2014/main" id="{1CC0412A-6D55-96F0-C3BE-7D2625CF6C71}"/>
              </a:ext>
            </a:extLst>
          </p:cNvPr>
          <p:cNvCxnSpPr>
            <a:cxnSpLocks/>
            <a:stCxn id="621" idx="3"/>
            <a:endCxn id="622" idx="7"/>
          </p:cNvCxnSpPr>
          <p:nvPr/>
        </p:nvCxnSpPr>
        <p:spPr>
          <a:xfrm flipH="1" flipV="1">
            <a:off x="4413130" y="1744180"/>
            <a:ext cx="432934" cy="472644"/>
          </a:xfrm>
          <a:prstGeom prst="line">
            <a:avLst/>
          </a:prstGeom>
          <a:ln w="28575">
            <a:solidFill>
              <a:schemeClr val="tx1"/>
            </a:solidFill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660" name="组合 659">
            <a:extLst>
              <a:ext uri="{FF2B5EF4-FFF2-40B4-BE49-F238E27FC236}">
                <a16:creationId xmlns:a16="http://schemas.microsoft.com/office/drawing/2014/main" id="{9E3841E7-DCA7-3F77-B007-9A234D5F920B}"/>
              </a:ext>
            </a:extLst>
          </p:cNvPr>
          <p:cNvGrpSpPr/>
          <p:nvPr/>
        </p:nvGrpSpPr>
        <p:grpSpPr>
          <a:xfrm>
            <a:off x="3191103" y="1349068"/>
            <a:ext cx="821650" cy="536436"/>
            <a:chOff x="5408615" y="10123996"/>
            <a:chExt cx="532461" cy="339599"/>
          </a:xfrm>
        </p:grpSpPr>
        <p:grpSp>
          <p:nvGrpSpPr>
            <p:cNvPr id="661" name="组合 660">
              <a:extLst>
                <a:ext uri="{FF2B5EF4-FFF2-40B4-BE49-F238E27FC236}">
                  <a16:creationId xmlns:a16="http://schemas.microsoft.com/office/drawing/2014/main" id="{B6E19F92-59D0-3A5A-44DC-80DCE37715EE}"/>
                </a:ext>
              </a:extLst>
            </p:cNvPr>
            <p:cNvGrpSpPr/>
            <p:nvPr/>
          </p:nvGrpSpPr>
          <p:grpSpPr>
            <a:xfrm rot="5400000">
              <a:off x="5598460" y="9934151"/>
              <a:ext cx="152772" cy="532461"/>
              <a:chOff x="800913" y="5270079"/>
              <a:chExt cx="152772" cy="532461"/>
            </a:xfrm>
          </p:grpSpPr>
          <p:sp>
            <p:nvSpPr>
              <p:cNvPr id="667" name="矩形 666">
                <a:extLst>
                  <a:ext uri="{FF2B5EF4-FFF2-40B4-BE49-F238E27FC236}">
                    <a16:creationId xmlns:a16="http://schemas.microsoft.com/office/drawing/2014/main" id="{413B4C85-B83E-0766-3A5D-5B71F9029E7C}"/>
                  </a:ext>
                </a:extLst>
              </p:cNvPr>
              <p:cNvSpPr/>
              <p:nvPr/>
            </p:nvSpPr>
            <p:spPr>
              <a:xfrm flipH="1">
                <a:off x="800913" y="5270079"/>
                <a:ext cx="152769" cy="133117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68" name="矩形 667">
                <a:extLst>
                  <a:ext uri="{FF2B5EF4-FFF2-40B4-BE49-F238E27FC236}">
                    <a16:creationId xmlns:a16="http://schemas.microsoft.com/office/drawing/2014/main" id="{24BFEBF9-67BA-B220-6621-3BC8DF939590}"/>
                  </a:ext>
                </a:extLst>
              </p:cNvPr>
              <p:cNvSpPr/>
              <p:nvPr/>
            </p:nvSpPr>
            <p:spPr>
              <a:xfrm flipH="1">
                <a:off x="800918" y="5403192"/>
                <a:ext cx="152767" cy="133117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69" name="矩形 668">
                <a:extLst>
                  <a:ext uri="{FF2B5EF4-FFF2-40B4-BE49-F238E27FC236}">
                    <a16:creationId xmlns:a16="http://schemas.microsoft.com/office/drawing/2014/main" id="{09256657-33EA-32B4-1E8D-2CD8F7D017F2}"/>
                  </a:ext>
                </a:extLst>
              </p:cNvPr>
              <p:cNvSpPr/>
              <p:nvPr/>
            </p:nvSpPr>
            <p:spPr>
              <a:xfrm flipH="1">
                <a:off x="800924" y="5536310"/>
                <a:ext cx="152760" cy="133117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70" name="矩形 669">
                <a:extLst>
                  <a:ext uri="{FF2B5EF4-FFF2-40B4-BE49-F238E27FC236}">
                    <a16:creationId xmlns:a16="http://schemas.microsoft.com/office/drawing/2014/main" id="{66D853C6-03C5-8349-B103-796D75787473}"/>
                  </a:ext>
                </a:extLst>
              </p:cNvPr>
              <p:cNvSpPr/>
              <p:nvPr/>
            </p:nvSpPr>
            <p:spPr>
              <a:xfrm flipH="1">
                <a:off x="800925" y="5669423"/>
                <a:ext cx="152760" cy="133117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662" name="组合 661">
              <a:extLst>
                <a:ext uri="{FF2B5EF4-FFF2-40B4-BE49-F238E27FC236}">
                  <a16:creationId xmlns:a16="http://schemas.microsoft.com/office/drawing/2014/main" id="{A0B01061-6719-DFB1-EEFF-084ADA4E6DF6}"/>
                </a:ext>
              </a:extLst>
            </p:cNvPr>
            <p:cNvGrpSpPr/>
            <p:nvPr/>
          </p:nvGrpSpPr>
          <p:grpSpPr>
            <a:xfrm rot="5400000">
              <a:off x="5598460" y="10120978"/>
              <a:ext cx="152772" cy="532461"/>
              <a:chOff x="800913" y="5270079"/>
              <a:chExt cx="152772" cy="532461"/>
            </a:xfrm>
          </p:grpSpPr>
          <p:sp>
            <p:nvSpPr>
              <p:cNvPr id="663" name="矩形 662">
                <a:extLst>
                  <a:ext uri="{FF2B5EF4-FFF2-40B4-BE49-F238E27FC236}">
                    <a16:creationId xmlns:a16="http://schemas.microsoft.com/office/drawing/2014/main" id="{CC28B0C1-42E8-746B-4BEC-F0CABFEFFA9C}"/>
                  </a:ext>
                </a:extLst>
              </p:cNvPr>
              <p:cNvSpPr/>
              <p:nvPr/>
            </p:nvSpPr>
            <p:spPr>
              <a:xfrm flipH="1">
                <a:off x="800913" y="5270079"/>
                <a:ext cx="152769" cy="133117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64" name="矩形 663">
                <a:extLst>
                  <a:ext uri="{FF2B5EF4-FFF2-40B4-BE49-F238E27FC236}">
                    <a16:creationId xmlns:a16="http://schemas.microsoft.com/office/drawing/2014/main" id="{B40BA0C4-2885-25F8-A8AE-3425EE3D8745}"/>
                  </a:ext>
                </a:extLst>
              </p:cNvPr>
              <p:cNvSpPr/>
              <p:nvPr/>
            </p:nvSpPr>
            <p:spPr>
              <a:xfrm flipH="1">
                <a:off x="800918" y="5403192"/>
                <a:ext cx="152767" cy="133117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65" name="矩形 664">
                <a:extLst>
                  <a:ext uri="{FF2B5EF4-FFF2-40B4-BE49-F238E27FC236}">
                    <a16:creationId xmlns:a16="http://schemas.microsoft.com/office/drawing/2014/main" id="{C1EE3E03-16B7-A5C6-EB1E-977478935DA9}"/>
                  </a:ext>
                </a:extLst>
              </p:cNvPr>
              <p:cNvSpPr/>
              <p:nvPr/>
            </p:nvSpPr>
            <p:spPr>
              <a:xfrm flipH="1">
                <a:off x="800924" y="5536310"/>
                <a:ext cx="152760" cy="133117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66" name="矩形 665">
                <a:extLst>
                  <a:ext uri="{FF2B5EF4-FFF2-40B4-BE49-F238E27FC236}">
                    <a16:creationId xmlns:a16="http://schemas.microsoft.com/office/drawing/2014/main" id="{2C6800D2-1759-4940-92D0-FE9E4930FB77}"/>
                  </a:ext>
                </a:extLst>
              </p:cNvPr>
              <p:cNvSpPr/>
              <p:nvPr/>
            </p:nvSpPr>
            <p:spPr>
              <a:xfrm flipH="1">
                <a:off x="800925" y="5669423"/>
                <a:ext cx="152760" cy="133117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671" name="组合 670">
            <a:extLst>
              <a:ext uri="{FF2B5EF4-FFF2-40B4-BE49-F238E27FC236}">
                <a16:creationId xmlns:a16="http://schemas.microsoft.com/office/drawing/2014/main" id="{8AD8BCCA-205E-FF16-A797-324CEE2B4B5C}"/>
              </a:ext>
            </a:extLst>
          </p:cNvPr>
          <p:cNvGrpSpPr/>
          <p:nvPr/>
        </p:nvGrpSpPr>
        <p:grpSpPr>
          <a:xfrm>
            <a:off x="3180736" y="4342336"/>
            <a:ext cx="821650" cy="536436"/>
            <a:chOff x="5408615" y="10123996"/>
            <a:chExt cx="532461" cy="339599"/>
          </a:xfrm>
        </p:grpSpPr>
        <p:grpSp>
          <p:nvGrpSpPr>
            <p:cNvPr id="672" name="组合 671">
              <a:extLst>
                <a:ext uri="{FF2B5EF4-FFF2-40B4-BE49-F238E27FC236}">
                  <a16:creationId xmlns:a16="http://schemas.microsoft.com/office/drawing/2014/main" id="{E39FCA95-C9DD-EFD7-5DA6-BCAAE5242FF4}"/>
                </a:ext>
              </a:extLst>
            </p:cNvPr>
            <p:cNvGrpSpPr/>
            <p:nvPr/>
          </p:nvGrpSpPr>
          <p:grpSpPr>
            <a:xfrm rot="5400000">
              <a:off x="5598460" y="9934151"/>
              <a:ext cx="152772" cy="532461"/>
              <a:chOff x="800913" y="5270079"/>
              <a:chExt cx="152772" cy="532461"/>
            </a:xfrm>
          </p:grpSpPr>
          <p:sp>
            <p:nvSpPr>
              <p:cNvPr id="678" name="矩形 677">
                <a:extLst>
                  <a:ext uri="{FF2B5EF4-FFF2-40B4-BE49-F238E27FC236}">
                    <a16:creationId xmlns:a16="http://schemas.microsoft.com/office/drawing/2014/main" id="{86A6B7D6-531B-F469-60CE-E02584F53269}"/>
                  </a:ext>
                </a:extLst>
              </p:cNvPr>
              <p:cNvSpPr/>
              <p:nvPr/>
            </p:nvSpPr>
            <p:spPr>
              <a:xfrm flipH="1">
                <a:off x="800913" y="5270079"/>
                <a:ext cx="152769" cy="133117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79" name="矩形 678">
                <a:extLst>
                  <a:ext uri="{FF2B5EF4-FFF2-40B4-BE49-F238E27FC236}">
                    <a16:creationId xmlns:a16="http://schemas.microsoft.com/office/drawing/2014/main" id="{A386126E-F0C1-4D71-DEE1-FC9F46BE7D98}"/>
                  </a:ext>
                </a:extLst>
              </p:cNvPr>
              <p:cNvSpPr/>
              <p:nvPr/>
            </p:nvSpPr>
            <p:spPr>
              <a:xfrm flipH="1">
                <a:off x="800918" y="5403192"/>
                <a:ext cx="152767" cy="133117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80" name="矩形 679">
                <a:extLst>
                  <a:ext uri="{FF2B5EF4-FFF2-40B4-BE49-F238E27FC236}">
                    <a16:creationId xmlns:a16="http://schemas.microsoft.com/office/drawing/2014/main" id="{7F5B0C91-281A-68CE-3826-7F26BE1F159F}"/>
                  </a:ext>
                </a:extLst>
              </p:cNvPr>
              <p:cNvSpPr/>
              <p:nvPr/>
            </p:nvSpPr>
            <p:spPr>
              <a:xfrm flipH="1">
                <a:off x="800924" y="5536310"/>
                <a:ext cx="152760" cy="133117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81" name="矩形 680">
                <a:extLst>
                  <a:ext uri="{FF2B5EF4-FFF2-40B4-BE49-F238E27FC236}">
                    <a16:creationId xmlns:a16="http://schemas.microsoft.com/office/drawing/2014/main" id="{F2E02B0E-D48F-9524-3020-E64776428DA3}"/>
                  </a:ext>
                </a:extLst>
              </p:cNvPr>
              <p:cNvSpPr/>
              <p:nvPr/>
            </p:nvSpPr>
            <p:spPr>
              <a:xfrm flipH="1">
                <a:off x="800925" y="5669423"/>
                <a:ext cx="152760" cy="133117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673" name="组合 672">
              <a:extLst>
                <a:ext uri="{FF2B5EF4-FFF2-40B4-BE49-F238E27FC236}">
                  <a16:creationId xmlns:a16="http://schemas.microsoft.com/office/drawing/2014/main" id="{864A1A91-018D-B648-4C96-2BFE4DA3FDA3}"/>
                </a:ext>
              </a:extLst>
            </p:cNvPr>
            <p:cNvGrpSpPr/>
            <p:nvPr/>
          </p:nvGrpSpPr>
          <p:grpSpPr>
            <a:xfrm rot="5400000">
              <a:off x="5598460" y="10120978"/>
              <a:ext cx="152772" cy="532461"/>
              <a:chOff x="800913" y="5270079"/>
              <a:chExt cx="152772" cy="532461"/>
            </a:xfrm>
          </p:grpSpPr>
          <p:sp>
            <p:nvSpPr>
              <p:cNvPr id="674" name="矩形 673">
                <a:extLst>
                  <a:ext uri="{FF2B5EF4-FFF2-40B4-BE49-F238E27FC236}">
                    <a16:creationId xmlns:a16="http://schemas.microsoft.com/office/drawing/2014/main" id="{8B078FE0-ACD1-219C-AF4A-E7DA613E9962}"/>
                  </a:ext>
                </a:extLst>
              </p:cNvPr>
              <p:cNvSpPr/>
              <p:nvPr/>
            </p:nvSpPr>
            <p:spPr>
              <a:xfrm flipH="1">
                <a:off x="800913" y="5270079"/>
                <a:ext cx="152769" cy="133117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75" name="矩形 674">
                <a:extLst>
                  <a:ext uri="{FF2B5EF4-FFF2-40B4-BE49-F238E27FC236}">
                    <a16:creationId xmlns:a16="http://schemas.microsoft.com/office/drawing/2014/main" id="{74A90A3C-A303-DEF6-3594-E74D7AC02818}"/>
                  </a:ext>
                </a:extLst>
              </p:cNvPr>
              <p:cNvSpPr/>
              <p:nvPr/>
            </p:nvSpPr>
            <p:spPr>
              <a:xfrm flipH="1">
                <a:off x="800918" y="5403192"/>
                <a:ext cx="152767" cy="133117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76" name="矩形 675">
                <a:extLst>
                  <a:ext uri="{FF2B5EF4-FFF2-40B4-BE49-F238E27FC236}">
                    <a16:creationId xmlns:a16="http://schemas.microsoft.com/office/drawing/2014/main" id="{05AAEC69-EC7F-693E-8E81-86A5D243CE55}"/>
                  </a:ext>
                </a:extLst>
              </p:cNvPr>
              <p:cNvSpPr/>
              <p:nvPr/>
            </p:nvSpPr>
            <p:spPr>
              <a:xfrm flipH="1">
                <a:off x="800924" y="5536310"/>
                <a:ext cx="152760" cy="133117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77" name="矩形 676">
                <a:extLst>
                  <a:ext uri="{FF2B5EF4-FFF2-40B4-BE49-F238E27FC236}">
                    <a16:creationId xmlns:a16="http://schemas.microsoft.com/office/drawing/2014/main" id="{E81C3584-A1DE-F4B3-F334-02BEF654D8A1}"/>
                  </a:ext>
                </a:extLst>
              </p:cNvPr>
              <p:cNvSpPr/>
              <p:nvPr/>
            </p:nvSpPr>
            <p:spPr>
              <a:xfrm flipH="1">
                <a:off x="800925" y="5669423"/>
                <a:ext cx="152760" cy="133117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82" name="文本框 681">
                <a:extLst>
                  <a:ext uri="{FF2B5EF4-FFF2-40B4-BE49-F238E27FC236}">
                    <a16:creationId xmlns:a16="http://schemas.microsoft.com/office/drawing/2014/main" id="{487A5239-CF2E-91F2-1221-FB586B0C3A9B}"/>
                  </a:ext>
                </a:extLst>
              </p:cNvPr>
              <p:cNvSpPr txBox="1"/>
              <p:nvPr/>
            </p:nvSpPr>
            <p:spPr>
              <a:xfrm>
                <a:off x="3156098" y="4918088"/>
                <a:ext cx="1071288" cy="461665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1" i="1" dirty="0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altLang="zh-CN" sz="2400" b="1" i="1" dirty="0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𝑿</m:t>
                          </m:r>
                        </m:e>
                        <m:sub>
                          <m:r>
                            <a:rPr lang="en-US" altLang="zh-CN" sz="2400" b="1" i="1" dirty="0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𝟎</m:t>
                          </m:r>
                        </m:sub>
                      </m:sSub>
                    </m:oMath>
                  </m:oMathPara>
                </a14:m>
                <a:endParaRPr lang="zh-CN" altLang="en-US" sz="2400" b="1" dirty="0">
                  <a:solidFill>
                    <a:schemeClr val="accent6"/>
                  </a:solidFill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82" name="文本框 681">
                <a:extLst>
                  <a:ext uri="{FF2B5EF4-FFF2-40B4-BE49-F238E27FC236}">
                    <a16:creationId xmlns:a16="http://schemas.microsoft.com/office/drawing/2014/main" id="{487A5239-CF2E-91F2-1221-FB586B0C3A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56098" y="4918088"/>
                <a:ext cx="1071288" cy="461665"/>
              </a:xfrm>
              <a:prstGeom prst="rect">
                <a:avLst/>
              </a:prstGeom>
              <a:blipFill>
                <a:blip r:embed="rId4"/>
                <a:stretch>
                  <a:fillRect b="-1316"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83" name="直接连接符 699">
            <a:extLst>
              <a:ext uri="{FF2B5EF4-FFF2-40B4-BE49-F238E27FC236}">
                <a16:creationId xmlns:a16="http://schemas.microsoft.com/office/drawing/2014/main" id="{77CB26EC-02A6-E430-E8E8-B9706DAD462C}"/>
              </a:ext>
            </a:extLst>
          </p:cNvPr>
          <p:cNvCxnSpPr>
            <a:cxnSpLocks/>
          </p:cNvCxnSpPr>
          <p:nvPr/>
        </p:nvCxnSpPr>
        <p:spPr>
          <a:xfrm flipV="1">
            <a:off x="3335154" y="2971159"/>
            <a:ext cx="8784500" cy="22839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矩形 32">
            <a:extLst>
              <a:ext uri="{FF2B5EF4-FFF2-40B4-BE49-F238E27FC236}">
                <a16:creationId xmlns:a16="http://schemas.microsoft.com/office/drawing/2014/main" id="{EF4475DF-70D7-5275-A028-FE7CF81D4C2C}"/>
              </a:ext>
            </a:extLst>
          </p:cNvPr>
          <p:cNvSpPr/>
          <p:nvPr/>
        </p:nvSpPr>
        <p:spPr>
          <a:xfrm flipV="1">
            <a:off x="5301029" y="1212605"/>
            <a:ext cx="2096150" cy="116071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椭圆 37">
            <a:extLst>
              <a:ext uri="{FF2B5EF4-FFF2-40B4-BE49-F238E27FC236}">
                <a16:creationId xmlns:a16="http://schemas.microsoft.com/office/drawing/2014/main" id="{7FB739CD-791A-0FB3-4128-46705358A419}"/>
              </a:ext>
            </a:extLst>
          </p:cNvPr>
          <p:cNvSpPr/>
          <p:nvPr/>
        </p:nvSpPr>
        <p:spPr>
          <a:xfrm rot="5400000">
            <a:off x="6178264" y="1532683"/>
            <a:ext cx="270678" cy="277715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endParaRPr lang="zh-CN" altLang="en-US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椭圆 38">
            <a:extLst>
              <a:ext uri="{FF2B5EF4-FFF2-40B4-BE49-F238E27FC236}">
                <a16:creationId xmlns:a16="http://schemas.microsoft.com/office/drawing/2014/main" id="{DF9E74C5-C0D2-2C6F-D8AF-B3AEE1BA22B8}"/>
              </a:ext>
            </a:extLst>
          </p:cNvPr>
          <p:cNvSpPr/>
          <p:nvPr/>
        </p:nvSpPr>
        <p:spPr>
          <a:xfrm rot="5400000">
            <a:off x="6181948" y="1875873"/>
            <a:ext cx="270678" cy="277715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zh-CN" altLang="en-US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C6108A46-D6CE-E8FE-5AB1-06F729CC97C4}"/>
              </a:ext>
            </a:extLst>
          </p:cNvPr>
          <p:cNvGrpSpPr/>
          <p:nvPr/>
        </p:nvGrpSpPr>
        <p:grpSpPr>
          <a:xfrm rot="5400000">
            <a:off x="5653709" y="1338387"/>
            <a:ext cx="202322" cy="704614"/>
            <a:chOff x="800913" y="5270079"/>
            <a:chExt cx="152772" cy="532461"/>
          </a:xfrm>
        </p:grpSpPr>
        <p:sp>
          <p:nvSpPr>
            <p:cNvPr id="41" name="矩形 40">
              <a:extLst>
                <a:ext uri="{FF2B5EF4-FFF2-40B4-BE49-F238E27FC236}">
                  <a16:creationId xmlns:a16="http://schemas.microsoft.com/office/drawing/2014/main" id="{0819DEF3-2995-324F-641C-075CEA7F8119}"/>
                </a:ext>
              </a:extLst>
            </p:cNvPr>
            <p:cNvSpPr/>
            <p:nvPr/>
          </p:nvSpPr>
          <p:spPr>
            <a:xfrm flipH="1">
              <a:off x="800913" y="5270079"/>
              <a:ext cx="152769" cy="133117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" name="矩形 41">
              <a:extLst>
                <a:ext uri="{FF2B5EF4-FFF2-40B4-BE49-F238E27FC236}">
                  <a16:creationId xmlns:a16="http://schemas.microsoft.com/office/drawing/2014/main" id="{0D254249-B573-66FA-9663-D3DF525ED10D}"/>
                </a:ext>
              </a:extLst>
            </p:cNvPr>
            <p:cNvSpPr/>
            <p:nvPr/>
          </p:nvSpPr>
          <p:spPr>
            <a:xfrm flipH="1">
              <a:off x="800918" y="5403192"/>
              <a:ext cx="152767" cy="133117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" name="矩形 42">
              <a:extLst>
                <a:ext uri="{FF2B5EF4-FFF2-40B4-BE49-F238E27FC236}">
                  <a16:creationId xmlns:a16="http://schemas.microsoft.com/office/drawing/2014/main" id="{FB4C95F4-819C-65AC-F7E4-B196335B5B10}"/>
                </a:ext>
              </a:extLst>
            </p:cNvPr>
            <p:cNvSpPr/>
            <p:nvPr/>
          </p:nvSpPr>
          <p:spPr>
            <a:xfrm flipH="1">
              <a:off x="800924" y="5536310"/>
              <a:ext cx="152760" cy="133117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矩形 43">
              <a:extLst>
                <a:ext uri="{FF2B5EF4-FFF2-40B4-BE49-F238E27FC236}">
                  <a16:creationId xmlns:a16="http://schemas.microsoft.com/office/drawing/2014/main" id="{2AA405BF-82A5-C9A8-2F73-D0BADDDBA65C}"/>
                </a:ext>
              </a:extLst>
            </p:cNvPr>
            <p:cNvSpPr/>
            <p:nvPr/>
          </p:nvSpPr>
          <p:spPr>
            <a:xfrm flipH="1">
              <a:off x="800925" y="5669423"/>
              <a:ext cx="152760" cy="133117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5" name="组合 44">
            <a:extLst>
              <a:ext uri="{FF2B5EF4-FFF2-40B4-BE49-F238E27FC236}">
                <a16:creationId xmlns:a16="http://schemas.microsoft.com/office/drawing/2014/main" id="{81799FAB-789E-335B-C5CF-91DEEE167614}"/>
              </a:ext>
            </a:extLst>
          </p:cNvPr>
          <p:cNvGrpSpPr/>
          <p:nvPr/>
        </p:nvGrpSpPr>
        <p:grpSpPr>
          <a:xfrm rot="5400000">
            <a:off x="5653707" y="1687394"/>
            <a:ext cx="202322" cy="704614"/>
            <a:chOff x="800913" y="5270079"/>
            <a:chExt cx="152772" cy="532461"/>
          </a:xfrm>
        </p:grpSpPr>
        <p:sp>
          <p:nvSpPr>
            <p:cNvPr id="46" name="矩形 45">
              <a:extLst>
                <a:ext uri="{FF2B5EF4-FFF2-40B4-BE49-F238E27FC236}">
                  <a16:creationId xmlns:a16="http://schemas.microsoft.com/office/drawing/2014/main" id="{1FCB1EC8-2C11-BE77-6969-E44C6FC99CE7}"/>
                </a:ext>
              </a:extLst>
            </p:cNvPr>
            <p:cNvSpPr/>
            <p:nvPr/>
          </p:nvSpPr>
          <p:spPr>
            <a:xfrm flipH="1">
              <a:off x="800913" y="5270079"/>
              <a:ext cx="152769" cy="133117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" name="矩形 46">
              <a:extLst>
                <a:ext uri="{FF2B5EF4-FFF2-40B4-BE49-F238E27FC236}">
                  <a16:creationId xmlns:a16="http://schemas.microsoft.com/office/drawing/2014/main" id="{0F04A3EA-9A35-84B6-C27D-DEBA8B807E23}"/>
                </a:ext>
              </a:extLst>
            </p:cNvPr>
            <p:cNvSpPr/>
            <p:nvPr/>
          </p:nvSpPr>
          <p:spPr>
            <a:xfrm flipH="1">
              <a:off x="800918" y="5403192"/>
              <a:ext cx="152767" cy="133117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" name="矩形 47">
              <a:extLst>
                <a:ext uri="{FF2B5EF4-FFF2-40B4-BE49-F238E27FC236}">
                  <a16:creationId xmlns:a16="http://schemas.microsoft.com/office/drawing/2014/main" id="{710F357C-4B50-A480-C986-08351891EA84}"/>
                </a:ext>
              </a:extLst>
            </p:cNvPr>
            <p:cNvSpPr/>
            <p:nvPr/>
          </p:nvSpPr>
          <p:spPr>
            <a:xfrm flipH="1">
              <a:off x="800924" y="5536310"/>
              <a:ext cx="152760" cy="133117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" name="矩形 48">
              <a:extLst>
                <a:ext uri="{FF2B5EF4-FFF2-40B4-BE49-F238E27FC236}">
                  <a16:creationId xmlns:a16="http://schemas.microsoft.com/office/drawing/2014/main" id="{03A9F90D-EA5A-C8A8-FC4D-EB11FB38135E}"/>
                </a:ext>
              </a:extLst>
            </p:cNvPr>
            <p:cNvSpPr/>
            <p:nvPr/>
          </p:nvSpPr>
          <p:spPr>
            <a:xfrm flipH="1">
              <a:off x="800925" y="5669423"/>
              <a:ext cx="152760" cy="133117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576" name="组合 575">
            <a:extLst>
              <a:ext uri="{FF2B5EF4-FFF2-40B4-BE49-F238E27FC236}">
                <a16:creationId xmlns:a16="http://schemas.microsoft.com/office/drawing/2014/main" id="{8F61D239-6C35-9BDC-07D3-32C5ED360AAB}"/>
              </a:ext>
            </a:extLst>
          </p:cNvPr>
          <p:cNvGrpSpPr/>
          <p:nvPr/>
        </p:nvGrpSpPr>
        <p:grpSpPr>
          <a:xfrm>
            <a:off x="6696167" y="1367271"/>
            <a:ext cx="610665" cy="879151"/>
            <a:chOff x="6116209" y="1036604"/>
            <a:chExt cx="391184" cy="590828"/>
          </a:xfrm>
        </p:grpSpPr>
        <p:sp>
          <p:nvSpPr>
            <p:cNvPr id="577" name="流程图: 接点 566">
              <a:extLst>
                <a:ext uri="{FF2B5EF4-FFF2-40B4-BE49-F238E27FC236}">
                  <a16:creationId xmlns:a16="http://schemas.microsoft.com/office/drawing/2014/main" id="{4DA20133-3080-FA54-B9ED-AFE1ECCBEEB7}"/>
                </a:ext>
              </a:extLst>
            </p:cNvPr>
            <p:cNvSpPr/>
            <p:nvPr/>
          </p:nvSpPr>
          <p:spPr>
            <a:xfrm>
              <a:off x="6116209" y="1036604"/>
              <a:ext cx="125672" cy="125837"/>
            </a:xfrm>
            <a:prstGeom prst="flowChartConnector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78" name="流程图: 接点 566">
              <a:extLst>
                <a:ext uri="{FF2B5EF4-FFF2-40B4-BE49-F238E27FC236}">
                  <a16:creationId xmlns:a16="http://schemas.microsoft.com/office/drawing/2014/main" id="{56F418C4-D198-F7DF-A35A-A639198587E3}"/>
                </a:ext>
              </a:extLst>
            </p:cNvPr>
            <p:cNvSpPr/>
            <p:nvPr/>
          </p:nvSpPr>
          <p:spPr>
            <a:xfrm>
              <a:off x="6116209" y="1191601"/>
              <a:ext cx="125672" cy="125837"/>
            </a:xfrm>
            <a:prstGeom prst="flowChartConnector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79" name="流程图: 接点 566">
              <a:extLst>
                <a:ext uri="{FF2B5EF4-FFF2-40B4-BE49-F238E27FC236}">
                  <a16:creationId xmlns:a16="http://schemas.microsoft.com/office/drawing/2014/main" id="{3FC3879A-C303-1613-29F4-0AD2478BF9A6}"/>
                </a:ext>
              </a:extLst>
            </p:cNvPr>
            <p:cNvSpPr/>
            <p:nvPr/>
          </p:nvSpPr>
          <p:spPr>
            <a:xfrm>
              <a:off x="6116209" y="1501595"/>
              <a:ext cx="125672" cy="125837"/>
            </a:xfrm>
            <a:prstGeom prst="flowChartConnector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80" name="流程图: 接点 566">
              <a:extLst>
                <a:ext uri="{FF2B5EF4-FFF2-40B4-BE49-F238E27FC236}">
                  <a16:creationId xmlns:a16="http://schemas.microsoft.com/office/drawing/2014/main" id="{EA258454-784B-53BF-5A45-7AD63E8E081D}"/>
                </a:ext>
              </a:extLst>
            </p:cNvPr>
            <p:cNvSpPr/>
            <p:nvPr/>
          </p:nvSpPr>
          <p:spPr>
            <a:xfrm>
              <a:off x="6116209" y="1346598"/>
              <a:ext cx="125672" cy="125837"/>
            </a:xfrm>
            <a:prstGeom prst="flowChartConnector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81" name="流程图: 接点 566">
              <a:extLst>
                <a:ext uri="{FF2B5EF4-FFF2-40B4-BE49-F238E27FC236}">
                  <a16:creationId xmlns:a16="http://schemas.microsoft.com/office/drawing/2014/main" id="{19F69A5A-0734-ACEF-517F-BD957E07FCB0}"/>
                </a:ext>
              </a:extLst>
            </p:cNvPr>
            <p:cNvSpPr/>
            <p:nvPr/>
          </p:nvSpPr>
          <p:spPr>
            <a:xfrm>
              <a:off x="6381721" y="1191280"/>
              <a:ext cx="125672" cy="125837"/>
            </a:xfrm>
            <a:prstGeom prst="flowChartConnector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82" name="流程图: 接点 566">
              <a:extLst>
                <a:ext uri="{FF2B5EF4-FFF2-40B4-BE49-F238E27FC236}">
                  <a16:creationId xmlns:a16="http://schemas.microsoft.com/office/drawing/2014/main" id="{678416B7-C691-F54D-D798-389AA801EE08}"/>
                </a:ext>
              </a:extLst>
            </p:cNvPr>
            <p:cNvSpPr/>
            <p:nvPr/>
          </p:nvSpPr>
          <p:spPr>
            <a:xfrm>
              <a:off x="6381721" y="1346277"/>
              <a:ext cx="125672" cy="125837"/>
            </a:xfrm>
            <a:prstGeom prst="flowChartConnector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583" name="直接连接符 510">
              <a:extLst>
                <a:ext uri="{FF2B5EF4-FFF2-40B4-BE49-F238E27FC236}">
                  <a16:creationId xmlns:a16="http://schemas.microsoft.com/office/drawing/2014/main" id="{0042AB4D-A6C6-ED45-EA8D-3C0ED3F8A0C6}"/>
                </a:ext>
              </a:extLst>
            </p:cNvPr>
            <p:cNvCxnSpPr>
              <a:cxnSpLocks/>
              <a:stCxn id="581" idx="2"/>
              <a:endCxn id="577" idx="6"/>
            </p:cNvCxnSpPr>
            <p:nvPr/>
          </p:nvCxnSpPr>
          <p:spPr>
            <a:xfrm flipH="1" flipV="1">
              <a:off x="6241881" y="1099523"/>
              <a:ext cx="139840" cy="15467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84" name="直接连接符 510">
              <a:extLst>
                <a:ext uri="{FF2B5EF4-FFF2-40B4-BE49-F238E27FC236}">
                  <a16:creationId xmlns:a16="http://schemas.microsoft.com/office/drawing/2014/main" id="{5161D5A1-B491-9768-75AA-C6717CB0BD2B}"/>
                </a:ext>
              </a:extLst>
            </p:cNvPr>
            <p:cNvCxnSpPr>
              <a:cxnSpLocks/>
              <a:stCxn id="581" idx="2"/>
              <a:endCxn id="578" idx="6"/>
            </p:cNvCxnSpPr>
            <p:nvPr/>
          </p:nvCxnSpPr>
          <p:spPr>
            <a:xfrm flipH="1">
              <a:off x="6241881" y="1254199"/>
              <a:ext cx="139840" cy="321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85" name="直接连接符 510">
              <a:extLst>
                <a:ext uri="{FF2B5EF4-FFF2-40B4-BE49-F238E27FC236}">
                  <a16:creationId xmlns:a16="http://schemas.microsoft.com/office/drawing/2014/main" id="{9C715608-6D2D-1A65-5E6F-0B9B029CEA1B}"/>
                </a:ext>
              </a:extLst>
            </p:cNvPr>
            <p:cNvCxnSpPr>
              <a:cxnSpLocks/>
              <a:stCxn id="581" idx="2"/>
              <a:endCxn id="580" idx="6"/>
            </p:cNvCxnSpPr>
            <p:nvPr/>
          </p:nvCxnSpPr>
          <p:spPr>
            <a:xfrm flipH="1">
              <a:off x="6241881" y="1254199"/>
              <a:ext cx="139840" cy="15531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86" name="直接连接符 510">
              <a:extLst>
                <a:ext uri="{FF2B5EF4-FFF2-40B4-BE49-F238E27FC236}">
                  <a16:creationId xmlns:a16="http://schemas.microsoft.com/office/drawing/2014/main" id="{F210796E-FA55-CB07-1743-3426788DFF01}"/>
                </a:ext>
              </a:extLst>
            </p:cNvPr>
            <p:cNvCxnSpPr>
              <a:cxnSpLocks/>
              <a:stCxn id="582" idx="2"/>
              <a:endCxn id="579" idx="6"/>
            </p:cNvCxnSpPr>
            <p:nvPr/>
          </p:nvCxnSpPr>
          <p:spPr>
            <a:xfrm flipH="1">
              <a:off x="6241881" y="1409196"/>
              <a:ext cx="139840" cy="15531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87" name="直接连接符 510">
              <a:extLst>
                <a:ext uri="{FF2B5EF4-FFF2-40B4-BE49-F238E27FC236}">
                  <a16:creationId xmlns:a16="http://schemas.microsoft.com/office/drawing/2014/main" id="{BCD188EF-E510-0F6C-BAE5-9D7DE8F24880}"/>
                </a:ext>
              </a:extLst>
            </p:cNvPr>
            <p:cNvCxnSpPr>
              <a:cxnSpLocks/>
              <a:stCxn id="582" idx="2"/>
              <a:endCxn id="577" idx="6"/>
            </p:cNvCxnSpPr>
            <p:nvPr/>
          </p:nvCxnSpPr>
          <p:spPr>
            <a:xfrm flipH="1" flipV="1">
              <a:off x="6241881" y="1099523"/>
              <a:ext cx="139840" cy="309673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88" name="直接连接符 510">
              <a:extLst>
                <a:ext uri="{FF2B5EF4-FFF2-40B4-BE49-F238E27FC236}">
                  <a16:creationId xmlns:a16="http://schemas.microsoft.com/office/drawing/2014/main" id="{06BA7C27-26B4-9D06-6346-6C70B068B797}"/>
                </a:ext>
              </a:extLst>
            </p:cNvPr>
            <p:cNvCxnSpPr>
              <a:cxnSpLocks/>
              <a:stCxn id="582" idx="2"/>
              <a:endCxn id="578" idx="6"/>
            </p:cNvCxnSpPr>
            <p:nvPr/>
          </p:nvCxnSpPr>
          <p:spPr>
            <a:xfrm flipH="1" flipV="1">
              <a:off x="6241881" y="1254520"/>
              <a:ext cx="139840" cy="15467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89" name="直接连接符 510">
              <a:extLst>
                <a:ext uri="{FF2B5EF4-FFF2-40B4-BE49-F238E27FC236}">
                  <a16:creationId xmlns:a16="http://schemas.microsoft.com/office/drawing/2014/main" id="{AE89A6B0-3CD0-8946-D4ED-D0475375CDBB}"/>
                </a:ext>
              </a:extLst>
            </p:cNvPr>
            <p:cNvCxnSpPr>
              <a:cxnSpLocks/>
              <a:stCxn id="582" idx="2"/>
              <a:endCxn id="580" idx="6"/>
            </p:cNvCxnSpPr>
            <p:nvPr/>
          </p:nvCxnSpPr>
          <p:spPr>
            <a:xfrm flipH="1">
              <a:off x="6241881" y="1409196"/>
              <a:ext cx="139840" cy="321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90" name="直接连接符 510">
              <a:extLst>
                <a:ext uri="{FF2B5EF4-FFF2-40B4-BE49-F238E27FC236}">
                  <a16:creationId xmlns:a16="http://schemas.microsoft.com/office/drawing/2014/main" id="{7951B489-A30B-0178-58E5-1E7621175FDA}"/>
                </a:ext>
              </a:extLst>
            </p:cNvPr>
            <p:cNvCxnSpPr>
              <a:cxnSpLocks/>
              <a:stCxn id="582" idx="2"/>
              <a:endCxn id="579" idx="6"/>
            </p:cNvCxnSpPr>
            <p:nvPr/>
          </p:nvCxnSpPr>
          <p:spPr>
            <a:xfrm flipH="1">
              <a:off x="6241881" y="1409196"/>
              <a:ext cx="139840" cy="15531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644" name="矩形 643">
            <a:extLst>
              <a:ext uri="{FF2B5EF4-FFF2-40B4-BE49-F238E27FC236}">
                <a16:creationId xmlns:a16="http://schemas.microsoft.com/office/drawing/2014/main" id="{35643AC4-9CA9-C806-07F3-E2C175C9A2F5}"/>
              </a:ext>
            </a:extLst>
          </p:cNvPr>
          <p:cNvSpPr/>
          <p:nvPr/>
        </p:nvSpPr>
        <p:spPr>
          <a:xfrm flipV="1">
            <a:off x="5301028" y="3667877"/>
            <a:ext cx="2096149" cy="116071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5" name="椭圆 644">
            <a:extLst>
              <a:ext uri="{FF2B5EF4-FFF2-40B4-BE49-F238E27FC236}">
                <a16:creationId xmlns:a16="http://schemas.microsoft.com/office/drawing/2014/main" id="{2575225A-8B90-9DAC-0B9F-071C7AE83E19}"/>
              </a:ext>
            </a:extLst>
          </p:cNvPr>
          <p:cNvSpPr/>
          <p:nvPr/>
        </p:nvSpPr>
        <p:spPr>
          <a:xfrm rot="5400000">
            <a:off x="6178265" y="3987956"/>
            <a:ext cx="270678" cy="277715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zh-CN" altLang="en-US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46" name="椭圆 645">
            <a:extLst>
              <a:ext uri="{FF2B5EF4-FFF2-40B4-BE49-F238E27FC236}">
                <a16:creationId xmlns:a16="http://schemas.microsoft.com/office/drawing/2014/main" id="{255FAB0C-8207-FF66-EA0B-F34C7A9245DE}"/>
              </a:ext>
            </a:extLst>
          </p:cNvPr>
          <p:cNvSpPr/>
          <p:nvPr/>
        </p:nvSpPr>
        <p:spPr>
          <a:xfrm rot="5400000">
            <a:off x="6181949" y="4331146"/>
            <a:ext cx="270678" cy="277715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lang="zh-CN" altLang="en-US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647" name="组合 646">
            <a:extLst>
              <a:ext uri="{FF2B5EF4-FFF2-40B4-BE49-F238E27FC236}">
                <a16:creationId xmlns:a16="http://schemas.microsoft.com/office/drawing/2014/main" id="{35A4B304-989C-FCE9-0BAD-FBB6B748FFE6}"/>
              </a:ext>
            </a:extLst>
          </p:cNvPr>
          <p:cNvGrpSpPr/>
          <p:nvPr/>
        </p:nvGrpSpPr>
        <p:grpSpPr>
          <a:xfrm rot="5400000">
            <a:off x="5653709" y="3793659"/>
            <a:ext cx="202322" cy="704614"/>
            <a:chOff x="800913" y="5270079"/>
            <a:chExt cx="152772" cy="532461"/>
          </a:xfrm>
        </p:grpSpPr>
        <p:sp>
          <p:nvSpPr>
            <p:cNvPr id="648" name="矩形 647">
              <a:extLst>
                <a:ext uri="{FF2B5EF4-FFF2-40B4-BE49-F238E27FC236}">
                  <a16:creationId xmlns:a16="http://schemas.microsoft.com/office/drawing/2014/main" id="{124ED905-AB78-6392-DCA8-B2686033EC50}"/>
                </a:ext>
              </a:extLst>
            </p:cNvPr>
            <p:cNvSpPr/>
            <p:nvPr/>
          </p:nvSpPr>
          <p:spPr>
            <a:xfrm flipH="1">
              <a:off x="800913" y="5270079"/>
              <a:ext cx="152769" cy="133117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49" name="矩形 648">
              <a:extLst>
                <a:ext uri="{FF2B5EF4-FFF2-40B4-BE49-F238E27FC236}">
                  <a16:creationId xmlns:a16="http://schemas.microsoft.com/office/drawing/2014/main" id="{56C6AA77-FD46-1166-57F7-0D372C439681}"/>
                </a:ext>
              </a:extLst>
            </p:cNvPr>
            <p:cNvSpPr/>
            <p:nvPr/>
          </p:nvSpPr>
          <p:spPr>
            <a:xfrm flipH="1">
              <a:off x="800918" y="5403192"/>
              <a:ext cx="152767" cy="133117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50" name="矩形 649">
              <a:extLst>
                <a:ext uri="{FF2B5EF4-FFF2-40B4-BE49-F238E27FC236}">
                  <a16:creationId xmlns:a16="http://schemas.microsoft.com/office/drawing/2014/main" id="{815D99C1-4F44-D501-349C-0291238D7F07}"/>
                </a:ext>
              </a:extLst>
            </p:cNvPr>
            <p:cNvSpPr/>
            <p:nvPr/>
          </p:nvSpPr>
          <p:spPr>
            <a:xfrm flipH="1">
              <a:off x="800924" y="5536310"/>
              <a:ext cx="152760" cy="133117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51" name="矩形 650">
              <a:extLst>
                <a:ext uri="{FF2B5EF4-FFF2-40B4-BE49-F238E27FC236}">
                  <a16:creationId xmlns:a16="http://schemas.microsoft.com/office/drawing/2014/main" id="{4714A2C9-FF02-671A-86E1-21FFDAECAE9F}"/>
                </a:ext>
              </a:extLst>
            </p:cNvPr>
            <p:cNvSpPr/>
            <p:nvPr/>
          </p:nvSpPr>
          <p:spPr>
            <a:xfrm flipH="1">
              <a:off x="800925" y="5669423"/>
              <a:ext cx="152760" cy="133117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652" name="组合 651">
            <a:extLst>
              <a:ext uri="{FF2B5EF4-FFF2-40B4-BE49-F238E27FC236}">
                <a16:creationId xmlns:a16="http://schemas.microsoft.com/office/drawing/2014/main" id="{703D6193-468C-F148-2446-A4811A035033}"/>
              </a:ext>
            </a:extLst>
          </p:cNvPr>
          <p:cNvGrpSpPr/>
          <p:nvPr/>
        </p:nvGrpSpPr>
        <p:grpSpPr>
          <a:xfrm rot="5400000">
            <a:off x="5653708" y="4142667"/>
            <a:ext cx="202322" cy="704614"/>
            <a:chOff x="800913" y="5270079"/>
            <a:chExt cx="152772" cy="532461"/>
          </a:xfrm>
        </p:grpSpPr>
        <p:sp>
          <p:nvSpPr>
            <p:cNvPr id="653" name="矩形 652">
              <a:extLst>
                <a:ext uri="{FF2B5EF4-FFF2-40B4-BE49-F238E27FC236}">
                  <a16:creationId xmlns:a16="http://schemas.microsoft.com/office/drawing/2014/main" id="{DFC17774-C1F5-2285-C62F-540A2454B863}"/>
                </a:ext>
              </a:extLst>
            </p:cNvPr>
            <p:cNvSpPr/>
            <p:nvPr/>
          </p:nvSpPr>
          <p:spPr>
            <a:xfrm flipH="1">
              <a:off x="800913" y="5270079"/>
              <a:ext cx="152769" cy="133117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54" name="矩形 653">
              <a:extLst>
                <a:ext uri="{FF2B5EF4-FFF2-40B4-BE49-F238E27FC236}">
                  <a16:creationId xmlns:a16="http://schemas.microsoft.com/office/drawing/2014/main" id="{EEA7027E-1DFF-F384-B158-7802AFC2E20B}"/>
                </a:ext>
              </a:extLst>
            </p:cNvPr>
            <p:cNvSpPr/>
            <p:nvPr/>
          </p:nvSpPr>
          <p:spPr>
            <a:xfrm flipH="1">
              <a:off x="800918" y="5403192"/>
              <a:ext cx="152767" cy="133117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55" name="矩形 654">
              <a:extLst>
                <a:ext uri="{FF2B5EF4-FFF2-40B4-BE49-F238E27FC236}">
                  <a16:creationId xmlns:a16="http://schemas.microsoft.com/office/drawing/2014/main" id="{FA5EE400-64D9-EAA5-7B5E-F5AE1AEBF889}"/>
                </a:ext>
              </a:extLst>
            </p:cNvPr>
            <p:cNvSpPr/>
            <p:nvPr/>
          </p:nvSpPr>
          <p:spPr>
            <a:xfrm flipH="1">
              <a:off x="800924" y="5536310"/>
              <a:ext cx="152760" cy="133117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56" name="矩形 655">
              <a:extLst>
                <a:ext uri="{FF2B5EF4-FFF2-40B4-BE49-F238E27FC236}">
                  <a16:creationId xmlns:a16="http://schemas.microsoft.com/office/drawing/2014/main" id="{260B57D2-C90E-5207-9658-2687FB4804F1}"/>
                </a:ext>
              </a:extLst>
            </p:cNvPr>
            <p:cNvSpPr/>
            <p:nvPr/>
          </p:nvSpPr>
          <p:spPr>
            <a:xfrm flipH="1">
              <a:off x="800925" y="5669423"/>
              <a:ext cx="152760" cy="133117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755" name="组合 754">
            <a:extLst>
              <a:ext uri="{FF2B5EF4-FFF2-40B4-BE49-F238E27FC236}">
                <a16:creationId xmlns:a16="http://schemas.microsoft.com/office/drawing/2014/main" id="{121ABA95-4927-E4E5-B763-487F803DD898}"/>
              </a:ext>
            </a:extLst>
          </p:cNvPr>
          <p:cNvGrpSpPr/>
          <p:nvPr/>
        </p:nvGrpSpPr>
        <p:grpSpPr>
          <a:xfrm>
            <a:off x="6696167" y="3853396"/>
            <a:ext cx="610665" cy="879151"/>
            <a:chOff x="6116209" y="1036604"/>
            <a:chExt cx="391184" cy="590828"/>
          </a:xfrm>
        </p:grpSpPr>
        <p:sp>
          <p:nvSpPr>
            <p:cNvPr id="756" name="流程图: 接点 566">
              <a:extLst>
                <a:ext uri="{FF2B5EF4-FFF2-40B4-BE49-F238E27FC236}">
                  <a16:creationId xmlns:a16="http://schemas.microsoft.com/office/drawing/2014/main" id="{C41640C6-DD94-6BF5-7B6B-FB56FF085308}"/>
                </a:ext>
              </a:extLst>
            </p:cNvPr>
            <p:cNvSpPr/>
            <p:nvPr/>
          </p:nvSpPr>
          <p:spPr>
            <a:xfrm>
              <a:off x="6116209" y="1036604"/>
              <a:ext cx="125672" cy="125837"/>
            </a:xfrm>
            <a:prstGeom prst="flowChartConnector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57" name="流程图: 接点 566">
              <a:extLst>
                <a:ext uri="{FF2B5EF4-FFF2-40B4-BE49-F238E27FC236}">
                  <a16:creationId xmlns:a16="http://schemas.microsoft.com/office/drawing/2014/main" id="{60666F74-BDC5-E995-D972-2B45BE3BF64D}"/>
                </a:ext>
              </a:extLst>
            </p:cNvPr>
            <p:cNvSpPr/>
            <p:nvPr/>
          </p:nvSpPr>
          <p:spPr>
            <a:xfrm>
              <a:off x="6116209" y="1191601"/>
              <a:ext cx="125672" cy="125837"/>
            </a:xfrm>
            <a:prstGeom prst="flowChartConnector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58" name="流程图: 接点 566">
              <a:extLst>
                <a:ext uri="{FF2B5EF4-FFF2-40B4-BE49-F238E27FC236}">
                  <a16:creationId xmlns:a16="http://schemas.microsoft.com/office/drawing/2014/main" id="{A03A498C-D7F6-7078-0E34-374CA30C5C04}"/>
                </a:ext>
              </a:extLst>
            </p:cNvPr>
            <p:cNvSpPr/>
            <p:nvPr/>
          </p:nvSpPr>
          <p:spPr>
            <a:xfrm>
              <a:off x="6116209" y="1501595"/>
              <a:ext cx="125672" cy="125837"/>
            </a:xfrm>
            <a:prstGeom prst="flowChartConnector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59" name="流程图: 接点 566">
              <a:extLst>
                <a:ext uri="{FF2B5EF4-FFF2-40B4-BE49-F238E27FC236}">
                  <a16:creationId xmlns:a16="http://schemas.microsoft.com/office/drawing/2014/main" id="{951B1E8C-514D-33C9-F3BA-1A56E36A89D9}"/>
                </a:ext>
              </a:extLst>
            </p:cNvPr>
            <p:cNvSpPr/>
            <p:nvPr/>
          </p:nvSpPr>
          <p:spPr>
            <a:xfrm>
              <a:off x="6116209" y="1346598"/>
              <a:ext cx="125672" cy="125837"/>
            </a:xfrm>
            <a:prstGeom prst="flowChartConnector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60" name="流程图: 接点 566">
              <a:extLst>
                <a:ext uri="{FF2B5EF4-FFF2-40B4-BE49-F238E27FC236}">
                  <a16:creationId xmlns:a16="http://schemas.microsoft.com/office/drawing/2014/main" id="{88F1C8F6-396D-09B4-C520-8983496C6B15}"/>
                </a:ext>
              </a:extLst>
            </p:cNvPr>
            <p:cNvSpPr/>
            <p:nvPr/>
          </p:nvSpPr>
          <p:spPr>
            <a:xfrm>
              <a:off x="6381721" y="1191280"/>
              <a:ext cx="125672" cy="125837"/>
            </a:xfrm>
            <a:prstGeom prst="flowChartConnector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61" name="流程图: 接点 566">
              <a:extLst>
                <a:ext uri="{FF2B5EF4-FFF2-40B4-BE49-F238E27FC236}">
                  <a16:creationId xmlns:a16="http://schemas.microsoft.com/office/drawing/2014/main" id="{E6BA857C-3DE8-0CCF-AF6C-A5A7E513C7C9}"/>
                </a:ext>
              </a:extLst>
            </p:cNvPr>
            <p:cNvSpPr/>
            <p:nvPr/>
          </p:nvSpPr>
          <p:spPr>
            <a:xfrm>
              <a:off x="6381721" y="1346277"/>
              <a:ext cx="125672" cy="125837"/>
            </a:xfrm>
            <a:prstGeom prst="flowChartConnector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762" name="直接连接符 510">
              <a:extLst>
                <a:ext uri="{FF2B5EF4-FFF2-40B4-BE49-F238E27FC236}">
                  <a16:creationId xmlns:a16="http://schemas.microsoft.com/office/drawing/2014/main" id="{0F190098-FB24-71BE-861E-5D588573B35E}"/>
                </a:ext>
              </a:extLst>
            </p:cNvPr>
            <p:cNvCxnSpPr>
              <a:cxnSpLocks/>
              <a:stCxn id="760" idx="2"/>
              <a:endCxn id="756" idx="6"/>
            </p:cNvCxnSpPr>
            <p:nvPr/>
          </p:nvCxnSpPr>
          <p:spPr>
            <a:xfrm flipH="1" flipV="1">
              <a:off x="6241881" y="1099523"/>
              <a:ext cx="139840" cy="15467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63" name="直接连接符 510">
              <a:extLst>
                <a:ext uri="{FF2B5EF4-FFF2-40B4-BE49-F238E27FC236}">
                  <a16:creationId xmlns:a16="http://schemas.microsoft.com/office/drawing/2014/main" id="{545B518F-FB83-FC22-5CB5-6C725910DC7C}"/>
                </a:ext>
              </a:extLst>
            </p:cNvPr>
            <p:cNvCxnSpPr>
              <a:cxnSpLocks/>
              <a:stCxn id="760" idx="2"/>
              <a:endCxn id="757" idx="6"/>
            </p:cNvCxnSpPr>
            <p:nvPr/>
          </p:nvCxnSpPr>
          <p:spPr>
            <a:xfrm flipH="1">
              <a:off x="6241881" y="1254199"/>
              <a:ext cx="139840" cy="321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64" name="直接连接符 510">
              <a:extLst>
                <a:ext uri="{FF2B5EF4-FFF2-40B4-BE49-F238E27FC236}">
                  <a16:creationId xmlns:a16="http://schemas.microsoft.com/office/drawing/2014/main" id="{F1131636-61C6-CA0C-B771-E122FFD68523}"/>
                </a:ext>
              </a:extLst>
            </p:cNvPr>
            <p:cNvCxnSpPr>
              <a:cxnSpLocks/>
              <a:stCxn id="760" idx="2"/>
              <a:endCxn id="759" idx="6"/>
            </p:cNvCxnSpPr>
            <p:nvPr/>
          </p:nvCxnSpPr>
          <p:spPr>
            <a:xfrm flipH="1">
              <a:off x="6241881" y="1254199"/>
              <a:ext cx="139840" cy="15531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65" name="直接连接符 510">
              <a:extLst>
                <a:ext uri="{FF2B5EF4-FFF2-40B4-BE49-F238E27FC236}">
                  <a16:creationId xmlns:a16="http://schemas.microsoft.com/office/drawing/2014/main" id="{827C375A-D2E7-C1D4-0BA3-577C28A83B5B}"/>
                </a:ext>
              </a:extLst>
            </p:cNvPr>
            <p:cNvCxnSpPr>
              <a:cxnSpLocks/>
              <a:stCxn id="761" idx="2"/>
              <a:endCxn id="758" idx="6"/>
            </p:cNvCxnSpPr>
            <p:nvPr/>
          </p:nvCxnSpPr>
          <p:spPr>
            <a:xfrm flipH="1">
              <a:off x="6241881" y="1409196"/>
              <a:ext cx="139840" cy="15531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66" name="直接连接符 510">
              <a:extLst>
                <a:ext uri="{FF2B5EF4-FFF2-40B4-BE49-F238E27FC236}">
                  <a16:creationId xmlns:a16="http://schemas.microsoft.com/office/drawing/2014/main" id="{FBC0B243-A562-6733-1C2E-04FD9C689A50}"/>
                </a:ext>
              </a:extLst>
            </p:cNvPr>
            <p:cNvCxnSpPr>
              <a:cxnSpLocks/>
              <a:stCxn id="761" idx="2"/>
              <a:endCxn id="756" idx="6"/>
            </p:cNvCxnSpPr>
            <p:nvPr/>
          </p:nvCxnSpPr>
          <p:spPr>
            <a:xfrm flipH="1" flipV="1">
              <a:off x="6241881" y="1099523"/>
              <a:ext cx="139840" cy="309673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67" name="直接连接符 510">
              <a:extLst>
                <a:ext uri="{FF2B5EF4-FFF2-40B4-BE49-F238E27FC236}">
                  <a16:creationId xmlns:a16="http://schemas.microsoft.com/office/drawing/2014/main" id="{C9584F57-4C6A-A041-AE92-49D2121BD94B}"/>
                </a:ext>
              </a:extLst>
            </p:cNvPr>
            <p:cNvCxnSpPr>
              <a:cxnSpLocks/>
              <a:stCxn id="761" idx="2"/>
              <a:endCxn id="757" idx="6"/>
            </p:cNvCxnSpPr>
            <p:nvPr/>
          </p:nvCxnSpPr>
          <p:spPr>
            <a:xfrm flipH="1" flipV="1">
              <a:off x="6241881" y="1254520"/>
              <a:ext cx="139840" cy="15467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68" name="直接连接符 510">
              <a:extLst>
                <a:ext uri="{FF2B5EF4-FFF2-40B4-BE49-F238E27FC236}">
                  <a16:creationId xmlns:a16="http://schemas.microsoft.com/office/drawing/2014/main" id="{3C6BEFE5-208D-7160-0D48-2EDD921656CD}"/>
                </a:ext>
              </a:extLst>
            </p:cNvPr>
            <p:cNvCxnSpPr>
              <a:cxnSpLocks/>
              <a:stCxn id="761" idx="2"/>
              <a:endCxn id="759" idx="6"/>
            </p:cNvCxnSpPr>
            <p:nvPr/>
          </p:nvCxnSpPr>
          <p:spPr>
            <a:xfrm flipH="1">
              <a:off x="6241881" y="1409196"/>
              <a:ext cx="139840" cy="321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69" name="直接连接符 510">
              <a:extLst>
                <a:ext uri="{FF2B5EF4-FFF2-40B4-BE49-F238E27FC236}">
                  <a16:creationId xmlns:a16="http://schemas.microsoft.com/office/drawing/2014/main" id="{3056F9B2-F49C-3A9A-346B-462DAC9479FB}"/>
                </a:ext>
              </a:extLst>
            </p:cNvPr>
            <p:cNvCxnSpPr>
              <a:cxnSpLocks/>
              <a:stCxn id="761" idx="2"/>
              <a:endCxn id="758" idx="6"/>
            </p:cNvCxnSpPr>
            <p:nvPr/>
          </p:nvCxnSpPr>
          <p:spPr>
            <a:xfrm flipH="1">
              <a:off x="6241881" y="1409196"/>
              <a:ext cx="139840" cy="15531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770" name="椭圆 769">
            <a:extLst>
              <a:ext uri="{FF2B5EF4-FFF2-40B4-BE49-F238E27FC236}">
                <a16:creationId xmlns:a16="http://schemas.microsoft.com/office/drawing/2014/main" id="{5E9E096C-C972-EC1C-5A07-33A35B083806}"/>
              </a:ext>
            </a:extLst>
          </p:cNvPr>
          <p:cNvSpPr/>
          <p:nvPr/>
        </p:nvSpPr>
        <p:spPr>
          <a:xfrm rot="5400000">
            <a:off x="4795550" y="3797582"/>
            <a:ext cx="322854" cy="323843"/>
          </a:xfrm>
          <a:prstGeom prst="ellipse">
            <a:avLst/>
          </a:prstGeom>
          <a:noFill/>
          <a:ln w="28575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cs typeface="Arial" panose="020B0604020202020204" pitchFamily="34" charset="0"/>
              </a:rPr>
              <a:t>1</a:t>
            </a:r>
            <a:endParaRPr lang="zh-CN" altLang="en-US" sz="2400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771" name="椭圆 770">
            <a:extLst>
              <a:ext uri="{FF2B5EF4-FFF2-40B4-BE49-F238E27FC236}">
                <a16:creationId xmlns:a16="http://schemas.microsoft.com/office/drawing/2014/main" id="{C6BCBD12-A3BF-72DA-F515-9B0F5962C1E2}"/>
              </a:ext>
            </a:extLst>
          </p:cNvPr>
          <p:cNvSpPr/>
          <p:nvPr/>
        </p:nvSpPr>
        <p:spPr>
          <a:xfrm rot="5400000">
            <a:off x="4795550" y="4498518"/>
            <a:ext cx="322854" cy="32384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cs typeface="Arial" panose="020B0604020202020204" pitchFamily="34" charset="0"/>
              </a:rPr>
              <a:t>3</a:t>
            </a:r>
            <a:endParaRPr lang="zh-CN" altLang="en-US" sz="2400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772" name="椭圆 771">
            <a:extLst>
              <a:ext uri="{FF2B5EF4-FFF2-40B4-BE49-F238E27FC236}">
                <a16:creationId xmlns:a16="http://schemas.microsoft.com/office/drawing/2014/main" id="{FC693E83-E822-1536-DF15-9C2A2C02E92E}"/>
              </a:ext>
            </a:extLst>
          </p:cNvPr>
          <p:cNvSpPr/>
          <p:nvPr/>
        </p:nvSpPr>
        <p:spPr>
          <a:xfrm rot="5400000">
            <a:off x="4133625" y="3797582"/>
            <a:ext cx="322854" cy="323843"/>
          </a:xfrm>
          <a:prstGeom prst="ellipse">
            <a:avLst/>
          </a:prstGeom>
          <a:noFill/>
          <a:ln w="28575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cs typeface="Arial" panose="020B0604020202020204" pitchFamily="34" charset="0"/>
              </a:rPr>
              <a:t>0</a:t>
            </a:r>
            <a:endParaRPr lang="zh-CN" altLang="en-US" sz="2400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773" name="椭圆 772">
            <a:extLst>
              <a:ext uri="{FF2B5EF4-FFF2-40B4-BE49-F238E27FC236}">
                <a16:creationId xmlns:a16="http://schemas.microsoft.com/office/drawing/2014/main" id="{392BBB68-DF66-91CD-1BB0-808C69563565}"/>
              </a:ext>
            </a:extLst>
          </p:cNvPr>
          <p:cNvSpPr/>
          <p:nvPr/>
        </p:nvSpPr>
        <p:spPr>
          <a:xfrm rot="5400000">
            <a:off x="4133625" y="4498518"/>
            <a:ext cx="322854" cy="32384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cs typeface="Arial" panose="020B0604020202020204" pitchFamily="34" charset="0"/>
              </a:rPr>
              <a:t>2</a:t>
            </a:r>
            <a:endParaRPr lang="zh-CN" altLang="en-US" sz="2400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cxnSp>
        <p:nvCxnSpPr>
          <p:cNvPr id="774" name="直接连接符 521">
            <a:extLst>
              <a:ext uri="{FF2B5EF4-FFF2-40B4-BE49-F238E27FC236}">
                <a16:creationId xmlns:a16="http://schemas.microsoft.com/office/drawing/2014/main" id="{AB928B2A-B934-0F1C-B2AC-EED779FED800}"/>
              </a:ext>
            </a:extLst>
          </p:cNvPr>
          <p:cNvCxnSpPr>
            <a:cxnSpLocks/>
          </p:cNvCxnSpPr>
          <p:nvPr/>
        </p:nvCxnSpPr>
        <p:spPr>
          <a:xfrm>
            <a:off x="4295052" y="4120931"/>
            <a:ext cx="0" cy="378082"/>
          </a:xfrm>
          <a:prstGeom prst="line">
            <a:avLst/>
          </a:prstGeom>
          <a:ln w="28575">
            <a:solidFill>
              <a:schemeClr val="tx1"/>
            </a:solidFill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75" name="直接连接符 522">
            <a:extLst>
              <a:ext uri="{FF2B5EF4-FFF2-40B4-BE49-F238E27FC236}">
                <a16:creationId xmlns:a16="http://schemas.microsoft.com/office/drawing/2014/main" id="{CA3EFA8A-AD86-E7F1-2702-4ADD943F3B9C}"/>
              </a:ext>
            </a:extLst>
          </p:cNvPr>
          <p:cNvCxnSpPr>
            <a:cxnSpLocks/>
          </p:cNvCxnSpPr>
          <p:nvPr/>
        </p:nvCxnSpPr>
        <p:spPr>
          <a:xfrm flipV="1">
            <a:off x="4956977" y="4118750"/>
            <a:ext cx="0" cy="380257"/>
          </a:xfrm>
          <a:prstGeom prst="line">
            <a:avLst/>
          </a:prstGeom>
          <a:ln w="28575">
            <a:solidFill>
              <a:schemeClr val="tx1"/>
            </a:solidFill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76" name="直接连接符 523">
            <a:extLst>
              <a:ext uri="{FF2B5EF4-FFF2-40B4-BE49-F238E27FC236}">
                <a16:creationId xmlns:a16="http://schemas.microsoft.com/office/drawing/2014/main" id="{B90D0FC7-E21F-9A01-0872-131474AA36FF}"/>
              </a:ext>
            </a:extLst>
          </p:cNvPr>
          <p:cNvCxnSpPr>
            <a:cxnSpLocks/>
            <a:stCxn id="771" idx="3"/>
            <a:endCxn id="772" idx="7"/>
          </p:cNvCxnSpPr>
          <p:nvPr/>
        </p:nvCxnSpPr>
        <p:spPr>
          <a:xfrm flipH="1" flipV="1">
            <a:off x="4409549" y="4073650"/>
            <a:ext cx="432934" cy="472644"/>
          </a:xfrm>
          <a:prstGeom prst="line">
            <a:avLst/>
          </a:prstGeom>
          <a:ln w="28575">
            <a:solidFill>
              <a:schemeClr val="tx1"/>
            </a:solidFill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77" name="直接连接符 524">
            <a:extLst>
              <a:ext uri="{FF2B5EF4-FFF2-40B4-BE49-F238E27FC236}">
                <a16:creationId xmlns:a16="http://schemas.microsoft.com/office/drawing/2014/main" id="{E1BCF91D-6492-842B-3442-D74778F8B5B1}"/>
              </a:ext>
            </a:extLst>
          </p:cNvPr>
          <p:cNvCxnSpPr>
            <a:cxnSpLocks/>
          </p:cNvCxnSpPr>
          <p:nvPr/>
        </p:nvCxnSpPr>
        <p:spPr>
          <a:xfrm flipH="1">
            <a:off x="4455515" y="4660433"/>
            <a:ext cx="32987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78" name="文本框 777">
                <a:extLst>
                  <a:ext uri="{FF2B5EF4-FFF2-40B4-BE49-F238E27FC236}">
                    <a16:creationId xmlns:a16="http://schemas.microsoft.com/office/drawing/2014/main" id="{DEC7D14A-CFDE-A864-2F98-E7D8AB7B7B37}"/>
                  </a:ext>
                </a:extLst>
              </p:cNvPr>
              <p:cNvSpPr txBox="1"/>
              <p:nvPr/>
            </p:nvSpPr>
            <p:spPr>
              <a:xfrm>
                <a:off x="7538287" y="4918088"/>
                <a:ext cx="1071288" cy="461665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1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altLang="zh-CN" sz="2400" b="1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𝑿</m:t>
                          </m:r>
                        </m:e>
                        <m:sub>
                          <m:r>
                            <a:rPr lang="en-US" altLang="zh-CN" sz="2400" b="1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zh-CN" altLang="en-US" sz="2400" b="1" dirty="0">
                  <a:solidFill>
                    <a:schemeClr val="accent6"/>
                  </a:solidFill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778" name="文本框 777">
                <a:extLst>
                  <a:ext uri="{FF2B5EF4-FFF2-40B4-BE49-F238E27FC236}">
                    <a16:creationId xmlns:a16="http://schemas.microsoft.com/office/drawing/2014/main" id="{DEC7D14A-CFDE-A864-2F98-E7D8AB7B7B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8287" y="4918088"/>
                <a:ext cx="1071288" cy="461665"/>
              </a:xfrm>
              <a:prstGeom prst="rect">
                <a:avLst/>
              </a:prstGeom>
              <a:blipFill>
                <a:blip r:embed="rId5"/>
                <a:stretch>
                  <a:fillRect b="-1316"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79" name="组合 778">
            <a:extLst>
              <a:ext uri="{FF2B5EF4-FFF2-40B4-BE49-F238E27FC236}">
                <a16:creationId xmlns:a16="http://schemas.microsoft.com/office/drawing/2014/main" id="{AC900855-69EC-7D36-A03A-013E1B064C62}"/>
              </a:ext>
            </a:extLst>
          </p:cNvPr>
          <p:cNvGrpSpPr/>
          <p:nvPr/>
        </p:nvGrpSpPr>
        <p:grpSpPr>
          <a:xfrm>
            <a:off x="7702596" y="6071492"/>
            <a:ext cx="621640" cy="663817"/>
            <a:chOff x="4341455" y="6517035"/>
            <a:chExt cx="621640" cy="663817"/>
          </a:xfrm>
        </p:grpSpPr>
        <p:sp>
          <p:nvSpPr>
            <p:cNvPr id="780" name="矩形 1174">
              <a:extLst>
                <a:ext uri="{FF2B5EF4-FFF2-40B4-BE49-F238E27FC236}">
                  <a16:creationId xmlns:a16="http://schemas.microsoft.com/office/drawing/2014/main" id="{0498E65D-32FE-9D0B-DB90-613DBE3457EA}"/>
                </a:ext>
              </a:extLst>
            </p:cNvPr>
            <p:cNvSpPr/>
            <p:nvPr/>
          </p:nvSpPr>
          <p:spPr>
            <a:xfrm rot="10800000">
              <a:off x="4342830" y="6886022"/>
              <a:ext cx="618706" cy="226680"/>
            </a:xfrm>
            <a:custGeom>
              <a:avLst/>
              <a:gdLst>
                <a:gd name="connsiteX0" fmla="*/ 0 w 595706"/>
                <a:gd name="connsiteY0" fmla="*/ 0 h 92965"/>
                <a:gd name="connsiteX1" fmla="*/ 595706 w 595706"/>
                <a:gd name="connsiteY1" fmla="*/ 0 h 92965"/>
                <a:gd name="connsiteX2" fmla="*/ 595706 w 595706"/>
                <a:gd name="connsiteY2" fmla="*/ 92965 h 92965"/>
                <a:gd name="connsiteX3" fmla="*/ 0 w 595706"/>
                <a:gd name="connsiteY3" fmla="*/ 92965 h 92965"/>
                <a:gd name="connsiteX4" fmla="*/ 0 w 595706"/>
                <a:gd name="connsiteY4" fmla="*/ 0 h 92965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1422 w 594406"/>
                <a:gd name="connsiteY0" fmla="*/ 21376 h 135147"/>
                <a:gd name="connsiteX1" fmla="*/ 594406 w 594406"/>
                <a:gd name="connsiteY1" fmla="*/ 0 h 135147"/>
                <a:gd name="connsiteX2" fmla="*/ 594406 w 594406"/>
                <a:gd name="connsiteY2" fmla="*/ 92965 h 135147"/>
                <a:gd name="connsiteX3" fmla="*/ 61 w 594406"/>
                <a:gd name="connsiteY3" fmla="*/ 135147 h 135147"/>
                <a:gd name="connsiteX4" fmla="*/ 1422 w 594406"/>
                <a:gd name="connsiteY4" fmla="*/ 21376 h 135147"/>
                <a:gd name="connsiteX0" fmla="*/ 1422 w 594406"/>
                <a:gd name="connsiteY0" fmla="*/ 15599 h 135147"/>
                <a:gd name="connsiteX1" fmla="*/ 594406 w 594406"/>
                <a:gd name="connsiteY1" fmla="*/ 0 h 135147"/>
                <a:gd name="connsiteX2" fmla="*/ 594406 w 594406"/>
                <a:gd name="connsiteY2" fmla="*/ 92965 h 135147"/>
                <a:gd name="connsiteX3" fmla="*/ 61 w 594406"/>
                <a:gd name="connsiteY3" fmla="*/ 135147 h 135147"/>
                <a:gd name="connsiteX4" fmla="*/ 1422 w 594406"/>
                <a:gd name="connsiteY4" fmla="*/ 15599 h 135147"/>
                <a:gd name="connsiteX0" fmla="*/ 131 w 594476"/>
                <a:gd name="connsiteY0" fmla="*/ 4622 h 135147"/>
                <a:gd name="connsiteX1" fmla="*/ 594476 w 594476"/>
                <a:gd name="connsiteY1" fmla="*/ 0 h 135147"/>
                <a:gd name="connsiteX2" fmla="*/ 594476 w 594476"/>
                <a:gd name="connsiteY2" fmla="*/ 92965 h 135147"/>
                <a:gd name="connsiteX3" fmla="*/ 131 w 594476"/>
                <a:gd name="connsiteY3" fmla="*/ 135147 h 135147"/>
                <a:gd name="connsiteX4" fmla="*/ 131 w 594476"/>
                <a:gd name="connsiteY4" fmla="*/ 4622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22423 h 139660"/>
                <a:gd name="connsiteX1" fmla="*/ 595706 w 595706"/>
                <a:gd name="connsiteY1" fmla="*/ 4513 h 139660"/>
                <a:gd name="connsiteX2" fmla="*/ 595706 w 595706"/>
                <a:gd name="connsiteY2" fmla="*/ 97478 h 139660"/>
                <a:gd name="connsiteX3" fmla="*/ 1361 w 595706"/>
                <a:gd name="connsiteY3" fmla="*/ 139660 h 139660"/>
                <a:gd name="connsiteX4" fmla="*/ 0 w 595706"/>
                <a:gd name="connsiteY4" fmla="*/ 22423 h 139660"/>
                <a:gd name="connsiteX0" fmla="*/ 0 w 595706"/>
                <a:gd name="connsiteY0" fmla="*/ 26413 h 143650"/>
                <a:gd name="connsiteX1" fmla="*/ 595706 w 595706"/>
                <a:gd name="connsiteY1" fmla="*/ 8503 h 143650"/>
                <a:gd name="connsiteX2" fmla="*/ 595706 w 595706"/>
                <a:gd name="connsiteY2" fmla="*/ 101468 h 143650"/>
                <a:gd name="connsiteX3" fmla="*/ 1361 w 595706"/>
                <a:gd name="connsiteY3" fmla="*/ 143650 h 143650"/>
                <a:gd name="connsiteX4" fmla="*/ 0 w 595706"/>
                <a:gd name="connsiteY4" fmla="*/ 26413 h 143650"/>
                <a:gd name="connsiteX0" fmla="*/ 0 w 595706"/>
                <a:gd name="connsiteY0" fmla="*/ 21286 h 138523"/>
                <a:gd name="connsiteX1" fmla="*/ 595706 w 595706"/>
                <a:gd name="connsiteY1" fmla="*/ 3376 h 138523"/>
                <a:gd name="connsiteX2" fmla="*/ 595706 w 595706"/>
                <a:gd name="connsiteY2" fmla="*/ 96341 h 138523"/>
                <a:gd name="connsiteX3" fmla="*/ 1361 w 595706"/>
                <a:gd name="connsiteY3" fmla="*/ 138523 h 138523"/>
                <a:gd name="connsiteX4" fmla="*/ 0 w 595706"/>
                <a:gd name="connsiteY4" fmla="*/ 21286 h 138523"/>
                <a:gd name="connsiteX0" fmla="*/ 0 w 595706"/>
                <a:gd name="connsiteY0" fmla="*/ 22534 h 139771"/>
                <a:gd name="connsiteX1" fmla="*/ 595706 w 595706"/>
                <a:gd name="connsiteY1" fmla="*/ 4624 h 139771"/>
                <a:gd name="connsiteX2" fmla="*/ 595706 w 595706"/>
                <a:gd name="connsiteY2" fmla="*/ 97589 h 139771"/>
                <a:gd name="connsiteX3" fmla="*/ 1361 w 595706"/>
                <a:gd name="connsiteY3" fmla="*/ 139771 h 139771"/>
                <a:gd name="connsiteX4" fmla="*/ 0 w 595706"/>
                <a:gd name="connsiteY4" fmla="*/ 22534 h 139771"/>
                <a:gd name="connsiteX0" fmla="*/ 0 w 595706"/>
                <a:gd name="connsiteY0" fmla="*/ 23494 h 140731"/>
                <a:gd name="connsiteX1" fmla="*/ 595706 w 595706"/>
                <a:gd name="connsiteY1" fmla="*/ 2118 h 140731"/>
                <a:gd name="connsiteX2" fmla="*/ 595706 w 595706"/>
                <a:gd name="connsiteY2" fmla="*/ 98549 h 140731"/>
                <a:gd name="connsiteX3" fmla="*/ 1361 w 595706"/>
                <a:gd name="connsiteY3" fmla="*/ 140731 h 140731"/>
                <a:gd name="connsiteX4" fmla="*/ 0 w 595706"/>
                <a:gd name="connsiteY4" fmla="*/ 23494 h 140731"/>
                <a:gd name="connsiteX0" fmla="*/ 0 w 595706"/>
                <a:gd name="connsiteY0" fmla="*/ 23494 h 140731"/>
                <a:gd name="connsiteX1" fmla="*/ 595706 w 595706"/>
                <a:gd name="connsiteY1" fmla="*/ 2118 h 140731"/>
                <a:gd name="connsiteX2" fmla="*/ 595706 w 595706"/>
                <a:gd name="connsiteY2" fmla="*/ 98549 h 140731"/>
                <a:gd name="connsiteX3" fmla="*/ 1361 w 595706"/>
                <a:gd name="connsiteY3" fmla="*/ 140731 h 140731"/>
                <a:gd name="connsiteX4" fmla="*/ 0 w 595706"/>
                <a:gd name="connsiteY4" fmla="*/ 23494 h 140731"/>
                <a:gd name="connsiteX0" fmla="*/ 0 w 595706"/>
                <a:gd name="connsiteY0" fmla="*/ 25030 h 142267"/>
                <a:gd name="connsiteX1" fmla="*/ 595706 w 595706"/>
                <a:gd name="connsiteY1" fmla="*/ 3654 h 142267"/>
                <a:gd name="connsiteX2" fmla="*/ 595706 w 595706"/>
                <a:gd name="connsiteY2" fmla="*/ 100085 h 142267"/>
                <a:gd name="connsiteX3" fmla="*/ 1361 w 595706"/>
                <a:gd name="connsiteY3" fmla="*/ 142267 h 142267"/>
                <a:gd name="connsiteX4" fmla="*/ 0 w 595706"/>
                <a:gd name="connsiteY4" fmla="*/ 25030 h 142267"/>
                <a:gd name="connsiteX0" fmla="*/ 0 w 595706"/>
                <a:gd name="connsiteY0" fmla="*/ 22091 h 139328"/>
                <a:gd name="connsiteX1" fmla="*/ 595706 w 595706"/>
                <a:gd name="connsiteY1" fmla="*/ 715 h 139328"/>
                <a:gd name="connsiteX2" fmla="*/ 595706 w 595706"/>
                <a:gd name="connsiteY2" fmla="*/ 97146 h 139328"/>
                <a:gd name="connsiteX3" fmla="*/ 1361 w 595706"/>
                <a:gd name="connsiteY3" fmla="*/ 139328 h 139328"/>
                <a:gd name="connsiteX4" fmla="*/ 0 w 595706"/>
                <a:gd name="connsiteY4" fmla="*/ 22091 h 139328"/>
                <a:gd name="connsiteX0" fmla="*/ 0 w 595706"/>
                <a:gd name="connsiteY0" fmla="*/ 23573 h 140810"/>
                <a:gd name="connsiteX1" fmla="*/ 595706 w 595706"/>
                <a:gd name="connsiteY1" fmla="*/ 2197 h 140810"/>
                <a:gd name="connsiteX2" fmla="*/ 595706 w 595706"/>
                <a:gd name="connsiteY2" fmla="*/ 98628 h 140810"/>
                <a:gd name="connsiteX3" fmla="*/ 1361 w 595706"/>
                <a:gd name="connsiteY3" fmla="*/ 140810 h 140810"/>
                <a:gd name="connsiteX4" fmla="*/ 0 w 595706"/>
                <a:gd name="connsiteY4" fmla="*/ 23573 h 140810"/>
                <a:gd name="connsiteX0" fmla="*/ 0 w 595706"/>
                <a:gd name="connsiteY0" fmla="*/ 21908 h 139145"/>
                <a:gd name="connsiteX1" fmla="*/ 595706 w 595706"/>
                <a:gd name="connsiteY1" fmla="*/ 532 h 139145"/>
                <a:gd name="connsiteX2" fmla="*/ 595706 w 595706"/>
                <a:gd name="connsiteY2" fmla="*/ 96963 h 139145"/>
                <a:gd name="connsiteX3" fmla="*/ 1361 w 595706"/>
                <a:gd name="connsiteY3" fmla="*/ 139145 h 139145"/>
                <a:gd name="connsiteX4" fmla="*/ 0 w 595706"/>
                <a:gd name="connsiteY4" fmla="*/ 21908 h 139145"/>
                <a:gd name="connsiteX0" fmla="*/ 0 w 595706"/>
                <a:gd name="connsiteY0" fmla="*/ 23863 h 141100"/>
                <a:gd name="connsiteX1" fmla="*/ 595706 w 595706"/>
                <a:gd name="connsiteY1" fmla="*/ 2487 h 141100"/>
                <a:gd name="connsiteX2" fmla="*/ 595706 w 595706"/>
                <a:gd name="connsiteY2" fmla="*/ 98918 h 141100"/>
                <a:gd name="connsiteX3" fmla="*/ 1361 w 595706"/>
                <a:gd name="connsiteY3" fmla="*/ 141100 h 141100"/>
                <a:gd name="connsiteX4" fmla="*/ 0 w 595706"/>
                <a:gd name="connsiteY4" fmla="*/ 23863 h 141100"/>
                <a:gd name="connsiteX0" fmla="*/ 0 w 595706"/>
                <a:gd name="connsiteY0" fmla="*/ 24472 h 141709"/>
                <a:gd name="connsiteX1" fmla="*/ 595706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0 w 595706"/>
                <a:gd name="connsiteY0" fmla="*/ 24267 h 141504"/>
                <a:gd name="connsiteX1" fmla="*/ 595706 w 595706"/>
                <a:gd name="connsiteY1" fmla="*/ 2891 h 141504"/>
                <a:gd name="connsiteX2" fmla="*/ 595706 w 595706"/>
                <a:gd name="connsiteY2" fmla="*/ 99322 h 141504"/>
                <a:gd name="connsiteX3" fmla="*/ 1361 w 595706"/>
                <a:gd name="connsiteY3" fmla="*/ 141504 h 141504"/>
                <a:gd name="connsiteX4" fmla="*/ 0 w 595706"/>
                <a:gd name="connsiteY4" fmla="*/ 24267 h 141504"/>
                <a:gd name="connsiteX0" fmla="*/ 0 w 595706"/>
                <a:gd name="connsiteY0" fmla="*/ 24472 h 141709"/>
                <a:gd name="connsiteX1" fmla="*/ 595706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0 w 595706"/>
                <a:gd name="connsiteY0" fmla="*/ 24472 h 141709"/>
                <a:gd name="connsiteX1" fmla="*/ 594353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124 w 595830"/>
                <a:gd name="connsiteY0" fmla="*/ 24472 h 141709"/>
                <a:gd name="connsiteX1" fmla="*/ 594477 w 595830"/>
                <a:gd name="connsiteY1" fmla="*/ 3096 h 141709"/>
                <a:gd name="connsiteX2" fmla="*/ 595830 w 595830"/>
                <a:gd name="connsiteY2" fmla="*/ 99527 h 141709"/>
                <a:gd name="connsiteX3" fmla="*/ 131 w 595830"/>
                <a:gd name="connsiteY3" fmla="*/ 141709 h 141709"/>
                <a:gd name="connsiteX4" fmla="*/ 124 w 595830"/>
                <a:gd name="connsiteY4" fmla="*/ 24472 h 141709"/>
                <a:gd name="connsiteX0" fmla="*/ 124 w 597179"/>
                <a:gd name="connsiteY0" fmla="*/ 25207 h 142444"/>
                <a:gd name="connsiteX1" fmla="*/ 597179 w 597179"/>
                <a:gd name="connsiteY1" fmla="*/ 481 h 142444"/>
                <a:gd name="connsiteX2" fmla="*/ 595830 w 597179"/>
                <a:gd name="connsiteY2" fmla="*/ 100262 h 142444"/>
                <a:gd name="connsiteX3" fmla="*/ 131 w 597179"/>
                <a:gd name="connsiteY3" fmla="*/ 142444 h 142444"/>
                <a:gd name="connsiteX4" fmla="*/ 124 w 597179"/>
                <a:gd name="connsiteY4" fmla="*/ 25207 h 142444"/>
                <a:gd name="connsiteX0" fmla="*/ 124 w 595889"/>
                <a:gd name="connsiteY0" fmla="*/ 25842 h 143079"/>
                <a:gd name="connsiteX1" fmla="*/ 594477 w 595889"/>
                <a:gd name="connsiteY1" fmla="*/ 0 h 143079"/>
                <a:gd name="connsiteX2" fmla="*/ 595830 w 595889"/>
                <a:gd name="connsiteY2" fmla="*/ 100897 h 143079"/>
                <a:gd name="connsiteX3" fmla="*/ 131 w 595889"/>
                <a:gd name="connsiteY3" fmla="*/ 143079 h 143079"/>
                <a:gd name="connsiteX4" fmla="*/ 124 w 595889"/>
                <a:gd name="connsiteY4" fmla="*/ 25842 h 143079"/>
                <a:gd name="connsiteX0" fmla="*/ 124 w 595889"/>
                <a:gd name="connsiteY0" fmla="*/ 24713 h 141950"/>
                <a:gd name="connsiteX1" fmla="*/ 594477 w 595889"/>
                <a:gd name="connsiteY1" fmla="*/ 2221 h 141950"/>
                <a:gd name="connsiteX2" fmla="*/ 595830 w 595889"/>
                <a:gd name="connsiteY2" fmla="*/ 99768 h 141950"/>
                <a:gd name="connsiteX3" fmla="*/ 131 w 595889"/>
                <a:gd name="connsiteY3" fmla="*/ 141950 h 141950"/>
                <a:gd name="connsiteX4" fmla="*/ 124 w 595889"/>
                <a:gd name="connsiteY4" fmla="*/ 24713 h 141950"/>
                <a:gd name="connsiteX0" fmla="*/ 124 w 595959"/>
                <a:gd name="connsiteY0" fmla="*/ 24713 h 141950"/>
                <a:gd name="connsiteX1" fmla="*/ 595828 w 595959"/>
                <a:gd name="connsiteY1" fmla="*/ 2221 h 141950"/>
                <a:gd name="connsiteX2" fmla="*/ 595830 w 595959"/>
                <a:gd name="connsiteY2" fmla="*/ 99768 h 141950"/>
                <a:gd name="connsiteX3" fmla="*/ 131 w 595959"/>
                <a:gd name="connsiteY3" fmla="*/ 141950 h 141950"/>
                <a:gd name="connsiteX4" fmla="*/ 124 w 595959"/>
                <a:gd name="connsiteY4" fmla="*/ 24713 h 141950"/>
                <a:gd name="connsiteX0" fmla="*/ 124 w 595959"/>
                <a:gd name="connsiteY0" fmla="*/ 24925 h 142162"/>
                <a:gd name="connsiteX1" fmla="*/ 595828 w 595959"/>
                <a:gd name="connsiteY1" fmla="*/ 2433 h 142162"/>
                <a:gd name="connsiteX2" fmla="*/ 595830 w 595959"/>
                <a:gd name="connsiteY2" fmla="*/ 99980 h 142162"/>
                <a:gd name="connsiteX3" fmla="*/ 131 w 595959"/>
                <a:gd name="connsiteY3" fmla="*/ 142162 h 142162"/>
                <a:gd name="connsiteX4" fmla="*/ 124 w 595959"/>
                <a:gd name="connsiteY4" fmla="*/ 24925 h 142162"/>
                <a:gd name="connsiteX0" fmla="*/ 124 w 595959"/>
                <a:gd name="connsiteY0" fmla="*/ 22492 h 139729"/>
                <a:gd name="connsiteX1" fmla="*/ 595828 w 595959"/>
                <a:gd name="connsiteY1" fmla="*/ 0 h 139729"/>
                <a:gd name="connsiteX2" fmla="*/ 595830 w 595959"/>
                <a:gd name="connsiteY2" fmla="*/ 97547 h 139729"/>
                <a:gd name="connsiteX3" fmla="*/ 131 w 595959"/>
                <a:gd name="connsiteY3" fmla="*/ 139729 h 139729"/>
                <a:gd name="connsiteX4" fmla="*/ 124 w 595959"/>
                <a:gd name="connsiteY4" fmla="*/ 22492 h 139729"/>
                <a:gd name="connsiteX0" fmla="*/ 124 w 595959"/>
                <a:gd name="connsiteY0" fmla="*/ 25585 h 142822"/>
                <a:gd name="connsiteX1" fmla="*/ 595828 w 595959"/>
                <a:gd name="connsiteY1" fmla="*/ 3093 h 142822"/>
                <a:gd name="connsiteX2" fmla="*/ 595830 w 595959"/>
                <a:gd name="connsiteY2" fmla="*/ 100640 h 142822"/>
                <a:gd name="connsiteX3" fmla="*/ 131 w 595959"/>
                <a:gd name="connsiteY3" fmla="*/ 142822 h 142822"/>
                <a:gd name="connsiteX4" fmla="*/ 124 w 595959"/>
                <a:gd name="connsiteY4" fmla="*/ 25585 h 142822"/>
                <a:gd name="connsiteX0" fmla="*/ 124 w 595959"/>
                <a:gd name="connsiteY0" fmla="*/ 25585 h 142822"/>
                <a:gd name="connsiteX1" fmla="*/ 595828 w 595959"/>
                <a:gd name="connsiteY1" fmla="*/ 3093 h 142822"/>
                <a:gd name="connsiteX2" fmla="*/ 595830 w 595959"/>
                <a:gd name="connsiteY2" fmla="*/ 100640 h 142822"/>
                <a:gd name="connsiteX3" fmla="*/ 131 w 595959"/>
                <a:gd name="connsiteY3" fmla="*/ 142822 h 142822"/>
                <a:gd name="connsiteX4" fmla="*/ 124 w 595959"/>
                <a:gd name="connsiteY4" fmla="*/ 25585 h 142822"/>
                <a:gd name="connsiteX0" fmla="*/ 124 w 595959"/>
                <a:gd name="connsiteY0" fmla="*/ 26512 h 143749"/>
                <a:gd name="connsiteX1" fmla="*/ 595828 w 595959"/>
                <a:gd name="connsiteY1" fmla="*/ 4020 h 143749"/>
                <a:gd name="connsiteX2" fmla="*/ 595830 w 595959"/>
                <a:gd name="connsiteY2" fmla="*/ 101567 h 143749"/>
                <a:gd name="connsiteX3" fmla="*/ 131 w 595959"/>
                <a:gd name="connsiteY3" fmla="*/ 143749 h 143749"/>
                <a:gd name="connsiteX4" fmla="*/ 124 w 595959"/>
                <a:gd name="connsiteY4" fmla="*/ 26512 h 143749"/>
                <a:gd name="connsiteX0" fmla="*/ 124 w 595959"/>
                <a:gd name="connsiteY0" fmla="*/ 26512 h 143749"/>
                <a:gd name="connsiteX1" fmla="*/ 595828 w 595959"/>
                <a:gd name="connsiteY1" fmla="*/ 4020 h 143749"/>
                <a:gd name="connsiteX2" fmla="*/ 595830 w 595959"/>
                <a:gd name="connsiteY2" fmla="*/ 101567 h 143749"/>
                <a:gd name="connsiteX3" fmla="*/ 131 w 595959"/>
                <a:gd name="connsiteY3" fmla="*/ 143749 h 143749"/>
                <a:gd name="connsiteX4" fmla="*/ 124 w 595959"/>
                <a:gd name="connsiteY4" fmla="*/ 26512 h 143749"/>
                <a:gd name="connsiteX0" fmla="*/ 124 w 595959"/>
                <a:gd name="connsiteY0" fmla="*/ 28496 h 145733"/>
                <a:gd name="connsiteX1" fmla="*/ 595828 w 595959"/>
                <a:gd name="connsiteY1" fmla="*/ 6004 h 145733"/>
                <a:gd name="connsiteX2" fmla="*/ 595830 w 595959"/>
                <a:gd name="connsiteY2" fmla="*/ 103551 h 145733"/>
                <a:gd name="connsiteX3" fmla="*/ 131 w 595959"/>
                <a:gd name="connsiteY3" fmla="*/ 145733 h 145733"/>
                <a:gd name="connsiteX4" fmla="*/ 124 w 595959"/>
                <a:gd name="connsiteY4" fmla="*/ 28496 h 14573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856"/>
                <a:gd name="connsiteY0" fmla="*/ 41841 h 159078"/>
                <a:gd name="connsiteX1" fmla="*/ 591261 w 595856"/>
                <a:gd name="connsiteY1" fmla="*/ 0 h 159078"/>
                <a:gd name="connsiteX2" fmla="*/ 595830 w 595856"/>
                <a:gd name="connsiteY2" fmla="*/ 116896 h 159078"/>
                <a:gd name="connsiteX3" fmla="*/ 131 w 595856"/>
                <a:gd name="connsiteY3" fmla="*/ 159078 h 159078"/>
                <a:gd name="connsiteX4" fmla="*/ 124 w 595856"/>
                <a:gd name="connsiteY4" fmla="*/ 41841 h 159078"/>
                <a:gd name="connsiteX0" fmla="*/ 124 w 595959"/>
                <a:gd name="connsiteY0" fmla="*/ 41841 h 159078"/>
                <a:gd name="connsiteX1" fmla="*/ 595828 w 595959"/>
                <a:gd name="connsiteY1" fmla="*/ 0 h 159078"/>
                <a:gd name="connsiteX2" fmla="*/ 595830 w 595959"/>
                <a:gd name="connsiteY2" fmla="*/ 116896 h 159078"/>
                <a:gd name="connsiteX3" fmla="*/ 131 w 595959"/>
                <a:gd name="connsiteY3" fmla="*/ 159078 h 159078"/>
                <a:gd name="connsiteX4" fmla="*/ 124 w 595959"/>
                <a:gd name="connsiteY4" fmla="*/ 41841 h 159078"/>
                <a:gd name="connsiteX0" fmla="*/ 124 w 597349"/>
                <a:gd name="connsiteY0" fmla="*/ 42378 h 159615"/>
                <a:gd name="connsiteX1" fmla="*/ 597349 w 597349"/>
                <a:gd name="connsiteY1" fmla="*/ 0 h 159615"/>
                <a:gd name="connsiteX2" fmla="*/ 595830 w 597349"/>
                <a:gd name="connsiteY2" fmla="*/ 117433 h 159615"/>
                <a:gd name="connsiteX3" fmla="*/ 131 w 597349"/>
                <a:gd name="connsiteY3" fmla="*/ 159615 h 159615"/>
                <a:gd name="connsiteX4" fmla="*/ 124 w 597349"/>
                <a:gd name="connsiteY4" fmla="*/ 42378 h 159615"/>
                <a:gd name="connsiteX0" fmla="*/ 124 w 600443"/>
                <a:gd name="connsiteY0" fmla="*/ 42378 h 159615"/>
                <a:gd name="connsiteX1" fmla="*/ 597349 w 600443"/>
                <a:gd name="connsiteY1" fmla="*/ 0 h 159615"/>
                <a:gd name="connsiteX2" fmla="*/ 600408 w 600443"/>
                <a:gd name="connsiteY2" fmla="*/ 117433 h 159615"/>
                <a:gd name="connsiteX3" fmla="*/ 131 w 600443"/>
                <a:gd name="connsiteY3" fmla="*/ 159615 h 159615"/>
                <a:gd name="connsiteX4" fmla="*/ 124 w 600443"/>
                <a:gd name="connsiteY4" fmla="*/ 42378 h 159615"/>
                <a:gd name="connsiteX0" fmla="*/ 124 w 600537"/>
                <a:gd name="connsiteY0" fmla="*/ 42378 h 159615"/>
                <a:gd name="connsiteX1" fmla="*/ 600401 w 600537"/>
                <a:gd name="connsiteY1" fmla="*/ 0 h 159615"/>
                <a:gd name="connsiteX2" fmla="*/ 600408 w 600537"/>
                <a:gd name="connsiteY2" fmla="*/ 117433 h 159615"/>
                <a:gd name="connsiteX3" fmla="*/ 131 w 600537"/>
                <a:gd name="connsiteY3" fmla="*/ 159615 h 159615"/>
                <a:gd name="connsiteX4" fmla="*/ 124 w 600537"/>
                <a:gd name="connsiteY4" fmla="*/ 42378 h 159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0537" h="159615">
                  <a:moveTo>
                    <a:pt x="124" y="42378"/>
                  </a:moveTo>
                  <a:cubicBezTo>
                    <a:pt x="296414" y="-50243"/>
                    <a:pt x="418111" y="75773"/>
                    <a:pt x="600401" y="0"/>
                  </a:cubicBezTo>
                  <a:cubicBezTo>
                    <a:pt x="599951" y="33260"/>
                    <a:pt x="600858" y="84173"/>
                    <a:pt x="600408" y="117433"/>
                  </a:cubicBezTo>
                  <a:cubicBezTo>
                    <a:pt x="395490" y="192726"/>
                    <a:pt x="285331" y="62551"/>
                    <a:pt x="131" y="159615"/>
                  </a:cubicBezTo>
                  <a:cubicBezTo>
                    <a:pt x="-323" y="114566"/>
                    <a:pt x="578" y="87427"/>
                    <a:pt x="124" y="42378"/>
                  </a:cubicBezTo>
                  <a:close/>
                </a:path>
              </a:pathLst>
            </a:custGeom>
            <a:solidFill>
              <a:schemeClr val="accent2">
                <a:lumMod val="40000"/>
                <a:lumOff val="6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81" name="矩形 1174">
              <a:extLst>
                <a:ext uri="{FF2B5EF4-FFF2-40B4-BE49-F238E27FC236}">
                  <a16:creationId xmlns:a16="http://schemas.microsoft.com/office/drawing/2014/main" id="{D9127187-E6D7-6B0D-E296-07FDFDC9AEEB}"/>
                </a:ext>
              </a:extLst>
            </p:cNvPr>
            <p:cNvSpPr/>
            <p:nvPr/>
          </p:nvSpPr>
          <p:spPr>
            <a:xfrm rot="10800000">
              <a:off x="4342829" y="7041272"/>
              <a:ext cx="618707" cy="139508"/>
            </a:xfrm>
            <a:custGeom>
              <a:avLst/>
              <a:gdLst>
                <a:gd name="connsiteX0" fmla="*/ 0 w 595706"/>
                <a:gd name="connsiteY0" fmla="*/ 0 h 92965"/>
                <a:gd name="connsiteX1" fmla="*/ 595706 w 595706"/>
                <a:gd name="connsiteY1" fmla="*/ 0 h 92965"/>
                <a:gd name="connsiteX2" fmla="*/ 595706 w 595706"/>
                <a:gd name="connsiteY2" fmla="*/ 92965 h 92965"/>
                <a:gd name="connsiteX3" fmla="*/ 0 w 595706"/>
                <a:gd name="connsiteY3" fmla="*/ 92965 h 92965"/>
                <a:gd name="connsiteX4" fmla="*/ 0 w 595706"/>
                <a:gd name="connsiteY4" fmla="*/ 0 h 92965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131 w 595837"/>
                <a:gd name="connsiteY0" fmla="*/ 0 h 148754"/>
                <a:gd name="connsiteX1" fmla="*/ 595837 w 595837"/>
                <a:gd name="connsiteY1" fmla="*/ 0 h 148754"/>
                <a:gd name="connsiteX2" fmla="*/ 595837 w 595837"/>
                <a:gd name="connsiteY2" fmla="*/ 92965 h 148754"/>
                <a:gd name="connsiteX3" fmla="*/ 131 w 595837"/>
                <a:gd name="connsiteY3" fmla="*/ 148754 h 148754"/>
                <a:gd name="connsiteX4" fmla="*/ 131 w 595837"/>
                <a:gd name="connsiteY4" fmla="*/ 0 h 148754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56571"/>
                <a:gd name="connsiteX1" fmla="*/ 595837 w 595837"/>
                <a:gd name="connsiteY1" fmla="*/ 0 h 156571"/>
                <a:gd name="connsiteX2" fmla="*/ 594316 w 595837"/>
                <a:gd name="connsiteY2" fmla="*/ 141984 h 156571"/>
                <a:gd name="connsiteX3" fmla="*/ 131 w 595837"/>
                <a:gd name="connsiteY3" fmla="*/ 140590 h 156571"/>
                <a:gd name="connsiteX4" fmla="*/ 131 w 595837"/>
                <a:gd name="connsiteY4" fmla="*/ 0 h 156571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0 w 600949"/>
                <a:gd name="connsiteY0" fmla="*/ 0 h 271309"/>
                <a:gd name="connsiteX1" fmla="*/ 600949 w 600949"/>
                <a:gd name="connsiteY1" fmla="*/ 0 h 271309"/>
                <a:gd name="connsiteX2" fmla="*/ 599428 w 600949"/>
                <a:gd name="connsiteY2" fmla="*/ 141984 h 271309"/>
                <a:gd name="connsiteX3" fmla="*/ 3722 w 600949"/>
                <a:gd name="connsiteY3" fmla="*/ 271309 h 271309"/>
                <a:gd name="connsiteX4" fmla="*/ 0 w 600949"/>
                <a:gd name="connsiteY4" fmla="*/ 0 h 271309"/>
                <a:gd name="connsiteX0" fmla="*/ 0 w 599639"/>
                <a:gd name="connsiteY0" fmla="*/ 0 h 271309"/>
                <a:gd name="connsiteX1" fmla="*/ 599639 w 599639"/>
                <a:gd name="connsiteY1" fmla="*/ 0 h 271309"/>
                <a:gd name="connsiteX2" fmla="*/ 599428 w 599639"/>
                <a:gd name="connsiteY2" fmla="*/ 141984 h 271309"/>
                <a:gd name="connsiteX3" fmla="*/ 3722 w 599639"/>
                <a:gd name="connsiteY3" fmla="*/ 271309 h 271309"/>
                <a:gd name="connsiteX4" fmla="*/ 0 w 599639"/>
                <a:gd name="connsiteY4" fmla="*/ 0 h 271309"/>
                <a:gd name="connsiteX0" fmla="*/ 0 w 597018"/>
                <a:gd name="connsiteY0" fmla="*/ 0 h 271309"/>
                <a:gd name="connsiteX1" fmla="*/ 597018 w 597018"/>
                <a:gd name="connsiteY1" fmla="*/ 0 h 271309"/>
                <a:gd name="connsiteX2" fmla="*/ 596807 w 597018"/>
                <a:gd name="connsiteY2" fmla="*/ 141984 h 271309"/>
                <a:gd name="connsiteX3" fmla="*/ 1101 w 597018"/>
                <a:gd name="connsiteY3" fmla="*/ 271309 h 271309"/>
                <a:gd name="connsiteX4" fmla="*/ 0 w 597018"/>
                <a:gd name="connsiteY4" fmla="*/ 0 h 271309"/>
                <a:gd name="connsiteX0" fmla="*/ 0 w 596807"/>
                <a:gd name="connsiteY0" fmla="*/ 0 h 271309"/>
                <a:gd name="connsiteX1" fmla="*/ 591775 w 596807"/>
                <a:gd name="connsiteY1" fmla="*/ 0 h 271309"/>
                <a:gd name="connsiteX2" fmla="*/ 596807 w 596807"/>
                <a:gd name="connsiteY2" fmla="*/ 141984 h 271309"/>
                <a:gd name="connsiteX3" fmla="*/ 1101 w 596807"/>
                <a:gd name="connsiteY3" fmla="*/ 271309 h 271309"/>
                <a:gd name="connsiteX4" fmla="*/ 0 w 596807"/>
                <a:gd name="connsiteY4" fmla="*/ 0 h 271309"/>
                <a:gd name="connsiteX0" fmla="*/ 0 w 596807"/>
                <a:gd name="connsiteY0" fmla="*/ 0 h 271309"/>
                <a:gd name="connsiteX1" fmla="*/ 595708 w 596807"/>
                <a:gd name="connsiteY1" fmla="*/ 0 h 271309"/>
                <a:gd name="connsiteX2" fmla="*/ 596807 w 596807"/>
                <a:gd name="connsiteY2" fmla="*/ 141984 h 271309"/>
                <a:gd name="connsiteX3" fmla="*/ 1101 w 596807"/>
                <a:gd name="connsiteY3" fmla="*/ 271309 h 271309"/>
                <a:gd name="connsiteX4" fmla="*/ 0 w 596807"/>
                <a:gd name="connsiteY4" fmla="*/ 0 h 271309"/>
                <a:gd name="connsiteX0" fmla="*/ 0 w 595708"/>
                <a:gd name="connsiteY0" fmla="*/ 0 h 271309"/>
                <a:gd name="connsiteX1" fmla="*/ 595708 w 595708"/>
                <a:gd name="connsiteY1" fmla="*/ 0 h 271309"/>
                <a:gd name="connsiteX2" fmla="*/ 594186 w 595708"/>
                <a:gd name="connsiteY2" fmla="*/ 141985 h 271309"/>
                <a:gd name="connsiteX3" fmla="*/ 1101 w 595708"/>
                <a:gd name="connsiteY3" fmla="*/ 271309 h 271309"/>
                <a:gd name="connsiteX4" fmla="*/ 0 w 595708"/>
                <a:gd name="connsiteY4" fmla="*/ 0 h 271309"/>
                <a:gd name="connsiteX0" fmla="*/ 0 w 596439"/>
                <a:gd name="connsiteY0" fmla="*/ 109083 h 380392"/>
                <a:gd name="connsiteX1" fmla="*/ 595708 w 596439"/>
                <a:gd name="connsiteY1" fmla="*/ 109083 h 380392"/>
                <a:gd name="connsiteX2" fmla="*/ 594186 w 596439"/>
                <a:gd name="connsiteY2" fmla="*/ 251068 h 380392"/>
                <a:gd name="connsiteX3" fmla="*/ 1101 w 596439"/>
                <a:gd name="connsiteY3" fmla="*/ 380392 h 380392"/>
                <a:gd name="connsiteX4" fmla="*/ 0 w 596439"/>
                <a:gd name="connsiteY4" fmla="*/ 109083 h 380392"/>
                <a:gd name="connsiteX0" fmla="*/ 0 w 595708"/>
                <a:gd name="connsiteY0" fmla="*/ 0 h 271309"/>
                <a:gd name="connsiteX1" fmla="*/ 595708 w 595708"/>
                <a:gd name="connsiteY1" fmla="*/ 0 h 271309"/>
                <a:gd name="connsiteX2" fmla="*/ 594186 w 595708"/>
                <a:gd name="connsiteY2" fmla="*/ 141985 h 271309"/>
                <a:gd name="connsiteX3" fmla="*/ 1101 w 595708"/>
                <a:gd name="connsiteY3" fmla="*/ 271309 h 271309"/>
                <a:gd name="connsiteX4" fmla="*/ 0 w 595708"/>
                <a:gd name="connsiteY4" fmla="*/ 0 h 271309"/>
                <a:gd name="connsiteX0" fmla="*/ 0 w 596808"/>
                <a:gd name="connsiteY0" fmla="*/ 0 h 271309"/>
                <a:gd name="connsiteX1" fmla="*/ 595708 w 596808"/>
                <a:gd name="connsiteY1" fmla="*/ 0 h 271309"/>
                <a:gd name="connsiteX2" fmla="*/ 596808 w 596808"/>
                <a:gd name="connsiteY2" fmla="*/ 141985 h 271309"/>
                <a:gd name="connsiteX3" fmla="*/ 1101 w 596808"/>
                <a:gd name="connsiteY3" fmla="*/ 271309 h 271309"/>
                <a:gd name="connsiteX4" fmla="*/ 0 w 596808"/>
                <a:gd name="connsiteY4" fmla="*/ 0 h 271309"/>
                <a:gd name="connsiteX0" fmla="*/ 0 w 596808"/>
                <a:gd name="connsiteY0" fmla="*/ 0 h 271309"/>
                <a:gd name="connsiteX1" fmla="*/ 595708 w 596808"/>
                <a:gd name="connsiteY1" fmla="*/ 0 h 271309"/>
                <a:gd name="connsiteX2" fmla="*/ 596808 w 596808"/>
                <a:gd name="connsiteY2" fmla="*/ 141985 h 271309"/>
                <a:gd name="connsiteX3" fmla="*/ 1101 w 596808"/>
                <a:gd name="connsiteY3" fmla="*/ 271309 h 271309"/>
                <a:gd name="connsiteX4" fmla="*/ 0 w 596808"/>
                <a:gd name="connsiteY4" fmla="*/ 0 h 271309"/>
                <a:gd name="connsiteX0" fmla="*/ 0 w 596808"/>
                <a:gd name="connsiteY0" fmla="*/ 0 h 271309"/>
                <a:gd name="connsiteX1" fmla="*/ 595708 w 596808"/>
                <a:gd name="connsiteY1" fmla="*/ 0 h 271309"/>
                <a:gd name="connsiteX2" fmla="*/ 596808 w 596808"/>
                <a:gd name="connsiteY2" fmla="*/ 141985 h 271309"/>
                <a:gd name="connsiteX3" fmla="*/ 1101 w 596808"/>
                <a:gd name="connsiteY3" fmla="*/ 271309 h 271309"/>
                <a:gd name="connsiteX4" fmla="*/ 0 w 596808"/>
                <a:gd name="connsiteY4" fmla="*/ 0 h 271309"/>
                <a:gd name="connsiteX0" fmla="*/ 0 w 595708"/>
                <a:gd name="connsiteY0" fmla="*/ 0 h 271309"/>
                <a:gd name="connsiteX1" fmla="*/ 595708 w 595708"/>
                <a:gd name="connsiteY1" fmla="*/ 0 h 271309"/>
                <a:gd name="connsiteX2" fmla="*/ 594186 w 595708"/>
                <a:gd name="connsiteY2" fmla="*/ 141985 h 271309"/>
                <a:gd name="connsiteX3" fmla="*/ 1101 w 595708"/>
                <a:gd name="connsiteY3" fmla="*/ 271309 h 271309"/>
                <a:gd name="connsiteX4" fmla="*/ 0 w 595708"/>
                <a:gd name="connsiteY4" fmla="*/ 0 h 271309"/>
                <a:gd name="connsiteX0" fmla="*/ 0 w 595708"/>
                <a:gd name="connsiteY0" fmla="*/ 0 h 271309"/>
                <a:gd name="connsiteX1" fmla="*/ 595708 w 595708"/>
                <a:gd name="connsiteY1" fmla="*/ 0 h 271309"/>
                <a:gd name="connsiteX2" fmla="*/ 594186 w 595708"/>
                <a:gd name="connsiteY2" fmla="*/ 141985 h 271309"/>
                <a:gd name="connsiteX3" fmla="*/ 1101 w 595708"/>
                <a:gd name="connsiteY3" fmla="*/ 271309 h 271309"/>
                <a:gd name="connsiteX4" fmla="*/ 0 w 595708"/>
                <a:gd name="connsiteY4" fmla="*/ 0 h 271309"/>
                <a:gd name="connsiteX0" fmla="*/ 0 w 595936"/>
                <a:gd name="connsiteY0" fmla="*/ 0 h 271309"/>
                <a:gd name="connsiteX1" fmla="*/ 595708 w 595936"/>
                <a:gd name="connsiteY1" fmla="*/ 0 h 271309"/>
                <a:gd name="connsiteX2" fmla="*/ 594186 w 595936"/>
                <a:gd name="connsiteY2" fmla="*/ 141985 h 271309"/>
                <a:gd name="connsiteX3" fmla="*/ 1101 w 595936"/>
                <a:gd name="connsiteY3" fmla="*/ 271309 h 271309"/>
                <a:gd name="connsiteX4" fmla="*/ 0 w 595936"/>
                <a:gd name="connsiteY4" fmla="*/ 0 h 271309"/>
                <a:gd name="connsiteX0" fmla="*/ 319 w 596255"/>
                <a:gd name="connsiteY0" fmla="*/ 0 h 271309"/>
                <a:gd name="connsiteX1" fmla="*/ 596027 w 596255"/>
                <a:gd name="connsiteY1" fmla="*/ 0 h 271309"/>
                <a:gd name="connsiteX2" fmla="*/ 594505 w 596255"/>
                <a:gd name="connsiteY2" fmla="*/ 141985 h 271309"/>
                <a:gd name="connsiteX3" fmla="*/ 110 w 596255"/>
                <a:gd name="connsiteY3" fmla="*/ 271309 h 271309"/>
                <a:gd name="connsiteX4" fmla="*/ 319 w 596255"/>
                <a:gd name="connsiteY4" fmla="*/ 0 h 271309"/>
                <a:gd name="connsiteX0" fmla="*/ 0 w 595936"/>
                <a:gd name="connsiteY0" fmla="*/ 0 h 271309"/>
                <a:gd name="connsiteX1" fmla="*/ 595708 w 595936"/>
                <a:gd name="connsiteY1" fmla="*/ 0 h 271309"/>
                <a:gd name="connsiteX2" fmla="*/ 594186 w 595936"/>
                <a:gd name="connsiteY2" fmla="*/ 141985 h 271309"/>
                <a:gd name="connsiteX3" fmla="*/ 1101 w 595936"/>
                <a:gd name="connsiteY3" fmla="*/ 271309 h 271309"/>
                <a:gd name="connsiteX4" fmla="*/ 0 w 595936"/>
                <a:gd name="connsiteY4" fmla="*/ 0 h 271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5936" h="271309">
                  <a:moveTo>
                    <a:pt x="0" y="0"/>
                  </a:moveTo>
                  <a:lnTo>
                    <a:pt x="595708" y="0"/>
                  </a:lnTo>
                  <a:cubicBezTo>
                    <a:pt x="595708" y="30988"/>
                    <a:pt x="596806" y="39550"/>
                    <a:pt x="594186" y="141985"/>
                  </a:cubicBezTo>
                  <a:cubicBezTo>
                    <a:pt x="404809" y="352086"/>
                    <a:pt x="341643" y="22672"/>
                    <a:pt x="1101" y="271309"/>
                  </a:cubicBezTo>
                  <a:cubicBezTo>
                    <a:pt x="647" y="226260"/>
                    <a:pt x="454" y="45049"/>
                    <a:pt x="0" y="0"/>
                  </a:cubicBez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782" name="组合 781">
              <a:extLst>
                <a:ext uri="{FF2B5EF4-FFF2-40B4-BE49-F238E27FC236}">
                  <a16:creationId xmlns:a16="http://schemas.microsoft.com/office/drawing/2014/main" id="{D38EC138-2537-F5DC-0A4F-9F8C6DD6F025}"/>
                </a:ext>
              </a:extLst>
            </p:cNvPr>
            <p:cNvGrpSpPr/>
            <p:nvPr/>
          </p:nvGrpSpPr>
          <p:grpSpPr>
            <a:xfrm>
              <a:off x="4341455" y="6517035"/>
              <a:ext cx="621640" cy="663817"/>
              <a:chOff x="3656357" y="6507685"/>
              <a:chExt cx="621640" cy="663817"/>
            </a:xfrm>
          </p:grpSpPr>
          <p:sp>
            <p:nvSpPr>
              <p:cNvPr id="783" name="矩形 782">
                <a:extLst>
                  <a:ext uri="{FF2B5EF4-FFF2-40B4-BE49-F238E27FC236}">
                    <a16:creationId xmlns:a16="http://schemas.microsoft.com/office/drawing/2014/main" id="{EB429CE9-292E-F1F0-2502-A88751E4AB1A}"/>
                  </a:ext>
                </a:extLst>
              </p:cNvPr>
              <p:cNvSpPr/>
              <p:nvPr/>
            </p:nvSpPr>
            <p:spPr>
              <a:xfrm>
                <a:off x="3656465" y="6640950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84" name="矩形 783">
                <a:extLst>
                  <a:ext uri="{FF2B5EF4-FFF2-40B4-BE49-F238E27FC236}">
                    <a16:creationId xmlns:a16="http://schemas.microsoft.com/office/drawing/2014/main" id="{C0A68D6D-529C-662D-00C5-2B53978E7C3F}"/>
                  </a:ext>
                </a:extLst>
              </p:cNvPr>
              <p:cNvSpPr/>
              <p:nvPr/>
            </p:nvSpPr>
            <p:spPr>
              <a:xfrm>
                <a:off x="3811875" y="6640950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85" name="矩形 784">
                <a:extLst>
                  <a:ext uri="{FF2B5EF4-FFF2-40B4-BE49-F238E27FC236}">
                    <a16:creationId xmlns:a16="http://schemas.microsoft.com/office/drawing/2014/main" id="{AFA37F32-D643-A3B4-F6E1-207194292102}"/>
                  </a:ext>
                </a:extLst>
              </p:cNvPr>
              <p:cNvSpPr/>
              <p:nvPr/>
            </p:nvSpPr>
            <p:spPr>
              <a:xfrm>
                <a:off x="3967285" y="6640950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86" name="矩形 785">
                <a:extLst>
                  <a:ext uri="{FF2B5EF4-FFF2-40B4-BE49-F238E27FC236}">
                    <a16:creationId xmlns:a16="http://schemas.microsoft.com/office/drawing/2014/main" id="{8D3D0C5C-B5DB-FE4E-A444-73DC1C31A4F0}"/>
                  </a:ext>
                </a:extLst>
              </p:cNvPr>
              <p:cNvSpPr/>
              <p:nvPr/>
            </p:nvSpPr>
            <p:spPr>
              <a:xfrm>
                <a:off x="4122695" y="6640950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87" name="矩形 786">
                <a:extLst>
                  <a:ext uri="{FF2B5EF4-FFF2-40B4-BE49-F238E27FC236}">
                    <a16:creationId xmlns:a16="http://schemas.microsoft.com/office/drawing/2014/main" id="{F6E9DE8F-0525-2639-32F9-74AC7885416F}"/>
                  </a:ext>
                </a:extLst>
              </p:cNvPr>
              <p:cNvSpPr/>
              <p:nvPr/>
            </p:nvSpPr>
            <p:spPr>
              <a:xfrm>
                <a:off x="3656465" y="6773574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88" name="矩形 787">
                <a:extLst>
                  <a:ext uri="{FF2B5EF4-FFF2-40B4-BE49-F238E27FC236}">
                    <a16:creationId xmlns:a16="http://schemas.microsoft.com/office/drawing/2014/main" id="{BDD97986-D6E6-AB67-0C22-F2D771BCA675}"/>
                  </a:ext>
                </a:extLst>
              </p:cNvPr>
              <p:cNvSpPr/>
              <p:nvPr/>
            </p:nvSpPr>
            <p:spPr>
              <a:xfrm>
                <a:off x="3811875" y="6773574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89" name="矩形 788">
                <a:extLst>
                  <a:ext uri="{FF2B5EF4-FFF2-40B4-BE49-F238E27FC236}">
                    <a16:creationId xmlns:a16="http://schemas.microsoft.com/office/drawing/2014/main" id="{C0FBDF0B-8ECB-3BAF-1C7D-47955022CF90}"/>
                  </a:ext>
                </a:extLst>
              </p:cNvPr>
              <p:cNvSpPr/>
              <p:nvPr/>
            </p:nvSpPr>
            <p:spPr>
              <a:xfrm>
                <a:off x="3967285" y="6773574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90" name="矩形 789">
                <a:extLst>
                  <a:ext uri="{FF2B5EF4-FFF2-40B4-BE49-F238E27FC236}">
                    <a16:creationId xmlns:a16="http://schemas.microsoft.com/office/drawing/2014/main" id="{ACBBAB36-EA99-FE9B-6566-BF04EDFA5DFB}"/>
                  </a:ext>
                </a:extLst>
              </p:cNvPr>
              <p:cNvSpPr/>
              <p:nvPr/>
            </p:nvSpPr>
            <p:spPr>
              <a:xfrm>
                <a:off x="4122695" y="6773574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91" name="矩形 790">
                <a:extLst>
                  <a:ext uri="{FF2B5EF4-FFF2-40B4-BE49-F238E27FC236}">
                    <a16:creationId xmlns:a16="http://schemas.microsoft.com/office/drawing/2014/main" id="{F24F102E-A089-C00D-C2F3-B476A48CE0FC}"/>
                  </a:ext>
                </a:extLst>
              </p:cNvPr>
              <p:cNvSpPr/>
              <p:nvPr/>
            </p:nvSpPr>
            <p:spPr>
              <a:xfrm>
                <a:off x="3656357" y="690625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92" name="矩形 791">
                <a:extLst>
                  <a:ext uri="{FF2B5EF4-FFF2-40B4-BE49-F238E27FC236}">
                    <a16:creationId xmlns:a16="http://schemas.microsoft.com/office/drawing/2014/main" id="{4CD2B1A6-FF65-C5CB-9EBA-C49F50F866A9}"/>
                  </a:ext>
                </a:extLst>
              </p:cNvPr>
              <p:cNvSpPr/>
              <p:nvPr/>
            </p:nvSpPr>
            <p:spPr>
              <a:xfrm>
                <a:off x="3811767" y="690625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93" name="矩形 792">
                <a:extLst>
                  <a:ext uri="{FF2B5EF4-FFF2-40B4-BE49-F238E27FC236}">
                    <a16:creationId xmlns:a16="http://schemas.microsoft.com/office/drawing/2014/main" id="{2913C4CE-DF64-55FF-FFDC-FA2CEF374694}"/>
                  </a:ext>
                </a:extLst>
              </p:cNvPr>
              <p:cNvSpPr/>
              <p:nvPr/>
            </p:nvSpPr>
            <p:spPr>
              <a:xfrm>
                <a:off x="3967177" y="690625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94" name="矩形 793">
                <a:extLst>
                  <a:ext uri="{FF2B5EF4-FFF2-40B4-BE49-F238E27FC236}">
                    <a16:creationId xmlns:a16="http://schemas.microsoft.com/office/drawing/2014/main" id="{DEE8AA3D-2347-B240-A0EA-8FDF55A28393}"/>
                  </a:ext>
                </a:extLst>
              </p:cNvPr>
              <p:cNvSpPr/>
              <p:nvPr/>
            </p:nvSpPr>
            <p:spPr>
              <a:xfrm>
                <a:off x="4122587" y="690625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95" name="矩形 794">
                <a:extLst>
                  <a:ext uri="{FF2B5EF4-FFF2-40B4-BE49-F238E27FC236}">
                    <a16:creationId xmlns:a16="http://schemas.microsoft.com/office/drawing/2014/main" id="{1BF5D4DB-8C5F-4410-B86C-0B155078CF4E}"/>
                  </a:ext>
                </a:extLst>
              </p:cNvPr>
              <p:cNvSpPr/>
              <p:nvPr/>
            </p:nvSpPr>
            <p:spPr>
              <a:xfrm>
                <a:off x="3656357" y="7038879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96" name="矩形 795">
                <a:extLst>
                  <a:ext uri="{FF2B5EF4-FFF2-40B4-BE49-F238E27FC236}">
                    <a16:creationId xmlns:a16="http://schemas.microsoft.com/office/drawing/2014/main" id="{C9C9A8F8-3D2E-F654-F91F-D96F42C3BAC0}"/>
                  </a:ext>
                </a:extLst>
              </p:cNvPr>
              <p:cNvSpPr/>
              <p:nvPr/>
            </p:nvSpPr>
            <p:spPr>
              <a:xfrm>
                <a:off x="3811767" y="7038879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97" name="矩形 796">
                <a:extLst>
                  <a:ext uri="{FF2B5EF4-FFF2-40B4-BE49-F238E27FC236}">
                    <a16:creationId xmlns:a16="http://schemas.microsoft.com/office/drawing/2014/main" id="{1C11802B-E28D-50DF-2301-86AC965A5499}"/>
                  </a:ext>
                </a:extLst>
              </p:cNvPr>
              <p:cNvSpPr/>
              <p:nvPr/>
            </p:nvSpPr>
            <p:spPr>
              <a:xfrm>
                <a:off x="3967177" y="7038879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98" name="矩形 797">
                <a:extLst>
                  <a:ext uri="{FF2B5EF4-FFF2-40B4-BE49-F238E27FC236}">
                    <a16:creationId xmlns:a16="http://schemas.microsoft.com/office/drawing/2014/main" id="{934504A8-09BF-FB07-8E96-10CB13E999CD}"/>
                  </a:ext>
                </a:extLst>
              </p:cNvPr>
              <p:cNvSpPr/>
              <p:nvPr/>
            </p:nvSpPr>
            <p:spPr>
              <a:xfrm>
                <a:off x="4122587" y="7038879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99" name="矩形 798">
                <a:extLst>
                  <a:ext uri="{FF2B5EF4-FFF2-40B4-BE49-F238E27FC236}">
                    <a16:creationId xmlns:a16="http://schemas.microsoft.com/office/drawing/2014/main" id="{30A3AB1B-EF22-F0C3-3167-5BB1D629BD25}"/>
                  </a:ext>
                </a:extLst>
              </p:cNvPr>
              <p:cNvSpPr/>
              <p:nvPr/>
            </p:nvSpPr>
            <p:spPr>
              <a:xfrm>
                <a:off x="3656357" y="650768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00" name="矩形 799">
                <a:extLst>
                  <a:ext uri="{FF2B5EF4-FFF2-40B4-BE49-F238E27FC236}">
                    <a16:creationId xmlns:a16="http://schemas.microsoft.com/office/drawing/2014/main" id="{C0234835-ED42-BF2D-5C66-3B960BEC1213}"/>
                  </a:ext>
                </a:extLst>
              </p:cNvPr>
              <p:cNvSpPr/>
              <p:nvPr/>
            </p:nvSpPr>
            <p:spPr>
              <a:xfrm>
                <a:off x="3811767" y="650768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01" name="矩形 800">
                <a:extLst>
                  <a:ext uri="{FF2B5EF4-FFF2-40B4-BE49-F238E27FC236}">
                    <a16:creationId xmlns:a16="http://schemas.microsoft.com/office/drawing/2014/main" id="{BBE62DFD-E8C5-38F9-36BF-E9B11ABA6791}"/>
                  </a:ext>
                </a:extLst>
              </p:cNvPr>
              <p:cNvSpPr/>
              <p:nvPr/>
            </p:nvSpPr>
            <p:spPr>
              <a:xfrm>
                <a:off x="3967177" y="650768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02" name="矩形 801">
                <a:extLst>
                  <a:ext uri="{FF2B5EF4-FFF2-40B4-BE49-F238E27FC236}">
                    <a16:creationId xmlns:a16="http://schemas.microsoft.com/office/drawing/2014/main" id="{B58F8841-7D44-73DF-AF2E-BC57C9047482}"/>
                  </a:ext>
                </a:extLst>
              </p:cNvPr>
              <p:cNvSpPr/>
              <p:nvPr/>
            </p:nvSpPr>
            <p:spPr>
              <a:xfrm>
                <a:off x="4122587" y="650768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55" name="矩形 54">
            <a:extLst>
              <a:ext uri="{FF2B5EF4-FFF2-40B4-BE49-F238E27FC236}">
                <a16:creationId xmlns:a16="http://schemas.microsoft.com/office/drawing/2014/main" id="{1589BA92-BCB4-8445-0FD6-8B01ABE028F3}"/>
              </a:ext>
            </a:extLst>
          </p:cNvPr>
          <p:cNvSpPr/>
          <p:nvPr/>
        </p:nvSpPr>
        <p:spPr>
          <a:xfrm>
            <a:off x="282280" y="5640460"/>
            <a:ext cx="11668471" cy="115353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流程图: 接点 990">
            <a:extLst>
              <a:ext uri="{FF2B5EF4-FFF2-40B4-BE49-F238E27FC236}">
                <a16:creationId xmlns:a16="http://schemas.microsoft.com/office/drawing/2014/main" id="{D4F3DAAD-6918-B2F3-21F9-6373C273AB99}"/>
              </a:ext>
            </a:extLst>
          </p:cNvPr>
          <p:cNvSpPr/>
          <p:nvPr/>
        </p:nvSpPr>
        <p:spPr>
          <a:xfrm>
            <a:off x="8019945" y="1891507"/>
            <a:ext cx="324675" cy="322149"/>
          </a:xfrm>
          <a:prstGeom prst="flowChartConnector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zh-CN" altLang="en-US" sz="1600" dirty="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7" name="流程图: 接点 701">
            <a:extLst>
              <a:ext uri="{FF2B5EF4-FFF2-40B4-BE49-F238E27FC236}">
                <a16:creationId xmlns:a16="http://schemas.microsoft.com/office/drawing/2014/main" id="{3A2CEA27-BF87-01AE-3F62-CD354EDD3AC7}"/>
              </a:ext>
            </a:extLst>
          </p:cNvPr>
          <p:cNvSpPr/>
          <p:nvPr/>
        </p:nvSpPr>
        <p:spPr>
          <a:xfrm>
            <a:off x="8018398" y="1499308"/>
            <a:ext cx="324675" cy="322149"/>
          </a:xfrm>
          <a:prstGeom prst="flowChartConnector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endParaRPr lang="zh-CN" altLang="en-US" sz="1600" dirty="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58" name="组合 57">
            <a:extLst>
              <a:ext uri="{FF2B5EF4-FFF2-40B4-BE49-F238E27FC236}">
                <a16:creationId xmlns:a16="http://schemas.microsoft.com/office/drawing/2014/main" id="{6BE17203-44F9-30FB-6D59-C2434D0360AE}"/>
              </a:ext>
            </a:extLst>
          </p:cNvPr>
          <p:cNvGrpSpPr/>
          <p:nvPr/>
        </p:nvGrpSpPr>
        <p:grpSpPr>
          <a:xfrm>
            <a:off x="7487528" y="1560467"/>
            <a:ext cx="403556" cy="176292"/>
            <a:chOff x="6766867" y="9932442"/>
            <a:chExt cx="304958" cy="133117"/>
          </a:xfrm>
        </p:grpSpPr>
        <p:sp>
          <p:nvSpPr>
            <p:cNvPr id="59" name="矩形 58">
              <a:extLst>
                <a:ext uri="{FF2B5EF4-FFF2-40B4-BE49-F238E27FC236}">
                  <a16:creationId xmlns:a16="http://schemas.microsoft.com/office/drawing/2014/main" id="{8FFC7CC5-B211-D00D-2622-971D2B3421E0}"/>
                </a:ext>
              </a:extLst>
            </p:cNvPr>
            <p:cNvSpPr/>
            <p:nvPr/>
          </p:nvSpPr>
          <p:spPr>
            <a:xfrm>
              <a:off x="6766867" y="9932442"/>
              <a:ext cx="151932" cy="133117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" name="矩形 59">
              <a:extLst>
                <a:ext uri="{FF2B5EF4-FFF2-40B4-BE49-F238E27FC236}">
                  <a16:creationId xmlns:a16="http://schemas.microsoft.com/office/drawing/2014/main" id="{7AA45809-72F4-C560-906F-87C02DBB61A2}"/>
                </a:ext>
              </a:extLst>
            </p:cNvPr>
            <p:cNvSpPr/>
            <p:nvPr/>
          </p:nvSpPr>
          <p:spPr>
            <a:xfrm>
              <a:off x="6919893" y="9932442"/>
              <a:ext cx="151932" cy="133117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61" name="组合 60">
            <a:extLst>
              <a:ext uri="{FF2B5EF4-FFF2-40B4-BE49-F238E27FC236}">
                <a16:creationId xmlns:a16="http://schemas.microsoft.com/office/drawing/2014/main" id="{71DD8D74-B52A-89C1-5D2B-F3A1ADA707F5}"/>
              </a:ext>
            </a:extLst>
          </p:cNvPr>
          <p:cNvGrpSpPr/>
          <p:nvPr/>
        </p:nvGrpSpPr>
        <p:grpSpPr>
          <a:xfrm>
            <a:off x="7488224" y="1950548"/>
            <a:ext cx="403556" cy="176292"/>
            <a:chOff x="6766867" y="9932442"/>
            <a:chExt cx="304958" cy="133117"/>
          </a:xfrm>
        </p:grpSpPr>
        <p:sp>
          <p:nvSpPr>
            <p:cNvPr id="62" name="矩形 61">
              <a:extLst>
                <a:ext uri="{FF2B5EF4-FFF2-40B4-BE49-F238E27FC236}">
                  <a16:creationId xmlns:a16="http://schemas.microsoft.com/office/drawing/2014/main" id="{550AAF62-F8A9-CC51-6511-813A29D2D6D2}"/>
                </a:ext>
              </a:extLst>
            </p:cNvPr>
            <p:cNvSpPr/>
            <p:nvPr/>
          </p:nvSpPr>
          <p:spPr>
            <a:xfrm>
              <a:off x="6766867" y="9932442"/>
              <a:ext cx="151932" cy="133117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91" name="矩形 590">
              <a:extLst>
                <a:ext uri="{FF2B5EF4-FFF2-40B4-BE49-F238E27FC236}">
                  <a16:creationId xmlns:a16="http://schemas.microsoft.com/office/drawing/2014/main" id="{46EE7F56-31F9-11C3-E65C-9884768DC778}"/>
                </a:ext>
              </a:extLst>
            </p:cNvPr>
            <p:cNvSpPr/>
            <p:nvPr/>
          </p:nvSpPr>
          <p:spPr>
            <a:xfrm>
              <a:off x="6919893" y="9932442"/>
              <a:ext cx="151932" cy="133117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592" name="流程图: 接点 992">
            <a:extLst>
              <a:ext uri="{FF2B5EF4-FFF2-40B4-BE49-F238E27FC236}">
                <a16:creationId xmlns:a16="http://schemas.microsoft.com/office/drawing/2014/main" id="{11014868-60C0-9AD8-82DC-93D3980C5020}"/>
              </a:ext>
            </a:extLst>
          </p:cNvPr>
          <p:cNvSpPr/>
          <p:nvPr/>
        </p:nvSpPr>
        <p:spPr>
          <a:xfrm>
            <a:off x="8022793" y="4324639"/>
            <a:ext cx="324675" cy="322149"/>
          </a:xfrm>
          <a:prstGeom prst="flowChartConnector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lang="zh-CN" altLang="en-US" sz="1600" dirty="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93" name="流程图: 接点 993">
            <a:extLst>
              <a:ext uri="{FF2B5EF4-FFF2-40B4-BE49-F238E27FC236}">
                <a16:creationId xmlns:a16="http://schemas.microsoft.com/office/drawing/2014/main" id="{B7CC17DD-1DF7-7E2C-E245-FF9A3A394010}"/>
              </a:ext>
            </a:extLst>
          </p:cNvPr>
          <p:cNvSpPr/>
          <p:nvPr/>
        </p:nvSpPr>
        <p:spPr>
          <a:xfrm>
            <a:off x="8022793" y="3925867"/>
            <a:ext cx="324675" cy="322149"/>
          </a:xfrm>
          <a:prstGeom prst="flowChartConnector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zh-CN" altLang="en-US" sz="1600" dirty="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594" name="组合 593">
            <a:extLst>
              <a:ext uri="{FF2B5EF4-FFF2-40B4-BE49-F238E27FC236}">
                <a16:creationId xmlns:a16="http://schemas.microsoft.com/office/drawing/2014/main" id="{4984FA15-F0EA-317B-2C35-7A7E55A4212A}"/>
              </a:ext>
            </a:extLst>
          </p:cNvPr>
          <p:cNvGrpSpPr/>
          <p:nvPr/>
        </p:nvGrpSpPr>
        <p:grpSpPr>
          <a:xfrm>
            <a:off x="7471417" y="4033995"/>
            <a:ext cx="403556" cy="176292"/>
            <a:chOff x="6766867" y="9932442"/>
            <a:chExt cx="304958" cy="133117"/>
          </a:xfrm>
        </p:grpSpPr>
        <p:sp>
          <p:nvSpPr>
            <p:cNvPr id="595" name="矩形 594">
              <a:extLst>
                <a:ext uri="{FF2B5EF4-FFF2-40B4-BE49-F238E27FC236}">
                  <a16:creationId xmlns:a16="http://schemas.microsoft.com/office/drawing/2014/main" id="{E4B079ED-6AAB-8B18-057F-45B849DA53E4}"/>
                </a:ext>
              </a:extLst>
            </p:cNvPr>
            <p:cNvSpPr/>
            <p:nvPr/>
          </p:nvSpPr>
          <p:spPr>
            <a:xfrm>
              <a:off x="6766867" y="9932442"/>
              <a:ext cx="151932" cy="133117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96" name="矩形 595">
              <a:extLst>
                <a:ext uri="{FF2B5EF4-FFF2-40B4-BE49-F238E27FC236}">
                  <a16:creationId xmlns:a16="http://schemas.microsoft.com/office/drawing/2014/main" id="{83435280-0EFF-7077-34CD-662BAE8BCB6F}"/>
                </a:ext>
              </a:extLst>
            </p:cNvPr>
            <p:cNvSpPr/>
            <p:nvPr/>
          </p:nvSpPr>
          <p:spPr>
            <a:xfrm>
              <a:off x="6919893" y="9932442"/>
              <a:ext cx="151932" cy="133117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628" name="组合 627">
            <a:extLst>
              <a:ext uri="{FF2B5EF4-FFF2-40B4-BE49-F238E27FC236}">
                <a16:creationId xmlns:a16="http://schemas.microsoft.com/office/drawing/2014/main" id="{505D71C2-4F59-AA78-2943-E81138E1C1A4}"/>
              </a:ext>
            </a:extLst>
          </p:cNvPr>
          <p:cNvGrpSpPr/>
          <p:nvPr/>
        </p:nvGrpSpPr>
        <p:grpSpPr>
          <a:xfrm>
            <a:off x="7472113" y="4424075"/>
            <a:ext cx="403556" cy="176292"/>
            <a:chOff x="6766867" y="9932442"/>
            <a:chExt cx="304958" cy="133117"/>
          </a:xfrm>
        </p:grpSpPr>
        <p:sp>
          <p:nvSpPr>
            <p:cNvPr id="629" name="矩形 628">
              <a:extLst>
                <a:ext uri="{FF2B5EF4-FFF2-40B4-BE49-F238E27FC236}">
                  <a16:creationId xmlns:a16="http://schemas.microsoft.com/office/drawing/2014/main" id="{D8287F5B-D749-6556-BFE7-70C8A8E38A79}"/>
                </a:ext>
              </a:extLst>
            </p:cNvPr>
            <p:cNvSpPr/>
            <p:nvPr/>
          </p:nvSpPr>
          <p:spPr>
            <a:xfrm>
              <a:off x="6766867" y="9932442"/>
              <a:ext cx="151932" cy="133117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0" name="矩形 629">
              <a:extLst>
                <a:ext uri="{FF2B5EF4-FFF2-40B4-BE49-F238E27FC236}">
                  <a16:creationId xmlns:a16="http://schemas.microsoft.com/office/drawing/2014/main" id="{89228AFC-4B3B-7F6B-EBB8-04ABE2E4DBE5}"/>
                </a:ext>
              </a:extLst>
            </p:cNvPr>
            <p:cNvSpPr/>
            <p:nvPr/>
          </p:nvSpPr>
          <p:spPr>
            <a:xfrm>
              <a:off x="6919893" y="9932442"/>
              <a:ext cx="151932" cy="133117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50" name="文本框 49">
            <a:extLst>
              <a:ext uri="{FF2B5EF4-FFF2-40B4-BE49-F238E27FC236}">
                <a16:creationId xmlns:a16="http://schemas.microsoft.com/office/drawing/2014/main" id="{9334A0C5-2587-6D23-7ADC-F3A27516BE54}"/>
              </a:ext>
            </a:extLst>
          </p:cNvPr>
          <p:cNvSpPr txBox="1"/>
          <p:nvPr/>
        </p:nvSpPr>
        <p:spPr>
          <a:xfrm>
            <a:off x="6174745" y="2813682"/>
            <a:ext cx="914954" cy="369332"/>
          </a:xfrm>
          <a:prstGeom prst="rect">
            <a:avLst/>
          </a:prstGeom>
          <a:solidFill>
            <a:srgbClr val="F8CBAD"/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T Task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537A52B9-0E29-407A-FAB5-0506FEE4E57F}"/>
              </a:ext>
            </a:extLst>
          </p:cNvPr>
          <p:cNvSpPr txBox="1"/>
          <p:nvPr/>
        </p:nvSpPr>
        <p:spPr>
          <a:xfrm>
            <a:off x="10386240" y="2813682"/>
            <a:ext cx="914954" cy="369332"/>
          </a:xfrm>
          <a:prstGeom prst="rect">
            <a:avLst/>
          </a:prstGeom>
          <a:solidFill>
            <a:srgbClr val="BDD7EE"/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 Task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F6D7E239-3107-5CDA-573E-E8D3BD22B1EE}"/>
              </a:ext>
            </a:extLst>
          </p:cNvPr>
          <p:cNvSpPr txBox="1"/>
          <p:nvPr/>
        </p:nvSpPr>
        <p:spPr>
          <a:xfrm>
            <a:off x="9120360" y="3126343"/>
            <a:ext cx="2999294" cy="830997"/>
          </a:xfrm>
          <a:prstGeom prst="rect">
            <a:avLst/>
          </a:prstGeom>
          <a:noFill/>
          <a:ln w="19050">
            <a:noFill/>
            <a:prstDash val="solid"/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2400" dirty="0"/>
              <a:t>Aggregate </a:t>
            </a:r>
          </a:p>
          <a:p>
            <a:pPr algn="ctr"/>
            <a:r>
              <a:rPr lang="en-US" altLang="zh-CN" sz="2400" dirty="0"/>
              <a:t>Neighbor Embeddings</a:t>
            </a:r>
            <a:endParaRPr lang="zh-CN" altLang="en-US" sz="2400" dirty="0"/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154823CA-B5E3-4A16-E7F4-15B59FC4356E}"/>
              </a:ext>
            </a:extLst>
          </p:cNvPr>
          <p:cNvSpPr txBox="1"/>
          <p:nvPr/>
        </p:nvSpPr>
        <p:spPr>
          <a:xfrm>
            <a:off x="6190255" y="5713448"/>
            <a:ext cx="1798887" cy="707886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b="1" i="0" dirty="0">
                <a:solidFill>
                  <a:schemeClr val="accent2"/>
                </a:solidFill>
                <a:cs typeface="Arial" panose="020B0604020202020204" pitchFamily="34" charset="0"/>
              </a:rPr>
              <a:t>Intermediate</a:t>
            </a:r>
            <a:r>
              <a:rPr lang="zh-CN" altLang="en-US" sz="2000" b="1" dirty="0">
                <a:solidFill>
                  <a:schemeClr val="accent2"/>
                </a:solidFill>
                <a:cs typeface="Arial" panose="020B0604020202020204" pitchFamily="34" charset="0"/>
              </a:rPr>
              <a:t> </a:t>
            </a:r>
            <a:r>
              <a:rPr lang="en-US" altLang="zh-CN" sz="2000" b="1" dirty="0">
                <a:solidFill>
                  <a:schemeClr val="accent2"/>
                </a:solidFill>
                <a:cs typeface="Arial" panose="020B0604020202020204" pitchFamily="34" charset="0"/>
              </a:rPr>
              <a:t>Data</a:t>
            </a:r>
            <a:endParaRPr lang="zh-CN" altLang="en-US" sz="2000" b="1" dirty="0">
              <a:solidFill>
                <a:schemeClr val="accent2"/>
              </a:solidFill>
              <a:cs typeface="Arial" panose="020B0604020202020204" pitchFamily="34" charset="0"/>
            </a:endParaRP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7468EBEC-344D-6137-BA8A-DE19B53B6257}"/>
              </a:ext>
            </a:extLst>
          </p:cNvPr>
          <p:cNvSpPr txBox="1"/>
          <p:nvPr/>
        </p:nvSpPr>
        <p:spPr>
          <a:xfrm>
            <a:off x="9301689" y="2315573"/>
            <a:ext cx="2999294" cy="461665"/>
          </a:xfrm>
          <a:prstGeom prst="rect">
            <a:avLst/>
          </a:prstGeom>
          <a:noFill/>
          <a:ln w="19050">
            <a:noFill/>
            <a:prstDash val="solid"/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2400" dirty="0"/>
              <a:t>Graph Propagation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40290271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83" name="直接连接符 699">
            <a:extLst>
              <a:ext uri="{FF2B5EF4-FFF2-40B4-BE49-F238E27FC236}">
                <a16:creationId xmlns:a16="http://schemas.microsoft.com/office/drawing/2014/main" id="{77CB26EC-02A6-E430-E8E8-B9706DAD462C}"/>
              </a:ext>
            </a:extLst>
          </p:cNvPr>
          <p:cNvCxnSpPr>
            <a:cxnSpLocks/>
          </p:cNvCxnSpPr>
          <p:nvPr/>
        </p:nvCxnSpPr>
        <p:spPr>
          <a:xfrm flipV="1">
            <a:off x="3335154" y="2971159"/>
            <a:ext cx="8784500" cy="22839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0" name="文本框 49">
            <a:extLst>
              <a:ext uri="{FF2B5EF4-FFF2-40B4-BE49-F238E27FC236}">
                <a16:creationId xmlns:a16="http://schemas.microsoft.com/office/drawing/2014/main" id="{BEAC0562-9A9B-74E8-E519-21118DC62F3F}"/>
              </a:ext>
            </a:extLst>
          </p:cNvPr>
          <p:cNvSpPr txBox="1"/>
          <p:nvPr/>
        </p:nvSpPr>
        <p:spPr>
          <a:xfrm>
            <a:off x="6174745" y="2813682"/>
            <a:ext cx="914954" cy="369332"/>
          </a:xfrm>
          <a:prstGeom prst="rect">
            <a:avLst/>
          </a:prstGeom>
          <a:solidFill>
            <a:srgbClr val="F8CBAD"/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T Task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288000" y="0"/>
            <a:ext cx="11164860" cy="141763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badi" panose="020B0604020202020204" pitchFamily="34" charset="0"/>
                <a:sym typeface="+mn-ea"/>
              </a:rPr>
              <a:t>Multi-GPU GNN Systems with Data Parallelism</a:t>
            </a:r>
            <a:endParaRPr lang="en-US" altLang="zh-CN" sz="3600" dirty="0">
              <a:latin typeface="Century Gothic" panose="020B050202020202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5" name="Rectangle 10"/>
          <p:cNvSpPr/>
          <p:nvPr/>
        </p:nvSpPr>
        <p:spPr>
          <a:xfrm>
            <a:off x="0" y="420787"/>
            <a:ext cx="288000" cy="57606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709CA35-E3F2-8BFB-A5B2-4DB572AEBBDF}"/>
              </a:ext>
            </a:extLst>
          </p:cNvPr>
          <p:cNvSpPr txBox="1"/>
          <p:nvPr/>
        </p:nvSpPr>
        <p:spPr>
          <a:xfrm>
            <a:off x="1558875" y="3539753"/>
            <a:ext cx="1088070" cy="400111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cs typeface="Arial" panose="020B0604020202020204" pitchFamily="34" charset="0"/>
              </a:rPr>
              <a:t>Graph</a:t>
            </a:r>
            <a:endParaRPr lang="zh-CN" altLang="en-US" sz="2000" b="1" dirty="0">
              <a:cs typeface="Arial" panose="020B0604020202020204" pitchFamily="34" charset="0"/>
            </a:endParaRP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B39A61F0-CCEA-47ED-52A7-1F966E022291}"/>
              </a:ext>
            </a:extLst>
          </p:cNvPr>
          <p:cNvSpPr/>
          <p:nvPr/>
        </p:nvSpPr>
        <p:spPr>
          <a:xfrm rot="5400000">
            <a:off x="2159528" y="2411057"/>
            <a:ext cx="323707" cy="323867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cs typeface="Arial" panose="020B0604020202020204" pitchFamily="34" charset="0"/>
              </a:rPr>
              <a:t>1</a:t>
            </a:r>
            <a:endParaRPr lang="zh-CN" altLang="en-US" sz="2400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FE8434F3-0B5B-1C4E-F302-A2502BCA608E}"/>
              </a:ext>
            </a:extLst>
          </p:cNvPr>
          <p:cNvSpPr/>
          <p:nvPr/>
        </p:nvSpPr>
        <p:spPr>
          <a:xfrm rot="5400000">
            <a:off x="2159528" y="3113846"/>
            <a:ext cx="323707" cy="323867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cs typeface="Arial" panose="020B0604020202020204" pitchFamily="34" charset="0"/>
              </a:rPr>
              <a:t>3</a:t>
            </a:r>
            <a:endParaRPr lang="zh-CN" altLang="en-US" sz="2400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005EA1F2-F4B4-4599-5060-A9A45AB8C69E}"/>
              </a:ext>
            </a:extLst>
          </p:cNvPr>
          <p:cNvSpPr/>
          <p:nvPr/>
        </p:nvSpPr>
        <p:spPr>
          <a:xfrm rot="5400000">
            <a:off x="1497554" y="2411057"/>
            <a:ext cx="323707" cy="323867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cs typeface="Arial" panose="020B0604020202020204" pitchFamily="34" charset="0"/>
              </a:rPr>
              <a:t>0</a:t>
            </a:r>
            <a:endParaRPr lang="zh-CN" altLang="en-US" sz="2400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D732ED16-3C19-3C6F-1602-6C25C988DEAE}"/>
              </a:ext>
            </a:extLst>
          </p:cNvPr>
          <p:cNvSpPr/>
          <p:nvPr/>
        </p:nvSpPr>
        <p:spPr>
          <a:xfrm rot="5400000">
            <a:off x="1497554" y="3113846"/>
            <a:ext cx="323707" cy="323867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cs typeface="Arial" panose="020B0604020202020204" pitchFamily="34" charset="0"/>
              </a:rPr>
              <a:t>2</a:t>
            </a:r>
            <a:endParaRPr lang="zh-CN" altLang="en-US" sz="2400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cxnSp>
        <p:nvCxnSpPr>
          <p:cNvPr id="10" name="直接连接符 781">
            <a:extLst>
              <a:ext uri="{FF2B5EF4-FFF2-40B4-BE49-F238E27FC236}">
                <a16:creationId xmlns:a16="http://schemas.microsoft.com/office/drawing/2014/main" id="{DB3AC2ED-3837-698E-C23B-16E9710CF8CC}"/>
              </a:ext>
            </a:extLst>
          </p:cNvPr>
          <p:cNvCxnSpPr>
            <a:cxnSpLocks/>
          </p:cNvCxnSpPr>
          <p:nvPr/>
        </p:nvCxnSpPr>
        <p:spPr>
          <a:xfrm flipH="1">
            <a:off x="1822802" y="2572983"/>
            <a:ext cx="32824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直接连接符 786">
            <a:extLst>
              <a:ext uri="{FF2B5EF4-FFF2-40B4-BE49-F238E27FC236}">
                <a16:creationId xmlns:a16="http://schemas.microsoft.com/office/drawing/2014/main" id="{9303225E-C395-7D69-D6AD-EA9B4C2E8382}"/>
              </a:ext>
            </a:extLst>
          </p:cNvPr>
          <p:cNvCxnSpPr>
            <a:cxnSpLocks/>
          </p:cNvCxnSpPr>
          <p:nvPr/>
        </p:nvCxnSpPr>
        <p:spPr>
          <a:xfrm>
            <a:off x="1659408" y="2734845"/>
            <a:ext cx="0" cy="37908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矩形 11">
            <a:extLst>
              <a:ext uri="{FF2B5EF4-FFF2-40B4-BE49-F238E27FC236}">
                <a16:creationId xmlns:a16="http://schemas.microsoft.com/office/drawing/2014/main" id="{3581CD8E-1448-B19F-1B68-0D1F9C367782}"/>
              </a:ext>
            </a:extLst>
          </p:cNvPr>
          <p:cNvSpPr/>
          <p:nvPr/>
        </p:nvSpPr>
        <p:spPr>
          <a:xfrm rot="5400000" flipH="1">
            <a:off x="934264" y="2322714"/>
            <a:ext cx="241954" cy="20543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52243E9-9892-C726-FCF6-84FAA3C18CA9}"/>
              </a:ext>
            </a:extLst>
          </p:cNvPr>
          <p:cNvSpPr/>
          <p:nvPr/>
        </p:nvSpPr>
        <p:spPr>
          <a:xfrm rot="5400000" flipH="1">
            <a:off x="728840" y="2322720"/>
            <a:ext cx="241951" cy="20543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71D65AA-0D66-B1CE-794D-EDB53C4B4479}"/>
              </a:ext>
            </a:extLst>
          </p:cNvPr>
          <p:cNvSpPr/>
          <p:nvPr/>
        </p:nvSpPr>
        <p:spPr>
          <a:xfrm rot="5400000" flipH="1">
            <a:off x="523408" y="2322723"/>
            <a:ext cx="241940" cy="20543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7D538AF-2F37-F0C4-3391-FE716A53A645}"/>
              </a:ext>
            </a:extLst>
          </p:cNvPr>
          <p:cNvSpPr/>
          <p:nvPr/>
        </p:nvSpPr>
        <p:spPr>
          <a:xfrm rot="5400000" flipH="1">
            <a:off x="317984" y="2322725"/>
            <a:ext cx="241940" cy="20543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613B9B69-EA97-BA51-0064-3909B61B0E0B}"/>
              </a:ext>
            </a:extLst>
          </p:cNvPr>
          <p:cNvSpPr/>
          <p:nvPr/>
        </p:nvSpPr>
        <p:spPr>
          <a:xfrm rot="5400000" flipH="1">
            <a:off x="934264" y="2618608"/>
            <a:ext cx="241954" cy="20543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F7C119F-79DE-4DCF-CB2C-DE3966EAD8E3}"/>
              </a:ext>
            </a:extLst>
          </p:cNvPr>
          <p:cNvSpPr/>
          <p:nvPr/>
        </p:nvSpPr>
        <p:spPr>
          <a:xfrm rot="5400000" flipH="1">
            <a:off x="728840" y="2618614"/>
            <a:ext cx="241951" cy="20543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89C482D-C736-3728-0BD3-D8E99212461A}"/>
              </a:ext>
            </a:extLst>
          </p:cNvPr>
          <p:cNvSpPr/>
          <p:nvPr/>
        </p:nvSpPr>
        <p:spPr>
          <a:xfrm rot="5400000" flipH="1">
            <a:off x="523408" y="2618618"/>
            <a:ext cx="241940" cy="20543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4BAA7583-B719-73E9-C06F-423CEF037D97}"/>
              </a:ext>
            </a:extLst>
          </p:cNvPr>
          <p:cNvSpPr/>
          <p:nvPr/>
        </p:nvSpPr>
        <p:spPr>
          <a:xfrm rot="5400000" flipH="1">
            <a:off x="317984" y="2618619"/>
            <a:ext cx="241940" cy="20543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B8A4FA2E-FE10-87C7-837A-AAE05A399BE5}"/>
              </a:ext>
            </a:extLst>
          </p:cNvPr>
          <p:cNvSpPr/>
          <p:nvPr/>
        </p:nvSpPr>
        <p:spPr>
          <a:xfrm rot="5400000" flipH="1">
            <a:off x="934264" y="3012260"/>
            <a:ext cx="241954" cy="20543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023EDA8C-50B1-FBB7-6C2E-A5114686966E}"/>
              </a:ext>
            </a:extLst>
          </p:cNvPr>
          <p:cNvSpPr/>
          <p:nvPr/>
        </p:nvSpPr>
        <p:spPr>
          <a:xfrm rot="5400000" flipH="1">
            <a:off x="728840" y="3012267"/>
            <a:ext cx="241951" cy="20543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F3962B14-3F48-92EC-90B0-7C33B574C1A9}"/>
              </a:ext>
            </a:extLst>
          </p:cNvPr>
          <p:cNvSpPr/>
          <p:nvPr/>
        </p:nvSpPr>
        <p:spPr>
          <a:xfrm rot="5400000" flipH="1">
            <a:off x="523408" y="3012270"/>
            <a:ext cx="241940" cy="20543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003F67E9-08F6-1BD1-E2B1-9CFBE06E56A4}"/>
              </a:ext>
            </a:extLst>
          </p:cNvPr>
          <p:cNvSpPr/>
          <p:nvPr/>
        </p:nvSpPr>
        <p:spPr>
          <a:xfrm rot="5400000" flipH="1">
            <a:off x="317984" y="3012271"/>
            <a:ext cx="241940" cy="20543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8BDF58AD-3195-EC7A-2898-F9B2B6CC2FA3}"/>
              </a:ext>
            </a:extLst>
          </p:cNvPr>
          <p:cNvSpPr/>
          <p:nvPr/>
        </p:nvSpPr>
        <p:spPr>
          <a:xfrm rot="5400000" flipH="1">
            <a:off x="934264" y="3308155"/>
            <a:ext cx="241954" cy="20543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D2773DE6-85D0-A06A-6904-1BEDB52E2868}"/>
              </a:ext>
            </a:extLst>
          </p:cNvPr>
          <p:cNvSpPr/>
          <p:nvPr/>
        </p:nvSpPr>
        <p:spPr>
          <a:xfrm rot="5400000" flipH="1">
            <a:off x="728840" y="3308161"/>
            <a:ext cx="241951" cy="20543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D93687DD-9D0D-F7CC-0741-6FD0E4C10B4D}"/>
              </a:ext>
            </a:extLst>
          </p:cNvPr>
          <p:cNvSpPr/>
          <p:nvPr/>
        </p:nvSpPr>
        <p:spPr>
          <a:xfrm rot="5400000" flipH="1">
            <a:off x="523408" y="3308164"/>
            <a:ext cx="241940" cy="20543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FC1B7654-C154-821A-F35D-EA4FB15E19F5}"/>
              </a:ext>
            </a:extLst>
          </p:cNvPr>
          <p:cNvSpPr/>
          <p:nvPr/>
        </p:nvSpPr>
        <p:spPr>
          <a:xfrm rot="5400000" flipH="1">
            <a:off x="317984" y="3308166"/>
            <a:ext cx="241940" cy="20543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6C1D67B6-D2FF-B109-D2B2-692FA1CF3339}"/>
              </a:ext>
            </a:extLst>
          </p:cNvPr>
          <p:cNvSpPr txBox="1"/>
          <p:nvPr/>
        </p:nvSpPr>
        <p:spPr>
          <a:xfrm>
            <a:off x="266734" y="3539753"/>
            <a:ext cx="1071288" cy="400111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cs typeface="Arial" panose="020B0604020202020204" pitchFamily="34" charset="0"/>
              </a:rPr>
              <a:t>Feature</a:t>
            </a:r>
            <a:endParaRPr lang="zh-CN" altLang="en-US" sz="2000" b="1" dirty="0">
              <a:cs typeface="Arial" panose="020B0604020202020204" pitchFamily="34" charset="0"/>
            </a:endParaRPr>
          </a:p>
        </p:txBody>
      </p:sp>
      <p:cxnSp>
        <p:nvCxnSpPr>
          <p:cNvPr id="29" name="直接连接符 458">
            <a:extLst>
              <a:ext uri="{FF2B5EF4-FFF2-40B4-BE49-F238E27FC236}">
                <a16:creationId xmlns:a16="http://schemas.microsoft.com/office/drawing/2014/main" id="{DAC8C52F-4119-E7A7-E314-24B55CA85BFB}"/>
              </a:ext>
            </a:extLst>
          </p:cNvPr>
          <p:cNvCxnSpPr>
            <a:cxnSpLocks/>
          </p:cNvCxnSpPr>
          <p:nvPr/>
        </p:nvCxnSpPr>
        <p:spPr>
          <a:xfrm flipV="1">
            <a:off x="2321382" y="2732658"/>
            <a:ext cx="0" cy="38126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直接连接符 461">
            <a:extLst>
              <a:ext uri="{FF2B5EF4-FFF2-40B4-BE49-F238E27FC236}">
                <a16:creationId xmlns:a16="http://schemas.microsoft.com/office/drawing/2014/main" id="{F1650873-22F4-E5CE-9D3D-7C95411A68DB}"/>
              </a:ext>
            </a:extLst>
          </p:cNvPr>
          <p:cNvCxnSpPr>
            <a:cxnSpLocks/>
            <a:stCxn id="7" idx="3"/>
            <a:endCxn id="8" idx="7"/>
          </p:cNvCxnSpPr>
          <p:nvPr/>
        </p:nvCxnSpPr>
        <p:spPr>
          <a:xfrm flipH="1" flipV="1">
            <a:off x="1773912" y="2687439"/>
            <a:ext cx="432966" cy="47389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直接连接符 464">
            <a:extLst>
              <a:ext uri="{FF2B5EF4-FFF2-40B4-BE49-F238E27FC236}">
                <a16:creationId xmlns:a16="http://schemas.microsoft.com/office/drawing/2014/main" id="{26FDE370-8104-0FB5-18EA-6B201C1A8426}"/>
              </a:ext>
            </a:extLst>
          </p:cNvPr>
          <p:cNvCxnSpPr>
            <a:cxnSpLocks/>
          </p:cNvCxnSpPr>
          <p:nvPr/>
        </p:nvCxnSpPr>
        <p:spPr>
          <a:xfrm flipH="1">
            <a:off x="1819882" y="3275772"/>
            <a:ext cx="3299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直接连接符 483">
            <a:extLst>
              <a:ext uri="{FF2B5EF4-FFF2-40B4-BE49-F238E27FC236}">
                <a16:creationId xmlns:a16="http://schemas.microsoft.com/office/drawing/2014/main" id="{AFD05B67-E2F5-0A4B-1E5E-06D7C966D580}"/>
              </a:ext>
            </a:extLst>
          </p:cNvPr>
          <p:cNvCxnSpPr>
            <a:cxnSpLocks/>
          </p:cNvCxnSpPr>
          <p:nvPr/>
        </p:nvCxnSpPr>
        <p:spPr>
          <a:xfrm flipH="1">
            <a:off x="221520" y="2916998"/>
            <a:ext cx="2233003" cy="4534"/>
          </a:xfrm>
          <a:prstGeom prst="line">
            <a:avLst/>
          </a:prstGeom>
          <a:ln w="28575">
            <a:solidFill>
              <a:schemeClr val="tx1"/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文本框 33">
            <a:extLst>
              <a:ext uri="{FF2B5EF4-FFF2-40B4-BE49-F238E27FC236}">
                <a16:creationId xmlns:a16="http://schemas.microsoft.com/office/drawing/2014/main" id="{B5B77D80-DB02-E6D6-8740-E194BBB02681}"/>
              </a:ext>
            </a:extLst>
          </p:cNvPr>
          <p:cNvSpPr txBox="1"/>
          <p:nvPr/>
        </p:nvSpPr>
        <p:spPr>
          <a:xfrm>
            <a:off x="2246021" y="1378128"/>
            <a:ext cx="1182662" cy="461665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cs typeface="Arial" panose="020B0604020202020204" pitchFamily="34" charset="0"/>
              </a:rPr>
              <a:t>GPU1</a:t>
            </a:r>
            <a:endParaRPr lang="zh-CN" altLang="en-US" sz="3600" b="1" dirty="0">
              <a:cs typeface="Arial" panose="020B0604020202020204" pitchFamily="34" charset="0"/>
            </a:endParaRPr>
          </a:p>
        </p:txBody>
      </p:sp>
      <p:cxnSp>
        <p:nvCxnSpPr>
          <p:cNvPr id="35" name="直接连接符 953">
            <a:extLst>
              <a:ext uri="{FF2B5EF4-FFF2-40B4-BE49-F238E27FC236}">
                <a16:creationId xmlns:a16="http://schemas.microsoft.com/office/drawing/2014/main" id="{7C8AD6D7-C4BB-4033-F0AB-A7F03B7521FF}"/>
              </a:ext>
            </a:extLst>
          </p:cNvPr>
          <p:cNvCxnSpPr>
            <a:cxnSpLocks/>
          </p:cNvCxnSpPr>
          <p:nvPr/>
        </p:nvCxnSpPr>
        <p:spPr>
          <a:xfrm flipV="1">
            <a:off x="1175682" y="1622243"/>
            <a:ext cx="1036461" cy="392021"/>
          </a:xfrm>
          <a:prstGeom prst="bentConnector3">
            <a:avLst>
              <a:gd name="adj1" fmla="val 771"/>
            </a:avLst>
          </a:prstGeom>
          <a:ln w="28575">
            <a:solidFill>
              <a:schemeClr val="tx1"/>
            </a:solidFill>
            <a:prstDash val="solid"/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直接连接符 953">
            <a:extLst>
              <a:ext uri="{FF2B5EF4-FFF2-40B4-BE49-F238E27FC236}">
                <a16:creationId xmlns:a16="http://schemas.microsoft.com/office/drawing/2014/main" id="{B146A5E1-49C1-BE21-841F-26638414C3E4}"/>
              </a:ext>
            </a:extLst>
          </p:cNvPr>
          <p:cNvCxnSpPr>
            <a:cxnSpLocks/>
          </p:cNvCxnSpPr>
          <p:nvPr/>
        </p:nvCxnSpPr>
        <p:spPr>
          <a:xfrm>
            <a:off x="1153137" y="4036528"/>
            <a:ext cx="1052054" cy="440352"/>
          </a:xfrm>
          <a:prstGeom prst="bentConnector3">
            <a:avLst>
              <a:gd name="adj1" fmla="val 891"/>
            </a:avLst>
          </a:prstGeom>
          <a:ln w="28575">
            <a:solidFill>
              <a:schemeClr val="tx1"/>
            </a:solidFill>
            <a:prstDash val="solid"/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文本框 36">
            <a:extLst>
              <a:ext uri="{FF2B5EF4-FFF2-40B4-BE49-F238E27FC236}">
                <a16:creationId xmlns:a16="http://schemas.microsoft.com/office/drawing/2014/main" id="{249EBF6A-EF98-67F1-7BCF-3B6A5A0688EF}"/>
              </a:ext>
            </a:extLst>
          </p:cNvPr>
          <p:cNvSpPr txBox="1"/>
          <p:nvPr/>
        </p:nvSpPr>
        <p:spPr>
          <a:xfrm>
            <a:off x="2213257" y="4242542"/>
            <a:ext cx="1182662" cy="461665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cs typeface="Arial" panose="020B0604020202020204" pitchFamily="34" charset="0"/>
              </a:rPr>
              <a:t>GPU2</a:t>
            </a:r>
            <a:endParaRPr lang="zh-CN" altLang="en-US" sz="3600" b="1" dirty="0"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5DB06333-BA64-FBE8-5A9B-CC810276AE39}"/>
                  </a:ext>
                </a:extLst>
              </p:cNvPr>
              <p:cNvSpPr txBox="1"/>
              <p:nvPr/>
            </p:nvSpPr>
            <p:spPr>
              <a:xfrm>
                <a:off x="266734" y="3818078"/>
                <a:ext cx="1071288" cy="461665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1" i="1" dirty="0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altLang="zh-CN" sz="2400" b="1" i="1" dirty="0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𝑿</m:t>
                          </m:r>
                        </m:e>
                        <m:sub>
                          <m:r>
                            <a:rPr lang="en-US" altLang="zh-CN" sz="2400" b="1" i="1" dirty="0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𝟎</m:t>
                          </m:r>
                        </m:sub>
                      </m:sSub>
                    </m:oMath>
                  </m:oMathPara>
                </a14:m>
                <a:endParaRPr lang="zh-CN" altLang="en-US" sz="2400" b="1" dirty="0">
                  <a:solidFill>
                    <a:schemeClr val="accent6"/>
                  </a:solidFill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5DB06333-BA64-FBE8-5A9B-CC810276AE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734" y="3818078"/>
                <a:ext cx="1071288" cy="461665"/>
              </a:xfrm>
              <a:prstGeom prst="rect">
                <a:avLst/>
              </a:prstGeom>
              <a:blipFill>
                <a:blip r:embed="rId3"/>
                <a:stretch>
                  <a:fillRect b="-2632"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59" name="文本框 658">
            <a:extLst>
              <a:ext uri="{FF2B5EF4-FFF2-40B4-BE49-F238E27FC236}">
                <a16:creationId xmlns:a16="http://schemas.microsoft.com/office/drawing/2014/main" id="{C3325C92-8017-D209-BA86-E92D3C0460F3}"/>
              </a:ext>
            </a:extLst>
          </p:cNvPr>
          <p:cNvSpPr txBox="1"/>
          <p:nvPr/>
        </p:nvSpPr>
        <p:spPr>
          <a:xfrm>
            <a:off x="241248" y="6064139"/>
            <a:ext cx="3157268" cy="400110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FF0000"/>
                </a:solidFill>
                <a:cs typeface="Arial" panose="020B0604020202020204" pitchFamily="34" charset="0"/>
              </a:rPr>
              <a:t>The Memory of GPU 1</a:t>
            </a:r>
            <a:endParaRPr lang="zh-CN" altLang="en-US" sz="3200" b="1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  <p:grpSp>
        <p:nvGrpSpPr>
          <p:cNvPr id="597" name="组合 596">
            <a:extLst>
              <a:ext uri="{FF2B5EF4-FFF2-40B4-BE49-F238E27FC236}">
                <a16:creationId xmlns:a16="http://schemas.microsoft.com/office/drawing/2014/main" id="{A3AB9EC3-2062-BD90-4223-E74AE1176097}"/>
              </a:ext>
            </a:extLst>
          </p:cNvPr>
          <p:cNvGrpSpPr/>
          <p:nvPr/>
        </p:nvGrpSpPr>
        <p:grpSpPr>
          <a:xfrm>
            <a:off x="3676702" y="6065534"/>
            <a:ext cx="621640" cy="669775"/>
            <a:chOff x="3656357" y="6507685"/>
            <a:chExt cx="621640" cy="669775"/>
          </a:xfrm>
        </p:grpSpPr>
        <p:sp>
          <p:nvSpPr>
            <p:cNvPr id="598" name="矩形 1174">
              <a:extLst>
                <a:ext uri="{FF2B5EF4-FFF2-40B4-BE49-F238E27FC236}">
                  <a16:creationId xmlns:a16="http://schemas.microsoft.com/office/drawing/2014/main" id="{2C73A039-57CE-A483-8347-742AC622A14C}"/>
                </a:ext>
              </a:extLst>
            </p:cNvPr>
            <p:cNvSpPr/>
            <p:nvPr/>
          </p:nvSpPr>
          <p:spPr>
            <a:xfrm rot="10800000">
              <a:off x="3657805" y="7037952"/>
              <a:ext cx="618707" cy="139508"/>
            </a:xfrm>
            <a:custGeom>
              <a:avLst/>
              <a:gdLst>
                <a:gd name="connsiteX0" fmla="*/ 0 w 595706"/>
                <a:gd name="connsiteY0" fmla="*/ 0 h 92965"/>
                <a:gd name="connsiteX1" fmla="*/ 595706 w 595706"/>
                <a:gd name="connsiteY1" fmla="*/ 0 h 92965"/>
                <a:gd name="connsiteX2" fmla="*/ 595706 w 595706"/>
                <a:gd name="connsiteY2" fmla="*/ 92965 h 92965"/>
                <a:gd name="connsiteX3" fmla="*/ 0 w 595706"/>
                <a:gd name="connsiteY3" fmla="*/ 92965 h 92965"/>
                <a:gd name="connsiteX4" fmla="*/ 0 w 595706"/>
                <a:gd name="connsiteY4" fmla="*/ 0 h 92965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131 w 595837"/>
                <a:gd name="connsiteY0" fmla="*/ 0 h 148754"/>
                <a:gd name="connsiteX1" fmla="*/ 595837 w 595837"/>
                <a:gd name="connsiteY1" fmla="*/ 0 h 148754"/>
                <a:gd name="connsiteX2" fmla="*/ 595837 w 595837"/>
                <a:gd name="connsiteY2" fmla="*/ 92965 h 148754"/>
                <a:gd name="connsiteX3" fmla="*/ 131 w 595837"/>
                <a:gd name="connsiteY3" fmla="*/ 148754 h 148754"/>
                <a:gd name="connsiteX4" fmla="*/ 131 w 595837"/>
                <a:gd name="connsiteY4" fmla="*/ 0 h 148754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56571"/>
                <a:gd name="connsiteX1" fmla="*/ 595837 w 595837"/>
                <a:gd name="connsiteY1" fmla="*/ 0 h 156571"/>
                <a:gd name="connsiteX2" fmla="*/ 594316 w 595837"/>
                <a:gd name="connsiteY2" fmla="*/ 141984 h 156571"/>
                <a:gd name="connsiteX3" fmla="*/ 131 w 595837"/>
                <a:gd name="connsiteY3" fmla="*/ 140590 h 156571"/>
                <a:gd name="connsiteX4" fmla="*/ 131 w 595837"/>
                <a:gd name="connsiteY4" fmla="*/ 0 h 156571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0 w 600949"/>
                <a:gd name="connsiteY0" fmla="*/ 0 h 271309"/>
                <a:gd name="connsiteX1" fmla="*/ 600949 w 600949"/>
                <a:gd name="connsiteY1" fmla="*/ 0 h 271309"/>
                <a:gd name="connsiteX2" fmla="*/ 599428 w 600949"/>
                <a:gd name="connsiteY2" fmla="*/ 141984 h 271309"/>
                <a:gd name="connsiteX3" fmla="*/ 3722 w 600949"/>
                <a:gd name="connsiteY3" fmla="*/ 271309 h 271309"/>
                <a:gd name="connsiteX4" fmla="*/ 0 w 600949"/>
                <a:gd name="connsiteY4" fmla="*/ 0 h 271309"/>
                <a:gd name="connsiteX0" fmla="*/ 0 w 599639"/>
                <a:gd name="connsiteY0" fmla="*/ 0 h 271309"/>
                <a:gd name="connsiteX1" fmla="*/ 599639 w 599639"/>
                <a:gd name="connsiteY1" fmla="*/ 0 h 271309"/>
                <a:gd name="connsiteX2" fmla="*/ 599428 w 599639"/>
                <a:gd name="connsiteY2" fmla="*/ 141984 h 271309"/>
                <a:gd name="connsiteX3" fmla="*/ 3722 w 599639"/>
                <a:gd name="connsiteY3" fmla="*/ 271309 h 271309"/>
                <a:gd name="connsiteX4" fmla="*/ 0 w 599639"/>
                <a:gd name="connsiteY4" fmla="*/ 0 h 271309"/>
                <a:gd name="connsiteX0" fmla="*/ 0 w 597018"/>
                <a:gd name="connsiteY0" fmla="*/ 0 h 271309"/>
                <a:gd name="connsiteX1" fmla="*/ 597018 w 597018"/>
                <a:gd name="connsiteY1" fmla="*/ 0 h 271309"/>
                <a:gd name="connsiteX2" fmla="*/ 596807 w 597018"/>
                <a:gd name="connsiteY2" fmla="*/ 141984 h 271309"/>
                <a:gd name="connsiteX3" fmla="*/ 1101 w 597018"/>
                <a:gd name="connsiteY3" fmla="*/ 271309 h 271309"/>
                <a:gd name="connsiteX4" fmla="*/ 0 w 597018"/>
                <a:gd name="connsiteY4" fmla="*/ 0 h 271309"/>
                <a:gd name="connsiteX0" fmla="*/ 0 w 596807"/>
                <a:gd name="connsiteY0" fmla="*/ 0 h 271309"/>
                <a:gd name="connsiteX1" fmla="*/ 591775 w 596807"/>
                <a:gd name="connsiteY1" fmla="*/ 0 h 271309"/>
                <a:gd name="connsiteX2" fmla="*/ 596807 w 596807"/>
                <a:gd name="connsiteY2" fmla="*/ 141984 h 271309"/>
                <a:gd name="connsiteX3" fmla="*/ 1101 w 596807"/>
                <a:gd name="connsiteY3" fmla="*/ 271309 h 271309"/>
                <a:gd name="connsiteX4" fmla="*/ 0 w 596807"/>
                <a:gd name="connsiteY4" fmla="*/ 0 h 271309"/>
                <a:gd name="connsiteX0" fmla="*/ 0 w 596807"/>
                <a:gd name="connsiteY0" fmla="*/ 0 h 271309"/>
                <a:gd name="connsiteX1" fmla="*/ 595708 w 596807"/>
                <a:gd name="connsiteY1" fmla="*/ 0 h 271309"/>
                <a:gd name="connsiteX2" fmla="*/ 596807 w 596807"/>
                <a:gd name="connsiteY2" fmla="*/ 141984 h 271309"/>
                <a:gd name="connsiteX3" fmla="*/ 1101 w 596807"/>
                <a:gd name="connsiteY3" fmla="*/ 271309 h 271309"/>
                <a:gd name="connsiteX4" fmla="*/ 0 w 596807"/>
                <a:gd name="connsiteY4" fmla="*/ 0 h 271309"/>
                <a:gd name="connsiteX0" fmla="*/ 0 w 595708"/>
                <a:gd name="connsiteY0" fmla="*/ 0 h 271309"/>
                <a:gd name="connsiteX1" fmla="*/ 595708 w 595708"/>
                <a:gd name="connsiteY1" fmla="*/ 0 h 271309"/>
                <a:gd name="connsiteX2" fmla="*/ 594186 w 595708"/>
                <a:gd name="connsiteY2" fmla="*/ 141985 h 271309"/>
                <a:gd name="connsiteX3" fmla="*/ 1101 w 595708"/>
                <a:gd name="connsiteY3" fmla="*/ 271309 h 271309"/>
                <a:gd name="connsiteX4" fmla="*/ 0 w 595708"/>
                <a:gd name="connsiteY4" fmla="*/ 0 h 271309"/>
                <a:gd name="connsiteX0" fmla="*/ 0 w 596439"/>
                <a:gd name="connsiteY0" fmla="*/ 109083 h 380392"/>
                <a:gd name="connsiteX1" fmla="*/ 595708 w 596439"/>
                <a:gd name="connsiteY1" fmla="*/ 109083 h 380392"/>
                <a:gd name="connsiteX2" fmla="*/ 594186 w 596439"/>
                <a:gd name="connsiteY2" fmla="*/ 251068 h 380392"/>
                <a:gd name="connsiteX3" fmla="*/ 1101 w 596439"/>
                <a:gd name="connsiteY3" fmla="*/ 380392 h 380392"/>
                <a:gd name="connsiteX4" fmla="*/ 0 w 596439"/>
                <a:gd name="connsiteY4" fmla="*/ 109083 h 380392"/>
                <a:gd name="connsiteX0" fmla="*/ 0 w 595708"/>
                <a:gd name="connsiteY0" fmla="*/ 0 h 271309"/>
                <a:gd name="connsiteX1" fmla="*/ 595708 w 595708"/>
                <a:gd name="connsiteY1" fmla="*/ 0 h 271309"/>
                <a:gd name="connsiteX2" fmla="*/ 594186 w 595708"/>
                <a:gd name="connsiteY2" fmla="*/ 141985 h 271309"/>
                <a:gd name="connsiteX3" fmla="*/ 1101 w 595708"/>
                <a:gd name="connsiteY3" fmla="*/ 271309 h 271309"/>
                <a:gd name="connsiteX4" fmla="*/ 0 w 595708"/>
                <a:gd name="connsiteY4" fmla="*/ 0 h 271309"/>
                <a:gd name="connsiteX0" fmla="*/ 0 w 596808"/>
                <a:gd name="connsiteY0" fmla="*/ 0 h 271309"/>
                <a:gd name="connsiteX1" fmla="*/ 595708 w 596808"/>
                <a:gd name="connsiteY1" fmla="*/ 0 h 271309"/>
                <a:gd name="connsiteX2" fmla="*/ 596808 w 596808"/>
                <a:gd name="connsiteY2" fmla="*/ 141985 h 271309"/>
                <a:gd name="connsiteX3" fmla="*/ 1101 w 596808"/>
                <a:gd name="connsiteY3" fmla="*/ 271309 h 271309"/>
                <a:gd name="connsiteX4" fmla="*/ 0 w 596808"/>
                <a:gd name="connsiteY4" fmla="*/ 0 h 271309"/>
                <a:gd name="connsiteX0" fmla="*/ 0 w 596808"/>
                <a:gd name="connsiteY0" fmla="*/ 0 h 271309"/>
                <a:gd name="connsiteX1" fmla="*/ 595708 w 596808"/>
                <a:gd name="connsiteY1" fmla="*/ 0 h 271309"/>
                <a:gd name="connsiteX2" fmla="*/ 596808 w 596808"/>
                <a:gd name="connsiteY2" fmla="*/ 141985 h 271309"/>
                <a:gd name="connsiteX3" fmla="*/ 1101 w 596808"/>
                <a:gd name="connsiteY3" fmla="*/ 271309 h 271309"/>
                <a:gd name="connsiteX4" fmla="*/ 0 w 596808"/>
                <a:gd name="connsiteY4" fmla="*/ 0 h 271309"/>
                <a:gd name="connsiteX0" fmla="*/ 0 w 596808"/>
                <a:gd name="connsiteY0" fmla="*/ 0 h 271309"/>
                <a:gd name="connsiteX1" fmla="*/ 595708 w 596808"/>
                <a:gd name="connsiteY1" fmla="*/ 0 h 271309"/>
                <a:gd name="connsiteX2" fmla="*/ 596808 w 596808"/>
                <a:gd name="connsiteY2" fmla="*/ 141985 h 271309"/>
                <a:gd name="connsiteX3" fmla="*/ 1101 w 596808"/>
                <a:gd name="connsiteY3" fmla="*/ 271309 h 271309"/>
                <a:gd name="connsiteX4" fmla="*/ 0 w 596808"/>
                <a:gd name="connsiteY4" fmla="*/ 0 h 271309"/>
                <a:gd name="connsiteX0" fmla="*/ 0 w 595708"/>
                <a:gd name="connsiteY0" fmla="*/ 0 h 271309"/>
                <a:gd name="connsiteX1" fmla="*/ 595708 w 595708"/>
                <a:gd name="connsiteY1" fmla="*/ 0 h 271309"/>
                <a:gd name="connsiteX2" fmla="*/ 594186 w 595708"/>
                <a:gd name="connsiteY2" fmla="*/ 141985 h 271309"/>
                <a:gd name="connsiteX3" fmla="*/ 1101 w 595708"/>
                <a:gd name="connsiteY3" fmla="*/ 271309 h 271309"/>
                <a:gd name="connsiteX4" fmla="*/ 0 w 595708"/>
                <a:gd name="connsiteY4" fmla="*/ 0 h 271309"/>
                <a:gd name="connsiteX0" fmla="*/ 0 w 595708"/>
                <a:gd name="connsiteY0" fmla="*/ 0 h 271309"/>
                <a:gd name="connsiteX1" fmla="*/ 595708 w 595708"/>
                <a:gd name="connsiteY1" fmla="*/ 0 h 271309"/>
                <a:gd name="connsiteX2" fmla="*/ 594186 w 595708"/>
                <a:gd name="connsiteY2" fmla="*/ 141985 h 271309"/>
                <a:gd name="connsiteX3" fmla="*/ 1101 w 595708"/>
                <a:gd name="connsiteY3" fmla="*/ 271309 h 271309"/>
                <a:gd name="connsiteX4" fmla="*/ 0 w 595708"/>
                <a:gd name="connsiteY4" fmla="*/ 0 h 271309"/>
                <a:gd name="connsiteX0" fmla="*/ 0 w 595936"/>
                <a:gd name="connsiteY0" fmla="*/ 0 h 271309"/>
                <a:gd name="connsiteX1" fmla="*/ 595708 w 595936"/>
                <a:gd name="connsiteY1" fmla="*/ 0 h 271309"/>
                <a:gd name="connsiteX2" fmla="*/ 594186 w 595936"/>
                <a:gd name="connsiteY2" fmla="*/ 141985 h 271309"/>
                <a:gd name="connsiteX3" fmla="*/ 1101 w 595936"/>
                <a:gd name="connsiteY3" fmla="*/ 271309 h 271309"/>
                <a:gd name="connsiteX4" fmla="*/ 0 w 595936"/>
                <a:gd name="connsiteY4" fmla="*/ 0 h 271309"/>
                <a:gd name="connsiteX0" fmla="*/ 319 w 596255"/>
                <a:gd name="connsiteY0" fmla="*/ 0 h 271309"/>
                <a:gd name="connsiteX1" fmla="*/ 596027 w 596255"/>
                <a:gd name="connsiteY1" fmla="*/ 0 h 271309"/>
                <a:gd name="connsiteX2" fmla="*/ 594505 w 596255"/>
                <a:gd name="connsiteY2" fmla="*/ 141985 h 271309"/>
                <a:gd name="connsiteX3" fmla="*/ 110 w 596255"/>
                <a:gd name="connsiteY3" fmla="*/ 271309 h 271309"/>
                <a:gd name="connsiteX4" fmla="*/ 319 w 596255"/>
                <a:gd name="connsiteY4" fmla="*/ 0 h 271309"/>
                <a:gd name="connsiteX0" fmla="*/ 0 w 595936"/>
                <a:gd name="connsiteY0" fmla="*/ 0 h 271309"/>
                <a:gd name="connsiteX1" fmla="*/ 595708 w 595936"/>
                <a:gd name="connsiteY1" fmla="*/ 0 h 271309"/>
                <a:gd name="connsiteX2" fmla="*/ 594186 w 595936"/>
                <a:gd name="connsiteY2" fmla="*/ 141985 h 271309"/>
                <a:gd name="connsiteX3" fmla="*/ 1101 w 595936"/>
                <a:gd name="connsiteY3" fmla="*/ 271309 h 271309"/>
                <a:gd name="connsiteX4" fmla="*/ 0 w 595936"/>
                <a:gd name="connsiteY4" fmla="*/ 0 h 271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5936" h="271309">
                  <a:moveTo>
                    <a:pt x="0" y="0"/>
                  </a:moveTo>
                  <a:lnTo>
                    <a:pt x="595708" y="0"/>
                  </a:lnTo>
                  <a:cubicBezTo>
                    <a:pt x="595708" y="30988"/>
                    <a:pt x="596806" y="39550"/>
                    <a:pt x="594186" y="141985"/>
                  </a:cubicBezTo>
                  <a:cubicBezTo>
                    <a:pt x="404809" y="352086"/>
                    <a:pt x="341643" y="22672"/>
                    <a:pt x="1101" y="271309"/>
                  </a:cubicBezTo>
                  <a:cubicBezTo>
                    <a:pt x="647" y="226260"/>
                    <a:pt x="454" y="45049"/>
                    <a:pt x="0" y="0"/>
                  </a:cubicBez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599" name="组合 598">
              <a:extLst>
                <a:ext uri="{FF2B5EF4-FFF2-40B4-BE49-F238E27FC236}">
                  <a16:creationId xmlns:a16="http://schemas.microsoft.com/office/drawing/2014/main" id="{886584A2-8F14-0343-BBB5-66400C61BE8D}"/>
                </a:ext>
              </a:extLst>
            </p:cNvPr>
            <p:cNvGrpSpPr/>
            <p:nvPr/>
          </p:nvGrpSpPr>
          <p:grpSpPr>
            <a:xfrm>
              <a:off x="3656357" y="6507685"/>
              <a:ext cx="621640" cy="663817"/>
              <a:chOff x="3656357" y="6507685"/>
              <a:chExt cx="621640" cy="663817"/>
            </a:xfrm>
          </p:grpSpPr>
          <p:sp>
            <p:nvSpPr>
              <p:cNvPr id="600" name="矩形 599">
                <a:extLst>
                  <a:ext uri="{FF2B5EF4-FFF2-40B4-BE49-F238E27FC236}">
                    <a16:creationId xmlns:a16="http://schemas.microsoft.com/office/drawing/2014/main" id="{2F6AB136-4DF9-AA70-40CA-8EDCA4A1FE98}"/>
                  </a:ext>
                </a:extLst>
              </p:cNvPr>
              <p:cNvSpPr/>
              <p:nvPr/>
            </p:nvSpPr>
            <p:spPr>
              <a:xfrm>
                <a:off x="3656465" y="6640950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01" name="矩形 600">
                <a:extLst>
                  <a:ext uri="{FF2B5EF4-FFF2-40B4-BE49-F238E27FC236}">
                    <a16:creationId xmlns:a16="http://schemas.microsoft.com/office/drawing/2014/main" id="{C982E763-E1FC-89BD-FB27-F448F1BC94EB}"/>
                  </a:ext>
                </a:extLst>
              </p:cNvPr>
              <p:cNvSpPr/>
              <p:nvPr/>
            </p:nvSpPr>
            <p:spPr>
              <a:xfrm>
                <a:off x="3811875" y="6640950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02" name="矩形 601">
                <a:extLst>
                  <a:ext uri="{FF2B5EF4-FFF2-40B4-BE49-F238E27FC236}">
                    <a16:creationId xmlns:a16="http://schemas.microsoft.com/office/drawing/2014/main" id="{892005E8-9890-7EEE-DF73-CF2E818B6F00}"/>
                  </a:ext>
                </a:extLst>
              </p:cNvPr>
              <p:cNvSpPr/>
              <p:nvPr/>
            </p:nvSpPr>
            <p:spPr>
              <a:xfrm>
                <a:off x="3967285" y="6640950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03" name="矩形 602">
                <a:extLst>
                  <a:ext uri="{FF2B5EF4-FFF2-40B4-BE49-F238E27FC236}">
                    <a16:creationId xmlns:a16="http://schemas.microsoft.com/office/drawing/2014/main" id="{61A23AB9-1225-584B-F902-9B329100B108}"/>
                  </a:ext>
                </a:extLst>
              </p:cNvPr>
              <p:cNvSpPr/>
              <p:nvPr/>
            </p:nvSpPr>
            <p:spPr>
              <a:xfrm>
                <a:off x="4122695" y="6640950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04" name="矩形 603">
                <a:extLst>
                  <a:ext uri="{FF2B5EF4-FFF2-40B4-BE49-F238E27FC236}">
                    <a16:creationId xmlns:a16="http://schemas.microsoft.com/office/drawing/2014/main" id="{B2BB2A90-9AC8-D6F5-61F6-B9FE661445A1}"/>
                  </a:ext>
                </a:extLst>
              </p:cNvPr>
              <p:cNvSpPr/>
              <p:nvPr/>
            </p:nvSpPr>
            <p:spPr>
              <a:xfrm>
                <a:off x="3656465" y="6773574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05" name="矩形 604">
                <a:extLst>
                  <a:ext uri="{FF2B5EF4-FFF2-40B4-BE49-F238E27FC236}">
                    <a16:creationId xmlns:a16="http://schemas.microsoft.com/office/drawing/2014/main" id="{97399F19-77FD-4D0C-89BD-177D20715424}"/>
                  </a:ext>
                </a:extLst>
              </p:cNvPr>
              <p:cNvSpPr/>
              <p:nvPr/>
            </p:nvSpPr>
            <p:spPr>
              <a:xfrm>
                <a:off x="3811875" y="6773574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06" name="矩形 605">
                <a:extLst>
                  <a:ext uri="{FF2B5EF4-FFF2-40B4-BE49-F238E27FC236}">
                    <a16:creationId xmlns:a16="http://schemas.microsoft.com/office/drawing/2014/main" id="{B3745597-7EEE-5B6E-8368-905AA95F54B2}"/>
                  </a:ext>
                </a:extLst>
              </p:cNvPr>
              <p:cNvSpPr/>
              <p:nvPr/>
            </p:nvSpPr>
            <p:spPr>
              <a:xfrm>
                <a:off x="3967285" y="6773574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07" name="矩形 606">
                <a:extLst>
                  <a:ext uri="{FF2B5EF4-FFF2-40B4-BE49-F238E27FC236}">
                    <a16:creationId xmlns:a16="http://schemas.microsoft.com/office/drawing/2014/main" id="{8AD8ADEC-A240-398B-E5E0-3602D92F07E1}"/>
                  </a:ext>
                </a:extLst>
              </p:cNvPr>
              <p:cNvSpPr/>
              <p:nvPr/>
            </p:nvSpPr>
            <p:spPr>
              <a:xfrm>
                <a:off x="4122695" y="6773574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08" name="矩形 607">
                <a:extLst>
                  <a:ext uri="{FF2B5EF4-FFF2-40B4-BE49-F238E27FC236}">
                    <a16:creationId xmlns:a16="http://schemas.microsoft.com/office/drawing/2014/main" id="{7FDACAFC-F9A5-AAD7-00BA-680264C4398C}"/>
                  </a:ext>
                </a:extLst>
              </p:cNvPr>
              <p:cNvSpPr/>
              <p:nvPr/>
            </p:nvSpPr>
            <p:spPr>
              <a:xfrm>
                <a:off x="3656357" y="690625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09" name="矩形 608">
                <a:extLst>
                  <a:ext uri="{FF2B5EF4-FFF2-40B4-BE49-F238E27FC236}">
                    <a16:creationId xmlns:a16="http://schemas.microsoft.com/office/drawing/2014/main" id="{7FD77AC2-55D6-267D-FC85-C0386F52E383}"/>
                  </a:ext>
                </a:extLst>
              </p:cNvPr>
              <p:cNvSpPr/>
              <p:nvPr/>
            </p:nvSpPr>
            <p:spPr>
              <a:xfrm>
                <a:off x="3811767" y="690625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0" name="矩形 609">
                <a:extLst>
                  <a:ext uri="{FF2B5EF4-FFF2-40B4-BE49-F238E27FC236}">
                    <a16:creationId xmlns:a16="http://schemas.microsoft.com/office/drawing/2014/main" id="{2F4429C3-A915-E5A9-AE97-B6B6310F3B74}"/>
                  </a:ext>
                </a:extLst>
              </p:cNvPr>
              <p:cNvSpPr/>
              <p:nvPr/>
            </p:nvSpPr>
            <p:spPr>
              <a:xfrm>
                <a:off x="3967177" y="690625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1" name="矩形 610">
                <a:extLst>
                  <a:ext uri="{FF2B5EF4-FFF2-40B4-BE49-F238E27FC236}">
                    <a16:creationId xmlns:a16="http://schemas.microsoft.com/office/drawing/2014/main" id="{8603E164-2A0F-0F94-7C6F-E575B286D3A4}"/>
                  </a:ext>
                </a:extLst>
              </p:cNvPr>
              <p:cNvSpPr/>
              <p:nvPr/>
            </p:nvSpPr>
            <p:spPr>
              <a:xfrm>
                <a:off x="4122587" y="690625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2" name="矩形 611">
                <a:extLst>
                  <a:ext uri="{FF2B5EF4-FFF2-40B4-BE49-F238E27FC236}">
                    <a16:creationId xmlns:a16="http://schemas.microsoft.com/office/drawing/2014/main" id="{1BC2E19B-DAAF-F176-5CD9-564B33518FB3}"/>
                  </a:ext>
                </a:extLst>
              </p:cNvPr>
              <p:cNvSpPr/>
              <p:nvPr/>
            </p:nvSpPr>
            <p:spPr>
              <a:xfrm>
                <a:off x="3656357" y="7038879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3" name="矩形 612">
                <a:extLst>
                  <a:ext uri="{FF2B5EF4-FFF2-40B4-BE49-F238E27FC236}">
                    <a16:creationId xmlns:a16="http://schemas.microsoft.com/office/drawing/2014/main" id="{9ACDC26D-3623-8362-B0F8-52BF01ACA767}"/>
                  </a:ext>
                </a:extLst>
              </p:cNvPr>
              <p:cNvSpPr/>
              <p:nvPr/>
            </p:nvSpPr>
            <p:spPr>
              <a:xfrm>
                <a:off x="3811767" y="7038879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4" name="矩形 613">
                <a:extLst>
                  <a:ext uri="{FF2B5EF4-FFF2-40B4-BE49-F238E27FC236}">
                    <a16:creationId xmlns:a16="http://schemas.microsoft.com/office/drawing/2014/main" id="{4AF5F51E-45D8-D058-0507-B6143893702C}"/>
                  </a:ext>
                </a:extLst>
              </p:cNvPr>
              <p:cNvSpPr/>
              <p:nvPr/>
            </p:nvSpPr>
            <p:spPr>
              <a:xfrm>
                <a:off x="3967177" y="7038879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5" name="矩形 614">
                <a:extLst>
                  <a:ext uri="{FF2B5EF4-FFF2-40B4-BE49-F238E27FC236}">
                    <a16:creationId xmlns:a16="http://schemas.microsoft.com/office/drawing/2014/main" id="{87DE4D0D-7583-AC0C-B789-27A568D23CDF}"/>
                  </a:ext>
                </a:extLst>
              </p:cNvPr>
              <p:cNvSpPr/>
              <p:nvPr/>
            </p:nvSpPr>
            <p:spPr>
              <a:xfrm>
                <a:off x="4122587" y="7038879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6" name="矩形 615">
                <a:extLst>
                  <a:ext uri="{FF2B5EF4-FFF2-40B4-BE49-F238E27FC236}">
                    <a16:creationId xmlns:a16="http://schemas.microsoft.com/office/drawing/2014/main" id="{24C4F8F9-5418-C8F6-71E3-7606319331C5}"/>
                  </a:ext>
                </a:extLst>
              </p:cNvPr>
              <p:cNvSpPr/>
              <p:nvPr/>
            </p:nvSpPr>
            <p:spPr>
              <a:xfrm>
                <a:off x="3656357" y="650768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7" name="矩形 616">
                <a:extLst>
                  <a:ext uri="{FF2B5EF4-FFF2-40B4-BE49-F238E27FC236}">
                    <a16:creationId xmlns:a16="http://schemas.microsoft.com/office/drawing/2014/main" id="{22A8450A-9A05-1780-BE46-D9B2B0DE9DC7}"/>
                  </a:ext>
                </a:extLst>
              </p:cNvPr>
              <p:cNvSpPr/>
              <p:nvPr/>
            </p:nvSpPr>
            <p:spPr>
              <a:xfrm>
                <a:off x="3811767" y="650768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8" name="矩形 617">
                <a:extLst>
                  <a:ext uri="{FF2B5EF4-FFF2-40B4-BE49-F238E27FC236}">
                    <a16:creationId xmlns:a16="http://schemas.microsoft.com/office/drawing/2014/main" id="{F7796BBB-1D48-96B4-B8AE-FFD73B3832BD}"/>
                  </a:ext>
                </a:extLst>
              </p:cNvPr>
              <p:cNvSpPr/>
              <p:nvPr/>
            </p:nvSpPr>
            <p:spPr>
              <a:xfrm>
                <a:off x="3967177" y="650768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9" name="矩形 618">
                <a:extLst>
                  <a:ext uri="{FF2B5EF4-FFF2-40B4-BE49-F238E27FC236}">
                    <a16:creationId xmlns:a16="http://schemas.microsoft.com/office/drawing/2014/main" id="{A70362E8-F65D-0FC6-A927-56EE86569818}"/>
                  </a:ext>
                </a:extLst>
              </p:cNvPr>
              <p:cNvSpPr/>
              <p:nvPr/>
            </p:nvSpPr>
            <p:spPr>
              <a:xfrm>
                <a:off x="4122587" y="650768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620" name="椭圆 619">
            <a:extLst>
              <a:ext uri="{FF2B5EF4-FFF2-40B4-BE49-F238E27FC236}">
                <a16:creationId xmlns:a16="http://schemas.microsoft.com/office/drawing/2014/main" id="{61B14B30-8A60-E9B8-4886-ABE891A540D2}"/>
              </a:ext>
            </a:extLst>
          </p:cNvPr>
          <p:cNvSpPr/>
          <p:nvPr/>
        </p:nvSpPr>
        <p:spPr>
          <a:xfrm rot="5400000">
            <a:off x="4799131" y="1468112"/>
            <a:ext cx="322854" cy="32384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cs typeface="Arial" panose="020B0604020202020204" pitchFamily="34" charset="0"/>
              </a:rPr>
              <a:t>1</a:t>
            </a:r>
            <a:endParaRPr lang="zh-CN" altLang="en-US" sz="2400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621" name="椭圆 620">
            <a:extLst>
              <a:ext uri="{FF2B5EF4-FFF2-40B4-BE49-F238E27FC236}">
                <a16:creationId xmlns:a16="http://schemas.microsoft.com/office/drawing/2014/main" id="{C8F8F00E-E6F4-3517-90B6-4F16CA95FFB1}"/>
              </a:ext>
            </a:extLst>
          </p:cNvPr>
          <p:cNvSpPr/>
          <p:nvPr/>
        </p:nvSpPr>
        <p:spPr>
          <a:xfrm rot="5400000">
            <a:off x="4799131" y="2169048"/>
            <a:ext cx="322854" cy="323843"/>
          </a:xfrm>
          <a:prstGeom prst="ellipse">
            <a:avLst/>
          </a:prstGeom>
          <a:noFill/>
          <a:ln w="28575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cs typeface="Arial" panose="020B0604020202020204" pitchFamily="34" charset="0"/>
              </a:rPr>
              <a:t>3</a:t>
            </a:r>
            <a:endParaRPr lang="zh-CN" altLang="en-US" sz="2400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622" name="椭圆 621">
            <a:extLst>
              <a:ext uri="{FF2B5EF4-FFF2-40B4-BE49-F238E27FC236}">
                <a16:creationId xmlns:a16="http://schemas.microsoft.com/office/drawing/2014/main" id="{CEE169B8-3F4F-BA30-2C6E-26A40FA26B21}"/>
              </a:ext>
            </a:extLst>
          </p:cNvPr>
          <p:cNvSpPr/>
          <p:nvPr/>
        </p:nvSpPr>
        <p:spPr>
          <a:xfrm rot="5400000">
            <a:off x="4137206" y="1468112"/>
            <a:ext cx="322854" cy="32384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cs typeface="Arial" panose="020B0604020202020204" pitchFamily="34" charset="0"/>
              </a:rPr>
              <a:t>0</a:t>
            </a:r>
            <a:endParaRPr lang="zh-CN" altLang="en-US" sz="2400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623" name="椭圆 622">
            <a:extLst>
              <a:ext uri="{FF2B5EF4-FFF2-40B4-BE49-F238E27FC236}">
                <a16:creationId xmlns:a16="http://schemas.microsoft.com/office/drawing/2014/main" id="{C84C3908-7C9F-5473-C82C-5BCFF2E07EC8}"/>
              </a:ext>
            </a:extLst>
          </p:cNvPr>
          <p:cNvSpPr/>
          <p:nvPr/>
        </p:nvSpPr>
        <p:spPr>
          <a:xfrm rot="5400000">
            <a:off x="4137206" y="2169048"/>
            <a:ext cx="322854" cy="323843"/>
          </a:xfrm>
          <a:prstGeom prst="ellipse">
            <a:avLst/>
          </a:prstGeom>
          <a:noFill/>
          <a:ln w="28575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cs typeface="Arial" panose="020B0604020202020204" pitchFamily="34" charset="0"/>
              </a:rPr>
              <a:t>2</a:t>
            </a:r>
            <a:endParaRPr lang="zh-CN" altLang="en-US" sz="2400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cxnSp>
        <p:nvCxnSpPr>
          <p:cNvPr id="624" name="直接连接符 510">
            <a:extLst>
              <a:ext uri="{FF2B5EF4-FFF2-40B4-BE49-F238E27FC236}">
                <a16:creationId xmlns:a16="http://schemas.microsoft.com/office/drawing/2014/main" id="{C5106AD9-7123-4D0D-601D-32ACB97A5C52}"/>
              </a:ext>
            </a:extLst>
          </p:cNvPr>
          <p:cNvCxnSpPr>
            <a:cxnSpLocks/>
          </p:cNvCxnSpPr>
          <p:nvPr/>
        </p:nvCxnSpPr>
        <p:spPr>
          <a:xfrm flipH="1">
            <a:off x="4462016" y="1630026"/>
            <a:ext cx="328224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25" name="直接连接符 511">
            <a:extLst>
              <a:ext uri="{FF2B5EF4-FFF2-40B4-BE49-F238E27FC236}">
                <a16:creationId xmlns:a16="http://schemas.microsoft.com/office/drawing/2014/main" id="{6EF9AB65-2046-24CE-7035-463E23A79672}"/>
              </a:ext>
            </a:extLst>
          </p:cNvPr>
          <p:cNvCxnSpPr>
            <a:cxnSpLocks/>
          </p:cNvCxnSpPr>
          <p:nvPr/>
        </p:nvCxnSpPr>
        <p:spPr>
          <a:xfrm>
            <a:off x="4298634" y="1791461"/>
            <a:ext cx="0" cy="378082"/>
          </a:xfrm>
          <a:prstGeom prst="line">
            <a:avLst/>
          </a:prstGeom>
          <a:ln w="28575">
            <a:solidFill>
              <a:schemeClr val="tx1"/>
            </a:solidFill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26" name="直接连接符 512">
            <a:extLst>
              <a:ext uri="{FF2B5EF4-FFF2-40B4-BE49-F238E27FC236}">
                <a16:creationId xmlns:a16="http://schemas.microsoft.com/office/drawing/2014/main" id="{975782C0-F1D0-D2EC-6EEF-4E95C7553954}"/>
              </a:ext>
            </a:extLst>
          </p:cNvPr>
          <p:cNvCxnSpPr>
            <a:cxnSpLocks/>
          </p:cNvCxnSpPr>
          <p:nvPr/>
        </p:nvCxnSpPr>
        <p:spPr>
          <a:xfrm flipV="1">
            <a:off x="4960558" y="1789280"/>
            <a:ext cx="0" cy="380257"/>
          </a:xfrm>
          <a:prstGeom prst="line">
            <a:avLst/>
          </a:prstGeom>
          <a:ln w="28575">
            <a:solidFill>
              <a:schemeClr val="tx1"/>
            </a:solidFill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27" name="直接连接符 513">
            <a:extLst>
              <a:ext uri="{FF2B5EF4-FFF2-40B4-BE49-F238E27FC236}">
                <a16:creationId xmlns:a16="http://schemas.microsoft.com/office/drawing/2014/main" id="{1CC0412A-6D55-96F0-C3BE-7D2625CF6C71}"/>
              </a:ext>
            </a:extLst>
          </p:cNvPr>
          <p:cNvCxnSpPr>
            <a:cxnSpLocks/>
            <a:stCxn id="621" idx="3"/>
            <a:endCxn id="622" idx="7"/>
          </p:cNvCxnSpPr>
          <p:nvPr/>
        </p:nvCxnSpPr>
        <p:spPr>
          <a:xfrm flipH="1" flipV="1">
            <a:off x="4413130" y="1744180"/>
            <a:ext cx="432934" cy="472644"/>
          </a:xfrm>
          <a:prstGeom prst="line">
            <a:avLst/>
          </a:prstGeom>
          <a:ln w="28575">
            <a:solidFill>
              <a:schemeClr val="tx1"/>
            </a:solidFill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660" name="组合 659">
            <a:extLst>
              <a:ext uri="{FF2B5EF4-FFF2-40B4-BE49-F238E27FC236}">
                <a16:creationId xmlns:a16="http://schemas.microsoft.com/office/drawing/2014/main" id="{9E3841E7-DCA7-3F77-B007-9A234D5F920B}"/>
              </a:ext>
            </a:extLst>
          </p:cNvPr>
          <p:cNvGrpSpPr/>
          <p:nvPr/>
        </p:nvGrpSpPr>
        <p:grpSpPr>
          <a:xfrm>
            <a:off x="3191103" y="1349068"/>
            <a:ext cx="821650" cy="536436"/>
            <a:chOff x="5408615" y="10123996"/>
            <a:chExt cx="532461" cy="339599"/>
          </a:xfrm>
        </p:grpSpPr>
        <p:grpSp>
          <p:nvGrpSpPr>
            <p:cNvPr id="661" name="组合 660">
              <a:extLst>
                <a:ext uri="{FF2B5EF4-FFF2-40B4-BE49-F238E27FC236}">
                  <a16:creationId xmlns:a16="http://schemas.microsoft.com/office/drawing/2014/main" id="{B6E19F92-59D0-3A5A-44DC-80DCE37715EE}"/>
                </a:ext>
              </a:extLst>
            </p:cNvPr>
            <p:cNvGrpSpPr/>
            <p:nvPr/>
          </p:nvGrpSpPr>
          <p:grpSpPr>
            <a:xfrm rot="5400000">
              <a:off x="5598460" y="9934151"/>
              <a:ext cx="152772" cy="532461"/>
              <a:chOff x="800913" y="5270079"/>
              <a:chExt cx="152772" cy="532461"/>
            </a:xfrm>
          </p:grpSpPr>
          <p:sp>
            <p:nvSpPr>
              <p:cNvPr id="667" name="矩形 666">
                <a:extLst>
                  <a:ext uri="{FF2B5EF4-FFF2-40B4-BE49-F238E27FC236}">
                    <a16:creationId xmlns:a16="http://schemas.microsoft.com/office/drawing/2014/main" id="{413B4C85-B83E-0766-3A5D-5B71F9029E7C}"/>
                  </a:ext>
                </a:extLst>
              </p:cNvPr>
              <p:cNvSpPr/>
              <p:nvPr/>
            </p:nvSpPr>
            <p:spPr>
              <a:xfrm flipH="1">
                <a:off x="800913" y="5270079"/>
                <a:ext cx="152769" cy="133117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68" name="矩形 667">
                <a:extLst>
                  <a:ext uri="{FF2B5EF4-FFF2-40B4-BE49-F238E27FC236}">
                    <a16:creationId xmlns:a16="http://schemas.microsoft.com/office/drawing/2014/main" id="{24BFEBF9-67BA-B220-6621-3BC8DF939590}"/>
                  </a:ext>
                </a:extLst>
              </p:cNvPr>
              <p:cNvSpPr/>
              <p:nvPr/>
            </p:nvSpPr>
            <p:spPr>
              <a:xfrm flipH="1">
                <a:off x="800918" y="5403192"/>
                <a:ext cx="152767" cy="133117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69" name="矩形 668">
                <a:extLst>
                  <a:ext uri="{FF2B5EF4-FFF2-40B4-BE49-F238E27FC236}">
                    <a16:creationId xmlns:a16="http://schemas.microsoft.com/office/drawing/2014/main" id="{09256657-33EA-32B4-1E8D-2CD8F7D017F2}"/>
                  </a:ext>
                </a:extLst>
              </p:cNvPr>
              <p:cNvSpPr/>
              <p:nvPr/>
            </p:nvSpPr>
            <p:spPr>
              <a:xfrm flipH="1">
                <a:off x="800924" y="5536310"/>
                <a:ext cx="152760" cy="133117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70" name="矩形 669">
                <a:extLst>
                  <a:ext uri="{FF2B5EF4-FFF2-40B4-BE49-F238E27FC236}">
                    <a16:creationId xmlns:a16="http://schemas.microsoft.com/office/drawing/2014/main" id="{66D853C6-03C5-8349-B103-796D75787473}"/>
                  </a:ext>
                </a:extLst>
              </p:cNvPr>
              <p:cNvSpPr/>
              <p:nvPr/>
            </p:nvSpPr>
            <p:spPr>
              <a:xfrm flipH="1">
                <a:off x="800925" y="5669423"/>
                <a:ext cx="152760" cy="133117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662" name="组合 661">
              <a:extLst>
                <a:ext uri="{FF2B5EF4-FFF2-40B4-BE49-F238E27FC236}">
                  <a16:creationId xmlns:a16="http://schemas.microsoft.com/office/drawing/2014/main" id="{A0B01061-6719-DFB1-EEFF-084ADA4E6DF6}"/>
                </a:ext>
              </a:extLst>
            </p:cNvPr>
            <p:cNvGrpSpPr/>
            <p:nvPr/>
          </p:nvGrpSpPr>
          <p:grpSpPr>
            <a:xfrm rot="5400000">
              <a:off x="5598460" y="10120978"/>
              <a:ext cx="152772" cy="532461"/>
              <a:chOff x="800913" y="5270079"/>
              <a:chExt cx="152772" cy="532461"/>
            </a:xfrm>
          </p:grpSpPr>
          <p:sp>
            <p:nvSpPr>
              <p:cNvPr id="663" name="矩形 662">
                <a:extLst>
                  <a:ext uri="{FF2B5EF4-FFF2-40B4-BE49-F238E27FC236}">
                    <a16:creationId xmlns:a16="http://schemas.microsoft.com/office/drawing/2014/main" id="{CC28B0C1-42E8-746B-4BEC-F0CABFEFFA9C}"/>
                  </a:ext>
                </a:extLst>
              </p:cNvPr>
              <p:cNvSpPr/>
              <p:nvPr/>
            </p:nvSpPr>
            <p:spPr>
              <a:xfrm flipH="1">
                <a:off x="800913" y="5270079"/>
                <a:ext cx="152769" cy="133117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64" name="矩形 663">
                <a:extLst>
                  <a:ext uri="{FF2B5EF4-FFF2-40B4-BE49-F238E27FC236}">
                    <a16:creationId xmlns:a16="http://schemas.microsoft.com/office/drawing/2014/main" id="{B40BA0C4-2885-25F8-A8AE-3425EE3D8745}"/>
                  </a:ext>
                </a:extLst>
              </p:cNvPr>
              <p:cNvSpPr/>
              <p:nvPr/>
            </p:nvSpPr>
            <p:spPr>
              <a:xfrm flipH="1">
                <a:off x="800918" y="5403192"/>
                <a:ext cx="152767" cy="133117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65" name="矩形 664">
                <a:extLst>
                  <a:ext uri="{FF2B5EF4-FFF2-40B4-BE49-F238E27FC236}">
                    <a16:creationId xmlns:a16="http://schemas.microsoft.com/office/drawing/2014/main" id="{C1EE3E03-16B7-A5C6-EB1E-977478935DA9}"/>
                  </a:ext>
                </a:extLst>
              </p:cNvPr>
              <p:cNvSpPr/>
              <p:nvPr/>
            </p:nvSpPr>
            <p:spPr>
              <a:xfrm flipH="1">
                <a:off x="800924" y="5536310"/>
                <a:ext cx="152760" cy="133117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66" name="矩形 665">
                <a:extLst>
                  <a:ext uri="{FF2B5EF4-FFF2-40B4-BE49-F238E27FC236}">
                    <a16:creationId xmlns:a16="http://schemas.microsoft.com/office/drawing/2014/main" id="{2C6800D2-1759-4940-92D0-FE9E4930FB77}"/>
                  </a:ext>
                </a:extLst>
              </p:cNvPr>
              <p:cNvSpPr/>
              <p:nvPr/>
            </p:nvSpPr>
            <p:spPr>
              <a:xfrm flipH="1">
                <a:off x="800925" y="5669423"/>
                <a:ext cx="152760" cy="133117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671" name="组合 670">
            <a:extLst>
              <a:ext uri="{FF2B5EF4-FFF2-40B4-BE49-F238E27FC236}">
                <a16:creationId xmlns:a16="http://schemas.microsoft.com/office/drawing/2014/main" id="{8AD8BCCA-205E-FF16-A797-324CEE2B4B5C}"/>
              </a:ext>
            </a:extLst>
          </p:cNvPr>
          <p:cNvGrpSpPr/>
          <p:nvPr/>
        </p:nvGrpSpPr>
        <p:grpSpPr>
          <a:xfrm>
            <a:off x="3180736" y="4342336"/>
            <a:ext cx="821650" cy="536436"/>
            <a:chOff x="5408615" y="10123996"/>
            <a:chExt cx="532461" cy="339599"/>
          </a:xfrm>
        </p:grpSpPr>
        <p:grpSp>
          <p:nvGrpSpPr>
            <p:cNvPr id="672" name="组合 671">
              <a:extLst>
                <a:ext uri="{FF2B5EF4-FFF2-40B4-BE49-F238E27FC236}">
                  <a16:creationId xmlns:a16="http://schemas.microsoft.com/office/drawing/2014/main" id="{E39FCA95-C9DD-EFD7-5DA6-BCAAE5242FF4}"/>
                </a:ext>
              </a:extLst>
            </p:cNvPr>
            <p:cNvGrpSpPr/>
            <p:nvPr/>
          </p:nvGrpSpPr>
          <p:grpSpPr>
            <a:xfrm rot="5400000">
              <a:off x="5598460" y="9934151"/>
              <a:ext cx="152772" cy="532461"/>
              <a:chOff x="800913" y="5270079"/>
              <a:chExt cx="152772" cy="532461"/>
            </a:xfrm>
          </p:grpSpPr>
          <p:sp>
            <p:nvSpPr>
              <p:cNvPr id="678" name="矩形 677">
                <a:extLst>
                  <a:ext uri="{FF2B5EF4-FFF2-40B4-BE49-F238E27FC236}">
                    <a16:creationId xmlns:a16="http://schemas.microsoft.com/office/drawing/2014/main" id="{86A6B7D6-531B-F469-60CE-E02584F53269}"/>
                  </a:ext>
                </a:extLst>
              </p:cNvPr>
              <p:cNvSpPr/>
              <p:nvPr/>
            </p:nvSpPr>
            <p:spPr>
              <a:xfrm flipH="1">
                <a:off x="800913" y="5270079"/>
                <a:ext cx="152769" cy="133117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79" name="矩形 678">
                <a:extLst>
                  <a:ext uri="{FF2B5EF4-FFF2-40B4-BE49-F238E27FC236}">
                    <a16:creationId xmlns:a16="http://schemas.microsoft.com/office/drawing/2014/main" id="{A386126E-F0C1-4D71-DEE1-FC9F46BE7D98}"/>
                  </a:ext>
                </a:extLst>
              </p:cNvPr>
              <p:cNvSpPr/>
              <p:nvPr/>
            </p:nvSpPr>
            <p:spPr>
              <a:xfrm flipH="1">
                <a:off x="800918" y="5403192"/>
                <a:ext cx="152767" cy="133117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80" name="矩形 679">
                <a:extLst>
                  <a:ext uri="{FF2B5EF4-FFF2-40B4-BE49-F238E27FC236}">
                    <a16:creationId xmlns:a16="http://schemas.microsoft.com/office/drawing/2014/main" id="{7F5B0C91-281A-68CE-3826-7F26BE1F159F}"/>
                  </a:ext>
                </a:extLst>
              </p:cNvPr>
              <p:cNvSpPr/>
              <p:nvPr/>
            </p:nvSpPr>
            <p:spPr>
              <a:xfrm flipH="1">
                <a:off x="800924" y="5536310"/>
                <a:ext cx="152760" cy="133117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81" name="矩形 680">
                <a:extLst>
                  <a:ext uri="{FF2B5EF4-FFF2-40B4-BE49-F238E27FC236}">
                    <a16:creationId xmlns:a16="http://schemas.microsoft.com/office/drawing/2014/main" id="{F2E02B0E-D48F-9524-3020-E64776428DA3}"/>
                  </a:ext>
                </a:extLst>
              </p:cNvPr>
              <p:cNvSpPr/>
              <p:nvPr/>
            </p:nvSpPr>
            <p:spPr>
              <a:xfrm flipH="1">
                <a:off x="800925" y="5669423"/>
                <a:ext cx="152760" cy="133117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673" name="组合 672">
              <a:extLst>
                <a:ext uri="{FF2B5EF4-FFF2-40B4-BE49-F238E27FC236}">
                  <a16:creationId xmlns:a16="http://schemas.microsoft.com/office/drawing/2014/main" id="{864A1A91-018D-B648-4C96-2BFE4DA3FDA3}"/>
                </a:ext>
              </a:extLst>
            </p:cNvPr>
            <p:cNvGrpSpPr/>
            <p:nvPr/>
          </p:nvGrpSpPr>
          <p:grpSpPr>
            <a:xfrm rot="5400000">
              <a:off x="5598460" y="10120978"/>
              <a:ext cx="152772" cy="532461"/>
              <a:chOff x="800913" y="5270079"/>
              <a:chExt cx="152772" cy="532461"/>
            </a:xfrm>
          </p:grpSpPr>
          <p:sp>
            <p:nvSpPr>
              <p:cNvPr id="674" name="矩形 673">
                <a:extLst>
                  <a:ext uri="{FF2B5EF4-FFF2-40B4-BE49-F238E27FC236}">
                    <a16:creationId xmlns:a16="http://schemas.microsoft.com/office/drawing/2014/main" id="{8B078FE0-ACD1-219C-AF4A-E7DA613E9962}"/>
                  </a:ext>
                </a:extLst>
              </p:cNvPr>
              <p:cNvSpPr/>
              <p:nvPr/>
            </p:nvSpPr>
            <p:spPr>
              <a:xfrm flipH="1">
                <a:off x="800913" y="5270079"/>
                <a:ext cx="152769" cy="133117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75" name="矩形 674">
                <a:extLst>
                  <a:ext uri="{FF2B5EF4-FFF2-40B4-BE49-F238E27FC236}">
                    <a16:creationId xmlns:a16="http://schemas.microsoft.com/office/drawing/2014/main" id="{74A90A3C-A303-DEF6-3594-E74D7AC02818}"/>
                  </a:ext>
                </a:extLst>
              </p:cNvPr>
              <p:cNvSpPr/>
              <p:nvPr/>
            </p:nvSpPr>
            <p:spPr>
              <a:xfrm flipH="1">
                <a:off x="800918" y="5403192"/>
                <a:ext cx="152767" cy="133117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76" name="矩形 675">
                <a:extLst>
                  <a:ext uri="{FF2B5EF4-FFF2-40B4-BE49-F238E27FC236}">
                    <a16:creationId xmlns:a16="http://schemas.microsoft.com/office/drawing/2014/main" id="{05AAEC69-EC7F-693E-8E81-86A5D243CE55}"/>
                  </a:ext>
                </a:extLst>
              </p:cNvPr>
              <p:cNvSpPr/>
              <p:nvPr/>
            </p:nvSpPr>
            <p:spPr>
              <a:xfrm flipH="1">
                <a:off x="800924" y="5536310"/>
                <a:ext cx="152760" cy="133117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77" name="矩形 676">
                <a:extLst>
                  <a:ext uri="{FF2B5EF4-FFF2-40B4-BE49-F238E27FC236}">
                    <a16:creationId xmlns:a16="http://schemas.microsoft.com/office/drawing/2014/main" id="{E81C3584-A1DE-F4B3-F334-02BEF654D8A1}"/>
                  </a:ext>
                </a:extLst>
              </p:cNvPr>
              <p:cNvSpPr/>
              <p:nvPr/>
            </p:nvSpPr>
            <p:spPr>
              <a:xfrm flipH="1">
                <a:off x="800925" y="5669423"/>
                <a:ext cx="152760" cy="133117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82" name="文本框 681">
                <a:extLst>
                  <a:ext uri="{FF2B5EF4-FFF2-40B4-BE49-F238E27FC236}">
                    <a16:creationId xmlns:a16="http://schemas.microsoft.com/office/drawing/2014/main" id="{487A5239-CF2E-91F2-1221-FB586B0C3A9B}"/>
                  </a:ext>
                </a:extLst>
              </p:cNvPr>
              <p:cNvSpPr txBox="1"/>
              <p:nvPr/>
            </p:nvSpPr>
            <p:spPr>
              <a:xfrm>
                <a:off x="3156098" y="4918088"/>
                <a:ext cx="1071288" cy="461665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1" i="1" dirty="0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altLang="zh-CN" sz="2400" b="1" i="1" dirty="0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𝑿</m:t>
                          </m:r>
                        </m:e>
                        <m:sub>
                          <m:r>
                            <a:rPr lang="en-US" altLang="zh-CN" sz="2400" b="1" i="1" dirty="0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𝟎</m:t>
                          </m:r>
                        </m:sub>
                      </m:sSub>
                    </m:oMath>
                  </m:oMathPara>
                </a14:m>
                <a:endParaRPr lang="zh-CN" altLang="en-US" sz="2400" b="1" dirty="0">
                  <a:solidFill>
                    <a:schemeClr val="accent6"/>
                  </a:solidFill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82" name="文本框 681">
                <a:extLst>
                  <a:ext uri="{FF2B5EF4-FFF2-40B4-BE49-F238E27FC236}">
                    <a16:creationId xmlns:a16="http://schemas.microsoft.com/office/drawing/2014/main" id="{487A5239-CF2E-91F2-1221-FB586B0C3A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56098" y="4918088"/>
                <a:ext cx="1071288" cy="461665"/>
              </a:xfrm>
              <a:prstGeom prst="rect">
                <a:avLst/>
              </a:prstGeom>
              <a:blipFill>
                <a:blip r:embed="rId4"/>
                <a:stretch>
                  <a:fillRect b="-1316"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矩形 32">
            <a:extLst>
              <a:ext uri="{FF2B5EF4-FFF2-40B4-BE49-F238E27FC236}">
                <a16:creationId xmlns:a16="http://schemas.microsoft.com/office/drawing/2014/main" id="{EF4475DF-70D7-5275-A028-FE7CF81D4C2C}"/>
              </a:ext>
            </a:extLst>
          </p:cNvPr>
          <p:cNvSpPr/>
          <p:nvPr/>
        </p:nvSpPr>
        <p:spPr>
          <a:xfrm flipV="1">
            <a:off x="5301029" y="1212605"/>
            <a:ext cx="2096150" cy="116071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椭圆 37">
            <a:extLst>
              <a:ext uri="{FF2B5EF4-FFF2-40B4-BE49-F238E27FC236}">
                <a16:creationId xmlns:a16="http://schemas.microsoft.com/office/drawing/2014/main" id="{7FB739CD-791A-0FB3-4128-46705358A419}"/>
              </a:ext>
            </a:extLst>
          </p:cNvPr>
          <p:cNvSpPr/>
          <p:nvPr/>
        </p:nvSpPr>
        <p:spPr>
          <a:xfrm rot="5400000">
            <a:off x="6178264" y="1532683"/>
            <a:ext cx="270678" cy="277715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endParaRPr lang="zh-CN" altLang="en-US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椭圆 38">
            <a:extLst>
              <a:ext uri="{FF2B5EF4-FFF2-40B4-BE49-F238E27FC236}">
                <a16:creationId xmlns:a16="http://schemas.microsoft.com/office/drawing/2014/main" id="{DF9E74C5-C0D2-2C6F-D8AF-B3AEE1BA22B8}"/>
              </a:ext>
            </a:extLst>
          </p:cNvPr>
          <p:cNvSpPr/>
          <p:nvPr/>
        </p:nvSpPr>
        <p:spPr>
          <a:xfrm rot="5400000">
            <a:off x="6181948" y="1875873"/>
            <a:ext cx="270678" cy="277715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zh-CN" altLang="en-US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C6108A46-D6CE-E8FE-5AB1-06F729CC97C4}"/>
              </a:ext>
            </a:extLst>
          </p:cNvPr>
          <p:cNvGrpSpPr/>
          <p:nvPr/>
        </p:nvGrpSpPr>
        <p:grpSpPr>
          <a:xfrm rot="5400000">
            <a:off x="5653709" y="1338387"/>
            <a:ext cx="202322" cy="704614"/>
            <a:chOff x="800913" y="5270079"/>
            <a:chExt cx="152772" cy="532461"/>
          </a:xfrm>
        </p:grpSpPr>
        <p:sp>
          <p:nvSpPr>
            <p:cNvPr id="41" name="矩形 40">
              <a:extLst>
                <a:ext uri="{FF2B5EF4-FFF2-40B4-BE49-F238E27FC236}">
                  <a16:creationId xmlns:a16="http://schemas.microsoft.com/office/drawing/2014/main" id="{0819DEF3-2995-324F-641C-075CEA7F8119}"/>
                </a:ext>
              </a:extLst>
            </p:cNvPr>
            <p:cNvSpPr/>
            <p:nvPr/>
          </p:nvSpPr>
          <p:spPr>
            <a:xfrm flipH="1">
              <a:off x="800913" y="5270079"/>
              <a:ext cx="152769" cy="133117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" name="矩形 41">
              <a:extLst>
                <a:ext uri="{FF2B5EF4-FFF2-40B4-BE49-F238E27FC236}">
                  <a16:creationId xmlns:a16="http://schemas.microsoft.com/office/drawing/2014/main" id="{0D254249-B573-66FA-9663-D3DF525ED10D}"/>
                </a:ext>
              </a:extLst>
            </p:cNvPr>
            <p:cNvSpPr/>
            <p:nvPr/>
          </p:nvSpPr>
          <p:spPr>
            <a:xfrm flipH="1">
              <a:off x="800918" y="5403192"/>
              <a:ext cx="152767" cy="133117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" name="矩形 42">
              <a:extLst>
                <a:ext uri="{FF2B5EF4-FFF2-40B4-BE49-F238E27FC236}">
                  <a16:creationId xmlns:a16="http://schemas.microsoft.com/office/drawing/2014/main" id="{FB4C95F4-819C-65AC-F7E4-B196335B5B10}"/>
                </a:ext>
              </a:extLst>
            </p:cNvPr>
            <p:cNvSpPr/>
            <p:nvPr/>
          </p:nvSpPr>
          <p:spPr>
            <a:xfrm flipH="1">
              <a:off x="800924" y="5536310"/>
              <a:ext cx="152760" cy="133117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矩形 43">
              <a:extLst>
                <a:ext uri="{FF2B5EF4-FFF2-40B4-BE49-F238E27FC236}">
                  <a16:creationId xmlns:a16="http://schemas.microsoft.com/office/drawing/2014/main" id="{2AA405BF-82A5-C9A8-2F73-D0BADDDBA65C}"/>
                </a:ext>
              </a:extLst>
            </p:cNvPr>
            <p:cNvSpPr/>
            <p:nvPr/>
          </p:nvSpPr>
          <p:spPr>
            <a:xfrm flipH="1">
              <a:off x="800925" y="5669423"/>
              <a:ext cx="152760" cy="133117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5" name="组合 44">
            <a:extLst>
              <a:ext uri="{FF2B5EF4-FFF2-40B4-BE49-F238E27FC236}">
                <a16:creationId xmlns:a16="http://schemas.microsoft.com/office/drawing/2014/main" id="{81799FAB-789E-335B-C5CF-91DEEE167614}"/>
              </a:ext>
            </a:extLst>
          </p:cNvPr>
          <p:cNvGrpSpPr/>
          <p:nvPr/>
        </p:nvGrpSpPr>
        <p:grpSpPr>
          <a:xfrm rot="5400000">
            <a:off x="5653707" y="1687394"/>
            <a:ext cx="202322" cy="704614"/>
            <a:chOff x="800913" y="5270079"/>
            <a:chExt cx="152772" cy="532461"/>
          </a:xfrm>
        </p:grpSpPr>
        <p:sp>
          <p:nvSpPr>
            <p:cNvPr id="46" name="矩形 45">
              <a:extLst>
                <a:ext uri="{FF2B5EF4-FFF2-40B4-BE49-F238E27FC236}">
                  <a16:creationId xmlns:a16="http://schemas.microsoft.com/office/drawing/2014/main" id="{1FCB1EC8-2C11-BE77-6969-E44C6FC99CE7}"/>
                </a:ext>
              </a:extLst>
            </p:cNvPr>
            <p:cNvSpPr/>
            <p:nvPr/>
          </p:nvSpPr>
          <p:spPr>
            <a:xfrm flipH="1">
              <a:off x="800913" y="5270079"/>
              <a:ext cx="152769" cy="133117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" name="矩形 46">
              <a:extLst>
                <a:ext uri="{FF2B5EF4-FFF2-40B4-BE49-F238E27FC236}">
                  <a16:creationId xmlns:a16="http://schemas.microsoft.com/office/drawing/2014/main" id="{0F04A3EA-9A35-84B6-C27D-DEBA8B807E23}"/>
                </a:ext>
              </a:extLst>
            </p:cNvPr>
            <p:cNvSpPr/>
            <p:nvPr/>
          </p:nvSpPr>
          <p:spPr>
            <a:xfrm flipH="1">
              <a:off x="800918" y="5403192"/>
              <a:ext cx="152767" cy="133117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" name="矩形 47">
              <a:extLst>
                <a:ext uri="{FF2B5EF4-FFF2-40B4-BE49-F238E27FC236}">
                  <a16:creationId xmlns:a16="http://schemas.microsoft.com/office/drawing/2014/main" id="{710F357C-4B50-A480-C986-08351891EA84}"/>
                </a:ext>
              </a:extLst>
            </p:cNvPr>
            <p:cNvSpPr/>
            <p:nvPr/>
          </p:nvSpPr>
          <p:spPr>
            <a:xfrm flipH="1">
              <a:off x="800924" y="5536310"/>
              <a:ext cx="152760" cy="133117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" name="矩形 48">
              <a:extLst>
                <a:ext uri="{FF2B5EF4-FFF2-40B4-BE49-F238E27FC236}">
                  <a16:creationId xmlns:a16="http://schemas.microsoft.com/office/drawing/2014/main" id="{03A9F90D-EA5A-C8A8-FC4D-EB11FB38135E}"/>
                </a:ext>
              </a:extLst>
            </p:cNvPr>
            <p:cNvSpPr/>
            <p:nvPr/>
          </p:nvSpPr>
          <p:spPr>
            <a:xfrm flipH="1">
              <a:off x="800925" y="5669423"/>
              <a:ext cx="152760" cy="133117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576" name="组合 575">
            <a:extLst>
              <a:ext uri="{FF2B5EF4-FFF2-40B4-BE49-F238E27FC236}">
                <a16:creationId xmlns:a16="http://schemas.microsoft.com/office/drawing/2014/main" id="{8F61D239-6C35-9BDC-07D3-32C5ED360AAB}"/>
              </a:ext>
            </a:extLst>
          </p:cNvPr>
          <p:cNvGrpSpPr/>
          <p:nvPr/>
        </p:nvGrpSpPr>
        <p:grpSpPr>
          <a:xfrm>
            <a:off x="6696167" y="1367271"/>
            <a:ext cx="610665" cy="879151"/>
            <a:chOff x="6116209" y="1036604"/>
            <a:chExt cx="391184" cy="590828"/>
          </a:xfrm>
        </p:grpSpPr>
        <p:sp>
          <p:nvSpPr>
            <p:cNvPr id="577" name="流程图: 接点 566">
              <a:extLst>
                <a:ext uri="{FF2B5EF4-FFF2-40B4-BE49-F238E27FC236}">
                  <a16:creationId xmlns:a16="http://schemas.microsoft.com/office/drawing/2014/main" id="{4DA20133-3080-FA54-B9ED-AFE1ECCBEEB7}"/>
                </a:ext>
              </a:extLst>
            </p:cNvPr>
            <p:cNvSpPr/>
            <p:nvPr/>
          </p:nvSpPr>
          <p:spPr>
            <a:xfrm>
              <a:off x="6116209" y="1036604"/>
              <a:ext cx="125672" cy="125837"/>
            </a:xfrm>
            <a:prstGeom prst="flowChartConnector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78" name="流程图: 接点 566">
              <a:extLst>
                <a:ext uri="{FF2B5EF4-FFF2-40B4-BE49-F238E27FC236}">
                  <a16:creationId xmlns:a16="http://schemas.microsoft.com/office/drawing/2014/main" id="{56F418C4-D198-F7DF-A35A-A639198587E3}"/>
                </a:ext>
              </a:extLst>
            </p:cNvPr>
            <p:cNvSpPr/>
            <p:nvPr/>
          </p:nvSpPr>
          <p:spPr>
            <a:xfrm>
              <a:off x="6116209" y="1191601"/>
              <a:ext cx="125672" cy="125837"/>
            </a:xfrm>
            <a:prstGeom prst="flowChartConnector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79" name="流程图: 接点 566">
              <a:extLst>
                <a:ext uri="{FF2B5EF4-FFF2-40B4-BE49-F238E27FC236}">
                  <a16:creationId xmlns:a16="http://schemas.microsoft.com/office/drawing/2014/main" id="{3FC3879A-C303-1613-29F4-0AD2478BF9A6}"/>
                </a:ext>
              </a:extLst>
            </p:cNvPr>
            <p:cNvSpPr/>
            <p:nvPr/>
          </p:nvSpPr>
          <p:spPr>
            <a:xfrm>
              <a:off x="6116209" y="1501595"/>
              <a:ext cx="125672" cy="125837"/>
            </a:xfrm>
            <a:prstGeom prst="flowChartConnector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80" name="流程图: 接点 566">
              <a:extLst>
                <a:ext uri="{FF2B5EF4-FFF2-40B4-BE49-F238E27FC236}">
                  <a16:creationId xmlns:a16="http://schemas.microsoft.com/office/drawing/2014/main" id="{EA258454-784B-53BF-5A45-7AD63E8E081D}"/>
                </a:ext>
              </a:extLst>
            </p:cNvPr>
            <p:cNvSpPr/>
            <p:nvPr/>
          </p:nvSpPr>
          <p:spPr>
            <a:xfrm>
              <a:off x="6116209" y="1346598"/>
              <a:ext cx="125672" cy="125837"/>
            </a:xfrm>
            <a:prstGeom prst="flowChartConnector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81" name="流程图: 接点 566">
              <a:extLst>
                <a:ext uri="{FF2B5EF4-FFF2-40B4-BE49-F238E27FC236}">
                  <a16:creationId xmlns:a16="http://schemas.microsoft.com/office/drawing/2014/main" id="{19F69A5A-0734-ACEF-517F-BD957E07FCB0}"/>
                </a:ext>
              </a:extLst>
            </p:cNvPr>
            <p:cNvSpPr/>
            <p:nvPr/>
          </p:nvSpPr>
          <p:spPr>
            <a:xfrm>
              <a:off x="6381721" y="1191280"/>
              <a:ext cx="125672" cy="125837"/>
            </a:xfrm>
            <a:prstGeom prst="flowChartConnector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82" name="流程图: 接点 566">
              <a:extLst>
                <a:ext uri="{FF2B5EF4-FFF2-40B4-BE49-F238E27FC236}">
                  <a16:creationId xmlns:a16="http://schemas.microsoft.com/office/drawing/2014/main" id="{678416B7-C691-F54D-D798-389AA801EE08}"/>
                </a:ext>
              </a:extLst>
            </p:cNvPr>
            <p:cNvSpPr/>
            <p:nvPr/>
          </p:nvSpPr>
          <p:spPr>
            <a:xfrm>
              <a:off x="6381721" y="1346277"/>
              <a:ext cx="125672" cy="125837"/>
            </a:xfrm>
            <a:prstGeom prst="flowChartConnector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583" name="直接连接符 510">
              <a:extLst>
                <a:ext uri="{FF2B5EF4-FFF2-40B4-BE49-F238E27FC236}">
                  <a16:creationId xmlns:a16="http://schemas.microsoft.com/office/drawing/2014/main" id="{0042AB4D-A6C6-ED45-EA8D-3C0ED3F8A0C6}"/>
                </a:ext>
              </a:extLst>
            </p:cNvPr>
            <p:cNvCxnSpPr>
              <a:cxnSpLocks/>
              <a:stCxn id="581" idx="2"/>
              <a:endCxn id="577" idx="6"/>
            </p:cNvCxnSpPr>
            <p:nvPr/>
          </p:nvCxnSpPr>
          <p:spPr>
            <a:xfrm flipH="1" flipV="1">
              <a:off x="6241881" y="1099523"/>
              <a:ext cx="139840" cy="15467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84" name="直接连接符 510">
              <a:extLst>
                <a:ext uri="{FF2B5EF4-FFF2-40B4-BE49-F238E27FC236}">
                  <a16:creationId xmlns:a16="http://schemas.microsoft.com/office/drawing/2014/main" id="{5161D5A1-B491-9768-75AA-C6717CB0BD2B}"/>
                </a:ext>
              </a:extLst>
            </p:cNvPr>
            <p:cNvCxnSpPr>
              <a:cxnSpLocks/>
              <a:stCxn id="581" idx="2"/>
              <a:endCxn id="578" idx="6"/>
            </p:cNvCxnSpPr>
            <p:nvPr/>
          </p:nvCxnSpPr>
          <p:spPr>
            <a:xfrm flipH="1">
              <a:off x="6241881" y="1254199"/>
              <a:ext cx="139840" cy="321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85" name="直接连接符 510">
              <a:extLst>
                <a:ext uri="{FF2B5EF4-FFF2-40B4-BE49-F238E27FC236}">
                  <a16:creationId xmlns:a16="http://schemas.microsoft.com/office/drawing/2014/main" id="{9C715608-6D2D-1A65-5E6F-0B9B029CEA1B}"/>
                </a:ext>
              </a:extLst>
            </p:cNvPr>
            <p:cNvCxnSpPr>
              <a:cxnSpLocks/>
              <a:stCxn id="581" idx="2"/>
              <a:endCxn id="580" idx="6"/>
            </p:cNvCxnSpPr>
            <p:nvPr/>
          </p:nvCxnSpPr>
          <p:spPr>
            <a:xfrm flipH="1">
              <a:off x="6241881" y="1254199"/>
              <a:ext cx="139840" cy="15531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86" name="直接连接符 510">
              <a:extLst>
                <a:ext uri="{FF2B5EF4-FFF2-40B4-BE49-F238E27FC236}">
                  <a16:creationId xmlns:a16="http://schemas.microsoft.com/office/drawing/2014/main" id="{F210796E-FA55-CB07-1743-3426788DFF01}"/>
                </a:ext>
              </a:extLst>
            </p:cNvPr>
            <p:cNvCxnSpPr>
              <a:cxnSpLocks/>
              <a:stCxn id="582" idx="2"/>
              <a:endCxn id="579" idx="6"/>
            </p:cNvCxnSpPr>
            <p:nvPr/>
          </p:nvCxnSpPr>
          <p:spPr>
            <a:xfrm flipH="1">
              <a:off x="6241881" y="1409196"/>
              <a:ext cx="139840" cy="15531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87" name="直接连接符 510">
              <a:extLst>
                <a:ext uri="{FF2B5EF4-FFF2-40B4-BE49-F238E27FC236}">
                  <a16:creationId xmlns:a16="http://schemas.microsoft.com/office/drawing/2014/main" id="{BCD188EF-E510-0F6C-BAE5-9D7DE8F24880}"/>
                </a:ext>
              </a:extLst>
            </p:cNvPr>
            <p:cNvCxnSpPr>
              <a:cxnSpLocks/>
              <a:stCxn id="582" idx="2"/>
              <a:endCxn id="577" idx="6"/>
            </p:cNvCxnSpPr>
            <p:nvPr/>
          </p:nvCxnSpPr>
          <p:spPr>
            <a:xfrm flipH="1" flipV="1">
              <a:off x="6241881" y="1099523"/>
              <a:ext cx="139840" cy="309673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88" name="直接连接符 510">
              <a:extLst>
                <a:ext uri="{FF2B5EF4-FFF2-40B4-BE49-F238E27FC236}">
                  <a16:creationId xmlns:a16="http://schemas.microsoft.com/office/drawing/2014/main" id="{06BA7C27-26B4-9D06-6346-6C70B068B797}"/>
                </a:ext>
              </a:extLst>
            </p:cNvPr>
            <p:cNvCxnSpPr>
              <a:cxnSpLocks/>
              <a:stCxn id="582" idx="2"/>
              <a:endCxn id="578" idx="6"/>
            </p:cNvCxnSpPr>
            <p:nvPr/>
          </p:nvCxnSpPr>
          <p:spPr>
            <a:xfrm flipH="1" flipV="1">
              <a:off x="6241881" y="1254520"/>
              <a:ext cx="139840" cy="15467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89" name="直接连接符 510">
              <a:extLst>
                <a:ext uri="{FF2B5EF4-FFF2-40B4-BE49-F238E27FC236}">
                  <a16:creationId xmlns:a16="http://schemas.microsoft.com/office/drawing/2014/main" id="{AE89A6B0-3CD0-8946-D4ED-D0475375CDBB}"/>
                </a:ext>
              </a:extLst>
            </p:cNvPr>
            <p:cNvCxnSpPr>
              <a:cxnSpLocks/>
              <a:stCxn id="582" idx="2"/>
              <a:endCxn id="580" idx="6"/>
            </p:cNvCxnSpPr>
            <p:nvPr/>
          </p:nvCxnSpPr>
          <p:spPr>
            <a:xfrm flipH="1">
              <a:off x="6241881" y="1409196"/>
              <a:ext cx="139840" cy="321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90" name="直接连接符 510">
              <a:extLst>
                <a:ext uri="{FF2B5EF4-FFF2-40B4-BE49-F238E27FC236}">
                  <a16:creationId xmlns:a16="http://schemas.microsoft.com/office/drawing/2014/main" id="{7951B489-A30B-0178-58E5-1E7621175FDA}"/>
                </a:ext>
              </a:extLst>
            </p:cNvPr>
            <p:cNvCxnSpPr>
              <a:cxnSpLocks/>
              <a:stCxn id="582" idx="2"/>
              <a:endCxn id="579" idx="6"/>
            </p:cNvCxnSpPr>
            <p:nvPr/>
          </p:nvCxnSpPr>
          <p:spPr>
            <a:xfrm flipH="1">
              <a:off x="6241881" y="1409196"/>
              <a:ext cx="139840" cy="15531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644" name="矩形 643">
            <a:extLst>
              <a:ext uri="{FF2B5EF4-FFF2-40B4-BE49-F238E27FC236}">
                <a16:creationId xmlns:a16="http://schemas.microsoft.com/office/drawing/2014/main" id="{35643AC4-9CA9-C806-07F3-E2C175C9A2F5}"/>
              </a:ext>
            </a:extLst>
          </p:cNvPr>
          <p:cNvSpPr/>
          <p:nvPr/>
        </p:nvSpPr>
        <p:spPr>
          <a:xfrm flipV="1">
            <a:off x="5301028" y="3667877"/>
            <a:ext cx="2096149" cy="116071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5" name="椭圆 644">
            <a:extLst>
              <a:ext uri="{FF2B5EF4-FFF2-40B4-BE49-F238E27FC236}">
                <a16:creationId xmlns:a16="http://schemas.microsoft.com/office/drawing/2014/main" id="{2575225A-8B90-9DAC-0B9F-071C7AE83E19}"/>
              </a:ext>
            </a:extLst>
          </p:cNvPr>
          <p:cNvSpPr/>
          <p:nvPr/>
        </p:nvSpPr>
        <p:spPr>
          <a:xfrm rot="5400000">
            <a:off x="6178265" y="3987956"/>
            <a:ext cx="270678" cy="277715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zh-CN" altLang="en-US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46" name="椭圆 645">
            <a:extLst>
              <a:ext uri="{FF2B5EF4-FFF2-40B4-BE49-F238E27FC236}">
                <a16:creationId xmlns:a16="http://schemas.microsoft.com/office/drawing/2014/main" id="{255FAB0C-8207-FF66-EA0B-F34C7A9245DE}"/>
              </a:ext>
            </a:extLst>
          </p:cNvPr>
          <p:cNvSpPr/>
          <p:nvPr/>
        </p:nvSpPr>
        <p:spPr>
          <a:xfrm rot="5400000">
            <a:off x="6181949" y="4331146"/>
            <a:ext cx="270678" cy="277715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lang="zh-CN" altLang="en-US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647" name="组合 646">
            <a:extLst>
              <a:ext uri="{FF2B5EF4-FFF2-40B4-BE49-F238E27FC236}">
                <a16:creationId xmlns:a16="http://schemas.microsoft.com/office/drawing/2014/main" id="{35A4B304-989C-FCE9-0BAD-FBB6B748FFE6}"/>
              </a:ext>
            </a:extLst>
          </p:cNvPr>
          <p:cNvGrpSpPr/>
          <p:nvPr/>
        </p:nvGrpSpPr>
        <p:grpSpPr>
          <a:xfrm rot="5400000">
            <a:off x="5653709" y="3793659"/>
            <a:ext cx="202322" cy="704614"/>
            <a:chOff x="800913" y="5270079"/>
            <a:chExt cx="152772" cy="532461"/>
          </a:xfrm>
        </p:grpSpPr>
        <p:sp>
          <p:nvSpPr>
            <p:cNvPr id="648" name="矩形 647">
              <a:extLst>
                <a:ext uri="{FF2B5EF4-FFF2-40B4-BE49-F238E27FC236}">
                  <a16:creationId xmlns:a16="http://schemas.microsoft.com/office/drawing/2014/main" id="{124ED905-AB78-6392-DCA8-B2686033EC50}"/>
                </a:ext>
              </a:extLst>
            </p:cNvPr>
            <p:cNvSpPr/>
            <p:nvPr/>
          </p:nvSpPr>
          <p:spPr>
            <a:xfrm flipH="1">
              <a:off x="800913" y="5270079"/>
              <a:ext cx="152769" cy="133117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49" name="矩形 648">
              <a:extLst>
                <a:ext uri="{FF2B5EF4-FFF2-40B4-BE49-F238E27FC236}">
                  <a16:creationId xmlns:a16="http://schemas.microsoft.com/office/drawing/2014/main" id="{56C6AA77-FD46-1166-57F7-0D372C439681}"/>
                </a:ext>
              </a:extLst>
            </p:cNvPr>
            <p:cNvSpPr/>
            <p:nvPr/>
          </p:nvSpPr>
          <p:spPr>
            <a:xfrm flipH="1">
              <a:off x="800918" y="5403192"/>
              <a:ext cx="152767" cy="133117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50" name="矩形 649">
              <a:extLst>
                <a:ext uri="{FF2B5EF4-FFF2-40B4-BE49-F238E27FC236}">
                  <a16:creationId xmlns:a16="http://schemas.microsoft.com/office/drawing/2014/main" id="{815D99C1-4F44-D501-349C-0291238D7F07}"/>
                </a:ext>
              </a:extLst>
            </p:cNvPr>
            <p:cNvSpPr/>
            <p:nvPr/>
          </p:nvSpPr>
          <p:spPr>
            <a:xfrm flipH="1">
              <a:off x="800924" y="5536310"/>
              <a:ext cx="152760" cy="133117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51" name="矩形 650">
              <a:extLst>
                <a:ext uri="{FF2B5EF4-FFF2-40B4-BE49-F238E27FC236}">
                  <a16:creationId xmlns:a16="http://schemas.microsoft.com/office/drawing/2014/main" id="{4714A2C9-FF02-671A-86E1-21FFDAECAE9F}"/>
                </a:ext>
              </a:extLst>
            </p:cNvPr>
            <p:cNvSpPr/>
            <p:nvPr/>
          </p:nvSpPr>
          <p:spPr>
            <a:xfrm flipH="1">
              <a:off x="800925" y="5669423"/>
              <a:ext cx="152760" cy="133117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652" name="组合 651">
            <a:extLst>
              <a:ext uri="{FF2B5EF4-FFF2-40B4-BE49-F238E27FC236}">
                <a16:creationId xmlns:a16="http://schemas.microsoft.com/office/drawing/2014/main" id="{703D6193-468C-F148-2446-A4811A035033}"/>
              </a:ext>
            </a:extLst>
          </p:cNvPr>
          <p:cNvGrpSpPr/>
          <p:nvPr/>
        </p:nvGrpSpPr>
        <p:grpSpPr>
          <a:xfrm rot="5400000">
            <a:off x="5653708" y="4142667"/>
            <a:ext cx="202322" cy="704614"/>
            <a:chOff x="800913" y="5270079"/>
            <a:chExt cx="152772" cy="532461"/>
          </a:xfrm>
        </p:grpSpPr>
        <p:sp>
          <p:nvSpPr>
            <p:cNvPr id="653" name="矩形 652">
              <a:extLst>
                <a:ext uri="{FF2B5EF4-FFF2-40B4-BE49-F238E27FC236}">
                  <a16:creationId xmlns:a16="http://schemas.microsoft.com/office/drawing/2014/main" id="{DFC17774-C1F5-2285-C62F-540A2454B863}"/>
                </a:ext>
              </a:extLst>
            </p:cNvPr>
            <p:cNvSpPr/>
            <p:nvPr/>
          </p:nvSpPr>
          <p:spPr>
            <a:xfrm flipH="1">
              <a:off x="800913" y="5270079"/>
              <a:ext cx="152769" cy="133117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54" name="矩形 653">
              <a:extLst>
                <a:ext uri="{FF2B5EF4-FFF2-40B4-BE49-F238E27FC236}">
                  <a16:creationId xmlns:a16="http://schemas.microsoft.com/office/drawing/2014/main" id="{EEA7027E-1DFF-F384-B158-7802AFC2E20B}"/>
                </a:ext>
              </a:extLst>
            </p:cNvPr>
            <p:cNvSpPr/>
            <p:nvPr/>
          </p:nvSpPr>
          <p:spPr>
            <a:xfrm flipH="1">
              <a:off x="800918" y="5403192"/>
              <a:ext cx="152767" cy="133117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55" name="矩形 654">
              <a:extLst>
                <a:ext uri="{FF2B5EF4-FFF2-40B4-BE49-F238E27FC236}">
                  <a16:creationId xmlns:a16="http://schemas.microsoft.com/office/drawing/2014/main" id="{FA5EE400-64D9-EAA5-7B5E-F5AE1AEBF889}"/>
                </a:ext>
              </a:extLst>
            </p:cNvPr>
            <p:cNvSpPr/>
            <p:nvPr/>
          </p:nvSpPr>
          <p:spPr>
            <a:xfrm flipH="1">
              <a:off x="800924" y="5536310"/>
              <a:ext cx="152760" cy="133117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56" name="矩形 655">
              <a:extLst>
                <a:ext uri="{FF2B5EF4-FFF2-40B4-BE49-F238E27FC236}">
                  <a16:creationId xmlns:a16="http://schemas.microsoft.com/office/drawing/2014/main" id="{260B57D2-C90E-5207-9658-2687FB4804F1}"/>
                </a:ext>
              </a:extLst>
            </p:cNvPr>
            <p:cNvSpPr/>
            <p:nvPr/>
          </p:nvSpPr>
          <p:spPr>
            <a:xfrm flipH="1">
              <a:off x="800925" y="5669423"/>
              <a:ext cx="152760" cy="133117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755" name="组合 754">
            <a:extLst>
              <a:ext uri="{FF2B5EF4-FFF2-40B4-BE49-F238E27FC236}">
                <a16:creationId xmlns:a16="http://schemas.microsoft.com/office/drawing/2014/main" id="{121ABA95-4927-E4E5-B763-487F803DD898}"/>
              </a:ext>
            </a:extLst>
          </p:cNvPr>
          <p:cNvGrpSpPr/>
          <p:nvPr/>
        </p:nvGrpSpPr>
        <p:grpSpPr>
          <a:xfrm>
            <a:off x="6696167" y="3853396"/>
            <a:ext cx="610665" cy="879151"/>
            <a:chOff x="6116209" y="1036604"/>
            <a:chExt cx="391184" cy="590828"/>
          </a:xfrm>
        </p:grpSpPr>
        <p:sp>
          <p:nvSpPr>
            <p:cNvPr id="756" name="流程图: 接点 566">
              <a:extLst>
                <a:ext uri="{FF2B5EF4-FFF2-40B4-BE49-F238E27FC236}">
                  <a16:creationId xmlns:a16="http://schemas.microsoft.com/office/drawing/2014/main" id="{C41640C6-DD94-6BF5-7B6B-FB56FF085308}"/>
                </a:ext>
              </a:extLst>
            </p:cNvPr>
            <p:cNvSpPr/>
            <p:nvPr/>
          </p:nvSpPr>
          <p:spPr>
            <a:xfrm>
              <a:off x="6116209" y="1036604"/>
              <a:ext cx="125672" cy="125837"/>
            </a:xfrm>
            <a:prstGeom prst="flowChartConnector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57" name="流程图: 接点 566">
              <a:extLst>
                <a:ext uri="{FF2B5EF4-FFF2-40B4-BE49-F238E27FC236}">
                  <a16:creationId xmlns:a16="http://schemas.microsoft.com/office/drawing/2014/main" id="{60666F74-BDC5-E995-D972-2B45BE3BF64D}"/>
                </a:ext>
              </a:extLst>
            </p:cNvPr>
            <p:cNvSpPr/>
            <p:nvPr/>
          </p:nvSpPr>
          <p:spPr>
            <a:xfrm>
              <a:off x="6116209" y="1191601"/>
              <a:ext cx="125672" cy="125837"/>
            </a:xfrm>
            <a:prstGeom prst="flowChartConnector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58" name="流程图: 接点 566">
              <a:extLst>
                <a:ext uri="{FF2B5EF4-FFF2-40B4-BE49-F238E27FC236}">
                  <a16:creationId xmlns:a16="http://schemas.microsoft.com/office/drawing/2014/main" id="{A03A498C-D7F6-7078-0E34-374CA30C5C04}"/>
                </a:ext>
              </a:extLst>
            </p:cNvPr>
            <p:cNvSpPr/>
            <p:nvPr/>
          </p:nvSpPr>
          <p:spPr>
            <a:xfrm>
              <a:off x="6116209" y="1501595"/>
              <a:ext cx="125672" cy="125837"/>
            </a:xfrm>
            <a:prstGeom prst="flowChartConnector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59" name="流程图: 接点 566">
              <a:extLst>
                <a:ext uri="{FF2B5EF4-FFF2-40B4-BE49-F238E27FC236}">
                  <a16:creationId xmlns:a16="http://schemas.microsoft.com/office/drawing/2014/main" id="{951B1E8C-514D-33C9-F3BA-1A56E36A89D9}"/>
                </a:ext>
              </a:extLst>
            </p:cNvPr>
            <p:cNvSpPr/>
            <p:nvPr/>
          </p:nvSpPr>
          <p:spPr>
            <a:xfrm>
              <a:off x="6116209" y="1346598"/>
              <a:ext cx="125672" cy="125837"/>
            </a:xfrm>
            <a:prstGeom prst="flowChartConnector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60" name="流程图: 接点 566">
              <a:extLst>
                <a:ext uri="{FF2B5EF4-FFF2-40B4-BE49-F238E27FC236}">
                  <a16:creationId xmlns:a16="http://schemas.microsoft.com/office/drawing/2014/main" id="{88F1C8F6-396D-09B4-C520-8983496C6B15}"/>
                </a:ext>
              </a:extLst>
            </p:cNvPr>
            <p:cNvSpPr/>
            <p:nvPr/>
          </p:nvSpPr>
          <p:spPr>
            <a:xfrm>
              <a:off x="6381721" y="1191280"/>
              <a:ext cx="125672" cy="125837"/>
            </a:xfrm>
            <a:prstGeom prst="flowChartConnector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61" name="流程图: 接点 566">
              <a:extLst>
                <a:ext uri="{FF2B5EF4-FFF2-40B4-BE49-F238E27FC236}">
                  <a16:creationId xmlns:a16="http://schemas.microsoft.com/office/drawing/2014/main" id="{E6BA857C-3DE8-0CCF-AF6C-A5A7E513C7C9}"/>
                </a:ext>
              </a:extLst>
            </p:cNvPr>
            <p:cNvSpPr/>
            <p:nvPr/>
          </p:nvSpPr>
          <p:spPr>
            <a:xfrm>
              <a:off x="6381721" y="1346277"/>
              <a:ext cx="125672" cy="125837"/>
            </a:xfrm>
            <a:prstGeom prst="flowChartConnector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762" name="直接连接符 510">
              <a:extLst>
                <a:ext uri="{FF2B5EF4-FFF2-40B4-BE49-F238E27FC236}">
                  <a16:creationId xmlns:a16="http://schemas.microsoft.com/office/drawing/2014/main" id="{0F190098-FB24-71BE-861E-5D588573B35E}"/>
                </a:ext>
              </a:extLst>
            </p:cNvPr>
            <p:cNvCxnSpPr>
              <a:cxnSpLocks/>
              <a:stCxn id="760" idx="2"/>
              <a:endCxn id="756" idx="6"/>
            </p:cNvCxnSpPr>
            <p:nvPr/>
          </p:nvCxnSpPr>
          <p:spPr>
            <a:xfrm flipH="1" flipV="1">
              <a:off x="6241881" y="1099523"/>
              <a:ext cx="139840" cy="15467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63" name="直接连接符 510">
              <a:extLst>
                <a:ext uri="{FF2B5EF4-FFF2-40B4-BE49-F238E27FC236}">
                  <a16:creationId xmlns:a16="http://schemas.microsoft.com/office/drawing/2014/main" id="{545B518F-FB83-FC22-5CB5-6C725910DC7C}"/>
                </a:ext>
              </a:extLst>
            </p:cNvPr>
            <p:cNvCxnSpPr>
              <a:cxnSpLocks/>
              <a:stCxn id="760" idx="2"/>
              <a:endCxn id="757" idx="6"/>
            </p:cNvCxnSpPr>
            <p:nvPr/>
          </p:nvCxnSpPr>
          <p:spPr>
            <a:xfrm flipH="1">
              <a:off x="6241881" y="1254199"/>
              <a:ext cx="139840" cy="321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64" name="直接连接符 510">
              <a:extLst>
                <a:ext uri="{FF2B5EF4-FFF2-40B4-BE49-F238E27FC236}">
                  <a16:creationId xmlns:a16="http://schemas.microsoft.com/office/drawing/2014/main" id="{F1131636-61C6-CA0C-B771-E122FFD68523}"/>
                </a:ext>
              </a:extLst>
            </p:cNvPr>
            <p:cNvCxnSpPr>
              <a:cxnSpLocks/>
              <a:stCxn id="760" idx="2"/>
              <a:endCxn id="759" idx="6"/>
            </p:cNvCxnSpPr>
            <p:nvPr/>
          </p:nvCxnSpPr>
          <p:spPr>
            <a:xfrm flipH="1">
              <a:off x="6241881" y="1254199"/>
              <a:ext cx="139840" cy="15531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65" name="直接连接符 510">
              <a:extLst>
                <a:ext uri="{FF2B5EF4-FFF2-40B4-BE49-F238E27FC236}">
                  <a16:creationId xmlns:a16="http://schemas.microsoft.com/office/drawing/2014/main" id="{827C375A-D2E7-C1D4-0BA3-577C28A83B5B}"/>
                </a:ext>
              </a:extLst>
            </p:cNvPr>
            <p:cNvCxnSpPr>
              <a:cxnSpLocks/>
              <a:stCxn id="761" idx="2"/>
              <a:endCxn id="758" idx="6"/>
            </p:cNvCxnSpPr>
            <p:nvPr/>
          </p:nvCxnSpPr>
          <p:spPr>
            <a:xfrm flipH="1">
              <a:off x="6241881" y="1409196"/>
              <a:ext cx="139840" cy="15531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66" name="直接连接符 510">
              <a:extLst>
                <a:ext uri="{FF2B5EF4-FFF2-40B4-BE49-F238E27FC236}">
                  <a16:creationId xmlns:a16="http://schemas.microsoft.com/office/drawing/2014/main" id="{FBC0B243-A562-6733-1C2E-04FD9C689A50}"/>
                </a:ext>
              </a:extLst>
            </p:cNvPr>
            <p:cNvCxnSpPr>
              <a:cxnSpLocks/>
              <a:stCxn id="761" idx="2"/>
              <a:endCxn id="756" idx="6"/>
            </p:cNvCxnSpPr>
            <p:nvPr/>
          </p:nvCxnSpPr>
          <p:spPr>
            <a:xfrm flipH="1" flipV="1">
              <a:off x="6241881" y="1099523"/>
              <a:ext cx="139840" cy="309673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67" name="直接连接符 510">
              <a:extLst>
                <a:ext uri="{FF2B5EF4-FFF2-40B4-BE49-F238E27FC236}">
                  <a16:creationId xmlns:a16="http://schemas.microsoft.com/office/drawing/2014/main" id="{C9584F57-4C6A-A041-AE92-49D2121BD94B}"/>
                </a:ext>
              </a:extLst>
            </p:cNvPr>
            <p:cNvCxnSpPr>
              <a:cxnSpLocks/>
              <a:stCxn id="761" idx="2"/>
              <a:endCxn id="757" idx="6"/>
            </p:cNvCxnSpPr>
            <p:nvPr/>
          </p:nvCxnSpPr>
          <p:spPr>
            <a:xfrm flipH="1" flipV="1">
              <a:off x="6241881" y="1254520"/>
              <a:ext cx="139840" cy="15467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68" name="直接连接符 510">
              <a:extLst>
                <a:ext uri="{FF2B5EF4-FFF2-40B4-BE49-F238E27FC236}">
                  <a16:creationId xmlns:a16="http://schemas.microsoft.com/office/drawing/2014/main" id="{3C6BEFE5-208D-7160-0D48-2EDD921656CD}"/>
                </a:ext>
              </a:extLst>
            </p:cNvPr>
            <p:cNvCxnSpPr>
              <a:cxnSpLocks/>
              <a:stCxn id="761" idx="2"/>
              <a:endCxn id="759" idx="6"/>
            </p:cNvCxnSpPr>
            <p:nvPr/>
          </p:nvCxnSpPr>
          <p:spPr>
            <a:xfrm flipH="1">
              <a:off x="6241881" y="1409196"/>
              <a:ext cx="139840" cy="321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69" name="直接连接符 510">
              <a:extLst>
                <a:ext uri="{FF2B5EF4-FFF2-40B4-BE49-F238E27FC236}">
                  <a16:creationId xmlns:a16="http://schemas.microsoft.com/office/drawing/2014/main" id="{3056F9B2-F49C-3A9A-346B-462DAC9479FB}"/>
                </a:ext>
              </a:extLst>
            </p:cNvPr>
            <p:cNvCxnSpPr>
              <a:cxnSpLocks/>
              <a:stCxn id="761" idx="2"/>
              <a:endCxn id="758" idx="6"/>
            </p:cNvCxnSpPr>
            <p:nvPr/>
          </p:nvCxnSpPr>
          <p:spPr>
            <a:xfrm flipH="1">
              <a:off x="6241881" y="1409196"/>
              <a:ext cx="139840" cy="15531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770" name="椭圆 769">
            <a:extLst>
              <a:ext uri="{FF2B5EF4-FFF2-40B4-BE49-F238E27FC236}">
                <a16:creationId xmlns:a16="http://schemas.microsoft.com/office/drawing/2014/main" id="{5E9E096C-C972-EC1C-5A07-33A35B083806}"/>
              </a:ext>
            </a:extLst>
          </p:cNvPr>
          <p:cNvSpPr/>
          <p:nvPr/>
        </p:nvSpPr>
        <p:spPr>
          <a:xfrm rot="5400000">
            <a:off x="4795550" y="3797582"/>
            <a:ext cx="322854" cy="323843"/>
          </a:xfrm>
          <a:prstGeom prst="ellipse">
            <a:avLst/>
          </a:prstGeom>
          <a:noFill/>
          <a:ln w="28575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cs typeface="Arial" panose="020B0604020202020204" pitchFamily="34" charset="0"/>
              </a:rPr>
              <a:t>1</a:t>
            </a:r>
            <a:endParaRPr lang="zh-CN" altLang="en-US" sz="2400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771" name="椭圆 770">
            <a:extLst>
              <a:ext uri="{FF2B5EF4-FFF2-40B4-BE49-F238E27FC236}">
                <a16:creationId xmlns:a16="http://schemas.microsoft.com/office/drawing/2014/main" id="{C6BCBD12-A3BF-72DA-F515-9B0F5962C1E2}"/>
              </a:ext>
            </a:extLst>
          </p:cNvPr>
          <p:cNvSpPr/>
          <p:nvPr/>
        </p:nvSpPr>
        <p:spPr>
          <a:xfrm rot="5400000">
            <a:off x="4795550" y="4498518"/>
            <a:ext cx="322854" cy="32384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cs typeface="Arial" panose="020B0604020202020204" pitchFamily="34" charset="0"/>
              </a:rPr>
              <a:t>3</a:t>
            </a:r>
            <a:endParaRPr lang="zh-CN" altLang="en-US" sz="2400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772" name="椭圆 771">
            <a:extLst>
              <a:ext uri="{FF2B5EF4-FFF2-40B4-BE49-F238E27FC236}">
                <a16:creationId xmlns:a16="http://schemas.microsoft.com/office/drawing/2014/main" id="{FC693E83-E822-1536-DF15-9C2A2C02E92E}"/>
              </a:ext>
            </a:extLst>
          </p:cNvPr>
          <p:cNvSpPr/>
          <p:nvPr/>
        </p:nvSpPr>
        <p:spPr>
          <a:xfrm rot="5400000">
            <a:off x="4133625" y="3797582"/>
            <a:ext cx="322854" cy="323843"/>
          </a:xfrm>
          <a:prstGeom prst="ellipse">
            <a:avLst/>
          </a:prstGeom>
          <a:noFill/>
          <a:ln w="28575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cs typeface="Arial" panose="020B0604020202020204" pitchFamily="34" charset="0"/>
              </a:rPr>
              <a:t>0</a:t>
            </a:r>
            <a:endParaRPr lang="zh-CN" altLang="en-US" sz="2400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773" name="椭圆 772">
            <a:extLst>
              <a:ext uri="{FF2B5EF4-FFF2-40B4-BE49-F238E27FC236}">
                <a16:creationId xmlns:a16="http://schemas.microsoft.com/office/drawing/2014/main" id="{392BBB68-DF66-91CD-1BB0-808C69563565}"/>
              </a:ext>
            </a:extLst>
          </p:cNvPr>
          <p:cNvSpPr/>
          <p:nvPr/>
        </p:nvSpPr>
        <p:spPr>
          <a:xfrm rot="5400000">
            <a:off x="4133625" y="4498518"/>
            <a:ext cx="322854" cy="32384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cs typeface="Arial" panose="020B0604020202020204" pitchFamily="34" charset="0"/>
              </a:rPr>
              <a:t>2</a:t>
            </a:r>
            <a:endParaRPr lang="zh-CN" altLang="en-US" sz="2400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cxnSp>
        <p:nvCxnSpPr>
          <p:cNvPr id="774" name="直接连接符 521">
            <a:extLst>
              <a:ext uri="{FF2B5EF4-FFF2-40B4-BE49-F238E27FC236}">
                <a16:creationId xmlns:a16="http://schemas.microsoft.com/office/drawing/2014/main" id="{AB928B2A-B934-0F1C-B2AC-EED779FED800}"/>
              </a:ext>
            </a:extLst>
          </p:cNvPr>
          <p:cNvCxnSpPr>
            <a:cxnSpLocks/>
          </p:cNvCxnSpPr>
          <p:nvPr/>
        </p:nvCxnSpPr>
        <p:spPr>
          <a:xfrm>
            <a:off x="4295052" y="4120931"/>
            <a:ext cx="0" cy="378082"/>
          </a:xfrm>
          <a:prstGeom prst="line">
            <a:avLst/>
          </a:prstGeom>
          <a:ln w="28575">
            <a:solidFill>
              <a:schemeClr val="tx1"/>
            </a:solidFill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75" name="直接连接符 522">
            <a:extLst>
              <a:ext uri="{FF2B5EF4-FFF2-40B4-BE49-F238E27FC236}">
                <a16:creationId xmlns:a16="http://schemas.microsoft.com/office/drawing/2014/main" id="{CA3EFA8A-AD86-E7F1-2702-4ADD943F3B9C}"/>
              </a:ext>
            </a:extLst>
          </p:cNvPr>
          <p:cNvCxnSpPr>
            <a:cxnSpLocks/>
          </p:cNvCxnSpPr>
          <p:nvPr/>
        </p:nvCxnSpPr>
        <p:spPr>
          <a:xfrm flipV="1">
            <a:off x="4956977" y="4118750"/>
            <a:ext cx="0" cy="380257"/>
          </a:xfrm>
          <a:prstGeom prst="line">
            <a:avLst/>
          </a:prstGeom>
          <a:ln w="28575">
            <a:solidFill>
              <a:schemeClr val="tx1"/>
            </a:solidFill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76" name="直接连接符 523">
            <a:extLst>
              <a:ext uri="{FF2B5EF4-FFF2-40B4-BE49-F238E27FC236}">
                <a16:creationId xmlns:a16="http://schemas.microsoft.com/office/drawing/2014/main" id="{B90D0FC7-E21F-9A01-0872-131474AA36FF}"/>
              </a:ext>
            </a:extLst>
          </p:cNvPr>
          <p:cNvCxnSpPr>
            <a:cxnSpLocks/>
            <a:stCxn id="771" idx="3"/>
            <a:endCxn id="772" idx="7"/>
          </p:cNvCxnSpPr>
          <p:nvPr/>
        </p:nvCxnSpPr>
        <p:spPr>
          <a:xfrm flipH="1" flipV="1">
            <a:off x="4409549" y="4073650"/>
            <a:ext cx="432934" cy="472644"/>
          </a:xfrm>
          <a:prstGeom prst="line">
            <a:avLst/>
          </a:prstGeom>
          <a:ln w="28575">
            <a:solidFill>
              <a:schemeClr val="tx1"/>
            </a:solidFill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77" name="直接连接符 524">
            <a:extLst>
              <a:ext uri="{FF2B5EF4-FFF2-40B4-BE49-F238E27FC236}">
                <a16:creationId xmlns:a16="http://schemas.microsoft.com/office/drawing/2014/main" id="{E1BCF91D-6492-842B-3442-D74778F8B5B1}"/>
              </a:ext>
            </a:extLst>
          </p:cNvPr>
          <p:cNvCxnSpPr>
            <a:cxnSpLocks/>
          </p:cNvCxnSpPr>
          <p:nvPr/>
        </p:nvCxnSpPr>
        <p:spPr>
          <a:xfrm flipH="1">
            <a:off x="4455515" y="4660433"/>
            <a:ext cx="32987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78" name="文本框 777">
                <a:extLst>
                  <a:ext uri="{FF2B5EF4-FFF2-40B4-BE49-F238E27FC236}">
                    <a16:creationId xmlns:a16="http://schemas.microsoft.com/office/drawing/2014/main" id="{DEC7D14A-CFDE-A864-2F98-E7D8AB7B7B37}"/>
                  </a:ext>
                </a:extLst>
              </p:cNvPr>
              <p:cNvSpPr txBox="1"/>
              <p:nvPr/>
            </p:nvSpPr>
            <p:spPr>
              <a:xfrm>
                <a:off x="7538287" y="4918088"/>
                <a:ext cx="1071288" cy="461665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1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altLang="zh-CN" sz="2400" b="1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𝑿</m:t>
                          </m:r>
                        </m:e>
                        <m:sub>
                          <m:r>
                            <a:rPr lang="en-US" altLang="zh-CN" sz="2400" b="1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zh-CN" altLang="en-US" sz="2400" b="1" dirty="0">
                  <a:solidFill>
                    <a:schemeClr val="accent6"/>
                  </a:solidFill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778" name="文本框 777">
                <a:extLst>
                  <a:ext uri="{FF2B5EF4-FFF2-40B4-BE49-F238E27FC236}">
                    <a16:creationId xmlns:a16="http://schemas.microsoft.com/office/drawing/2014/main" id="{DEC7D14A-CFDE-A864-2F98-E7D8AB7B7B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8287" y="4918088"/>
                <a:ext cx="1071288" cy="461665"/>
              </a:xfrm>
              <a:prstGeom prst="rect">
                <a:avLst/>
              </a:prstGeom>
              <a:blipFill>
                <a:blip r:embed="rId5"/>
                <a:stretch>
                  <a:fillRect b="-1316"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79" name="组合 778">
            <a:extLst>
              <a:ext uri="{FF2B5EF4-FFF2-40B4-BE49-F238E27FC236}">
                <a16:creationId xmlns:a16="http://schemas.microsoft.com/office/drawing/2014/main" id="{AC900855-69EC-7D36-A03A-013E1B064C62}"/>
              </a:ext>
            </a:extLst>
          </p:cNvPr>
          <p:cNvGrpSpPr/>
          <p:nvPr/>
        </p:nvGrpSpPr>
        <p:grpSpPr>
          <a:xfrm>
            <a:off x="7702596" y="6071492"/>
            <a:ext cx="621640" cy="663817"/>
            <a:chOff x="4341455" y="6517035"/>
            <a:chExt cx="621640" cy="663817"/>
          </a:xfrm>
        </p:grpSpPr>
        <p:sp>
          <p:nvSpPr>
            <p:cNvPr id="780" name="矩形 1174">
              <a:extLst>
                <a:ext uri="{FF2B5EF4-FFF2-40B4-BE49-F238E27FC236}">
                  <a16:creationId xmlns:a16="http://schemas.microsoft.com/office/drawing/2014/main" id="{0498E65D-32FE-9D0B-DB90-613DBE3457EA}"/>
                </a:ext>
              </a:extLst>
            </p:cNvPr>
            <p:cNvSpPr/>
            <p:nvPr/>
          </p:nvSpPr>
          <p:spPr>
            <a:xfrm rot="10800000">
              <a:off x="4342830" y="6886022"/>
              <a:ext cx="618706" cy="226680"/>
            </a:xfrm>
            <a:custGeom>
              <a:avLst/>
              <a:gdLst>
                <a:gd name="connsiteX0" fmla="*/ 0 w 595706"/>
                <a:gd name="connsiteY0" fmla="*/ 0 h 92965"/>
                <a:gd name="connsiteX1" fmla="*/ 595706 w 595706"/>
                <a:gd name="connsiteY1" fmla="*/ 0 h 92965"/>
                <a:gd name="connsiteX2" fmla="*/ 595706 w 595706"/>
                <a:gd name="connsiteY2" fmla="*/ 92965 h 92965"/>
                <a:gd name="connsiteX3" fmla="*/ 0 w 595706"/>
                <a:gd name="connsiteY3" fmla="*/ 92965 h 92965"/>
                <a:gd name="connsiteX4" fmla="*/ 0 w 595706"/>
                <a:gd name="connsiteY4" fmla="*/ 0 h 92965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1422 w 594406"/>
                <a:gd name="connsiteY0" fmla="*/ 21376 h 135147"/>
                <a:gd name="connsiteX1" fmla="*/ 594406 w 594406"/>
                <a:gd name="connsiteY1" fmla="*/ 0 h 135147"/>
                <a:gd name="connsiteX2" fmla="*/ 594406 w 594406"/>
                <a:gd name="connsiteY2" fmla="*/ 92965 h 135147"/>
                <a:gd name="connsiteX3" fmla="*/ 61 w 594406"/>
                <a:gd name="connsiteY3" fmla="*/ 135147 h 135147"/>
                <a:gd name="connsiteX4" fmla="*/ 1422 w 594406"/>
                <a:gd name="connsiteY4" fmla="*/ 21376 h 135147"/>
                <a:gd name="connsiteX0" fmla="*/ 1422 w 594406"/>
                <a:gd name="connsiteY0" fmla="*/ 15599 h 135147"/>
                <a:gd name="connsiteX1" fmla="*/ 594406 w 594406"/>
                <a:gd name="connsiteY1" fmla="*/ 0 h 135147"/>
                <a:gd name="connsiteX2" fmla="*/ 594406 w 594406"/>
                <a:gd name="connsiteY2" fmla="*/ 92965 h 135147"/>
                <a:gd name="connsiteX3" fmla="*/ 61 w 594406"/>
                <a:gd name="connsiteY3" fmla="*/ 135147 h 135147"/>
                <a:gd name="connsiteX4" fmla="*/ 1422 w 594406"/>
                <a:gd name="connsiteY4" fmla="*/ 15599 h 135147"/>
                <a:gd name="connsiteX0" fmla="*/ 131 w 594476"/>
                <a:gd name="connsiteY0" fmla="*/ 4622 h 135147"/>
                <a:gd name="connsiteX1" fmla="*/ 594476 w 594476"/>
                <a:gd name="connsiteY1" fmla="*/ 0 h 135147"/>
                <a:gd name="connsiteX2" fmla="*/ 594476 w 594476"/>
                <a:gd name="connsiteY2" fmla="*/ 92965 h 135147"/>
                <a:gd name="connsiteX3" fmla="*/ 131 w 594476"/>
                <a:gd name="connsiteY3" fmla="*/ 135147 h 135147"/>
                <a:gd name="connsiteX4" fmla="*/ 131 w 594476"/>
                <a:gd name="connsiteY4" fmla="*/ 4622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22423 h 139660"/>
                <a:gd name="connsiteX1" fmla="*/ 595706 w 595706"/>
                <a:gd name="connsiteY1" fmla="*/ 4513 h 139660"/>
                <a:gd name="connsiteX2" fmla="*/ 595706 w 595706"/>
                <a:gd name="connsiteY2" fmla="*/ 97478 h 139660"/>
                <a:gd name="connsiteX3" fmla="*/ 1361 w 595706"/>
                <a:gd name="connsiteY3" fmla="*/ 139660 h 139660"/>
                <a:gd name="connsiteX4" fmla="*/ 0 w 595706"/>
                <a:gd name="connsiteY4" fmla="*/ 22423 h 139660"/>
                <a:gd name="connsiteX0" fmla="*/ 0 w 595706"/>
                <a:gd name="connsiteY0" fmla="*/ 26413 h 143650"/>
                <a:gd name="connsiteX1" fmla="*/ 595706 w 595706"/>
                <a:gd name="connsiteY1" fmla="*/ 8503 h 143650"/>
                <a:gd name="connsiteX2" fmla="*/ 595706 w 595706"/>
                <a:gd name="connsiteY2" fmla="*/ 101468 h 143650"/>
                <a:gd name="connsiteX3" fmla="*/ 1361 w 595706"/>
                <a:gd name="connsiteY3" fmla="*/ 143650 h 143650"/>
                <a:gd name="connsiteX4" fmla="*/ 0 w 595706"/>
                <a:gd name="connsiteY4" fmla="*/ 26413 h 143650"/>
                <a:gd name="connsiteX0" fmla="*/ 0 w 595706"/>
                <a:gd name="connsiteY0" fmla="*/ 21286 h 138523"/>
                <a:gd name="connsiteX1" fmla="*/ 595706 w 595706"/>
                <a:gd name="connsiteY1" fmla="*/ 3376 h 138523"/>
                <a:gd name="connsiteX2" fmla="*/ 595706 w 595706"/>
                <a:gd name="connsiteY2" fmla="*/ 96341 h 138523"/>
                <a:gd name="connsiteX3" fmla="*/ 1361 w 595706"/>
                <a:gd name="connsiteY3" fmla="*/ 138523 h 138523"/>
                <a:gd name="connsiteX4" fmla="*/ 0 w 595706"/>
                <a:gd name="connsiteY4" fmla="*/ 21286 h 138523"/>
                <a:gd name="connsiteX0" fmla="*/ 0 w 595706"/>
                <a:gd name="connsiteY0" fmla="*/ 22534 h 139771"/>
                <a:gd name="connsiteX1" fmla="*/ 595706 w 595706"/>
                <a:gd name="connsiteY1" fmla="*/ 4624 h 139771"/>
                <a:gd name="connsiteX2" fmla="*/ 595706 w 595706"/>
                <a:gd name="connsiteY2" fmla="*/ 97589 h 139771"/>
                <a:gd name="connsiteX3" fmla="*/ 1361 w 595706"/>
                <a:gd name="connsiteY3" fmla="*/ 139771 h 139771"/>
                <a:gd name="connsiteX4" fmla="*/ 0 w 595706"/>
                <a:gd name="connsiteY4" fmla="*/ 22534 h 139771"/>
                <a:gd name="connsiteX0" fmla="*/ 0 w 595706"/>
                <a:gd name="connsiteY0" fmla="*/ 23494 h 140731"/>
                <a:gd name="connsiteX1" fmla="*/ 595706 w 595706"/>
                <a:gd name="connsiteY1" fmla="*/ 2118 h 140731"/>
                <a:gd name="connsiteX2" fmla="*/ 595706 w 595706"/>
                <a:gd name="connsiteY2" fmla="*/ 98549 h 140731"/>
                <a:gd name="connsiteX3" fmla="*/ 1361 w 595706"/>
                <a:gd name="connsiteY3" fmla="*/ 140731 h 140731"/>
                <a:gd name="connsiteX4" fmla="*/ 0 w 595706"/>
                <a:gd name="connsiteY4" fmla="*/ 23494 h 140731"/>
                <a:gd name="connsiteX0" fmla="*/ 0 w 595706"/>
                <a:gd name="connsiteY0" fmla="*/ 23494 h 140731"/>
                <a:gd name="connsiteX1" fmla="*/ 595706 w 595706"/>
                <a:gd name="connsiteY1" fmla="*/ 2118 h 140731"/>
                <a:gd name="connsiteX2" fmla="*/ 595706 w 595706"/>
                <a:gd name="connsiteY2" fmla="*/ 98549 h 140731"/>
                <a:gd name="connsiteX3" fmla="*/ 1361 w 595706"/>
                <a:gd name="connsiteY3" fmla="*/ 140731 h 140731"/>
                <a:gd name="connsiteX4" fmla="*/ 0 w 595706"/>
                <a:gd name="connsiteY4" fmla="*/ 23494 h 140731"/>
                <a:gd name="connsiteX0" fmla="*/ 0 w 595706"/>
                <a:gd name="connsiteY0" fmla="*/ 25030 h 142267"/>
                <a:gd name="connsiteX1" fmla="*/ 595706 w 595706"/>
                <a:gd name="connsiteY1" fmla="*/ 3654 h 142267"/>
                <a:gd name="connsiteX2" fmla="*/ 595706 w 595706"/>
                <a:gd name="connsiteY2" fmla="*/ 100085 h 142267"/>
                <a:gd name="connsiteX3" fmla="*/ 1361 w 595706"/>
                <a:gd name="connsiteY3" fmla="*/ 142267 h 142267"/>
                <a:gd name="connsiteX4" fmla="*/ 0 w 595706"/>
                <a:gd name="connsiteY4" fmla="*/ 25030 h 142267"/>
                <a:gd name="connsiteX0" fmla="*/ 0 w 595706"/>
                <a:gd name="connsiteY0" fmla="*/ 22091 h 139328"/>
                <a:gd name="connsiteX1" fmla="*/ 595706 w 595706"/>
                <a:gd name="connsiteY1" fmla="*/ 715 h 139328"/>
                <a:gd name="connsiteX2" fmla="*/ 595706 w 595706"/>
                <a:gd name="connsiteY2" fmla="*/ 97146 h 139328"/>
                <a:gd name="connsiteX3" fmla="*/ 1361 w 595706"/>
                <a:gd name="connsiteY3" fmla="*/ 139328 h 139328"/>
                <a:gd name="connsiteX4" fmla="*/ 0 w 595706"/>
                <a:gd name="connsiteY4" fmla="*/ 22091 h 139328"/>
                <a:gd name="connsiteX0" fmla="*/ 0 w 595706"/>
                <a:gd name="connsiteY0" fmla="*/ 23573 h 140810"/>
                <a:gd name="connsiteX1" fmla="*/ 595706 w 595706"/>
                <a:gd name="connsiteY1" fmla="*/ 2197 h 140810"/>
                <a:gd name="connsiteX2" fmla="*/ 595706 w 595706"/>
                <a:gd name="connsiteY2" fmla="*/ 98628 h 140810"/>
                <a:gd name="connsiteX3" fmla="*/ 1361 w 595706"/>
                <a:gd name="connsiteY3" fmla="*/ 140810 h 140810"/>
                <a:gd name="connsiteX4" fmla="*/ 0 w 595706"/>
                <a:gd name="connsiteY4" fmla="*/ 23573 h 140810"/>
                <a:gd name="connsiteX0" fmla="*/ 0 w 595706"/>
                <a:gd name="connsiteY0" fmla="*/ 21908 h 139145"/>
                <a:gd name="connsiteX1" fmla="*/ 595706 w 595706"/>
                <a:gd name="connsiteY1" fmla="*/ 532 h 139145"/>
                <a:gd name="connsiteX2" fmla="*/ 595706 w 595706"/>
                <a:gd name="connsiteY2" fmla="*/ 96963 h 139145"/>
                <a:gd name="connsiteX3" fmla="*/ 1361 w 595706"/>
                <a:gd name="connsiteY3" fmla="*/ 139145 h 139145"/>
                <a:gd name="connsiteX4" fmla="*/ 0 w 595706"/>
                <a:gd name="connsiteY4" fmla="*/ 21908 h 139145"/>
                <a:gd name="connsiteX0" fmla="*/ 0 w 595706"/>
                <a:gd name="connsiteY0" fmla="*/ 23863 h 141100"/>
                <a:gd name="connsiteX1" fmla="*/ 595706 w 595706"/>
                <a:gd name="connsiteY1" fmla="*/ 2487 h 141100"/>
                <a:gd name="connsiteX2" fmla="*/ 595706 w 595706"/>
                <a:gd name="connsiteY2" fmla="*/ 98918 h 141100"/>
                <a:gd name="connsiteX3" fmla="*/ 1361 w 595706"/>
                <a:gd name="connsiteY3" fmla="*/ 141100 h 141100"/>
                <a:gd name="connsiteX4" fmla="*/ 0 w 595706"/>
                <a:gd name="connsiteY4" fmla="*/ 23863 h 141100"/>
                <a:gd name="connsiteX0" fmla="*/ 0 w 595706"/>
                <a:gd name="connsiteY0" fmla="*/ 24472 h 141709"/>
                <a:gd name="connsiteX1" fmla="*/ 595706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0 w 595706"/>
                <a:gd name="connsiteY0" fmla="*/ 24267 h 141504"/>
                <a:gd name="connsiteX1" fmla="*/ 595706 w 595706"/>
                <a:gd name="connsiteY1" fmla="*/ 2891 h 141504"/>
                <a:gd name="connsiteX2" fmla="*/ 595706 w 595706"/>
                <a:gd name="connsiteY2" fmla="*/ 99322 h 141504"/>
                <a:gd name="connsiteX3" fmla="*/ 1361 w 595706"/>
                <a:gd name="connsiteY3" fmla="*/ 141504 h 141504"/>
                <a:gd name="connsiteX4" fmla="*/ 0 w 595706"/>
                <a:gd name="connsiteY4" fmla="*/ 24267 h 141504"/>
                <a:gd name="connsiteX0" fmla="*/ 0 w 595706"/>
                <a:gd name="connsiteY0" fmla="*/ 24472 h 141709"/>
                <a:gd name="connsiteX1" fmla="*/ 595706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0 w 595706"/>
                <a:gd name="connsiteY0" fmla="*/ 24472 h 141709"/>
                <a:gd name="connsiteX1" fmla="*/ 594353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124 w 595830"/>
                <a:gd name="connsiteY0" fmla="*/ 24472 h 141709"/>
                <a:gd name="connsiteX1" fmla="*/ 594477 w 595830"/>
                <a:gd name="connsiteY1" fmla="*/ 3096 h 141709"/>
                <a:gd name="connsiteX2" fmla="*/ 595830 w 595830"/>
                <a:gd name="connsiteY2" fmla="*/ 99527 h 141709"/>
                <a:gd name="connsiteX3" fmla="*/ 131 w 595830"/>
                <a:gd name="connsiteY3" fmla="*/ 141709 h 141709"/>
                <a:gd name="connsiteX4" fmla="*/ 124 w 595830"/>
                <a:gd name="connsiteY4" fmla="*/ 24472 h 141709"/>
                <a:gd name="connsiteX0" fmla="*/ 124 w 597179"/>
                <a:gd name="connsiteY0" fmla="*/ 25207 h 142444"/>
                <a:gd name="connsiteX1" fmla="*/ 597179 w 597179"/>
                <a:gd name="connsiteY1" fmla="*/ 481 h 142444"/>
                <a:gd name="connsiteX2" fmla="*/ 595830 w 597179"/>
                <a:gd name="connsiteY2" fmla="*/ 100262 h 142444"/>
                <a:gd name="connsiteX3" fmla="*/ 131 w 597179"/>
                <a:gd name="connsiteY3" fmla="*/ 142444 h 142444"/>
                <a:gd name="connsiteX4" fmla="*/ 124 w 597179"/>
                <a:gd name="connsiteY4" fmla="*/ 25207 h 142444"/>
                <a:gd name="connsiteX0" fmla="*/ 124 w 595889"/>
                <a:gd name="connsiteY0" fmla="*/ 25842 h 143079"/>
                <a:gd name="connsiteX1" fmla="*/ 594477 w 595889"/>
                <a:gd name="connsiteY1" fmla="*/ 0 h 143079"/>
                <a:gd name="connsiteX2" fmla="*/ 595830 w 595889"/>
                <a:gd name="connsiteY2" fmla="*/ 100897 h 143079"/>
                <a:gd name="connsiteX3" fmla="*/ 131 w 595889"/>
                <a:gd name="connsiteY3" fmla="*/ 143079 h 143079"/>
                <a:gd name="connsiteX4" fmla="*/ 124 w 595889"/>
                <a:gd name="connsiteY4" fmla="*/ 25842 h 143079"/>
                <a:gd name="connsiteX0" fmla="*/ 124 w 595889"/>
                <a:gd name="connsiteY0" fmla="*/ 24713 h 141950"/>
                <a:gd name="connsiteX1" fmla="*/ 594477 w 595889"/>
                <a:gd name="connsiteY1" fmla="*/ 2221 h 141950"/>
                <a:gd name="connsiteX2" fmla="*/ 595830 w 595889"/>
                <a:gd name="connsiteY2" fmla="*/ 99768 h 141950"/>
                <a:gd name="connsiteX3" fmla="*/ 131 w 595889"/>
                <a:gd name="connsiteY3" fmla="*/ 141950 h 141950"/>
                <a:gd name="connsiteX4" fmla="*/ 124 w 595889"/>
                <a:gd name="connsiteY4" fmla="*/ 24713 h 141950"/>
                <a:gd name="connsiteX0" fmla="*/ 124 w 595959"/>
                <a:gd name="connsiteY0" fmla="*/ 24713 h 141950"/>
                <a:gd name="connsiteX1" fmla="*/ 595828 w 595959"/>
                <a:gd name="connsiteY1" fmla="*/ 2221 h 141950"/>
                <a:gd name="connsiteX2" fmla="*/ 595830 w 595959"/>
                <a:gd name="connsiteY2" fmla="*/ 99768 h 141950"/>
                <a:gd name="connsiteX3" fmla="*/ 131 w 595959"/>
                <a:gd name="connsiteY3" fmla="*/ 141950 h 141950"/>
                <a:gd name="connsiteX4" fmla="*/ 124 w 595959"/>
                <a:gd name="connsiteY4" fmla="*/ 24713 h 141950"/>
                <a:gd name="connsiteX0" fmla="*/ 124 w 595959"/>
                <a:gd name="connsiteY0" fmla="*/ 24925 h 142162"/>
                <a:gd name="connsiteX1" fmla="*/ 595828 w 595959"/>
                <a:gd name="connsiteY1" fmla="*/ 2433 h 142162"/>
                <a:gd name="connsiteX2" fmla="*/ 595830 w 595959"/>
                <a:gd name="connsiteY2" fmla="*/ 99980 h 142162"/>
                <a:gd name="connsiteX3" fmla="*/ 131 w 595959"/>
                <a:gd name="connsiteY3" fmla="*/ 142162 h 142162"/>
                <a:gd name="connsiteX4" fmla="*/ 124 w 595959"/>
                <a:gd name="connsiteY4" fmla="*/ 24925 h 142162"/>
                <a:gd name="connsiteX0" fmla="*/ 124 w 595959"/>
                <a:gd name="connsiteY0" fmla="*/ 22492 h 139729"/>
                <a:gd name="connsiteX1" fmla="*/ 595828 w 595959"/>
                <a:gd name="connsiteY1" fmla="*/ 0 h 139729"/>
                <a:gd name="connsiteX2" fmla="*/ 595830 w 595959"/>
                <a:gd name="connsiteY2" fmla="*/ 97547 h 139729"/>
                <a:gd name="connsiteX3" fmla="*/ 131 w 595959"/>
                <a:gd name="connsiteY3" fmla="*/ 139729 h 139729"/>
                <a:gd name="connsiteX4" fmla="*/ 124 w 595959"/>
                <a:gd name="connsiteY4" fmla="*/ 22492 h 139729"/>
                <a:gd name="connsiteX0" fmla="*/ 124 w 595959"/>
                <a:gd name="connsiteY0" fmla="*/ 25585 h 142822"/>
                <a:gd name="connsiteX1" fmla="*/ 595828 w 595959"/>
                <a:gd name="connsiteY1" fmla="*/ 3093 h 142822"/>
                <a:gd name="connsiteX2" fmla="*/ 595830 w 595959"/>
                <a:gd name="connsiteY2" fmla="*/ 100640 h 142822"/>
                <a:gd name="connsiteX3" fmla="*/ 131 w 595959"/>
                <a:gd name="connsiteY3" fmla="*/ 142822 h 142822"/>
                <a:gd name="connsiteX4" fmla="*/ 124 w 595959"/>
                <a:gd name="connsiteY4" fmla="*/ 25585 h 142822"/>
                <a:gd name="connsiteX0" fmla="*/ 124 w 595959"/>
                <a:gd name="connsiteY0" fmla="*/ 25585 h 142822"/>
                <a:gd name="connsiteX1" fmla="*/ 595828 w 595959"/>
                <a:gd name="connsiteY1" fmla="*/ 3093 h 142822"/>
                <a:gd name="connsiteX2" fmla="*/ 595830 w 595959"/>
                <a:gd name="connsiteY2" fmla="*/ 100640 h 142822"/>
                <a:gd name="connsiteX3" fmla="*/ 131 w 595959"/>
                <a:gd name="connsiteY3" fmla="*/ 142822 h 142822"/>
                <a:gd name="connsiteX4" fmla="*/ 124 w 595959"/>
                <a:gd name="connsiteY4" fmla="*/ 25585 h 142822"/>
                <a:gd name="connsiteX0" fmla="*/ 124 w 595959"/>
                <a:gd name="connsiteY0" fmla="*/ 26512 h 143749"/>
                <a:gd name="connsiteX1" fmla="*/ 595828 w 595959"/>
                <a:gd name="connsiteY1" fmla="*/ 4020 h 143749"/>
                <a:gd name="connsiteX2" fmla="*/ 595830 w 595959"/>
                <a:gd name="connsiteY2" fmla="*/ 101567 h 143749"/>
                <a:gd name="connsiteX3" fmla="*/ 131 w 595959"/>
                <a:gd name="connsiteY3" fmla="*/ 143749 h 143749"/>
                <a:gd name="connsiteX4" fmla="*/ 124 w 595959"/>
                <a:gd name="connsiteY4" fmla="*/ 26512 h 143749"/>
                <a:gd name="connsiteX0" fmla="*/ 124 w 595959"/>
                <a:gd name="connsiteY0" fmla="*/ 26512 h 143749"/>
                <a:gd name="connsiteX1" fmla="*/ 595828 w 595959"/>
                <a:gd name="connsiteY1" fmla="*/ 4020 h 143749"/>
                <a:gd name="connsiteX2" fmla="*/ 595830 w 595959"/>
                <a:gd name="connsiteY2" fmla="*/ 101567 h 143749"/>
                <a:gd name="connsiteX3" fmla="*/ 131 w 595959"/>
                <a:gd name="connsiteY3" fmla="*/ 143749 h 143749"/>
                <a:gd name="connsiteX4" fmla="*/ 124 w 595959"/>
                <a:gd name="connsiteY4" fmla="*/ 26512 h 143749"/>
                <a:gd name="connsiteX0" fmla="*/ 124 w 595959"/>
                <a:gd name="connsiteY0" fmla="*/ 28496 h 145733"/>
                <a:gd name="connsiteX1" fmla="*/ 595828 w 595959"/>
                <a:gd name="connsiteY1" fmla="*/ 6004 h 145733"/>
                <a:gd name="connsiteX2" fmla="*/ 595830 w 595959"/>
                <a:gd name="connsiteY2" fmla="*/ 103551 h 145733"/>
                <a:gd name="connsiteX3" fmla="*/ 131 w 595959"/>
                <a:gd name="connsiteY3" fmla="*/ 145733 h 145733"/>
                <a:gd name="connsiteX4" fmla="*/ 124 w 595959"/>
                <a:gd name="connsiteY4" fmla="*/ 28496 h 14573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856"/>
                <a:gd name="connsiteY0" fmla="*/ 41841 h 159078"/>
                <a:gd name="connsiteX1" fmla="*/ 591261 w 595856"/>
                <a:gd name="connsiteY1" fmla="*/ 0 h 159078"/>
                <a:gd name="connsiteX2" fmla="*/ 595830 w 595856"/>
                <a:gd name="connsiteY2" fmla="*/ 116896 h 159078"/>
                <a:gd name="connsiteX3" fmla="*/ 131 w 595856"/>
                <a:gd name="connsiteY3" fmla="*/ 159078 h 159078"/>
                <a:gd name="connsiteX4" fmla="*/ 124 w 595856"/>
                <a:gd name="connsiteY4" fmla="*/ 41841 h 159078"/>
                <a:gd name="connsiteX0" fmla="*/ 124 w 595959"/>
                <a:gd name="connsiteY0" fmla="*/ 41841 h 159078"/>
                <a:gd name="connsiteX1" fmla="*/ 595828 w 595959"/>
                <a:gd name="connsiteY1" fmla="*/ 0 h 159078"/>
                <a:gd name="connsiteX2" fmla="*/ 595830 w 595959"/>
                <a:gd name="connsiteY2" fmla="*/ 116896 h 159078"/>
                <a:gd name="connsiteX3" fmla="*/ 131 w 595959"/>
                <a:gd name="connsiteY3" fmla="*/ 159078 h 159078"/>
                <a:gd name="connsiteX4" fmla="*/ 124 w 595959"/>
                <a:gd name="connsiteY4" fmla="*/ 41841 h 159078"/>
                <a:gd name="connsiteX0" fmla="*/ 124 w 597349"/>
                <a:gd name="connsiteY0" fmla="*/ 42378 h 159615"/>
                <a:gd name="connsiteX1" fmla="*/ 597349 w 597349"/>
                <a:gd name="connsiteY1" fmla="*/ 0 h 159615"/>
                <a:gd name="connsiteX2" fmla="*/ 595830 w 597349"/>
                <a:gd name="connsiteY2" fmla="*/ 117433 h 159615"/>
                <a:gd name="connsiteX3" fmla="*/ 131 w 597349"/>
                <a:gd name="connsiteY3" fmla="*/ 159615 h 159615"/>
                <a:gd name="connsiteX4" fmla="*/ 124 w 597349"/>
                <a:gd name="connsiteY4" fmla="*/ 42378 h 159615"/>
                <a:gd name="connsiteX0" fmla="*/ 124 w 600443"/>
                <a:gd name="connsiteY0" fmla="*/ 42378 h 159615"/>
                <a:gd name="connsiteX1" fmla="*/ 597349 w 600443"/>
                <a:gd name="connsiteY1" fmla="*/ 0 h 159615"/>
                <a:gd name="connsiteX2" fmla="*/ 600408 w 600443"/>
                <a:gd name="connsiteY2" fmla="*/ 117433 h 159615"/>
                <a:gd name="connsiteX3" fmla="*/ 131 w 600443"/>
                <a:gd name="connsiteY3" fmla="*/ 159615 h 159615"/>
                <a:gd name="connsiteX4" fmla="*/ 124 w 600443"/>
                <a:gd name="connsiteY4" fmla="*/ 42378 h 159615"/>
                <a:gd name="connsiteX0" fmla="*/ 124 w 600537"/>
                <a:gd name="connsiteY0" fmla="*/ 42378 h 159615"/>
                <a:gd name="connsiteX1" fmla="*/ 600401 w 600537"/>
                <a:gd name="connsiteY1" fmla="*/ 0 h 159615"/>
                <a:gd name="connsiteX2" fmla="*/ 600408 w 600537"/>
                <a:gd name="connsiteY2" fmla="*/ 117433 h 159615"/>
                <a:gd name="connsiteX3" fmla="*/ 131 w 600537"/>
                <a:gd name="connsiteY3" fmla="*/ 159615 h 159615"/>
                <a:gd name="connsiteX4" fmla="*/ 124 w 600537"/>
                <a:gd name="connsiteY4" fmla="*/ 42378 h 159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0537" h="159615">
                  <a:moveTo>
                    <a:pt x="124" y="42378"/>
                  </a:moveTo>
                  <a:cubicBezTo>
                    <a:pt x="296414" y="-50243"/>
                    <a:pt x="418111" y="75773"/>
                    <a:pt x="600401" y="0"/>
                  </a:cubicBezTo>
                  <a:cubicBezTo>
                    <a:pt x="599951" y="33260"/>
                    <a:pt x="600858" y="84173"/>
                    <a:pt x="600408" y="117433"/>
                  </a:cubicBezTo>
                  <a:cubicBezTo>
                    <a:pt x="395490" y="192726"/>
                    <a:pt x="285331" y="62551"/>
                    <a:pt x="131" y="159615"/>
                  </a:cubicBezTo>
                  <a:cubicBezTo>
                    <a:pt x="-323" y="114566"/>
                    <a:pt x="578" y="87427"/>
                    <a:pt x="124" y="42378"/>
                  </a:cubicBezTo>
                  <a:close/>
                </a:path>
              </a:pathLst>
            </a:custGeom>
            <a:solidFill>
              <a:schemeClr val="accent2">
                <a:lumMod val="40000"/>
                <a:lumOff val="6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81" name="矩形 1174">
              <a:extLst>
                <a:ext uri="{FF2B5EF4-FFF2-40B4-BE49-F238E27FC236}">
                  <a16:creationId xmlns:a16="http://schemas.microsoft.com/office/drawing/2014/main" id="{D9127187-E6D7-6B0D-E296-07FDFDC9AEEB}"/>
                </a:ext>
              </a:extLst>
            </p:cNvPr>
            <p:cNvSpPr/>
            <p:nvPr/>
          </p:nvSpPr>
          <p:spPr>
            <a:xfrm rot="10800000">
              <a:off x="4342829" y="7041272"/>
              <a:ext cx="618707" cy="139508"/>
            </a:xfrm>
            <a:custGeom>
              <a:avLst/>
              <a:gdLst>
                <a:gd name="connsiteX0" fmla="*/ 0 w 595706"/>
                <a:gd name="connsiteY0" fmla="*/ 0 h 92965"/>
                <a:gd name="connsiteX1" fmla="*/ 595706 w 595706"/>
                <a:gd name="connsiteY1" fmla="*/ 0 h 92965"/>
                <a:gd name="connsiteX2" fmla="*/ 595706 w 595706"/>
                <a:gd name="connsiteY2" fmla="*/ 92965 h 92965"/>
                <a:gd name="connsiteX3" fmla="*/ 0 w 595706"/>
                <a:gd name="connsiteY3" fmla="*/ 92965 h 92965"/>
                <a:gd name="connsiteX4" fmla="*/ 0 w 595706"/>
                <a:gd name="connsiteY4" fmla="*/ 0 h 92965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131 w 595837"/>
                <a:gd name="connsiteY0" fmla="*/ 0 h 148754"/>
                <a:gd name="connsiteX1" fmla="*/ 595837 w 595837"/>
                <a:gd name="connsiteY1" fmla="*/ 0 h 148754"/>
                <a:gd name="connsiteX2" fmla="*/ 595837 w 595837"/>
                <a:gd name="connsiteY2" fmla="*/ 92965 h 148754"/>
                <a:gd name="connsiteX3" fmla="*/ 131 w 595837"/>
                <a:gd name="connsiteY3" fmla="*/ 148754 h 148754"/>
                <a:gd name="connsiteX4" fmla="*/ 131 w 595837"/>
                <a:gd name="connsiteY4" fmla="*/ 0 h 148754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56571"/>
                <a:gd name="connsiteX1" fmla="*/ 595837 w 595837"/>
                <a:gd name="connsiteY1" fmla="*/ 0 h 156571"/>
                <a:gd name="connsiteX2" fmla="*/ 594316 w 595837"/>
                <a:gd name="connsiteY2" fmla="*/ 141984 h 156571"/>
                <a:gd name="connsiteX3" fmla="*/ 131 w 595837"/>
                <a:gd name="connsiteY3" fmla="*/ 140590 h 156571"/>
                <a:gd name="connsiteX4" fmla="*/ 131 w 595837"/>
                <a:gd name="connsiteY4" fmla="*/ 0 h 156571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0 w 600949"/>
                <a:gd name="connsiteY0" fmla="*/ 0 h 271309"/>
                <a:gd name="connsiteX1" fmla="*/ 600949 w 600949"/>
                <a:gd name="connsiteY1" fmla="*/ 0 h 271309"/>
                <a:gd name="connsiteX2" fmla="*/ 599428 w 600949"/>
                <a:gd name="connsiteY2" fmla="*/ 141984 h 271309"/>
                <a:gd name="connsiteX3" fmla="*/ 3722 w 600949"/>
                <a:gd name="connsiteY3" fmla="*/ 271309 h 271309"/>
                <a:gd name="connsiteX4" fmla="*/ 0 w 600949"/>
                <a:gd name="connsiteY4" fmla="*/ 0 h 271309"/>
                <a:gd name="connsiteX0" fmla="*/ 0 w 599639"/>
                <a:gd name="connsiteY0" fmla="*/ 0 h 271309"/>
                <a:gd name="connsiteX1" fmla="*/ 599639 w 599639"/>
                <a:gd name="connsiteY1" fmla="*/ 0 h 271309"/>
                <a:gd name="connsiteX2" fmla="*/ 599428 w 599639"/>
                <a:gd name="connsiteY2" fmla="*/ 141984 h 271309"/>
                <a:gd name="connsiteX3" fmla="*/ 3722 w 599639"/>
                <a:gd name="connsiteY3" fmla="*/ 271309 h 271309"/>
                <a:gd name="connsiteX4" fmla="*/ 0 w 599639"/>
                <a:gd name="connsiteY4" fmla="*/ 0 h 271309"/>
                <a:gd name="connsiteX0" fmla="*/ 0 w 597018"/>
                <a:gd name="connsiteY0" fmla="*/ 0 h 271309"/>
                <a:gd name="connsiteX1" fmla="*/ 597018 w 597018"/>
                <a:gd name="connsiteY1" fmla="*/ 0 h 271309"/>
                <a:gd name="connsiteX2" fmla="*/ 596807 w 597018"/>
                <a:gd name="connsiteY2" fmla="*/ 141984 h 271309"/>
                <a:gd name="connsiteX3" fmla="*/ 1101 w 597018"/>
                <a:gd name="connsiteY3" fmla="*/ 271309 h 271309"/>
                <a:gd name="connsiteX4" fmla="*/ 0 w 597018"/>
                <a:gd name="connsiteY4" fmla="*/ 0 h 271309"/>
                <a:gd name="connsiteX0" fmla="*/ 0 w 596807"/>
                <a:gd name="connsiteY0" fmla="*/ 0 h 271309"/>
                <a:gd name="connsiteX1" fmla="*/ 591775 w 596807"/>
                <a:gd name="connsiteY1" fmla="*/ 0 h 271309"/>
                <a:gd name="connsiteX2" fmla="*/ 596807 w 596807"/>
                <a:gd name="connsiteY2" fmla="*/ 141984 h 271309"/>
                <a:gd name="connsiteX3" fmla="*/ 1101 w 596807"/>
                <a:gd name="connsiteY3" fmla="*/ 271309 h 271309"/>
                <a:gd name="connsiteX4" fmla="*/ 0 w 596807"/>
                <a:gd name="connsiteY4" fmla="*/ 0 h 271309"/>
                <a:gd name="connsiteX0" fmla="*/ 0 w 596807"/>
                <a:gd name="connsiteY0" fmla="*/ 0 h 271309"/>
                <a:gd name="connsiteX1" fmla="*/ 595708 w 596807"/>
                <a:gd name="connsiteY1" fmla="*/ 0 h 271309"/>
                <a:gd name="connsiteX2" fmla="*/ 596807 w 596807"/>
                <a:gd name="connsiteY2" fmla="*/ 141984 h 271309"/>
                <a:gd name="connsiteX3" fmla="*/ 1101 w 596807"/>
                <a:gd name="connsiteY3" fmla="*/ 271309 h 271309"/>
                <a:gd name="connsiteX4" fmla="*/ 0 w 596807"/>
                <a:gd name="connsiteY4" fmla="*/ 0 h 271309"/>
                <a:gd name="connsiteX0" fmla="*/ 0 w 595708"/>
                <a:gd name="connsiteY0" fmla="*/ 0 h 271309"/>
                <a:gd name="connsiteX1" fmla="*/ 595708 w 595708"/>
                <a:gd name="connsiteY1" fmla="*/ 0 h 271309"/>
                <a:gd name="connsiteX2" fmla="*/ 594186 w 595708"/>
                <a:gd name="connsiteY2" fmla="*/ 141985 h 271309"/>
                <a:gd name="connsiteX3" fmla="*/ 1101 w 595708"/>
                <a:gd name="connsiteY3" fmla="*/ 271309 h 271309"/>
                <a:gd name="connsiteX4" fmla="*/ 0 w 595708"/>
                <a:gd name="connsiteY4" fmla="*/ 0 h 271309"/>
                <a:gd name="connsiteX0" fmla="*/ 0 w 596439"/>
                <a:gd name="connsiteY0" fmla="*/ 109083 h 380392"/>
                <a:gd name="connsiteX1" fmla="*/ 595708 w 596439"/>
                <a:gd name="connsiteY1" fmla="*/ 109083 h 380392"/>
                <a:gd name="connsiteX2" fmla="*/ 594186 w 596439"/>
                <a:gd name="connsiteY2" fmla="*/ 251068 h 380392"/>
                <a:gd name="connsiteX3" fmla="*/ 1101 w 596439"/>
                <a:gd name="connsiteY3" fmla="*/ 380392 h 380392"/>
                <a:gd name="connsiteX4" fmla="*/ 0 w 596439"/>
                <a:gd name="connsiteY4" fmla="*/ 109083 h 380392"/>
                <a:gd name="connsiteX0" fmla="*/ 0 w 595708"/>
                <a:gd name="connsiteY0" fmla="*/ 0 h 271309"/>
                <a:gd name="connsiteX1" fmla="*/ 595708 w 595708"/>
                <a:gd name="connsiteY1" fmla="*/ 0 h 271309"/>
                <a:gd name="connsiteX2" fmla="*/ 594186 w 595708"/>
                <a:gd name="connsiteY2" fmla="*/ 141985 h 271309"/>
                <a:gd name="connsiteX3" fmla="*/ 1101 w 595708"/>
                <a:gd name="connsiteY3" fmla="*/ 271309 h 271309"/>
                <a:gd name="connsiteX4" fmla="*/ 0 w 595708"/>
                <a:gd name="connsiteY4" fmla="*/ 0 h 271309"/>
                <a:gd name="connsiteX0" fmla="*/ 0 w 596808"/>
                <a:gd name="connsiteY0" fmla="*/ 0 h 271309"/>
                <a:gd name="connsiteX1" fmla="*/ 595708 w 596808"/>
                <a:gd name="connsiteY1" fmla="*/ 0 h 271309"/>
                <a:gd name="connsiteX2" fmla="*/ 596808 w 596808"/>
                <a:gd name="connsiteY2" fmla="*/ 141985 h 271309"/>
                <a:gd name="connsiteX3" fmla="*/ 1101 w 596808"/>
                <a:gd name="connsiteY3" fmla="*/ 271309 h 271309"/>
                <a:gd name="connsiteX4" fmla="*/ 0 w 596808"/>
                <a:gd name="connsiteY4" fmla="*/ 0 h 271309"/>
                <a:gd name="connsiteX0" fmla="*/ 0 w 596808"/>
                <a:gd name="connsiteY0" fmla="*/ 0 h 271309"/>
                <a:gd name="connsiteX1" fmla="*/ 595708 w 596808"/>
                <a:gd name="connsiteY1" fmla="*/ 0 h 271309"/>
                <a:gd name="connsiteX2" fmla="*/ 596808 w 596808"/>
                <a:gd name="connsiteY2" fmla="*/ 141985 h 271309"/>
                <a:gd name="connsiteX3" fmla="*/ 1101 w 596808"/>
                <a:gd name="connsiteY3" fmla="*/ 271309 h 271309"/>
                <a:gd name="connsiteX4" fmla="*/ 0 w 596808"/>
                <a:gd name="connsiteY4" fmla="*/ 0 h 271309"/>
                <a:gd name="connsiteX0" fmla="*/ 0 w 596808"/>
                <a:gd name="connsiteY0" fmla="*/ 0 h 271309"/>
                <a:gd name="connsiteX1" fmla="*/ 595708 w 596808"/>
                <a:gd name="connsiteY1" fmla="*/ 0 h 271309"/>
                <a:gd name="connsiteX2" fmla="*/ 596808 w 596808"/>
                <a:gd name="connsiteY2" fmla="*/ 141985 h 271309"/>
                <a:gd name="connsiteX3" fmla="*/ 1101 w 596808"/>
                <a:gd name="connsiteY3" fmla="*/ 271309 h 271309"/>
                <a:gd name="connsiteX4" fmla="*/ 0 w 596808"/>
                <a:gd name="connsiteY4" fmla="*/ 0 h 271309"/>
                <a:gd name="connsiteX0" fmla="*/ 0 w 595708"/>
                <a:gd name="connsiteY0" fmla="*/ 0 h 271309"/>
                <a:gd name="connsiteX1" fmla="*/ 595708 w 595708"/>
                <a:gd name="connsiteY1" fmla="*/ 0 h 271309"/>
                <a:gd name="connsiteX2" fmla="*/ 594186 w 595708"/>
                <a:gd name="connsiteY2" fmla="*/ 141985 h 271309"/>
                <a:gd name="connsiteX3" fmla="*/ 1101 w 595708"/>
                <a:gd name="connsiteY3" fmla="*/ 271309 h 271309"/>
                <a:gd name="connsiteX4" fmla="*/ 0 w 595708"/>
                <a:gd name="connsiteY4" fmla="*/ 0 h 271309"/>
                <a:gd name="connsiteX0" fmla="*/ 0 w 595708"/>
                <a:gd name="connsiteY0" fmla="*/ 0 h 271309"/>
                <a:gd name="connsiteX1" fmla="*/ 595708 w 595708"/>
                <a:gd name="connsiteY1" fmla="*/ 0 h 271309"/>
                <a:gd name="connsiteX2" fmla="*/ 594186 w 595708"/>
                <a:gd name="connsiteY2" fmla="*/ 141985 h 271309"/>
                <a:gd name="connsiteX3" fmla="*/ 1101 w 595708"/>
                <a:gd name="connsiteY3" fmla="*/ 271309 h 271309"/>
                <a:gd name="connsiteX4" fmla="*/ 0 w 595708"/>
                <a:gd name="connsiteY4" fmla="*/ 0 h 271309"/>
                <a:gd name="connsiteX0" fmla="*/ 0 w 595936"/>
                <a:gd name="connsiteY0" fmla="*/ 0 h 271309"/>
                <a:gd name="connsiteX1" fmla="*/ 595708 w 595936"/>
                <a:gd name="connsiteY1" fmla="*/ 0 h 271309"/>
                <a:gd name="connsiteX2" fmla="*/ 594186 w 595936"/>
                <a:gd name="connsiteY2" fmla="*/ 141985 h 271309"/>
                <a:gd name="connsiteX3" fmla="*/ 1101 w 595936"/>
                <a:gd name="connsiteY3" fmla="*/ 271309 h 271309"/>
                <a:gd name="connsiteX4" fmla="*/ 0 w 595936"/>
                <a:gd name="connsiteY4" fmla="*/ 0 h 271309"/>
                <a:gd name="connsiteX0" fmla="*/ 319 w 596255"/>
                <a:gd name="connsiteY0" fmla="*/ 0 h 271309"/>
                <a:gd name="connsiteX1" fmla="*/ 596027 w 596255"/>
                <a:gd name="connsiteY1" fmla="*/ 0 h 271309"/>
                <a:gd name="connsiteX2" fmla="*/ 594505 w 596255"/>
                <a:gd name="connsiteY2" fmla="*/ 141985 h 271309"/>
                <a:gd name="connsiteX3" fmla="*/ 110 w 596255"/>
                <a:gd name="connsiteY3" fmla="*/ 271309 h 271309"/>
                <a:gd name="connsiteX4" fmla="*/ 319 w 596255"/>
                <a:gd name="connsiteY4" fmla="*/ 0 h 271309"/>
                <a:gd name="connsiteX0" fmla="*/ 0 w 595936"/>
                <a:gd name="connsiteY0" fmla="*/ 0 h 271309"/>
                <a:gd name="connsiteX1" fmla="*/ 595708 w 595936"/>
                <a:gd name="connsiteY1" fmla="*/ 0 h 271309"/>
                <a:gd name="connsiteX2" fmla="*/ 594186 w 595936"/>
                <a:gd name="connsiteY2" fmla="*/ 141985 h 271309"/>
                <a:gd name="connsiteX3" fmla="*/ 1101 w 595936"/>
                <a:gd name="connsiteY3" fmla="*/ 271309 h 271309"/>
                <a:gd name="connsiteX4" fmla="*/ 0 w 595936"/>
                <a:gd name="connsiteY4" fmla="*/ 0 h 271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5936" h="271309">
                  <a:moveTo>
                    <a:pt x="0" y="0"/>
                  </a:moveTo>
                  <a:lnTo>
                    <a:pt x="595708" y="0"/>
                  </a:lnTo>
                  <a:cubicBezTo>
                    <a:pt x="595708" y="30988"/>
                    <a:pt x="596806" y="39550"/>
                    <a:pt x="594186" y="141985"/>
                  </a:cubicBezTo>
                  <a:cubicBezTo>
                    <a:pt x="404809" y="352086"/>
                    <a:pt x="341643" y="22672"/>
                    <a:pt x="1101" y="271309"/>
                  </a:cubicBezTo>
                  <a:cubicBezTo>
                    <a:pt x="647" y="226260"/>
                    <a:pt x="454" y="45049"/>
                    <a:pt x="0" y="0"/>
                  </a:cubicBez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782" name="组合 781">
              <a:extLst>
                <a:ext uri="{FF2B5EF4-FFF2-40B4-BE49-F238E27FC236}">
                  <a16:creationId xmlns:a16="http://schemas.microsoft.com/office/drawing/2014/main" id="{D38EC138-2537-F5DC-0A4F-9F8C6DD6F025}"/>
                </a:ext>
              </a:extLst>
            </p:cNvPr>
            <p:cNvGrpSpPr/>
            <p:nvPr/>
          </p:nvGrpSpPr>
          <p:grpSpPr>
            <a:xfrm>
              <a:off x="4341455" y="6517035"/>
              <a:ext cx="621640" cy="663817"/>
              <a:chOff x="3656357" y="6507685"/>
              <a:chExt cx="621640" cy="663817"/>
            </a:xfrm>
          </p:grpSpPr>
          <p:sp>
            <p:nvSpPr>
              <p:cNvPr id="783" name="矩形 782">
                <a:extLst>
                  <a:ext uri="{FF2B5EF4-FFF2-40B4-BE49-F238E27FC236}">
                    <a16:creationId xmlns:a16="http://schemas.microsoft.com/office/drawing/2014/main" id="{EB429CE9-292E-F1F0-2502-A88751E4AB1A}"/>
                  </a:ext>
                </a:extLst>
              </p:cNvPr>
              <p:cNvSpPr/>
              <p:nvPr/>
            </p:nvSpPr>
            <p:spPr>
              <a:xfrm>
                <a:off x="3656465" y="6640950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84" name="矩形 783">
                <a:extLst>
                  <a:ext uri="{FF2B5EF4-FFF2-40B4-BE49-F238E27FC236}">
                    <a16:creationId xmlns:a16="http://schemas.microsoft.com/office/drawing/2014/main" id="{C0A68D6D-529C-662D-00C5-2B53978E7C3F}"/>
                  </a:ext>
                </a:extLst>
              </p:cNvPr>
              <p:cNvSpPr/>
              <p:nvPr/>
            </p:nvSpPr>
            <p:spPr>
              <a:xfrm>
                <a:off x="3811875" y="6640950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85" name="矩形 784">
                <a:extLst>
                  <a:ext uri="{FF2B5EF4-FFF2-40B4-BE49-F238E27FC236}">
                    <a16:creationId xmlns:a16="http://schemas.microsoft.com/office/drawing/2014/main" id="{AFA37F32-D643-A3B4-F6E1-207194292102}"/>
                  </a:ext>
                </a:extLst>
              </p:cNvPr>
              <p:cNvSpPr/>
              <p:nvPr/>
            </p:nvSpPr>
            <p:spPr>
              <a:xfrm>
                <a:off x="3967285" y="6640950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86" name="矩形 785">
                <a:extLst>
                  <a:ext uri="{FF2B5EF4-FFF2-40B4-BE49-F238E27FC236}">
                    <a16:creationId xmlns:a16="http://schemas.microsoft.com/office/drawing/2014/main" id="{8D3D0C5C-B5DB-FE4E-A444-73DC1C31A4F0}"/>
                  </a:ext>
                </a:extLst>
              </p:cNvPr>
              <p:cNvSpPr/>
              <p:nvPr/>
            </p:nvSpPr>
            <p:spPr>
              <a:xfrm>
                <a:off x="4122695" y="6640950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87" name="矩形 786">
                <a:extLst>
                  <a:ext uri="{FF2B5EF4-FFF2-40B4-BE49-F238E27FC236}">
                    <a16:creationId xmlns:a16="http://schemas.microsoft.com/office/drawing/2014/main" id="{F6E9DE8F-0525-2639-32F9-74AC7885416F}"/>
                  </a:ext>
                </a:extLst>
              </p:cNvPr>
              <p:cNvSpPr/>
              <p:nvPr/>
            </p:nvSpPr>
            <p:spPr>
              <a:xfrm>
                <a:off x="3656465" y="6773574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88" name="矩形 787">
                <a:extLst>
                  <a:ext uri="{FF2B5EF4-FFF2-40B4-BE49-F238E27FC236}">
                    <a16:creationId xmlns:a16="http://schemas.microsoft.com/office/drawing/2014/main" id="{BDD97986-D6E6-AB67-0C22-F2D771BCA675}"/>
                  </a:ext>
                </a:extLst>
              </p:cNvPr>
              <p:cNvSpPr/>
              <p:nvPr/>
            </p:nvSpPr>
            <p:spPr>
              <a:xfrm>
                <a:off x="3811875" y="6773574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89" name="矩形 788">
                <a:extLst>
                  <a:ext uri="{FF2B5EF4-FFF2-40B4-BE49-F238E27FC236}">
                    <a16:creationId xmlns:a16="http://schemas.microsoft.com/office/drawing/2014/main" id="{C0FBDF0B-8ECB-3BAF-1C7D-47955022CF90}"/>
                  </a:ext>
                </a:extLst>
              </p:cNvPr>
              <p:cNvSpPr/>
              <p:nvPr/>
            </p:nvSpPr>
            <p:spPr>
              <a:xfrm>
                <a:off x="3967285" y="6773574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90" name="矩形 789">
                <a:extLst>
                  <a:ext uri="{FF2B5EF4-FFF2-40B4-BE49-F238E27FC236}">
                    <a16:creationId xmlns:a16="http://schemas.microsoft.com/office/drawing/2014/main" id="{ACBBAB36-EA99-FE9B-6566-BF04EDFA5DFB}"/>
                  </a:ext>
                </a:extLst>
              </p:cNvPr>
              <p:cNvSpPr/>
              <p:nvPr/>
            </p:nvSpPr>
            <p:spPr>
              <a:xfrm>
                <a:off x="4122695" y="6773574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91" name="矩形 790">
                <a:extLst>
                  <a:ext uri="{FF2B5EF4-FFF2-40B4-BE49-F238E27FC236}">
                    <a16:creationId xmlns:a16="http://schemas.microsoft.com/office/drawing/2014/main" id="{F24F102E-A089-C00D-C2F3-B476A48CE0FC}"/>
                  </a:ext>
                </a:extLst>
              </p:cNvPr>
              <p:cNvSpPr/>
              <p:nvPr/>
            </p:nvSpPr>
            <p:spPr>
              <a:xfrm>
                <a:off x="3656357" y="690625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92" name="矩形 791">
                <a:extLst>
                  <a:ext uri="{FF2B5EF4-FFF2-40B4-BE49-F238E27FC236}">
                    <a16:creationId xmlns:a16="http://schemas.microsoft.com/office/drawing/2014/main" id="{4CD2B1A6-FF65-C5CB-9EBA-C49F50F866A9}"/>
                  </a:ext>
                </a:extLst>
              </p:cNvPr>
              <p:cNvSpPr/>
              <p:nvPr/>
            </p:nvSpPr>
            <p:spPr>
              <a:xfrm>
                <a:off x="3811767" y="690625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93" name="矩形 792">
                <a:extLst>
                  <a:ext uri="{FF2B5EF4-FFF2-40B4-BE49-F238E27FC236}">
                    <a16:creationId xmlns:a16="http://schemas.microsoft.com/office/drawing/2014/main" id="{2913C4CE-DF64-55FF-FFDC-FA2CEF374694}"/>
                  </a:ext>
                </a:extLst>
              </p:cNvPr>
              <p:cNvSpPr/>
              <p:nvPr/>
            </p:nvSpPr>
            <p:spPr>
              <a:xfrm>
                <a:off x="3967177" y="690625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94" name="矩形 793">
                <a:extLst>
                  <a:ext uri="{FF2B5EF4-FFF2-40B4-BE49-F238E27FC236}">
                    <a16:creationId xmlns:a16="http://schemas.microsoft.com/office/drawing/2014/main" id="{DEE8AA3D-2347-B240-A0EA-8FDF55A28393}"/>
                  </a:ext>
                </a:extLst>
              </p:cNvPr>
              <p:cNvSpPr/>
              <p:nvPr/>
            </p:nvSpPr>
            <p:spPr>
              <a:xfrm>
                <a:off x="4122587" y="690625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95" name="矩形 794">
                <a:extLst>
                  <a:ext uri="{FF2B5EF4-FFF2-40B4-BE49-F238E27FC236}">
                    <a16:creationId xmlns:a16="http://schemas.microsoft.com/office/drawing/2014/main" id="{1BF5D4DB-8C5F-4410-B86C-0B155078CF4E}"/>
                  </a:ext>
                </a:extLst>
              </p:cNvPr>
              <p:cNvSpPr/>
              <p:nvPr/>
            </p:nvSpPr>
            <p:spPr>
              <a:xfrm>
                <a:off x="3656357" y="7038879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96" name="矩形 795">
                <a:extLst>
                  <a:ext uri="{FF2B5EF4-FFF2-40B4-BE49-F238E27FC236}">
                    <a16:creationId xmlns:a16="http://schemas.microsoft.com/office/drawing/2014/main" id="{C9C9A8F8-3D2E-F654-F91F-D96F42C3BAC0}"/>
                  </a:ext>
                </a:extLst>
              </p:cNvPr>
              <p:cNvSpPr/>
              <p:nvPr/>
            </p:nvSpPr>
            <p:spPr>
              <a:xfrm>
                <a:off x="3811767" y="7038879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97" name="矩形 796">
                <a:extLst>
                  <a:ext uri="{FF2B5EF4-FFF2-40B4-BE49-F238E27FC236}">
                    <a16:creationId xmlns:a16="http://schemas.microsoft.com/office/drawing/2014/main" id="{1C11802B-E28D-50DF-2301-86AC965A5499}"/>
                  </a:ext>
                </a:extLst>
              </p:cNvPr>
              <p:cNvSpPr/>
              <p:nvPr/>
            </p:nvSpPr>
            <p:spPr>
              <a:xfrm>
                <a:off x="3967177" y="7038879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98" name="矩形 797">
                <a:extLst>
                  <a:ext uri="{FF2B5EF4-FFF2-40B4-BE49-F238E27FC236}">
                    <a16:creationId xmlns:a16="http://schemas.microsoft.com/office/drawing/2014/main" id="{934504A8-09BF-FB07-8E96-10CB13E999CD}"/>
                  </a:ext>
                </a:extLst>
              </p:cNvPr>
              <p:cNvSpPr/>
              <p:nvPr/>
            </p:nvSpPr>
            <p:spPr>
              <a:xfrm>
                <a:off x="4122587" y="7038879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99" name="矩形 798">
                <a:extLst>
                  <a:ext uri="{FF2B5EF4-FFF2-40B4-BE49-F238E27FC236}">
                    <a16:creationId xmlns:a16="http://schemas.microsoft.com/office/drawing/2014/main" id="{30A3AB1B-EF22-F0C3-3167-5BB1D629BD25}"/>
                  </a:ext>
                </a:extLst>
              </p:cNvPr>
              <p:cNvSpPr/>
              <p:nvPr/>
            </p:nvSpPr>
            <p:spPr>
              <a:xfrm>
                <a:off x="3656357" y="650768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00" name="矩形 799">
                <a:extLst>
                  <a:ext uri="{FF2B5EF4-FFF2-40B4-BE49-F238E27FC236}">
                    <a16:creationId xmlns:a16="http://schemas.microsoft.com/office/drawing/2014/main" id="{C0234835-ED42-BF2D-5C66-3B960BEC1213}"/>
                  </a:ext>
                </a:extLst>
              </p:cNvPr>
              <p:cNvSpPr/>
              <p:nvPr/>
            </p:nvSpPr>
            <p:spPr>
              <a:xfrm>
                <a:off x="3811767" y="650768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01" name="矩形 800">
                <a:extLst>
                  <a:ext uri="{FF2B5EF4-FFF2-40B4-BE49-F238E27FC236}">
                    <a16:creationId xmlns:a16="http://schemas.microsoft.com/office/drawing/2014/main" id="{BBE62DFD-E8C5-38F9-36BF-E9B11ABA6791}"/>
                  </a:ext>
                </a:extLst>
              </p:cNvPr>
              <p:cNvSpPr/>
              <p:nvPr/>
            </p:nvSpPr>
            <p:spPr>
              <a:xfrm>
                <a:off x="3967177" y="650768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02" name="矩形 801">
                <a:extLst>
                  <a:ext uri="{FF2B5EF4-FFF2-40B4-BE49-F238E27FC236}">
                    <a16:creationId xmlns:a16="http://schemas.microsoft.com/office/drawing/2014/main" id="{B58F8841-7D44-73DF-AF2E-BC57C9047482}"/>
                  </a:ext>
                </a:extLst>
              </p:cNvPr>
              <p:cNvSpPr/>
              <p:nvPr/>
            </p:nvSpPr>
            <p:spPr>
              <a:xfrm>
                <a:off x="4122587" y="650768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54" name="文本框 53">
            <a:extLst>
              <a:ext uri="{FF2B5EF4-FFF2-40B4-BE49-F238E27FC236}">
                <a16:creationId xmlns:a16="http://schemas.microsoft.com/office/drawing/2014/main" id="{75E7C3F9-705C-00E2-FD37-9500EA1B473E}"/>
              </a:ext>
            </a:extLst>
          </p:cNvPr>
          <p:cNvSpPr txBox="1"/>
          <p:nvPr/>
        </p:nvSpPr>
        <p:spPr>
          <a:xfrm>
            <a:off x="2637201" y="2999297"/>
            <a:ext cx="5296339" cy="400110"/>
          </a:xfrm>
          <a:prstGeom prst="rect">
            <a:avLst/>
          </a:prstGeom>
          <a:solidFill>
            <a:schemeClr val="bg1"/>
          </a:solidFill>
          <a:ln w="19050">
            <a:solidFill>
              <a:srgbClr val="FF0000"/>
            </a:solidFill>
            <a:prstDash val="solid"/>
          </a:ln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rgbClr val="FF0000"/>
                </a:solidFill>
              </a:rPr>
              <a:t>Inter-GPU Graph Partition </a:t>
            </a:r>
            <a:r>
              <a:rPr lang="en-US" altLang="zh-CN" sz="2000" dirty="0">
                <a:solidFill>
                  <a:srgbClr val="FF0000"/>
                </a:solidFill>
                <a:sym typeface="Wingdings" panose="05000000000000000000" pitchFamily="2" charset="2"/>
              </a:rPr>
              <a:t> Vertex Dependency</a:t>
            </a:r>
            <a:endParaRPr lang="zh-CN" altLang="en-US" sz="2000" dirty="0">
              <a:solidFill>
                <a:srgbClr val="FF0000"/>
              </a:solidFill>
            </a:endParaRPr>
          </a:p>
        </p:txBody>
      </p:sp>
      <p:sp>
        <p:nvSpPr>
          <p:cNvPr id="56" name="箭头: 右 1121">
            <a:extLst>
              <a:ext uri="{FF2B5EF4-FFF2-40B4-BE49-F238E27FC236}">
                <a16:creationId xmlns:a16="http://schemas.microsoft.com/office/drawing/2014/main" id="{BE5A0696-0C9F-7977-C25D-08DAE5E4D366}"/>
              </a:ext>
            </a:extLst>
          </p:cNvPr>
          <p:cNvSpPr/>
          <p:nvPr/>
        </p:nvSpPr>
        <p:spPr>
          <a:xfrm rot="3284621">
            <a:off x="3899366" y="3523232"/>
            <a:ext cx="349319" cy="218689"/>
          </a:xfrm>
          <a:prstGeom prst="rightArrow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E0B66DF6-6B37-7D50-5402-EE9E89D8F470}"/>
              </a:ext>
            </a:extLst>
          </p:cNvPr>
          <p:cNvSpPr/>
          <p:nvPr/>
        </p:nvSpPr>
        <p:spPr>
          <a:xfrm>
            <a:off x="282280" y="5640460"/>
            <a:ext cx="11668471" cy="115353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流程图: 接点 990">
            <a:extLst>
              <a:ext uri="{FF2B5EF4-FFF2-40B4-BE49-F238E27FC236}">
                <a16:creationId xmlns:a16="http://schemas.microsoft.com/office/drawing/2014/main" id="{4B3DE4AA-5A8A-A5A7-1B53-DD7034078498}"/>
              </a:ext>
            </a:extLst>
          </p:cNvPr>
          <p:cNvSpPr/>
          <p:nvPr/>
        </p:nvSpPr>
        <p:spPr>
          <a:xfrm>
            <a:off x="8019945" y="1891507"/>
            <a:ext cx="324675" cy="322149"/>
          </a:xfrm>
          <a:prstGeom prst="flowChartConnector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zh-CN" altLang="en-US" sz="1600" dirty="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1" name="流程图: 接点 701">
            <a:extLst>
              <a:ext uri="{FF2B5EF4-FFF2-40B4-BE49-F238E27FC236}">
                <a16:creationId xmlns:a16="http://schemas.microsoft.com/office/drawing/2014/main" id="{E619197E-7E4A-87BD-EE80-5897F7751E1B}"/>
              </a:ext>
            </a:extLst>
          </p:cNvPr>
          <p:cNvSpPr/>
          <p:nvPr/>
        </p:nvSpPr>
        <p:spPr>
          <a:xfrm>
            <a:off x="8018398" y="1499308"/>
            <a:ext cx="324675" cy="322149"/>
          </a:xfrm>
          <a:prstGeom prst="flowChartConnector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endParaRPr lang="zh-CN" altLang="en-US" sz="1600" dirty="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62" name="组合 61">
            <a:extLst>
              <a:ext uri="{FF2B5EF4-FFF2-40B4-BE49-F238E27FC236}">
                <a16:creationId xmlns:a16="http://schemas.microsoft.com/office/drawing/2014/main" id="{54F5518D-6526-653B-F7CD-FB6D2E0CA521}"/>
              </a:ext>
            </a:extLst>
          </p:cNvPr>
          <p:cNvGrpSpPr/>
          <p:nvPr/>
        </p:nvGrpSpPr>
        <p:grpSpPr>
          <a:xfrm>
            <a:off x="7487528" y="1560467"/>
            <a:ext cx="403556" cy="176292"/>
            <a:chOff x="6766867" y="9932442"/>
            <a:chExt cx="304958" cy="133117"/>
          </a:xfrm>
        </p:grpSpPr>
        <p:sp>
          <p:nvSpPr>
            <p:cNvPr id="591" name="矩形 590">
              <a:extLst>
                <a:ext uri="{FF2B5EF4-FFF2-40B4-BE49-F238E27FC236}">
                  <a16:creationId xmlns:a16="http://schemas.microsoft.com/office/drawing/2014/main" id="{FB8313DF-5601-F808-302E-54E94202B690}"/>
                </a:ext>
              </a:extLst>
            </p:cNvPr>
            <p:cNvSpPr/>
            <p:nvPr/>
          </p:nvSpPr>
          <p:spPr>
            <a:xfrm>
              <a:off x="6766867" y="9932442"/>
              <a:ext cx="151932" cy="133117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92" name="矩形 591">
              <a:extLst>
                <a:ext uri="{FF2B5EF4-FFF2-40B4-BE49-F238E27FC236}">
                  <a16:creationId xmlns:a16="http://schemas.microsoft.com/office/drawing/2014/main" id="{EA248BC2-0AA3-BD99-09C2-114FAF574439}"/>
                </a:ext>
              </a:extLst>
            </p:cNvPr>
            <p:cNvSpPr/>
            <p:nvPr/>
          </p:nvSpPr>
          <p:spPr>
            <a:xfrm>
              <a:off x="6919893" y="9932442"/>
              <a:ext cx="151932" cy="133117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593" name="组合 592">
            <a:extLst>
              <a:ext uri="{FF2B5EF4-FFF2-40B4-BE49-F238E27FC236}">
                <a16:creationId xmlns:a16="http://schemas.microsoft.com/office/drawing/2014/main" id="{CCE3E787-176B-B3CB-A415-0B582E5DF02E}"/>
              </a:ext>
            </a:extLst>
          </p:cNvPr>
          <p:cNvGrpSpPr/>
          <p:nvPr/>
        </p:nvGrpSpPr>
        <p:grpSpPr>
          <a:xfrm>
            <a:off x="7488224" y="1950548"/>
            <a:ext cx="403556" cy="176292"/>
            <a:chOff x="6766867" y="9932442"/>
            <a:chExt cx="304958" cy="133117"/>
          </a:xfrm>
        </p:grpSpPr>
        <p:sp>
          <p:nvSpPr>
            <p:cNvPr id="594" name="矩形 593">
              <a:extLst>
                <a:ext uri="{FF2B5EF4-FFF2-40B4-BE49-F238E27FC236}">
                  <a16:creationId xmlns:a16="http://schemas.microsoft.com/office/drawing/2014/main" id="{E3C31EF3-A580-FBCC-313F-D18C96F9C45F}"/>
                </a:ext>
              </a:extLst>
            </p:cNvPr>
            <p:cNvSpPr/>
            <p:nvPr/>
          </p:nvSpPr>
          <p:spPr>
            <a:xfrm>
              <a:off x="6766867" y="9932442"/>
              <a:ext cx="151932" cy="133117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95" name="矩形 594">
              <a:extLst>
                <a:ext uri="{FF2B5EF4-FFF2-40B4-BE49-F238E27FC236}">
                  <a16:creationId xmlns:a16="http://schemas.microsoft.com/office/drawing/2014/main" id="{70F0AC93-1A64-13FF-E14F-D338C8C2490D}"/>
                </a:ext>
              </a:extLst>
            </p:cNvPr>
            <p:cNvSpPr/>
            <p:nvPr/>
          </p:nvSpPr>
          <p:spPr>
            <a:xfrm>
              <a:off x="6919893" y="9932442"/>
              <a:ext cx="151932" cy="133117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596" name="流程图: 接点 992">
            <a:extLst>
              <a:ext uri="{FF2B5EF4-FFF2-40B4-BE49-F238E27FC236}">
                <a16:creationId xmlns:a16="http://schemas.microsoft.com/office/drawing/2014/main" id="{D124535A-D72E-EB50-320F-360B375EF984}"/>
              </a:ext>
            </a:extLst>
          </p:cNvPr>
          <p:cNvSpPr/>
          <p:nvPr/>
        </p:nvSpPr>
        <p:spPr>
          <a:xfrm>
            <a:off x="8022793" y="4324639"/>
            <a:ext cx="324675" cy="322149"/>
          </a:xfrm>
          <a:prstGeom prst="flowChartConnector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lang="zh-CN" altLang="en-US" sz="1600" dirty="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28" name="流程图: 接点 993">
            <a:extLst>
              <a:ext uri="{FF2B5EF4-FFF2-40B4-BE49-F238E27FC236}">
                <a16:creationId xmlns:a16="http://schemas.microsoft.com/office/drawing/2014/main" id="{3429FCA1-0638-D014-8FFA-C2D1857B64AA}"/>
              </a:ext>
            </a:extLst>
          </p:cNvPr>
          <p:cNvSpPr/>
          <p:nvPr/>
        </p:nvSpPr>
        <p:spPr>
          <a:xfrm>
            <a:off x="8022793" y="3925867"/>
            <a:ext cx="324675" cy="322149"/>
          </a:xfrm>
          <a:prstGeom prst="flowChartConnector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zh-CN" altLang="en-US" sz="1600" dirty="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629" name="组合 628">
            <a:extLst>
              <a:ext uri="{FF2B5EF4-FFF2-40B4-BE49-F238E27FC236}">
                <a16:creationId xmlns:a16="http://schemas.microsoft.com/office/drawing/2014/main" id="{EB64F296-19CB-3C23-55D5-BD303B6F15A5}"/>
              </a:ext>
            </a:extLst>
          </p:cNvPr>
          <p:cNvGrpSpPr/>
          <p:nvPr/>
        </p:nvGrpSpPr>
        <p:grpSpPr>
          <a:xfrm>
            <a:off x="7471417" y="4033995"/>
            <a:ext cx="403556" cy="176292"/>
            <a:chOff x="6766867" y="9932442"/>
            <a:chExt cx="304958" cy="133117"/>
          </a:xfrm>
        </p:grpSpPr>
        <p:sp>
          <p:nvSpPr>
            <p:cNvPr id="630" name="矩形 629">
              <a:extLst>
                <a:ext uri="{FF2B5EF4-FFF2-40B4-BE49-F238E27FC236}">
                  <a16:creationId xmlns:a16="http://schemas.microsoft.com/office/drawing/2014/main" id="{6FEC9501-D33C-CCBD-2181-71ACE34D7E85}"/>
                </a:ext>
              </a:extLst>
            </p:cNvPr>
            <p:cNvSpPr/>
            <p:nvPr/>
          </p:nvSpPr>
          <p:spPr>
            <a:xfrm>
              <a:off x="6766867" y="9932442"/>
              <a:ext cx="151932" cy="133117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1" name="矩形 630">
              <a:extLst>
                <a:ext uri="{FF2B5EF4-FFF2-40B4-BE49-F238E27FC236}">
                  <a16:creationId xmlns:a16="http://schemas.microsoft.com/office/drawing/2014/main" id="{28730A66-5B63-3D5B-B658-59C681D287FF}"/>
                </a:ext>
              </a:extLst>
            </p:cNvPr>
            <p:cNvSpPr/>
            <p:nvPr/>
          </p:nvSpPr>
          <p:spPr>
            <a:xfrm>
              <a:off x="6919893" y="9932442"/>
              <a:ext cx="151932" cy="133117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632" name="组合 631">
            <a:extLst>
              <a:ext uri="{FF2B5EF4-FFF2-40B4-BE49-F238E27FC236}">
                <a16:creationId xmlns:a16="http://schemas.microsoft.com/office/drawing/2014/main" id="{172B2F25-67DC-7D6D-5D02-3A108EF9C739}"/>
              </a:ext>
            </a:extLst>
          </p:cNvPr>
          <p:cNvGrpSpPr/>
          <p:nvPr/>
        </p:nvGrpSpPr>
        <p:grpSpPr>
          <a:xfrm>
            <a:off x="7472113" y="4424075"/>
            <a:ext cx="403556" cy="176292"/>
            <a:chOff x="6766867" y="9932442"/>
            <a:chExt cx="304958" cy="133117"/>
          </a:xfrm>
        </p:grpSpPr>
        <p:sp>
          <p:nvSpPr>
            <p:cNvPr id="633" name="矩形 632">
              <a:extLst>
                <a:ext uri="{FF2B5EF4-FFF2-40B4-BE49-F238E27FC236}">
                  <a16:creationId xmlns:a16="http://schemas.microsoft.com/office/drawing/2014/main" id="{A577C73D-7899-3E2D-B578-55C819367C2F}"/>
                </a:ext>
              </a:extLst>
            </p:cNvPr>
            <p:cNvSpPr/>
            <p:nvPr/>
          </p:nvSpPr>
          <p:spPr>
            <a:xfrm>
              <a:off x="6766867" y="9932442"/>
              <a:ext cx="151932" cy="133117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4" name="矩形 633">
              <a:extLst>
                <a:ext uri="{FF2B5EF4-FFF2-40B4-BE49-F238E27FC236}">
                  <a16:creationId xmlns:a16="http://schemas.microsoft.com/office/drawing/2014/main" id="{02B7765F-2475-0F6A-7B05-7A18F3C926AB}"/>
                </a:ext>
              </a:extLst>
            </p:cNvPr>
            <p:cNvSpPr/>
            <p:nvPr/>
          </p:nvSpPr>
          <p:spPr>
            <a:xfrm>
              <a:off x="6919893" y="9932442"/>
              <a:ext cx="151932" cy="133117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51" name="文本框 50">
            <a:extLst>
              <a:ext uri="{FF2B5EF4-FFF2-40B4-BE49-F238E27FC236}">
                <a16:creationId xmlns:a16="http://schemas.microsoft.com/office/drawing/2014/main" id="{55796604-3369-E4B8-EA24-89EA10B34071}"/>
              </a:ext>
            </a:extLst>
          </p:cNvPr>
          <p:cNvSpPr txBox="1"/>
          <p:nvPr/>
        </p:nvSpPr>
        <p:spPr>
          <a:xfrm>
            <a:off x="10386240" y="2813682"/>
            <a:ext cx="914954" cy="369332"/>
          </a:xfrm>
          <a:prstGeom prst="rect">
            <a:avLst/>
          </a:prstGeom>
          <a:solidFill>
            <a:srgbClr val="BDD7EE"/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 Task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2" name="箭头: 右 1121">
            <a:extLst>
              <a:ext uri="{FF2B5EF4-FFF2-40B4-BE49-F238E27FC236}">
                <a16:creationId xmlns:a16="http://schemas.microsoft.com/office/drawing/2014/main" id="{9A97E1E1-2D6E-24B2-01D5-8C427CEF2F91}"/>
              </a:ext>
            </a:extLst>
          </p:cNvPr>
          <p:cNvSpPr/>
          <p:nvPr/>
        </p:nvSpPr>
        <p:spPr>
          <a:xfrm rot="18843878">
            <a:off x="3892226" y="2616014"/>
            <a:ext cx="349319" cy="218689"/>
          </a:xfrm>
          <a:prstGeom prst="rightArrow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436C2604-5E0B-0CF7-7916-3DAEDC651AE7}"/>
              </a:ext>
            </a:extLst>
          </p:cNvPr>
          <p:cNvSpPr txBox="1"/>
          <p:nvPr/>
        </p:nvSpPr>
        <p:spPr>
          <a:xfrm>
            <a:off x="9120360" y="3126343"/>
            <a:ext cx="2999294" cy="830997"/>
          </a:xfrm>
          <a:prstGeom prst="rect">
            <a:avLst/>
          </a:prstGeom>
          <a:noFill/>
          <a:ln w="19050">
            <a:noFill/>
            <a:prstDash val="solid"/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2400" dirty="0"/>
              <a:t>Aggregate </a:t>
            </a:r>
          </a:p>
          <a:p>
            <a:pPr algn="ctr"/>
            <a:r>
              <a:rPr lang="en-US" altLang="zh-CN" sz="2400" dirty="0"/>
              <a:t>Neighbor Embeddings</a:t>
            </a:r>
            <a:endParaRPr lang="zh-CN" altLang="en-US" sz="2400" dirty="0"/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F455095B-0E4C-3A23-AA5E-8638FFBABDCC}"/>
              </a:ext>
            </a:extLst>
          </p:cNvPr>
          <p:cNvSpPr txBox="1"/>
          <p:nvPr/>
        </p:nvSpPr>
        <p:spPr>
          <a:xfrm>
            <a:off x="6190255" y="5713448"/>
            <a:ext cx="1798887" cy="707886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b="1" i="0" dirty="0">
                <a:solidFill>
                  <a:schemeClr val="accent2"/>
                </a:solidFill>
                <a:cs typeface="Arial" panose="020B0604020202020204" pitchFamily="34" charset="0"/>
              </a:rPr>
              <a:t>Intermediate</a:t>
            </a:r>
            <a:r>
              <a:rPr lang="zh-CN" altLang="en-US" sz="2000" b="1" dirty="0">
                <a:solidFill>
                  <a:schemeClr val="accent2"/>
                </a:solidFill>
                <a:cs typeface="Arial" panose="020B0604020202020204" pitchFamily="34" charset="0"/>
              </a:rPr>
              <a:t> </a:t>
            </a:r>
            <a:r>
              <a:rPr lang="en-US" altLang="zh-CN" sz="2000" b="1" dirty="0">
                <a:solidFill>
                  <a:schemeClr val="accent2"/>
                </a:solidFill>
                <a:cs typeface="Arial" panose="020B0604020202020204" pitchFamily="34" charset="0"/>
              </a:rPr>
              <a:t>Data</a:t>
            </a:r>
            <a:endParaRPr lang="zh-CN" altLang="en-US" sz="2000" b="1" dirty="0">
              <a:solidFill>
                <a:schemeClr val="accent2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81202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288000" y="0"/>
            <a:ext cx="11164860" cy="141763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badi" panose="020B0604020202020204" pitchFamily="34" charset="0"/>
                <a:sym typeface="+mn-ea"/>
              </a:rPr>
              <a:t>Multi-GPU GNN Systems with Data Parallelism</a:t>
            </a:r>
            <a:endParaRPr lang="en-US" altLang="zh-CN" sz="3600" dirty="0">
              <a:latin typeface="Century Gothic" panose="020B050202020202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5" name="Rectangle 10"/>
          <p:cNvSpPr/>
          <p:nvPr/>
        </p:nvSpPr>
        <p:spPr>
          <a:xfrm>
            <a:off x="0" y="420787"/>
            <a:ext cx="288000" cy="57606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709CA35-E3F2-8BFB-A5B2-4DB572AEBBDF}"/>
              </a:ext>
            </a:extLst>
          </p:cNvPr>
          <p:cNvSpPr txBox="1"/>
          <p:nvPr/>
        </p:nvSpPr>
        <p:spPr>
          <a:xfrm>
            <a:off x="1558875" y="3539753"/>
            <a:ext cx="1088070" cy="400111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cs typeface="Arial" panose="020B0604020202020204" pitchFamily="34" charset="0"/>
              </a:rPr>
              <a:t>Graph</a:t>
            </a:r>
            <a:endParaRPr lang="zh-CN" altLang="en-US" sz="2000" b="1" dirty="0">
              <a:cs typeface="Arial" panose="020B0604020202020204" pitchFamily="34" charset="0"/>
            </a:endParaRP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B39A61F0-CCEA-47ED-52A7-1F966E022291}"/>
              </a:ext>
            </a:extLst>
          </p:cNvPr>
          <p:cNvSpPr/>
          <p:nvPr/>
        </p:nvSpPr>
        <p:spPr>
          <a:xfrm rot="5400000">
            <a:off x="2159528" y="2411057"/>
            <a:ext cx="323707" cy="323867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cs typeface="Arial" panose="020B0604020202020204" pitchFamily="34" charset="0"/>
              </a:rPr>
              <a:t>1</a:t>
            </a:r>
            <a:endParaRPr lang="zh-CN" altLang="en-US" sz="2400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FE8434F3-0B5B-1C4E-F302-A2502BCA608E}"/>
              </a:ext>
            </a:extLst>
          </p:cNvPr>
          <p:cNvSpPr/>
          <p:nvPr/>
        </p:nvSpPr>
        <p:spPr>
          <a:xfrm rot="5400000">
            <a:off x="2159528" y="3113846"/>
            <a:ext cx="323707" cy="323867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cs typeface="Arial" panose="020B0604020202020204" pitchFamily="34" charset="0"/>
              </a:rPr>
              <a:t>3</a:t>
            </a:r>
            <a:endParaRPr lang="zh-CN" altLang="en-US" sz="2400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005EA1F2-F4B4-4599-5060-A9A45AB8C69E}"/>
              </a:ext>
            </a:extLst>
          </p:cNvPr>
          <p:cNvSpPr/>
          <p:nvPr/>
        </p:nvSpPr>
        <p:spPr>
          <a:xfrm rot="5400000">
            <a:off x="1497554" y="2411057"/>
            <a:ext cx="323707" cy="323867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cs typeface="Arial" panose="020B0604020202020204" pitchFamily="34" charset="0"/>
              </a:rPr>
              <a:t>0</a:t>
            </a:r>
            <a:endParaRPr lang="zh-CN" altLang="en-US" sz="2400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D732ED16-3C19-3C6F-1602-6C25C988DEAE}"/>
              </a:ext>
            </a:extLst>
          </p:cNvPr>
          <p:cNvSpPr/>
          <p:nvPr/>
        </p:nvSpPr>
        <p:spPr>
          <a:xfrm rot="5400000">
            <a:off x="1497554" y="3113846"/>
            <a:ext cx="323707" cy="323867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cs typeface="Arial" panose="020B0604020202020204" pitchFamily="34" charset="0"/>
              </a:rPr>
              <a:t>2</a:t>
            </a:r>
            <a:endParaRPr lang="zh-CN" altLang="en-US" sz="2400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cxnSp>
        <p:nvCxnSpPr>
          <p:cNvPr id="10" name="直接连接符 781">
            <a:extLst>
              <a:ext uri="{FF2B5EF4-FFF2-40B4-BE49-F238E27FC236}">
                <a16:creationId xmlns:a16="http://schemas.microsoft.com/office/drawing/2014/main" id="{DB3AC2ED-3837-698E-C23B-16E9710CF8CC}"/>
              </a:ext>
            </a:extLst>
          </p:cNvPr>
          <p:cNvCxnSpPr>
            <a:cxnSpLocks/>
          </p:cNvCxnSpPr>
          <p:nvPr/>
        </p:nvCxnSpPr>
        <p:spPr>
          <a:xfrm flipH="1">
            <a:off x="1822802" y="2572983"/>
            <a:ext cx="32824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直接连接符 786">
            <a:extLst>
              <a:ext uri="{FF2B5EF4-FFF2-40B4-BE49-F238E27FC236}">
                <a16:creationId xmlns:a16="http://schemas.microsoft.com/office/drawing/2014/main" id="{9303225E-C395-7D69-D6AD-EA9B4C2E8382}"/>
              </a:ext>
            </a:extLst>
          </p:cNvPr>
          <p:cNvCxnSpPr>
            <a:cxnSpLocks/>
          </p:cNvCxnSpPr>
          <p:nvPr/>
        </p:nvCxnSpPr>
        <p:spPr>
          <a:xfrm>
            <a:off x="1659408" y="2734845"/>
            <a:ext cx="0" cy="37908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矩形 11">
            <a:extLst>
              <a:ext uri="{FF2B5EF4-FFF2-40B4-BE49-F238E27FC236}">
                <a16:creationId xmlns:a16="http://schemas.microsoft.com/office/drawing/2014/main" id="{3581CD8E-1448-B19F-1B68-0D1F9C367782}"/>
              </a:ext>
            </a:extLst>
          </p:cNvPr>
          <p:cNvSpPr/>
          <p:nvPr/>
        </p:nvSpPr>
        <p:spPr>
          <a:xfrm rot="5400000" flipH="1">
            <a:off x="934264" y="2322714"/>
            <a:ext cx="241954" cy="20543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52243E9-9892-C726-FCF6-84FAA3C18CA9}"/>
              </a:ext>
            </a:extLst>
          </p:cNvPr>
          <p:cNvSpPr/>
          <p:nvPr/>
        </p:nvSpPr>
        <p:spPr>
          <a:xfrm rot="5400000" flipH="1">
            <a:off x="728840" y="2322720"/>
            <a:ext cx="241951" cy="20543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71D65AA-0D66-B1CE-794D-EDB53C4B4479}"/>
              </a:ext>
            </a:extLst>
          </p:cNvPr>
          <p:cNvSpPr/>
          <p:nvPr/>
        </p:nvSpPr>
        <p:spPr>
          <a:xfrm rot="5400000" flipH="1">
            <a:off x="523408" y="2322723"/>
            <a:ext cx="241940" cy="20543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7D538AF-2F37-F0C4-3391-FE716A53A645}"/>
              </a:ext>
            </a:extLst>
          </p:cNvPr>
          <p:cNvSpPr/>
          <p:nvPr/>
        </p:nvSpPr>
        <p:spPr>
          <a:xfrm rot="5400000" flipH="1">
            <a:off x="317984" y="2322725"/>
            <a:ext cx="241940" cy="20543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613B9B69-EA97-BA51-0064-3909B61B0E0B}"/>
              </a:ext>
            </a:extLst>
          </p:cNvPr>
          <p:cNvSpPr/>
          <p:nvPr/>
        </p:nvSpPr>
        <p:spPr>
          <a:xfrm rot="5400000" flipH="1">
            <a:off x="934264" y="2618608"/>
            <a:ext cx="241954" cy="20543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F7C119F-79DE-4DCF-CB2C-DE3966EAD8E3}"/>
              </a:ext>
            </a:extLst>
          </p:cNvPr>
          <p:cNvSpPr/>
          <p:nvPr/>
        </p:nvSpPr>
        <p:spPr>
          <a:xfrm rot="5400000" flipH="1">
            <a:off x="728840" y="2618614"/>
            <a:ext cx="241951" cy="20543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89C482D-C736-3728-0BD3-D8E99212461A}"/>
              </a:ext>
            </a:extLst>
          </p:cNvPr>
          <p:cNvSpPr/>
          <p:nvPr/>
        </p:nvSpPr>
        <p:spPr>
          <a:xfrm rot="5400000" flipH="1">
            <a:off x="523408" y="2618618"/>
            <a:ext cx="241940" cy="20543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4BAA7583-B719-73E9-C06F-423CEF037D97}"/>
              </a:ext>
            </a:extLst>
          </p:cNvPr>
          <p:cNvSpPr/>
          <p:nvPr/>
        </p:nvSpPr>
        <p:spPr>
          <a:xfrm rot="5400000" flipH="1">
            <a:off x="317984" y="2618619"/>
            <a:ext cx="241940" cy="20543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B8A4FA2E-FE10-87C7-837A-AAE05A399BE5}"/>
              </a:ext>
            </a:extLst>
          </p:cNvPr>
          <p:cNvSpPr/>
          <p:nvPr/>
        </p:nvSpPr>
        <p:spPr>
          <a:xfrm rot="5400000" flipH="1">
            <a:off x="934264" y="3012260"/>
            <a:ext cx="241954" cy="20543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023EDA8C-50B1-FBB7-6C2E-A5114686966E}"/>
              </a:ext>
            </a:extLst>
          </p:cNvPr>
          <p:cNvSpPr/>
          <p:nvPr/>
        </p:nvSpPr>
        <p:spPr>
          <a:xfrm rot="5400000" flipH="1">
            <a:off x="728840" y="3012267"/>
            <a:ext cx="241951" cy="20543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F3962B14-3F48-92EC-90B0-7C33B574C1A9}"/>
              </a:ext>
            </a:extLst>
          </p:cNvPr>
          <p:cNvSpPr/>
          <p:nvPr/>
        </p:nvSpPr>
        <p:spPr>
          <a:xfrm rot="5400000" flipH="1">
            <a:off x="523408" y="3012270"/>
            <a:ext cx="241940" cy="20543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003F67E9-08F6-1BD1-E2B1-9CFBE06E56A4}"/>
              </a:ext>
            </a:extLst>
          </p:cNvPr>
          <p:cNvSpPr/>
          <p:nvPr/>
        </p:nvSpPr>
        <p:spPr>
          <a:xfrm rot="5400000" flipH="1">
            <a:off x="317984" y="3012271"/>
            <a:ext cx="241940" cy="20543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8BDF58AD-3195-EC7A-2898-F9B2B6CC2FA3}"/>
              </a:ext>
            </a:extLst>
          </p:cNvPr>
          <p:cNvSpPr/>
          <p:nvPr/>
        </p:nvSpPr>
        <p:spPr>
          <a:xfrm rot="5400000" flipH="1">
            <a:off x="934264" y="3308155"/>
            <a:ext cx="241954" cy="20543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D2773DE6-85D0-A06A-6904-1BEDB52E2868}"/>
              </a:ext>
            </a:extLst>
          </p:cNvPr>
          <p:cNvSpPr/>
          <p:nvPr/>
        </p:nvSpPr>
        <p:spPr>
          <a:xfrm rot="5400000" flipH="1">
            <a:off x="728840" y="3308161"/>
            <a:ext cx="241951" cy="20543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D93687DD-9D0D-F7CC-0741-6FD0E4C10B4D}"/>
              </a:ext>
            </a:extLst>
          </p:cNvPr>
          <p:cNvSpPr/>
          <p:nvPr/>
        </p:nvSpPr>
        <p:spPr>
          <a:xfrm rot="5400000" flipH="1">
            <a:off x="523408" y="3308164"/>
            <a:ext cx="241940" cy="20543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FC1B7654-C154-821A-F35D-EA4FB15E19F5}"/>
              </a:ext>
            </a:extLst>
          </p:cNvPr>
          <p:cNvSpPr/>
          <p:nvPr/>
        </p:nvSpPr>
        <p:spPr>
          <a:xfrm rot="5400000" flipH="1">
            <a:off x="317984" y="3308166"/>
            <a:ext cx="241940" cy="20543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6C1D67B6-D2FF-B109-D2B2-692FA1CF3339}"/>
              </a:ext>
            </a:extLst>
          </p:cNvPr>
          <p:cNvSpPr txBox="1"/>
          <p:nvPr/>
        </p:nvSpPr>
        <p:spPr>
          <a:xfrm>
            <a:off x="266734" y="3539753"/>
            <a:ext cx="1071288" cy="400111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cs typeface="Arial" panose="020B0604020202020204" pitchFamily="34" charset="0"/>
              </a:rPr>
              <a:t>Feature</a:t>
            </a:r>
            <a:endParaRPr lang="zh-CN" altLang="en-US" sz="2000" b="1" dirty="0">
              <a:cs typeface="Arial" panose="020B0604020202020204" pitchFamily="34" charset="0"/>
            </a:endParaRPr>
          </a:p>
        </p:txBody>
      </p:sp>
      <p:cxnSp>
        <p:nvCxnSpPr>
          <p:cNvPr id="29" name="直接连接符 458">
            <a:extLst>
              <a:ext uri="{FF2B5EF4-FFF2-40B4-BE49-F238E27FC236}">
                <a16:creationId xmlns:a16="http://schemas.microsoft.com/office/drawing/2014/main" id="{DAC8C52F-4119-E7A7-E314-24B55CA85BFB}"/>
              </a:ext>
            </a:extLst>
          </p:cNvPr>
          <p:cNvCxnSpPr>
            <a:cxnSpLocks/>
          </p:cNvCxnSpPr>
          <p:nvPr/>
        </p:nvCxnSpPr>
        <p:spPr>
          <a:xfrm flipV="1">
            <a:off x="2321382" y="2732658"/>
            <a:ext cx="0" cy="38126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直接连接符 461">
            <a:extLst>
              <a:ext uri="{FF2B5EF4-FFF2-40B4-BE49-F238E27FC236}">
                <a16:creationId xmlns:a16="http://schemas.microsoft.com/office/drawing/2014/main" id="{F1650873-22F4-E5CE-9D3D-7C95411A68DB}"/>
              </a:ext>
            </a:extLst>
          </p:cNvPr>
          <p:cNvCxnSpPr>
            <a:cxnSpLocks/>
            <a:stCxn id="7" idx="3"/>
            <a:endCxn id="8" idx="7"/>
          </p:cNvCxnSpPr>
          <p:nvPr/>
        </p:nvCxnSpPr>
        <p:spPr>
          <a:xfrm flipH="1" flipV="1">
            <a:off x="1773912" y="2687439"/>
            <a:ext cx="432966" cy="47389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直接连接符 464">
            <a:extLst>
              <a:ext uri="{FF2B5EF4-FFF2-40B4-BE49-F238E27FC236}">
                <a16:creationId xmlns:a16="http://schemas.microsoft.com/office/drawing/2014/main" id="{26FDE370-8104-0FB5-18EA-6B201C1A8426}"/>
              </a:ext>
            </a:extLst>
          </p:cNvPr>
          <p:cNvCxnSpPr>
            <a:cxnSpLocks/>
          </p:cNvCxnSpPr>
          <p:nvPr/>
        </p:nvCxnSpPr>
        <p:spPr>
          <a:xfrm flipH="1">
            <a:off x="1819882" y="3275772"/>
            <a:ext cx="3299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直接连接符 483">
            <a:extLst>
              <a:ext uri="{FF2B5EF4-FFF2-40B4-BE49-F238E27FC236}">
                <a16:creationId xmlns:a16="http://schemas.microsoft.com/office/drawing/2014/main" id="{AFD05B67-E2F5-0A4B-1E5E-06D7C966D580}"/>
              </a:ext>
            </a:extLst>
          </p:cNvPr>
          <p:cNvCxnSpPr>
            <a:cxnSpLocks/>
          </p:cNvCxnSpPr>
          <p:nvPr/>
        </p:nvCxnSpPr>
        <p:spPr>
          <a:xfrm flipH="1">
            <a:off x="221520" y="2916998"/>
            <a:ext cx="2233003" cy="4534"/>
          </a:xfrm>
          <a:prstGeom prst="line">
            <a:avLst/>
          </a:prstGeom>
          <a:ln w="28575">
            <a:solidFill>
              <a:schemeClr val="tx1"/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文本框 33">
            <a:extLst>
              <a:ext uri="{FF2B5EF4-FFF2-40B4-BE49-F238E27FC236}">
                <a16:creationId xmlns:a16="http://schemas.microsoft.com/office/drawing/2014/main" id="{B5B77D80-DB02-E6D6-8740-E194BBB02681}"/>
              </a:ext>
            </a:extLst>
          </p:cNvPr>
          <p:cNvSpPr txBox="1"/>
          <p:nvPr/>
        </p:nvSpPr>
        <p:spPr>
          <a:xfrm>
            <a:off x="2246021" y="1378128"/>
            <a:ext cx="1182662" cy="461665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cs typeface="Arial" panose="020B0604020202020204" pitchFamily="34" charset="0"/>
              </a:rPr>
              <a:t>GPU1</a:t>
            </a:r>
            <a:endParaRPr lang="zh-CN" altLang="en-US" sz="3600" b="1" dirty="0">
              <a:cs typeface="Arial" panose="020B0604020202020204" pitchFamily="34" charset="0"/>
            </a:endParaRPr>
          </a:p>
        </p:txBody>
      </p:sp>
      <p:cxnSp>
        <p:nvCxnSpPr>
          <p:cNvPr id="35" name="直接连接符 953">
            <a:extLst>
              <a:ext uri="{FF2B5EF4-FFF2-40B4-BE49-F238E27FC236}">
                <a16:creationId xmlns:a16="http://schemas.microsoft.com/office/drawing/2014/main" id="{7C8AD6D7-C4BB-4033-F0AB-A7F03B7521FF}"/>
              </a:ext>
            </a:extLst>
          </p:cNvPr>
          <p:cNvCxnSpPr>
            <a:cxnSpLocks/>
          </p:cNvCxnSpPr>
          <p:nvPr/>
        </p:nvCxnSpPr>
        <p:spPr>
          <a:xfrm flipV="1">
            <a:off x="1175682" y="1622243"/>
            <a:ext cx="1036461" cy="392021"/>
          </a:xfrm>
          <a:prstGeom prst="bentConnector3">
            <a:avLst>
              <a:gd name="adj1" fmla="val 771"/>
            </a:avLst>
          </a:prstGeom>
          <a:ln w="28575">
            <a:solidFill>
              <a:schemeClr val="tx1"/>
            </a:solidFill>
            <a:prstDash val="solid"/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直接连接符 953">
            <a:extLst>
              <a:ext uri="{FF2B5EF4-FFF2-40B4-BE49-F238E27FC236}">
                <a16:creationId xmlns:a16="http://schemas.microsoft.com/office/drawing/2014/main" id="{B146A5E1-49C1-BE21-841F-26638414C3E4}"/>
              </a:ext>
            </a:extLst>
          </p:cNvPr>
          <p:cNvCxnSpPr>
            <a:cxnSpLocks/>
          </p:cNvCxnSpPr>
          <p:nvPr/>
        </p:nvCxnSpPr>
        <p:spPr>
          <a:xfrm>
            <a:off x="1153137" y="4036528"/>
            <a:ext cx="1052054" cy="440352"/>
          </a:xfrm>
          <a:prstGeom prst="bentConnector3">
            <a:avLst>
              <a:gd name="adj1" fmla="val 891"/>
            </a:avLst>
          </a:prstGeom>
          <a:ln w="28575">
            <a:solidFill>
              <a:schemeClr val="tx1"/>
            </a:solidFill>
            <a:prstDash val="solid"/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文本框 36">
            <a:extLst>
              <a:ext uri="{FF2B5EF4-FFF2-40B4-BE49-F238E27FC236}">
                <a16:creationId xmlns:a16="http://schemas.microsoft.com/office/drawing/2014/main" id="{249EBF6A-EF98-67F1-7BCF-3B6A5A0688EF}"/>
              </a:ext>
            </a:extLst>
          </p:cNvPr>
          <p:cNvSpPr txBox="1"/>
          <p:nvPr/>
        </p:nvSpPr>
        <p:spPr>
          <a:xfrm>
            <a:off x="2213257" y="4242542"/>
            <a:ext cx="1182662" cy="461665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cs typeface="Arial" panose="020B0604020202020204" pitchFamily="34" charset="0"/>
              </a:rPr>
              <a:t>GPU2</a:t>
            </a:r>
            <a:endParaRPr lang="zh-CN" altLang="en-US" sz="3600" b="1" dirty="0"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5DB06333-BA64-FBE8-5A9B-CC810276AE39}"/>
                  </a:ext>
                </a:extLst>
              </p:cNvPr>
              <p:cNvSpPr txBox="1"/>
              <p:nvPr/>
            </p:nvSpPr>
            <p:spPr>
              <a:xfrm>
                <a:off x="266734" y="3818078"/>
                <a:ext cx="1071288" cy="461665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1" i="1" dirty="0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altLang="zh-CN" sz="2400" b="1" i="1" dirty="0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𝑿</m:t>
                          </m:r>
                        </m:e>
                        <m:sub>
                          <m:r>
                            <a:rPr lang="en-US" altLang="zh-CN" sz="2400" b="1" i="1" dirty="0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𝟎</m:t>
                          </m:r>
                        </m:sub>
                      </m:sSub>
                    </m:oMath>
                  </m:oMathPara>
                </a14:m>
                <a:endParaRPr lang="zh-CN" altLang="en-US" sz="2400" b="1" dirty="0">
                  <a:solidFill>
                    <a:schemeClr val="accent6"/>
                  </a:solidFill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5DB06333-BA64-FBE8-5A9B-CC810276AE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734" y="3818078"/>
                <a:ext cx="1071288" cy="461665"/>
              </a:xfrm>
              <a:prstGeom prst="rect">
                <a:avLst/>
              </a:prstGeom>
              <a:blipFill>
                <a:blip r:embed="rId3"/>
                <a:stretch>
                  <a:fillRect b="-2632"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59" name="文本框 658">
            <a:extLst>
              <a:ext uri="{FF2B5EF4-FFF2-40B4-BE49-F238E27FC236}">
                <a16:creationId xmlns:a16="http://schemas.microsoft.com/office/drawing/2014/main" id="{C3325C92-8017-D209-BA86-E92D3C0460F3}"/>
              </a:ext>
            </a:extLst>
          </p:cNvPr>
          <p:cNvSpPr txBox="1"/>
          <p:nvPr/>
        </p:nvSpPr>
        <p:spPr>
          <a:xfrm>
            <a:off x="241248" y="6064139"/>
            <a:ext cx="3157268" cy="400110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FF0000"/>
                </a:solidFill>
                <a:cs typeface="Arial" panose="020B0604020202020204" pitchFamily="34" charset="0"/>
              </a:rPr>
              <a:t>The Memory of GPU 1</a:t>
            </a:r>
            <a:endParaRPr lang="zh-CN" altLang="en-US" sz="3200" b="1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  <p:grpSp>
        <p:nvGrpSpPr>
          <p:cNvPr id="597" name="组合 596">
            <a:extLst>
              <a:ext uri="{FF2B5EF4-FFF2-40B4-BE49-F238E27FC236}">
                <a16:creationId xmlns:a16="http://schemas.microsoft.com/office/drawing/2014/main" id="{A3AB9EC3-2062-BD90-4223-E74AE1176097}"/>
              </a:ext>
            </a:extLst>
          </p:cNvPr>
          <p:cNvGrpSpPr/>
          <p:nvPr/>
        </p:nvGrpSpPr>
        <p:grpSpPr>
          <a:xfrm>
            <a:off x="3676702" y="6065534"/>
            <a:ext cx="621640" cy="669775"/>
            <a:chOff x="3656357" y="6507685"/>
            <a:chExt cx="621640" cy="669775"/>
          </a:xfrm>
        </p:grpSpPr>
        <p:sp>
          <p:nvSpPr>
            <p:cNvPr id="598" name="矩形 1174">
              <a:extLst>
                <a:ext uri="{FF2B5EF4-FFF2-40B4-BE49-F238E27FC236}">
                  <a16:creationId xmlns:a16="http://schemas.microsoft.com/office/drawing/2014/main" id="{2C73A039-57CE-A483-8347-742AC622A14C}"/>
                </a:ext>
              </a:extLst>
            </p:cNvPr>
            <p:cNvSpPr/>
            <p:nvPr/>
          </p:nvSpPr>
          <p:spPr>
            <a:xfrm rot="10800000">
              <a:off x="3657805" y="7037952"/>
              <a:ext cx="618707" cy="139508"/>
            </a:xfrm>
            <a:custGeom>
              <a:avLst/>
              <a:gdLst>
                <a:gd name="connsiteX0" fmla="*/ 0 w 595706"/>
                <a:gd name="connsiteY0" fmla="*/ 0 h 92965"/>
                <a:gd name="connsiteX1" fmla="*/ 595706 w 595706"/>
                <a:gd name="connsiteY1" fmla="*/ 0 h 92965"/>
                <a:gd name="connsiteX2" fmla="*/ 595706 w 595706"/>
                <a:gd name="connsiteY2" fmla="*/ 92965 h 92965"/>
                <a:gd name="connsiteX3" fmla="*/ 0 w 595706"/>
                <a:gd name="connsiteY3" fmla="*/ 92965 h 92965"/>
                <a:gd name="connsiteX4" fmla="*/ 0 w 595706"/>
                <a:gd name="connsiteY4" fmla="*/ 0 h 92965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131 w 595837"/>
                <a:gd name="connsiteY0" fmla="*/ 0 h 148754"/>
                <a:gd name="connsiteX1" fmla="*/ 595837 w 595837"/>
                <a:gd name="connsiteY1" fmla="*/ 0 h 148754"/>
                <a:gd name="connsiteX2" fmla="*/ 595837 w 595837"/>
                <a:gd name="connsiteY2" fmla="*/ 92965 h 148754"/>
                <a:gd name="connsiteX3" fmla="*/ 131 w 595837"/>
                <a:gd name="connsiteY3" fmla="*/ 148754 h 148754"/>
                <a:gd name="connsiteX4" fmla="*/ 131 w 595837"/>
                <a:gd name="connsiteY4" fmla="*/ 0 h 148754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56571"/>
                <a:gd name="connsiteX1" fmla="*/ 595837 w 595837"/>
                <a:gd name="connsiteY1" fmla="*/ 0 h 156571"/>
                <a:gd name="connsiteX2" fmla="*/ 594316 w 595837"/>
                <a:gd name="connsiteY2" fmla="*/ 141984 h 156571"/>
                <a:gd name="connsiteX3" fmla="*/ 131 w 595837"/>
                <a:gd name="connsiteY3" fmla="*/ 140590 h 156571"/>
                <a:gd name="connsiteX4" fmla="*/ 131 w 595837"/>
                <a:gd name="connsiteY4" fmla="*/ 0 h 156571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0 w 600949"/>
                <a:gd name="connsiteY0" fmla="*/ 0 h 271309"/>
                <a:gd name="connsiteX1" fmla="*/ 600949 w 600949"/>
                <a:gd name="connsiteY1" fmla="*/ 0 h 271309"/>
                <a:gd name="connsiteX2" fmla="*/ 599428 w 600949"/>
                <a:gd name="connsiteY2" fmla="*/ 141984 h 271309"/>
                <a:gd name="connsiteX3" fmla="*/ 3722 w 600949"/>
                <a:gd name="connsiteY3" fmla="*/ 271309 h 271309"/>
                <a:gd name="connsiteX4" fmla="*/ 0 w 600949"/>
                <a:gd name="connsiteY4" fmla="*/ 0 h 271309"/>
                <a:gd name="connsiteX0" fmla="*/ 0 w 599639"/>
                <a:gd name="connsiteY0" fmla="*/ 0 h 271309"/>
                <a:gd name="connsiteX1" fmla="*/ 599639 w 599639"/>
                <a:gd name="connsiteY1" fmla="*/ 0 h 271309"/>
                <a:gd name="connsiteX2" fmla="*/ 599428 w 599639"/>
                <a:gd name="connsiteY2" fmla="*/ 141984 h 271309"/>
                <a:gd name="connsiteX3" fmla="*/ 3722 w 599639"/>
                <a:gd name="connsiteY3" fmla="*/ 271309 h 271309"/>
                <a:gd name="connsiteX4" fmla="*/ 0 w 599639"/>
                <a:gd name="connsiteY4" fmla="*/ 0 h 271309"/>
                <a:gd name="connsiteX0" fmla="*/ 0 w 597018"/>
                <a:gd name="connsiteY0" fmla="*/ 0 h 271309"/>
                <a:gd name="connsiteX1" fmla="*/ 597018 w 597018"/>
                <a:gd name="connsiteY1" fmla="*/ 0 h 271309"/>
                <a:gd name="connsiteX2" fmla="*/ 596807 w 597018"/>
                <a:gd name="connsiteY2" fmla="*/ 141984 h 271309"/>
                <a:gd name="connsiteX3" fmla="*/ 1101 w 597018"/>
                <a:gd name="connsiteY3" fmla="*/ 271309 h 271309"/>
                <a:gd name="connsiteX4" fmla="*/ 0 w 597018"/>
                <a:gd name="connsiteY4" fmla="*/ 0 h 271309"/>
                <a:gd name="connsiteX0" fmla="*/ 0 w 596807"/>
                <a:gd name="connsiteY0" fmla="*/ 0 h 271309"/>
                <a:gd name="connsiteX1" fmla="*/ 591775 w 596807"/>
                <a:gd name="connsiteY1" fmla="*/ 0 h 271309"/>
                <a:gd name="connsiteX2" fmla="*/ 596807 w 596807"/>
                <a:gd name="connsiteY2" fmla="*/ 141984 h 271309"/>
                <a:gd name="connsiteX3" fmla="*/ 1101 w 596807"/>
                <a:gd name="connsiteY3" fmla="*/ 271309 h 271309"/>
                <a:gd name="connsiteX4" fmla="*/ 0 w 596807"/>
                <a:gd name="connsiteY4" fmla="*/ 0 h 271309"/>
                <a:gd name="connsiteX0" fmla="*/ 0 w 596807"/>
                <a:gd name="connsiteY0" fmla="*/ 0 h 271309"/>
                <a:gd name="connsiteX1" fmla="*/ 595708 w 596807"/>
                <a:gd name="connsiteY1" fmla="*/ 0 h 271309"/>
                <a:gd name="connsiteX2" fmla="*/ 596807 w 596807"/>
                <a:gd name="connsiteY2" fmla="*/ 141984 h 271309"/>
                <a:gd name="connsiteX3" fmla="*/ 1101 w 596807"/>
                <a:gd name="connsiteY3" fmla="*/ 271309 h 271309"/>
                <a:gd name="connsiteX4" fmla="*/ 0 w 596807"/>
                <a:gd name="connsiteY4" fmla="*/ 0 h 271309"/>
                <a:gd name="connsiteX0" fmla="*/ 0 w 595708"/>
                <a:gd name="connsiteY0" fmla="*/ 0 h 271309"/>
                <a:gd name="connsiteX1" fmla="*/ 595708 w 595708"/>
                <a:gd name="connsiteY1" fmla="*/ 0 h 271309"/>
                <a:gd name="connsiteX2" fmla="*/ 594186 w 595708"/>
                <a:gd name="connsiteY2" fmla="*/ 141985 h 271309"/>
                <a:gd name="connsiteX3" fmla="*/ 1101 w 595708"/>
                <a:gd name="connsiteY3" fmla="*/ 271309 h 271309"/>
                <a:gd name="connsiteX4" fmla="*/ 0 w 595708"/>
                <a:gd name="connsiteY4" fmla="*/ 0 h 271309"/>
                <a:gd name="connsiteX0" fmla="*/ 0 w 596439"/>
                <a:gd name="connsiteY0" fmla="*/ 109083 h 380392"/>
                <a:gd name="connsiteX1" fmla="*/ 595708 w 596439"/>
                <a:gd name="connsiteY1" fmla="*/ 109083 h 380392"/>
                <a:gd name="connsiteX2" fmla="*/ 594186 w 596439"/>
                <a:gd name="connsiteY2" fmla="*/ 251068 h 380392"/>
                <a:gd name="connsiteX3" fmla="*/ 1101 w 596439"/>
                <a:gd name="connsiteY3" fmla="*/ 380392 h 380392"/>
                <a:gd name="connsiteX4" fmla="*/ 0 w 596439"/>
                <a:gd name="connsiteY4" fmla="*/ 109083 h 380392"/>
                <a:gd name="connsiteX0" fmla="*/ 0 w 595708"/>
                <a:gd name="connsiteY0" fmla="*/ 0 h 271309"/>
                <a:gd name="connsiteX1" fmla="*/ 595708 w 595708"/>
                <a:gd name="connsiteY1" fmla="*/ 0 h 271309"/>
                <a:gd name="connsiteX2" fmla="*/ 594186 w 595708"/>
                <a:gd name="connsiteY2" fmla="*/ 141985 h 271309"/>
                <a:gd name="connsiteX3" fmla="*/ 1101 w 595708"/>
                <a:gd name="connsiteY3" fmla="*/ 271309 h 271309"/>
                <a:gd name="connsiteX4" fmla="*/ 0 w 595708"/>
                <a:gd name="connsiteY4" fmla="*/ 0 h 271309"/>
                <a:gd name="connsiteX0" fmla="*/ 0 w 596808"/>
                <a:gd name="connsiteY0" fmla="*/ 0 h 271309"/>
                <a:gd name="connsiteX1" fmla="*/ 595708 w 596808"/>
                <a:gd name="connsiteY1" fmla="*/ 0 h 271309"/>
                <a:gd name="connsiteX2" fmla="*/ 596808 w 596808"/>
                <a:gd name="connsiteY2" fmla="*/ 141985 h 271309"/>
                <a:gd name="connsiteX3" fmla="*/ 1101 w 596808"/>
                <a:gd name="connsiteY3" fmla="*/ 271309 h 271309"/>
                <a:gd name="connsiteX4" fmla="*/ 0 w 596808"/>
                <a:gd name="connsiteY4" fmla="*/ 0 h 271309"/>
                <a:gd name="connsiteX0" fmla="*/ 0 w 596808"/>
                <a:gd name="connsiteY0" fmla="*/ 0 h 271309"/>
                <a:gd name="connsiteX1" fmla="*/ 595708 w 596808"/>
                <a:gd name="connsiteY1" fmla="*/ 0 h 271309"/>
                <a:gd name="connsiteX2" fmla="*/ 596808 w 596808"/>
                <a:gd name="connsiteY2" fmla="*/ 141985 h 271309"/>
                <a:gd name="connsiteX3" fmla="*/ 1101 w 596808"/>
                <a:gd name="connsiteY3" fmla="*/ 271309 h 271309"/>
                <a:gd name="connsiteX4" fmla="*/ 0 w 596808"/>
                <a:gd name="connsiteY4" fmla="*/ 0 h 271309"/>
                <a:gd name="connsiteX0" fmla="*/ 0 w 596808"/>
                <a:gd name="connsiteY0" fmla="*/ 0 h 271309"/>
                <a:gd name="connsiteX1" fmla="*/ 595708 w 596808"/>
                <a:gd name="connsiteY1" fmla="*/ 0 h 271309"/>
                <a:gd name="connsiteX2" fmla="*/ 596808 w 596808"/>
                <a:gd name="connsiteY2" fmla="*/ 141985 h 271309"/>
                <a:gd name="connsiteX3" fmla="*/ 1101 w 596808"/>
                <a:gd name="connsiteY3" fmla="*/ 271309 h 271309"/>
                <a:gd name="connsiteX4" fmla="*/ 0 w 596808"/>
                <a:gd name="connsiteY4" fmla="*/ 0 h 271309"/>
                <a:gd name="connsiteX0" fmla="*/ 0 w 595708"/>
                <a:gd name="connsiteY0" fmla="*/ 0 h 271309"/>
                <a:gd name="connsiteX1" fmla="*/ 595708 w 595708"/>
                <a:gd name="connsiteY1" fmla="*/ 0 h 271309"/>
                <a:gd name="connsiteX2" fmla="*/ 594186 w 595708"/>
                <a:gd name="connsiteY2" fmla="*/ 141985 h 271309"/>
                <a:gd name="connsiteX3" fmla="*/ 1101 w 595708"/>
                <a:gd name="connsiteY3" fmla="*/ 271309 h 271309"/>
                <a:gd name="connsiteX4" fmla="*/ 0 w 595708"/>
                <a:gd name="connsiteY4" fmla="*/ 0 h 271309"/>
                <a:gd name="connsiteX0" fmla="*/ 0 w 595708"/>
                <a:gd name="connsiteY0" fmla="*/ 0 h 271309"/>
                <a:gd name="connsiteX1" fmla="*/ 595708 w 595708"/>
                <a:gd name="connsiteY1" fmla="*/ 0 h 271309"/>
                <a:gd name="connsiteX2" fmla="*/ 594186 w 595708"/>
                <a:gd name="connsiteY2" fmla="*/ 141985 h 271309"/>
                <a:gd name="connsiteX3" fmla="*/ 1101 w 595708"/>
                <a:gd name="connsiteY3" fmla="*/ 271309 h 271309"/>
                <a:gd name="connsiteX4" fmla="*/ 0 w 595708"/>
                <a:gd name="connsiteY4" fmla="*/ 0 h 271309"/>
                <a:gd name="connsiteX0" fmla="*/ 0 w 595936"/>
                <a:gd name="connsiteY0" fmla="*/ 0 h 271309"/>
                <a:gd name="connsiteX1" fmla="*/ 595708 w 595936"/>
                <a:gd name="connsiteY1" fmla="*/ 0 h 271309"/>
                <a:gd name="connsiteX2" fmla="*/ 594186 w 595936"/>
                <a:gd name="connsiteY2" fmla="*/ 141985 h 271309"/>
                <a:gd name="connsiteX3" fmla="*/ 1101 w 595936"/>
                <a:gd name="connsiteY3" fmla="*/ 271309 h 271309"/>
                <a:gd name="connsiteX4" fmla="*/ 0 w 595936"/>
                <a:gd name="connsiteY4" fmla="*/ 0 h 271309"/>
                <a:gd name="connsiteX0" fmla="*/ 319 w 596255"/>
                <a:gd name="connsiteY0" fmla="*/ 0 h 271309"/>
                <a:gd name="connsiteX1" fmla="*/ 596027 w 596255"/>
                <a:gd name="connsiteY1" fmla="*/ 0 h 271309"/>
                <a:gd name="connsiteX2" fmla="*/ 594505 w 596255"/>
                <a:gd name="connsiteY2" fmla="*/ 141985 h 271309"/>
                <a:gd name="connsiteX3" fmla="*/ 110 w 596255"/>
                <a:gd name="connsiteY3" fmla="*/ 271309 h 271309"/>
                <a:gd name="connsiteX4" fmla="*/ 319 w 596255"/>
                <a:gd name="connsiteY4" fmla="*/ 0 h 271309"/>
                <a:gd name="connsiteX0" fmla="*/ 0 w 595936"/>
                <a:gd name="connsiteY0" fmla="*/ 0 h 271309"/>
                <a:gd name="connsiteX1" fmla="*/ 595708 w 595936"/>
                <a:gd name="connsiteY1" fmla="*/ 0 h 271309"/>
                <a:gd name="connsiteX2" fmla="*/ 594186 w 595936"/>
                <a:gd name="connsiteY2" fmla="*/ 141985 h 271309"/>
                <a:gd name="connsiteX3" fmla="*/ 1101 w 595936"/>
                <a:gd name="connsiteY3" fmla="*/ 271309 h 271309"/>
                <a:gd name="connsiteX4" fmla="*/ 0 w 595936"/>
                <a:gd name="connsiteY4" fmla="*/ 0 h 271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5936" h="271309">
                  <a:moveTo>
                    <a:pt x="0" y="0"/>
                  </a:moveTo>
                  <a:lnTo>
                    <a:pt x="595708" y="0"/>
                  </a:lnTo>
                  <a:cubicBezTo>
                    <a:pt x="595708" y="30988"/>
                    <a:pt x="596806" y="39550"/>
                    <a:pt x="594186" y="141985"/>
                  </a:cubicBezTo>
                  <a:cubicBezTo>
                    <a:pt x="404809" y="352086"/>
                    <a:pt x="341643" y="22672"/>
                    <a:pt x="1101" y="271309"/>
                  </a:cubicBezTo>
                  <a:cubicBezTo>
                    <a:pt x="647" y="226260"/>
                    <a:pt x="454" y="45049"/>
                    <a:pt x="0" y="0"/>
                  </a:cubicBez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599" name="组合 598">
              <a:extLst>
                <a:ext uri="{FF2B5EF4-FFF2-40B4-BE49-F238E27FC236}">
                  <a16:creationId xmlns:a16="http://schemas.microsoft.com/office/drawing/2014/main" id="{886584A2-8F14-0343-BBB5-66400C61BE8D}"/>
                </a:ext>
              </a:extLst>
            </p:cNvPr>
            <p:cNvGrpSpPr/>
            <p:nvPr/>
          </p:nvGrpSpPr>
          <p:grpSpPr>
            <a:xfrm>
              <a:off x="3656357" y="6507685"/>
              <a:ext cx="621640" cy="663817"/>
              <a:chOff x="3656357" y="6507685"/>
              <a:chExt cx="621640" cy="663817"/>
            </a:xfrm>
          </p:grpSpPr>
          <p:sp>
            <p:nvSpPr>
              <p:cNvPr id="600" name="矩形 599">
                <a:extLst>
                  <a:ext uri="{FF2B5EF4-FFF2-40B4-BE49-F238E27FC236}">
                    <a16:creationId xmlns:a16="http://schemas.microsoft.com/office/drawing/2014/main" id="{2F6AB136-4DF9-AA70-40CA-8EDCA4A1FE98}"/>
                  </a:ext>
                </a:extLst>
              </p:cNvPr>
              <p:cNvSpPr/>
              <p:nvPr/>
            </p:nvSpPr>
            <p:spPr>
              <a:xfrm>
                <a:off x="3656465" y="6640950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01" name="矩形 600">
                <a:extLst>
                  <a:ext uri="{FF2B5EF4-FFF2-40B4-BE49-F238E27FC236}">
                    <a16:creationId xmlns:a16="http://schemas.microsoft.com/office/drawing/2014/main" id="{C982E763-E1FC-89BD-FB27-F448F1BC94EB}"/>
                  </a:ext>
                </a:extLst>
              </p:cNvPr>
              <p:cNvSpPr/>
              <p:nvPr/>
            </p:nvSpPr>
            <p:spPr>
              <a:xfrm>
                <a:off x="3811875" y="6640950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02" name="矩形 601">
                <a:extLst>
                  <a:ext uri="{FF2B5EF4-FFF2-40B4-BE49-F238E27FC236}">
                    <a16:creationId xmlns:a16="http://schemas.microsoft.com/office/drawing/2014/main" id="{892005E8-9890-7EEE-DF73-CF2E818B6F00}"/>
                  </a:ext>
                </a:extLst>
              </p:cNvPr>
              <p:cNvSpPr/>
              <p:nvPr/>
            </p:nvSpPr>
            <p:spPr>
              <a:xfrm>
                <a:off x="3967285" y="6640950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03" name="矩形 602">
                <a:extLst>
                  <a:ext uri="{FF2B5EF4-FFF2-40B4-BE49-F238E27FC236}">
                    <a16:creationId xmlns:a16="http://schemas.microsoft.com/office/drawing/2014/main" id="{61A23AB9-1225-584B-F902-9B329100B108}"/>
                  </a:ext>
                </a:extLst>
              </p:cNvPr>
              <p:cNvSpPr/>
              <p:nvPr/>
            </p:nvSpPr>
            <p:spPr>
              <a:xfrm>
                <a:off x="4122695" y="6640950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04" name="矩形 603">
                <a:extLst>
                  <a:ext uri="{FF2B5EF4-FFF2-40B4-BE49-F238E27FC236}">
                    <a16:creationId xmlns:a16="http://schemas.microsoft.com/office/drawing/2014/main" id="{B2BB2A90-9AC8-D6F5-61F6-B9FE661445A1}"/>
                  </a:ext>
                </a:extLst>
              </p:cNvPr>
              <p:cNvSpPr/>
              <p:nvPr/>
            </p:nvSpPr>
            <p:spPr>
              <a:xfrm>
                <a:off x="3656465" y="6773574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05" name="矩形 604">
                <a:extLst>
                  <a:ext uri="{FF2B5EF4-FFF2-40B4-BE49-F238E27FC236}">
                    <a16:creationId xmlns:a16="http://schemas.microsoft.com/office/drawing/2014/main" id="{97399F19-77FD-4D0C-89BD-177D20715424}"/>
                  </a:ext>
                </a:extLst>
              </p:cNvPr>
              <p:cNvSpPr/>
              <p:nvPr/>
            </p:nvSpPr>
            <p:spPr>
              <a:xfrm>
                <a:off x="3811875" y="6773574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06" name="矩形 605">
                <a:extLst>
                  <a:ext uri="{FF2B5EF4-FFF2-40B4-BE49-F238E27FC236}">
                    <a16:creationId xmlns:a16="http://schemas.microsoft.com/office/drawing/2014/main" id="{B3745597-7EEE-5B6E-8368-905AA95F54B2}"/>
                  </a:ext>
                </a:extLst>
              </p:cNvPr>
              <p:cNvSpPr/>
              <p:nvPr/>
            </p:nvSpPr>
            <p:spPr>
              <a:xfrm>
                <a:off x="3967285" y="6773574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07" name="矩形 606">
                <a:extLst>
                  <a:ext uri="{FF2B5EF4-FFF2-40B4-BE49-F238E27FC236}">
                    <a16:creationId xmlns:a16="http://schemas.microsoft.com/office/drawing/2014/main" id="{8AD8ADEC-A240-398B-E5E0-3602D92F07E1}"/>
                  </a:ext>
                </a:extLst>
              </p:cNvPr>
              <p:cNvSpPr/>
              <p:nvPr/>
            </p:nvSpPr>
            <p:spPr>
              <a:xfrm>
                <a:off x="4122695" y="6773574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08" name="矩形 607">
                <a:extLst>
                  <a:ext uri="{FF2B5EF4-FFF2-40B4-BE49-F238E27FC236}">
                    <a16:creationId xmlns:a16="http://schemas.microsoft.com/office/drawing/2014/main" id="{7FDACAFC-F9A5-AAD7-00BA-680264C4398C}"/>
                  </a:ext>
                </a:extLst>
              </p:cNvPr>
              <p:cNvSpPr/>
              <p:nvPr/>
            </p:nvSpPr>
            <p:spPr>
              <a:xfrm>
                <a:off x="3656357" y="690625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09" name="矩形 608">
                <a:extLst>
                  <a:ext uri="{FF2B5EF4-FFF2-40B4-BE49-F238E27FC236}">
                    <a16:creationId xmlns:a16="http://schemas.microsoft.com/office/drawing/2014/main" id="{7FD77AC2-55D6-267D-FC85-C0386F52E383}"/>
                  </a:ext>
                </a:extLst>
              </p:cNvPr>
              <p:cNvSpPr/>
              <p:nvPr/>
            </p:nvSpPr>
            <p:spPr>
              <a:xfrm>
                <a:off x="3811767" y="690625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0" name="矩形 609">
                <a:extLst>
                  <a:ext uri="{FF2B5EF4-FFF2-40B4-BE49-F238E27FC236}">
                    <a16:creationId xmlns:a16="http://schemas.microsoft.com/office/drawing/2014/main" id="{2F4429C3-A915-E5A9-AE97-B6B6310F3B74}"/>
                  </a:ext>
                </a:extLst>
              </p:cNvPr>
              <p:cNvSpPr/>
              <p:nvPr/>
            </p:nvSpPr>
            <p:spPr>
              <a:xfrm>
                <a:off x="3967177" y="690625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1" name="矩形 610">
                <a:extLst>
                  <a:ext uri="{FF2B5EF4-FFF2-40B4-BE49-F238E27FC236}">
                    <a16:creationId xmlns:a16="http://schemas.microsoft.com/office/drawing/2014/main" id="{8603E164-2A0F-0F94-7C6F-E575B286D3A4}"/>
                  </a:ext>
                </a:extLst>
              </p:cNvPr>
              <p:cNvSpPr/>
              <p:nvPr/>
            </p:nvSpPr>
            <p:spPr>
              <a:xfrm>
                <a:off x="4122587" y="690625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2" name="矩形 611">
                <a:extLst>
                  <a:ext uri="{FF2B5EF4-FFF2-40B4-BE49-F238E27FC236}">
                    <a16:creationId xmlns:a16="http://schemas.microsoft.com/office/drawing/2014/main" id="{1BC2E19B-DAAF-F176-5CD9-564B33518FB3}"/>
                  </a:ext>
                </a:extLst>
              </p:cNvPr>
              <p:cNvSpPr/>
              <p:nvPr/>
            </p:nvSpPr>
            <p:spPr>
              <a:xfrm>
                <a:off x="3656357" y="7038879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3" name="矩形 612">
                <a:extLst>
                  <a:ext uri="{FF2B5EF4-FFF2-40B4-BE49-F238E27FC236}">
                    <a16:creationId xmlns:a16="http://schemas.microsoft.com/office/drawing/2014/main" id="{9ACDC26D-3623-8362-B0F8-52BF01ACA767}"/>
                  </a:ext>
                </a:extLst>
              </p:cNvPr>
              <p:cNvSpPr/>
              <p:nvPr/>
            </p:nvSpPr>
            <p:spPr>
              <a:xfrm>
                <a:off x="3811767" y="7038879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4" name="矩形 613">
                <a:extLst>
                  <a:ext uri="{FF2B5EF4-FFF2-40B4-BE49-F238E27FC236}">
                    <a16:creationId xmlns:a16="http://schemas.microsoft.com/office/drawing/2014/main" id="{4AF5F51E-45D8-D058-0507-B6143893702C}"/>
                  </a:ext>
                </a:extLst>
              </p:cNvPr>
              <p:cNvSpPr/>
              <p:nvPr/>
            </p:nvSpPr>
            <p:spPr>
              <a:xfrm>
                <a:off x="3967177" y="7038879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5" name="矩形 614">
                <a:extLst>
                  <a:ext uri="{FF2B5EF4-FFF2-40B4-BE49-F238E27FC236}">
                    <a16:creationId xmlns:a16="http://schemas.microsoft.com/office/drawing/2014/main" id="{87DE4D0D-7583-AC0C-B789-27A568D23CDF}"/>
                  </a:ext>
                </a:extLst>
              </p:cNvPr>
              <p:cNvSpPr/>
              <p:nvPr/>
            </p:nvSpPr>
            <p:spPr>
              <a:xfrm>
                <a:off x="4122587" y="7038879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6" name="矩形 615">
                <a:extLst>
                  <a:ext uri="{FF2B5EF4-FFF2-40B4-BE49-F238E27FC236}">
                    <a16:creationId xmlns:a16="http://schemas.microsoft.com/office/drawing/2014/main" id="{24C4F8F9-5418-C8F6-71E3-7606319331C5}"/>
                  </a:ext>
                </a:extLst>
              </p:cNvPr>
              <p:cNvSpPr/>
              <p:nvPr/>
            </p:nvSpPr>
            <p:spPr>
              <a:xfrm>
                <a:off x="3656357" y="650768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7" name="矩形 616">
                <a:extLst>
                  <a:ext uri="{FF2B5EF4-FFF2-40B4-BE49-F238E27FC236}">
                    <a16:creationId xmlns:a16="http://schemas.microsoft.com/office/drawing/2014/main" id="{22A8450A-9A05-1780-BE46-D9B2B0DE9DC7}"/>
                  </a:ext>
                </a:extLst>
              </p:cNvPr>
              <p:cNvSpPr/>
              <p:nvPr/>
            </p:nvSpPr>
            <p:spPr>
              <a:xfrm>
                <a:off x="3811767" y="650768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8" name="矩形 617">
                <a:extLst>
                  <a:ext uri="{FF2B5EF4-FFF2-40B4-BE49-F238E27FC236}">
                    <a16:creationId xmlns:a16="http://schemas.microsoft.com/office/drawing/2014/main" id="{F7796BBB-1D48-96B4-B8AE-FFD73B3832BD}"/>
                  </a:ext>
                </a:extLst>
              </p:cNvPr>
              <p:cNvSpPr/>
              <p:nvPr/>
            </p:nvSpPr>
            <p:spPr>
              <a:xfrm>
                <a:off x="3967177" y="650768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9" name="矩形 618">
                <a:extLst>
                  <a:ext uri="{FF2B5EF4-FFF2-40B4-BE49-F238E27FC236}">
                    <a16:creationId xmlns:a16="http://schemas.microsoft.com/office/drawing/2014/main" id="{A70362E8-F65D-0FC6-A927-56EE86569818}"/>
                  </a:ext>
                </a:extLst>
              </p:cNvPr>
              <p:cNvSpPr/>
              <p:nvPr/>
            </p:nvSpPr>
            <p:spPr>
              <a:xfrm>
                <a:off x="4122587" y="650768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620" name="椭圆 619">
            <a:extLst>
              <a:ext uri="{FF2B5EF4-FFF2-40B4-BE49-F238E27FC236}">
                <a16:creationId xmlns:a16="http://schemas.microsoft.com/office/drawing/2014/main" id="{61B14B30-8A60-E9B8-4886-ABE891A540D2}"/>
              </a:ext>
            </a:extLst>
          </p:cNvPr>
          <p:cNvSpPr/>
          <p:nvPr/>
        </p:nvSpPr>
        <p:spPr>
          <a:xfrm rot="5400000">
            <a:off x="4799131" y="1468112"/>
            <a:ext cx="322854" cy="32384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cs typeface="Arial" panose="020B0604020202020204" pitchFamily="34" charset="0"/>
              </a:rPr>
              <a:t>1</a:t>
            </a:r>
            <a:endParaRPr lang="zh-CN" altLang="en-US" sz="2400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621" name="椭圆 620">
            <a:extLst>
              <a:ext uri="{FF2B5EF4-FFF2-40B4-BE49-F238E27FC236}">
                <a16:creationId xmlns:a16="http://schemas.microsoft.com/office/drawing/2014/main" id="{C8F8F00E-E6F4-3517-90B6-4F16CA95FFB1}"/>
              </a:ext>
            </a:extLst>
          </p:cNvPr>
          <p:cNvSpPr/>
          <p:nvPr/>
        </p:nvSpPr>
        <p:spPr>
          <a:xfrm rot="5400000">
            <a:off x="4799131" y="2169048"/>
            <a:ext cx="322854" cy="323843"/>
          </a:xfrm>
          <a:prstGeom prst="ellipse">
            <a:avLst/>
          </a:prstGeom>
          <a:noFill/>
          <a:ln w="28575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cs typeface="Arial" panose="020B0604020202020204" pitchFamily="34" charset="0"/>
              </a:rPr>
              <a:t>3</a:t>
            </a:r>
            <a:endParaRPr lang="zh-CN" altLang="en-US" sz="2400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622" name="椭圆 621">
            <a:extLst>
              <a:ext uri="{FF2B5EF4-FFF2-40B4-BE49-F238E27FC236}">
                <a16:creationId xmlns:a16="http://schemas.microsoft.com/office/drawing/2014/main" id="{CEE169B8-3F4F-BA30-2C6E-26A40FA26B21}"/>
              </a:ext>
            </a:extLst>
          </p:cNvPr>
          <p:cNvSpPr/>
          <p:nvPr/>
        </p:nvSpPr>
        <p:spPr>
          <a:xfrm rot="5400000">
            <a:off x="4137206" y="1468112"/>
            <a:ext cx="322854" cy="32384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cs typeface="Arial" panose="020B0604020202020204" pitchFamily="34" charset="0"/>
              </a:rPr>
              <a:t>0</a:t>
            </a:r>
            <a:endParaRPr lang="zh-CN" altLang="en-US" sz="2400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623" name="椭圆 622">
            <a:extLst>
              <a:ext uri="{FF2B5EF4-FFF2-40B4-BE49-F238E27FC236}">
                <a16:creationId xmlns:a16="http://schemas.microsoft.com/office/drawing/2014/main" id="{C84C3908-7C9F-5473-C82C-5BCFF2E07EC8}"/>
              </a:ext>
            </a:extLst>
          </p:cNvPr>
          <p:cNvSpPr/>
          <p:nvPr/>
        </p:nvSpPr>
        <p:spPr>
          <a:xfrm rot="5400000">
            <a:off x="4137206" y="2169048"/>
            <a:ext cx="322854" cy="323843"/>
          </a:xfrm>
          <a:prstGeom prst="ellipse">
            <a:avLst/>
          </a:prstGeom>
          <a:noFill/>
          <a:ln w="28575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cs typeface="Arial" panose="020B0604020202020204" pitchFamily="34" charset="0"/>
              </a:rPr>
              <a:t>2</a:t>
            </a:r>
            <a:endParaRPr lang="zh-CN" altLang="en-US" sz="2400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cxnSp>
        <p:nvCxnSpPr>
          <p:cNvPr id="624" name="直接连接符 510">
            <a:extLst>
              <a:ext uri="{FF2B5EF4-FFF2-40B4-BE49-F238E27FC236}">
                <a16:creationId xmlns:a16="http://schemas.microsoft.com/office/drawing/2014/main" id="{C5106AD9-7123-4D0D-601D-32ACB97A5C52}"/>
              </a:ext>
            </a:extLst>
          </p:cNvPr>
          <p:cNvCxnSpPr>
            <a:cxnSpLocks/>
          </p:cNvCxnSpPr>
          <p:nvPr/>
        </p:nvCxnSpPr>
        <p:spPr>
          <a:xfrm flipH="1">
            <a:off x="4462016" y="1630026"/>
            <a:ext cx="328224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25" name="直接连接符 511">
            <a:extLst>
              <a:ext uri="{FF2B5EF4-FFF2-40B4-BE49-F238E27FC236}">
                <a16:creationId xmlns:a16="http://schemas.microsoft.com/office/drawing/2014/main" id="{6EF9AB65-2046-24CE-7035-463E23A79672}"/>
              </a:ext>
            </a:extLst>
          </p:cNvPr>
          <p:cNvCxnSpPr>
            <a:cxnSpLocks/>
          </p:cNvCxnSpPr>
          <p:nvPr/>
        </p:nvCxnSpPr>
        <p:spPr>
          <a:xfrm>
            <a:off x="4298634" y="1791461"/>
            <a:ext cx="0" cy="378082"/>
          </a:xfrm>
          <a:prstGeom prst="line">
            <a:avLst/>
          </a:prstGeom>
          <a:ln w="28575">
            <a:solidFill>
              <a:schemeClr val="tx1"/>
            </a:solidFill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26" name="直接连接符 512">
            <a:extLst>
              <a:ext uri="{FF2B5EF4-FFF2-40B4-BE49-F238E27FC236}">
                <a16:creationId xmlns:a16="http://schemas.microsoft.com/office/drawing/2014/main" id="{975782C0-F1D0-D2EC-6EEF-4E95C7553954}"/>
              </a:ext>
            </a:extLst>
          </p:cNvPr>
          <p:cNvCxnSpPr>
            <a:cxnSpLocks/>
          </p:cNvCxnSpPr>
          <p:nvPr/>
        </p:nvCxnSpPr>
        <p:spPr>
          <a:xfrm flipV="1">
            <a:off x="4960558" y="1789280"/>
            <a:ext cx="0" cy="380257"/>
          </a:xfrm>
          <a:prstGeom prst="line">
            <a:avLst/>
          </a:prstGeom>
          <a:ln w="28575">
            <a:solidFill>
              <a:schemeClr val="tx1"/>
            </a:solidFill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27" name="直接连接符 513">
            <a:extLst>
              <a:ext uri="{FF2B5EF4-FFF2-40B4-BE49-F238E27FC236}">
                <a16:creationId xmlns:a16="http://schemas.microsoft.com/office/drawing/2014/main" id="{1CC0412A-6D55-96F0-C3BE-7D2625CF6C71}"/>
              </a:ext>
            </a:extLst>
          </p:cNvPr>
          <p:cNvCxnSpPr>
            <a:cxnSpLocks/>
            <a:stCxn id="621" idx="3"/>
            <a:endCxn id="622" idx="7"/>
          </p:cNvCxnSpPr>
          <p:nvPr/>
        </p:nvCxnSpPr>
        <p:spPr>
          <a:xfrm flipH="1" flipV="1">
            <a:off x="4413130" y="1744180"/>
            <a:ext cx="432934" cy="472644"/>
          </a:xfrm>
          <a:prstGeom prst="line">
            <a:avLst/>
          </a:prstGeom>
          <a:ln w="28575">
            <a:solidFill>
              <a:schemeClr val="tx1"/>
            </a:solidFill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660" name="组合 659">
            <a:extLst>
              <a:ext uri="{FF2B5EF4-FFF2-40B4-BE49-F238E27FC236}">
                <a16:creationId xmlns:a16="http://schemas.microsoft.com/office/drawing/2014/main" id="{9E3841E7-DCA7-3F77-B007-9A234D5F920B}"/>
              </a:ext>
            </a:extLst>
          </p:cNvPr>
          <p:cNvGrpSpPr/>
          <p:nvPr/>
        </p:nvGrpSpPr>
        <p:grpSpPr>
          <a:xfrm>
            <a:off x="3191103" y="1349068"/>
            <a:ext cx="821650" cy="536436"/>
            <a:chOff x="5408615" y="10123996"/>
            <a:chExt cx="532461" cy="339599"/>
          </a:xfrm>
        </p:grpSpPr>
        <p:grpSp>
          <p:nvGrpSpPr>
            <p:cNvPr id="661" name="组合 660">
              <a:extLst>
                <a:ext uri="{FF2B5EF4-FFF2-40B4-BE49-F238E27FC236}">
                  <a16:creationId xmlns:a16="http://schemas.microsoft.com/office/drawing/2014/main" id="{B6E19F92-59D0-3A5A-44DC-80DCE37715EE}"/>
                </a:ext>
              </a:extLst>
            </p:cNvPr>
            <p:cNvGrpSpPr/>
            <p:nvPr/>
          </p:nvGrpSpPr>
          <p:grpSpPr>
            <a:xfrm rot="5400000">
              <a:off x="5598460" y="9934151"/>
              <a:ext cx="152772" cy="532461"/>
              <a:chOff x="800913" y="5270079"/>
              <a:chExt cx="152772" cy="532461"/>
            </a:xfrm>
          </p:grpSpPr>
          <p:sp>
            <p:nvSpPr>
              <p:cNvPr id="667" name="矩形 666">
                <a:extLst>
                  <a:ext uri="{FF2B5EF4-FFF2-40B4-BE49-F238E27FC236}">
                    <a16:creationId xmlns:a16="http://schemas.microsoft.com/office/drawing/2014/main" id="{413B4C85-B83E-0766-3A5D-5B71F9029E7C}"/>
                  </a:ext>
                </a:extLst>
              </p:cNvPr>
              <p:cNvSpPr/>
              <p:nvPr/>
            </p:nvSpPr>
            <p:spPr>
              <a:xfrm flipH="1">
                <a:off x="800913" y="5270079"/>
                <a:ext cx="152769" cy="133117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68" name="矩形 667">
                <a:extLst>
                  <a:ext uri="{FF2B5EF4-FFF2-40B4-BE49-F238E27FC236}">
                    <a16:creationId xmlns:a16="http://schemas.microsoft.com/office/drawing/2014/main" id="{24BFEBF9-67BA-B220-6621-3BC8DF939590}"/>
                  </a:ext>
                </a:extLst>
              </p:cNvPr>
              <p:cNvSpPr/>
              <p:nvPr/>
            </p:nvSpPr>
            <p:spPr>
              <a:xfrm flipH="1">
                <a:off x="800918" y="5403192"/>
                <a:ext cx="152767" cy="133117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69" name="矩形 668">
                <a:extLst>
                  <a:ext uri="{FF2B5EF4-FFF2-40B4-BE49-F238E27FC236}">
                    <a16:creationId xmlns:a16="http://schemas.microsoft.com/office/drawing/2014/main" id="{09256657-33EA-32B4-1E8D-2CD8F7D017F2}"/>
                  </a:ext>
                </a:extLst>
              </p:cNvPr>
              <p:cNvSpPr/>
              <p:nvPr/>
            </p:nvSpPr>
            <p:spPr>
              <a:xfrm flipH="1">
                <a:off x="800924" y="5536310"/>
                <a:ext cx="152760" cy="133117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70" name="矩形 669">
                <a:extLst>
                  <a:ext uri="{FF2B5EF4-FFF2-40B4-BE49-F238E27FC236}">
                    <a16:creationId xmlns:a16="http://schemas.microsoft.com/office/drawing/2014/main" id="{66D853C6-03C5-8349-B103-796D75787473}"/>
                  </a:ext>
                </a:extLst>
              </p:cNvPr>
              <p:cNvSpPr/>
              <p:nvPr/>
            </p:nvSpPr>
            <p:spPr>
              <a:xfrm flipH="1">
                <a:off x="800925" y="5669423"/>
                <a:ext cx="152760" cy="133117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662" name="组合 661">
              <a:extLst>
                <a:ext uri="{FF2B5EF4-FFF2-40B4-BE49-F238E27FC236}">
                  <a16:creationId xmlns:a16="http://schemas.microsoft.com/office/drawing/2014/main" id="{A0B01061-6719-DFB1-EEFF-084ADA4E6DF6}"/>
                </a:ext>
              </a:extLst>
            </p:cNvPr>
            <p:cNvGrpSpPr/>
            <p:nvPr/>
          </p:nvGrpSpPr>
          <p:grpSpPr>
            <a:xfrm rot="5400000">
              <a:off x="5598460" y="10120978"/>
              <a:ext cx="152772" cy="532461"/>
              <a:chOff x="800913" y="5270079"/>
              <a:chExt cx="152772" cy="532461"/>
            </a:xfrm>
          </p:grpSpPr>
          <p:sp>
            <p:nvSpPr>
              <p:cNvPr id="663" name="矩形 662">
                <a:extLst>
                  <a:ext uri="{FF2B5EF4-FFF2-40B4-BE49-F238E27FC236}">
                    <a16:creationId xmlns:a16="http://schemas.microsoft.com/office/drawing/2014/main" id="{CC28B0C1-42E8-746B-4BEC-F0CABFEFFA9C}"/>
                  </a:ext>
                </a:extLst>
              </p:cNvPr>
              <p:cNvSpPr/>
              <p:nvPr/>
            </p:nvSpPr>
            <p:spPr>
              <a:xfrm flipH="1">
                <a:off x="800913" y="5270079"/>
                <a:ext cx="152769" cy="133117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64" name="矩形 663">
                <a:extLst>
                  <a:ext uri="{FF2B5EF4-FFF2-40B4-BE49-F238E27FC236}">
                    <a16:creationId xmlns:a16="http://schemas.microsoft.com/office/drawing/2014/main" id="{B40BA0C4-2885-25F8-A8AE-3425EE3D8745}"/>
                  </a:ext>
                </a:extLst>
              </p:cNvPr>
              <p:cNvSpPr/>
              <p:nvPr/>
            </p:nvSpPr>
            <p:spPr>
              <a:xfrm flipH="1">
                <a:off x="800918" y="5403192"/>
                <a:ext cx="152767" cy="133117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65" name="矩形 664">
                <a:extLst>
                  <a:ext uri="{FF2B5EF4-FFF2-40B4-BE49-F238E27FC236}">
                    <a16:creationId xmlns:a16="http://schemas.microsoft.com/office/drawing/2014/main" id="{C1EE3E03-16B7-A5C6-EB1E-977478935DA9}"/>
                  </a:ext>
                </a:extLst>
              </p:cNvPr>
              <p:cNvSpPr/>
              <p:nvPr/>
            </p:nvSpPr>
            <p:spPr>
              <a:xfrm flipH="1">
                <a:off x="800924" y="5536310"/>
                <a:ext cx="152760" cy="133117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66" name="矩形 665">
                <a:extLst>
                  <a:ext uri="{FF2B5EF4-FFF2-40B4-BE49-F238E27FC236}">
                    <a16:creationId xmlns:a16="http://schemas.microsoft.com/office/drawing/2014/main" id="{2C6800D2-1759-4940-92D0-FE9E4930FB77}"/>
                  </a:ext>
                </a:extLst>
              </p:cNvPr>
              <p:cNvSpPr/>
              <p:nvPr/>
            </p:nvSpPr>
            <p:spPr>
              <a:xfrm flipH="1">
                <a:off x="800925" y="5669423"/>
                <a:ext cx="152760" cy="133117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671" name="组合 670">
            <a:extLst>
              <a:ext uri="{FF2B5EF4-FFF2-40B4-BE49-F238E27FC236}">
                <a16:creationId xmlns:a16="http://schemas.microsoft.com/office/drawing/2014/main" id="{8AD8BCCA-205E-FF16-A797-324CEE2B4B5C}"/>
              </a:ext>
            </a:extLst>
          </p:cNvPr>
          <p:cNvGrpSpPr/>
          <p:nvPr/>
        </p:nvGrpSpPr>
        <p:grpSpPr>
          <a:xfrm>
            <a:off x="3180736" y="4342336"/>
            <a:ext cx="821650" cy="536436"/>
            <a:chOff x="5408615" y="10123996"/>
            <a:chExt cx="532461" cy="339599"/>
          </a:xfrm>
        </p:grpSpPr>
        <p:grpSp>
          <p:nvGrpSpPr>
            <p:cNvPr id="672" name="组合 671">
              <a:extLst>
                <a:ext uri="{FF2B5EF4-FFF2-40B4-BE49-F238E27FC236}">
                  <a16:creationId xmlns:a16="http://schemas.microsoft.com/office/drawing/2014/main" id="{E39FCA95-C9DD-EFD7-5DA6-BCAAE5242FF4}"/>
                </a:ext>
              </a:extLst>
            </p:cNvPr>
            <p:cNvGrpSpPr/>
            <p:nvPr/>
          </p:nvGrpSpPr>
          <p:grpSpPr>
            <a:xfrm rot="5400000">
              <a:off x="5598460" y="9934151"/>
              <a:ext cx="152772" cy="532461"/>
              <a:chOff x="800913" y="5270079"/>
              <a:chExt cx="152772" cy="532461"/>
            </a:xfrm>
          </p:grpSpPr>
          <p:sp>
            <p:nvSpPr>
              <p:cNvPr id="678" name="矩形 677">
                <a:extLst>
                  <a:ext uri="{FF2B5EF4-FFF2-40B4-BE49-F238E27FC236}">
                    <a16:creationId xmlns:a16="http://schemas.microsoft.com/office/drawing/2014/main" id="{86A6B7D6-531B-F469-60CE-E02584F53269}"/>
                  </a:ext>
                </a:extLst>
              </p:cNvPr>
              <p:cNvSpPr/>
              <p:nvPr/>
            </p:nvSpPr>
            <p:spPr>
              <a:xfrm flipH="1">
                <a:off x="800913" y="5270079"/>
                <a:ext cx="152769" cy="133117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79" name="矩形 678">
                <a:extLst>
                  <a:ext uri="{FF2B5EF4-FFF2-40B4-BE49-F238E27FC236}">
                    <a16:creationId xmlns:a16="http://schemas.microsoft.com/office/drawing/2014/main" id="{A386126E-F0C1-4D71-DEE1-FC9F46BE7D98}"/>
                  </a:ext>
                </a:extLst>
              </p:cNvPr>
              <p:cNvSpPr/>
              <p:nvPr/>
            </p:nvSpPr>
            <p:spPr>
              <a:xfrm flipH="1">
                <a:off x="800918" y="5403192"/>
                <a:ext cx="152767" cy="133117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80" name="矩形 679">
                <a:extLst>
                  <a:ext uri="{FF2B5EF4-FFF2-40B4-BE49-F238E27FC236}">
                    <a16:creationId xmlns:a16="http://schemas.microsoft.com/office/drawing/2014/main" id="{7F5B0C91-281A-68CE-3826-7F26BE1F159F}"/>
                  </a:ext>
                </a:extLst>
              </p:cNvPr>
              <p:cNvSpPr/>
              <p:nvPr/>
            </p:nvSpPr>
            <p:spPr>
              <a:xfrm flipH="1">
                <a:off x="800924" y="5536310"/>
                <a:ext cx="152760" cy="133117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81" name="矩形 680">
                <a:extLst>
                  <a:ext uri="{FF2B5EF4-FFF2-40B4-BE49-F238E27FC236}">
                    <a16:creationId xmlns:a16="http://schemas.microsoft.com/office/drawing/2014/main" id="{F2E02B0E-D48F-9524-3020-E64776428DA3}"/>
                  </a:ext>
                </a:extLst>
              </p:cNvPr>
              <p:cNvSpPr/>
              <p:nvPr/>
            </p:nvSpPr>
            <p:spPr>
              <a:xfrm flipH="1">
                <a:off x="800925" y="5669423"/>
                <a:ext cx="152760" cy="133117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673" name="组合 672">
              <a:extLst>
                <a:ext uri="{FF2B5EF4-FFF2-40B4-BE49-F238E27FC236}">
                  <a16:creationId xmlns:a16="http://schemas.microsoft.com/office/drawing/2014/main" id="{864A1A91-018D-B648-4C96-2BFE4DA3FDA3}"/>
                </a:ext>
              </a:extLst>
            </p:cNvPr>
            <p:cNvGrpSpPr/>
            <p:nvPr/>
          </p:nvGrpSpPr>
          <p:grpSpPr>
            <a:xfrm rot="5400000">
              <a:off x="5598460" y="10120978"/>
              <a:ext cx="152772" cy="532461"/>
              <a:chOff x="800913" y="5270079"/>
              <a:chExt cx="152772" cy="532461"/>
            </a:xfrm>
          </p:grpSpPr>
          <p:sp>
            <p:nvSpPr>
              <p:cNvPr id="674" name="矩形 673">
                <a:extLst>
                  <a:ext uri="{FF2B5EF4-FFF2-40B4-BE49-F238E27FC236}">
                    <a16:creationId xmlns:a16="http://schemas.microsoft.com/office/drawing/2014/main" id="{8B078FE0-ACD1-219C-AF4A-E7DA613E9962}"/>
                  </a:ext>
                </a:extLst>
              </p:cNvPr>
              <p:cNvSpPr/>
              <p:nvPr/>
            </p:nvSpPr>
            <p:spPr>
              <a:xfrm flipH="1">
                <a:off x="800913" y="5270079"/>
                <a:ext cx="152769" cy="133117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75" name="矩形 674">
                <a:extLst>
                  <a:ext uri="{FF2B5EF4-FFF2-40B4-BE49-F238E27FC236}">
                    <a16:creationId xmlns:a16="http://schemas.microsoft.com/office/drawing/2014/main" id="{74A90A3C-A303-DEF6-3594-E74D7AC02818}"/>
                  </a:ext>
                </a:extLst>
              </p:cNvPr>
              <p:cNvSpPr/>
              <p:nvPr/>
            </p:nvSpPr>
            <p:spPr>
              <a:xfrm flipH="1">
                <a:off x="800918" y="5403192"/>
                <a:ext cx="152767" cy="133117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76" name="矩形 675">
                <a:extLst>
                  <a:ext uri="{FF2B5EF4-FFF2-40B4-BE49-F238E27FC236}">
                    <a16:creationId xmlns:a16="http://schemas.microsoft.com/office/drawing/2014/main" id="{05AAEC69-EC7F-693E-8E81-86A5D243CE55}"/>
                  </a:ext>
                </a:extLst>
              </p:cNvPr>
              <p:cNvSpPr/>
              <p:nvPr/>
            </p:nvSpPr>
            <p:spPr>
              <a:xfrm flipH="1">
                <a:off x="800924" y="5536310"/>
                <a:ext cx="152760" cy="133117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77" name="矩形 676">
                <a:extLst>
                  <a:ext uri="{FF2B5EF4-FFF2-40B4-BE49-F238E27FC236}">
                    <a16:creationId xmlns:a16="http://schemas.microsoft.com/office/drawing/2014/main" id="{E81C3584-A1DE-F4B3-F334-02BEF654D8A1}"/>
                  </a:ext>
                </a:extLst>
              </p:cNvPr>
              <p:cNvSpPr/>
              <p:nvPr/>
            </p:nvSpPr>
            <p:spPr>
              <a:xfrm flipH="1">
                <a:off x="800925" y="5669423"/>
                <a:ext cx="152760" cy="133117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82" name="文本框 681">
                <a:extLst>
                  <a:ext uri="{FF2B5EF4-FFF2-40B4-BE49-F238E27FC236}">
                    <a16:creationId xmlns:a16="http://schemas.microsoft.com/office/drawing/2014/main" id="{487A5239-CF2E-91F2-1221-FB586B0C3A9B}"/>
                  </a:ext>
                </a:extLst>
              </p:cNvPr>
              <p:cNvSpPr txBox="1"/>
              <p:nvPr/>
            </p:nvSpPr>
            <p:spPr>
              <a:xfrm>
                <a:off x="3156098" y="4918088"/>
                <a:ext cx="1071288" cy="461665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1" i="1" dirty="0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altLang="zh-CN" sz="2400" b="1" i="1" dirty="0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𝑿</m:t>
                          </m:r>
                        </m:e>
                        <m:sub>
                          <m:r>
                            <a:rPr lang="en-US" altLang="zh-CN" sz="2400" b="1" i="1" dirty="0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𝟎</m:t>
                          </m:r>
                        </m:sub>
                      </m:sSub>
                    </m:oMath>
                  </m:oMathPara>
                </a14:m>
                <a:endParaRPr lang="zh-CN" altLang="en-US" sz="2400" b="1" dirty="0">
                  <a:solidFill>
                    <a:schemeClr val="accent6"/>
                  </a:solidFill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82" name="文本框 681">
                <a:extLst>
                  <a:ext uri="{FF2B5EF4-FFF2-40B4-BE49-F238E27FC236}">
                    <a16:creationId xmlns:a16="http://schemas.microsoft.com/office/drawing/2014/main" id="{487A5239-CF2E-91F2-1221-FB586B0C3A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56098" y="4918088"/>
                <a:ext cx="1071288" cy="461665"/>
              </a:xfrm>
              <a:prstGeom prst="rect">
                <a:avLst/>
              </a:prstGeom>
              <a:blipFill>
                <a:blip r:embed="rId4"/>
                <a:stretch>
                  <a:fillRect b="-1316"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83" name="直接连接符 699">
            <a:extLst>
              <a:ext uri="{FF2B5EF4-FFF2-40B4-BE49-F238E27FC236}">
                <a16:creationId xmlns:a16="http://schemas.microsoft.com/office/drawing/2014/main" id="{77CB26EC-02A6-E430-E8E8-B9706DAD462C}"/>
              </a:ext>
            </a:extLst>
          </p:cNvPr>
          <p:cNvCxnSpPr>
            <a:cxnSpLocks/>
          </p:cNvCxnSpPr>
          <p:nvPr/>
        </p:nvCxnSpPr>
        <p:spPr>
          <a:xfrm flipV="1">
            <a:off x="3335154" y="2971159"/>
            <a:ext cx="8784500" cy="22839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矩形 32">
            <a:extLst>
              <a:ext uri="{FF2B5EF4-FFF2-40B4-BE49-F238E27FC236}">
                <a16:creationId xmlns:a16="http://schemas.microsoft.com/office/drawing/2014/main" id="{EF4475DF-70D7-5275-A028-FE7CF81D4C2C}"/>
              </a:ext>
            </a:extLst>
          </p:cNvPr>
          <p:cNvSpPr/>
          <p:nvPr/>
        </p:nvSpPr>
        <p:spPr>
          <a:xfrm flipV="1">
            <a:off x="5301029" y="1212605"/>
            <a:ext cx="2096150" cy="116071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椭圆 37">
            <a:extLst>
              <a:ext uri="{FF2B5EF4-FFF2-40B4-BE49-F238E27FC236}">
                <a16:creationId xmlns:a16="http://schemas.microsoft.com/office/drawing/2014/main" id="{7FB739CD-791A-0FB3-4128-46705358A419}"/>
              </a:ext>
            </a:extLst>
          </p:cNvPr>
          <p:cNvSpPr/>
          <p:nvPr/>
        </p:nvSpPr>
        <p:spPr>
          <a:xfrm rot="5400000">
            <a:off x="6178264" y="1532683"/>
            <a:ext cx="270678" cy="277715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endParaRPr lang="zh-CN" altLang="en-US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椭圆 38">
            <a:extLst>
              <a:ext uri="{FF2B5EF4-FFF2-40B4-BE49-F238E27FC236}">
                <a16:creationId xmlns:a16="http://schemas.microsoft.com/office/drawing/2014/main" id="{DF9E74C5-C0D2-2C6F-D8AF-B3AEE1BA22B8}"/>
              </a:ext>
            </a:extLst>
          </p:cNvPr>
          <p:cNvSpPr/>
          <p:nvPr/>
        </p:nvSpPr>
        <p:spPr>
          <a:xfrm rot="5400000">
            <a:off x="6181948" y="1875873"/>
            <a:ext cx="270678" cy="277715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zh-CN" altLang="en-US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C6108A46-D6CE-E8FE-5AB1-06F729CC97C4}"/>
              </a:ext>
            </a:extLst>
          </p:cNvPr>
          <p:cNvGrpSpPr/>
          <p:nvPr/>
        </p:nvGrpSpPr>
        <p:grpSpPr>
          <a:xfrm rot="5400000">
            <a:off x="5653709" y="1338387"/>
            <a:ext cx="202322" cy="704614"/>
            <a:chOff x="800913" y="5270079"/>
            <a:chExt cx="152772" cy="532461"/>
          </a:xfrm>
        </p:grpSpPr>
        <p:sp>
          <p:nvSpPr>
            <p:cNvPr id="41" name="矩形 40">
              <a:extLst>
                <a:ext uri="{FF2B5EF4-FFF2-40B4-BE49-F238E27FC236}">
                  <a16:creationId xmlns:a16="http://schemas.microsoft.com/office/drawing/2014/main" id="{0819DEF3-2995-324F-641C-075CEA7F8119}"/>
                </a:ext>
              </a:extLst>
            </p:cNvPr>
            <p:cNvSpPr/>
            <p:nvPr/>
          </p:nvSpPr>
          <p:spPr>
            <a:xfrm flipH="1">
              <a:off x="800913" y="5270079"/>
              <a:ext cx="152769" cy="133117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" name="矩形 41">
              <a:extLst>
                <a:ext uri="{FF2B5EF4-FFF2-40B4-BE49-F238E27FC236}">
                  <a16:creationId xmlns:a16="http://schemas.microsoft.com/office/drawing/2014/main" id="{0D254249-B573-66FA-9663-D3DF525ED10D}"/>
                </a:ext>
              </a:extLst>
            </p:cNvPr>
            <p:cNvSpPr/>
            <p:nvPr/>
          </p:nvSpPr>
          <p:spPr>
            <a:xfrm flipH="1">
              <a:off x="800918" y="5403192"/>
              <a:ext cx="152767" cy="133117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" name="矩形 42">
              <a:extLst>
                <a:ext uri="{FF2B5EF4-FFF2-40B4-BE49-F238E27FC236}">
                  <a16:creationId xmlns:a16="http://schemas.microsoft.com/office/drawing/2014/main" id="{FB4C95F4-819C-65AC-F7E4-B196335B5B10}"/>
                </a:ext>
              </a:extLst>
            </p:cNvPr>
            <p:cNvSpPr/>
            <p:nvPr/>
          </p:nvSpPr>
          <p:spPr>
            <a:xfrm flipH="1">
              <a:off x="800924" y="5536310"/>
              <a:ext cx="152760" cy="133117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矩形 43">
              <a:extLst>
                <a:ext uri="{FF2B5EF4-FFF2-40B4-BE49-F238E27FC236}">
                  <a16:creationId xmlns:a16="http://schemas.microsoft.com/office/drawing/2014/main" id="{2AA405BF-82A5-C9A8-2F73-D0BADDDBA65C}"/>
                </a:ext>
              </a:extLst>
            </p:cNvPr>
            <p:cNvSpPr/>
            <p:nvPr/>
          </p:nvSpPr>
          <p:spPr>
            <a:xfrm flipH="1">
              <a:off x="800925" y="5669423"/>
              <a:ext cx="152760" cy="133117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5" name="组合 44">
            <a:extLst>
              <a:ext uri="{FF2B5EF4-FFF2-40B4-BE49-F238E27FC236}">
                <a16:creationId xmlns:a16="http://schemas.microsoft.com/office/drawing/2014/main" id="{81799FAB-789E-335B-C5CF-91DEEE167614}"/>
              </a:ext>
            </a:extLst>
          </p:cNvPr>
          <p:cNvGrpSpPr/>
          <p:nvPr/>
        </p:nvGrpSpPr>
        <p:grpSpPr>
          <a:xfrm rot="5400000">
            <a:off x="5653707" y="1687394"/>
            <a:ext cx="202322" cy="704614"/>
            <a:chOff x="800913" y="5270079"/>
            <a:chExt cx="152772" cy="532461"/>
          </a:xfrm>
        </p:grpSpPr>
        <p:sp>
          <p:nvSpPr>
            <p:cNvPr id="46" name="矩形 45">
              <a:extLst>
                <a:ext uri="{FF2B5EF4-FFF2-40B4-BE49-F238E27FC236}">
                  <a16:creationId xmlns:a16="http://schemas.microsoft.com/office/drawing/2014/main" id="{1FCB1EC8-2C11-BE77-6969-E44C6FC99CE7}"/>
                </a:ext>
              </a:extLst>
            </p:cNvPr>
            <p:cNvSpPr/>
            <p:nvPr/>
          </p:nvSpPr>
          <p:spPr>
            <a:xfrm flipH="1">
              <a:off x="800913" y="5270079"/>
              <a:ext cx="152769" cy="133117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" name="矩形 46">
              <a:extLst>
                <a:ext uri="{FF2B5EF4-FFF2-40B4-BE49-F238E27FC236}">
                  <a16:creationId xmlns:a16="http://schemas.microsoft.com/office/drawing/2014/main" id="{0F04A3EA-9A35-84B6-C27D-DEBA8B807E23}"/>
                </a:ext>
              </a:extLst>
            </p:cNvPr>
            <p:cNvSpPr/>
            <p:nvPr/>
          </p:nvSpPr>
          <p:spPr>
            <a:xfrm flipH="1">
              <a:off x="800918" y="5403192"/>
              <a:ext cx="152767" cy="133117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" name="矩形 47">
              <a:extLst>
                <a:ext uri="{FF2B5EF4-FFF2-40B4-BE49-F238E27FC236}">
                  <a16:creationId xmlns:a16="http://schemas.microsoft.com/office/drawing/2014/main" id="{710F357C-4B50-A480-C986-08351891EA84}"/>
                </a:ext>
              </a:extLst>
            </p:cNvPr>
            <p:cNvSpPr/>
            <p:nvPr/>
          </p:nvSpPr>
          <p:spPr>
            <a:xfrm flipH="1">
              <a:off x="800924" y="5536310"/>
              <a:ext cx="152760" cy="133117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" name="矩形 48">
              <a:extLst>
                <a:ext uri="{FF2B5EF4-FFF2-40B4-BE49-F238E27FC236}">
                  <a16:creationId xmlns:a16="http://schemas.microsoft.com/office/drawing/2014/main" id="{03A9F90D-EA5A-C8A8-FC4D-EB11FB38135E}"/>
                </a:ext>
              </a:extLst>
            </p:cNvPr>
            <p:cNvSpPr/>
            <p:nvPr/>
          </p:nvSpPr>
          <p:spPr>
            <a:xfrm flipH="1">
              <a:off x="800925" y="5669423"/>
              <a:ext cx="152760" cy="133117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576" name="组合 575">
            <a:extLst>
              <a:ext uri="{FF2B5EF4-FFF2-40B4-BE49-F238E27FC236}">
                <a16:creationId xmlns:a16="http://schemas.microsoft.com/office/drawing/2014/main" id="{8F61D239-6C35-9BDC-07D3-32C5ED360AAB}"/>
              </a:ext>
            </a:extLst>
          </p:cNvPr>
          <p:cNvGrpSpPr/>
          <p:nvPr/>
        </p:nvGrpSpPr>
        <p:grpSpPr>
          <a:xfrm>
            <a:off x="6696167" y="1367271"/>
            <a:ext cx="610665" cy="879151"/>
            <a:chOff x="6116209" y="1036604"/>
            <a:chExt cx="391184" cy="590828"/>
          </a:xfrm>
        </p:grpSpPr>
        <p:sp>
          <p:nvSpPr>
            <p:cNvPr id="577" name="流程图: 接点 566">
              <a:extLst>
                <a:ext uri="{FF2B5EF4-FFF2-40B4-BE49-F238E27FC236}">
                  <a16:creationId xmlns:a16="http://schemas.microsoft.com/office/drawing/2014/main" id="{4DA20133-3080-FA54-B9ED-AFE1ECCBEEB7}"/>
                </a:ext>
              </a:extLst>
            </p:cNvPr>
            <p:cNvSpPr/>
            <p:nvPr/>
          </p:nvSpPr>
          <p:spPr>
            <a:xfrm>
              <a:off x="6116209" y="1036604"/>
              <a:ext cx="125672" cy="125837"/>
            </a:xfrm>
            <a:prstGeom prst="flowChartConnector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78" name="流程图: 接点 566">
              <a:extLst>
                <a:ext uri="{FF2B5EF4-FFF2-40B4-BE49-F238E27FC236}">
                  <a16:creationId xmlns:a16="http://schemas.microsoft.com/office/drawing/2014/main" id="{56F418C4-D198-F7DF-A35A-A639198587E3}"/>
                </a:ext>
              </a:extLst>
            </p:cNvPr>
            <p:cNvSpPr/>
            <p:nvPr/>
          </p:nvSpPr>
          <p:spPr>
            <a:xfrm>
              <a:off x="6116209" y="1191601"/>
              <a:ext cx="125672" cy="125837"/>
            </a:xfrm>
            <a:prstGeom prst="flowChartConnector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79" name="流程图: 接点 566">
              <a:extLst>
                <a:ext uri="{FF2B5EF4-FFF2-40B4-BE49-F238E27FC236}">
                  <a16:creationId xmlns:a16="http://schemas.microsoft.com/office/drawing/2014/main" id="{3FC3879A-C303-1613-29F4-0AD2478BF9A6}"/>
                </a:ext>
              </a:extLst>
            </p:cNvPr>
            <p:cNvSpPr/>
            <p:nvPr/>
          </p:nvSpPr>
          <p:spPr>
            <a:xfrm>
              <a:off x="6116209" y="1501595"/>
              <a:ext cx="125672" cy="125837"/>
            </a:xfrm>
            <a:prstGeom prst="flowChartConnector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80" name="流程图: 接点 566">
              <a:extLst>
                <a:ext uri="{FF2B5EF4-FFF2-40B4-BE49-F238E27FC236}">
                  <a16:creationId xmlns:a16="http://schemas.microsoft.com/office/drawing/2014/main" id="{EA258454-784B-53BF-5A45-7AD63E8E081D}"/>
                </a:ext>
              </a:extLst>
            </p:cNvPr>
            <p:cNvSpPr/>
            <p:nvPr/>
          </p:nvSpPr>
          <p:spPr>
            <a:xfrm>
              <a:off x="6116209" y="1346598"/>
              <a:ext cx="125672" cy="125837"/>
            </a:xfrm>
            <a:prstGeom prst="flowChartConnector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81" name="流程图: 接点 566">
              <a:extLst>
                <a:ext uri="{FF2B5EF4-FFF2-40B4-BE49-F238E27FC236}">
                  <a16:creationId xmlns:a16="http://schemas.microsoft.com/office/drawing/2014/main" id="{19F69A5A-0734-ACEF-517F-BD957E07FCB0}"/>
                </a:ext>
              </a:extLst>
            </p:cNvPr>
            <p:cNvSpPr/>
            <p:nvPr/>
          </p:nvSpPr>
          <p:spPr>
            <a:xfrm>
              <a:off x="6381721" y="1191280"/>
              <a:ext cx="125672" cy="125837"/>
            </a:xfrm>
            <a:prstGeom prst="flowChartConnector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82" name="流程图: 接点 566">
              <a:extLst>
                <a:ext uri="{FF2B5EF4-FFF2-40B4-BE49-F238E27FC236}">
                  <a16:creationId xmlns:a16="http://schemas.microsoft.com/office/drawing/2014/main" id="{678416B7-C691-F54D-D798-389AA801EE08}"/>
                </a:ext>
              </a:extLst>
            </p:cNvPr>
            <p:cNvSpPr/>
            <p:nvPr/>
          </p:nvSpPr>
          <p:spPr>
            <a:xfrm>
              <a:off x="6381721" y="1346277"/>
              <a:ext cx="125672" cy="125837"/>
            </a:xfrm>
            <a:prstGeom prst="flowChartConnector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583" name="直接连接符 510">
              <a:extLst>
                <a:ext uri="{FF2B5EF4-FFF2-40B4-BE49-F238E27FC236}">
                  <a16:creationId xmlns:a16="http://schemas.microsoft.com/office/drawing/2014/main" id="{0042AB4D-A6C6-ED45-EA8D-3C0ED3F8A0C6}"/>
                </a:ext>
              </a:extLst>
            </p:cNvPr>
            <p:cNvCxnSpPr>
              <a:cxnSpLocks/>
              <a:stCxn id="581" idx="2"/>
              <a:endCxn id="577" idx="6"/>
            </p:cNvCxnSpPr>
            <p:nvPr/>
          </p:nvCxnSpPr>
          <p:spPr>
            <a:xfrm flipH="1" flipV="1">
              <a:off x="6241881" y="1099523"/>
              <a:ext cx="139840" cy="15467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84" name="直接连接符 510">
              <a:extLst>
                <a:ext uri="{FF2B5EF4-FFF2-40B4-BE49-F238E27FC236}">
                  <a16:creationId xmlns:a16="http://schemas.microsoft.com/office/drawing/2014/main" id="{5161D5A1-B491-9768-75AA-C6717CB0BD2B}"/>
                </a:ext>
              </a:extLst>
            </p:cNvPr>
            <p:cNvCxnSpPr>
              <a:cxnSpLocks/>
              <a:stCxn id="581" idx="2"/>
              <a:endCxn id="578" idx="6"/>
            </p:cNvCxnSpPr>
            <p:nvPr/>
          </p:nvCxnSpPr>
          <p:spPr>
            <a:xfrm flipH="1">
              <a:off x="6241881" y="1254199"/>
              <a:ext cx="139840" cy="321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85" name="直接连接符 510">
              <a:extLst>
                <a:ext uri="{FF2B5EF4-FFF2-40B4-BE49-F238E27FC236}">
                  <a16:creationId xmlns:a16="http://schemas.microsoft.com/office/drawing/2014/main" id="{9C715608-6D2D-1A65-5E6F-0B9B029CEA1B}"/>
                </a:ext>
              </a:extLst>
            </p:cNvPr>
            <p:cNvCxnSpPr>
              <a:cxnSpLocks/>
              <a:stCxn id="581" idx="2"/>
              <a:endCxn id="580" idx="6"/>
            </p:cNvCxnSpPr>
            <p:nvPr/>
          </p:nvCxnSpPr>
          <p:spPr>
            <a:xfrm flipH="1">
              <a:off x="6241881" y="1254199"/>
              <a:ext cx="139840" cy="15531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86" name="直接连接符 510">
              <a:extLst>
                <a:ext uri="{FF2B5EF4-FFF2-40B4-BE49-F238E27FC236}">
                  <a16:creationId xmlns:a16="http://schemas.microsoft.com/office/drawing/2014/main" id="{F210796E-FA55-CB07-1743-3426788DFF01}"/>
                </a:ext>
              </a:extLst>
            </p:cNvPr>
            <p:cNvCxnSpPr>
              <a:cxnSpLocks/>
              <a:stCxn id="582" idx="2"/>
              <a:endCxn id="579" idx="6"/>
            </p:cNvCxnSpPr>
            <p:nvPr/>
          </p:nvCxnSpPr>
          <p:spPr>
            <a:xfrm flipH="1">
              <a:off x="6241881" y="1409196"/>
              <a:ext cx="139840" cy="15531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87" name="直接连接符 510">
              <a:extLst>
                <a:ext uri="{FF2B5EF4-FFF2-40B4-BE49-F238E27FC236}">
                  <a16:creationId xmlns:a16="http://schemas.microsoft.com/office/drawing/2014/main" id="{BCD188EF-E510-0F6C-BAE5-9D7DE8F24880}"/>
                </a:ext>
              </a:extLst>
            </p:cNvPr>
            <p:cNvCxnSpPr>
              <a:cxnSpLocks/>
              <a:stCxn id="582" idx="2"/>
              <a:endCxn id="577" idx="6"/>
            </p:cNvCxnSpPr>
            <p:nvPr/>
          </p:nvCxnSpPr>
          <p:spPr>
            <a:xfrm flipH="1" flipV="1">
              <a:off x="6241881" y="1099523"/>
              <a:ext cx="139840" cy="309673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88" name="直接连接符 510">
              <a:extLst>
                <a:ext uri="{FF2B5EF4-FFF2-40B4-BE49-F238E27FC236}">
                  <a16:creationId xmlns:a16="http://schemas.microsoft.com/office/drawing/2014/main" id="{06BA7C27-26B4-9D06-6346-6C70B068B797}"/>
                </a:ext>
              </a:extLst>
            </p:cNvPr>
            <p:cNvCxnSpPr>
              <a:cxnSpLocks/>
              <a:stCxn id="582" idx="2"/>
              <a:endCxn id="578" idx="6"/>
            </p:cNvCxnSpPr>
            <p:nvPr/>
          </p:nvCxnSpPr>
          <p:spPr>
            <a:xfrm flipH="1" flipV="1">
              <a:off x="6241881" y="1254520"/>
              <a:ext cx="139840" cy="15467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89" name="直接连接符 510">
              <a:extLst>
                <a:ext uri="{FF2B5EF4-FFF2-40B4-BE49-F238E27FC236}">
                  <a16:creationId xmlns:a16="http://schemas.microsoft.com/office/drawing/2014/main" id="{AE89A6B0-3CD0-8946-D4ED-D0475375CDBB}"/>
                </a:ext>
              </a:extLst>
            </p:cNvPr>
            <p:cNvCxnSpPr>
              <a:cxnSpLocks/>
              <a:stCxn id="582" idx="2"/>
              <a:endCxn id="580" idx="6"/>
            </p:cNvCxnSpPr>
            <p:nvPr/>
          </p:nvCxnSpPr>
          <p:spPr>
            <a:xfrm flipH="1">
              <a:off x="6241881" y="1409196"/>
              <a:ext cx="139840" cy="321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90" name="直接连接符 510">
              <a:extLst>
                <a:ext uri="{FF2B5EF4-FFF2-40B4-BE49-F238E27FC236}">
                  <a16:creationId xmlns:a16="http://schemas.microsoft.com/office/drawing/2014/main" id="{7951B489-A30B-0178-58E5-1E7621175FDA}"/>
                </a:ext>
              </a:extLst>
            </p:cNvPr>
            <p:cNvCxnSpPr>
              <a:cxnSpLocks/>
              <a:stCxn id="582" idx="2"/>
              <a:endCxn id="579" idx="6"/>
            </p:cNvCxnSpPr>
            <p:nvPr/>
          </p:nvCxnSpPr>
          <p:spPr>
            <a:xfrm flipH="1">
              <a:off x="6241881" y="1409196"/>
              <a:ext cx="139840" cy="15531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644" name="矩形 643">
            <a:extLst>
              <a:ext uri="{FF2B5EF4-FFF2-40B4-BE49-F238E27FC236}">
                <a16:creationId xmlns:a16="http://schemas.microsoft.com/office/drawing/2014/main" id="{35643AC4-9CA9-C806-07F3-E2C175C9A2F5}"/>
              </a:ext>
            </a:extLst>
          </p:cNvPr>
          <p:cNvSpPr/>
          <p:nvPr/>
        </p:nvSpPr>
        <p:spPr>
          <a:xfrm flipV="1">
            <a:off x="5301028" y="3667877"/>
            <a:ext cx="2096149" cy="116071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5" name="椭圆 644">
            <a:extLst>
              <a:ext uri="{FF2B5EF4-FFF2-40B4-BE49-F238E27FC236}">
                <a16:creationId xmlns:a16="http://schemas.microsoft.com/office/drawing/2014/main" id="{2575225A-8B90-9DAC-0B9F-071C7AE83E19}"/>
              </a:ext>
            </a:extLst>
          </p:cNvPr>
          <p:cNvSpPr/>
          <p:nvPr/>
        </p:nvSpPr>
        <p:spPr>
          <a:xfrm rot="5400000">
            <a:off x="6178265" y="3987956"/>
            <a:ext cx="270678" cy="277715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zh-CN" altLang="en-US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46" name="椭圆 645">
            <a:extLst>
              <a:ext uri="{FF2B5EF4-FFF2-40B4-BE49-F238E27FC236}">
                <a16:creationId xmlns:a16="http://schemas.microsoft.com/office/drawing/2014/main" id="{255FAB0C-8207-FF66-EA0B-F34C7A9245DE}"/>
              </a:ext>
            </a:extLst>
          </p:cNvPr>
          <p:cNvSpPr/>
          <p:nvPr/>
        </p:nvSpPr>
        <p:spPr>
          <a:xfrm rot="5400000">
            <a:off x="6181949" y="4331146"/>
            <a:ext cx="270678" cy="277715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lang="zh-CN" altLang="en-US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647" name="组合 646">
            <a:extLst>
              <a:ext uri="{FF2B5EF4-FFF2-40B4-BE49-F238E27FC236}">
                <a16:creationId xmlns:a16="http://schemas.microsoft.com/office/drawing/2014/main" id="{35A4B304-989C-FCE9-0BAD-FBB6B748FFE6}"/>
              </a:ext>
            </a:extLst>
          </p:cNvPr>
          <p:cNvGrpSpPr/>
          <p:nvPr/>
        </p:nvGrpSpPr>
        <p:grpSpPr>
          <a:xfrm rot="5400000">
            <a:off x="5653709" y="3793659"/>
            <a:ext cx="202322" cy="704614"/>
            <a:chOff x="800913" y="5270079"/>
            <a:chExt cx="152772" cy="532461"/>
          </a:xfrm>
        </p:grpSpPr>
        <p:sp>
          <p:nvSpPr>
            <p:cNvPr id="648" name="矩形 647">
              <a:extLst>
                <a:ext uri="{FF2B5EF4-FFF2-40B4-BE49-F238E27FC236}">
                  <a16:creationId xmlns:a16="http://schemas.microsoft.com/office/drawing/2014/main" id="{124ED905-AB78-6392-DCA8-B2686033EC50}"/>
                </a:ext>
              </a:extLst>
            </p:cNvPr>
            <p:cNvSpPr/>
            <p:nvPr/>
          </p:nvSpPr>
          <p:spPr>
            <a:xfrm flipH="1">
              <a:off x="800913" y="5270079"/>
              <a:ext cx="152769" cy="133117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49" name="矩形 648">
              <a:extLst>
                <a:ext uri="{FF2B5EF4-FFF2-40B4-BE49-F238E27FC236}">
                  <a16:creationId xmlns:a16="http://schemas.microsoft.com/office/drawing/2014/main" id="{56C6AA77-FD46-1166-57F7-0D372C439681}"/>
                </a:ext>
              </a:extLst>
            </p:cNvPr>
            <p:cNvSpPr/>
            <p:nvPr/>
          </p:nvSpPr>
          <p:spPr>
            <a:xfrm flipH="1">
              <a:off x="800918" y="5403192"/>
              <a:ext cx="152767" cy="133117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50" name="矩形 649">
              <a:extLst>
                <a:ext uri="{FF2B5EF4-FFF2-40B4-BE49-F238E27FC236}">
                  <a16:creationId xmlns:a16="http://schemas.microsoft.com/office/drawing/2014/main" id="{815D99C1-4F44-D501-349C-0291238D7F07}"/>
                </a:ext>
              </a:extLst>
            </p:cNvPr>
            <p:cNvSpPr/>
            <p:nvPr/>
          </p:nvSpPr>
          <p:spPr>
            <a:xfrm flipH="1">
              <a:off x="800924" y="5536310"/>
              <a:ext cx="152760" cy="133117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51" name="矩形 650">
              <a:extLst>
                <a:ext uri="{FF2B5EF4-FFF2-40B4-BE49-F238E27FC236}">
                  <a16:creationId xmlns:a16="http://schemas.microsoft.com/office/drawing/2014/main" id="{4714A2C9-FF02-671A-86E1-21FFDAECAE9F}"/>
                </a:ext>
              </a:extLst>
            </p:cNvPr>
            <p:cNvSpPr/>
            <p:nvPr/>
          </p:nvSpPr>
          <p:spPr>
            <a:xfrm flipH="1">
              <a:off x="800925" y="5669423"/>
              <a:ext cx="152760" cy="133117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652" name="组合 651">
            <a:extLst>
              <a:ext uri="{FF2B5EF4-FFF2-40B4-BE49-F238E27FC236}">
                <a16:creationId xmlns:a16="http://schemas.microsoft.com/office/drawing/2014/main" id="{703D6193-468C-F148-2446-A4811A035033}"/>
              </a:ext>
            </a:extLst>
          </p:cNvPr>
          <p:cNvGrpSpPr/>
          <p:nvPr/>
        </p:nvGrpSpPr>
        <p:grpSpPr>
          <a:xfrm rot="5400000">
            <a:off x="5653708" y="4142667"/>
            <a:ext cx="202322" cy="704614"/>
            <a:chOff x="800913" y="5270079"/>
            <a:chExt cx="152772" cy="532461"/>
          </a:xfrm>
        </p:grpSpPr>
        <p:sp>
          <p:nvSpPr>
            <p:cNvPr id="653" name="矩形 652">
              <a:extLst>
                <a:ext uri="{FF2B5EF4-FFF2-40B4-BE49-F238E27FC236}">
                  <a16:creationId xmlns:a16="http://schemas.microsoft.com/office/drawing/2014/main" id="{DFC17774-C1F5-2285-C62F-540A2454B863}"/>
                </a:ext>
              </a:extLst>
            </p:cNvPr>
            <p:cNvSpPr/>
            <p:nvPr/>
          </p:nvSpPr>
          <p:spPr>
            <a:xfrm flipH="1">
              <a:off x="800913" y="5270079"/>
              <a:ext cx="152769" cy="133117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54" name="矩形 653">
              <a:extLst>
                <a:ext uri="{FF2B5EF4-FFF2-40B4-BE49-F238E27FC236}">
                  <a16:creationId xmlns:a16="http://schemas.microsoft.com/office/drawing/2014/main" id="{EEA7027E-1DFF-F384-B158-7802AFC2E20B}"/>
                </a:ext>
              </a:extLst>
            </p:cNvPr>
            <p:cNvSpPr/>
            <p:nvPr/>
          </p:nvSpPr>
          <p:spPr>
            <a:xfrm flipH="1">
              <a:off x="800918" y="5403192"/>
              <a:ext cx="152767" cy="133117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55" name="矩形 654">
              <a:extLst>
                <a:ext uri="{FF2B5EF4-FFF2-40B4-BE49-F238E27FC236}">
                  <a16:creationId xmlns:a16="http://schemas.microsoft.com/office/drawing/2014/main" id="{FA5EE400-64D9-EAA5-7B5E-F5AE1AEBF889}"/>
                </a:ext>
              </a:extLst>
            </p:cNvPr>
            <p:cNvSpPr/>
            <p:nvPr/>
          </p:nvSpPr>
          <p:spPr>
            <a:xfrm flipH="1">
              <a:off x="800924" y="5536310"/>
              <a:ext cx="152760" cy="133117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56" name="矩形 655">
              <a:extLst>
                <a:ext uri="{FF2B5EF4-FFF2-40B4-BE49-F238E27FC236}">
                  <a16:creationId xmlns:a16="http://schemas.microsoft.com/office/drawing/2014/main" id="{260B57D2-C90E-5207-9658-2687FB4804F1}"/>
                </a:ext>
              </a:extLst>
            </p:cNvPr>
            <p:cNvSpPr/>
            <p:nvPr/>
          </p:nvSpPr>
          <p:spPr>
            <a:xfrm flipH="1">
              <a:off x="800925" y="5669423"/>
              <a:ext cx="152760" cy="133117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755" name="组合 754">
            <a:extLst>
              <a:ext uri="{FF2B5EF4-FFF2-40B4-BE49-F238E27FC236}">
                <a16:creationId xmlns:a16="http://schemas.microsoft.com/office/drawing/2014/main" id="{121ABA95-4927-E4E5-B763-487F803DD898}"/>
              </a:ext>
            </a:extLst>
          </p:cNvPr>
          <p:cNvGrpSpPr/>
          <p:nvPr/>
        </p:nvGrpSpPr>
        <p:grpSpPr>
          <a:xfrm>
            <a:off x="6696167" y="3853396"/>
            <a:ext cx="610665" cy="879151"/>
            <a:chOff x="6116209" y="1036604"/>
            <a:chExt cx="391184" cy="590828"/>
          </a:xfrm>
        </p:grpSpPr>
        <p:sp>
          <p:nvSpPr>
            <p:cNvPr id="756" name="流程图: 接点 566">
              <a:extLst>
                <a:ext uri="{FF2B5EF4-FFF2-40B4-BE49-F238E27FC236}">
                  <a16:creationId xmlns:a16="http://schemas.microsoft.com/office/drawing/2014/main" id="{C41640C6-DD94-6BF5-7B6B-FB56FF085308}"/>
                </a:ext>
              </a:extLst>
            </p:cNvPr>
            <p:cNvSpPr/>
            <p:nvPr/>
          </p:nvSpPr>
          <p:spPr>
            <a:xfrm>
              <a:off x="6116209" y="1036604"/>
              <a:ext cx="125672" cy="125837"/>
            </a:xfrm>
            <a:prstGeom prst="flowChartConnector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57" name="流程图: 接点 566">
              <a:extLst>
                <a:ext uri="{FF2B5EF4-FFF2-40B4-BE49-F238E27FC236}">
                  <a16:creationId xmlns:a16="http://schemas.microsoft.com/office/drawing/2014/main" id="{60666F74-BDC5-E995-D972-2B45BE3BF64D}"/>
                </a:ext>
              </a:extLst>
            </p:cNvPr>
            <p:cNvSpPr/>
            <p:nvPr/>
          </p:nvSpPr>
          <p:spPr>
            <a:xfrm>
              <a:off x="6116209" y="1191601"/>
              <a:ext cx="125672" cy="125837"/>
            </a:xfrm>
            <a:prstGeom prst="flowChartConnector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58" name="流程图: 接点 566">
              <a:extLst>
                <a:ext uri="{FF2B5EF4-FFF2-40B4-BE49-F238E27FC236}">
                  <a16:creationId xmlns:a16="http://schemas.microsoft.com/office/drawing/2014/main" id="{A03A498C-D7F6-7078-0E34-374CA30C5C04}"/>
                </a:ext>
              </a:extLst>
            </p:cNvPr>
            <p:cNvSpPr/>
            <p:nvPr/>
          </p:nvSpPr>
          <p:spPr>
            <a:xfrm>
              <a:off x="6116209" y="1501595"/>
              <a:ext cx="125672" cy="125837"/>
            </a:xfrm>
            <a:prstGeom prst="flowChartConnector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59" name="流程图: 接点 566">
              <a:extLst>
                <a:ext uri="{FF2B5EF4-FFF2-40B4-BE49-F238E27FC236}">
                  <a16:creationId xmlns:a16="http://schemas.microsoft.com/office/drawing/2014/main" id="{951B1E8C-514D-33C9-F3BA-1A56E36A89D9}"/>
                </a:ext>
              </a:extLst>
            </p:cNvPr>
            <p:cNvSpPr/>
            <p:nvPr/>
          </p:nvSpPr>
          <p:spPr>
            <a:xfrm>
              <a:off x="6116209" y="1346598"/>
              <a:ext cx="125672" cy="125837"/>
            </a:xfrm>
            <a:prstGeom prst="flowChartConnector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60" name="流程图: 接点 566">
              <a:extLst>
                <a:ext uri="{FF2B5EF4-FFF2-40B4-BE49-F238E27FC236}">
                  <a16:creationId xmlns:a16="http://schemas.microsoft.com/office/drawing/2014/main" id="{88F1C8F6-396D-09B4-C520-8983496C6B15}"/>
                </a:ext>
              </a:extLst>
            </p:cNvPr>
            <p:cNvSpPr/>
            <p:nvPr/>
          </p:nvSpPr>
          <p:spPr>
            <a:xfrm>
              <a:off x="6381721" y="1191280"/>
              <a:ext cx="125672" cy="125837"/>
            </a:xfrm>
            <a:prstGeom prst="flowChartConnector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61" name="流程图: 接点 566">
              <a:extLst>
                <a:ext uri="{FF2B5EF4-FFF2-40B4-BE49-F238E27FC236}">
                  <a16:creationId xmlns:a16="http://schemas.microsoft.com/office/drawing/2014/main" id="{E6BA857C-3DE8-0CCF-AF6C-A5A7E513C7C9}"/>
                </a:ext>
              </a:extLst>
            </p:cNvPr>
            <p:cNvSpPr/>
            <p:nvPr/>
          </p:nvSpPr>
          <p:spPr>
            <a:xfrm>
              <a:off x="6381721" y="1346277"/>
              <a:ext cx="125672" cy="125837"/>
            </a:xfrm>
            <a:prstGeom prst="flowChartConnector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762" name="直接连接符 510">
              <a:extLst>
                <a:ext uri="{FF2B5EF4-FFF2-40B4-BE49-F238E27FC236}">
                  <a16:creationId xmlns:a16="http://schemas.microsoft.com/office/drawing/2014/main" id="{0F190098-FB24-71BE-861E-5D588573B35E}"/>
                </a:ext>
              </a:extLst>
            </p:cNvPr>
            <p:cNvCxnSpPr>
              <a:cxnSpLocks/>
              <a:stCxn id="760" idx="2"/>
              <a:endCxn id="756" idx="6"/>
            </p:cNvCxnSpPr>
            <p:nvPr/>
          </p:nvCxnSpPr>
          <p:spPr>
            <a:xfrm flipH="1" flipV="1">
              <a:off x="6241881" y="1099523"/>
              <a:ext cx="139840" cy="15467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63" name="直接连接符 510">
              <a:extLst>
                <a:ext uri="{FF2B5EF4-FFF2-40B4-BE49-F238E27FC236}">
                  <a16:creationId xmlns:a16="http://schemas.microsoft.com/office/drawing/2014/main" id="{545B518F-FB83-FC22-5CB5-6C725910DC7C}"/>
                </a:ext>
              </a:extLst>
            </p:cNvPr>
            <p:cNvCxnSpPr>
              <a:cxnSpLocks/>
              <a:stCxn id="760" idx="2"/>
              <a:endCxn id="757" idx="6"/>
            </p:cNvCxnSpPr>
            <p:nvPr/>
          </p:nvCxnSpPr>
          <p:spPr>
            <a:xfrm flipH="1">
              <a:off x="6241881" y="1254199"/>
              <a:ext cx="139840" cy="321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64" name="直接连接符 510">
              <a:extLst>
                <a:ext uri="{FF2B5EF4-FFF2-40B4-BE49-F238E27FC236}">
                  <a16:creationId xmlns:a16="http://schemas.microsoft.com/office/drawing/2014/main" id="{F1131636-61C6-CA0C-B771-E122FFD68523}"/>
                </a:ext>
              </a:extLst>
            </p:cNvPr>
            <p:cNvCxnSpPr>
              <a:cxnSpLocks/>
              <a:stCxn id="760" idx="2"/>
              <a:endCxn id="759" idx="6"/>
            </p:cNvCxnSpPr>
            <p:nvPr/>
          </p:nvCxnSpPr>
          <p:spPr>
            <a:xfrm flipH="1">
              <a:off x="6241881" y="1254199"/>
              <a:ext cx="139840" cy="15531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65" name="直接连接符 510">
              <a:extLst>
                <a:ext uri="{FF2B5EF4-FFF2-40B4-BE49-F238E27FC236}">
                  <a16:creationId xmlns:a16="http://schemas.microsoft.com/office/drawing/2014/main" id="{827C375A-D2E7-C1D4-0BA3-577C28A83B5B}"/>
                </a:ext>
              </a:extLst>
            </p:cNvPr>
            <p:cNvCxnSpPr>
              <a:cxnSpLocks/>
              <a:stCxn id="761" idx="2"/>
              <a:endCxn id="758" idx="6"/>
            </p:cNvCxnSpPr>
            <p:nvPr/>
          </p:nvCxnSpPr>
          <p:spPr>
            <a:xfrm flipH="1">
              <a:off x="6241881" y="1409196"/>
              <a:ext cx="139840" cy="15531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66" name="直接连接符 510">
              <a:extLst>
                <a:ext uri="{FF2B5EF4-FFF2-40B4-BE49-F238E27FC236}">
                  <a16:creationId xmlns:a16="http://schemas.microsoft.com/office/drawing/2014/main" id="{FBC0B243-A562-6733-1C2E-04FD9C689A50}"/>
                </a:ext>
              </a:extLst>
            </p:cNvPr>
            <p:cNvCxnSpPr>
              <a:cxnSpLocks/>
              <a:stCxn id="761" idx="2"/>
              <a:endCxn id="756" idx="6"/>
            </p:cNvCxnSpPr>
            <p:nvPr/>
          </p:nvCxnSpPr>
          <p:spPr>
            <a:xfrm flipH="1" flipV="1">
              <a:off x="6241881" y="1099523"/>
              <a:ext cx="139840" cy="309673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67" name="直接连接符 510">
              <a:extLst>
                <a:ext uri="{FF2B5EF4-FFF2-40B4-BE49-F238E27FC236}">
                  <a16:creationId xmlns:a16="http://schemas.microsoft.com/office/drawing/2014/main" id="{C9584F57-4C6A-A041-AE92-49D2121BD94B}"/>
                </a:ext>
              </a:extLst>
            </p:cNvPr>
            <p:cNvCxnSpPr>
              <a:cxnSpLocks/>
              <a:stCxn id="761" idx="2"/>
              <a:endCxn id="757" idx="6"/>
            </p:cNvCxnSpPr>
            <p:nvPr/>
          </p:nvCxnSpPr>
          <p:spPr>
            <a:xfrm flipH="1" flipV="1">
              <a:off x="6241881" y="1254520"/>
              <a:ext cx="139840" cy="15467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68" name="直接连接符 510">
              <a:extLst>
                <a:ext uri="{FF2B5EF4-FFF2-40B4-BE49-F238E27FC236}">
                  <a16:creationId xmlns:a16="http://schemas.microsoft.com/office/drawing/2014/main" id="{3C6BEFE5-208D-7160-0D48-2EDD921656CD}"/>
                </a:ext>
              </a:extLst>
            </p:cNvPr>
            <p:cNvCxnSpPr>
              <a:cxnSpLocks/>
              <a:stCxn id="761" idx="2"/>
              <a:endCxn id="759" idx="6"/>
            </p:cNvCxnSpPr>
            <p:nvPr/>
          </p:nvCxnSpPr>
          <p:spPr>
            <a:xfrm flipH="1">
              <a:off x="6241881" y="1409196"/>
              <a:ext cx="139840" cy="321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69" name="直接连接符 510">
              <a:extLst>
                <a:ext uri="{FF2B5EF4-FFF2-40B4-BE49-F238E27FC236}">
                  <a16:creationId xmlns:a16="http://schemas.microsoft.com/office/drawing/2014/main" id="{3056F9B2-F49C-3A9A-346B-462DAC9479FB}"/>
                </a:ext>
              </a:extLst>
            </p:cNvPr>
            <p:cNvCxnSpPr>
              <a:cxnSpLocks/>
              <a:stCxn id="761" idx="2"/>
              <a:endCxn id="758" idx="6"/>
            </p:cNvCxnSpPr>
            <p:nvPr/>
          </p:nvCxnSpPr>
          <p:spPr>
            <a:xfrm flipH="1">
              <a:off x="6241881" y="1409196"/>
              <a:ext cx="139840" cy="15531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770" name="椭圆 769">
            <a:extLst>
              <a:ext uri="{FF2B5EF4-FFF2-40B4-BE49-F238E27FC236}">
                <a16:creationId xmlns:a16="http://schemas.microsoft.com/office/drawing/2014/main" id="{5E9E096C-C972-EC1C-5A07-33A35B083806}"/>
              </a:ext>
            </a:extLst>
          </p:cNvPr>
          <p:cNvSpPr/>
          <p:nvPr/>
        </p:nvSpPr>
        <p:spPr>
          <a:xfrm rot="5400000">
            <a:off x="4795550" y="3797582"/>
            <a:ext cx="322854" cy="323843"/>
          </a:xfrm>
          <a:prstGeom prst="ellipse">
            <a:avLst/>
          </a:prstGeom>
          <a:noFill/>
          <a:ln w="28575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cs typeface="Arial" panose="020B0604020202020204" pitchFamily="34" charset="0"/>
              </a:rPr>
              <a:t>1</a:t>
            </a:r>
            <a:endParaRPr lang="zh-CN" altLang="en-US" sz="2400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771" name="椭圆 770">
            <a:extLst>
              <a:ext uri="{FF2B5EF4-FFF2-40B4-BE49-F238E27FC236}">
                <a16:creationId xmlns:a16="http://schemas.microsoft.com/office/drawing/2014/main" id="{C6BCBD12-A3BF-72DA-F515-9B0F5962C1E2}"/>
              </a:ext>
            </a:extLst>
          </p:cNvPr>
          <p:cNvSpPr/>
          <p:nvPr/>
        </p:nvSpPr>
        <p:spPr>
          <a:xfrm rot="5400000">
            <a:off x="4795550" y="4498518"/>
            <a:ext cx="322854" cy="32384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cs typeface="Arial" panose="020B0604020202020204" pitchFamily="34" charset="0"/>
              </a:rPr>
              <a:t>3</a:t>
            </a:r>
            <a:endParaRPr lang="zh-CN" altLang="en-US" sz="2400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772" name="椭圆 771">
            <a:extLst>
              <a:ext uri="{FF2B5EF4-FFF2-40B4-BE49-F238E27FC236}">
                <a16:creationId xmlns:a16="http://schemas.microsoft.com/office/drawing/2014/main" id="{FC693E83-E822-1536-DF15-9C2A2C02E92E}"/>
              </a:ext>
            </a:extLst>
          </p:cNvPr>
          <p:cNvSpPr/>
          <p:nvPr/>
        </p:nvSpPr>
        <p:spPr>
          <a:xfrm rot="5400000">
            <a:off x="4133625" y="3797582"/>
            <a:ext cx="322854" cy="323843"/>
          </a:xfrm>
          <a:prstGeom prst="ellipse">
            <a:avLst/>
          </a:prstGeom>
          <a:noFill/>
          <a:ln w="28575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cs typeface="Arial" panose="020B0604020202020204" pitchFamily="34" charset="0"/>
              </a:rPr>
              <a:t>0</a:t>
            </a:r>
            <a:endParaRPr lang="zh-CN" altLang="en-US" sz="2400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773" name="椭圆 772">
            <a:extLst>
              <a:ext uri="{FF2B5EF4-FFF2-40B4-BE49-F238E27FC236}">
                <a16:creationId xmlns:a16="http://schemas.microsoft.com/office/drawing/2014/main" id="{392BBB68-DF66-91CD-1BB0-808C69563565}"/>
              </a:ext>
            </a:extLst>
          </p:cNvPr>
          <p:cNvSpPr/>
          <p:nvPr/>
        </p:nvSpPr>
        <p:spPr>
          <a:xfrm rot="5400000">
            <a:off x="4133625" y="4498518"/>
            <a:ext cx="322854" cy="32384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cs typeface="Arial" panose="020B0604020202020204" pitchFamily="34" charset="0"/>
              </a:rPr>
              <a:t>2</a:t>
            </a:r>
            <a:endParaRPr lang="zh-CN" altLang="en-US" sz="2400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cxnSp>
        <p:nvCxnSpPr>
          <p:cNvPr id="774" name="直接连接符 521">
            <a:extLst>
              <a:ext uri="{FF2B5EF4-FFF2-40B4-BE49-F238E27FC236}">
                <a16:creationId xmlns:a16="http://schemas.microsoft.com/office/drawing/2014/main" id="{AB928B2A-B934-0F1C-B2AC-EED779FED800}"/>
              </a:ext>
            </a:extLst>
          </p:cNvPr>
          <p:cNvCxnSpPr>
            <a:cxnSpLocks/>
          </p:cNvCxnSpPr>
          <p:nvPr/>
        </p:nvCxnSpPr>
        <p:spPr>
          <a:xfrm>
            <a:off x="4295052" y="4120931"/>
            <a:ext cx="0" cy="378082"/>
          </a:xfrm>
          <a:prstGeom prst="line">
            <a:avLst/>
          </a:prstGeom>
          <a:ln w="28575">
            <a:solidFill>
              <a:schemeClr val="tx1"/>
            </a:solidFill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75" name="直接连接符 522">
            <a:extLst>
              <a:ext uri="{FF2B5EF4-FFF2-40B4-BE49-F238E27FC236}">
                <a16:creationId xmlns:a16="http://schemas.microsoft.com/office/drawing/2014/main" id="{CA3EFA8A-AD86-E7F1-2702-4ADD943F3B9C}"/>
              </a:ext>
            </a:extLst>
          </p:cNvPr>
          <p:cNvCxnSpPr>
            <a:cxnSpLocks/>
          </p:cNvCxnSpPr>
          <p:nvPr/>
        </p:nvCxnSpPr>
        <p:spPr>
          <a:xfrm flipV="1">
            <a:off x="4956977" y="4118750"/>
            <a:ext cx="0" cy="380257"/>
          </a:xfrm>
          <a:prstGeom prst="line">
            <a:avLst/>
          </a:prstGeom>
          <a:ln w="28575">
            <a:solidFill>
              <a:schemeClr val="tx1"/>
            </a:solidFill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76" name="直接连接符 523">
            <a:extLst>
              <a:ext uri="{FF2B5EF4-FFF2-40B4-BE49-F238E27FC236}">
                <a16:creationId xmlns:a16="http://schemas.microsoft.com/office/drawing/2014/main" id="{B90D0FC7-E21F-9A01-0872-131474AA36FF}"/>
              </a:ext>
            </a:extLst>
          </p:cNvPr>
          <p:cNvCxnSpPr>
            <a:cxnSpLocks/>
            <a:stCxn id="771" idx="3"/>
            <a:endCxn id="772" idx="7"/>
          </p:cNvCxnSpPr>
          <p:nvPr/>
        </p:nvCxnSpPr>
        <p:spPr>
          <a:xfrm flipH="1" flipV="1">
            <a:off x="4409549" y="4073650"/>
            <a:ext cx="432934" cy="472644"/>
          </a:xfrm>
          <a:prstGeom prst="line">
            <a:avLst/>
          </a:prstGeom>
          <a:ln w="28575">
            <a:solidFill>
              <a:schemeClr val="tx1"/>
            </a:solidFill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77" name="直接连接符 524">
            <a:extLst>
              <a:ext uri="{FF2B5EF4-FFF2-40B4-BE49-F238E27FC236}">
                <a16:creationId xmlns:a16="http://schemas.microsoft.com/office/drawing/2014/main" id="{E1BCF91D-6492-842B-3442-D74778F8B5B1}"/>
              </a:ext>
            </a:extLst>
          </p:cNvPr>
          <p:cNvCxnSpPr>
            <a:cxnSpLocks/>
          </p:cNvCxnSpPr>
          <p:nvPr/>
        </p:nvCxnSpPr>
        <p:spPr>
          <a:xfrm flipH="1">
            <a:off x="4455515" y="4660433"/>
            <a:ext cx="32987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78" name="文本框 777">
                <a:extLst>
                  <a:ext uri="{FF2B5EF4-FFF2-40B4-BE49-F238E27FC236}">
                    <a16:creationId xmlns:a16="http://schemas.microsoft.com/office/drawing/2014/main" id="{DEC7D14A-CFDE-A864-2F98-E7D8AB7B7B37}"/>
                  </a:ext>
                </a:extLst>
              </p:cNvPr>
              <p:cNvSpPr txBox="1"/>
              <p:nvPr/>
            </p:nvSpPr>
            <p:spPr>
              <a:xfrm>
                <a:off x="7538287" y="4918088"/>
                <a:ext cx="1071288" cy="461665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1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altLang="zh-CN" sz="2400" b="1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𝑿</m:t>
                          </m:r>
                        </m:e>
                        <m:sub>
                          <m:r>
                            <a:rPr lang="en-US" altLang="zh-CN" sz="2400" b="1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zh-CN" altLang="en-US" sz="2400" b="1" dirty="0">
                  <a:solidFill>
                    <a:schemeClr val="accent6"/>
                  </a:solidFill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778" name="文本框 777">
                <a:extLst>
                  <a:ext uri="{FF2B5EF4-FFF2-40B4-BE49-F238E27FC236}">
                    <a16:creationId xmlns:a16="http://schemas.microsoft.com/office/drawing/2014/main" id="{DEC7D14A-CFDE-A864-2F98-E7D8AB7B7B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8287" y="4918088"/>
                <a:ext cx="1071288" cy="461665"/>
              </a:xfrm>
              <a:prstGeom prst="rect">
                <a:avLst/>
              </a:prstGeom>
              <a:blipFill>
                <a:blip r:embed="rId5"/>
                <a:stretch>
                  <a:fillRect b="-1316"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79" name="组合 778">
            <a:extLst>
              <a:ext uri="{FF2B5EF4-FFF2-40B4-BE49-F238E27FC236}">
                <a16:creationId xmlns:a16="http://schemas.microsoft.com/office/drawing/2014/main" id="{AC900855-69EC-7D36-A03A-013E1B064C62}"/>
              </a:ext>
            </a:extLst>
          </p:cNvPr>
          <p:cNvGrpSpPr/>
          <p:nvPr/>
        </p:nvGrpSpPr>
        <p:grpSpPr>
          <a:xfrm>
            <a:off x="7702596" y="6071492"/>
            <a:ext cx="621640" cy="663817"/>
            <a:chOff x="4341455" y="6517035"/>
            <a:chExt cx="621640" cy="663817"/>
          </a:xfrm>
        </p:grpSpPr>
        <p:sp>
          <p:nvSpPr>
            <p:cNvPr id="780" name="矩形 1174">
              <a:extLst>
                <a:ext uri="{FF2B5EF4-FFF2-40B4-BE49-F238E27FC236}">
                  <a16:creationId xmlns:a16="http://schemas.microsoft.com/office/drawing/2014/main" id="{0498E65D-32FE-9D0B-DB90-613DBE3457EA}"/>
                </a:ext>
              </a:extLst>
            </p:cNvPr>
            <p:cNvSpPr/>
            <p:nvPr/>
          </p:nvSpPr>
          <p:spPr>
            <a:xfrm rot="10800000">
              <a:off x="4342830" y="6886022"/>
              <a:ext cx="618706" cy="226680"/>
            </a:xfrm>
            <a:custGeom>
              <a:avLst/>
              <a:gdLst>
                <a:gd name="connsiteX0" fmla="*/ 0 w 595706"/>
                <a:gd name="connsiteY0" fmla="*/ 0 h 92965"/>
                <a:gd name="connsiteX1" fmla="*/ 595706 w 595706"/>
                <a:gd name="connsiteY1" fmla="*/ 0 h 92965"/>
                <a:gd name="connsiteX2" fmla="*/ 595706 w 595706"/>
                <a:gd name="connsiteY2" fmla="*/ 92965 h 92965"/>
                <a:gd name="connsiteX3" fmla="*/ 0 w 595706"/>
                <a:gd name="connsiteY3" fmla="*/ 92965 h 92965"/>
                <a:gd name="connsiteX4" fmla="*/ 0 w 595706"/>
                <a:gd name="connsiteY4" fmla="*/ 0 h 92965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1422 w 594406"/>
                <a:gd name="connsiteY0" fmla="*/ 21376 h 135147"/>
                <a:gd name="connsiteX1" fmla="*/ 594406 w 594406"/>
                <a:gd name="connsiteY1" fmla="*/ 0 h 135147"/>
                <a:gd name="connsiteX2" fmla="*/ 594406 w 594406"/>
                <a:gd name="connsiteY2" fmla="*/ 92965 h 135147"/>
                <a:gd name="connsiteX3" fmla="*/ 61 w 594406"/>
                <a:gd name="connsiteY3" fmla="*/ 135147 h 135147"/>
                <a:gd name="connsiteX4" fmla="*/ 1422 w 594406"/>
                <a:gd name="connsiteY4" fmla="*/ 21376 h 135147"/>
                <a:gd name="connsiteX0" fmla="*/ 1422 w 594406"/>
                <a:gd name="connsiteY0" fmla="*/ 15599 h 135147"/>
                <a:gd name="connsiteX1" fmla="*/ 594406 w 594406"/>
                <a:gd name="connsiteY1" fmla="*/ 0 h 135147"/>
                <a:gd name="connsiteX2" fmla="*/ 594406 w 594406"/>
                <a:gd name="connsiteY2" fmla="*/ 92965 h 135147"/>
                <a:gd name="connsiteX3" fmla="*/ 61 w 594406"/>
                <a:gd name="connsiteY3" fmla="*/ 135147 h 135147"/>
                <a:gd name="connsiteX4" fmla="*/ 1422 w 594406"/>
                <a:gd name="connsiteY4" fmla="*/ 15599 h 135147"/>
                <a:gd name="connsiteX0" fmla="*/ 131 w 594476"/>
                <a:gd name="connsiteY0" fmla="*/ 4622 h 135147"/>
                <a:gd name="connsiteX1" fmla="*/ 594476 w 594476"/>
                <a:gd name="connsiteY1" fmla="*/ 0 h 135147"/>
                <a:gd name="connsiteX2" fmla="*/ 594476 w 594476"/>
                <a:gd name="connsiteY2" fmla="*/ 92965 h 135147"/>
                <a:gd name="connsiteX3" fmla="*/ 131 w 594476"/>
                <a:gd name="connsiteY3" fmla="*/ 135147 h 135147"/>
                <a:gd name="connsiteX4" fmla="*/ 131 w 594476"/>
                <a:gd name="connsiteY4" fmla="*/ 4622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22423 h 139660"/>
                <a:gd name="connsiteX1" fmla="*/ 595706 w 595706"/>
                <a:gd name="connsiteY1" fmla="*/ 4513 h 139660"/>
                <a:gd name="connsiteX2" fmla="*/ 595706 w 595706"/>
                <a:gd name="connsiteY2" fmla="*/ 97478 h 139660"/>
                <a:gd name="connsiteX3" fmla="*/ 1361 w 595706"/>
                <a:gd name="connsiteY3" fmla="*/ 139660 h 139660"/>
                <a:gd name="connsiteX4" fmla="*/ 0 w 595706"/>
                <a:gd name="connsiteY4" fmla="*/ 22423 h 139660"/>
                <a:gd name="connsiteX0" fmla="*/ 0 w 595706"/>
                <a:gd name="connsiteY0" fmla="*/ 26413 h 143650"/>
                <a:gd name="connsiteX1" fmla="*/ 595706 w 595706"/>
                <a:gd name="connsiteY1" fmla="*/ 8503 h 143650"/>
                <a:gd name="connsiteX2" fmla="*/ 595706 w 595706"/>
                <a:gd name="connsiteY2" fmla="*/ 101468 h 143650"/>
                <a:gd name="connsiteX3" fmla="*/ 1361 w 595706"/>
                <a:gd name="connsiteY3" fmla="*/ 143650 h 143650"/>
                <a:gd name="connsiteX4" fmla="*/ 0 w 595706"/>
                <a:gd name="connsiteY4" fmla="*/ 26413 h 143650"/>
                <a:gd name="connsiteX0" fmla="*/ 0 w 595706"/>
                <a:gd name="connsiteY0" fmla="*/ 21286 h 138523"/>
                <a:gd name="connsiteX1" fmla="*/ 595706 w 595706"/>
                <a:gd name="connsiteY1" fmla="*/ 3376 h 138523"/>
                <a:gd name="connsiteX2" fmla="*/ 595706 w 595706"/>
                <a:gd name="connsiteY2" fmla="*/ 96341 h 138523"/>
                <a:gd name="connsiteX3" fmla="*/ 1361 w 595706"/>
                <a:gd name="connsiteY3" fmla="*/ 138523 h 138523"/>
                <a:gd name="connsiteX4" fmla="*/ 0 w 595706"/>
                <a:gd name="connsiteY4" fmla="*/ 21286 h 138523"/>
                <a:gd name="connsiteX0" fmla="*/ 0 w 595706"/>
                <a:gd name="connsiteY0" fmla="*/ 22534 h 139771"/>
                <a:gd name="connsiteX1" fmla="*/ 595706 w 595706"/>
                <a:gd name="connsiteY1" fmla="*/ 4624 h 139771"/>
                <a:gd name="connsiteX2" fmla="*/ 595706 w 595706"/>
                <a:gd name="connsiteY2" fmla="*/ 97589 h 139771"/>
                <a:gd name="connsiteX3" fmla="*/ 1361 w 595706"/>
                <a:gd name="connsiteY3" fmla="*/ 139771 h 139771"/>
                <a:gd name="connsiteX4" fmla="*/ 0 w 595706"/>
                <a:gd name="connsiteY4" fmla="*/ 22534 h 139771"/>
                <a:gd name="connsiteX0" fmla="*/ 0 w 595706"/>
                <a:gd name="connsiteY0" fmla="*/ 23494 h 140731"/>
                <a:gd name="connsiteX1" fmla="*/ 595706 w 595706"/>
                <a:gd name="connsiteY1" fmla="*/ 2118 h 140731"/>
                <a:gd name="connsiteX2" fmla="*/ 595706 w 595706"/>
                <a:gd name="connsiteY2" fmla="*/ 98549 h 140731"/>
                <a:gd name="connsiteX3" fmla="*/ 1361 w 595706"/>
                <a:gd name="connsiteY3" fmla="*/ 140731 h 140731"/>
                <a:gd name="connsiteX4" fmla="*/ 0 w 595706"/>
                <a:gd name="connsiteY4" fmla="*/ 23494 h 140731"/>
                <a:gd name="connsiteX0" fmla="*/ 0 w 595706"/>
                <a:gd name="connsiteY0" fmla="*/ 23494 h 140731"/>
                <a:gd name="connsiteX1" fmla="*/ 595706 w 595706"/>
                <a:gd name="connsiteY1" fmla="*/ 2118 h 140731"/>
                <a:gd name="connsiteX2" fmla="*/ 595706 w 595706"/>
                <a:gd name="connsiteY2" fmla="*/ 98549 h 140731"/>
                <a:gd name="connsiteX3" fmla="*/ 1361 w 595706"/>
                <a:gd name="connsiteY3" fmla="*/ 140731 h 140731"/>
                <a:gd name="connsiteX4" fmla="*/ 0 w 595706"/>
                <a:gd name="connsiteY4" fmla="*/ 23494 h 140731"/>
                <a:gd name="connsiteX0" fmla="*/ 0 w 595706"/>
                <a:gd name="connsiteY0" fmla="*/ 25030 h 142267"/>
                <a:gd name="connsiteX1" fmla="*/ 595706 w 595706"/>
                <a:gd name="connsiteY1" fmla="*/ 3654 h 142267"/>
                <a:gd name="connsiteX2" fmla="*/ 595706 w 595706"/>
                <a:gd name="connsiteY2" fmla="*/ 100085 h 142267"/>
                <a:gd name="connsiteX3" fmla="*/ 1361 w 595706"/>
                <a:gd name="connsiteY3" fmla="*/ 142267 h 142267"/>
                <a:gd name="connsiteX4" fmla="*/ 0 w 595706"/>
                <a:gd name="connsiteY4" fmla="*/ 25030 h 142267"/>
                <a:gd name="connsiteX0" fmla="*/ 0 w 595706"/>
                <a:gd name="connsiteY0" fmla="*/ 22091 h 139328"/>
                <a:gd name="connsiteX1" fmla="*/ 595706 w 595706"/>
                <a:gd name="connsiteY1" fmla="*/ 715 h 139328"/>
                <a:gd name="connsiteX2" fmla="*/ 595706 w 595706"/>
                <a:gd name="connsiteY2" fmla="*/ 97146 h 139328"/>
                <a:gd name="connsiteX3" fmla="*/ 1361 w 595706"/>
                <a:gd name="connsiteY3" fmla="*/ 139328 h 139328"/>
                <a:gd name="connsiteX4" fmla="*/ 0 w 595706"/>
                <a:gd name="connsiteY4" fmla="*/ 22091 h 139328"/>
                <a:gd name="connsiteX0" fmla="*/ 0 w 595706"/>
                <a:gd name="connsiteY0" fmla="*/ 23573 h 140810"/>
                <a:gd name="connsiteX1" fmla="*/ 595706 w 595706"/>
                <a:gd name="connsiteY1" fmla="*/ 2197 h 140810"/>
                <a:gd name="connsiteX2" fmla="*/ 595706 w 595706"/>
                <a:gd name="connsiteY2" fmla="*/ 98628 h 140810"/>
                <a:gd name="connsiteX3" fmla="*/ 1361 w 595706"/>
                <a:gd name="connsiteY3" fmla="*/ 140810 h 140810"/>
                <a:gd name="connsiteX4" fmla="*/ 0 w 595706"/>
                <a:gd name="connsiteY4" fmla="*/ 23573 h 140810"/>
                <a:gd name="connsiteX0" fmla="*/ 0 w 595706"/>
                <a:gd name="connsiteY0" fmla="*/ 21908 h 139145"/>
                <a:gd name="connsiteX1" fmla="*/ 595706 w 595706"/>
                <a:gd name="connsiteY1" fmla="*/ 532 h 139145"/>
                <a:gd name="connsiteX2" fmla="*/ 595706 w 595706"/>
                <a:gd name="connsiteY2" fmla="*/ 96963 h 139145"/>
                <a:gd name="connsiteX3" fmla="*/ 1361 w 595706"/>
                <a:gd name="connsiteY3" fmla="*/ 139145 h 139145"/>
                <a:gd name="connsiteX4" fmla="*/ 0 w 595706"/>
                <a:gd name="connsiteY4" fmla="*/ 21908 h 139145"/>
                <a:gd name="connsiteX0" fmla="*/ 0 w 595706"/>
                <a:gd name="connsiteY0" fmla="*/ 23863 h 141100"/>
                <a:gd name="connsiteX1" fmla="*/ 595706 w 595706"/>
                <a:gd name="connsiteY1" fmla="*/ 2487 h 141100"/>
                <a:gd name="connsiteX2" fmla="*/ 595706 w 595706"/>
                <a:gd name="connsiteY2" fmla="*/ 98918 h 141100"/>
                <a:gd name="connsiteX3" fmla="*/ 1361 w 595706"/>
                <a:gd name="connsiteY3" fmla="*/ 141100 h 141100"/>
                <a:gd name="connsiteX4" fmla="*/ 0 w 595706"/>
                <a:gd name="connsiteY4" fmla="*/ 23863 h 141100"/>
                <a:gd name="connsiteX0" fmla="*/ 0 w 595706"/>
                <a:gd name="connsiteY0" fmla="*/ 24472 h 141709"/>
                <a:gd name="connsiteX1" fmla="*/ 595706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0 w 595706"/>
                <a:gd name="connsiteY0" fmla="*/ 24267 h 141504"/>
                <a:gd name="connsiteX1" fmla="*/ 595706 w 595706"/>
                <a:gd name="connsiteY1" fmla="*/ 2891 h 141504"/>
                <a:gd name="connsiteX2" fmla="*/ 595706 w 595706"/>
                <a:gd name="connsiteY2" fmla="*/ 99322 h 141504"/>
                <a:gd name="connsiteX3" fmla="*/ 1361 w 595706"/>
                <a:gd name="connsiteY3" fmla="*/ 141504 h 141504"/>
                <a:gd name="connsiteX4" fmla="*/ 0 w 595706"/>
                <a:gd name="connsiteY4" fmla="*/ 24267 h 141504"/>
                <a:gd name="connsiteX0" fmla="*/ 0 w 595706"/>
                <a:gd name="connsiteY0" fmla="*/ 24472 h 141709"/>
                <a:gd name="connsiteX1" fmla="*/ 595706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0 w 595706"/>
                <a:gd name="connsiteY0" fmla="*/ 24472 h 141709"/>
                <a:gd name="connsiteX1" fmla="*/ 594353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124 w 595830"/>
                <a:gd name="connsiteY0" fmla="*/ 24472 h 141709"/>
                <a:gd name="connsiteX1" fmla="*/ 594477 w 595830"/>
                <a:gd name="connsiteY1" fmla="*/ 3096 h 141709"/>
                <a:gd name="connsiteX2" fmla="*/ 595830 w 595830"/>
                <a:gd name="connsiteY2" fmla="*/ 99527 h 141709"/>
                <a:gd name="connsiteX3" fmla="*/ 131 w 595830"/>
                <a:gd name="connsiteY3" fmla="*/ 141709 h 141709"/>
                <a:gd name="connsiteX4" fmla="*/ 124 w 595830"/>
                <a:gd name="connsiteY4" fmla="*/ 24472 h 141709"/>
                <a:gd name="connsiteX0" fmla="*/ 124 w 597179"/>
                <a:gd name="connsiteY0" fmla="*/ 25207 h 142444"/>
                <a:gd name="connsiteX1" fmla="*/ 597179 w 597179"/>
                <a:gd name="connsiteY1" fmla="*/ 481 h 142444"/>
                <a:gd name="connsiteX2" fmla="*/ 595830 w 597179"/>
                <a:gd name="connsiteY2" fmla="*/ 100262 h 142444"/>
                <a:gd name="connsiteX3" fmla="*/ 131 w 597179"/>
                <a:gd name="connsiteY3" fmla="*/ 142444 h 142444"/>
                <a:gd name="connsiteX4" fmla="*/ 124 w 597179"/>
                <a:gd name="connsiteY4" fmla="*/ 25207 h 142444"/>
                <a:gd name="connsiteX0" fmla="*/ 124 w 595889"/>
                <a:gd name="connsiteY0" fmla="*/ 25842 h 143079"/>
                <a:gd name="connsiteX1" fmla="*/ 594477 w 595889"/>
                <a:gd name="connsiteY1" fmla="*/ 0 h 143079"/>
                <a:gd name="connsiteX2" fmla="*/ 595830 w 595889"/>
                <a:gd name="connsiteY2" fmla="*/ 100897 h 143079"/>
                <a:gd name="connsiteX3" fmla="*/ 131 w 595889"/>
                <a:gd name="connsiteY3" fmla="*/ 143079 h 143079"/>
                <a:gd name="connsiteX4" fmla="*/ 124 w 595889"/>
                <a:gd name="connsiteY4" fmla="*/ 25842 h 143079"/>
                <a:gd name="connsiteX0" fmla="*/ 124 w 595889"/>
                <a:gd name="connsiteY0" fmla="*/ 24713 h 141950"/>
                <a:gd name="connsiteX1" fmla="*/ 594477 w 595889"/>
                <a:gd name="connsiteY1" fmla="*/ 2221 h 141950"/>
                <a:gd name="connsiteX2" fmla="*/ 595830 w 595889"/>
                <a:gd name="connsiteY2" fmla="*/ 99768 h 141950"/>
                <a:gd name="connsiteX3" fmla="*/ 131 w 595889"/>
                <a:gd name="connsiteY3" fmla="*/ 141950 h 141950"/>
                <a:gd name="connsiteX4" fmla="*/ 124 w 595889"/>
                <a:gd name="connsiteY4" fmla="*/ 24713 h 141950"/>
                <a:gd name="connsiteX0" fmla="*/ 124 w 595959"/>
                <a:gd name="connsiteY0" fmla="*/ 24713 h 141950"/>
                <a:gd name="connsiteX1" fmla="*/ 595828 w 595959"/>
                <a:gd name="connsiteY1" fmla="*/ 2221 h 141950"/>
                <a:gd name="connsiteX2" fmla="*/ 595830 w 595959"/>
                <a:gd name="connsiteY2" fmla="*/ 99768 h 141950"/>
                <a:gd name="connsiteX3" fmla="*/ 131 w 595959"/>
                <a:gd name="connsiteY3" fmla="*/ 141950 h 141950"/>
                <a:gd name="connsiteX4" fmla="*/ 124 w 595959"/>
                <a:gd name="connsiteY4" fmla="*/ 24713 h 141950"/>
                <a:gd name="connsiteX0" fmla="*/ 124 w 595959"/>
                <a:gd name="connsiteY0" fmla="*/ 24925 h 142162"/>
                <a:gd name="connsiteX1" fmla="*/ 595828 w 595959"/>
                <a:gd name="connsiteY1" fmla="*/ 2433 h 142162"/>
                <a:gd name="connsiteX2" fmla="*/ 595830 w 595959"/>
                <a:gd name="connsiteY2" fmla="*/ 99980 h 142162"/>
                <a:gd name="connsiteX3" fmla="*/ 131 w 595959"/>
                <a:gd name="connsiteY3" fmla="*/ 142162 h 142162"/>
                <a:gd name="connsiteX4" fmla="*/ 124 w 595959"/>
                <a:gd name="connsiteY4" fmla="*/ 24925 h 142162"/>
                <a:gd name="connsiteX0" fmla="*/ 124 w 595959"/>
                <a:gd name="connsiteY0" fmla="*/ 22492 h 139729"/>
                <a:gd name="connsiteX1" fmla="*/ 595828 w 595959"/>
                <a:gd name="connsiteY1" fmla="*/ 0 h 139729"/>
                <a:gd name="connsiteX2" fmla="*/ 595830 w 595959"/>
                <a:gd name="connsiteY2" fmla="*/ 97547 h 139729"/>
                <a:gd name="connsiteX3" fmla="*/ 131 w 595959"/>
                <a:gd name="connsiteY3" fmla="*/ 139729 h 139729"/>
                <a:gd name="connsiteX4" fmla="*/ 124 w 595959"/>
                <a:gd name="connsiteY4" fmla="*/ 22492 h 139729"/>
                <a:gd name="connsiteX0" fmla="*/ 124 w 595959"/>
                <a:gd name="connsiteY0" fmla="*/ 25585 h 142822"/>
                <a:gd name="connsiteX1" fmla="*/ 595828 w 595959"/>
                <a:gd name="connsiteY1" fmla="*/ 3093 h 142822"/>
                <a:gd name="connsiteX2" fmla="*/ 595830 w 595959"/>
                <a:gd name="connsiteY2" fmla="*/ 100640 h 142822"/>
                <a:gd name="connsiteX3" fmla="*/ 131 w 595959"/>
                <a:gd name="connsiteY3" fmla="*/ 142822 h 142822"/>
                <a:gd name="connsiteX4" fmla="*/ 124 w 595959"/>
                <a:gd name="connsiteY4" fmla="*/ 25585 h 142822"/>
                <a:gd name="connsiteX0" fmla="*/ 124 w 595959"/>
                <a:gd name="connsiteY0" fmla="*/ 25585 h 142822"/>
                <a:gd name="connsiteX1" fmla="*/ 595828 w 595959"/>
                <a:gd name="connsiteY1" fmla="*/ 3093 h 142822"/>
                <a:gd name="connsiteX2" fmla="*/ 595830 w 595959"/>
                <a:gd name="connsiteY2" fmla="*/ 100640 h 142822"/>
                <a:gd name="connsiteX3" fmla="*/ 131 w 595959"/>
                <a:gd name="connsiteY3" fmla="*/ 142822 h 142822"/>
                <a:gd name="connsiteX4" fmla="*/ 124 w 595959"/>
                <a:gd name="connsiteY4" fmla="*/ 25585 h 142822"/>
                <a:gd name="connsiteX0" fmla="*/ 124 w 595959"/>
                <a:gd name="connsiteY0" fmla="*/ 26512 h 143749"/>
                <a:gd name="connsiteX1" fmla="*/ 595828 w 595959"/>
                <a:gd name="connsiteY1" fmla="*/ 4020 h 143749"/>
                <a:gd name="connsiteX2" fmla="*/ 595830 w 595959"/>
                <a:gd name="connsiteY2" fmla="*/ 101567 h 143749"/>
                <a:gd name="connsiteX3" fmla="*/ 131 w 595959"/>
                <a:gd name="connsiteY3" fmla="*/ 143749 h 143749"/>
                <a:gd name="connsiteX4" fmla="*/ 124 w 595959"/>
                <a:gd name="connsiteY4" fmla="*/ 26512 h 143749"/>
                <a:gd name="connsiteX0" fmla="*/ 124 w 595959"/>
                <a:gd name="connsiteY0" fmla="*/ 26512 h 143749"/>
                <a:gd name="connsiteX1" fmla="*/ 595828 w 595959"/>
                <a:gd name="connsiteY1" fmla="*/ 4020 h 143749"/>
                <a:gd name="connsiteX2" fmla="*/ 595830 w 595959"/>
                <a:gd name="connsiteY2" fmla="*/ 101567 h 143749"/>
                <a:gd name="connsiteX3" fmla="*/ 131 w 595959"/>
                <a:gd name="connsiteY3" fmla="*/ 143749 h 143749"/>
                <a:gd name="connsiteX4" fmla="*/ 124 w 595959"/>
                <a:gd name="connsiteY4" fmla="*/ 26512 h 143749"/>
                <a:gd name="connsiteX0" fmla="*/ 124 w 595959"/>
                <a:gd name="connsiteY0" fmla="*/ 28496 h 145733"/>
                <a:gd name="connsiteX1" fmla="*/ 595828 w 595959"/>
                <a:gd name="connsiteY1" fmla="*/ 6004 h 145733"/>
                <a:gd name="connsiteX2" fmla="*/ 595830 w 595959"/>
                <a:gd name="connsiteY2" fmla="*/ 103551 h 145733"/>
                <a:gd name="connsiteX3" fmla="*/ 131 w 595959"/>
                <a:gd name="connsiteY3" fmla="*/ 145733 h 145733"/>
                <a:gd name="connsiteX4" fmla="*/ 124 w 595959"/>
                <a:gd name="connsiteY4" fmla="*/ 28496 h 14573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856"/>
                <a:gd name="connsiteY0" fmla="*/ 41841 h 159078"/>
                <a:gd name="connsiteX1" fmla="*/ 591261 w 595856"/>
                <a:gd name="connsiteY1" fmla="*/ 0 h 159078"/>
                <a:gd name="connsiteX2" fmla="*/ 595830 w 595856"/>
                <a:gd name="connsiteY2" fmla="*/ 116896 h 159078"/>
                <a:gd name="connsiteX3" fmla="*/ 131 w 595856"/>
                <a:gd name="connsiteY3" fmla="*/ 159078 h 159078"/>
                <a:gd name="connsiteX4" fmla="*/ 124 w 595856"/>
                <a:gd name="connsiteY4" fmla="*/ 41841 h 159078"/>
                <a:gd name="connsiteX0" fmla="*/ 124 w 595959"/>
                <a:gd name="connsiteY0" fmla="*/ 41841 h 159078"/>
                <a:gd name="connsiteX1" fmla="*/ 595828 w 595959"/>
                <a:gd name="connsiteY1" fmla="*/ 0 h 159078"/>
                <a:gd name="connsiteX2" fmla="*/ 595830 w 595959"/>
                <a:gd name="connsiteY2" fmla="*/ 116896 h 159078"/>
                <a:gd name="connsiteX3" fmla="*/ 131 w 595959"/>
                <a:gd name="connsiteY3" fmla="*/ 159078 h 159078"/>
                <a:gd name="connsiteX4" fmla="*/ 124 w 595959"/>
                <a:gd name="connsiteY4" fmla="*/ 41841 h 159078"/>
                <a:gd name="connsiteX0" fmla="*/ 124 w 597349"/>
                <a:gd name="connsiteY0" fmla="*/ 42378 h 159615"/>
                <a:gd name="connsiteX1" fmla="*/ 597349 w 597349"/>
                <a:gd name="connsiteY1" fmla="*/ 0 h 159615"/>
                <a:gd name="connsiteX2" fmla="*/ 595830 w 597349"/>
                <a:gd name="connsiteY2" fmla="*/ 117433 h 159615"/>
                <a:gd name="connsiteX3" fmla="*/ 131 w 597349"/>
                <a:gd name="connsiteY3" fmla="*/ 159615 h 159615"/>
                <a:gd name="connsiteX4" fmla="*/ 124 w 597349"/>
                <a:gd name="connsiteY4" fmla="*/ 42378 h 159615"/>
                <a:gd name="connsiteX0" fmla="*/ 124 w 600443"/>
                <a:gd name="connsiteY0" fmla="*/ 42378 h 159615"/>
                <a:gd name="connsiteX1" fmla="*/ 597349 w 600443"/>
                <a:gd name="connsiteY1" fmla="*/ 0 h 159615"/>
                <a:gd name="connsiteX2" fmla="*/ 600408 w 600443"/>
                <a:gd name="connsiteY2" fmla="*/ 117433 h 159615"/>
                <a:gd name="connsiteX3" fmla="*/ 131 w 600443"/>
                <a:gd name="connsiteY3" fmla="*/ 159615 h 159615"/>
                <a:gd name="connsiteX4" fmla="*/ 124 w 600443"/>
                <a:gd name="connsiteY4" fmla="*/ 42378 h 159615"/>
                <a:gd name="connsiteX0" fmla="*/ 124 w 600537"/>
                <a:gd name="connsiteY0" fmla="*/ 42378 h 159615"/>
                <a:gd name="connsiteX1" fmla="*/ 600401 w 600537"/>
                <a:gd name="connsiteY1" fmla="*/ 0 h 159615"/>
                <a:gd name="connsiteX2" fmla="*/ 600408 w 600537"/>
                <a:gd name="connsiteY2" fmla="*/ 117433 h 159615"/>
                <a:gd name="connsiteX3" fmla="*/ 131 w 600537"/>
                <a:gd name="connsiteY3" fmla="*/ 159615 h 159615"/>
                <a:gd name="connsiteX4" fmla="*/ 124 w 600537"/>
                <a:gd name="connsiteY4" fmla="*/ 42378 h 159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0537" h="159615">
                  <a:moveTo>
                    <a:pt x="124" y="42378"/>
                  </a:moveTo>
                  <a:cubicBezTo>
                    <a:pt x="296414" y="-50243"/>
                    <a:pt x="418111" y="75773"/>
                    <a:pt x="600401" y="0"/>
                  </a:cubicBezTo>
                  <a:cubicBezTo>
                    <a:pt x="599951" y="33260"/>
                    <a:pt x="600858" y="84173"/>
                    <a:pt x="600408" y="117433"/>
                  </a:cubicBezTo>
                  <a:cubicBezTo>
                    <a:pt x="395490" y="192726"/>
                    <a:pt x="285331" y="62551"/>
                    <a:pt x="131" y="159615"/>
                  </a:cubicBezTo>
                  <a:cubicBezTo>
                    <a:pt x="-323" y="114566"/>
                    <a:pt x="578" y="87427"/>
                    <a:pt x="124" y="42378"/>
                  </a:cubicBezTo>
                  <a:close/>
                </a:path>
              </a:pathLst>
            </a:custGeom>
            <a:solidFill>
              <a:schemeClr val="accent2">
                <a:lumMod val="40000"/>
                <a:lumOff val="6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81" name="矩形 1174">
              <a:extLst>
                <a:ext uri="{FF2B5EF4-FFF2-40B4-BE49-F238E27FC236}">
                  <a16:creationId xmlns:a16="http://schemas.microsoft.com/office/drawing/2014/main" id="{D9127187-E6D7-6B0D-E296-07FDFDC9AEEB}"/>
                </a:ext>
              </a:extLst>
            </p:cNvPr>
            <p:cNvSpPr/>
            <p:nvPr/>
          </p:nvSpPr>
          <p:spPr>
            <a:xfrm rot="10800000">
              <a:off x="4342829" y="7041272"/>
              <a:ext cx="618707" cy="139508"/>
            </a:xfrm>
            <a:custGeom>
              <a:avLst/>
              <a:gdLst>
                <a:gd name="connsiteX0" fmla="*/ 0 w 595706"/>
                <a:gd name="connsiteY0" fmla="*/ 0 h 92965"/>
                <a:gd name="connsiteX1" fmla="*/ 595706 w 595706"/>
                <a:gd name="connsiteY1" fmla="*/ 0 h 92965"/>
                <a:gd name="connsiteX2" fmla="*/ 595706 w 595706"/>
                <a:gd name="connsiteY2" fmla="*/ 92965 h 92965"/>
                <a:gd name="connsiteX3" fmla="*/ 0 w 595706"/>
                <a:gd name="connsiteY3" fmla="*/ 92965 h 92965"/>
                <a:gd name="connsiteX4" fmla="*/ 0 w 595706"/>
                <a:gd name="connsiteY4" fmla="*/ 0 h 92965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131 w 595837"/>
                <a:gd name="connsiteY0" fmla="*/ 0 h 148754"/>
                <a:gd name="connsiteX1" fmla="*/ 595837 w 595837"/>
                <a:gd name="connsiteY1" fmla="*/ 0 h 148754"/>
                <a:gd name="connsiteX2" fmla="*/ 595837 w 595837"/>
                <a:gd name="connsiteY2" fmla="*/ 92965 h 148754"/>
                <a:gd name="connsiteX3" fmla="*/ 131 w 595837"/>
                <a:gd name="connsiteY3" fmla="*/ 148754 h 148754"/>
                <a:gd name="connsiteX4" fmla="*/ 131 w 595837"/>
                <a:gd name="connsiteY4" fmla="*/ 0 h 148754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56571"/>
                <a:gd name="connsiteX1" fmla="*/ 595837 w 595837"/>
                <a:gd name="connsiteY1" fmla="*/ 0 h 156571"/>
                <a:gd name="connsiteX2" fmla="*/ 594316 w 595837"/>
                <a:gd name="connsiteY2" fmla="*/ 141984 h 156571"/>
                <a:gd name="connsiteX3" fmla="*/ 131 w 595837"/>
                <a:gd name="connsiteY3" fmla="*/ 140590 h 156571"/>
                <a:gd name="connsiteX4" fmla="*/ 131 w 595837"/>
                <a:gd name="connsiteY4" fmla="*/ 0 h 156571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0 w 600949"/>
                <a:gd name="connsiteY0" fmla="*/ 0 h 271309"/>
                <a:gd name="connsiteX1" fmla="*/ 600949 w 600949"/>
                <a:gd name="connsiteY1" fmla="*/ 0 h 271309"/>
                <a:gd name="connsiteX2" fmla="*/ 599428 w 600949"/>
                <a:gd name="connsiteY2" fmla="*/ 141984 h 271309"/>
                <a:gd name="connsiteX3" fmla="*/ 3722 w 600949"/>
                <a:gd name="connsiteY3" fmla="*/ 271309 h 271309"/>
                <a:gd name="connsiteX4" fmla="*/ 0 w 600949"/>
                <a:gd name="connsiteY4" fmla="*/ 0 h 271309"/>
                <a:gd name="connsiteX0" fmla="*/ 0 w 599639"/>
                <a:gd name="connsiteY0" fmla="*/ 0 h 271309"/>
                <a:gd name="connsiteX1" fmla="*/ 599639 w 599639"/>
                <a:gd name="connsiteY1" fmla="*/ 0 h 271309"/>
                <a:gd name="connsiteX2" fmla="*/ 599428 w 599639"/>
                <a:gd name="connsiteY2" fmla="*/ 141984 h 271309"/>
                <a:gd name="connsiteX3" fmla="*/ 3722 w 599639"/>
                <a:gd name="connsiteY3" fmla="*/ 271309 h 271309"/>
                <a:gd name="connsiteX4" fmla="*/ 0 w 599639"/>
                <a:gd name="connsiteY4" fmla="*/ 0 h 271309"/>
                <a:gd name="connsiteX0" fmla="*/ 0 w 597018"/>
                <a:gd name="connsiteY0" fmla="*/ 0 h 271309"/>
                <a:gd name="connsiteX1" fmla="*/ 597018 w 597018"/>
                <a:gd name="connsiteY1" fmla="*/ 0 h 271309"/>
                <a:gd name="connsiteX2" fmla="*/ 596807 w 597018"/>
                <a:gd name="connsiteY2" fmla="*/ 141984 h 271309"/>
                <a:gd name="connsiteX3" fmla="*/ 1101 w 597018"/>
                <a:gd name="connsiteY3" fmla="*/ 271309 h 271309"/>
                <a:gd name="connsiteX4" fmla="*/ 0 w 597018"/>
                <a:gd name="connsiteY4" fmla="*/ 0 h 271309"/>
                <a:gd name="connsiteX0" fmla="*/ 0 w 596807"/>
                <a:gd name="connsiteY0" fmla="*/ 0 h 271309"/>
                <a:gd name="connsiteX1" fmla="*/ 591775 w 596807"/>
                <a:gd name="connsiteY1" fmla="*/ 0 h 271309"/>
                <a:gd name="connsiteX2" fmla="*/ 596807 w 596807"/>
                <a:gd name="connsiteY2" fmla="*/ 141984 h 271309"/>
                <a:gd name="connsiteX3" fmla="*/ 1101 w 596807"/>
                <a:gd name="connsiteY3" fmla="*/ 271309 h 271309"/>
                <a:gd name="connsiteX4" fmla="*/ 0 w 596807"/>
                <a:gd name="connsiteY4" fmla="*/ 0 h 271309"/>
                <a:gd name="connsiteX0" fmla="*/ 0 w 596807"/>
                <a:gd name="connsiteY0" fmla="*/ 0 h 271309"/>
                <a:gd name="connsiteX1" fmla="*/ 595708 w 596807"/>
                <a:gd name="connsiteY1" fmla="*/ 0 h 271309"/>
                <a:gd name="connsiteX2" fmla="*/ 596807 w 596807"/>
                <a:gd name="connsiteY2" fmla="*/ 141984 h 271309"/>
                <a:gd name="connsiteX3" fmla="*/ 1101 w 596807"/>
                <a:gd name="connsiteY3" fmla="*/ 271309 h 271309"/>
                <a:gd name="connsiteX4" fmla="*/ 0 w 596807"/>
                <a:gd name="connsiteY4" fmla="*/ 0 h 271309"/>
                <a:gd name="connsiteX0" fmla="*/ 0 w 595708"/>
                <a:gd name="connsiteY0" fmla="*/ 0 h 271309"/>
                <a:gd name="connsiteX1" fmla="*/ 595708 w 595708"/>
                <a:gd name="connsiteY1" fmla="*/ 0 h 271309"/>
                <a:gd name="connsiteX2" fmla="*/ 594186 w 595708"/>
                <a:gd name="connsiteY2" fmla="*/ 141985 h 271309"/>
                <a:gd name="connsiteX3" fmla="*/ 1101 w 595708"/>
                <a:gd name="connsiteY3" fmla="*/ 271309 h 271309"/>
                <a:gd name="connsiteX4" fmla="*/ 0 w 595708"/>
                <a:gd name="connsiteY4" fmla="*/ 0 h 271309"/>
                <a:gd name="connsiteX0" fmla="*/ 0 w 596439"/>
                <a:gd name="connsiteY0" fmla="*/ 109083 h 380392"/>
                <a:gd name="connsiteX1" fmla="*/ 595708 w 596439"/>
                <a:gd name="connsiteY1" fmla="*/ 109083 h 380392"/>
                <a:gd name="connsiteX2" fmla="*/ 594186 w 596439"/>
                <a:gd name="connsiteY2" fmla="*/ 251068 h 380392"/>
                <a:gd name="connsiteX3" fmla="*/ 1101 w 596439"/>
                <a:gd name="connsiteY3" fmla="*/ 380392 h 380392"/>
                <a:gd name="connsiteX4" fmla="*/ 0 w 596439"/>
                <a:gd name="connsiteY4" fmla="*/ 109083 h 380392"/>
                <a:gd name="connsiteX0" fmla="*/ 0 w 595708"/>
                <a:gd name="connsiteY0" fmla="*/ 0 h 271309"/>
                <a:gd name="connsiteX1" fmla="*/ 595708 w 595708"/>
                <a:gd name="connsiteY1" fmla="*/ 0 h 271309"/>
                <a:gd name="connsiteX2" fmla="*/ 594186 w 595708"/>
                <a:gd name="connsiteY2" fmla="*/ 141985 h 271309"/>
                <a:gd name="connsiteX3" fmla="*/ 1101 w 595708"/>
                <a:gd name="connsiteY3" fmla="*/ 271309 h 271309"/>
                <a:gd name="connsiteX4" fmla="*/ 0 w 595708"/>
                <a:gd name="connsiteY4" fmla="*/ 0 h 271309"/>
                <a:gd name="connsiteX0" fmla="*/ 0 w 596808"/>
                <a:gd name="connsiteY0" fmla="*/ 0 h 271309"/>
                <a:gd name="connsiteX1" fmla="*/ 595708 w 596808"/>
                <a:gd name="connsiteY1" fmla="*/ 0 h 271309"/>
                <a:gd name="connsiteX2" fmla="*/ 596808 w 596808"/>
                <a:gd name="connsiteY2" fmla="*/ 141985 h 271309"/>
                <a:gd name="connsiteX3" fmla="*/ 1101 w 596808"/>
                <a:gd name="connsiteY3" fmla="*/ 271309 h 271309"/>
                <a:gd name="connsiteX4" fmla="*/ 0 w 596808"/>
                <a:gd name="connsiteY4" fmla="*/ 0 h 271309"/>
                <a:gd name="connsiteX0" fmla="*/ 0 w 596808"/>
                <a:gd name="connsiteY0" fmla="*/ 0 h 271309"/>
                <a:gd name="connsiteX1" fmla="*/ 595708 w 596808"/>
                <a:gd name="connsiteY1" fmla="*/ 0 h 271309"/>
                <a:gd name="connsiteX2" fmla="*/ 596808 w 596808"/>
                <a:gd name="connsiteY2" fmla="*/ 141985 h 271309"/>
                <a:gd name="connsiteX3" fmla="*/ 1101 w 596808"/>
                <a:gd name="connsiteY3" fmla="*/ 271309 h 271309"/>
                <a:gd name="connsiteX4" fmla="*/ 0 w 596808"/>
                <a:gd name="connsiteY4" fmla="*/ 0 h 271309"/>
                <a:gd name="connsiteX0" fmla="*/ 0 w 596808"/>
                <a:gd name="connsiteY0" fmla="*/ 0 h 271309"/>
                <a:gd name="connsiteX1" fmla="*/ 595708 w 596808"/>
                <a:gd name="connsiteY1" fmla="*/ 0 h 271309"/>
                <a:gd name="connsiteX2" fmla="*/ 596808 w 596808"/>
                <a:gd name="connsiteY2" fmla="*/ 141985 h 271309"/>
                <a:gd name="connsiteX3" fmla="*/ 1101 w 596808"/>
                <a:gd name="connsiteY3" fmla="*/ 271309 h 271309"/>
                <a:gd name="connsiteX4" fmla="*/ 0 w 596808"/>
                <a:gd name="connsiteY4" fmla="*/ 0 h 271309"/>
                <a:gd name="connsiteX0" fmla="*/ 0 w 595708"/>
                <a:gd name="connsiteY0" fmla="*/ 0 h 271309"/>
                <a:gd name="connsiteX1" fmla="*/ 595708 w 595708"/>
                <a:gd name="connsiteY1" fmla="*/ 0 h 271309"/>
                <a:gd name="connsiteX2" fmla="*/ 594186 w 595708"/>
                <a:gd name="connsiteY2" fmla="*/ 141985 h 271309"/>
                <a:gd name="connsiteX3" fmla="*/ 1101 w 595708"/>
                <a:gd name="connsiteY3" fmla="*/ 271309 h 271309"/>
                <a:gd name="connsiteX4" fmla="*/ 0 w 595708"/>
                <a:gd name="connsiteY4" fmla="*/ 0 h 271309"/>
                <a:gd name="connsiteX0" fmla="*/ 0 w 595708"/>
                <a:gd name="connsiteY0" fmla="*/ 0 h 271309"/>
                <a:gd name="connsiteX1" fmla="*/ 595708 w 595708"/>
                <a:gd name="connsiteY1" fmla="*/ 0 h 271309"/>
                <a:gd name="connsiteX2" fmla="*/ 594186 w 595708"/>
                <a:gd name="connsiteY2" fmla="*/ 141985 h 271309"/>
                <a:gd name="connsiteX3" fmla="*/ 1101 w 595708"/>
                <a:gd name="connsiteY3" fmla="*/ 271309 h 271309"/>
                <a:gd name="connsiteX4" fmla="*/ 0 w 595708"/>
                <a:gd name="connsiteY4" fmla="*/ 0 h 271309"/>
                <a:gd name="connsiteX0" fmla="*/ 0 w 595936"/>
                <a:gd name="connsiteY0" fmla="*/ 0 h 271309"/>
                <a:gd name="connsiteX1" fmla="*/ 595708 w 595936"/>
                <a:gd name="connsiteY1" fmla="*/ 0 h 271309"/>
                <a:gd name="connsiteX2" fmla="*/ 594186 w 595936"/>
                <a:gd name="connsiteY2" fmla="*/ 141985 h 271309"/>
                <a:gd name="connsiteX3" fmla="*/ 1101 w 595936"/>
                <a:gd name="connsiteY3" fmla="*/ 271309 h 271309"/>
                <a:gd name="connsiteX4" fmla="*/ 0 w 595936"/>
                <a:gd name="connsiteY4" fmla="*/ 0 h 271309"/>
                <a:gd name="connsiteX0" fmla="*/ 319 w 596255"/>
                <a:gd name="connsiteY0" fmla="*/ 0 h 271309"/>
                <a:gd name="connsiteX1" fmla="*/ 596027 w 596255"/>
                <a:gd name="connsiteY1" fmla="*/ 0 h 271309"/>
                <a:gd name="connsiteX2" fmla="*/ 594505 w 596255"/>
                <a:gd name="connsiteY2" fmla="*/ 141985 h 271309"/>
                <a:gd name="connsiteX3" fmla="*/ 110 w 596255"/>
                <a:gd name="connsiteY3" fmla="*/ 271309 h 271309"/>
                <a:gd name="connsiteX4" fmla="*/ 319 w 596255"/>
                <a:gd name="connsiteY4" fmla="*/ 0 h 271309"/>
                <a:gd name="connsiteX0" fmla="*/ 0 w 595936"/>
                <a:gd name="connsiteY0" fmla="*/ 0 h 271309"/>
                <a:gd name="connsiteX1" fmla="*/ 595708 w 595936"/>
                <a:gd name="connsiteY1" fmla="*/ 0 h 271309"/>
                <a:gd name="connsiteX2" fmla="*/ 594186 w 595936"/>
                <a:gd name="connsiteY2" fmla="*/ 141985 h 271309"/>
                <a:gd name="connsiteX3" fmla="*/ 1101 w 595936"/>
                <a:gd name="connsiteY3" fmla="*/ 271309 h 271309"/>
                <a:gd name="connsiteX4" fmla="*/ 0 w 595936"/>
                <a:gd name="connsiteY4" fmla="*/ 0 h 271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5936" h="271309">
                  <a:moveTo>
                    <a:pt x="0" y="0"/>
                  </a:moveTo>
                  <a:lnTo>
                    <a:pt x="595708" y="0"/>
                  </a:lnTo>
                  <a:cubicBezTo>
                    <a:pt x="595708" y="30988"/>
                    <a:pt x="596806" y="39550"/>
                    <a:pt x="594186" y="141985"/>
                  </a:cubicBezTo>
                  <a:cubicBezTo>
                    <a:pt x="404809" y="352086"/>
                    <a:pt x="341643" y="22672"/>
                    <a:pt x="1101" y="271309"/>
                  </a:cubicBezTo>
                  <a:cubicBezTo>
                    <a:pt x="647" y="226260"/>
                    <a:pt x="454" y="45049"/>
                    <a:pt x="0" y="0"/>
                  </a:cubicBez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782" name="组合 781">
              <a:extLst>
                <a:ext uri="{FF2B5EF4-FFF2-40B4-BE49-F238E27FC236}">
                  <a16:creationId xmlns:a16="http://schemas.microsoft.com/office/drawing/2014/main" id="{D38EC138-2537-F5DC-0A4F-9F8C6DD6F025}"/>
                </a:ext>
              </a:extLst>
            </p:cNvPr>
            <p:cNvGrpSpPr/>
            <p:nvPr/>
          </p:nvGrpSpPr>
          <p:grpSpPr>
            <a:xfrm>
              <a:off x="4341455" y="6517035"/>
              <a:ext cx="621640" cy="663817"/>
              <a:chOff x="3656357" y="6507685"/>
              <a:chExt cx="621640" cy="663817"/>
            </a:xfrm>
          </p:grpSpPr>
          <p:sp>
            <p:nvSpPr>
              <p:cNvPr id="783" name="矩形 782">
                <a:extLst>
                  <a:ext uri="{FF2B5EF4-FFF2-40B4-BE49-F238E27FC236}">
                    <a16:creationId xmlns:a16="http://schemas.microsoft.com/office/drawing/2014/main" id="{EB429CE9-292E-F1F0-2502-A88751E4AB1A}"/>
                  </a:ext>
                </a:extLst>
              </p:cNvPr>
              <p:cNvSpPr/>
              <p:nvPr/>
            </p:nvSpPr>
            <p:spPr>
              <a:xfrm>
                <a:off x="3656465" y="6640950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84" name="矩形 783">
                <a:extLst>
                  <a:ext uri="{FF2B5EF4-FFF2-40B4-BE49-F238E27FC236}">
                    <a16:creationId xmlns:a16="http://schemas.microsoft.com/office/drawing/2014/main" id="{C0A68D6D-529C-662D-00C5-2B53978E7C3F}"/>
                  </a:ext>
                </a:extLst>
              </p:cNvPr>
              <p:cNvSpPr/>
              <p:nvPr/>
            </p:nvSpPr>
            <p:spPr>
              <a:xfrm>
                <a:off x="3811875" y="6640950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85" name="矩形 784">
                <a:extLst>
                  <a:ext uri="{FF2B5EF4-FFF2-40B4-BE49-F238E27FC236}">
                    <a16:creationId xmlns:a16="http://schemas.microsoft.com/office/drawing/2014/main" id="{AFA37F32-D643-A3B4-F6E1-207194292102}"/>
                  </a:ext>
                </a:extLst>
              </p:cNvPr>
              <p:cNvSpPr/>
              <p:nvPr/>
            </p:nvSpPr>
            <p:spPr>
              <a:xfrm>
                <a:off x="3967285" y="6640950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86" name="矩形 785">
                <a:extLst>
                  <a:ext uri="{FF2B5EF4-FFF2-40B4-BE49-F238E27FC236}">
                    <a16:creationId xmlns:a16="http://schemas.microsoft.com/office/drawing/2014/main" id="{8D3D0C5C-B5DB-FE4E-A444-73DC1C31A4F0}"/>
                  </a:ext>
                </a:extLst>
              </p:cNvPr>
              <p:cNvSpPr/>
              <p:nvPr/>
            </p:nvSpPr>
            <p:spPr>
              <a:xfrm>
                <a:off x="4122695" y="6640950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87" name="矩形 786">
                <a:extLst>
                  <a:ext uri="{FF2B5EF4-FFF2-40B4-BE49-F238E27FC236}">
                    <a16:creationId xmlns:a16="http://schemas.microsoft.com/office/drawing/2014/main" id="{F6E9DE8F-0525-2639-32F9-74AC7885416F}"/>
                  </a:ext>
                </a:extLst>
              </p:cNvPr>
              <p:cNvSpPr/>
              <p:nvPr/>
            </p:nvSpPr>
            <p:spPr>
              <a:xfrm>
                <a:off x="3656465" y="6773574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88" name="矩形 787">
                <a:extLst>
                  <a:ext uri="{FF2B5EF4-FFF2-40B4-BE49-F238E27FC236}">
                    <a16:creationId xmlns:a16="http://schemas.microsoft.com/office/drawing/2014/main" id="{BDD97986-D6E6-AB67-0C22-F2D771BCA675}"/>
                  </a:ext>
                </a:extLst>
              </p:cNvPr>
              <p:cNvSpPr/>
              <p:nvPr/>
            </p:nvSpPr>
            <p:spPr>
              <a:xfrm>
                <a:off x="3811875" y="6773574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89" name="矩形 788">
                <a:extLst>
                  <a:ext uri="{FF2B5EF4-FFF2-40B4-BE49-F238E27FC236}">
                    <a16:creationId xmlns:a16="http://schemas.microsoft.com/office/drawing/2014/main" id="{C0FBDF0B-8ECB-3BAF-1C7D-47955022CF90}"/>
                  </a:ext>
                </a:extLst>
              </p:cNvPr>
              <p:cNvSpPr/>
              <p:nvPr/>
            </p:nvSpPr>
            <p:spPr>
              <a:xfrm>
                <a:off x="3967285" y="6773574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90" name="矩形 789">
                <a:extLst>
                  <a:ext uri="{FF2B5EF4-FFF2-40B4-BE49-F238E27FC236}">
                    <a16:creationId xmlns:a16="http://schemas.microsoft.com/office/drawing/2014/main" id="{ACBBAB36-EA99-FE9B-6566-BF04EDFA5DFB}"/>
                  </a:ext>
                </a:extLst>
              </p:cNvPr>
              <p:cNvSpPr/>
              <p:nvPr/>
            </p:nvSpPr>
            <p:spPr>
              <a:xfrm>
                <a:off x="4122695" y="6773574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91" name="矩形 790">
                <a:extLst>
                  <a:ext uri="{FF2B5EF4-FFF2-40B4-BE49-F238E27FC236}">
                    <a16:creationId xmlns:a16="http://schemas.microsoft.com/office/drawing/2014/main" id="{F24F102E-A089-C00D-C2F3-B476A48CE0FC}"/>
                  </a:ext>
                </a:extLst>
              </p:cNvPr>
              <p:cNvSpPr/>
              <p:nvPr/>
            </p:nvSpPr>
            <p:spPr>
              <a:xfrm>
                <a:off x="3656357" y="690625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92" name="矩形 791">
                <a:extLst>
                  <a:ext uri="{FF2B5EF4-FFF2-40B4-BE49-F238E27FC236}">
                    <a16:creationId xmlns:a16="http://schemas.microsoft.com/office/drawing/2014/main" id="{4CD2B1A6-FF65-C5CB-9EBA-C49F50F866A9}"/>
                  </a:ext>
                </a:extLst>
              </p:cNvPr>
              <p:cNvSpPr/>
              <p:nvPr/>
            </p:nvSpPr>
            <p:spPr>
              <a:xfrm>
                <a:off x="3811767" y="690625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93" name="矩形 792">
                <a:extLst>
                  <a:ext uri="{FF2B5EF4-FFF2-40B4-BE49-F238E27FC236}">
                    <a16:creationId xmlns:a16="http://schemas.microsoft.com/office/drawing/2014/main" id="{2913C4CE-DF64-55FF-FFDC-FA2CEF374694}"/>
                  </a:ext>
                </a:extLst>
              </p:cNvPr>
              <p:cNvSpPr/>
              <p:nvPr/>
            </p:nvSpPr>
            <p:spPr>
              <a:xfrm>
                <a:off x="3967177" y="690625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94" name="矩形 793">
                <a:extLst>
                  <a:ext uri="{FF2B5EF4-FFF2-40B4-BE49-F238E27FC236}">
                    <a16:creationId xmlns:a16="http://schemas.microsoft.com/office/drawing/2014/main" id="{DEE8AA3D-2347-B240-A0EA-8FDF55A28393}"/>
                  </a:ext>
                </a:extLst>
              </p:cNvPr>
              <p:cNvSpPr/>
              <p:nvPr/>
            </p:nvSpPr>
            <p:spPr>
              <a:xfrm>
                <a:off x="4122587" y="690625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95" name="矩形 794">
                <a:extLst>
                  <a:ext uri="{FF2B5EF4-FFF2-40B4-BE49-F238E27FC236}">
                    <a16:creationId xmlns:a16="http://schemas.microsoft.com/office/drawing/2014/main" id="{1BF5D4DB-8C5F-4410-B86C-0B155078CF4E}"/>
                  </a:ext>
                </a:extLst>
              </p:cNvPr>
              <p:cNvSpPr/>
              <p:nvPr/>
            </p:nvSpPr>
            <p:spPr>
              <a:xfrm>
                <a:off x="3656357" y="7038879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96" name="矩形 795">
                <a:extLst>
                  <a:ext uri="{FF2B5EF4-FFF2-40B4-BE49-F238E27FC236}">
                    <a16:creationId xmlns:a16="http://schemas.microsoft.com/office/drawing/2014/main" id="{C9C9A8F8-3D2E-F654-F91F-D96F42C3BAC0}"/>
                  </a:ext>
                </a:extLst>
              </p:cNvPr>
              <p:cNvSpPr/>
              <p:nvPr/>
            </p:nvSpPr>
            <p:spPr>
              <a:xfrm>
                <a:off x="3811767" y="7038879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97" name="矩形 796">
                <a:extLst>
                  <a:ext uri="{FF2B5EF4-FFF2-40B4-BE49-F238E27FC236}">
                    <a16:creationId xmlns:a16="http://schemas.microsoft.com/office/drawing/2014/main" id="{1C11802B-E28D-50DF-2301-86AC965A5499}"/>
                  </a:ext>
                </a:extLst>
              </p:cNvPr>
              <p:cNvSpPr/>
              <p:nvPr/>
            </p:nvSpPr>
            <p:spPr>
              <a:xfrm>
                <a:off x="3967177" y="7038879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98" name="矩形 797">
                <a:extLst>
                  <a:ext uri="{FF2B5EF4-FFF2-40B4-BE49-F238E27FC236}">
                    <a16:creationId xmlns:a16="http://schemas.microsoft.com/office/drawing/2014/main" id="{934504A8-09BF-FB07-8E96-10CB13E999CD}"/>
                  </a:ext>
                </a:extLst>
              </p:cNvPr>
              <p:cNvSpPr/>
              <p:nvPr/>
            </p:nvSpPr>
            <p:spPr>
              <a:xfrm>
                <a:off x="4122587" y="7038879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99" name="矩形 798">
                <a:extLst>
                  <a:ext uri="{FF2B5EF4-FFF2-40B4-BE49-F238E27FC236}">
                    <a16:creationId xmlns:a16="http://schemas.microsoft.com/office/drawing/2014/main" id="{30A3AB1B-EF22-F0C3-3167-5BB1D629BD25}"/>
                  </a:ext>
                </a:extLst>
              </p:cNvPr>
              <p:cNvSpPr/>
              <p:nvPr/>
            </p:nvSpPr>
            <p:spPr>
              <a:xfrm>
                <a:off x="3656357" y="650768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00" name="矩形 799">
                <a:extLst>
                  <a:ext uri="{FF2B5EF4-FFF2-40B4-BE49-F238E27FC236}">
                    <a16:creationId xmlns:a16="http://schemas.microsoft.com/office/drawing/2014/main" id="{C0234835-ED42-BF2D-5C66-3B960BEC1213}"/>
                  </a:ext>
                </a:extLst>
              </p:cNvPr>
              <p:cNvSpPr/>
              <p:nvPr/>
            </p:nvSpPr>
            <p:spPr>
              <a:xfrm>
                <a:off x="3811767" y="650768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01" name="矩形 800">
                <a:extLst>
                  <a:ext uri="{FF2B5EF4-FFF2-40B4-BE49-F238E27FC236}">
                    <a16:creationId xmlns:a16="http://schemas.microsoft.com/office/drawing/2014/main" id="{BBE62DFD-E8C5-38F9-36BF-E9B11ABA6791}"/>
                  </a:ext>
                </a:extLst>
              </p:cNvPr>
              <p:cNvSpPr/>
              <p:nvPr/>
            </p:nvSpPr>
            <p:spPr>
              <a:xfrm>
                <a:off x="3967177" y="650768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02" name="矩形 801">
                <a:extLst>
                  <a:ext uri="{FF2B5EF4-FFF2-40B4-BE49-F238E27FC236}">
                    <a16:creationId xmlns:a16="http://schemas.microsoft.com/office/drawing/2014/main" id="{B58F8841-7D44-73DF-AF2E-BC57C9047482}"/>
                  </a:ext>
                </a:extLst>
              </p:cNvPr>
              <p:cNvSpPr/>
              <p:nvPr/>
            </p:nvSpPr>
            <p:spPr>
              <a:xfrm>
                <a:off x="4122587" y="650768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cxnSp>
        <p:nvCxnSpPr>
          <p:cNvPr id="50" name="直线箭头连接符 377">
            <a:extLst>
              <a:ext uri="{FF2B5EF4-FFF2-40B4-BE49-F238E27FC236}">
                <a16:creationId xmlns:a16="http://schemas.microsoft.com/office/drawing/2014/main" id="{056ED89E-169D-211A-54DC-2E03F32F9C58}"/>
              </a:ext>
            </a:extLst>
          </p:cNvPr>
          <p:cNvCxnSpPr>
            <a:cxnSpLocks/>
          </p:cNvCxnSpPr>
          <p:nvPr/>
        </p:nvCxnSpPr>
        <p:spPr>
          <a:xfrm>
            <a:off x="8363652" y="2157354"/>
            <a:ext cx="1104314" cy="1536016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线箭头连接符 398">
            <a:extLst>
              <a:ext uri="{FF2B5EF4-FFF2-40B4-BE49-F238E27FC236}">
                <a16:creationId xmlns:a16="http://schemas.microsoft.com/office/drawing/2014/main" id="{71598407-0301-CA2D-FF58-1177633A04C3}"/>
              </a:ext>
            </a:extLst>
          </p:cNvPr>
          <p:cNvCxnSpPr>
            <a:cxnSpLocks/>
          </p:cNvCxnSpPr>
          <p:nvPr/>
        </p:nvCxnSpPr>
        <p:spPr>
          <a:xfrm flipV="1">
            <a:off x="8363652" y="2197801"/>
            <a:ext cx="1104314" cy="176755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5" name="矩形 684">
            <a:extLst>
              <a:ext uri="{FF2B5EF4-FFF2-40B4-BE49-F238E27FC236}">
                <a16:creationId xmlns:a16="http://schemas.microsoft.com/office/drawing/2014/main" id="{A8392CC4-BE59-2B74-E574-690D37315583}"/>
              </a:ext>
            </a:extLst>
          </p:cNvPr>
          <p:cNvSpPr/>
          <p:nvPr/>
        </p:nvSpPr>
        <p:spPr>
          <a:xfrm>
            <a:off x="282280" y="5640460"/>
            <a:ext cx="11668471" cy="115353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86" name="流程图: 接点 990">
            <a:extLst>
              <a:ext uri="{FF2B5EF4-FFF2-40B4-BE49-F238E27FC236}">
                <a16:creationId xmlns:a16="http://schemas.microsoft.com/office/drawing/2014/main" id="{F2635DA6-D155-DFB5-C75E-8C67F835E266}"/>
              </a:ext>
            </a:extLst>
          </p:cNvPr>
          <p:cNvSpPr/>
          <p:nvPr/>
        </p:nvSpPr>
        <p:spPr>
          <a:xfrm>
            <a:off x="8019945" y="1891507"/>
            <a:ext cx="324675" cy="322149"/>
          </a:xfrm>
          <a:prstGeom prst="flowChartConnector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zh-CN" altLang="en-US" sz="1600" dirty="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87" name="流程图: 接点 701">
            <a:extLst>
              <a:ext uri="{FF2B5EF4-FFF2-40B4-BE49-F238E27FC236}">
                <a16:creationId xmlns:a16="http://schemas.microsoft.com/office/drawing/2014/main" id="{20D12A32-9C00-13D0-9954-A634CAC5F995}"/>
              </a:ext>
            </a:extLst>
          </p:cNvPr>
          <p:cNvSpPr/>
          <p:nvPr/>
        </p:nvSpPr>
        <p:spPr>
          <a:xfrm>
            <a:off x="8018398" y="1499308"/>
            <a:ext cx="324675" cy="322149"/>
          </a:xfrm>
          <a:prstGeom prst="flowChartConnector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endParaRPr lang="zh-CN" altLang="en-US" sz="1600" dirty="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688" name="组合 687">
            <a:extLst>
              <a:ext uri="{FF2B5EF4-FFF2-40B4-BE49-F238E27FC236}">
                <a16:creationId xmlns:a16="http://schemas.microsoft.com/office/drawing/2014/main" id="{5263F765-6890-90CD-BFAB-D3EF8C8ABC97}"/>
              </a:ext>
            </a:extLst>
          </p:cNvPr>
          <p:cNvGrpSpPr/>
          <p:nvPr/>
        </p:nvGrpSpPr>
        <p:grpSpPr>
          <a:xfrm>
            <a:off x="7487528" y="1560467"/>
            <a:ext cx="403556" cy="176292"/>
            <a:chOff x="6766867" y="9932442"/>
            <a:chExt cx="304958" cy="133117"/>
          </a:xfrm>
        </p:grpSpPr>
        <p:sp>
          <p:nvSpPr>
            <p:cNvPr id="689" name="矩形 688">
              <a:extLst>
                <a:ext uri="{FF2B5EF4-FFF2-40B4-BE49-F238E27FC236}">
                  <a16:creationId xmlns:a16="http://schemas.microsoft.com/office/drawing/2014/main" id="{B1F00435-3FAD-2525-3E3B-80673E8940DB}"/>
                </a:ext>
              </a:extLst>
            </p:cNvPr>
            <p:cNvSpPr/>
            <p:nvPr/>
          </p:nvSpPr>
          <p:spPr>
            <a:xfrm>
              <a:off x="6766867" y="9932442"/>
              <a:ext cx="151932" cy="133117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0" name="矩形 689">
              <a:extLst>
                <a:ext uri="{FF2B5EF4-FFF2-40B4-BE49-F238E27FC236}">
                  <a16:creationId xmlns:a16="http://schemas.microsoft.com/office/drawing/2014/main" id="{D2AF7870-69BD-3152-D7F1-AE60AEAD33DF}"/>
                </a:ext>
              </a:extLst>
            </p:cNvPr>
            <p:cNvSpPr/>
            <p:nvPr/>
          </p:nvSpPr>
          <p:spPr>
            <a:xfrm>
              <a:off x="6919893" y="9932442"/>
              <a:ext cx="151932" cy="133117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691" name="组合 690">
            <a:extLst>
              <a:ext uri="{FF2B5EF4-FFF2-40B4-BE49-F238E27FC236}">
                <a16:creationId xmlns:a16="http://schemas.microsoft.com/office/drawing/2014/main" id="{B7615621-7BE2-0D76-F5EA-FF71472CAE66}"/>
              </a:ext>
            </a:extLst>
          </p:cNvPr>
          <p:cNvGrpSpPr/>
          <p:nvPr/>
        </p:nvGrpSpPr>
        <p:grpSpPr>
          <a:xfrm>
            <a:off x="7488224" y="1950548"/>
            <a:ext cx="403556" cy="176292"/>
            <a:chOff x="6766867" y="9932442"/>
            <a:chExt cx="304958" cy="133117"/>
          </a:xfrm>
        </p:grpSpPr>
        <p:sp>
          <p:nvSpPr>
            <p:cNvPr id="692" name="矩形 691">
              <a:extLst>
                <a:ext uri="{FF2B5EF4-FFF2-40B4-BE49-F238E27FC236}">
                  <a16:creationId xmlns:a16="http://schemas.microsoft.com/office/drawing/2014/main" id="{FEC9D0C9-403B-990F-A4E2-74B9EAAFA24A}"/>
                </a:ext>
              </a:extLst>
            </p:cNvPr>
            <p:cNvSpPr/>
            <p:nvPr/>
          </p:nvSpPr>
          <p:spPr>
            <a:xfrm>
              <a:off x="6766867" y="9932442"/>
              <a:ext cx="151932" cy="133117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3" name="矩形 692">
              <a:extLst>
                <a:ext uri="{FF2B5EF4-FFF2-40B4-BE49-F238E27FC236}">
                  <a16:creationId xmlns:a16="http://schemas.microsoft.com/office/drawing/2014/main" id="{2739406B-A65F-63BE-5FC0-0C0A61CF12E0}"/>
                </a:ext>
              </a:extLst>
            </p:cNvPr>
            <p:cNvSpPr/>
            <p:nvPr/>
          </p:nvSpPr>
          <p:spPr>
            <a:xfrm>
              <a:off x="6919893" y="9932442"/>
              <a:ext cx="151932" cy="133117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694" name="流程图: 接点 992">
            <a:extLst>
              <a:ext uri="{FF2B5EF4-FFF2-40B4-BE49-F238E27FC236}">
                <a16:creationId xmlns:a16="http://schemas.microsoft.com/office/drawing/2014/main" id="{53F5D4EF-7DA6-91E2-71C4-AB2B5C6B283A}"/>
              </a:ext>
            </a:extLst>
          </p:cNvPr>
          <p:cNvSpPr/>
          <p:nvPr/>
        </p:nvSpPr>
        <p:spPr>
          <a:xfrm>
            <a:off x="8022793" y="4324639"/>
            <a:ext cx="324675" cy="322149"/>
          </a:xfrm>
          <a:prstGeom prst="flowChartConnector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lang="zh-CN" altLang="en-US" sz="1600" dirty="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95" name="流程图: 接点 993">
            <a:extLst>
              <a:ext uri="{FF2B5EF4-FFF2-40B4-BE49-F238E27FC236}">
                <a16:creationId xmlns:a16="http://schemas.microsoft.com/office/drawing/2014/main" id="{8D36D70A-9F92-92B8-2180-8C9611BDD161}"/>
              </a:ext>
            </a:extLst>
          </p:cNvPr>
          <p:cNvSpPr/>
          <p:nvPr/>
        </p:nvSpPr>
        <p:spPr>
          <a:xfrm>
            <a:off x="8022793" y="3925867"/>
            <a:ext cx="324675" cy="322149"/>
          </a:xfrm>
          <a:prstGeom prst="flowChartConnector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zh-CN" altLang="en-US" sz="1600" dirty="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696" name="组合 695">
            <a:extLst>
              <a:ext uri="{FF2B5EF4-FFF2-40B4-BE49-F238E27FC236}">
                <a16:creationId xmlns:a16="http://schemas.microsoft.com/office/drawing/2014/main" id="{9A40F8B3-AFE4-D40C-8A56-65C53CD64FEA}"/>
              </a:ext>
            </a:extLst>
          </p:cNvPr>
          <p:cNvGrpSpPr/>
          <p:nvPr/>
        </p:nvGrpSpPr>
        <p:grpSpPr>
          <a:xfrm>
            <a:off x="7471417" y="4033995"/>
            <a:ext cx="403556" cy="176292"/>
            <a:chOff x="6766867" y="9932442"/>
            <a:chExt cx="304958" cy="133117"/>
          </a:xfrm>
        </p:grpSpPr>
        <p:sp>
          <p:nvSpPr>
            <p:cNvPr id="704" name="矩形 703">
              <a:extLst>
                <a:ext uri="{FF2B5EF4-FFF2-40B4-BE49-F238E27FC236}">
                  <a16:creationId xmlns:a16="http://schemas.microsoft.com/office/drawing/2014/main" id="{A75EB1E7-E6E2-4783-9A87-8F9FDC8E6F0C}"/>
                </a:ext>
              </a:extLst>
            </p:cNvPr>
            <p:cNvSpPr/>
            <p:nvPr/>
          </p:nvSpPr>
          <p:spPr>
            <a:xfrm>
              <a:off x="6766867" y="9932442"/>
              <a:ext cx="151932" cy="133117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05" name="矩形 704">
              <a:extLst>
                <a:ext uri="{FF2B5EF4-FFF2-40B4-BE49-F238E27FC236}">
                  <a16:creationId xmlns:a16="http://schemas.microsoft.com/office/drawing/2014/main" id="{058C630C-09E9-A902-278D-AD989CFF6640}"/>
                </a:ext>
              </a:extLst>
            </p:cNvPr>
            <p:cNvSpPr/>
            <p:nvPr/>
          </p:nvSpPr>
          <p:spPr>
            <a:xfrm>
              <a:off x="6919893" y="9932442"/>
              <a:ext cx="151932" cy="133117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706" name="组合 705">
            <a:extLst>
              <a:ext uri="{FF2B5EF4-FFF2-40B4-BE49-F238E27FC236}">
                <a16:creationId xmlns:a16="http://schemas.microsoft.com/office/drawing/2014/main" id="{D074A947-B8DC-A43D-DAEB-7D325343B17C}"/>
              </a:ext>
            </a:extLst>
          </p:cNvPr>
          <p:cNvGrpSpPr/>
          <p:nvPr/>
        </p:nvGrpSpPr>
        <p:grpSpPr>
          <a:xfrm>
            <a:off x="7472113" y="4424075"/>
            <a:ext cx="403556" cy="176292"/>
            <a:chOff x="6766867" y="9932442"/>
            <a:chExt cx="304958" cy="133117"/>
          </a:xfrm>
        </p:grpSpPr>
        <p:sp>
          <p:nvSpPr>
            <p:cNvPr id="707" name="矩形 706">
              <a:extLst>
                <a:ext uri="{FF2B5EF4-FFF2-40B4-BE49-F238E27FC236}">
                  <a16:creationId xmlns:a16="http://schemas.microsoft.com/office/drawing/2014/main" id="{051FEE3E-6EFC-E91F-2BA2-D83B8E4FA914}"/>
                </a:ext>
              </a:extLst>
            </p:cNvPr>
            <p:cNvSpPr/>
            <p:nvPr/>
          </p:nvSpPr>
          <p:spPr>
            <a:xfrm>
              <a:off x="6766867" y="9932442"/>
              <a:ext cx="151932" cy="133117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08" name="矩形 707">
              <a:extLst>
                <a:ext uri="{FF2B5EF4-FFF2-40B4-BE49-F238E27FC236}">
                  <a16:creationId xmlns:a16="http://schemas.microsoft.com/office/drawing/2014/main" id="{4DA736D6-CB01-A894-F77D-1A25BC0E6BAC}"/>
                </a:ext>
              </a:extLst>
            </p:cNvPr>
            <p:cNvSpPr/>
            <p:nvPr/>
          </p:nvSpPr>
          <p:spPr>
            <a:xfrm>
              <a:off x="6919893" y="9932442"/>
              <a:ext cx="151932" cy="133117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52" name="文本框 51">
            <a:extLst>
              <a:ext uri="{FF2B5EF4-FFF2-40B4-BE49-F238E27FC236}">
                <a16:creationId xmlns:a16="http://schemas.microsoft.com/office/drawing/2014/main" id="{C7081983-FB77-1782-5239-08ED140AEB69}"/>
              </a:ext>
            </a:extLst>
          </p:cNvPr>
          <p:cNvSpPr txBox="1"/>
          <p:nvPr/>
        </p:nvSpPr>
        <p:spPr>
          <a:xfrm>
            <a:off x="6174745" y="2813682"/>
            <a:ext cx="914954" cy="369332"/>
          </a:xfrm>
          <a:prstGeom prst="rect">
            <a:avLst/>
          </a:prstGeom>
          <a:solidFill>
            <a:srgbClr val="F8CBAD"/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T Task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72DF391B-AC57-837F-E504-A74A49DFAA49}"/>
              </a:ext>
            </a:extLst>
          </p:cNvPr>
          <p:cNvSpPr txBox="1"/>
          <p:nvPr/>
        </p:nvSpPr>
        <p:spPr>
          <a:xfrm>
            <a:off x="10386240" y="2813682"/>
            <a:ext cx="914954" cy="369332"/>
          </a:xfrm>
          <a:prstGeom prst="rect">
            <a:avLst/>
          </a:prstGeom>
          <a:solidFill>
            <a:srgbClr val="BDD7EE"/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 Task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179A6C04-ACE1-16C3-D730-EE6F9351D970}"/>
              </a:ext>
            </a:extLst>
          </p:cNvPr>
          <p:cNvSpPr txBox="1"/>
          <p:nvPr/>
        </p:nvSpPr>
        <p:spPr>
          <a:xfrm>
            <a:off x="2637201" y="2999297"/>
            <a:ext cx="5296339" cy="400110"/>
          </a:xfrm>
          <a:prstGeom prst="rect">
            <a:avLst/>
          </a:prstGeom>
          <a:solidFill>
            <a:schemeClr val="bg1"/>
          </a:solidFill>
          <a:ln w="19050">
            <a:solidFill>
              <a:srgbClr val="FF0000"/>
            </a:solidFill>
            <a:prstDash val="solid"/>
          </a:ln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rgbClr val="FF0000"/>
                </a:solidFill>
              </a:rPr>
              <a:t>Inter-GPU Graph Partition </a:t>
            </a:r>
            <a:r>
              <a:rPr lang="en-US" altLang="zh-CN" sz="2000" dirty="0">
                <a:solidFill>
                  <a:srgbClr val="FF0000"/>
                </a:solidFill>
                <a:sym typeface="Wingdings" panose="05000000000000000000" pitchFamily="2" charset="2"/>
              </a:rPr>
              <a:t> Vertex Dependency</a:t>
            </a:r>
            <a:endParaRPr lang="zh-CN" altLang="en-US" sz="2000" dirty="0">
              <a:solidFill>
                <a:srgbClr val="FF0000"/>
              </a:solidFill>
            </a:endParaRPr>
          </a:p>
        </p:txBody>
      </p:sp>
      <p:sp>
        <p:nvSpPr>
          <p:cNvPr id="55" name="箭头: 右 1121">
            <a:extLst>
              <a:ext uri="{FF2B5EF4-FFF2-40B4-BE49-F238E27FC236}">
                <a16:creationId xmlns:a16="http://schemas.microsoft.com/office/drawing/2014/main" id="{2DDAC386-73E7-F2C3-0D26-E7BD06FCEB8B}"/>
              </a:ext>
            </a:extLst>
          </p:cNvPr>
          <p:cNvSpPr/>
          <p:nvPr/>
        </p:nvSpPr>
        <p:spPr>
          <a:xfrm rot="3284621">
            <a:off x="3899366" y="3523232"/>
            <a:ext cx="349319" cy="218689"/>
          </a:xfrm>
          <a:prstGeom prst="rightArrow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箭头: 右 1121">
            <a:extLst>
              <a:ext uri="{FF2B5EF4-FFF2-40B4-BE49-F238E27FC236}">
                <a16:creationId xmlns:a16="http://schemas.microsoft.com/office/drawing/2014/main" id="{8E557D30-C2F9-C22B-B8E5-22D24FE44C60}"/>
              </a:ext>
            </a:extLst>
          </p:cNvPr>
          <p:cNvSpPr/>
          <p:nvPr/>
        </p:nvSpPr>
        <p:spPr>
          <a:xfrm rot="18843878">
            <a:off x="3892226" y="2616014"/>
            <a:ext cx="349319" cy="218689"/>
          </a:xfrm>
          <a:prstGeom prst="rightArrow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CE97BD22-3E66-40C2-91EF-2AC2EAE3F77D}"/>
              </a:ext>
            </a:extLst>
          </p:cNvPr>
          <p:cNvSpPr txBox="1"/>
          <p:nvPr/>
        </p:nvSpPr>
        <p:spPr>
          <a:xfrm>
            <a:off x="6190255" y="5713448"/>
            <a:ext cx="1798887" cy="707886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b="1" i="0" dirty="0">
                <a:solidFill>
                  <a:schemeClr val="accent2"/>
                </a:solidFill>
                <a:cs typeface="Arial" panose="020B0604020202020204" pitchFamily="34" charset="0"/>
              </a:rPr>
              <a:t>Intermediate</a:t>
            </a:r>
            <a:r>
              <a:rPr lang="zh-CN" altLang="en-US" sz="2000" b="1" dirty="0">
                <a:solidFill>
                  <a:schemeClr val="accent2"/>
                </a:solidFill>
                <a:cs typeface="Arial" panose="020B0604020202020204" pitchFamily="34" charset="0"/>
              </a:rPr>
              <a:t> </a:t>
            </a:r>
            <a:r>
              <a:rPr lang="en-US" altLang="zh-CN" sz="2000" b="1" dirty="0">
                <a:solidFill>
                  <a:schemeClr val="accent2"/>
                </a:solidFill>
                <a:cs typeface="Arial" panose="020B0604020202020204" pitchFamily="34" charset="0"/>
              </a:rPr>
              <a:t>Data</a:t>
            </a:r>
            <a:endParaRPr lang="zh-CN" altLang="en-US" sz="2000" b="1" dirty="0">
              <a:solidFill>
                <a:schemeClr val="accent2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937748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288000" y="0"/>
            <a:ext cx="11164860" cy="141763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badi" panose="020B0604020202020204" pitchFamily="34" charset="0"/>
                <a:sym typeface="+mn-ea"/>
              </a:rPr>
              <a:t>Multi-GPU GNN Systems with Data Parallelism</a:t>
            </a:r>
            <a:endParaRPr lang="en-US" altLang="zh-CN" sz="3600" dirty="0">
              <a:latin typeface="Century Gothic" panose="020B050202020202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5" name="Rectangle 10"/>
          <p:cNvSpPr/>
          <p:nvPr/>
        </p:nvSpPr>
        <p:spPr>
          <a:xfrm>
            <a:off x="0" y="420787"/>
            <a:ext cx="288000" cy="57606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709CA35-E3F2-8BFB-A5B2-4DB572AEBBDF}"/>
              </a:ext>
            </a:extLst>
          </p:cNvPr>
          <p:cNvSpPr txBox="1"/>
          <p:nvPr/>
        </p:nvSpPr>
        <p:spPr>
          <a:xfrm>
            <a:off x="1558875" y="3539753"/>
            <a:ext cx="1088070" cy="400111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cs typeface="Arial" panose="020B0604020202020204" pitchFamily="34" charset="0"/>
              </a:rPr>
              <a:t>Graph</a:t>
            </a:r>
            <a:endParaRPr lang="zh-CN" altLang="en-US" sz="2000" b="1" dirty="0">
              <a:cs typeface="Arial" panose="020B0604020202020204" pitchFamily="34" charset="0"/>
            </a:endParaRP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B39A61F0-CCEA-47ED-52A7-1F966E022291}"/>
              </a:ext>
            </a:extLst>
          </p:cNvPr>
          <p:cNvSpPr/>
          <p:nvPr/>
        </p:nvSpPr>
        <p:spPr>
          <a:xfrm rot="5400000">
            <a:off x="2159528" y="2411057"/>
            <a:ext cx="323707" cy="323867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cs typeface="Arial" panose="020B0604020202020204" pitchFamily="34" charset="0"/>
              </a:rPr>
              <a:t>1</a:t>
            </a:r>
            <a:endParaRPr lang="zh-CN" altLang="en-US" sz="2400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FE8434F3-0B5B-1C4E-F302-A2502BCA608E}"/>
              </a:ext>
            </a:extLst>
          </p:cNvPr>
          <p:cNvSpPr/>
          <p:nvPr/>
        </p:nvSpPr>
        <p:spPr>
          <a:xfrm rot="5400000">
            <a:off x="2159528" y="3113846"/>
            <a:ext cx="323707" cy="323867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cs typeface="Arial" panose="020B0604020202020204" pitchFamily="34" charset="0"/>
              </a:rPr>
              <a:t>3</a:t>
            </a:r>
            <a:endParaRPr lang="zh-CN" altLang="en-US" sz="2400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005EA1F2-F4B4-4599-5060-A9A45AB8C69E}"/>
              </a:ext>
            </a:extLst>
          </p:cNvPr>
          <p:cNvSpPr/>
          <p:nvPr/>
        </p:nvSpPr>
        <p:spPr>
          <a:xfrm rot="5400000">
            <a:off x="1497554" y="2411057"/>
            <a:ext cx="323707" cy="323867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cs typeface="Arial" panose="020B0604020202020204" pitchFamily="34" charset="0"/>
              </a:rPr>
              <a:t>0</a:t>
            </a:r>
            <a:endParaRPr lang="zh-CN" altLang="en-US" sz="2400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D732ED16-3C19-3C6F-1602-6C25C988DEAE}"/>
              </a:ext>
            </a:extLst>
          </p:cNvPr>
          <p:cNvSpPr/>
          <p:nvPr/>
        </p:nvSpPr>
        <p:spPr>
          <a:xfrm rot="5400000">
            <a:off x="1497554" y="3113846"/>
            <a:ext cx="323707" cy="323867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cs typeface="Arial" panose="020B0604020202020204" pitchFamily="34" charset="0"/>
              </a:rPr>
              <a:t>2</a:t>
            </a:r>
            <a:endParaRPr lang="zh-CN" altLang="en-US" sz="2400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cxnSp>
        <p:nvCxnSpPr>
          <p:cNvPr id="10" name="直接连接符 781">
            <a:extLst>
              <a:ext uri="{FF2B5EF4-FFF2-40B4-BE49-F238E27FC236}">
                <a16:creationId xmlns:a16="http://schemas.microsoft.com/office/drawing/2014/main" id="{DB3AC2ED-3837-698E-C23B-16E9710CF8CC}"/>
              </a:ext>
            </a:extLst>
          </p:cNvPr>
          <p:cNvCxnSpPr>
            <a:cxnSpLocks/>
          </p:cNvCxnSpPr>
          <p:nvPr/>
        </p:nvCxnSpPr>
        <p:spPr>
          <a:xfrm flipH="1">
            <a:off x="1822802" y="2572983"/>
            <a:ext cx="32824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直接连接符 786">
            <a:extLst>
              <a:ext uri="{FF2B5EF4-FFF2-40B4-BE49-F238E27FC236}">
                <a16:creationId xmlns:a16="http://schemas.microsoft.com/office/drawing/2014/main" id="{9303225E-C395-7D69-D6AD-EA9B4C2E8382}"/>
              </a:ext>
            </a:extLst>
          </p:cNvPr>
          <p:cNvCxnSpPr>
            <a:cxnSpLocks/>
          </p:cNvCxnSpPr>
          <p:nvPr/>
        </p:nvCxnSpPr>
        <p:spPr>
          <a:xfrm>
            <a:off x="1659408" y="2734845"/>
            <a:ext cx="0" cy="37908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矩形 11">
            <a:extLst>
              <a:ext uri="{FF2B5EF4-FFF2-40B4-BE49-F238E27FC236}">
                <a16:creationId xmlns:a16="http://schemas.microsoft.com/office/drawing/2014/main" id="{3581CD8E-1448-B19F-1B68-0D1F9C367782}"/>
              </a:ext>
            </a:extLst>
          </p:cNvPr>
          <p:cNvSpPr/>
          <p:nvPr/>
        </p:nvSpPr>
        <p:spPr>
          <a:xfrm rot="5400000" flipH="1">
            <a:off x="934264" y="2322714"/>
            <a:ext cx="241954" cy="20543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52243E9-9892-C726-FCF6-84FAA3C18CA9}"/>
              </a:ext>
            </a:extLst>
          </p:cNvPr>
          <p:cNvSpPr/>
          <p:nvPr/>
        </p:nvSpPr>
        <p:spPr>
          <a:xfrm rot="5400000" flipH="1">
            <a:off x="728840" y="2322720"/>
            <a:ext cx="241951" cy="20543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71D65AA-0D66-B1CE-794D-EDB53C4B4479}"/>
              </a:ext>
            </a:extLst>
          </p:cNvPr>
          <p:cNvSpPr/>
          <p:nvPr/>
        </p:nvSpPr>
        <p:spPr>
          <a:xfrm rot="5400000" flipH="1">
            <a:off x="523408" y="2322723"/>
            <a:ext cx="241940" cy="20543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7D538AF-2F37-F0C4-3391-FE716A53A645}"/>
              </a:ext>
            </a:extLst>
          </p:cNvPr>
          <p:cNvSpPr/>
          <p:nvPr/>
        </p:nvSpPr>
        <p:spPr>
          <a:xfrm rot="5400000" flipH="1">
            <a:off x="317984" y="2322725"/>
            <a:ext cx="241940" cy="20543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613B9B69-EA97-BA51-0064-3909B61B0E0B}"/>
              </a:ext>
            </a:extLst>
          </p:cNvPr>
          <p:cNvSpPr/>
          <p:nvPr/>
        </p:nvSpPr>
        <p:spPr>
          <a:xfrm rot="5400000" flipH="1">
            <a:off x="934264" y="2618608"/>
            <a:ext cx="241954" cy="20543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F7C119F-79DE-4DCF-CB2C-DE3966EAD8E3}"/>
              </a:ext>
            </a:extLst>
          </p:cNvPr>
          <p:cNvSpPr/>
          <p:nvPr/>
        </p:nvSpPr>
        <p:spPr>
          <a:xfrm rot="5400000" flipH="1">
            <a:off x="728840" y="2618614"/>
            <a:ext cx="241951" cy="20543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89C482D-C736-3728-0BD3-D8E99212461A}"/>
              </a:ext>
            </a:extLst>
          </p:cNvPr>
          <p:cNvSpPr/>
          <p:nvPr/>
        </p:nvSpPr>
        <p:spPr>
          <a:xfrm rot="5400000" flipH="1">
            <a:off x="523408" y="2618618"/>
            <a:ext cx="241940" cy="20543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4BAA7583-B719-73E9-C06F-423CEF037D97}"/>
              </a:ext>
            </a:extLst>
          </p:cNvPr>
          <p:cNvSpPr/>
          <p:nvPr/>
        </p:nvSpPr>
        <p:spPr>
          <a:xfrm rot="5400000" flipH="1">
            <a:off x="317984" y="2618619"/>
            <a:ext cx="241940" cy="20543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B8A4FA2E-FE10-87C7-837A-AAE05A399BE5}"/>
              </a:ext>
            </a:extLst>
          </p:cNvPr>
          <p:cNvSpPr/>
          <p:nvPr/>
        </p:nvSpPr>
        <p:spPr>
          <a:xfrm rot="5400000" flipH="1">
            <a:off x="934264" y="3012260"/>
            <a:ext cx="241954" cy="20543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023EDA8C-50B1-FBB7-6C2E-A5114686966E}"/>
              </a:ext>
            </a:extLst>
          </p:cNvPr>
          <p:cNvSpPr/>
          <p:nvPr/>
        </p:nvSpPr>
        <p:spPr>
          <a:xfrm rot="5400000" flipH="1">
            <a:off x="728840" y="3012267"/>
            <a:ext cx="241951" cy="20543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F3962B14-3F48-92EC-90B0-7C33B574C1A9}"/>
              </a:ext>
            </a:extLst>
          </p:cNvPr>
          <p:cNvSpPr/>
          <p:nvPr/>
        </p:nvSpPr>
        <p:spPr>
          <a:xfrm rot="5400000" flipH="1">
            <a:off x="523408" y="3012270"/>
            <a:ext cx="241940" cy="20543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003F67E9-08F6-1BD1-E2B1-9CFBE06E56A4}"/>
              </a:ext>
            </a:extLst>
          </p:cNvPr>
          <p:cNvSpPr/>
          <p:nvPr/>
        </p:nvSpPr>
        <p:spPr>
          <a:xfrm rot="5400000" flipH="1">
            <a:off x="317984" y="3012271"/>
            <a:ext cx="241940" cy="20543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8BDF58AD-3195-EC7A-2898-F9B2B6CC2FA3}"/>
              </a:ext>
            </a:extLst>
          </p:cNvPr>
          <p:cNvSpPr/>
          <p:nvPr/>
        </p:nvSpPr>
        <p:spPr>
          <a:xfrm rot="5400000" flipH="1">
            <a:off x="934264" y="3308155"/>
            <a:ext cx="241954" cy="20543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D2773DE6-85D0-A06A-6904-1BEDB52E2868}"/>
              </a:ext>
            </a:extLst>
          </p:cNvPr>
          <p:cNvSpPr/>
          <p:nvPr/>
        </p:nvSpPr>
        <p:spPr>
          <a:xfrm rot="5400000" flipH="1">
            <a:off x="728840" y="3308161"/>
            <a:ext cx="241951" cy="20543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D93687DD-9D0D-F7CC-0741-6FD0E4C10B4D}"/>
              </a:ext>
            </a:extLst>
          </p:cNvPr>
          <p:cNvSpPr/>
          <p:nvPr/>
        </p:nvSpPr>
        <p:spPr>
          <a:xfrm rot="5400000" flipH="1">
            <a:off x="523408" y="3308164"/>
            <a:ext cx="241940" cy="20543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FC1B7654-C154-821A-F35D-EA4FB15E19F5}"/>
              </a:ext>
            </a:extLst>
          </p:cNvPr>
          <p:cNvSpPr/>
          <p:nvPr/>
        </p:nvSpPr>
        <p:spPr>
          <a:xfrm rot="5400000" flipH="1">
            <a:off x="317984" y="3308166"/>
            <a:ext cx="241940" cy="20543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6C1D67B6-D2FF-B109-D2B2-692FA1CF3339}"/>
              </a:ext>
            </a:extLst>
          </p:cNvPr>
          <p:cNvSpPr txBox="1"/>
          <p:nvPr/>
        </p:nvSpPr>
        <p:spPr>
          <a:xfrm>
            <a:off x="266734" y="3539753"/>
            <a:ext cx="1071288" cy="400111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cs typeface="Arial" panose="020B0604020202020204" pitchFamily="34" charset="0"/>
              </a:rPr>
              <a:t>Feature</a:t>
            </a:r>
            <a:endParaRPr lang="zh-CN" altLang="en-US" sz="2000" b="1" dirty="0">
              <a:cs typeface="Arial" panose="020B0604020202020204" pitchFamily="34" charset="0"/>
            </a:endParaRPr>
          </a:p>
        </p:txBody>
      </p:sp>
      <p:cxnSp>
        <p:nvCxnSpPr>
          <p:cNvPr id="29" name="直接连接符 458">
            <a:extLst>
              <a:ext uri="{FF2B5EF4-FFF2-40B4-BE49-F238E27FC236}">
                <a16:creationId xmlns:a16="http://schemas.microsoft.com/office/drawing/2014/main" id="{DAC8C52F-4119-E7A7-E314-24B55CA85BFB}"/>
              </a:ext>
            </a:extLst>
          </p:cNvPr>
          <p:cNvCxnSpPr>
            <a:cxnSpLocks/>
          </p:cNvCxnSpPr>
          <p:nvPr/>
        </p:nvCxnSpPr>
        <p:spPr>
          <a:xfrm flipV="1">
            <a:off x="2321382" y="2732658"/>
            <a:ext cx="0" cy="38126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直接连接符 461">
            <a:extLst>
              <a:ext uri="{FF2B5EF4-FFF2-40B4-BE49-F238E27FC236}">
                <a16:creationId xmlns:a16="http://schemas.microsoft.com/office/drawing/2014/main" id="{F1650873-22F4-E5CE-9D3D-7C95411A68DB}"/>
              </a:ext>
            </a:extLst>
          </p:cNvPr>
          <p:cNvCxnSpPr>
            <a:cxnSpLocks/>
            <a:stCxn id="7" idx="3"/>
            <a:endCxn id="8" idx="7"/>
          </p:cNvCxnSpPr>
          <p:nvPr/>
        </p:nvCxnSpPr>
        <p:spPr>
          <a:xfrm flipH="1" flipV="1">
            <a:off x="1773912" y="2687439"/>
            <a:ext cx="432966" cy="47389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直接连接符 464">
            <a:extLst>
              <a:ext uri="{FF2B5EF4-FFF2-40B4-BE49-F238E27FC236}">
                <a16:creationId xmlns:a16="http://schemas.microsoft.com/office/drawing/2014/main" id="{26FDE370-8104-0FB5-18EA-6B201C1A8426}"/>
              </a:ext>
            </a:extLst>
          </p:cNvPr>
          <p:cNvCxnSpPr>
            <a:cxnSpLocks/>
          </p:cNvCxnSpPr>
          <p:nvPr/>
        </p:nvCxnSpPr>
        <p:spPr>
          <a:xfrm flipH="1">
            <a:off x="1819882" y="3275772"/>
            <a:ext cx="3299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直接连接符 483">
            <a:extLst>
              <a:ext uri="{FF2B5EF4-FFF2-40B4-BE49-F238E27FC236}">
                <a16:creationId xmlns:a16="http://schemas.microsoft.com/office/drawing/2014/main" id="{AFD05B67-E2F5-0A4B-1E5E-06D7C966D580}"/>
              </a:ext>
            </a:extLst>
          </p:cNvPr>
          <p:cNvCxnSpPr>
            <a:cxnSpLocks/>
          </p:cNvCxnSpPr>
          <p:nvPr/>
        </p:nvCxnSpPr>
        <p:spPr>
          <a:xfrm flipH="1">
            <a:off x="221520" y="2916998"/>
            <a:ext cx="2233003" cy="4534"/>
          </a:xfrm>
          <a:prstGeom prst="line">
            <a:avLst/>
          </a:prstGeom>
          <a:ln w="28575">
            <a:solidFill>
              <a:schemeClr val="tx1"/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文本框 33">
            <a:extLst>
              <a:ext uri="{FF2B5EF4-FFF2-40B4-BE49-F238E27FC236}">
                <a16:creationId xmlns:a16="http://schemas.microsoft.com/office/drawing/2014/main" id="{B5B77D80-DB02-E6D6-8740-E194BBB02681}"/>
              </a:ext>
            </a:extLst>
          </p:cNvPr>
          <p:cNvSpPr txBox="1"/>
          <p:nvPr/>
        </p:nvSpPr>
        <p:spPr>
          <a:xfrm>
            <a:off x="2246021" y="1378128"/>
            <a:ext cx="1182662" cy="461665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cs typeface="Arial" panose="020B0604020202020204" pitchFamily="34" charset="0"/>
              </a:rPr>
              <a:t>GPU1</a:t>
            </a:r>
            <a:endParaRPr lang="zh-CN" altLang="en-US" sz="3600" b="1" dirty="0">
              <a:cs typeface="Arial" panose="020B0604020202020204" pitchFamily="34" charset="0"/>
            </a:endParaRPr>
          </a:p>
        </p:txBody>
      </p:sp>
      <p:cxnSp>
        <p:nvCxnSpPr>
          <p:cNvPr id="35" name="直接连接符 953">
            <a:extLst>
              <a:ext uri="{FF2B5EF4-FFF2-40B4-BE49-F238E27FC236}">
                <a16:creationId xmlns:a16="http://schemas.microsoft.com/office/drawing/2014/main" id="{7C8AD6D7-C4BB-4033-F0AB-A7F03B7521FF}"/>
              </a:ext>
            </a:extLst>
          </p:cNvPr>
          <p:cNvCxnSpPr>
            <a:cxnSpLocks/>
          </p:cNvCxnSpPr>
          <p:nvPr/>
        </p:nvCxnSpPr>
        <p:spPr>
          <a:xfrm flipV="1">
            <a:off x="1175682" y="1622243"/>
            <a:ext cx="1036461" cy="392021"/>
          </a:xfrm>
          <a:prstGeom prst="bentConnector3">
            <a:avLst>
              <a:gd name="adj1" fmla="val 771"/>
            </a:avLst>
          </a:prstGeom>
          <a:ln w="28575">
            <a:solidFill>
              <a:schemeClr val="tx1"/>
            </a:solidFill>
            <a:prstDash val="solid"/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直接连接符 953">
            <a:extLst>
              <a:ext uri="{FF2B5EF4-FFF2-40B4-BE49-F238E27FC236}">
                <a16:creationId xmlns:a16="http://schemas.microsoft.com/office/drawing/2014/main" id="{B146A5E1-49C1-BE21-841F-26638414C3E4}"/>
              </a:ext>
            </a:extLst>
          </p:cNvPr>
          <p:cNvCxnSpPr>
            <a:cxnSpLocks/>
          </p:cNvCxnSpPr>
          <p:nvPr/>
        </p:nvCxnSpPr>
        <p:spPr>
          <a:xfrm>
            <a:off x="1153137" y="4036528"/>
            <a:ext cx="1052054" cy="440352"/>
          </a:xfrm>
          <a:prstGeom prst="bentConnector3">
            <a:avLst>
              <a:gd name="adj1" fmla="val 891"/>
            </a:avLst>
          </a:prstGeom>
          <a:ln w="28575">
            <a:solidFill>
              <a:schemeClr val="tx1"/>
            </a:solidFill>
            <a:prstDash val="solid"/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文本框 36">
            <a:extLst>
              <a:ext uri="{FF2B5EF4-FFF2-40B4-BE49-F238E27FC236}">
                <a16:creationId xmlns:a16="http://schemas.microsoft.com/office/drawing/2014/main" id="{249EBF6A-EF98-67F1-7BCF-3B6A5A0688EF}"/>
              </a:ext>
            </a:extLst>
          </p:cNvPr>
          <p:cNvSpPr txBox="1"/>
          <p:nvPr/>
        </p:nvSpPr>
        <p:spPr>
          <a:xfrm>
            <a:off x="2213257" y="4242542"/>
            <a:ext cx="1182662" cy="461665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cs typeface="Arial" panose="020B0604020202020204" pitchFamily="34" charset="0"/>
              </a:rPr>
              <a:t>GPU2</a:t>
            </a:r>
            <a:endParaRPr lang="zh-CN" altLang="en-US" sz="3600" b="1" dirty="0"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5DB06333-BA64-FBE8-5A9B-CC810276AE39}"/>
                  </a:ext>
                </a:extLst>
              </p:cNvPr>
              <p:cNvSpPr txBox="1"/>
              <p:nvPr/>
            </p:nvSpPr>
            <p:spPr>
              <a:xfrm>
                <a:off x="266734" y="3818078"/>
                <a:ext cx="1071288" cy="461665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1" i="1" dirty="0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altLang="zh-CN" sz="2400" b="1" i="1" dirty="0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𝑿</m:t>
                          </m:r>
                        </m:e>
                        <m:sub>
                          <m:r>
                            <a:rPr lang="en-US" altLang="zh-CN" sz="2400" b="1" i="1" dirty="0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𝟎</m:t>
                          </m:r>
                        </m:sub>
                      </m:sSub>
                    </m:oMath>
                  </m:oMathPara>
                </a14:m>
                <a:endParaRPr lang="zh-CN" altLang="en-US" sz="2400" b="1" dirty="0">
                  <a:solidFill>
                    <a:schemeClr val="accent6"/>
                  </a:solidFill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5DB06333-BA64-FBE8-5A9B-CC810276AE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734" y="3818078"/>
                <a:ext cx="1071288" cy="461665"/>
              </a:xfrm>
              <a:prstGeom prst="rect">
                <a:avLst/>
              </a:prstGeom>
              <a:blipFill>
                <a:blip r:embed="rId3"/>
                <a:stretch>
                  <a:fillRect b="-2632"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59" name="文本框 658">
            <a:extLst>
              <a:ext uri="{FF2B5EF4-FFF2-40B4-BE49-F238E27FC236}">
                <a16:creationId xmlns:a16="http://schemas.microsoft.com/office/drawing/2014/main" id="{C3325C92-8017-D209-BA86-E92D3C0460F3}"/>
              </a:ext>
            </a:extLst>
          </p:cNvPr>
          <p:cNvSpPr txBox="1"/>
          <p:nvPr/>
        </p:nvSpPr>
        <p:spPr>
          <a:xfrm>
            <a:off x="241248" y="6064139"/>
            <a:ext cx="3157268" cy="400110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FF0000"/>
                </a:solidFill>
                <a:cs typeface="Arial" panose="020B0604020202020204" pitchFamily="34" charset="0"/>
              </a:rPr>
              <a:t>The Memory of GPU 1</a:t>
            </a:r>
            <a:endParaRPr lang="zh-CN" altLang="en-US" sz="3200" b="1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  <p:grpSp>
        <p:nvGrpSpPr>
          <p:cNvPr id="597" name="组合 596">
            <a:extLst>
              <a:ext uri="{FF2B5EF4-FFF2-40B4-BE49-F238E27FC236}">
                <a16:creationId xmlns:a16="http://schemas.microsoft.com/office/drawing/2014/main" id="{A3AB9EC3-2062-BD90-4223-E74AE1176097}"/>
              </a:ext>
            </a:extLst>
          </p:cNvPr>
          <p:cNvGrpSpPr/>
          <p:nvPr/>
        </p:nvGrpSpPr>
        <p:grpSpPr>
          <a:xfrm>
            <a:off x="3676702" y="6065534"/>
            <a:ext cx="621640" cy="669775"/>
            <a:chOff x="3656357" y="6507685"/>
            <a:chExt cx="621640" cy="669775"/>
          </a:xfrm>
        </p:grpSpPr>
        <p:sp>
          <p:nvSpPr>
            <p:cNvPr id="598" name="矩形 1174">
              <a:extLst>
                <a:ext uri="{FF2B5EF4-FFF2-40B4-BE49-F238E27FC236}">
                  <a16:creationId xmlns:a16="http://schemas.microsoft.com/office/drawing/2014/main" id="{2C73A039-57CE-A483-8347-742AC622A14C}"/>
                </a:ext>
              </a:extLst>
            </p:cNvPr>
            <p:cNvSpPr/>
            <p:nvPr/>
          </p:nvSpPr>
          <p:spPr>
            <a:xfrm rot="10800000">
              <a:off x="3657805" y="7037952"/>
              <a:ext cx="618707" cy="139508"/>
            </a:xfrm>
            <a:custGeom>
              <a:avLst/>
              <a:gdLst>
                <a:gd name="connsiteX0" fmla="*/ 0 w 595706"/>
                <a:gd name="connsiteY0" fmla="*/ 0 h 92965"/>
                <a:gd name="connsiteX1" fmla="*/ 595706 w 595706"/>
                <a:gd name="connsiteY1" fmla="*/ 0 h 92965"/>
                <a:gd name="connsiteX2" fmla="*/ 595706 w 595706"/>
                <a:gd name="connsiteY2" fmla="*/ 92965 h 92965"/>
                <a:gd name="connsiteX3" fmla="*/ 0 w 595706"/>
                <a:gd name="connsiteY3" fmla="*/ 92965 h 92965"/>
                <a:gd name="connsiteX4" fmla="*/ 0 w 595706"/>
                <a:gd name="connsiteY4" fmla="*/ 0 h 92965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131 w 595837"/>
                <a:gd name="connsiteY0" fmla="*/ 0 h 148754"/>
                <a:gd name="connsiteX1" fmla="*/ 595837 w 595837"/>
                <a:gd name="connsiteY1" fmla="*/ 0 h 148754"/>
                <a:gd name="connsiteX2" fmla="*/ 595837 w 595837"/>
                <a:gd name="connsiteY2" fmla="*/ 92965 h 148754"/>
                <a:gd name="connsiteX3" fmla="*/ 131 w 595837"/>
                <a:gd name="connsiteY3" fmla="*/ 148754 h 148754"/>
                <a:gd name="connsiteX4" fmla="*/ 131 w 595837"/>
                <a:gd name="connsiteY4" fmla="*/ 0 h 148754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56571"/>
                <a:gd name="connsiteX1" fmla="*/ 595837 w 595837"/>
                <a:gd name="connsiteY1" fmla="*/ 0 h 156571"/>
                <a:gd name="connsiteX2" fmla="*/ 594316 w 595837"/>
                <a:gd name="connsiteY2" fmla="*/ 141984 h 156571"/>
                <a:gd name="connsiteX3" fmla="*/ 131 w 595837"/>
                <a:gd name="connsiteY3" fmla="*/ 140590 h 156571"/>
                <a:gd name="connsiteX4" fmla="*/ 131 w 595837"/>
                <a:gd name="connsiteY4" fmla="*/ 0 h 156571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0 w 600949"/>
                <a:gd name="connsiteY0" fmla="*/ 0 h 271309"/>
                <a:gd name="connsiteX1" fmla="*/ 600949 w 600949"/>
                <a:gd name="connsiteY1" fmla="*/ 0 h 271309"/>
                <a:gd name="connsiteX2" fmla="*/ 599428 w 600949"/>
                <a:gd name="connsiteY2" fmla="*/ 141984 h 271309"/>
                <a:gd name="connsiteX3" fmla="*/ 3722 w 600949"/>
                <a:gd name="connsiteY3" fmla="*/ 271309 h 271309"/>
                <a:gd name="connsiteX4" fmla="*/ 0 w 600949"/>
                <a:gd name="connsiteY4" fmla="*/ 0 h 271309"/>
                <a:gd name="connsiteX0" fmla="*/ 0 w 599639"/>
                <a:gd name="connsiteY0" fmla="*/ 0 h 271309"/>
                <a:gd name="connsiteX1" fmla="*/ 599639 w 599639"/>
                <a:gd name="connsiteY1" fmla="*/ 0 h 271309"/>
                <a:gd name="connsiteX2" fmla="*/ 599428 w 599639"/>
                <a:gd name="connsiteY2" fmla="*/ 141984 h 271309"/>
                <a:gd name="connsiteX3" fmla="*/ 3722 w 599639"/>
                <a:gd name="connsiteY3" fmla="*/ 271309 h 271309"/>
                <a:gd name="connsiteX4" fmla="*/ 0 w 599639"/>
                <a:gd name="connsiteY4" fmla="*/ 0 h 271309"/>
                <a:gd name="connsiteX0" fmla="*/ 0 w 597018"/>
                <a:gd name="connsiteY0" fmla="*/ 0 h 271309"/>
                <a:gd name="connsiteX1" fmla="*/ 597018 w 597018"/>
                <a:gd name="connsiteY1" fmla="*/ 0 h 271309"/>
                <a:gd name="connsiteX2" fmla="*/ 596807 w 597018"/>
                <a:gd name="connsiteY2" fmla="*/ 141984 h 271309"/>
                <a:gd name="connsiteX3" fmla="*/ 1101 w 597018"/>
                <a:gd name="connsiteY3" fmla="*/ 271309 h 271309"/>
                <a:gd name="connsiteX4" fmla="*/ 0 w 597018"/>
                <a:gd name="connsiteY4" fmla="*/ 0 h 271309"/>
                <a:gd name="connsiteX0" fmla="*/ 0 w 596807"/>
                <a:gd name="connsiteY0" fmla="*/ 0 h 271309"/>
                <a:gd name="connsiteX1" fmla="*/ 591775 w 596807"/>
                <a:gd name="connsiteY1" fmla="*/ 0 h 271309"/>
                <a:gd name="connsiteX2" fmla="*/ 596807 w 596807"/>
                <a:gd name="connsiteY2" fmla="*/ 141984 h 271309"/>
                <a:gd name="connsiteX3" fmla="*/ 1101 w 596807"/>
                <a:gd name="connsiteY3" fmla="*/ 271309 h 271309"/>
                <a:gd name="connsiteX4" fmla="*/ 0 w 596807"/>
                <a:gd name="connsiteY4" fmla="*/ 0 h 271309"/>
                <a:gd name="connsiteX0" fmla="*/ 0 w 596807"/>
                <a:gd name="connsiteY0" fmla="*/ 0 h 271309"/>
                <a:gd name="connsiteX1" fmla="*/ 595708 w 596807"/>
                <a:gd name="connsiteY1" fmla="*/ 0 h 271309"/>
                <a:gd name="connsiteX2" fmla="*/ 596807 w 596807"/>
                <a:gd name="connsiteY2" fmla="*/ 141984 h 271309"/>
                <a:gd name="connsiteX3" fmla="*/ 1101 w 596807"/>
                <a:gd name="connsiteY3" fmla="*/ 271309 h 271309"/>
                <a:gd name="connsiteX4" fmla="*/ 0 w 596807"/>
                <a:gd name="connsiteY4" fmla="*/ 0 h 271309"/>
                <a:gd name="connsiteX0" fmla="*/ 0 w 595708"/>
                <a:gd name="connsiteY0" fmla="*/ 0 h 271309"/>
                <a:gd name="connsiteX1" fmla="*/ 595708 w 595708"/>
                <a:gd name="connsiteY1" fmla="*/ 0 h 271309"/>
                <a:gd name="connsiteX2" fmla="*/ 594186 w 595708"/>
                <a:gd name="connsiteY2" fmla="*/ 141985 h 271309"/>
                <a:gd name="connsiteX3" fmla="*/ 1101 w 595708"/>
                <a:gd name="connsiteY3" fmla="*/ 271309 h 271309"/>
                <a:gd name="connsiteX4" fmla="*/ 0 w 595708"/>
                <a:gd name="connsiteY4" fmla="*/ 0 h 271309"/>
                <a:gd name="connsiteX0" fmla="*/ 0 w 596439"/>
                <a:gd name="connsiteY0" fmla="*/ 109083 h 380392"/>
                <a:gd name="connsiteX1" fmla="*/ 595708 w 596439"/>
                <a:gd name="connsiteY1" fmla="*/ 109083 h 380392"/>
                <a:gd name="connsiteX2" fmla="*/ 594186 w 596439"/>
                <a:gd name="connsiteY2" fmla="*/ 251068 h 380392"/>
                <a:gd name="connsiteX3" fmla="*/ 1101 w 596439"/>
                <a:gd name="connsiteY3" fmla="*/ 380392 h 380392"/>
                <a:gd name="connsiteX4" fmla="*/ 0 w 596439"/>
                <a:gd name="connsiteY4" fmla="*/ 109083 h 380392"/>
                <a:gd name="connsiteX0" fmla="*/ 0 w 595708"/>
                <a:gd name="connsiteY0" fmla="*/ 0 h 271309"/>
                <a:gd name="connsiteX1" fmla="*/ 595708 w 595708"/>
                <a:gd name="connsiteY1" fmla="*/ 0 h 271309"/>
                <a:gd name="connsiteX2" fmla="*/ 594186 w 595708"/>
                <a:gd name="connsiteY2" fmla="*/ 141985 h 271309"/>
                <a:gd name="connsiteX3" fmla="*/ 1101 w 595708"/>
                <a:gd name="connsiteY3" fmla="*/ 271309 h 271309"/>
                <a:gd name="connsiteX4" fmla="*/ 0 w 595708"/>
                <a:gd name="connsiteY4" fmla="*/ 0 h 271309"/>
                <a:gd name="connsiteX0" fmla="*/ 0 w 596808"/>
                <a:gd name="connsiteY0" fmla="*/ 0 h 271309"/>
                <a:gd name="connsiteX1" fmla="*/ 595708 w 596808"/>
                <a:gd name="connsiteY1" fmla="*/ 0 h 271309"/>
                <a:gd name="connsiteX2" fmla="*/ 596808 w 596808"/>
                <a:gd name="connsiteY2" fmla="*/ 141985 h 271309"/>
                <a:gd name="connsiteX3" fmla="*/ 1101 w 596808"/>
                <a:gd name="connsiteY3" fmla="*/ 271309 h 271309"/>
                <a:gd name="connsiteX4" fmla="*/ 0 w 596808"/>
                <a:gd name="connsiteY4" fmla="*/ 0 h 271309"/>
                <a:gd name="connsiteX0" fmla="*/ 0 w 596808"/>
                <a:gd name="connsiteY0" fmla="*/ 0 h 271309"/>
                <a:gd name="connsiteX1" fmla="*/ 595708 w 596808"/>
                <a:gd name="connsiteY1" fmla="*/ 0 h 271309"/>
                <a:gd name="connsiteX2" fmla="*/ 596808 w 596808"/>
                <a:gd name="connsiteY2" fmla="*/ 141985 h 271309"/>
                <a:gd name="connsiteX3" fmla="*/ 1101 w 596808"/>
                <a:gd name="connsiteY3" fmla="*/ 271309 h 271309"/>
                <a:gd name="connsiteX4" fmla="*/ 0 w 596808"/>
                <a:gd name="connsiteY4" fmla="*/ 0 h 271309"/>
                <a:gd name="connsiteX0" fmla="*/ 0 w 596808"/>
                <a:gd name="connsiteY0" fmla="*/ 0 h 271309"/>
                <a:gd name="connsiteX1" fmla="*/ 595708 w 596808"/>
                <a:gd name="connsiteY1" fmla="*/ 0 h 271309"/>
                <a:gd name="connsiteX2" fmla="*/ 596808 w 596808"/>
                <a:gd name="connsiteY2" fmla="*/ 141985 h 271309"/>
                <a:gd name="connsiteX3" fmla="*/ 1101 w 596808"/>
                <a:gd name="connsiteY3" fmla="*/ 271309 h 271309"/>
                <a:gd name="connsiteX4" fmla="*/ 0 w 596808"/>
                <a:gd name="connsiteY4" fmla="*/ 0 h 271309"/>
                <a:gd name="connsiteX0" fmla="*/ 0 w 595708"/>
                <a:gd name="connsiteY0" fmla="*/ 0 h 271309"/>
                <a:gd name="connsiteX1" fmla="*/ 595708 w 595708"/>
                <a:gd name="connsiteY1" fmla="*/ 0 h 271309"/>
                <a:gd name="connsiteX2" fmla="*/ 594186 w 595708"/>
                <a:gd name="connsiteY2" fmla="*/ 141985 h 271309"/>
                <a:gd name="connsiteX3" fmla="*/ 1101 w 595708"/>
                <a:gd name="connsiteY3" fmla="*/ 271309 h 271309"/>
                <a:gd name="connsiteX4" fmla="*/ 0 w 595708"/>
                <a:gd name="connsiteY4" fmla="*/ 0 h 271309"/>
                <a:gd name="connsiteX0" fmla="*/ 0 w 595708"/>
                <a:gd name="connsiteY0" fmla="*/ 0 h 271309"/>
                <a:gd name="connsiteX1" fmla="*/ 595708 w 595708"/>
                <a:gd name="connsiteY1" fmla="*/ 0 h 271309"/>
                <a:gd name="connsiteX2" fmla="*/ 594186 w 595708"/>
                <a:gd name="connsiteY2" fmla="*/ 141985 h 271309"/>
                <a:gd name="connsiteX3" fmla="*/ 1101 w 595708"/>
                <a:gd name="connsiteY3" fmla="*/ 271309 h 271309"/>
                <a:gd name="connsiteX4" fmla="*/ 0 w 595708"/>
                <a:gd name="connsiteY4" fmla="*/ 0 h 271309"/>
                <a:gd name="connsiteX0" fmla="*/ 0 w 595936"/>
                <a:gd name="connsiteY0" fmla="*/ 0 h 271309"/>
                <a:gd name="connsiteX1" fmla="*/ 595708 w 595936"/>
                <a:gd name="connsiteY1" fmla="*/ 0 h 271309"/>
                <a:gd name="connsiteX2" fmla="*/ 594186 w 595936"/>
                <a:gd name="connsiteY2" fmla="*/ 141985 h 271309"/>
                <a:gd name="connsiteX3" fmla="*/ 1101 w 595936"/>
                <a:gd name="connsiteY3" fmla="*/ 271309 h 271309"/>
                <a:gd name="connsiteX4" fmla="*/ 0 w 595936"/>
                <a:gd name="connsiteY4" fmla="*/ 0 h 271309"/>
                <a:gd name="connsiteX0" fmla="*/ 319 w 596255"/>
                <a:gd name="connsiteY0" fmla="*/ 0 h 271309"/>
                <a:gd name="connsiteX1" fmla="*/ 596027 w 596255"/>
                <a:gd name="connsiteY1" fmla="*/ 0 h 271309"/>
                <a:gd name="connsiteX2" fmla="*/ 594505 w 596255"/>
                <a:gd name="connsiteY2" fmla="*/ 141985 h 271309"/>
                <a:gd name="connsiteX3" fmla="*/ 110 w 596255"/>
                <a:gd name="connsiteY3" fmla="*/ 271309 h 271309"/>
                <a:gd name="connsiteX4" fmla="*/ 319 w 596255"/>
                <a:gd name="connsiteY4" fmla="*/ 0 h 271309"/>
                <a:gd name="connsiteX0" fmla="*/ 0 w 595936"/>
                <a:gd name="connsiteY0" fmla="*/ 0 h 271309"/>
                <a:gd name="connsiteX1" fmla="*/ 595708 w 595936"/>
                <a:gd name="connsiteY1" fmla="*/ 0 h 271309"/>
                <a:gd name="connsiteX2" fmla="*/ 594186 w 595936"/>
                <a:gd name="connsiteY2" fmla="*/ 141985 h 271309"/>
                <a:gd name="connsiteX3" fmla="*/ 1101 w 595936"/>
                <a:gd name="connsiteY3" fmla="*/ 271309 h 271309"/>
                <a:gd name="connsiteX4" fmla="*/ 0 w 595936"/>
                <a:gd name="connsiteY4" fmla="*/ 0 h 271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5936" h="271309">
                  <a:moveTo>
                    <a:pt x="0" y="0"/>
                  </a:moveTo>
                  <a:lnTo>
                    <a:pt x="595708" y="0"/>
                  </a:lnTo>
                  <a:cubicBezTo>
                    <a:pt x="595708" y="30988"/>
                    <a:pt x="596806" y="39550"/>
                    <a:pt x="594186" y="141985"/>
                  </a:cubicBezTo>
                  <a:cubicBezTo>
                    <a:pt x="404809" y="352086"/>
                    <a:pt x="341643" y="22672"/>
                    <a:pt x="1101" y="271309"/>
                  </a:cubicBezTo>
                  <a:cubicBezTo>
                    <a:pt x="647" y="226260"/>
                    <a:pt x="454" y="45049"/>
                    <a:pt x="0" y="0"/>
                  </a:cubicBez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599" name="组合 598">
              <a:extLst>
                <a:ext uri="{FF2B5EF4-FFF2-40B4-BE49-F238E27FC236}">
                  <a16:creationId xmlns:a16="http://schemas.microsoft.com/office/drawing/2014/main" id="{886584A2-8F14-0343-BBB5-66400C61BE8D}"/>
                </a:ext>
              </a:extLst>
            </p:cNvPr>
            <p:cNvGrpSpPr/>
            <p:nvPr/>
          </p:nvGrpSpPr>
          <p:grpSpPr>
            <a:xfrm>
              <a:off x="3656357" y="6507685"/>
              <a:ext cx="621640" cy="663817"/>
              <a:chOff x="3656357" y="6507685"/>
              <a:chExt cx="621640" cy="663817"/>
            </a:xfrm>
          </p:grpSpPr>
          <p:sp>
            <p:nvSpPr>
              <p:cNvPr id="600" name="矩形 599">
                <a:extLst>
                  <a:ext uri="{FF2B5EF4-FFF2-40B4-BE49-F238E27FC236}">
                    <a16:creationId xmlns:a16="http://schemas.microsoft.com/office/drawing/2014/main" id="{2F6AB136-4DF9-AA70-40CA-8EDCA4A1FE98}"/>
                  </a:ext>
                </a:extLst>
              </p:cNvPr>
              <p:cNvSpPr/>
              <p:nvPr/>
            </p:nvSpPr>
            <p:spPr>
              <a:xfrm>
                <a:off x="3656465" y="6640950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01" name="矩形 600">
                <a:extLst>
                  <a:ext uri="{FF2B5EF4-FFF2-40B4-BE49-F238E27FC236}">
                    <a16:creationId xmlns:a16="http://schemas.microsoft.com/office/drawing/2014/main" id="{C982E763-E1FC-89BD-FB27-F448F1BC94EB}"/>
                  </a:ext>
                </a:extLst>
              </p:cNvPr>
              <p:cNvSpPr/>
              <p:nvPr/>
            </p:nvSpPr>
            <p:spPr>
              <a:xfrm>
                <a:off x="3811875" y="6640950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02" name="矩形 601">
                <a:extLst>
                  <a:ext uri="{FF2B5EF4-FFF2-40B4-BE49-F238E27FC236}">
                    <a16:creationId xmlns:a16="http://schemas.microsoft.com/office/drawing/2014/main" id="{892005E8-9890-7EEE-DF73-CF2E818B6F00}"/>
                  </a:ext>
                </a:extLst>
              </p:cNvPr>
              <p:cNvSpPr/>
              <p:nvPr/>
            </p:nvSpPr>
            <p:spPr>
              <a:xfrm>
                <a:off x="3967285" y="6640950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03" name="矩形 602">
                <a:extLst>
                  <a:ext uri="{FF2B5EF4-FFF2-40B4-BE49-F238E27FC236}">
                    <a16:creationId xmlns:a16="http://schemas.microsoft.com/office/drawing/2014/main" id="{61A23AB9-1225-584B-F902-9B329100B108}"/>
                  </a:ext>
                </a:extLst>
              </p:cNvPr>
              <p:cNvSpPr/>
              <p:nvPr/>
            </p:nvSpPr>
            <p:spPr>
              <a:xfrm>
                <a:off x="4122695" y="6640950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04" name="矩形 603">
                <a:extLst>
                  <a:ext uri="{FF2B5EF4-FFF2-40B4-BE49-F238E27FC236}">
                    <a16:creationId xmlns:a16="http://schemas.microsoft.com/office/drawing/2014/main" id="{B2BB2A90-9AC8-D6F5-61F6-B9FE661445A1}"/>
                  </a:ext>
                </a:extLst>
              </p:cNvPr>
              <p:cNvSpPr/>
              <p:nvPr/>
            </p:nvSpPr>
            <p:spPr>
              <a:xfrm>
                <a:off x="3656465" y="6773574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05" name="矩形 604">
                <a:extLst>
                  <a:ext uri="{FF2B5EF4-FFF2-40B4-BE49-F238E27FC236}">
                    <a16:creationId xmlns:a16="http://schemas.microsoft.com/office/drawing/2014/main" id="{97399F19-77FD-4D0C-89BD-177D20715424}"/>
                  </a:ext>
                </a:extLst>
              </p:cNvPr>
              <p:cNvSpPr/>
              <p:nvPr/>
            </p:nvSpPr>
            <p:spPr>
              <a:xfrm>
                <a:off x="3811875" y="6773574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06" name="矩形 605">
                <a:extLst>
                  <a:ext uri="{FF2B5EF4-FFF2-40B4-BE49-F238E27FC236}">
                    <a16:creationId xmlns:a16="http://schemas.microsoft.com/office/drawing/2014/main" id="{B3745597-7EEE-5B6E-8368-905AA95F54B2}"/>
                  </a:ext>
                </a:extLst>
              </p:cNvPr>
              <p:cNvSpPr/>
              <p:nvPr/>
            </p:nvSpPr>
            <p:spPr>
              <a:xfrm>
                <a:off x="3967285" y="6773574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07" name="矩形 606">
                <a:extLst>
                  <a:ext uri="{FF2B5EF4-FFF2-40B4-BE49-F238E27FC236}">
                    <a16:creationId xmlns:a16="http://schemas.microsoft.com/office/drawing/2014/main" id="{8AD8ADEC-A240-398B-E5E0-3602D92F07E1}"/>
                  </a:ext>
                </a:extLst>
              </p:cNvPr>
              <p:cNvSpPr/>
              <p:nvPr/>
            </p:nvSpPr>
            <p:spPr>
              <a:xfrm>
                <a:off x="4122695" y="6773574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08" name="矩形 607">
                <a:extLst>
                  <a:ext uri="{FF2B5EF4-FFF2-40B4-BE49-F238E27FC236}">
                    <a16:creationId xmlns:a16="http://schemas.microsoft.com/office/drawing/2014/main" id="{7FDACAFC-F9A5-AAD7-00BA-680264C4398C}"/>
                  </a:ext>
                </a:extLst>
              </p:cNvPr>
              <p:cNvSpPr/>
              <p:nvPr/>
            </p:nvSpPr>
            <p:spPr>
              <a:xfrm>
                <a:off x="3656357" y="690625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09" name="矩形 608">
                <a:extLst>
                  <a:ext uri="{FF2B5EF4-FFF2-40B4-BE49-F238E27FC236}">
                    <a16:creationId xmlns:a16="http://schemas.microsoft.com/office/drawing/2014/main" id="{7FD77AC2-55D6-267D-FC85-C0386F52E383}"/>
                  </a:ext>
                </a:extLst>
              </p:cNvPr>
              <p:cNvSpPr/>
              <p:nvPr/>
            </p:nvSpPr>
            <p:spPr>
              <a:xfrm>
                <a:off x="3811767" y="690625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0" name="矩形 609">
                <a:extLst>
                  <a:ext uri="{FF2B5EF4-FFF2-40B4-BE49-F238E27FC236}">
                    <a16:creationId xmlns:a16="http://schemas.microsoft.com/office/drawing/2014/main" id="{2F4429C3-A915-E5A9-AE97-B6B6310F3B74}"/>
                  </a:ext>
                </a:extLst>
              </p:cNvPr>
              <p:cNvSpPr/>
              <p:nvPr/>
            </p:nvSpPr>
            <p:spPr>
              <a:xfrm>
                <a:off x="3967177" y="690625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1" name="矩形 610">
                <a:extLst>
                  <a:ext uri="{FF2B5EF4-FFF2-40B4-BE49-F238E27FC236}">
                    <a16:creationId xmlns:a16="http://schemas.microsoft.com/office/drawing/2014/main" id="{8603E164-2A0F-0F94-7C6F-E575B286D3A4}"/>
                  </a:ext>
                </a:extLst>
              </p:cNvPr>
              <p:cNvSpPr/>
              <p:nvPr/>
            </p:nvSpPr>
            <p:spPr>
              <a:xfrm>
                <a:off x="4122587" y="690625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2" name="矩形 611">
                <a:extLst>
                  <a:ext uri="{FF2B5EF4-FFF2-40B4-BE49-F238E27FC236}">
                    <a16:creationId xmlns:a16="http://schemas.microsoft.com/office/drawing/2014/main" id="{1BC2E19B-DAAF-F176-5CD9-564B33518FB3}"/>
                  </a:ext>
                </a:extLst>
              </p:cNvPr>
              <p:cNvSpPr/>
              <p:nvPr/>
            </p:nvSpPr>
            <p:spPr>
              <a:xfrm>
                <a:off x="3656357" y="7038879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3" name="矩形 612">
                <a:extLst>
                  <a:ext uri="{FF2B5EF4-FFF2-40B4-BE49-F238E27FC236}">
                    <a16:creationId xmlns:a16="http://schemas.microsoft.com/office/drawing/2014/main" id="{9ACDC26D-3623-8362-B0F8-52BF01ACA767}"/>
                  </a:ext>
                </a:extLst>
              </p:cNvPr>
              <p:cNvSpPr/>
              <p:nvPr/>
            </p:nvSpPr>
            <p:spPr>
              <a:xfrm>
                <a:off x="3811767" y="7038879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4" name="矩形 613">
                <a:extLst>
                  <a:ext uri="{FF2B5EF4-FFF2-40B4-BE49-F238E27FC236}">
                    <a16:creationId xmlns:a16="http://schemas.microsoft.com/office/drawing/2014/main" id="{4AF5F51E-45D8-D058-0507-B6143893702C}"/>
                  </a:ext>
                </a:extLst>
              </p:cNvPr>
              <p:cNvSpPr/>
              <p:nvPr/>
            </p:nvSpPr>
            <p:spPr>
              <a:xfrm>
                <a:off x="3967177" y="7038879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5" name="矩形 614">
                <a:extLst>
                  <a:ext uri="{FF2B5EF4-FFF2-40B4-BE49-F238E27FC236}">
                    <a16:creationId xmlns:a16="http://schemas.microsoft.com/office/drawing/2014/main" id="{87DE4D0D-7583-AC0C-B789-27A568D23CDF}"/>
                  </a:ext>
                </a:extLst>
              </p:cNvPr>
              <p:cNvSpPr/>
              <p:nvPr/>
            </p:nvSpPr>
            <p:spPr>
              <a:xfrm>
                <a:off x="4122587" y="7038879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6" name="矩形 615">
                <a:extLst>
                  <a:ext uri="{FF2B5EF4-FFF2-40B4-BE49-F238E27FC236}">
                    <a16:creationId xmlns:a16="http://schemas.microsoft.com/office/drawing/2014/main" id="{24C4F8F9-5418-C8F6-71E3-7606319331C5}"/>
                  </a:ext>
                </a:extLst>
              </p:cNvPr>
              <p:cNvSpPr/>
              <p:nvPr/>
            </p:nvSpPr>
            <p:spPr>
              <a:xfrm>
                <a:off x="3656357" y="650768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7" name="矩形 616">
                <a:extLst>
                  <a:ext uri="{FF2B5EF4-FFF2-40B4-BE49-F238E27FC236}">
                    <a16:creationId xmlns:a16="http://schemas.microsoft.com/office/drawing/2014/main" id="{22A8450A-9A05-1780-BE46-D9B2B0DE9DC7}"/>
                  </a:ext>
                </a:extLst>
              </p:cNvPr>
              <p:cNvSpPr/>
              <p:nvPr/>
            </p:nvSpPr>
            <p:spPr>
              <a:xfrm>
                <a:off x="3811767" y="650768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8" name="矩形 617">
                <a:extLst>
                  <a:ext uri="{FF2B5EF4-FFF2-40B4-BE49-F238E27FC236}">
                    <a16:creationId xmlns:a16="http://schemas.microsoft.com/office/drawing/2014/main" id="{F7796BBB-1D48-96B4-B8AE-FFD73B3832BD}"/>
                  </a:ext>
                </a:extLst>
              </p:cNvPr>
              <p:cNvSpPr/>
              <p:nvPr/>
            </p:nvSpPr>
            <p:spPr>
              <a:xfrm>
                <a:off x="3967177" y="650768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9" name="矩形 618">
                <a:extLst>
                  <a:ext uri="{FF2B5EF4-FFF2-40B4-BE49-F238E27FC236}">
                    <a16:creationId xmlns:a16="http://schemas.microsoft.com/office/drawing/2014/main" id="{A70362E8-F65D-0FC6-A927-56EE86569818}"/>
                  </a:ext>
                </a:extLst>
              </p:cNvPr>
              <p:cNvSpPr/>
              <p:nvPr/>
            </p:nvSpPr>
            <p:spPr>
              <a:xfrm>
                <a:off x="4122587" y="650768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620" name="椭圆 619">
            <a:extLst>
              <a:ext uri="{FF2B5EF4-FFF2-40B4-BE49-F238E27FC236}">
                <a16:creationId xmlns:a16="http://schemas.microsoft.com/office/drawing/2014/main" id="{61B14B30-8A60-E9B8-4886-ABE891A540D2}"/>
              </a:ext>
            </a:extLst>
          </p:cNvPr>
          <p:cNvSpPr/>
          <p:nvPr/>
        </p:nvSpPr>
        <p:spPr>
          <a:xfrm rot="5400000">
            <a:off x="4799131" y="1468112"/>
            <a:ext cx="322854" cy="32384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cs typeface="Arial" panose="020B0604020202020204" pitchFamily="34" charset="0"/>
              </a:rPr>
              <a:t>1</a:t>
            </a:r>
            <a:endParaRPr lang="zh-CN" altLang="en-US" sz="2400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621" name="椭圆 620">
            <a:extLst>
              <a:ext uri="{FF2B5EF4-FFF2-40B4-BE49-F238E27FC236}">
                <a16:creationId xmlns:a16="http://schemas.microsoft.com/office/drawing/2014/main" id="{C8F8F00E-E6F4-3517-90B6-4F16CA95FFB1}"/>
              </a:ext>
            </a:extLst>
          </p:cNvPr>
          <p:cNvSpPr/>
          <p:nvPr/>
        </p:nvSpPr>
        <p:spPr>
          <a:xfrm rot="5400000">
            <a:off x="4799131" y="2169048"/>
            <a:ext cx="322854" cy="323843"/>
          </a:xfrm>
          <a:prstGeom prst="ellipse">
            <a:avLst/>
          </a:prstGeom>
          <a:noFill/>
          <a:ln w="28575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cs typeface="Arial" panose="020B0604020202020204" pitchFamily="34" charset="0"/>
              </a:rPr>
              <a:t>3</a:t>
            </a:r>
            <a:endParaRPr lang="zh-CN" altLang="en-US" sz="2400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622" name="椭圆 621">
            <a:extLst>
              <a:ext uri="{FF2B5EF4-FFF2-40B4-BE49-F238E27FC236}">
                <a16:creationId xmlns:a16="http://schemas.microsoft.com/office/drawing/2014/main" id="{CEE169B8-3F4F-BA30-2C6E-26A40FA26B21}"/>
              </a:ext>
            </a:extLst>
          </p:cNvPr>
          <p:cNvSpPr/>
          <p:nvPr/>
        </p:nvSpPr>
        <p:spPr>
          <a:xfrm rot="5400000">
            <a:off x="4137206" y="1468112"/>
            <a:ext cx="322854" cy="32384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cs typeface="Arial" panose="020B0604020202020204" pitchFamily="34" charset="0"/>
              </a:rPr>
              <a:t>0</a:t>
            </a:r>
            <a:endParaRPr lang="zh-CN" altLang="en-US" sz="2400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623" name="椭圆 622">
            <a:extLst>
              <a:ext uri="{FF2B5EF4-FFF2-40B4-BE49-F238E27FC236}">
                <a16:creationId xmlns:a16="http://schemas.microsoft.com/office/drawing/2014/main" id="{C84C3908-7C9F-5473-C82C-5BCFF2E07EC8}"/>
              </a:ext>
            </a:extLst>
          </p:cNvPr>
          <p:cNvSpPr/>
          <p:nvPr/>
        </p:nvSpPr>
        <p:spPr>
          <a:xfrm rot="5400000">
            <a:off x="4137206" y="2169048"/>
            <a:ext cx="322854" cy="323843"/>
          </a:xfrm>
          <a:prstGeom prst="ellipse">
            <a:avLst/>
          </a:prstGeom>
          <a:noFill/>
          <a:ln w="28575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cs typeface="Arial" panose="020B0604020202020204" pitchFamily="34" charset="0"/>
              </a:rPr>
              <a:t>2</a:t>
            </a:r>
            <a:endParaRPr lang="zh-CN" altLang="en-US" sz="2400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cxnSp>
        <p:nvCxnSpPr>
          <p:cNvPr id="624" name="直接连接符 510">
            <a:extLst>
              <a:ext uri="{FF2B5EF4-FFF2-40B4-BE49-F238E27FC236}">
                <a16:creationId xmlns:a16="http://schemas.microsoft.com/office/drawing/2014/main" id="{C5106AD9-7123-4D0D-601D-32ACB97A5C52}"/>
              </a:ext>
            </a:extLst>
          </p:cNvPr>
          <p:cNvCxnSpPr>
            <a:cxnSpLocks/>
          </p:cNvCxnSpPr>
          <p:nvPr/>
        </p:nvCxnSpPr>
        <p:spPr>
          <a:xfrm flipH="1">
            <a:off x="4462016" y="1630026"/>
            <a:ext cx="328224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25" name="直接连接符 511">
            <a:extLst>
              <a:ext uri="{FF2B5EF4-FFF2-40B4-BE49-F238E27FC236}">
                <a16:creationId xmlns:a16="http://schemas.microsoft.com/office/drawing/2014/main" id="{6EF9AB65-2046-24CE-7035-463E23A79672}"/>
              </a:ext>
            </a:extLst>
          </p:cNvPr>
          <p:cNvCxnSpPr>
            <a:cxnSpLocks/>
          </p:cNvCxnSpPr>
          <p:nvPr/>
        </p:nvCxnSpPr>
        <p:spPr>
          <a:xfrm>
            <a:off x="4298634" y="1791461"/>
            <a:ext cx="0" cy="378082"/>
          </a:xfrm>
          <a:prstGeom prst="line">
            <a:avLst/>
          </a:prstGeom>
          <a:ln w="28575">
            <a:solidFill>
              <a:schemeClr val="tx1"/>
            </a:solidFill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26" name="直接连接符 512">
            <a:extLst>
              <a:ext uri="{FF2B5EF4-FFF2-40B4-BE49-F238E27FC236}">
                <a16:creationId xmlns:a16="http://schemas.microsoft.com/office/drawing/2014/main" id="{975782C0-F1D0-D2EC-6EEF-4E95C7553954}"/>
              </a:ext>
            </a:extLst>
          </p:cNvPr>
          <p:cNvCxnSpPr>
            <a:cxnSpLocks/>
          </p:cNvCxnSpPr>
          <p:nvPr/>
        </p:nvCxnSpPr>
        <p:spPr>
          <a:xfrm flipV="1">
            <a:off x="4960558" y="1789280"/>
            <a:ext cx="0" cy="380257"/>
          </a:xfrm>
          <a:prstGeom prst="line">
            <a:avLst/>
          </a:prstGeom>
          <a:ln w="28575">
            <a:solidFill>
              <a:schemeClr val="tx1"/>
            </a:solidFill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27" name="直接连接符 513">
            <a:extLst>
              <a:ext uri="{FF2B5EF4-FFF2-40B4-BE49-F238E27FC236}">
                <a16:creationId xmlns:a16="http://schemas.microsoft.com/office/drawing/2014/main" id="{1CC0412A-6D55-96F0-C3BE-7D2625CF6C71}"/>
              </a:ext>
            </a:extLst>
          </p:cNvPr>
          <p:cNvCxnSpPr>
            <a:cxnSpLocks/>
            <a:stCxn id="621" idx="3"/>
            <a:endCxn id="622" idx="7"/>
          </p:cNvCxnSpPr>
          <p:nvPr/>
        </p:nvCxnSpPr>
        <p:spPr>
          <a:xfrm flipH="1" flipV="1">
            <a:off x="4413130" y="1744180"/>
            <a:ext cx="432934" cy="472644"/>
          </a:xfrm>
          <a:prstGeom prst="line">
            <a:avLst/>
          </a:prstGeom>
          <a:ln w="28575">
            <a:solidFill>
              <a:schemeClr val="tx1"/>
            </a:solidFill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660" name="组合 659">
            <a:extLst>
              <a:ext uri="{FF2B5EF4-FFF2-40B4-BE49-F238E27FC236}">
                <a16:creationId xmlns:a16="http://schemas.microsoft.com/office/drawing/2014/main" id="{9E3841E7-DCA7-3F77-B007-9A234D5F920B}"/>
              </a:ext>
            </a:extLst>
          </p:cNvPr>
          <p:cNvGrpSpPr/>
          <p:nvPr/>
        </p:nvGrpSpPr>
        <p:grpSpPr>
          <a:xfrm>
            <a:off x="3191103" y="1349068"/>
            <a:ext cx="821650" cy="536436"/>
            <a:chOff x="5408615" y="10123996"/>
            <a:chExt cx="532461" cy="339599"/>
          </a:xfrm>
        </p:grpSpPr>
        <p:grpSp>
          <p:nvGrpSpPr>
            <p:cNvPr id="661" name="组合 660">
              <a:extLst>
                <a:ext uri="{FF2B5EF4-FFF2-40B4-BE49-F238E27FC236}">
                  <a16:creationId xmlns:a16="http://schemas.microsoft.com/office/drawing/2014/main" id="{B6E19F92-59D0-3A5A-44DC-80DCE37715EE}"/>
                </a:ext>
              </a:extLst>
            </p:cNvPr>
            <p:cNvGrpSpPr/>
            <p:nvPr/>
          </p:nvGrpSpPr>
          <p:grpSpPr>
            <a:xfrm rot="5400000">
              <a:off x="5598460" y="9934151"/>
              <a:ext cx="152772" cy="532461"/>
              <a:chOff x="800913" y="5270079"/>
              <a:chExt cx="152772" cy="532461"/>
            </a:xfrm>
          </p:grpSpPr>
          <p:sp>
            <p:nvSpPr>
              <p:cNvPr id="667" name="矩形 666">
                <a:extLst>
                  <a:ext uri="{FF2B5EF4-FFF2-40B4-BE49-F238E27FC236}">
                    <a16:creationId xmlns:a16="http://schemas.microsoft.com/office/drawing/2014/main" id="{413B4C85-B83E-0766-3A5D-5B71F9029E7C}"/>
                  </a:ext>
                </a:extLst>
              </p:cNvPr>
              <p:cNvSpPr/>
              <p:nvPr/>
            </p:nvSpPr>
            <p:spPr>
              <a:xfrm flipH="1">
                <a:off x="800913" y="5270079"/>
                <a:ext cx="152769" cy="133117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68" name="矩形 667">
                <a:extLst>
                  <a:ext uri="{FF2B5EF4-FFF2-40B4-BE49-F238E27FC236}">
                    <a16:creationId xmlns:a16="http://schemas.microsoft.com/office/drawing/2014/main" id="{24BFEBF9-67BA-B220-6621-3BC8DF939590}"/>
                  </a:ext>
                </a:extLst>
              </p:cNvPr>
              <p:cNvSpPr/>
              <p:nvPr/>
            </p:nvSpPr>
            <p:spPr>
              <a:xfrm flipH="1">
                <a:off x="800918" y="5403192"/>
                <a:ext cx="152767" cy="133117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69" name="矩形 668">
                <a:extLst>
                  <a:ext uri="{FF2B5EF4-FFF2-40B4-BE49-F238E27FC236}">
                    <a16:creationId xmlns:a16="http://schemas.microsoft.com/office/drawing/2014/main" id="{09256657-33EA-32B4-1E8D-2CD8F7D017F2}"/>
                  </a:ext>
                </a:extLst>
              </p:cNvPr>
              <p:cNvSpPr/>
              <p:nvPr/>
            </p:nvSpPr>
            <p:spPr>
              <a:xfrm flipH="1">
                <a:off x="800924" y="5536310"/>
                <a:ext cx="152760" cy="133117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70" name="矩形 669">
                <a:extLst>
                  <a:ext uri="{FF2B5EF4-FFF2-40B4-BE49-F238E27FC236}">
                    <a16:creationId xmlns:a16="http://schemas.microsoft.com/office/drawing/2014/main" id="{66D853C6-03C5-8349-B103-796D75787473}"/>
                  </a:ext>
                </a:extLst>
              </p:cNvPr>
              <p:cNvSpPr/>
              <p:nvPr/>
            </p:nvSpPr>
            <p:spPr>
              <a:xfrm flipH="1">
                <a:off x="800925" y="5669423"/>
                <a:ext cx="152760" cy="133117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662" name="组合 661">
              <a:extLst>
                <a:ext uri="{FF2B5EF4-FFF2-40B4-BE49-F238E27FC236}">
                  <a16:creationId xmlns:a16="http://schemas.microsoft.com/office/drawing/2014/main" id="{A0B01061-6719-DFB1-EEFF-084ADA4E6DF6}"/>
                </a:ext>
              </a:extLst>
            </p:cNvPr>
            <p:cNvGrpSpPr/>
            <p:nvPr/>
          </p:nvGrpSpPr>
          <p:grpSpPr>
            <a:xfrm rot="5400000">
              <a:off x="5598460" y="10120978"/>
              <a:ext cx="152772" cy="532461"/>
              <a:chOff x="800913" y="5270079"/>
              <a:chExt cx="152772" cy="532461"/>
            </a:xfrm>
          </p:grpSpPr>
          <p:sp>
            <p:nvSpPr>
              <p:cNvPr id="663" name="矩形 662">
                <a:extLst>
                  <a:ext uri="{FF2B5EF4-FFF2-40B4-BE49-F238E27FC236}">
                    <a16:creationId xmlns:a16="http://schemas.microsoft.com/office/drawing/2014/main" id="{CC28B0C1-42E8-746B-4BEC-F0CABFEFFA9C}"/>
                  </a:ext>
                </a:extLst>
              </p:cNvPr>
              <p:cNvSpPr/>
              <p:nvPr/>
            </p:nvSpPr>
            <p:spPr>
              <a:xfrm flipH="1">
                <a:off x="800913" y="5270079"/>
                <a:ext cx="152769" cy="133117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64" name="矩形 663">
                <a:extLst>
                  <a:ext uri="{FF2B5EF4-FFF2-40B4-BE49-F238E27FC236}">
                    <a16:creationId xmlns:a16="http://schemas.microsoft.com/office/drawing/2014/main" id="{B40BA0C4-2885-25F8-A8AE-3425EE3D8745}"/>
                  </a:ext>
                </a:extLst>
              </p:cNvPr>
              <p:cNvSpPr/>
              <p:nvPr/>
            </p:nvSpPr>
            <p:spPr>
              <a:xfrm flipH="1">
                <a:off x="800918" y="5403192"/>
                <a:ext cx="152767" cy="133117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65" name="矩形 664">
                <a:extLst>
                  <a:ext uri="{FF2B5EF4-FFF2-40B4-BE49-F238E27FC236}">
                    <a16:creationId xmlns:a16="http://schemas.microsoft.com/office/drawing/2014/main" id="{C1EE3E03-16B7-A5C6-EB1E-977478935DA9}"/>
                  </a:ext>
                </a:extLst>
              </p:cNvPr>
              <p:cNvSpPr/>
              <p:nvPr/>
            </p:nvSpPr>
            <p:spPr>
              <a:xfrm flipH="1">
                <a:off x="800924" y="5536310"/>
                <a:ext cx="152760" cy="133117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66" name="矩形 665">
                <a:extLst>
                  <a:ext uri="{FF2B5EF4-FFF2-40B4-BE49-F238E27FC236}">
                    <a16:creationId xmlns:a16="http://schemas.microsoft.com/office/drawing/2014/main" id="{2C6800D2-1759-4940-92D0-FE9E4930FB77}"/>
                  </a:ext>
                </a:extLst>
              </p:cNvPr>
              <p:cNvSpPr/>
              <p:nvPr/>
            </p:nvSpPr>
            <p:spPr>
              <a:xfrm flipH="1">
                <a:off x="800925" y="5669423"/>
                <a:ext cx="152760" cy="133117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671" name="组合 670">
            <a:extLst>
              <a:ext uri="{FF2B5EF4-FFF2-40B4-BE49-F238E27FC236}">
                <a16:creationId xmlns:a16="http://schemas.microsoft.com/office/drawing/2014/main" id="{8AD8BCCA-205E-FF16-A797-324CEE2B4B5C}"/>
              </a:ext>
            </a:extLst>
          </p:cNvPr>
          <p:cNvGrpSpPr/>
          <p:nvPr/>
        </p:nvGrpSpPr>
        <p:grpSpPr>
          <a:xfrm>
            <a:off x="3180736" y="4342336"/>
            <a:ext cx="821650" cy="536436"/>
            <a:chOff x="5408615" y="10123996"/>
            <a:chExt cx="532461" cy="339599"/>
          </a:xfrm>
        </p:grpSpPr>
        <p:grpSp>
          <p:nvGrpSpPr>
            <p:cNvPr id="672" name="组合 671">
              <a:extLst>
                <a:ext uri="{FF2B5EF4-FFF2-40B4-BE49-F238E27FC236}">
                  <a16:creationId xmlns:a16="http://schemas.microsoft.com/office/drawing/2014/main" id="{E39FCA95-C9DD-EFD7-5DA6-BCAAE5242FF4}"/>
                </a:ext>
              </a:extLst>
            </p:cNvPr>
            <p:cNvGrpSpPr/>
            <p:nvPr/>
          </p:nvGrpSpPr>
          <p:grpSpPr>
            <a:xfrm rot="5400000">
              <a:off x="5598460" y="9934151"/>
              <a:ext cx="152772" cy="532461"/>
              <a:chOff x="800913" y="5270079"/>
              <a:chExt cx="152772" cy="532461"/>
            </a:xfrm>
          </p:grpSpPr>
          <p:sp>
            <p:nvSpPr>
              <p:cNvPr id="678" name="矩形 677">
                <a:extLst>
                  <a:ext uri="{FF2B5EF4-FFF2-40B4-BE49-F238E27FC236}">
                    <a16:creationId xmlns:a16="http://schemas.microsoft.com/office/drawing/2014/main" id="{86A6B7D6-531B-F469-60CE-E02584F53269}"/>
                  </a:ext>
                </a:extLst>
              </p:cNvPr>
              <p:cNvSpPr/>
              <p:nvPr/>
            </p:nvSpPr>
            <p:spPr>
              <a:xfrm flipH="1">
                <a:off x="800913" y="5270079"/>
                <a:ext cx="152769" cy="133117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79" name="矩形 678">
                <a:extLst>
                  <a:ext uri="{FF2B5EF4-FFF2-40B4-BE49-F238E27FC236}">
                    <a16:creationId xmlns:a16="http://schemas.microsoft.com/office/drawing/2014/main" id="{A386126E-F0C1-4D71-DEE1-FC9F46BE7D98}"/>
                  </a:ext>
                </a:extLst>
              </p:cNvPr>
              <p:cNvSpPr/>
              <p:nvPr/>
            </p:nvSpPr>
            <p:spPr>
              <a:xfrm flipH="1">
                <a:off x="800918" y="5403192"/>
                <a:ext cx="152767" cy="133117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80" name="矩形 679">
                <a:extLst>
                  <a:ext uri="{FF2B5EF4-FFF2-40B4-BE49-F238E27FC236}">
                    <a16:creationId xmlns:a16="http://schemas.microsoft.com/office/drawing/2014/main" id="{7F5B0C91-281A-68CE-3826-7F26BE1F159F}"/>
                  </a:ext>
                </a:extLst>
              </p:cNvPr>
              <p:cNvSpPr/>
              <p:nvPr/>
            </p:nvSpPr>
            <p:spPr>
              <a:xfrm flipH="1">
                <a:off x="800924" y="5536310"/>
                <a:ext cx="152760" cy="133117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81" name="矩形 680">
                <a:extLst>
                  <a:ext uri="{FF2B5EF4-FFF2-40B4-BE49-F238E27FC236}">
                    <a16:creationId xmlns:a16="http://schemas.microsoft.com/office/drawing/2014/main" id="{F2E02B0E-D48F-9524-3020-E64776428DA3}"/>
                  </a:ext>
                </a:extLst>
              </p:cNvPr>
              <p:cNvSpPr/>
              <p:nvPr/>
            </p:nvSpPr>
            <p:spPr>
              <a:xfrm flipH="1">
                <a:off x="800925" y="5669423"/>
                <a:ext cx="152760" cy="133117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673" name="组合 672">
              <a:extLst>
                <a:ext uri="{FF2B5EF4-FFF2-40B4-BE49-F238E27FC236}">
                  <a16:creationId xmlns:a16="http://schemas.microsoft.com/office/drawing/2014/main" id="{864A1A91-018D-B648-4C96-2BFE4DA3FDA3}"/>
                </a:ext>
              </a:extLst>
            </p:cNvPr>
            <p:cNvGrpSpPr/>
            <p:nvPr/>
          </p:nvGrpSpPr>
          <p:grpSpPr>
            <a:xfrm rot="5400000">
              <a:off x="5598460" y="10120978"/>
              <a:ext cx="152772" cy="532461"/>
              <a:chOff x="800913" y="5270079"/>
              <a:chExt cx="152772" cy="532461"/>
            </a:xfrm>
          </p:grpSpPr>
          <p:sp>
            <p:nvSpPr>
              <p:cNvPr id="674" name="矩形 673">
                <a:extLst>
                  <a:ext uri="{FF2B5EF4-FFF2-40B4-BE49-F238E27FC236}">
                    <a16:creationId xmlns:a16="http://schemas.microsoft.com/office/drawing/2014/main" id="{8B078FE0-ACD1-219C-AF4A-E7DA613E9962}"/>
                  </a:ext>
                </a:extLst>
              </p:cNvPr>
              <p:cNvSpPr/>
              <p:nvPr/>
            </p:nvSpPr>
            <p:spPr>
              <a:xfrm flipH="1">
                <a:off x="800913" y="5270079"/>
                <a:ext cx="152769" cy="133117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75" name="矩形 674">
                <a:extLst>
                  <a:ext uri="{FF2B5EF4-FFF2-40B4-BE49-F238E27FC236}">
                    <a16:creationId xmlns:a16="http://schemas.microsoft.com/office/drawing/2014/main" id="{74A90A3C-A303-DEF6-3594-E74D7AC02818}"/>
                  </a:ext>
                </a:extLst>
              </p:cNvPr>
              <p:cNvSpPr/>
              <p:nvPr/>
            </p:nvSpPr>
            <p:spPr>
              <a:xfrm flipH="1">
                <a:off x="800918" y="5403192"/>
                <a:ext cx="152767" cy="133117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76" name="矩形 675">
                <a:extLst>
                  <a:ext uri="{FF2B5EF4-FFF2-40B4-BE49-F238E27FC236}">
                    <a16:creationId xmlns:a16="http://schemas.microsoft.com/office/drawing/2014/main" id="{05AAEC69-EC7F-693E-8E81-86A5D243CE55}"/>
                  </a:ext>
                </a:extLst>
              </p:cNvPr>
              <p:cNvSpPr/>
              <p:nvPr/>
            </p:nvSpPr>
            <p:spPr>
              <a:xfrm flipH="1">
                <a:off x="800924" y="5536310"/>
                <a:ext cx="152760" cy="133117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77" name="矩形 676">
                <a:extLst>
                  <a:ext uri="{FF2B5EF4-FFF2-40B4-BE49-F238E27FC236}">
                    <a16:creationId xmlns:a16="http://schemas.microsoft.com/office/drawing/2014/main" id="{E81C3584-A1DE-F4B3-F334-02BEF654D8A1}"/>
                  </a:ext>
                </a:extLst>
              </p:cNvPr>
              <p:cNvSpPr/>
              <p:nvPr/>
            </p:nvSpPr>
            <p:spPr>
              <a:xfrm flipH="1">
                <a:off x="800925" y="5669423"/>
                <a:ext cx="152760" cy="133117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82" name="文本框 681">
                <a:extLst>
                  <a:ext uri="{FF2B5EF4-FFF2-40B4-BE49-F238E27FC236}">
                    <a16:creationId xmlns:a16="http://schemas.microsoft.com/office/drawing/2014/main" id="{487A5239-CF2E-91F2-1221-FB586B0C3A9B}"/>
                  </a:ext>
                </a:extLst>
              </p:cNvPr>
              <p:cNvSpPr txBox="1"/>
              <p:nvPr/>
            </p:nvSpPr>
            <p:spPr>
              <a:xfrm>
                <a:off x="3156098" y="4918088"/>
                <a:ext cx="1071288" cy="461665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1" i="1" dirty="0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altLang="zh-CN" sz="2400" b="1" i="1" dirty="0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𝑿</m:t>
                          </m:r>
                        </m:e>
                        <m:sub>
                          <m:r>
                            <a:rPr lang="en-US" altLang="zh-CN" sz="2400" b="1" i="1" dirty="0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𝟎</m:t>
                          </m:r>
                        </m:sub>
                      </m:sSub>
                    </m:oMath>
                  </m:oMathPara>
                </a14:m>
                <a:endParaRPr lang="zh-CN" altLang="en-US" sz="2400" b="1" dirty="0">
                  <a:solidFill>
                    <a:schemeClr val="accent6"/>
                  </a:solidFill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82" name="文本框 681">
                <a:extLst>
                  <a:ext uri="{FF2B5EF4-FFF2-40B4-BE49-F238E27FC236}">
                    <a16:creationId xmlns:a16="http://schemas.microsoft.com/office/drawing/2014/main" id="{487A5239-CF2E-91F2-1221-FB586B0C3A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56098" y="4918088"/>
                <a:ext cx="1071288" cy="461665"/>
              </a:xfrm>
              <a:prstGeom prst="rect">
                <a:avLst/>
              </a:prstGeom>
              <a:blipFill>
                <a:blip r:embed="rId4"/>
                <a:stretch>
                  <a:fillRect b="-1316"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83" name="直接连接符 699">
            <a:extLst>
              <a:ext uri="{FF2B5EF4-FFF2-40B4-BE49-F238E27FC236}">
                <a16:creationId xmlns:a16="http://schemas.microsoft.com/office/drawing/2014/main" id="{77CB26EC-02A6-E430-E8E8-B9706DAD462C}"/>
              </a:ext>
            </a:extLst>
          </p:cNvPr>
          <p:cNvCxnSpPr>
            <a:cxnSpLocks/>
          </p:cNvCxnSpPr>
          <p:nvPr/>
        </p:nvCxnSpPr>
        <p:spPr>
          <a:xfrm flipV="1">
            <a:off x="3335154" y="2971159"/>
            <a:ext cx="8784500" cy="22839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矩形 32">
            <a:extLst>
              <a:ext uri="{FF2B5EF4-FFF2-40B4-BE49-F238E27FC236}">
                <a16:creationId xmlns:a16="http://schemas.microsoft.com/office/drawing/2014/main" id="{EF4475DF-70D7-5275-A028-FE7CF81D4C2C}"/>
              </a:ext>
            </a:extLst>
          </p:cNvPr>
          <p:cNvSpPr/>
          <p:nvPr/>
        </p:nvSpPr>
        <p:spPr>
          <a:xfrm flipV="1">
            <a:off x="5301029" y="1212605"/>
            <a:ext cx="2096150" cy="116071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椭圆 37">
            <a:extLst>
              <a:ext uri="{FF2B5EF4-FFF2-40B4-BE49-F238E27FC236}">
                <a16:creationId xmlns:a16="http://schemas.microsoft.com/office/drawing/2014/main" id="{7FB739CD-791A-0FB3-4128-46705358A419}"/>
              </a:ext>
            </a:extLst>
          </p:cNvPr>
          <p:cNvSpPr/>
          <p:nvPr/>
        </p:nvSpPr>
        <p:spPr>
          <a:xfrm rot="5400000">
            <a:off x="6178264" y="1532683"/>
            <a:ext cx="270678" cy="277715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endParaRPr lang="zh-CN" altLang="en-US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椭圆 38">
            <a:extLst>
              <a:ext uri="{FF2B5EF4-FFF2-40B4-BE49-F238E27FC236}">
                <a16:creationId xmlns:a16="http://schemas.microsoft.com/office/drawing/2014/main" id="{DF9E74C5-C0D2-2C6F-D8AF-B3AEE1BA22B8}"/>
              </a:ext>
            </a:extLst>
          </p:cNvPr>
          <p:cNvSpPr/>
          <p:nvPr/>
        </p:nvSpPr>
        <p:spPr>
          <a:xfrm rot="5400000">
            <a:off x="6181948" y="1875873"/>
            <a:ext cx="270678" cy="277715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zh-CN" altLang="en-US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C6108A46-D6CE-E8FE-5AB1-06F729CC97C4}"/>
              </a:ext>
            </a:extLst>
          </p:cNvPr>
          <p:cNvGrpSpPr/>
          <p:nvPr/>
        </p:nvGrpSpPr>
        <p:grpSpPr>
          <a:xfrm rot="5400000">
            <a:off x="5653709" y="1338387"/>
            <a:ext cx="202322" cy="704614"/>
            <a:chOff x="800913" y="5270079"/>
            <a:chExt cx="152772" cy="532461"/>
          </a:xfrm>
        </p:grpSpPr>
        <p:sp>
          <p:nvSpPr>
            <p:cNvPr id="41" name="矩形 40">
              <a:extLst>
                <a:ext uri="{FF2B5EF4-FFF2-40B4-BE49-F238E27FC236}">
                  <a16:creationId xmlns:a16="http://schemas.microsoft.com/office/drawing/2014/main" id="{0819DEF3-2995-324F-641C-075CEA7F8119}"/>
                </a:ext>
              </a:extLst>
            </p:cNvPr>
            <p:cNvSpPr/>
            <p:nvPr/>
          </p:nvSpPr>
          <p:spPr>
            <a:xfrm flipH="1">
              <a:off x="800913" y="5270079"/>
              <a:ext cx="152769" cy="133117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" name="矩形 41">
              <a:extLst>
                <a:ext uri="{FF2B5EF4-FFF2-40B4-BE49-F238E27FC236}">
                  <a16:creationId xmlns:a16="http://schemas.microsoft.com/office/drawing/2014/main" id="{0D254249-B573-66FA-9663-D3DF525ED10D}"/>
                </a:ext>
              </a:extLst>
            </p:cNvPr>
            <p:cNvSpPr/>
            <p:nvPr/>
          </p:nvSpPr>
          <p:spPr>
            <a:xfrm flipH="1">
              <a:off x="800918" y="5403192"/>
              <a:ext cx="152767" cy="133117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" name="矩形 42">
              <a:extLst>
                <a:ext uri="{FF2B5EF4-FFF2-40B4-BE49-F238E27FC236}">
                  <a16:creationId xmlns:a16="http://schemas.microsoft.com/office/drawing/2014/main" id="{FB4C95F4-819C-65AC-F7E4-B196335B5B10}"/>
                </a:ext>
              </a:extLst>
            </p:cNvPr>
            <p:cNvSpPr/>
            <p:nvPr/>
          </p:nvSpPr>
          <p:spPr>
            <a:xfrm flipH="1">
              <a:off x="800924" y="5536310"/>
              <a:ext cx="152760" cy="133117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矩形 43">
              <a:extLst>
                <a:ext uri="{FF2B5EF4-FFF2-40B4-BE49-F238E27FC236}">
                  <a16:creationId xmlns:a16="http://schemas.microsoft.com/office/drawing/2014/main" id="{2AA405BF-82A5-C9A8-2F73-D0BADDDBA65C}"/>
                </a:ext>
              </a:extLst>
            </p:cNvPr>
            <p:cNvSpPr/>
            <p:nvPr/>
          </p:nvSpPr>
          <p:spPr>
            <a:xfrm flipH="1">
              <a:off x="800925" y="5669423"/>
              <a:ext cx="152760" cy="133117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5" name="组合 44">
            <a:extLst>
              <a:ext uri="{FF2B5EF4-FFF2-40B4-BE49-F238E27FC236}">
                <a16:creationId xmlns:a16="http://schemas.microsoft.com/office/drawing/2014/main" id="{81799FAB-789E-335B-C5CF-91DEEE167614}"/>
              </a:ext>
            </a:extLst>
          </p:cNvPr>
          <p:cNvGrpSpPr/>
          <p:nvPr/>
        </p:nvGrpSpPr>
        <p:grpSpPr>
          <a:xfrm rot="5400000">
            <a:off x="5653707" y="1687394"/>
            <a:ext cx="202322" cy="704614"/>
            <a:chOff x="800913" y="5270079"/>
            <a:chExt cx="152772" cy="532461"/>
          </a:xfrm>
        </p:grpSpPr>
        <p:sp>
          <p:nvSpPr>
            <p:cNvPr id="46" name="矩形 45">
              <a:extLst>
                <a:ext uri="{FF2B5EF4-FFF2-40B4-BE49-F238E27FC236}">
                  <a16:creationId xmlns:a16="http://schemas.microsoft.com/office/drawing/2014/main" id="{1FCB1EC8-2C11-BE77-6969-E44C6FC99CE7}"/>
                </a:ext>
              </a:extLst>
            </p:cNvPr>
            <p:cNvSpPr/>
            <p:nvPr/>
          </p:nvSpPr>
          <p:spPr>
            <a:xfrm flipH="1">
              <a:off x="800913" y="5270079"/>
              <a:ext cx="152769" cy="133117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" name="矩形 46">
              <a:extLst>
                <a:ext uri="{FF2B5EF4-FFF2-40B4-BE49-F238E27FC236}">
                  <a16:creationId xmlns:a16="http://schemas.microsoft.com/office/drawing/2014/main" id="{0F04A3EA-9A35-84B6-C27D-DEBA8B807E23}"/>
                </a:ext>
              </a:extLst>
            </p:cNvPr>
            <p:cNvSpPr/>
            <p:nvPr/>
          </p:nvSpPr>
          <p:spPr>
            <a:xfrm flipH="1">
              <a:off x="800918" y="5403192"/>
              <a:ext cx="152767" cy="133117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" name="矩形 47">
              <a:extLst>
                <a:ext uri="{FF2B5EF4-FFF2-40B4-BE49-F238E27FC236}">
                  <a16:creationId xmlns:a16="http://schemas.microsoft.com/office/drawing/2014/main" id="{710F357C-4B50-A480-C986-08351891EA84}"/>
                </a:ext>
              </a:extLst>
            </p:cNvPr>
            <p:cNvSpPr/>
            <p:nvPr/>
          </p:nvSpPr>
          <p:spPr>
            <a:xfrm flipH="1">
              <a:off x="800924" y="5536310"/>
              <a:ext cx="152760" cy="133117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" name="矩形 48">
              <a:extLst>
                <a:ext uri="{FF2B5EF4-FFF2-40B4-BE49-F238E27FC236}">
                  <a16:creationId xmlns:a16="http://schemas.microsoft.com/office/drawing/2014/main" id="{03A9F90D-EA5A-C8A8-FC4D-EB11FB38135E}"/>
                </a:ext>
              </a:extLst>
            </p:cNvPr>
            <p:cNvSpPr/>
            <p:nvPr/>
          </p:nvSpPr>
          <p:spPr>
            <a:xfrm flipH="1">
              <a:off x="800925" y="5669423"/>
              <a:ext cx="152760" cy="133117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576" name="组合 575">
            <a:extLst>
              <a:ext uri="{FF2B5EF4-FFF2-40B4-BE49-F238E27FC236}">
                <a16:creationId xmlns:a16="http://schemas.microsoft.com/office/drawing/2014/main" id="{8F61D239-6C35-9BDC-07D3-32C5ED360AAB}"/>
              </a:ext>
            </a:extLst>
          </p:cNvPr>
          <p:cNvGrpSpPr/>
          <p:nvPr/>
        </p:nvGrpSpPr>
        <p:grpSpPr>
          <a:xfrm>
            <a:off x="6696167" y="1367271"/>
            <a:ext cx="610665" cy="879151"/>
            <a:chOff x="6116209" y="1036604"/>
            <a:chExt cx="391184" cy="590828"/>
          </a:xfrm>
        </p:grpSpPr>
        <p:sp>
          <p:nvSpPr>
            <p:cNvPr id="577" name="流程图: 接点 566">
              <a:extLst>
                <a:ext uri="{FF2B5EF4-FFF2-40B4-BE49-F238E27FC236}">
                  <a16:creationId xmlns:a16="http://schemas.microsoft.com/office/drawing/2014/main" id="{4DA20133-3080-FA54-B9ED-AFE1ECCBEEB7}"/>
                </a:ext>
              </a:extLst>
            </p:cNvPr>
            <p:cNvSpPr/>
            <p:nvPr/>
          </p:nvSpPr>
          <p:spPr>
            <a:xfrm>
              <a:off x="6116209" y="1036604"/>
              <a:ext cx="125672" cy="125837"/>
            </a:xfrm>
            <a:prstGeom prst="flowChartConnector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78" name="流程图: 接点 566">
              <a:extLst>
                <a:ext uri="{FF2B5EF4-FFF2-40B4-BE49-F238E27FC236}">
                  <a16:creationId xmlns:a16="http://schemas.microsoft.com/office/drawing/2014/main" id="{56F418C4-D198-F7DF-A35A-A639198587E3}"/>
                </a:ext>
              </a:extLst>
            </p:cNvPr>
            <p:cNvSpPr/>
            <p:nvPr/>
          </p:nvSpPr>
          <p:spPr>
            <a:xfrm>
              <a:off x="6116209" y="1191601"/>
              <a:ext cx="125672" cy="125837"/>
            </a:xfrm>
            <a:prstGeom prst="flowChartConnector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79" name="流程图: 接点 566">
              <a:extLst>
                <a:ext uri="{FF2B5EF4-FFF2-40B4-BE49-F238E27FC236}">
                  <a16:creationId xmlns:a16="http://schemas.microsoft.com/office/drawing/2014/main" id="{3FC3879A-C303-1613-29F4-0AD2478BF9A6}"/>
                </a:ext>
              </a:extLst>
            </p:cNvPr>
            <p:cNvSpPr/>
            <p:nvPr/>
          </p:nvSpPr>
          <p:spPr>
            <a:xfrm>
              <a:off x="6116209" y="1501595"/>
              <a:ext cx="125672" cy="125837"/>
            </a:xfrm>
            <a:prstGeom prst="flowChartConnector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80" name="流程图: 接点 566">
              <a:extLst>
                <a:ext uri="{FF2B5EF4-FFF2-40B4-BE49-F238E27FC236}">
                  <a16:creationId xmlns:a16="http://schemas.microsoft.com/office/drawing/2014/main" id="{EA258454-784B-53BF-5A45-7AD63E8E081D}"/>
                </a:ext>
              </a:extLst>
            </p:cNvPr>
            <p:cNvSpPr/>
            <p:nvPr/>
          </p:nvSpPr>
          <p:spPr>
            <a:xfrm>
              <a:off x="6116209" y="1346598"/>
              <a:ext cx="125672" cy="125837"/>
            </a:xfrm>
            <a:prstGeom prst="flowChartConnector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81" name="流程图: 接点 566">
              <a:extLst>
                <a:ext uri="{FF2B5EF4-FFF2-40B4-BE49-F238E27FC236}">
                  <a16:creationId xmlns:a16="http://schemas.microsoft.com/office/drawing/2014/main" id="{19F69A5A-0734-ACEF-517F-BD957E07FCB0}"/>
                </a:ext>
              </a:extLst>
            </p:cNvPr>
            <p:cNvSpPr/>
            <p:nvPr/>
          </p:nvSpPr>
          <p:spPr>
            <a:xfrm>
              <a:off x="6381721" y="1191280"/>
              <a:ext cx="125672" cy="125837"/>
            </a:xfrm>
            <a:prstGeom prst="flowChartConnector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82" name="流程图: 接点 566">
              <a:extLst>
                <a:ext uri="{FF2B5EF4-FFF2-40B4-BE49-F238E27FC236}">
                  <a16:creationId xmlns:a16="http://schemas.microsoft.com/office/drawing/2014/main" id="{678416B7-C691-F54D-D798-389AA801EE08}"/>
                </a:ext>
              </a:extLst>
            </p:cNvPr>
            <p:cNvSpPr/>
            <p:nvPr/>
          </p:nvSpPr>
          <p:spPr>
            <a:xfrm>
              <a:off x="6381721" y="1346277"/>
              <a:ext cx="125672" cy="125837"/>
            </a:xfrm>
            <a:prstGeom prst="flowChartConnector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583" name="直接连接符 510">
              <a:extLst>
                <a:ext uri="{FF2B5EF4-FFF2-40B4-BE49-F238E27FC236}">
                  <a16:creationId xmlns:a16="http://schemas.microsoft.com/office/drawing/2014/main" id="{0042AB4D-A6C6-ED45-EA8D-3C0ED3F8A0C6}"/>
                </a:ext>
              </a:extLst>
            </p:cNvPr>
            <p:cNvCxnSpPr>
              <a:cxnSpLocks/>
              <a:stCxn id="581" idx="2"/>
              <a:endCxn id="577" idx="6"/>
            </p:cNvCxnSpPr>
            <p:nvPr/>
          </p:nvCxnSpPr>
          <p:spPr>
            <a:xfrm flipH="1" flipV="1">
              <a:off x="6241881" y="1099523"/>
              <a:ext cx="139840" cy="15467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84" name="直接连接符 510">
              <a:extLst>
                <a:ext uri="{FF2B5EF4-FFF2-40B4-BE49-F238E27FC236}">
                  <a16:creationId xmlns:a16="http://schemas.microsoft.com/office/drawing/2014/main" id="{5161D5A1-B491-9768-75AA-C6717CB0BD2B}"/>
                </a:ext>
              </a:extLst>
            </p:cNvPr>
            <p:cNvCxnSpPr>
              <a:cxnSpLocks/>
              <a:stCxn id="581" idx="2"/>
              <a:endCxn id="578" idx="6"/>
            </p:cNvCxnSpPr>
            <p:nvPr/>
          </p:nvCxnSpPr>
          <p:spPr>
            <a:xfrm flipH="1">
              <a:off x="6241881" y="1254199"/>
              <a:ext cx="139840" cy="321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85" name="直接连接符 510">
              <a:extLst>
                <a:ext uri="{FF2B5EF4-FFF2-40B4-BE49-F238E27FC236}">
                  <a16:creationId xmlns:a16="http://schemas.microsoft.com/office/drawing/2014/main" id="{9C715608-6D2D-1A65-5E6F-0B9B029CEA1B}"/>
                </a:ext>
              </a:extLst>
            </p:cNvPr>
            <p:cNvCxnSpPr>
              <a:cxnSpLocks/>
              <a:stCxn id="581" idx="2"/>
              <a:endCxn id="580" idx="6"/>
            </p:cNvCxnSpPr>
            <p:nvPr/>
          </p:nvCxnSpPr>
          <p:spPr>
            <a:xfrm flipH="1">
              <a:off x="6241881" y="1254199"/>
              <a:ext cx="139840" cy="15531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86" name="直接连接符 510">
              <a:extLst>
                <a:ext uri="{FF2B5EF4-FFF2-40B4-BE49-F238E27FC236}">
                  <a16:creationId xmlns:a16="http://schemas.microsoft.com/office/drawing/2014/main" id="{F210796E-FA55-CB07-1743-3426788DFF01}"/>
                </a:ext>
              </a:extLst>
            </p:cNvPr>
            <p:cNvCxnSpPr>
              <a:cxnSpLocks/>
              <a:stCxn id="582" idx="2"/>
              <a:endCxn id="579" idx="6"/>
            </p:cNvCxnSpPr>
            <p:nvPr/>
          </p:nvCxnSpPr>
          <p:spPr>
            <a:xfrm flipH="1">
              <a:off x="6241881" y="1409196"/>
              <a:ext cx="139840" cy="15531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87" name="直接连接符 510">
              <a:extLst>
                <a:ext uri="{FF2B5EF4-FFF2-40B4-BE49-F238E27FC236}">
                  <a16:creationId xmlns:a16="http://schemas.microsoft.com/office/drawing/2014/main" id="{BCD188EF-E510-0F6C-BAE5-9D7DE8F24880}"/>
                </a:ext>
              </a:extLst>
            </p:cNvPr>
            <p:cNvCxnSpPr>
              <a:cxnSpLocks/>
              <a:stCxn id="582" idx="2"/>
              <a:endCxn id="577" idx="6"/>
            </p:cNvCxnSpPr>
            <p:nvPr/>
          </p:nvCxnSpPr>
          <p:spPr>
            <a:xfrm flipH="1" flipV="1">
              <a:off x="6241881" y="1099523"/>
              <a:ext cx="139840" cy="309673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88" name="直接连接符 510">
              <a:extLst>
                <a:ext uri="{FF2B5EF4-FFF2-40B4-BE49-F238E27FC236}">
                  <a16:creationId xmlns:a16="http://schemas.microsoft.com/office/drawing/2014/main" id="{06BA7C27-26B4-9D06-6346-6C70B068B797}"/>
                </a:ext>
              </a:extLst>
            </p:cNvPr>
            <p:cNvCxnSpPr>
              <a:cxnSpLocks/>
              <a:stCxn id="582" idx="2"/>
              <a:endCxn id="578" idx="6"/>
            </p:cNvCxnSpPr>
            <p:nvPr/>
          </p:nvCxnSpPr>
          <p:spPr>
            <a:xfrm flipH="1" flipV="1">
              <a:off x="6241881" y="1254520"/>
              <a:ext cx="139840" cy="15467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89" name="直接连接符 510">
              <a:extLst>
                <a:ext uri="{FF2B5EF4-FFF2-40B4-BE49-F238E27FC236}">
                  <a16:creationId xmlns:a16="http://schemas.microsoft.com/office/drawing/2014/main" id="{AE89A6B0-3CD0-8946-D4ED-D0475375CDBB}"/>
                </a:ext>
              </a:extLst>
            </p:cNvPr>
            <p:cNvCxnSpPr>
              <a:cxnSpLocks/>
              <a:stCxn id="582" idx="2"/>
              <a:endCxn id="580" idx="6"/>
            </p:cNvCxnSpPr>
            <p:nvPr/>
          </p:nvCxnSpPr>
          <p:spPr>
            <a:xfrm flipH="1">
              <a:off x="6241881" y="1409196"/>
              <a:ext cx="139840" cy="321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90" name="直接连接符 510">
              <a:extLst>
                <a:ext uri="{FF2B5EF4-FFF2-40B4-BE49-F238E27FC236}">
                  <a16:creationId xmlns:a16="http://schemas.microsoft.com/office/drawing/2014/main" id="{7951B489-A30B-0178-58E5-1E7621175FDA}"/>
                </a:ext>
              </a:extLst>
            </p:cNvPr>
            <p:cNvCxnSpPr>
              <a:cxnSpLocks/>
              <a:stCxn id="582" idx="2"/>
              <a:endCxn id="579" idx="6"/>
            </p:cNvCxnSpPr>
            <p:nvPr/>
          </p:nvCxnSpPr>
          <p:spPr>
            <a:xfrm flipH="1">
              <a:off x="6241881" y="1409196"/>
              <a:ext cx="139840" cy="15531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644" name="矩形 643">
            <a:extLst>
              <a:ext uri="{FF2B5EF4-FFF2-40B4-BE49-F238E27FC236}">
                <a16:creationId xmlns:a16="http://schemas.microsoft.com/office/drawing/2014/main" id="{35643AC4-9CA9-C806-07F3-E2C175C9A2F5}"/>
              </a:ext>
            </a:extLst>
          </p:cNvPr>
          <p:cNvSpPr/>
          <p:nvPr/>
        </p:nvSpPr>
        <p:spPr>
          <a:xfrm flipV="1">
            <a:off x="5301028" y="3667877"/>
            <a:ext cx="2096149" cy="116071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5" name="椭圆 644">
            <a:extLst>
              <a:ext uri="{FF2B5EF4-FFF2-40B4-BE49-F238E27FC236}">
                <a16:creationId xmlns:a16="http://schemas.microsoft.com/office/drawing/2014/main" id="{2575225A-8B90-9DAC-0B9F-071C7AE83E19}"/>
              </a:ext>
            </a:extLst>
          </p:cNvPr>
          <p:cNvSpPr/>
          <p:nvPr/>
        </p:nvSpPr>
        <p:spPr>
          <a:xfrm rot="5400000">
            <a:off x="6178265" y="3987956"/>
            <a:ext cx="270678" cy="277715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zh-CN" altLang="en-US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46" name="椭圆 645">
            <a:extLst>
              <a:ext uri="{FF2B5EF4-FFF2-40B4-BE49-F238E27FC236}">
                <a16:creationId xmlns:a16="http://schemas.microsoft.com/office/drawing/2014/main" id="{255FAB0C-8207-FF66-EA0B-F34C7A9245DE}"/>
              </a:ext>
            </a:extLst>
          </p:cNvPr>
          <p:cNvSpPr/>
          <p:nvPr/>
        </p:nvSpPr>
        <p:spPr>
          <a:xfrm rot="5400000">
            <a:off x="6181949" y="4331146"/>
            <a:ext cx="270678" cy="277715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lang="zh-CN" altLang="en-US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647" name="组合 646">
            <a:extLst>
              <a:ext uri="{FF2B5EF4-FFF2-40B4-BE49-F238E27FC236}">
                <a16:creationId xmlns:a16="http://schemas.microsoft.com/office/drawing/2014/main" id="{35A4B304-989C-FCE9-0BAD-FBB6B748FFE6}"/>
              </a:ext>
            </a:extLst>
          </p:cNvPr>
          <p:cNvGrpSpPr/>
          <p:nvPr/>
        </p:nvGrpSpPr>
        <p:grpSpPr>
          <a:xfrm rot="5400000">
            <a:off x="5653709" y="3793659"/>
            <a:ext cx="202322" cy="704614"/>
            <a:chOff x="800913" y="5270079"/>
            <a:chExt cx="152772" cy="532461"/>
          </a:xfrm>
        </p:grpSpPr>
        <p:sp>
          <p:nvSpPr>
            <p:cNvPr id="648" name="矩形 647">
              <a:extLst>
                <a:ext uri="{FF2B5EF4-FFF2-40B4-BE49-F238E27FC236}">
                  <a16:creationId xmlns:a16="http://schemas.microsoft.com/office/drawing/2014/main" id="{124ED905-AB78-6392-DCA8-B2686033EC50}"/>
                </a:ext>
              </a:extLst>
            </p:cNvPr>
            <p:cNvSpPr/>
            <p:nvPr/>
          </p:nvSpPr>
          <p:spPr>
            <a:xfrm flipH="1">
              <a:off x="800913" y="5270079"/>
              <a:ext cx="152769" cy="133117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49" name="矩形 648">
              <a:extLst>
                <a:ext uri="{FF2B5EF4-FFF2-40B4-BE49-F238E27FC236}">
                  <a16:creationId xmlns:a16="http://schemas.microsoft.com/office/drawing/2014/main" id="{56C6AA77-FD46-1166-57F7-0D372C439681}"/>
                </a:ext>
              </a:extLst>
            </p:cNvPr>
            <p:cNvSpPr/>
            <p:nvPr/>
          </p:nvSpPr>
          <p:spPr>
            <a:xfrm flipH="1">
              <a:off x="800918" y="5403192"/>
              <a:ext cx="152767" cy="133117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50" name="矩形 649">
              <a:extLst>
                <a:ext uri="{FF2B5EF4-FFF2-40B4-BE49-F238E27FC236}">
                  <a16:creationId xmlns:a16="http://schemas.microsoft.com/office/drawing/2014/main" id="{815D99C1-4F44-D501-349C-0291238D7F07}"/>
                </a:ext>
              </a:extLst>
            </p:cNvPr>
            <p:cNvSpPr/>
            <p:nvPr/>
          </p:nvSpPr>
          <p:spPr>
            <a:xfrm flipH="1">
              <a:off x="800924" y="5536310"/>
              <a:ext cx="152760" cy="133117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51" name="矩形 650">
              <a:extLst>
                <a:ext uri="{FF2B5EF4-FFF2-40B4-BE49-F238E27FC236}">
                  <a16:creationId xmlns:a16="http://schemas.microsoft.com/office/drawing/2014/main" id="{4714A2C9-FF02-671A-86E1-21FFDAECAE9F}"/>
                </a:ext>
              </a:extLst>
            </p:cNvPr>
            <p:cNvSpPr/>
            <p:nvPr/>
          </p:nvSpPr>
          <p:spPr>
            <a:xfrm flipH="1">
              <a:off x="800925" y="5669423"/>
              <a:ext cx="152760" cy="133117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652" name="组合 651">
            <a:extLst>
              <a:ext uri="{FF2B5EF4-FFF2-40B4-BE49-F238E27FC236}">
                <a16:creationId xmlns:a16="http://schemas.microsoft.com/office/drawing/2014/main" id="{703D6193-468C-F148-2446-A4811A035033}"/>
              </a:ext>
            </a:extLst>
          </p:cNvPr>
          <p:cNvGrpSpPr/>
          <p:nvPr/>
        </p:nvGrpSpPr>
        <p:grpSpPr>
          <a:xfrm rot="5400000">
            <a:off x="5653708" y="4142667"/>
            <a:ext cx="202322" cy="704614"/>
            <a:chOff x="800913" y="5270079"/>
            <a:chExt cx="152772" cy="532461"/>
          </a:xfrm>
        </p:grpSpPr>
        <p:sp>
          <p:nvSpPr>
            <p:cNvPr id="653" name="矩形 652">
              <a:extLst>
                <a:ext uri="{FF2B5EF4-FFF2-40B4-BE49-F238E27FC236}">
                  <a16:creationId xmlns:a16="http://schemas.microsoft.com/office/drawing/2014/main" id="{DFC17774-C1F5-2285-C62F-540A2454B863}"/>
                </a:ext>
              </a:extLst>
            </p:cNvPr>
            <p:cNvSpPr/>
            <p:nvPr/>
          </p:nvSpPr>
          <p:spPr>
            <a:xfrm flipH="1">
              <a:off x="800913" y="5270079"/>
              <a:ext cx="152769" cy="133117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54" name="矩形 653">
              <a:extLst>
                <a:ext uri="{FF2B5EF4-FFF2-40B4-BE49-F238E27FC236}">
                  <a16:creationId xmlns:a16="http://schemas.microsoft.com/office/drawing/2014/main" id="{EEA7027E-1DFF-F384-B158-7802AFC2E20B}"/>
                </a:ext>
              </a:extLst>
            </p:cNvPr>
            <p:cNvSpPr/>
            <p:nvPr/>
          </p:nvSpPr>
          <p:spPr>
            <a:xfrm flipH="1">
              <a:off x="800918" y="5403192"/>
              <a:ext cx="152767" cy="133117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55" name="矩形 654">
              <a:extLst>
                <a:ext uri="{FF2B5EF4-FFF2-40B4-BE49-F238E27FC236}">
                  <a16:creationId xmlns:a16="http://schemas.microsoft.com/office/drawing/2014/main" id="{FA5EE400-64D9-EAA5-7B5E-F5AE1AEBF889}"/>
                </a:ext>
              </a:extLst>
            </p:cNvPr>
            <p:cNvSpPr/>
            <p:nvPr/>
          </p:nvSpPr>
          <p:spPr>
            <a:xfrm flipH="1">
              <a:off x="800924" y="5536310"/>
              <a:ext cx="152760" cy="133117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56" name="矩形 655">
              <a:extLst>
                <a:ext uri="{FF2B5EF4-FFF2-40B4-BE49-F238E27FC236}">
                  <a16:creationId xmlns:a16="http://schemas.microsoft.com/office/drawing/2014/main" id="{260B57D2-C90E-5207-9658-2687FB4804F1}"/>
                </a:ext>
              </a:extLst>
            </p:cNvPr>
            <p:cNvSpPr/>
            <p:nvPr/>
          </p:nvSpPr>
          <p:spPr>
            <a:xfrm flipH="1">
              <a:off x="800925" y="5669423"/>
              <a:ext cx="152760" cy="133117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755" name="组合 754">
            <a:extLst>
              <a:ext uri="{FF2B5EF4-FFF2-40B4-BE49-F238E27FC236}">
                <a16:creationId xmlns:a16="http://schemas.microsoft.com/office/drawing/2014/main" id="{121ABA95-4927-E4E5-B763-487F803DD898}"/>
              </a:ext>
            </a:extLst>
          </p:cNvPr>
          <p:cNvGrpSpPr/>
          <p:nvPr/>
        </p:nvGrpSpPr>
        <p:grpSpPr>
          <a:xfrm>
            <a:off x="6696167" y="3853396"/>
            <a:ext cx="610665" cy="879151"/>
            <a:chOff x="6116209" y="1036604"/>
            <a:chExt cx="391184" cy="590828"/>
          </a:xfrm>
        </p:grpSpPr>
        <p:sp>
          <p:nvSpPr>
            <p:cNvPr id="756" name="流程图: 接点 566">
              <a:extLst>
                <a:ext uri="{FF2B5EF4-FFF2-40B4-BE49-F238E27FC236}">
                  <a16:creationId xmlns:a16="http://schemas.microsoft.com/office/drawing/2014/main" id="{C41640C6-DD94-6BF5-7B6B-FB56FF085308}"/>
                </a:ext>
              </a:extLst>
            </p:cNvPr>
            <p:cNvSpPr/>
            <p:nvPr/>
          </p:nvSpPr>
          <p:spPr>
            <a:xfrm>
              <a:off x="6116209" y="1036604"/>
              <a:ext cx="125672" cy="125837"/>
            </a:xfrm>
            <a:prstGeom prst="flowChartConnector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57" name="流程图: 接点 566">
              <a:extLst>
                <a:ext uri="{FF2B5EF4-FFF2-40B4-BE49-F238E27FC236}">
                  <a16:creationId xmlns:a16="http://schemas.microsoft.com/office/drawing/2014/main" id="{60666F74-BDC5-E995-D972-2B45BE3BF64D}"/>
                </a:ext>
              </a:extLst>
            </p:cNvPr>
            <p:cNvSpPr/>
            <p:nvPr/>
          </p:nvSpPr>
          <p:spPr>
            <a:xfrm>
              <a:off x="6116209" y="1191601"/>
              <a:ext cx="125672" cy="125837"/>
            </a:xfrm>
            <a:prstGeom prst="flowChartConnector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58" name="流程图: 接点 566">
              <a:extLst>
                <a:ext uri="{FF2B5EF4-FFF2-40B4-BE49-F238E27FC236}">
                  <a16:creationId xmlns:a16="http://schemas.microsoft.com/office/drawing/2014/main" id="{A03A498C-D7F6-7078-0E34-374CA30C5C04}"/>
                </a:ext>
              </a:extLst>
            </p:cNvPr>
            <p:cNvSpPr/>
            <p:nvPr/>
          </p:nvSpPr>
          <p:spPr>
            <a:xfrm>
              <a:off x="6116209" y="1501595"/>
              <a:ext cx="125672" cy="125837"/>
            </a:xfrm>
            <a:prstGeom prst="flowChartConnector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59" name="流程图: 接点 566">
              <a:extLst>
                <a:ext uri="{FF2B5EF4-FFF2-40B4-BE49-F238E27FC236}">
                  <a16:creationId xmlns:a16="http://schemas.microsoft.com/office/drawing/2014/main" id="{951B1E8C-514D-33C9-F3BA-1A56E36A89D9}"/>
                </a:ext>
              </a:extLst>
            </p:cNvPr>
            <p:cNvSpPr/>
            <p:nvPr/>
          </p:nvSpPr>
          <p:spPr>
            <a:xfrm>
              <a:off x="6116209" y="1346598"/>
              <a:ext cx="125672" cy="125837"/>
            </a:xfrm>
            <a:prstGeom prst="flowChartConnector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60" name="流程图: 接点 566">
              <a:extLst>
                <a:ext uri="{FF2B5EF4-FFF2-40B4-BE49-F238E27FC236}">
                  <a16:creationId xmlns:a16="http://schemas.microsoft.com/office/drawing/2014/main" id="{88F1C8F6-396D-09B4-C520-8983496C6B15}"/>
                </a:ext>
              </a:extLst>
            </p:cNvPr>
            <p:cNvSpPr/>
            <p:nvPr/>
          </p:nvSpPr>
          <p:spPr>
            <a:xfrm>
              <a:off x="6381721" y="1191280"/>
              <a:ext cx="125672" cy="125837"/>
            </a:xfrm>
            <a:prstGeom prst="flowChartConnector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61" name="流程图: 接点 566">
              <a:extLst>
                <a:ext uri="{FF2B5EF4-FFF2-40B4-BE49-F238E27FC236}">
                  <a16:creationId xmlns:a16="http://schemas.microsoft.com/office/drawing/2014/main" id="{E6BA857C-3DE8-0CCF-AF6C-A5A7E513C7C9}"/>
                </a:ext>
              </a:extLst>
            </p:cNvPr>
            <p:cNvSpPr/>
            <p:nvPr/>
          </p:nvSpPr>
          <p:spPr>
            <a:xfrm>
              <a:off x="6381721" y="1346277"/>
              <a:ext cx="125672" cy="125837"/>
            </a:xfrm>
            <a:prstGeom prst="flowChartConnector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762" name="直接连接符 510">
              <a:extLst>
                <a:ext uri="{FF2B5EF4-FFF2-40B4-BE49-F238E27FC236}">
                  <a16:creationId xmlns:a16="http://schemas.microsoft.com/office/drawing/2014/main" id="{0F190098-FB24-71BE-861E-5D588573B35E}"/>
                </a:ext>
              </a:extLst>
            </p:cNvPr>
            <p:cNvCxnSpPr>
              <a:cxnSpLocks/>
              <a:stCxn id="760" idx="2"/>
              <a:endCxn id="756" idx="6"/>
            </p:cNvCxnSpPr>
            <p:nvPr/>
          </p:nvCxnSpPr>
          <p:spPr>
            <a:xfrm flipH="1" flipV="1">
              <a:off x="6241881" y="1099523"/>
              <a:ext cx="139840" cy="15467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63" name="直接连接符 510">
              <a:extLst>
                <a:ext uri="{FF2B5EF4-FFF2-40B4-BE49-F238E27FC236}">
                  <a16:creationId xmlns:a16="http://schemas.microsoft.com/office/drawing/2014/main" id="{545B518F-FB83-FC22-5CB5-6C725910DC7C}"/>
                </a:ext>
              </a:extLst>
            </p:cNvPr>
            <p:cNvCxnSpPr>
              <a:cxnSpLocks/>
              <a:stCxn id="760" idx="2"/>
              <a:endCxn id="757" idx="6"/>
            </p:cNvCxnSpPr>
            <p:nvPr/>
          </p:nvCxnSpPr>
          <p:spPr>
            <a:xfrm flipH="1">
              <a:off x="6241881" y="1254199"/>
              <a:ext cx="139840" cy="321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64" name="直接连接符 510">
              <a:extLst>
                <a:ext uri="{FF2B5EF4-FFF2-40B4-BE49-F238E27FC236}">
                  <a16:creationId xmlns:a16="http://schemas.microsoft.com/office/drawing/2014/main" id="{F1131636-61C6-CA0C-B771-E122FFD68523}"/>
                </a:ext>
              </a:extLst>
            </p:cNvPr>
            <p:cNvCxnSpPr>
              <a:cxnSpLocks/>
              <a:stCxn id="760" idx="2"/>
              <a:endCxn id="759" idx="6"/>
            </p:cNvCxnSpPr>
            <p:nvPr/>
          </p:nvCxnSpPr>
          <p:spPr>
            <a:xfrm flipH="1">
              <a:off x="6241881" y="1254199"/>
              <a:ext cx="139840" cy="15531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65" name="直接连接符 510">
              <a:extLst>
                <a:ext uri="{FF2B5EF4-FFF2-40B4-BE49-F238E27FC236}">
                  <a16:creationId xmlns:a16="http://schemas.microsoft.com/office/drawing/2014/main" id="{827C375A-D2E7-C1D4-0BA3-577C28A83B5B}"/>
                </a:ext>
              </a:extLst>
            </p:cNvPr>
            <p:cNvCxnSpPr>
              <a:cxnSpLocks/>
              <a:stCxn id="761" idx="2"/>
              <a:endCxn id="758" idx="6"/>
            </p:cNvCxnSpPr>
            <p:nvPr/>
          </p:nvCxnSpPr>
          <p:spPr>
            <a:xfrm flipH="1">
              <a:off x="6241881" y="1409196"/>
              <a:ext cx="139840" cy="15531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66" name="直接连接符 510">
              <a:extLst>
                <a:ext uri="{FF2B5EF4-FFF2-40B4-BE49-F238E27FC236}">
                  <a16:creationId xmlns:a16="http://schemas.microsoft.com/office/drawing/2014/main" id="{FBC0B243-A562-6733-1C2E-04FD9C689A50}"/>
                </a:ext>
              </a:extLst>
            </p:cNvPr>
            <p:cNvCxnSpPr>
              <a:cxnSpLocks/>
              <a:stCxn id="761" idx="2"/>
              <a:endCxn id="756" idx="6"/>
            </p:cNvCxnSpPr>
            <p:nvPr/>
          </p:nvCxnSpPr>
          <p:spPr>
            <a:xfrm flipH="1" flipV="1">
              <a:off x="6241881" y="1099523"/>
              <a:ext cx="139840" cy="309673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67" name="直接连接符 510">
              <a:extLst>
                <a:ext uri="{FF2B5EF4-FFF2-40B4-BE49-F238E27FC236}">
                  <a16:creationId xmlns:a16="http://schemas.microsoft.com/office/drawing/2014/main" id="{C9584F57-4C6A-A041-AE92-49D2121BD94B}"/>
                </a:ext>
              </a:extLst>
            </p:cNvPr>
            <p:cNvCxnSpPr>
              <a:cxnSpLocks/>
              <a:stCxn id="761" idx="2"/>
              <a:endCxn id="757" idx="6"/>
            </p:cNvCxnSpPr>
            <p:nvPr/>
          </p:nvCxnSpPr>
          <p:spPr>
            <a:xfrm flipH="1" flipV="1">
              <a:off x="6241881" y="1254520"/>
              <a:ext cx="139840" cy="15467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68" name="直接连接符 510">
              <a:extLst>
                <a:ext uri="{FF2B5EF4-FFF2-40B4-BE49-F238E27FC236}">
                  <a16:creationId xmlns:a16="http://schemas.microsoft.com/office/drawing/2014/main" id="{3C6BEFE5-208D-7160-0D48-2EDD921656CD}"/>
                </a:ext>
              </a:extLst>
            </p:cNvPr>
            <p:cNvCxnSpPr>
              <a:cxnSpLocks/>
              <a:stCxn id="761" idx="2"/>
              <a:endCxn id="759" idx="6"/>
            </p:cNvCxnSpPr>
            <p:nvPr/>
          </p:nvCxnSpPr>
          <p:spPr>
            <a:xfrm flipH="1">
              <a:off x="6241881" y="1409196"/>
              <a:ext cx="139840" cy="321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69" name="直接连接符 510">
              <a:extLst>
                <a:ext uri="{FF2B5EF4-FFF2-40B4-BE49-F238E27FC236}">
                  <a16:creationId xmlns:a16="http://schemas.microsoft.com/office/drawing/2014/main" id="{3056F9B2-F49C-3A9A-346B-462DAC9479FB}"/>
                </a:ext>
              </a:extLst>
            </p:cNvPr>
            <p:cNvCxnSpPr>
              <a:cxnSpLocks/>
              <a:stCxn id="761" idx="2"/>
              <a:endCxn id="758" idx="6"/>
            </p:cNvCxnSpPr>
            <p:nvPr/>
          </p:nvCxnSpPr>
          <p:spPr>
            <a:xfrm flipH="1">
              <a:off x="6241881" y="1409196"/>
              <a:ext cx="139840" cy="15531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770" name="椭圆 769">
            <a:extLst>
              <a:ext uri="{FF2B5EF4-FFF2-40B4-BE49-F238E27FC236}">
                <a16:creationId xmlns:a16="http://schemas.microsoft.com/office/drawing/2014/main" id="{5E9E096C-C972-EC1C-5A07-33A35B083806}"/>
              </a:ext>
            </a:extLst>
          </p:cNvPr>
          <p:cNvSpPr/>
          <p:nvPr/>
        </p:nvSpPr>
        <p:spPr>
          <a:xfrm rot="5400000">
            <a:off x="4795550" y="3797582"/>
            <a:ext cx="322854" cy="323843"/>
          </a:xfrm>
          <a:prstGeom prst="ellipse">
            <a:avLst/>
          </a:prstGeom>
          <a:noFill/>
          <a:ln w="28575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cs typeface="Arial" panose="020B0604020202020204" pitchFamily="34" charset="0"/>
              </a:rPr>
              <a:t>1</a:t>
            </a:r>
            <a:endParaRPr lang="zh-CN" altLang="en-US" sz="2400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771" name="椭圆 770">
            <a:extLst>
              <a:ext uri="{FF2B5EF4-FFF2-40B4-BE49-F238E27FC236}">
                <a16:creationId xmlns:a16="http://schemas.microsoft.com/office/drawing/2014/main" id="{C6BCBD12-A3BF-72DA-F515-9B0F5962C1E2}"/>
              </a:ext>
            </a:extLst>
          </p:cNvPr>
          <p:cNvSpPr/>
          <p:nvPr/>
        </p:nvSpPr>
        <p:spPr>
          <a:xfrm rot="5400000">
            <a:off x="4795550" y="4498518"/>
            <a:ext cx="322854" cy="32384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cs typeface="Arial" panose="020B0604020202020204" pitchFamily="34" charset="0"/>
              </a:rPr>
              <a:t>3</a:t>
            </a:r>
            <a:endParaRPr lang="zh-CN" altLang="en-US" sz="2400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772" name="椭圆 771">
            <a:extLst>
              <a:ext uri="{FF2B5EF4-FFF2-40B4-BE49-F238E27FC236}">
                <a16:creationId xmlns:a16="http://schemas.microsoft.com/office/drawing/2014/main" id="{FC693E83-E822-1536-DF15-9C2A2C02E92E}"/>
              </a:ext>
            </a:extLst>
          </p:cNvPr>
          <p:cNvSpPr/>
          <p:nvPr/>
        </p:nvSpPr>
        <p:spPr>
          <a:xfrm rot="5400000">
            <a:off x="4133625" y="3797582"/>
            <a:ext cx="322854" cy="323843"/>
          </a:xfrm>
          <a:prstGeom prst="ellipse">
            <a:avLst/>
          </a:prstGeom>
          <a:noFill/>
          <a:ln w="28575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cs typeface="Arial" panose="020B0604020202020204" pitchFamily="34" charset="0"/>
              </a:rPr>
              <a:t>0</a:t>
            </a:r>
            <a:endParaRPr lang="zh-CN" altLang="en-US" sz="2400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773" name="椭圆 772">
            <a:extLst>
              <a:ext uri="{FF2B5EF4-FFF2-40B4-BE49-F238E27FC236}">
                <a16:creationId xmlns:a16="http://schemas.microsoft.com/office/drawing/2014/main" id="{392BBB68-DF66-91CD-1BB0-808C69563565}"/>
              </a:ext>
            </a:extLst>
          </p:cNvPr>
          <p:cNvSpPr/>
          <p:nvPr/>
        </p:nvSpPr>
        <p:spPr>
          <a:xfrm rot="5400000">
            <a:off x="4133625" y="4498518"/>
            <a:ext cx="322854" cy="32384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cs typeface="Arial" panose="020B0604020202020204" pitchFamily="34" charset="0"/>
              </a:rPr>
              <a:t>2</a:t>
            </a:r>
            <a:endParaRPr lang="zh-CN" altLang="en-US" sz="2400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cxnSp>
        <p:nvCxnSpPr>
          <p:cNvPr id="774" name="直接连接符 521">
            <a:extLst>
              <a:ext uri="{FF2B5EF4-FFF2-40B4-BE49-F238E27FC236}">
                <a16:creationId xmlns:a16="http://schemas.microsoft.com/office/drawing/2014/main" id="{AB928B2A-B934-0F1C-B2AC-EED779FED800}"/>
              </a:ext>
            </a:extLst>
          </p:cNvPr>
          <p:cNvCxnSpPr>
            <a:cxnSpLocks/>
          </p:cNvCxnSpPr>
          <p:nvPr/>
        </p:nvCxnSpPr>
        <p:spPr>
          <a:xfrm>
            <a:off x="4295052" y="4120931"/>
            <a:ext cx="0" cy="378082"/>
          </a:xfrm>
          <a:prstGeom prst="line">
            <a:avLst/>
          </a:prstGeom>
          <a:ln w="28575">
            <a:solidFill>
              <a:schemeClr val="tx1"/>
            </a:solidFill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75" name="直接连接符 522">
            <a:extLst>
              <a:ext uri="{FF2B5EF4-FFF2-40B4-BE49-F238E27FC236}">
                <a16:creationId xmlns:a16="http://schemas.microsoft.com/office/drawing/2014/main" id="{CA3EFA8A-AD86-E7F1-2702-4ADD943F3B9C}"/>
              </a:ext>
            </a:extLst>
          </p:cNvPr>
          <p:cNvCxnSpPr>
            <a:cxnSpLocks/>
          </p:cNvCxnSpPr>
          <p:nvPr/>
        </p:nvCxnSpPr>
        <p:spPr>
          <a:xfrm flipV="1">
            <a:off x="4956977" y="4118750"/>
            <a:ext cx="0" cy="380257"/>
          </a:xfrm>
          <a:prstGeom prst="line">
            <a:avLst/>
          </a:prstGeom>
          <a:ln w="28575">
            <a:solidFill>
              <a:schemeClr val="tx1"/>
            </a:solidFill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76" name="直接连接符 523">
            <a:extLst>
              <a:ext uri="{FF2B5EF4-FFF2-40B4-BE49-F238E27FC236}">
                <a16:creationId xmlns:a16="http://schemas.microsoft.com/office/drawing/2014/main" id="{B90D0FC7-E21F-9A01-0872-131474AA36FF}"/>
              </a:ext>
            </a:extLst>
          </p:cNvPr>
          <p:cNvCxnSpPr>
            <a:cxnSpLocks/>
            <a:stCxn id="771" idx="3"/>
            <a:endCxn id="772" idx="7"/>
          </p:cNvCxnSpPr>
          <p:nvPr/>
        </p:nvCxnSpPr>
        <p:spPr>
          <a:xfrm flipH="1" flipV="1">
            <a:off x="4409549" y="4073650"/>
            <a:ext cx="432934" cy="472644"/>
          </a:xfrm>
          <a:prstGeom prst="line">
            <a:avLst/>
          </a:prstGeom>
          <a:ln w="28575">
            <a:solidFill>
              <a:schemeClr val="tx1"/>
            </a:solidFill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77" name="直接连接符 524">
            <a:extLst>
              <a:ext uri="{FF2B5EF4-FFF2-40B4-BE49-F238E27FC236}">
                <a16:creationId xmlns:a16="http://schemas.microsoft.com/office/drawing/2014/main" id="{E1BCF91D-6492-842B-3442-D74778F8B5B1}"/>
              </a:ext>
            </a:extLst>
          </p:cNvPr>
          <p:cNvCxnSpPr>
            <a:cxnSpLocks/>
          </p:cNvCxnSpPr>
          <p:nvPr/>
        </p:nvCxnSpPr>
        <p:spPr>
          <a:xfrm flipH="1">
            <a:off x="4455515" y="4660433"/>
            <a:ext cx="32987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78" name="文本框 777">
                <a:extLst>
                  <a:ext uri="{FF2B5EF4-FFF2-40B4-BE49-F238E27FC236}">
                    <a16:creationId xmlns:a16="http://schemas.microsoft.com/office/drawing/2014/main" id="{DEC7D14A-CFDE-A864-2F98-E7D8AB7B7B37}"/>
                  </a:ext>
                </a:extLst>
              </p:cNvPr>
              <p:cNvSpPr txBox="1"/>
              <p:nvPr/>
            </p:nvSpPr>
            <p:spPr>
              <a:xfrm>
                <a:off x="7538287" y="4918088"/>
                <a:ext cx="1071288" cy="461665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1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altLang="zh-CN" sz="2400" b="1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𝑿</m:t>
                          </m:r>
                        </m:e>
                        <m:sub>
                          <m:r>
                            <a:rPr lang="en-US" altLang="zh-CN" sz="2400" b="1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zh-CN" altLang="en-US" sz="2400" b="1" dirty="0">
                  <a:solidFill>
                    <a:schemeClr val="accent6"/>
                  </a:solidFill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778" name="文本框 777">
                <a:extLst>
                  <a:ext uri="{FF2B5EF4-FFF2-40B4-BE49-F238E27FC236}">
                    <a16:creationId xmlns:a16="http://schemas.microsoft.com/office/drawing/2014/main" id="{DEC7D14A-CFDE-A864-2F98-E7D8AB7B7B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8287" y="4918088"/>
                <a:ext cx="1071288" cy="461665"/>
              </a:xfrm>
              <a:prstGeom prst="rect">
                <a:avLst/>
              </a:prstGeom>
              <a:blipFill>
                <a:blip r:embed="rId5"/>
                <a:stretch>
                  <a:fillRect b="-1316"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79" name="组合 778">
            <a:extLst>
              <a:ext uri="{FF2B5EF4-FFF2-40B4-BE49-F238E27FC236}">
                <a16:creationId xmlns:a16="http://schemas.microsoft.com/office/drawing/2014/main" id="{AC900855-69EC-7D36-A03A-013E1B064C62}"/>
              </a:ext>
            </a:extLst>
          </p:cNvPr>
          <p:cNvGrpSpPr/>
          <p:nvPr/>
        </p:nvGrpSpPr>
        <p:grpSpPr>
          <a:xfrm>
            <a:off x="7702596" y="6071492"/>
            <a:ext cx="621640" cy="663817"/>
            <a:chOff x="4341455" y="6517035"/>
            <a:chExt cx="621640" cy="663817"/>
          </a:xfrm>
        </p:grpSpPr>
        <p:sp>
          <p:nvSpPr>
            <p:cNvPr id="780" name="矩形 1174">
              <a:extLst>
                <a:ext uri="{FF2B5EF4-FFF2-40B4-BE49-F238E27FC236}">
                  <a16:creationId xmlns:a16="http://schemas.microsoft.com/office/drawing/2014/main" id="{0498E65D-32FE-9D0B-DB90-613DBE3457EA}"/>
                </a:ext>
              </a:extLst>
            </p:cNvPr>
            <p:cNvSpPr/>
            <p:nvPr/>
          </p:nvSpPr>
          <p:spPr>
            <a:xfrm rot="10800000">
              <a:off x="4342830" y="6886022"/>
              <a:ext cx="618706" cy="226680"/>
            </a:xfrm>
            <a:custGeom>
              <a:avLst/>
              <a:gdLst>
                <a:gd name="connsiteX0" fmla="*/ 0 w 595706"/>
                <a:gd name="connsiteY0" fmla="*/ 0 h 92965"/>
                <a:gd name="connsiteX1" fmla="*/ 595706 w 595706"/>
                <a:gd name="connsiteY1" fmla="*/ 0 h 92965"/>
                <a:gd name="connsiteX2" fmla="*/ 595706 w 595706"/>
                <a:gd name="connsiteY2" fmla="*/ 92965 h 92965"/>
                <a:gd name="connsiteX3" fmla="*/ 0 w 595706"/>
                <a:gd name="connsiteY3" fmla="*/ 92965 h 92965"/>
                <a:gd name="connsiteX4" fmla="*/ 0 w 595706"/>
                <a:gd name="connsiteY4" fmla="*/ 0 h 92965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1422 w 594406"/>
                <a:gd name="connsiteY0" fmla="*/ 21376 h 135147"/>
                <a:gd name="connsiteX1" fmla="*/ 594406 w 594406"/>
                <a:gd name="connsiteY1" fmla="*/ 0 h 135147"/>
                <a:gd name="connsiteX2" fmla="*/ 594406 w 594406"/>
                <a:gd name="connsiteY2" fmla="*/ 92965 h 135147"/>
                <a:gd name="connsiteX3" fmla="*/ 61 w 594406"/>
                <a:gd name="connsiteY3" fmla="*/ 135147 h 135147"/>
                <a:gd name="connsiteX4" fmla="*/ 1422 w 594406"/>
                <a:gd name="connsiteY4" fmla="*/ 21376 h 135147"/>
                <a:gd name="connsiteX0" fmla="*/ 1422 w 594406"/>
                <a:gd name="connsiteY0" fmla="*/ 15599 h 135147"/>
                <a:gd name="connsiteX1" fmla="*/ 594406 w 594406"/>
                <a:gd name="connsiteY1" fmla="*/ 0 h 135147"/>
                <a:gd name="connsiteX2" fmla="*/ 594406 w 594406"/>
                <a:gd name="connsiteY2" fmla="*/ 92965 h 135147"/>
                <a:gd name="connsiteX3" fmla="*/ 61 w 594406"/>
                <a:gd name="connsiteY3" fmla="*/ 135147 h 135147"/>
                <a:gd name="connsiteX4" fmla="*/ 1422 w 594406"/>
                <a:gd name="connsiteY4" fmla="*/ 15599 h 135147"/>
                <a:gd name="connsiteX0" fmla="*/ 131 w 594476"/>
                <a:gd name="connsiteY0" fmla="*/ 4622 h 135147"/>
                <a:gd name="connsiteX1" fmla="*/ 594476 w 594476"/>
                <a:gd name="connsiteY1" fmla="*/ 0 h 135147"/>
                <a:gd name="connsiteX2" fmla="*/ 594476 w 594476"/>
                <a:gd name="connsiteY2" fmla="*/ 92965 h 135147"/>
                <a:gd name="connsiteX3" fmla="*/ 131 w 594476"/>
                <a:gd name="connsiteY3" fmla="*/ 135147 h 135147"/>
                <a:gd name="connsiteX4" fmla="*/ 131 w 594476"/>
                <a:gd name="connsiteY4" fmla="*/ 4622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22423 h 139660"/>
                <a:gd name="connsiteX1" fmla="*/ 595706 w 595706"/>
                <a:gd name="connsiteY1" fmla="*/ 4513 h 139660"/>
                <a:gd name="connsiteX2" fmla="*/ 595706 w 595706"/>
                <a:gd name="connsiteY2" fmla="*/ 97478 h 139660"/>
                <a:gd name="connsiteX3" fmla="*/ 1361 w 595706"/>
                <a:gd name="connsiteY3" fmla="*/ 139660 h 139660"/>
                <a:gd name="connsiteX4" fmla="*/ 0 w 595706"/>
                <a:gd name="connsiteY4" fmla="*/ 22423 h 139660"/>
                <a:gd name="connsiteX0" fmla="*/ 0 w 595706"/>
                <a:gd name="connsiteY0" fmla="*/ 26413 h 143650"/>
                <a:gd name="connsiteX1" fmla="*/ 595706 w 595706"/>
                <a:gd name="connsiteY1" fmla="*/ 8503 h 143650"/>
                <a:gd name="connsiteX2" fmla="*/ 595706 w 595706"/>
                <a:gd name="connsiteY2" fmla="*/ 101468 h 143650"/>
                <a:gd name="connsiteX3" fmla="*/ 1361 w 595706"/>
                <a:gd name="connsiteY3" fmla="*/ 143650 h 143650"/>
                <a:gd name="connsiteX4" fmla="*/ 0 w 595706"/>
                <a:gd name="connsiteY4" fmla="*/ 26413 h 143650"/>
                <a:gd name="connsiteX0" fmla="*/ 0 w 595706"/>
                <a:gd name="connsiteY0" fmla="*/ 21286 h 138523"/>
                <a:gd name="connsiteX1" fmla="*/ 595706 w 595706"/>
                <a:gd name="connsiteY1" fmla="*/ 3376 h 138523"/>
                <a:gd name="connsiteX2" fmla="*/ 595706 w 595706"/>
                <a:gd name="connsiteY2" fmla="*/ 96341 h 138523"/>
                <a:gd name="connsiteX3" fmla="*/ 1361 w 595706"/>
                <a:gd name="connsiteY3" fmla="*/ 138523 h 138523"/>
                <a:gd name="connsiteX4" fmla="*/ 0 w 595706"/>
                <a:gd name="connsiteY4" fmla="*/ 21286 h 138523"/>
                <a:gd name="connsiteX0" fmla="*/ 0 w 595706"/>
                <a:gd name="connsiteY0" fmla="*/ 22534 h 139771"/>
                <a:gd name="connsiteX1" fmla="*/ 595706 w 595706"/>
                <a:gd name="connsiteY1" fmla="*/ 4624 h 139771"/>
                <a:gd name="connsiteX2" fmla="*/ 595706 w 595706"/>
                <a:gd name="connsiteY2" fmla="*/ 97589 h 139771"/>
                <a:gd name="connsiteX3" fmla="*/ 1361 w 595706"/>
                <a:gd name="connsiteY3" fmla="*/ 139771 h 139771"/>
                <a:gd name="connsiteX4" fmla="*/ 0 w 595706"/>
                <a:gd name="connsiteY4" fmla="*/ 22534 h 139771"/>
                <a:gd name="connsiteX0" fmla="*/ 0 w 595706"/>
                <a:gd name="connsiteY0" fmla="*/ 23494 h 140731"/>
                <a:gd name="connsiteX1" fmla="*/ 595706 w 595706"/>
                <a:gd name="connsiteY1" fmla="*/ 2118 h 140731"/>
                <a:gd name="connsiteX2" fmla="*/ 595706 w 595706"/>
                <a:gd name="connsiteY2" fmla="*/ 98549 h 140731"/>
                <a:gd name="connsiteX3" fmla="*/ 1361 w 595706"/>
                <a:gd name="connsiteY3" fmla="*/ 140731 h 140731"/>
                <a:gd name="connsiteX4" fmla="*/ 0 w 595706"/>
                <a:gd name="connsiteY4" fmla="*/ 23494 h 140731"/>
                <a:gd name="connsiteX0" fmla="*/ 0 w 595706"/>
                <a:gd name="connsiteY0" fmla="*/ 23494 h 140731"/>
                <a:gd name="connsiteX1" fmla="*/ 595706 w 595706"/>
                <a:gd name="connsiteY1" fmla="*/ 2118 h 140731"/>
                <a:gd name="connsiteX2" fmla="*/ 595706 w 595706"/>
                <a:gd name="connsiteY2" fmla="*/ 98549 h 140731"/>
                <a:gd name="connsiteX3" fmla="*/ 1361 w 595706"/>
                <a:gd name="connsiteY3" fmla="*/ 140731 h 140731"/>
                <a:gd name="connsiteX4" fmla="*/ 0 w 595706"/>
                <a:gd name="connsiteY4" fmla="*/ 23494 h 140731"/>
                <a:gd name="connsiteX0" fmla="*/ 0 w 595706"/>
                <a:gd name="connsiteY0" fmla="*/ 25030 h 142267"/>
                <a:gd name="connsiteX1" fmla="*/ 595706 w 595706"/>
                <a:gd name="connsiteY1" fmla="*/ 3654 h 142267"/>
                <a:gd name="connsiteX2" fmla="*/ 595706 w 595706"/>
                <a:gd name="connsiteY2" fmla="*/ 100085 h 142267"/>
                <a:gd name="connsiteX3" fmla="*/ 1361 w 595706"/>
                <a:gd name="connsiteY3" fmla="*/ 142267 h 142267"/>
                <a:gd name="connsiteX4" fmla="*/ 0 w 595706"/>
                <a:gd name="connsiteY4" fmla="*/ 25030 h 142267"/>
                <a:gd name="connsiteX0" fmla="*/ 0 w 595706"/>
                <a:gd name="connsiteY0" fmla="*/ 22091 h 139328"/>
                <a:gd name="connsiteX1" fmla="*/ 595706 w 595706"/>
                <a:gd name="connsiteY1" fmla="*/ 715 h 139328"/>
                <a:gd name="connsiteX2" fmla="*/ 595706 w 595706"/>
                <a:gd name="connsiteY2" fmla="*/ 97146 h 139328"/>
                <a:gd name="connsiteX3" fmla="*/ 1361 w 595706"/>
                <a:gd name="connsiteY3" fmla="*/ 139328 h 139328"/>
                <a:gd name="connsiteX4" fmla="*/ 0 w 595706"/>
                <a:gd name="connsiteY4" fmla="*/ 22091 h 139328"/>
                <a:gd name="connsiteX0" fmla="*/ 0 w 595706"/>
                <a:gd name="connsiteY0" fmla="*/ 23573 h 140810"/>
                <a:gd name="connsiteX1" fmla="*/ 595706 w 595706"/>
                <a:gd name="connsiteY1" fmla="*/ 2197 h 140810"/>
                <a:gd name="connsiteX2" fmla="*/ 595706 w 595706"/>
                <a:gd name="connsiteY2" fmla="*/ 98628 h 140810"/>
                <a:gd name="connsiteX3" fmla="*/ 1361 w 595706"/>
                <a:gd name="connsiteY3" fmla="*/ 140810 h 140810"/>
                <a:gd name="connsiteX4" fmla="*/ 0 w 595706"/>
                <a:gd name="connsiteY4" fmla="*/ 23573 h 140810"/>
                <a:gd name="connsiteX0" fmla="*/ 0 w 595706"/>
                <a:gd name="connsiteY0" fmla="*/ 21908 h 139145"/>
                <a:gd name="connsiteX1" fmla="*/ 595706 w 595706"/>
                <a:gd name="connsiteY1" fmla="*/ 532 h 139145"/>
                <a:gd name="connsiteX2" fmla="*/ 595706 w 595706"/>
                <a:gd name="connsiteY2" fmla="*/ 96963 h 139145"/>
                <a:gd name="connsiteX3" fmla="*/ 1361 w 595706"/>
                <a:gd name="connsiteY3" fmla="*/ 139145 h 139145"/>
                <a:gd name="connsiteX4" fmla="*/ 0 w 595706"/>
                <a:gd name="connsiteY4" fmla="*/ 21908 h 139145"/>
                <a:gd name="connsiteX0" fmla="*/ 0 w 595706"/>
                <a:gd name="connsiteY0" fmla="*/ 23863 h 141100"/>
                <a:gd name="connsiteX1" fmla="*/ 595706 w 595706"/>
                <a:gd name="connsiteY1" fmla="*/ 2487 h 141100"/>
                <a:gd name="connsiteX2" fmla="*/ 595706 w 595706"/>
                <a:gd name="connsiteY2" fmla="*/ 98918 h 141100"/>
                <a:gd name="connsiteX3" fmla="*/ 1361 w 595706"/>
                <a:gd name="connsiteY3" fmla="*/ 141100 h 141100"/>
                <a:gd name="connsiteX4" fmla="*/ 0 w 595706"/>
                <a:gd name="connsiteY4" fmla="*/ 23863 h 141100"/>
                <a:gd name="connsiteX0" fmla="*/ 0 w 595706"/>
                <a:gd name="connsiteY0" fmla="*/ 24472 h 141709"/>
                <a:gd name="connsiteX1" fmla="*/ 595706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0 w 595706"/>
                <a:gd name="connsiteY0" fmla="*/ 24267 h 141504"/>
                <a:gd name="connsiteX1" fmla="*/ 595706 w 595706"/>
                <a:gd name="connsiteY1" fmla="*/ 2891 h 141504"/>
                <a:gd name="connsiteX2" fmla="*/ 595706 w 595706"/>
                <a:gd name="connsiteY2" fmla="*/ 99322 h 141504"/>
                <a:gd name="connsiteX3" fmla="*/ 1361 w 595706"/>
                <a:gd name="connsiteY3" fmla="*/ 141504 h 141504"/>
                <a:gd name="connsiteX4" fmla="*/ 0 w 595706"/>
                <a:gd name="connsiteY4" fmla="*/ 24267 h 141504"/>
                <a:gd name="connsiteX0" fmla="*/ 0 w 595706"/>
                <a:gd name="connsiteY0" fmla="*/ 24472 h 141709"/>
                <a:gd name="connsiteX1" fmla="*/ 595706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0 w 595706"/>
                <a:gd name="connsiteY0" fmla="*/ 24472 h 141709"/>
                <a:gd name="connsiteX1" fmla="*/ 594353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124 w 595830"/>
                <a:gd name="connsiteY0" fmla="*/ 24472 h 141709"/>
                <a:gd name="connsiteX1" fmla="*/ 594477 w 595830"/>
                <a:gd name="connsiteY1" fmla="*/ 3096 h 141709"/>
                <a:gd name="connsiteX2" fmla="*/ 595830 w 595830"/>
                <a:gd name="connsiteY2" fmla="*/ 99527 h 141709"/>
                <a:gd name="connsiteX3" fmla="*/ 131 w 595830"/>
                <a:gd name="connsiteY3" fmla="*/ 141709 h 141709"/>
                <a:gd name="connsiteX4" fmla="*/ 124 w 595830"/>
                <a:gd name="connsiteY4" fmla="*/ 24472 h 141709"/>
                <a:gd name="connsiteX0" fmla="*/ 124 w 597179"/>
                <a:gd name="connsiteY0" fmla="*/ 25207 h 142444"/>
                <a:gd name="connsiteX1" fmla="*/ 597179 w 597179"/>
                <a:gd name="connsiteY1" fmla="*/ 481 h 142444"/>
                <a:gd name="connsiteX2" fmla="*/ 595830 w 597179"/>
                <a:gd name="connsiteY2" fmla="*/ 100262 h 142444"/>
                <a:gd name="connsiteX3" fmla="*/ 131 w 597179"/>
                <a:gd name="connsiteY3" fmla="*/ 142444 h 142444"/>
                <a:gd name="connsiteX4" fmla="*/ 124 w 597179"/>
                <a:gd name="connsiteY4" fmla="*/ 25207 h 142444"/>
                <a:gd name="connsiteX0" fmla="*/ 124 w 595889"/>
                <a:gd name="connsiteY0" fmla="*/ 25842 h 143079"/>
                <a:gd name="connsiteX1" fmla="*/ 594477 w 595889"/>
                <a:gd name="connsiteY1" fmla="*/ 0 h 143079"/>
                <a:gd name="connsiteX2" fmla="*/ 595830 w 595889"/>
                <a:gd name="connsiteY2" fmla="*/ 100897 h 143079"/>
                <a:gd name="connsiteX3" fmla="*/ 131 w 595889"/>
                <a:gd name="connsiteY3" fmla="*/ 143079 h 143079"/>
                <a:gd name="connsiteX4" fmla="*/ 124 w 595889"/>
                <a:gd name="connsiteY4" fmla="*/ 25842 h 143079"/>
                <a:gd name="connsiteX0" fmla="*/ 124 w 595889"/>
                <a:gd name="connsiteY0" fmla="*/ 24713 h 141950"/>
                <a:gd name="connsiteX1" fmla="*/ 594477 w 595889"/>
                <a:gd name="connsiteY1" fmla="*/ 2221 h 141950"/>
                <a:gd name="connsiteX2" fmla="*/ 595830 w 595889"/>
                <a:gd name="connsiteY2" fmla="*/ 99768 h 141950"/>
                <a:gd name="connsiteX3" fmla="*/ 131 w 595889"/>
                <a:gd name="connsiteY3" fmla="*/ 141950 h 141950"/>
                <a:gd name="connsiteX4" fmla="*/ 124 w 595889"/>
                <a:gd name="connsiteY4" fmla="*/ 24713 h 141950"/>
                <a:gd name="connsiteX0" fmla="*/ 124 w 595959"/>
                <a:gd name="connsiteY0" fmla="*/ 24713 h 141950"/>
                <a:gd name="connsiteX1" fmla="*/ 595828 w 595959"/>
                <a:gd name="connsiteY1" fmla="*/ 2221 h 141950"/>
                <a:gd name="connsiteX2" fmla="*/ 595830 w 595959"/>
                <a:gd name="connsiteY2" fmla="*/ 99768 h 141950"/>
                <a:gd name="connsiteX3" fmla="*/ 131 w 595959"/>
                <a:gd name="connsiteY3" fmla="*/ 141950 h 141950"/>
                <a:gd name="connsiteX4" fmla="*/ 124 w 595959"/>
                <a:gd name="connsiteY4" fmla="*/ 24713 h 141950"/>
                <a:gd name="connsiteX0" fmla="*/ 124 w 595959"/>
                <a:gd name="connsiteY0" fmla="*/ 24925 h 142162"/>
                <a:gd name="connsiteX1" fmla="*/ 595828 w 595959"/>
                <a:gd name="connsiteY1" fmla="*/ 2433 h 142162"/>
                <a:gd name="connsiteX2" fmla="*/ 595830 w 595959"/>
                <a:gd name="connsiteY2" fmla="*/ 99980 h 142162"/>
                <a:gd name="connsiteX3" fmla="*/ 131 w 595959"/>
                <a:gd name="connsiteY3" fmla="*/ 142162 h 142162"/>
                <a:gd name="connsiteX4" fmla="*/ 124 w 595959"/>
                <a:gd name="connsiteY4" fmla="*/ 24925 h 142162"/>
                <a:gd name="connsiteX0" fmla="*/ 124 w 595959"/>
                <a:gd name="connsiteY0" fmla="*/ 22492 h 139729"/>
                <a:gd name="connsiteX1" fmla="*/ 595828 w 595959"/>
                <a:gd name="connsiteY1" fmla="*/ 0 h 139729"/>
                <a:gd name="connsiteX2" fmla="*/ 595830 w 595959"/>
                <a:gd name="connsiteY2" fmla="*/ 97547 h 139729"/>
                <a:gd name="connsiteX3" fmla="*/ 131 w 595959"/>
                <a:gd name="connsiteY3" fmla="*/ 139729 h 139729"/>
                <a:gd name="connsiteX4" fmla="*/ 124 w 595959"/>
                <a:gd name="connsiteY4" fmla="*/ 22492 h 139729"/>
                <a:gd name="connsiteX0" fmla="*/ 124 w 595959"/>
                <a:gd name="connsiteY0" fmla="*/ 25585 h 142822"/>
                <a:gd name="connsiteX1" fmla="*/ 595828 w 595959"/>
                <a:gd name="connsiteY1" fmla="*/ 3093 h 142822"/>
                <a:gd name="connsiteX2" fmla="*/ 595830 w 595959"/>
                <a:gd name="connsiteY2" fmla="*/ 100640 h 142822"/>
                <a:gd name="connsiteX3" fmla="*/ 131 w 595959"/>
                <a:gd name="connsiteY3" fmla="*/ 142822 h 142822"/>
                <a:gd name="connsiteX4" fmla="*/ 124 w 595959"/>
                <a:gd name="connsiteY4" fmla="*/ 25585 h 142822"/>
                <a:gd name="connsiteX0" fmla="*/ 124 w 595959"/>
                <a:gd name="connsiteY0" fmla="*/ 25585 h 142822"/>
                <a:gd name="connsiteX1" fmla="*/ 595828 w 595959"/>
                <a:gd name="connsiteY1" fmla="*/ 3093 h 142822"/>
                <a:gd name="connsiteX2" fmla="*/ 595830 w 595959"/>
                <a:gd name="connsiteY2" fmla="*/ 100640 h 142822"/>
                <a:gd name="connsiteX3" fmla="*/ 131 w 595959"/>
                <a:gd name="connsiteY3" fmla="*/ 142822 h 142822"/>
                <a:gd name="connsiteX4" fmla="*/ 124 w 595959"/>
                <a:gd name="connsiteY4" fmla="*/ 25585 h 142822"/>
                <a:gd name="connsiteX0" fmla="*/ 124 w 595959"/>
                <a:gd name="connsiteY0" fmla="*/ 26512 h 143749"/>
                <a:gd name="connsiteX1" fmla="*/ 595828 w 595959"/>
                <a:gd name="connsiteY1" fmla="*/ 4020 h 143749"/>
                <a:gd name="connsiteX2" fmla="*/ 595830 w 595959"/>
                <a:gd name="connsiteY2" fmla="*/ 101567 h 143749"/>
                <a:gd name="connsiteX3" fmla="*/ 131 w 595959"/>
                <a:gd name="connsiteY3" fmla="*/ 143749 h 143749"/>
                <a:gd name="connsiteX4" fmla="*/ 124 w 595959"/>
                <a:gd name="connsiteY4" fmla="*/ 26512 h 143749"/>
                <a:gd name="connsiteX0" fmla="*/ 124 w 595959"/>
                <a:gd name="connsiteY0" fmla="*/ 26512 h 143749"/>
                <a:gd name="connsiteX1" fmla="*/ 595828 w 595959"/>
                <a:gd name="connsiteY1" fmla="*/ 4020 h 143749"/>
                <a:gd name="connsiteX2" fmla="*/ 595830 w 595959"/>
                <a:gd name="connsiteY2" fmla="*/ 101567 h 143749"/>
                <a:gd name="connsiteX3" fmla="*/ 131 w 595959"/>
                <a:gd name="connsiteY3" fmla="*/ 143749 h 143749"/>
                <a:gd name="connsiteX4" fmla="*/ 124 w 595959"/>
                <a:gd name="connsiteY4" fmla="*/ 26512 h 143749"/>
                <a:gd name="connsiteX0" fmla="*/ 124 w 595959"/>
                <a:gd name="connsiteY0" fmla="*/ 28496 h 145733"/>
                <a:gd name="connsiteX1" fmla="*/ 595828 w 595959"/>
                <a:gd name="connsiteY1" fmla="*/ 6004 h 145733"/>
                <a:gd name="connsiteX2" fmla="*/ 595830 w 595959"/>
                <a:gd name="connsiteY2" fmla="*/ 103551 h 145733"/>
                <a:gd name="connsiteX3" fmla="*/ 131 w 595959"/>
                <a:gd name="connsiteY3" fmla="*/ 145733 h 145733"/>
                <a:gd name="connsiteX4" fmla="*/ 124 w 595959"/>
                <a:gd name="connsiteY4" fmla="*/ 28496 h 14573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856"/>
                <a:gd name="connsiteY0" fmla="*/ 41841 h 159078"/>
                <a:gd name="connsiteX1" fmla="*/ 591261 w 595856"/>
                <a:gd name="connsiteY1" fmla="*/ 0 h 159078"/>
                <a:gd name="connsiteX2" fmla="*/ 595830 w 595856"/>
                <a:gd name="connsiteY2" fmla="*/ 116896 h 159078"/>
                <a:gd name="connsiteX3" fmla="*/ 131 w 595856"/>
                <a:gd name="connsiteY3" fmla="*/ 159078 h 159078"/>
                <a:gd name="connsiteX4" fmla="*/ 124 w 595856"/>
                <a:gd name="connsiteY4" fmla="*/ 41841 h 159078"/>
                <a:gd name="connsiteX0" fmla="*/ 124 w 595959"/>
                <a:gd name="connsiteY0" fmla="*/ 41841 h 159078"/>
                <a:gd name="connsiteX1" fmla="*/ 595828 w 595959"/>
                <a:gd name="connsiteY1" fmla="*/ 0 h 159078"/>
                <a:gd name="connsiteX2" fmla="*/ 595830 w 595959"/>
                <a:gd name="connsiteY2" fmla="*/ 116896 h 159078"/>
                <a:gd name="connsiteX3" fmla="*/ 131 w 595959"/>
                <a:gd name="connsiteY3" fmla="*/ 159078 h 159078"/>
                <a:gd name="connsiteX4" fmla="*/ 124 w 595959"/>
                <a:gd name="connsiteY4" fmla="*/ 41841 h 159078"/>
                <a:gd name="connsiteX0" fmla="*/ 124 w 597349"/>
                <a:gd name="connsiteY0" fmla="*/ 42378 h 159615"/>
                <a:gd name="connsiteX1" fmla="*/ 597349 w 597349"/>
                <a:gd name="connsiteY1" fmla="*/ 0 h 159615"/>
                <a:gd name="connsiteX2" fmla="*/ 595830 w 597349"/>
                <a:gd name="connsiteY2" fmla="*/ 117433 h 159615"/>
                <a:gd name="connsiteX3" fmla="*/ 131 w 597349"/>
                <a:gd name="connsiteY3" fmla="*/ 159615 h 159615"/>
                <a:gd name="connsiteX4" fmla="*/ 124 w 597349"/>
                <a:gd name="connsiteY4" fmla="*/ 42378 h 159615"/>
                <a:gd name="connsiteX0" fmla="*/ 124 w 600443"/>
                <a:gd name="connsiteY0" fmla="*/ 42378 h 159615"/>
                <a:gd name="connsiteX1" fmla="*/ 597349 w 600443"/>
                <a:gd name="connsiteY1" fmla="*/ 0 h 159615"/>
                <a:gd name="connsiteX2" fmla="*/ 600408 w 600443"/>
                <a:gd name="connsiteY2" fmla="*/ 117433 h 159615"/>
                <a:gd name="connsiteX3" fmla="*/ 131 w 600443"/>
                <a:gd name="connsiteY3" fmla="*/ 159615 h 159615"/>
                <a:gd name="connsiteX4" fmla="*/ 124 w 600443"/>
                <a:gd name="connsiteY4" fmla="*/ 42378 h 159615"/>
                <a:gd name="connsiteX0" fmla="*/ 124 w 600537"/>
                <a:gd name="connsiteY0" fmla="*/ 42378 h 159615"/>
                <a:gd name="connsiteX1" fmla="*/ 600401 w 600537"/>
                <a:gd name="connsiteY1" fmla="*/ 0 h 159615"/>
                <a:gd name="connsiteX2" fmla="*/ 600408 w 600537"/>
                <a:gd name="connsiteY2" fmla="*/ 117433 h 159615"/>
                <a:gd name="connsiteX3" fmla="*/ 131 w 600537"/>
                <a:gd name="connsiteY3" fmla="*/ 159615 h 159615"/>
                <a:gd name="connsiteX4" fmla="*/ 124 w 600537"/>
                <a:gd name="connsiteY4" fmla="*/ 42378 h 159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0537" h="159615">
                  <a:moveTo>
                    <a:pt x="124" y="42378"/>
                  </a:moveTo>
                  <a:cubicBezTo>
                    <a:pt x="296414" y="-50243"/>
                    <a:pt x="418111" y="75773"/>
                    <a:pt x="600401" y="0"/>
                  </a:cubicBezTo>
                  <a:cubicBezTo>
                    <a:pt x="599951" y="33260"/>
                    <a:pt x="600858" y="84173"/>
                    <a:pt x="600408" y="117433"/>
                  </a:cubicBezTo>
                  <a:cubicBezTo>
                    <a:pt x="395490" y="192726"/>
                    <a:pt x="285331" y="62551"/>
                    <a:pt x="131" y="159615"/>
                  </a:cubicBezTo>
                  <a:cubicBezTo>
                    <a:pt x="-323" y="114566"/>
                    <a:pt x="578" y="87427"/>
                    <a:pt x="124" y="42378"/>
                  </a:cubicBezTo>
                  <a:close/>
                </a:path>
              </a:pathLst>
            </a:custGeom>
            <a:solidFill>
              <a:schemeClr val="accent2">
                <a:lumMod val="40000"/>
                <a:lumOff val="6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81" name="矩形 1174">
              <a:extLst>
                <a:ext uri="{FF2B5EF4-FFF2-40B4-BE49-F238E27FC236}">
                  <a16:creationId xmlns:a16="http://schemas.microsoft.com/office/drawing/2014/main" id="{D9127187-E6D7-6B0D-E296-07FDFDC9AEEB}"/>
                </a:ext>
              </a:extLst>
            </p:cNvPr>
            <p:cNvSpPr/>
            <p:nvPr/>
          </p:nvSpPr>
          <p:spPr>
            <a:xfrm rot="10800000">
              <a:off x="4342829" y="7041272"/>
              <a:ext cx="618707" cy="139508"/>
            </a:xfrm>
            <a:custGeom>
              <a:avLst/>
              <a:gdLst>
                <a:gd name="connsiteX0" fmla="*/ 0 w 595706"/>
                <a:gd name="connsiteY0" fmla="*/ 0 h 92965"/>
                <a:gd name="connsiteX1" fmla="*/ 595706 w 595706"/>
                <a:gd name="connsiteY1" fmla="*/ 0 h 92965"/>
                <a:gd name="connsiteX2" fmla="*/ 595706 w 595706"/>
                <a:gd name="connsiteY2" fmla="*/ 92965 h 92965"/>
                <a:gd name="connsiteX3" fmla="*/ 0 w 595706"/>
                <a:gd name="connsiteY3" fmla="*/ 92965 h 92965"/>
                <a:gd name="connsiteX4" fmla="*/ 0 w 595706"/>
                <a:gd name="connsiteY4" fmla="*/ 0 h 92965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131 w 595837"/>
                <a:gd name="connsiteY0" fmla="*/ 0 h 148754"/>
                <a:gd name="connsiteX1" fmla="*/ 595837 w 595837"/>
                <a:gd name="connsiteY1" fmla="*/ 0 h 148754"/>
                <a:gd name="connsiteX2" fmla="*/ 595837 w 595837"/>
                <a:gd name="connsiteY2" fmla="*/ 92965 h 148754"/>
                <a:gd name="connsiteX3" fmla="*/ 131 w 595837"/>
                <a:gd name="connsiteY3" fmla="*/ 148754 h 148754"/>
                <a:gd name="connsiteX4" fmla="*/ 131 w 595837"/>
                <a:gd name="connsiteY4" fmla="*/ 0 h 148754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56571"/>
                <a:gd name="connsiteX1" fmla="*/ 595837 w 595837"/>
                <a:gd name="connsiteY1" fmla="*/ 0 h 156571"/>
                <a:gd name="connsiteX2" fmla="*/ 594316 w 595837"/>
                <a:gd name="connsiteY2" fmla="*/ 141984 h 156571"/>
                <a:gd name="connsiteX3" fmla="*/ 131 w 595837"/>
                <a:gd name="connsiteY3" fmla="*/ 140590 h 156571"/>
                <a:gd name="connsiteX4" fmla="*/ 131 w 595837"/>
                <a:gd name="connsiteY4" fmla="*/ 0 h 156571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0 w 600949"/>
                <a:gd name="connsiteY0" fmla="*/ 0 h 271309"/>
                <a:gd name="connsiteX1" fmla="*/ 600949 w 600949"/>
                <a:gd name="connsiteY1" fmla="*/ 0 h 271309"/>
                <a:gd name="connsiteX2" fmla="*/ 599428 w 600949"/>
                <a:gd name="connsiteY2" fmla="*/ 141984 h 271309"/>
                <a:gd name="connsiteX3" fmla="*/ 3722 w 600949"/>
                <a:gd name="connsiteY3" fmla="*/ 271309 h 271309"/>
                <a:gd name="connsiteX4" fmla="*/ 0 w 600949"/>
                <a:gd name="connsiteY4" fmla="*/ 0 h 271309"/>
                <a:gd name="connsiteX0" fmla="*/ 0 w 599639"/>
                <a:gd name="connsiteY0" fmla="*/ 0 h 271309"/>
                <a:gd name="connsiteX1" fmla="*/ 599639 w 599639"/>
                <a:gd name="connsiteY1" fmla="*/ 0 h 271309"/>
                <a:gd name="connsiteX2" fmla="*/ 599428 w 599639"/>
                <a:gd name="connsiteY2" fmla="*/ 141984 h 271309"/>
                <a:gd name="connsiteX3" fmla="*/ 3722 w 599639"/>
                <a:gd name="connsiteY3" fmla="*/ 271309 h 271309"/>
                <a:gd name="connsiteX4" fmla="*/ 0 w 599639"/>
                <a:gd name="connsiteY4" fmla="*/ 0 h 271309"/>
                <a:gd name="connsiteX0" fmla="*/ 0 w 597018"/>
                <a:gd name="connsiteY0" fmla="*/ 0 h 271309"/>
                <a:gd name="connsiteX1" fmla="*/ 597018 w 597018"/>
                <a:gd name="connsiteY1" fmla="*/ 0 h 271309"/>
                <a:gd name="connsiteX2" fmla="*/ 596807 w 597018"/>
                <a:gd name="connsiteY2" fmla="*/ 141984 h 271309"/>
                <a:gd name="connsiteX3" fmla="*/ 1101 w 597018"/>
                <a:gd name="connsiteY3" fmla="*/ 271309 h 271309"/>
                <a:gd name="connsiteX4" fmla="*/ 0 w 597018"/>
                <a:gd name="connsiteY4" fmla="*/ 0 h 271309"/>
                <a:gd name="connsiteX0" fmla="*/ 0 w 596807"/>
                <a:gd name="connsiteY0" fmla="*/ 0 h 271309"/>
                <a:gd name="connsiteX1" fmla="*/ 591775 w 596807"/>
                <a:gd name="connsiteY1" fmla="*/ 0 h 271309"/>
                <a:gd name="connsiteX2" fmla="*/ 596807 w 596807"/>
                <a:gd name="connsiteY2" fmla="*/ 141984 h 271309"/>
                <a:gd name="connsiteX3" fmla="*/ 1101 w 596807"/>
                <a:gd name="connsiteY3" fmla="*/ 271309 h 271309"/>
                <a:gd name="connsiteX4" fmla="*/ 0 w 596807"/>
                <a:gd name="connsiteY4" fmla="*/ 0 h 271309"/>
                <a:gd name="connsiteX0" fmla="*/ 0 w 596807"/>
                <a:gd name="connsiteY0" fmla="*/ 0 h 271309"/>
                <a:gd name="connsiteX1" fmla="*/ 595708 w 596807"/>
                <a:gd name="connsiteY1" fmla="*/ 0 h 271309"/>
                <a:gd name="connsiteX2" fmla="*/ 596807 w 596807"/>
                <a:gd name="connsiteY2" fmla="*/ 141984 h 271309"/>
                <a:gd name="connsiteX3" fmla="*/ 1101 w 596807"/>
                <a:gd name="connsiteY3" fmla="*/ 271309 h 271309"/>
                <a:gd name="connsiteX4" fmla="*/ 0 w 596807"/>
                <a:gd name="connsiteY4" fmla="*/ 0 h 271309"/>
                <a:gd name="connsiteX0" fmla="*/ 0 w 595708"/>
                <a:gd name="connsiteY0" fmla="*/ 0 h 271309"/>
                <a:gd name="connsiteX1" fmla="*/ 595708 w 595708"/>
                <a:gd name="connsiteY1" fmla="*/ 0 h 271309"/>
                <a:gd name="connsiteX2" fmla="*/ 594186 w 595708"/>
                <a:gd name="connsiteY2" fmla="*/ 141985 h 271309"/>
                <a:gd name="connsiteX3" fmla="*/ 1101 w 595708"/>
                <a:gd name="connsiteY3" fmla="*/ 271309 h 271309"/>
                <a:gd name="connsiteX4" fmla="*/ 0 w 595708"/>
                <a:gd name="connsiteY4" fmla="*/ 0 h 271309"/>
                <a:gd name="connsiteX0" fmla="*/ 0 w 596439"/>
                <a:gd name="connsiteY0" fmla="*/ 109083 h 380392"/>
                <a:gd name="connsiteX1" fmla="*/ 595708 w 596439"/>
                <a:gd name="connsiteY1" fmla="*/ 109083 h 380392"/>
                <a:gd name="connsiteX2" fmla="*/ 594186 w 596439"/>
                <a:gd name="connsiteY2" fmla="*/ 251068 h 380392"/>
                <a:gd name="connsiteX3" fmla="*/ 1101 w 596439"/>
                <a:gd name="connsiteY3" fmla="*/ 380392 h 380392"/>
                <a:gd name="connsiteX4" fmla="*/ 0 w 596439"/>
                <a:gd name="connsiteY4" fmla="*/ 109083 h 380392"/>
                <a:gd name="connsiteX0" fmla="*/ 0 w 595708"/>
                <a:gd name="connsiteY0" fmla="*/ 0 h 271309"/>
                <a:gd name="connsiteX1" fmla="*/ 595708 w 595708"/>
                <a:gd name="connsiteY1" fmla="*/ 0 h 271309"/>
                <a:gd name="connsiteX2" fmla="*/ 594186 w 595708"/>
                <a:gd name="connsiteY2" fmla="*/ 141985 h 271309"/>
                <a:gd name="connsiteX3" fmla="*/ 1101 w 595708"/>
                <a:gd name="connsiteY3" fmla="*/ 271309 h 271309"/>
                <a:gd name="connsiteX4" fmla="*/ 0 w 595708"/>
                <a:gd name="connsiteY4" fmla="*/ 0 h 271309"/>
                <a:gd name="connsiteX0" fmla="*/ 0 w 596808"/>
                <a:gd name="connsiteY0" fmla="*/ 0 h 271309"/>
                <a:gd name="connsiteX1" fmla="*/ 595708 w 596808"/>
                <a:gd name="connsiteY1" fmla="*/ 0 h 271309"/>
                <a:gd name="connsiteX2" fmla="*/ 596808 w 596808"/>
                <a:gd name="connsiteY2" fmla="*/ 141985 h 271309"/>
                <a:gd name="connsiteX3" fmla="*/ 1101 w 596808"/>
                <a:gd name="connsiteY3" fmla="*/ 271309 h 271309"/>
                <a:gd name="connsiteX4" fmla="*/ 0 w 596808"/>
                <a:gd name="connsiteY4" fmla="*/ 0 h 271309"/>
                <a:gd name="connsiteX0" fmla="*/ 0 w 596808"/>
                <a:gd name="connsiteY0" fmla="*/ 0 h 271309"/>
                <a:gd name="connsiteX1" fmla="*/ 595708 w 596808"/>
                <a:gd name="connsiteY1" fmla="*/ 0 h 271309"/>
                <a:gd name="connsiteX2" fmla="*/ 596808 w 596808"/>
                <a:gd name="connsiteY2" fmla="*/ 141985 h 271309"/>
                <a:gd name="connsiteX3" fmla="*/ 1101 w 596808"/>
                <a:gd name="connsiteY3" fmla="*/ 271309 h 271309"/>
                <a:gd name="connsiteX4" fmla="*/ 0 w 596808"/>
                <a:gd name="connsiteY4" fmla="*/ 0 h 271309"/>
                <a:gd name="connsiteX0" fmla="*/ 0 w 596808"/>
                <a:gd name="connsiteY0" fmla="*/ 0 h 271309"/>
                <a:gd name="connsiteX1" fmla="*/ 595708 w 596808"/>
                <a:gd name="connsiteY1" fmla="*/ 0 h 271309"/>
                <a:gd name="connsiteX2" fmla="*/ 596808 w 596808"/>
                <a:gd name="connsiteY2" fmla="*/ 141985 h 271309"/>
                <a:gd name="connsiteX3" fmla="*/ 1101 w 596808"/>
                <a:gd name="connsiteY3" fmla="*/ 271309 h 271309"/>
                <a:gd name="connsiteX4" fmla="*/ 0 w 596808"/>
                <a:gd name="connsiteY4" fmla="*/ 0 h 271309"/>
                <a:gd name="connsiteX0" fmla="*/ 0 w 595708"/>
                <a:gd name="connsiteY0" fmla="*/ 0 h 271309"/>
                <a:gd name="connsiteX1" fmla="*/ 595708 w 595708"/>
                <a:gd name="connsiteY1" fmla="*/ 0 h 271309"/>
                <a:gd name="connsiteX2" fmla="*/ 594186 w 595708"/>
                <a:gd name="connsiteY2" fmla="*/ 141985 h 271309"/>
                <a:gd name="connsiteX3" fmla="*/ 1101 w 595708"/>
                <a:gd name="connsiteY3" fmla="*/ 271309 h 271309"/>
                <a:gd name="connsiteX4" fmla="*/ 0 w 595708"/>
                <a:gd name="connsiteY4" fmla="*/ 0 h 271309"/>
                <a:gd name="connsiteX0" fmla="*/ 0 w 595708"/>
                <a:gd name="connsiteY0" fmla="*/ 0 h 271309"/>
                <a:gd name="connsiteX1" fmla="*/ 595708 w 595708"/>
                <a:gd name="connsiteY1" fmla="*/ 0 h 271309"/>
                <a:gd name="connsiteX2" fmla="*/ 594186 w 595708"/>
                <a:gd name="connsiteY2" fmla="*/ 141985 h 271309"/>
                <a:gd name="connsiteX3" fmla="*/ 1101 w 595708"/>
                <a:gd name="connsiteY3" fmla="*/ 271309 h 271309"/>
                <a:gd name="connsiteX4" fmla="*/ 0 w 595708"/>
                <a:gd name="connsiteY4" fmla="*/ 0 h 271309"/>
                <a:gd name="connsiteX0" fmla="*/ 0 w 595936"/>
                <a:gd name="connsiteY0" fmla="*/ 0 h 271309"/>
                <a:gd name="connsiteX1" fmla="*/ 595708 w 595936"/>
                <a:gd name="connsiteY1" fmla="*/ 0 h 271309"/>
                <a:gd name="connsiteX2" fmla="*/ 594186 w 595936"/>
                <a:gd name="connsiteY2" fmla="*/ 141985 h 271309"/>
                <a:gd name="connsiteX3" fmla="*/ 1101 w 595936"/>
                <a:gd name="connsiteY3" fmla="*/ 271309 h 271309"/>
                <a:gd name="connsiteX4" fmla="*/ 0 w 595936"/>
                <a:gd name="connsiteY4" fmla="*/ 0 h 271309"/>
                <a:gd name="connsiteX0" fmla="*/ 319 w 596255"/>
                <a:gd name="connsiteY0" fmla="*/ 0 h 271309"/>
                <a:gd name="connsiteX1" fmla="*/ 596027 w 596255"/>
                <a:gd name="connsiteY1" fmla="*/ 0 h 271309"/>
                <a:gd name="connsiteX2" fmla="*/ 594505 w 596255"/>
                <a:gd name="connsiteY2" fmla="*/ 141985 h 271309"/>
                <a:gd name="connsiteX3" fmla="*/ 110 w 596255"/>
                <a:gd name="connsiteY3" fmla="*/ 271309 h 271309"/>
                <a:gd name="connsiteX4" fmla="*/ 319 w 596255"/>
                <a:gd name="connsiteY4" fmla="*/ 0 h 271309"/>
                <a:gd name="connsiteX0" fmla="*/ 0 w 595936"/>
                <a:gd name="connsiteY0" fmla="*/ 0 h 271309"/>
                <a:gd name="connsiteX1" fmla="*/ 595708 w 595936"/>
                <a:gd name="connsiteY1" fmla="*/ 0 h 271309"/>
                <a:gd name="connsiteX2" fmla="*/ 594186 w 595936"/>
                <a:gd name="connsiteY2" fmla="*/ 141985 h 271309"/>
                <a:gd name="connsiteX3" fmla="*/ 1101 w 595936"/>
                <a:gd name="connsiteY3" fmla="*/ 271309 h 271309"/>
                <a:gd name="connsiteX4" fmla="*/ 0 w 595936"/>
                <a:gd name="connsiteY4" fmla="*/ 0 h 271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5936" h="271309">
                  <a:moveTo>
                    <a:pt x="0" y="0"/>
                  </a:moveTo>
                  <a:lnTo>
                    <a:pt x="595708" y="0"/>
                  </a:lnTo>
                  <a:cubicBezTo>
                    <a:pt x="595708" y="30988"/>
                    <a:pt x="596806" y="39550"/>
                    <a:pt x="594186" y="141985"/>
                  </a:cubicBezTo>
                  <a:cubicBezTo>
                    <a:pt x="404809" y="352086"/>
                    <a:pt x="341643" y="22672"/>
                    <a:pt x="1101" y="271309"/>
                  </a:cubicBezTo>
                  <a:cubicBezTo>
                    <a:pt x="647" y="226260"/>
                    <a:pt x="454" y="45049"/>
                    <a:pt x="0" y="0"/>
                  </a:cubicBez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782" name="组合 781">
              <a:extLst>
                <a:ext uri="{FF2B5EF4-FFF2-40B4-BE49-F238E27FC236}">
                  <a16:creationId xmlns:a16="http://schemas.microsoft.com/office/drawing/2014/main" id="{D38EC138-2537-F5DC-0A4F-9F8C6DD6F025}"/>
                </a:ext>
              </a:extLst>
            </p:cNvPr>
            <p:cNvGrpSpPr/>
            <p:nvPr/>
          </p:nvGrpSpPr>
          <p:grpSpPr>
            <a:xfrm>
              <a:off x="4341455" y="6517035"/>
              <a:ext cx="621640" cy="663817"/>
              <a:chOff x="3656357" y="6507685"/>
              <a:chExt cx="621640" cy="663817"/>
            </a:xfrm>
          </p:grpSpPr>
          <p:sp>
            <p:nvSpPr>
              <p:cNvPr id="783" name="矩形 782">
                <a:extLst>
                  <a:ext uri="{FF2B5EF4-FFF2-40B4-BE49-F238E27FC236}">
                    <a16:creationId xmlns:a16="http://schemas.microsoft.com/office/drawing/2014/main" id="{EB429CE9-292E-F1F0-2502-A88751E4AB1A}"/>
                  </a:ext>
                </a:extLst>
              </p:cNvPr>
              <p:cNvSpPr/>
              <p:nvPr/>
            </p:nvSpPr>
            <p:spPr>
              <a:xfrm>
                <a:off x="3656465" y="6640950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84" name="矩形 783">
                <a:extLst>
                  <a:ext uri="{FF2B5EF4-FFF2-40B4-BE49-F238E27FC236}">
                    <a16:creationId xmlns:a16="http://schemas.microsoft.com/office/drawing/2014/main" id="{C0A68D6D-529C-662D-00C5-2B53978E7C3F}"/>
                  </a:ext>
                </a:extLst>
              </p:cNvPr>
              <p:cNvSpPr/>
              <p:nvPr/>
            </p:nvSpPr>
            <p:spPr>
              <a:xfrm>
                <a:off x="3811875" y="6640950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85" name="矩形 784">
                <a:extLst>
                  <a:ext uri="{FF2B5EF4-FFF2-40B4-BE49-F238E27FC236}">
                    <a16:creationId xmlns:a16="http://schemas.microsoft.com/office/drawing/2014/main" id="{AFA37F32-D643-A3B4-F6E1-207194292102}"/>
                  </a:ext>
                </a:extLst>
              </p:cNvPr>
              <p:cNvSpPr/>
              <p:nvPr/>
            </p:nvSpPr>
            <p:spPr>
              <a:xfrm>
                <a:off x="3967285" y="6640950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86" name="矩形 785">
                <a:extLst>
                  <a:ext uri="{FF2B5EF4-FFF2-40B4-BE49-F238E27FC236}">
                    <a16:creationId xmlns:a16="http://schemas.microsoft.com/office/drawing/2014/main" id="{8D3D0C5C-B5DB-FE4E-A444-73DC1C31A4F0}"/>
                  </a:ext>
                </a:extLst>
              </p:cNvPr>
              <p:cNvSpPr/>
              <p:nvPr/>
            </p:nvSpPr>
            <p:spPr>
              <a:xfrm>
                <a:off x="4122695" y="6640950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87" name="矩形 786">
                <a:extLst>
                  <a:ext uri="{FF2B5EF4-FFF2-40B4-BE49-F238E27FC236}">
                    <a16:creationId xmlns:a16="http://schemas.microsoft.com/office/drawing/2014/main" id="{F6E9DE8F-0525-2639-32F9-74AC7885416F}"/>
                  </a:ext>
                </a:extLst>
              </p:cNvPr>
              <p:cNvSpPr/>
              <p:nvPr/>
            </p:nvSpPr>
            <p:spPr>
              <a:xfrm>
                <a:off x="3656465" y="6773574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88" name="矩形 787">
                <a:extLst>
                  <a:ext uri="{FF2B5EF4-FFF2-40B4-BE49-F238E27FC236}">
                    <a16:creationId xmlns:a16="http://schemas.microsoft.com/office/drawing/2014/main" id="{BDD97986-D6E6-AB67-0C22-F2D771BCA675}"/>
                  </a:ext>
                </a:extLst>
              </p:cNvPr>
              <p:cNvSpPr/>
              <p:nvPr/>
            </p:nvSpPr>
            <p:spPr>
              <a:xfrm>
                <a:off x="3811875" y="6773574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89" name="矩形 788">
                <a:extLst>
                  <a:ext uri="{FF2B5EF4-FFF2-40B4-BE49-F238E27FC236}">
                    <a16:creationId xmlns:a16="http://schemas.microsoft.com/office/drawing/2014/main" id="{C0FBDF0B-8ECB-3BAF-1C7D-47955022CF90}"/>
                  </a:ext>
                </a:extLst>
              </p:cNvPr>
              <p:cNvSpPr/>
              <p:nvPr/>
            </p:nvSpPr>
            <p:spPr>
              <a:xfrm>
                <a:off x="3967285" y="6773574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90" name="矩形 789">
                <a:extLst>
                  <a:ext uri="{FF2B5EF4-FFF2-40B4-BE49-F238E27FC236}">
                    <a16:creationId xmlns:a16="http://schemas.microsoft.com/office/drawing/2014/main" id="{ACBBAB36-EA99-FE9B-6566-BF04EDFA5DFB}"/>
                  </a:ext>
                </a:extLst>
              </p:cNvPr>
              <p:cNvSpPr/>
              <p:nvPr/>
            </p:nvSpPr>
            <p:spPr>
              <a:xfrm>
                <a:off x="4122695" y="6773574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91" name="矩形 790">
                <a:extLst>
                  <a:ext uri="{FF2B5EF4-FFF2-40B4-BE49-F238E27FC236}">
                    <a16:creationId xmlns:a16="http://schemas.microsoft.com/office/drawing/2014/main" id="{F24F102E-A089-C00D-C2F3-B476A48CE0FC}"/>
                  </a:ext>
                </a:extLst>
              </p:cNvPr>
              <p:cNvSpPr/>
              <p:nvPr/>
            </p:nvSpPr>
            <p:spPr>
              <a:xfrm>
                <a:off x="3656357" y="690625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92" name="矩形 791">
                <a:extLst>
                  <a:ext uri="{FF2B5EF4-FFF2-40B4-BE49-F238E27FC236}">
                    <a16:creationId xmlns:a16="http://schemas.microsoft.com/office/drawing/2014/main" id="{4CD2B1A6-FF65-C5CB-9EBA-C49F50F866A9}"/>
                  </a:ext>
                </a:extLst>
              </p:cNvPr>
              <p:cNvSpPr/>
              <p:nvPr/>
            </p:nvSpPr>
            <p:spPr>
              <a:xfrm>
                <a:off x="3811767" y="690625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93" name="矩形 792">
                <a:extLst>
                  <a:ext uri="{FF2B5EF4-FFF2-40B4-BE49-F238E27FC236}">
                    <a16:creationId xmlns:a16="http://schemas.microsoft.com/office/drawing/2014/main" id="{2913C4CE-DF64-55FF-FFDC-FA2CEF374694}"/>
                  </a:ext>
                </a:extLst>
              </p:cNvPr>
              <p:cNvSpPr/>
              <p:nvPr/>
            </p:nvSpPr>
            <p:spPr>
              <a:xfrm>
                <a:off x="3967177" y="690625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94" name="矩形 793">
                <a:extLst>
                  <a:ext uri="{FF2B5EF4-FFF2-40B4-BE49-F238E27FC236}">
                    <a16:creationId xmlns:a16="http://schemas.microsoft.com/office/drawing/2014/main" id="{DEE8AA3D-2347-B240-A0EA-8FDF55A28393}"/>
                  </a:ext>
                </a:extLst>
              </p:cNvPr>
              <p:cNvSpPr/>
              <p:nvPr/>
            </p:nvSpPr>
            <p:spPr>
              <a:xfrm>
                <a:off x="4122587" y="690625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95" name="矩形 794">
                <a:extLst>
                  <a:ext uri="{FF2B5EF4-FFF2-40B4-BE49-F238E27FC236}">
                    <a16:creationId xmlns:a16="http://schemas.microsoft.com/office/drawing/2014/main" id="{1BF5D4DB-8C5F-4410-B86C-0B155078CF4E}"/>
                  </a:ext>
                </a:extLst>
              </p:cNvPr>
              <p:cNvSpPr/>
              <p:nvPr/>
            </p:nvSpPr>
            <p:spPr>
              <a:xfrm>
                <a:off x="3656357" y="7038879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96" name="矩形 795">
                <a:extLst>
                  <a:ext uri="{FF2B5EF4-FFF2-40B4-BE49-F238E27FC236}">
                    <a16:creationId xmlns:a16="http://schemas.microsoft.com/office/drawing/2014/main" id="{C9C9A8F8-3D2E-F654-F91F-D96F42C3BAC0}"/>
                  </a:ext>
                </a:extLst>
              </p:cNvPr>
              <p:cNvSpPr/>
              <p:nvPr/>
            </p:nvSpPr>
            <p:spPr>
              <a:xfrm>
                <a:off x="3811767" y="7038879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97" name="矩形 796">
                <a:extLst>
                  <a:ext uri="{FF2B5EF4-FFF2-40B4-BE49-F238E27FC236}">
                    <a16:creationId xmlns:a16="http://schemas.microsoft.com/office/drawing/2014/main" id="{1C11802B-E28D-50DF-2301-86AC965A5499}"/>
                  </a:ext>
                </a:extLst>
              </p:cNvPr>
              <p:cNvSpPr/>
              <p:nvPr/>
            </p:nvSpPr>
            <p:spPr>
              <a:xfrm>
                <a:off x="3967177" y="7038879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98" name="矩形 797">
                <a:extLst>
                  <a:ext uri="{FF2B5EF4-FFF2-40B4-BE49-F238E27FC236}">
                    <a16:creationId xmlns:a16="http://schemas.microsoft.com/office/drawing/2014/main" id="{934504A8-09BF-FB07-8E96-10CB13E999CD}"/>
                  </a:ext>
                </a:extLst>
              </p:cNvPr>
              <p:cNvSpPr/>
              <p:nvPr/>
            </p:nvSpPr>
            <p:spPr>
              <a:xfrm>
                <a:off x="4122587" y="7038879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99" name="矩形 798">
                <a:extLst>
                  <a:ext uri="{FF2B5EF4-FFF2-40B4-BE49-F238E27FC236}">
                    <a16:creationId xmlns:a16="http://schemas.microsoft.com/office/drawing/2014/main" id="{30A3AB1B-EF22-F0C3-3167-5BB1D629BD25}"/>
                  </a:ext>
                </a:extLst>
              </p:cNvPr>
              <p:cNvSpPr/>
              <p:nvPr/>
            </p:nvSpPr>
            <p:spPr>
              <a:xfrm>
                <a:off x="3656357" y="650768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00" name="矩形 799">
                <a:extLst>
                  <a:ext uri="{FF2B5EF4-FFF2-40B4-BE49-F238E27FC236}">
                    <a16:creationId xmlns:a16="http://schemas.microsoft.com/office/drawing/2014/main" id="{C0234835-ED42-BF2D-5C66-3B960BEC1213}"/>
                  </a:ext>
                </a:extLst>
              </p:cNvPr>
              <p:cNvSpPr/>
              <p:nvPr/>
            </p:nvSpPr>
            <p:spPr>
              <a:xfrm>
                <a:off x="3811767" y="650768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01" name="矩形 800">
                <a:extLst>
                  <a:ext uri="{FF2B5EF4-FFF2-40B4-BE49-F238E27FC236}">
                    <a16:creationId xmlns:a16="http://schemas.microsoft.com/office/drawing/2014/main" id="{BBE62DFD-E8C5-38F9-36BF-E9B11ABA6791}"/>
                  </a:ext>
                </a:extLst>
              </p:cNvPr>
              <p:cNvSpPr/>
              <p:nvPr/>
            </p:nvSpPr>
            <p:spPr>
              <a:xfrm>
                <a:off x="3967177" y="650768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02" name="矩形 801">
                <a:extLst>
                  <a:ext uri="{FF2B5EF4-FFF2-40B4-BE49-F238E27FC236}">
                    <a16:creationId xmlns:a16="http://schemas.microsoft.com/office/drawing/2014/main" id="{B58F8841-7D44-73DF-AF2E-BC57C9047482}"/>
                  </a:ext>
                </a:extLst>
              </p:cNvPr>
              <p:cNvSpPr/>
              <p:nvPr/>
            </p:nvSpPr>
            <p:spPr>
              <a:xfrm>
                <a:off x="4122587" y="650768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cxnSp>
        <p:nvCxnSpPr>
          <p:cNvPr id="50" name="直线箭头连接符 377">
            <a:extLst>
              <a:ext uri="{FF2B5EF4-FFF2-40B4-BE49-F238E27FC236}">
                <a16:creationId xmlns:a16="http://schemas.microsoft.com/office/drawing/2014/main" id="{056ED89E-169D-211A-54DC-2E03F32F9C58}"/>
              </a:ext>
            </a:extLst>
          </p:cNvPr>
          <p:cNvCxnSpPr>
            <a:cxnSpLocks/>
          </p:cNvCxnSpPr>
          <p:nvPr/>
        </p:nvCxnSpPr>
        <p:spPr>
          <a:xfrm>
            <a:off x="8363652" y="2157354"/>
            <a:ext cx="1104314" cy="1536016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线箭头连接符 398">
            <a:extLst>
              <a:ext uri="{FF2B5EF4-FFF2-40B4-BE49-F238E27FC236}">
                <a16:creationId xmlns:a16="http://schemas.microsoft.com/office/drawing/2014/main" id="{71598407-0301-CA2D-FF58-1177633A04C3}"/>
              </a:ext>
            </a:extLst>
          </p:cNvPr>
          <p:cNvCxnSpPr>
            <a:cxnSpLocks/>
          </p:cNvCxnSpPr>
          <p:nvPr/>
        </p:nvCxnSpPr>
        <p:spPr>
          <a:xfrm flipV="1">
            <a:off x="8363652" y="2197801"/>
            <a:ext cx="1104314" cy="176755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0" name="流程图: 接点 991">
            <a:extLst>
              <a:ext uri="{FF2B5EF4-FFF2-40B4-BE49-F238E27FC236}">
                <a16:creationId xmlns:a16="http://schemas.microsoft.com/office/drawing/2014/main" id="{7FBB4C5D-1A67-6AA0-B43C-46272BDE4FE3}"/>
              </a:ext>
            </a:extLst>
          </p:cNvPr>
          <p:cNvSpPr/>
          <p:nvPr/>
        </p:nvSpPr>
        <p:spPr>
          <a:xfrm>
            <a:off x="10061866" y="1654506"/>
            <a:ext cx="324675" cy="322149"/>
          </a:xfrm>
          <a:prstGeom prst="flowChartConnector">
            <a:avLst/>
          </a:prstGeom>
          <a:noFill/>
          <a:ln w="28575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zh-CN" altLang="en-US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31" name="流程图: 接点 994">
            <a:extLst>
              <a:ext uri="{FF2B5EF4-FFF2-40B4-BE49-F238E27FC236}">
                <a16:creationId xmlns:a16="http://schemas.microsoft.com/office/drawing/2014/main" id="{250C14F8-185F-4F1A-7A96-6BE0BAB74155}"/>
              </a:ext>
            </a:extLst>
          </p:cNvPr>
          <p:cNvSpPr/>
          <p:nvPr/>
        </p:nvSpPr>
        <p:spPr>
          <a:xfrm>
            <a:off x="10074156" y="3639346"/>
            <a:ext cx="324675" cy="322149"/>
          </a:xfrm>
          <a:prstGeom prst="flowChartConnector">
            <a:avLst/>
          </a:prstGeom>
          <a:noFill/>
          <a:ln w="28575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zh-CN" altLang="en-US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32" name="流程图: 接点 1118">
            <a:extLst>
              <a:ext uri="{FF2B5EF4-FFF2-40B4-BE49-F238E27FC236}">
                <a16:creationId xmlns:a16="http://schemas.microsoft.com/office/drawing/2014/main" id="{DF6982B5-A0F8-9624-827A-D9A657799F10}"/>
              </a:ext>
            </a:extLst>
          </p:cNvPr>
          <p:cNvSpPr/>
          <p:nvPr/>
        </p:nvSpPr>
        <p:spPr>
          <a:xfrm>
            <a:off x="10060319" y="2059406"/>
            <a:ext cx="324675" cy="322149"/>
          </a:xfrm>
          <a:prstGeom prst="flowChartConnector">
            <a:avLst/>
          </a:prstGeom>
          <a:noFill/>
          <a:ln w="28575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lang="zh-CN" altLang="en-US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33" name="流程图: 接点 1120">
            <a:extLst>
              <a:ext uri="{FF2B5EF4-FFF2-40B4-BE49-F238E27FC236}">
                <a16:creationId xmlns:a16="http://schemas.microsoft.com/office/drawing/2014/main" id="{445EA2E0-2E96-9864-2E54-6439BBC9DA0F}"/>
              </a:ext>
            </a:extLst>
          </p:cNvPr>
          <p:cNvSpPr/>
          <p:nvPr/>
        </p:nvSpPr>
        <p:spPr>
          <a:xfrm>
            <a:off x="10073040" y="3202514"/>
            <a:ext cx="324675" cy="322149"/>
          </a:xfrm>
          <a:prstGeom prst="flowChartConnector">
            <a:avLst/>
          </a:prstGeom>
          <a:noFill/>
          <a:ln w="28575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endParaRPr lang="zh-CN" altLang="en-US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634" name="组合 633">
            <a:extLst>
              <a:ext uri="{FF2B5EF4-FFF2-40B4-BE49-F238E27FC236}">
                <a16:creationId xmlns:a16="http://schemas.microsoft.com/office/drawing/2014/main" id="{D0ADE5E7-3738-CFBD-398E-ADCA9EA00201}"/>
              </a:ext>
            </a:extLst>
          </p:cNvPr>
          <p:cNvGrpSpPr/>
          <p:nvPr/>
        </p:nvGrpSpPr>
        <p:grpSpPr>
          <a:xfrm>
            <a:off x="9530953" y="1739943"/>
            <a:ext cx="403556" cy="176292"/>
            <a:chOff x="6766867" y="9932442"/>
            <a:chExt cx="304958" cy="133117"/>
          </a:xfrm>
        </p:grpSpPr>
        <p:sp>
          <p:nvSpPr>
            <p:cNvPr id="635" name="矩形 634">
              <a:extLst>
                <a:ext uri="{FF2B5EF4-FFF2-40B4-BE49-F238E27FC236}">
                  <a16:creationId xmlns:a16="http://schemas.microsoft.com/office/drawing/2014/main" id="{64F6AA74-7A23-646E-92C7-C6564ECCD9E0}"/>
                </a:ext>
              </a:extLst>
            </p:cNvPr>
            <p:cNvSpPr/>
            <p:nvPr/>
          </p:nvSpPr>
          <p:spPr>
            <a:xfrm>
              <a:off x="6766867" y="9932442"/>
              <a:ext cx="151932" cy="133117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6" name="矩形 635">
              <a:extLst>
                <a:ext uri="{FF2B5EF4-FFF2-40B4-BE49-F238E27FC236}">
                  <a16:creationId xmlns:a16="http://schemas.microsoft.com/office/drawing/2014/main" id="{392DC1AC-82EA-3FB6-8C15-D6C16266DD58}"/>
                </a:ext>
              </a:extLst>
            </p:cNvPr>
            <p:cNvSpPr/>
            <p:nvPr/>
          </p:nvSpPr>
          <p:spPr>
            <a:xfrm>
              <a:off x="6919893" y="9932442"/>
              <a:ext cx="151932" cy="133117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637" name="组合 636">
            <a:extLst>
              <a:ext uri="{FF2B5EF4-FFF2-40B4-BE49-F238E27FC236}">
                <a16:creationId xmlns:a16="http://schemas.microsoft.com/office/drawing/2014/main" id="{091601AC-E376-FFE7-BE34-A72D28011546}"/>
              </a:ext>
            </a:extLst>
          </p:cNvPr>
          <p:cNvGrpSpPr/>
          <p:nvPr/>
        </p:nvGrpSpPr>
        <p:grpSpPr>
          <a:xfrm>
            <a:off x="9529449" y="2153462"/>
            <a:ext cx="403556" cy="176292"/>
            <a:chOff x="6766867" y="9932442"/>
            <a:chExt cx="304958" cy="133117"/>
          </a:xfrm>
        </p:grpSpPr>
        <p:sp>
          <p:nvSpPr>
            <p:cNvPr id="638" name="矩形 637">
              <a:extLst>
                <a:ext uri="{FF2B5EF4-FFF2-40B4-BE49-F238E27FC236}">
                  <a16:creationId xmlns:a16="http://schemas.microsoft.com/office/drawing/2014/main" id="{9B933A18-40CF-7D56-EF44-266C4C3D398F}"/>
                </a:ext>
              </a:extLst>
            </p:cNvPr>
            <p:cNvSpPr/>
            <p:nvPr/>
          </p:nvSpPr>
          <p:spPr>
            <a:xfrm>
              <a:off x="6766867" y="9932442"/>
              <a:ext cx="151932" cy="133117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9" name="矩形 638">
              <a:extLst>
                <a:ext uri="{FF2B5EF4-FFF2-40B4-BE49-F238E27FC236}">
                  <a16:creationId xmlns:a16="http://schemas.microsoft.com/office/drawing/2014/main" id="{6E149AD2-A717-9F4D-3643-32200D2FC1CB}"/>
                </a:ext>
              </a:extLst>
            </p:cNvPr>
            <p:cNvSpPr/>
            <p:nvPr/>
          </p:nvSpPr>
          <p:spPr>
            <a:xfrm>
              <a:off x="6919893" y="9932442"/>
              <a:ext cx="151932" cy="133117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640" name="组合 639">
            <a:extLst>
              <a:ext uri="{FF2B5EF4-FFF2-40B4-BE49-F238E27FC236}">
                <a16:creationId xmlns:a16="http://schemas.microsoft.com/office/drawing/2014/main" id="{4834905F-1CD5-3452-1B76-BD4AB4FE3E0C}"/>
              </a:ext>
            </a:extLst>
          </p:cNvPr>
          <p:cNvGrpSpPr/>
          <p:nvPr/>
        </p:nvGrpSpPr>
        <p:grpSpPr>
          <a:xfrm>
            <a:off x="9522780" y="3303044"/>
            <a:ext cx="403556" cy="176292"/>
            <a:chOff x="6766867" y="9932442"/>
            <a:chExt cx="304958" cy="133117"/>
          </a:xfrm>
        </p:grpSpPr>
        <p:sp>
          <p:nvSpPr>
            <p:cNvPr id="641" name="矩形 640">
              <a:extLst>
                <a:ext uri="{FF2B5EF4-FFF2-40B4-BE49-F238E27FC236}">
                  <a16:creationId xmlns:a16="http://schemas.microsoft.com/office/drawing/2014/main" id="{629A49F5-7252-7110-7EFD-05B707DA634E}"/>
                </a:ext>
              </a:extLst>
            </p:cNvPr>
            <p:cNvSpPr/>
            <p:nvPr/>
          </p:nvSpPr>
          <p:spPr>
            <a:xfrm>
              <a:off x="6766867" y="9932442"/>
              <a:ext cx="151932" cy="133117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42" name="矩形 641">
              <a:extLst>
                <a:ext uri="{FF2B5EF4-FFF2-40B4-BE49-F238E27FC236}">
                  <a16:creationId xmlns:a16="http://schemas.microsoft.com/office/drawing/2014/main" id="{6CAA6C44-5F64-7BA1-4C6D-A187A6D55BEC}"/>
                </a:ext>
              </a:extLst>
            </p:cNvPr>
            <p:cNvSpPr/>
            <p:nvPr/>
          </p:nvSpPr>
          <p:spPr>
            <a:xfrm>
              <a:off x="6919893" y="9932442"/>
              <a:ext cx="151932" cy="133117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643" name="组合 642">
            <a:extLst>
              <a:ext uri="{FF2B5EF4-FFF2-40B4-BE49-F238E27FC236}">
                <a16:creationId xmlns:a16="http://schemas.microsoft.com/office/drawing/2014/main" id="{E6B541D1-4C28-9525-662D-78F398195860}"/>
              </a:ext>
            </a:extLst>
          </p:cNvPr>
          <p:cNvGrpSpPr/>
          <p:nvPr/>
        </p:nvGrpSpPr>
        <p:grpSpPr>
          <a:xfrm>
            <a:off x="9521276" y="3716563"/>
            <a:ext cx="403556" cy="176292"/>
            <a:chOff x="6766867" y="9932442"/>
            <a:chExt cx="304958" cy="133117"/>
          </a:xfrm>
        </p:grpSpPr>
        <p:sp>
          <p:nvSpPr>
            <p:cNvPr id="658" name="矩形 657">
              <a:extLst>
                <a:ext uri="{FF2B5EF4-FFF2-40B4-BE49-F238E27FC236}">
                  <a16:creationId xmlns:a16="http://schemas.microsoft.com/office/drawing/2014/main" id="{9A0B8262-8A6C-21BC-A5E0-5EF59339D682}"/>
                </a:ext>
              </a:extLst>
            </p:cNvPr>
            <p:cNvSpPr/>
            <p:nvPr/>
          </p:nvSpPr>
          <p:spPr>
            <a:xfrm>
              <a:off x="6766867" y="9932442"/>
              <a:ext cx="151932" cy="133117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84" name="矩形 683">
              <a:extLst>
                <a:ext uri="{FF2B5EF4-FFF2-40B4-BE49-F238E27FC236}">
                  <a16:creationId xmlns:a16="http://schemas.microsoft.com/office/drawing/2014/main" id="{DC405054-D758-6F56-C4AB-FDF35BA97C97}"/>
                </a:ext>
              </a:extLst>
            </p:cNvPr>
            <p:cNvSpPr/>
            <p:nvPr/>
          </p:nvSpPr>
          <p:spPr>
            <a:xfrm>
              <a:off x="6919893" y="9932442"/>
              <a:ext cx="151932" cy="133117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685" name="矩形 684">
            <a:extLst>
              <a:ext uri="{FF2B5EF4-FFF2-40B4-BE49-F238E27FC236}">
                <a16:creationId xmlns:a16="http://schemas.microsoft.com/office/drawing/2014/main" id="{A8392CC4-BE59-2B74-E574-690D37315583}"/>
              </a:ext>
            </a:extLst>
          </p:cNvPr>
          <p:cNvSpPr/>
          <p:nvPr/>
        </p:nvSpPr>
        <p:spPr>
          <a:xfrm>
            <a:off x="282280" y="5640460"/>
            <a:ext cx="11668471" cy="115353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86" name="流程图: 接点 990">
            <a:extLst>
              <a:ext uri="{FF2B5EF4-FFF2-40B4-BE49-F238E27FC236}">
                <a16:creationId xmlns:a16="http://schemas.microsoft.com/office/drawing/2014/main" id="{F2635DA6-D155-DFB5-C75E-8C67F835E266}"/>
              </a:ext>
            </a:extLst>
          </p:cNvPr>
          <p:cNvSpPr/>
          <p:nvPr/>
        </p:nvSpPr>
        <p:spPr>
          <a:xfrm>
            <a:off x="8019945" y="1891507"/>
            <a:ext cx="324675" cy="322149"/>
          </a:xfrm>
          <a:prstGeom prst="flowChartConnector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zh-CN" altLang="en-US" sz="1600" dirty="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87" name="流程图: 接点 701">
            <a:extLst>
              <a:ext uri="{FF2B5EF4-FFF2-40B4-BE49-F238E27FC236}">
                <a16:creationId xmlns:a16="http://schemas.microsoft.com/office/drawing/2014/main" id="{20D12A32-9C00-13D0-9954-A634CAC5F995}"/>
              </a:ext>
            </a:extLst>
          </p:cNvPr>
          <p:cNvSpPr/>
          <p:nvPr/>
        </p:nvSpPr>
        <p:spPr>
          <a:xfrm>
            <a:off x="8018398" y="1499308"/>
            <a:ext cx="324675" cy="322149"/>
          </a:xfrm>
          <a:prstGeom prst="flowChartConnector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endParaRPr lang="zh-CN" altLang="en-US" sz="1600" dirty="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688" name="组合 687">
            <a:extLst>
              <a:ext uri="{FF2B5EF4-FFF2-40B4-BE49-F238E27FC236}">
                <a16:creationId xmlns:a16="http://schemas.microsoft.com/office/drawing/2014/main" id="{5263F765-6890-90CD-BFAB-D3EF8C8ABC97}"/>
              </a:ext>
            </a:extLst>
          </p:cNvPr>
          <p:cNvGrpSpPr/>
          <p:nvPr/>
        </p:nvGrpSpPr>
        <p:grpSpPr>
          <a:xfrm>
            <a:off x="7487528" y="1560467"/>
            <a:ext cx="403556" cy="176292"/>
            <a:chOff x="6766867" y="9932442"/>
            <a:chExt cx="304958" cy="133117"/>
          </a:xfrm>
        </p:grpSpPr>
        <p:sp>
          <p:nvSpPr>
            <p:cNvPr id="689" name="矩形 688">
              <a:extLst>
                <a:ext uri="{FF2B5EF4-FFF2-40B4-BE49-F238E27FC236}">
                  <a16:creationId xmlns:a16="http://schemas.microsoft.com/office/drawing/2014/main" id="{B1F00435-3FAD-2525-3E3B-80673E8940DB}"/>
                </a:ext>
              </a:extLst>
            </p:cNvPr>
            <p:cNvSpPr/>
            <p:nvPr/>
          </p:nvSpPr>
          <p:spPr>
            <a:xfrm>
              <a:off x="6766867" y="9932442"/>
              <a:ext cx="151932" cy="133117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0" name="矩形 689">
              <a:extLst>
                <a:ext uri="{FF2B5EF4-FFF2-40B4-BE49-F238E27FC236}">
                  <a16:creationId xmlns:a16="http://schemas.microsoft.com/office/drawing/2014/main" id="{D2AF7870-69BD-3152-D7F1-AE60AEAD33DF}"/>
                </a:ext>
              </a:extLst>
            </p:cNvPr>
            <p:cNvSpPr/>
            <p:nvPr/>
          </p:nvSpPr>
          <p:spPr>
            <a:xfrm>
              <a:off x="6919893" y="9932442"/>
              <a:ext cx="151932" cy="133117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691" name="组合 690">
            <a:extLst>
              <a:ext uri="{FF2B5EF4-FFF2-40B4-BE49-F238E27FC236}">
                <a16:creationId xmlns:a16="http://schemas.microsoft.com/office/drawing/2014/main" id="{B7615621-7BE2-0D76-F5EA-FF71472CAE66}"/>
              </a:ext>
            </a:extLst>
          </p:cNvPr>
          <p:cNvGrpSpPr/>
          <p:nvPr/>
        </p:nvGrpSpPr>
        <p:grpSpPr>
          <a:xfrm>
            <a:off x="7488224" y="1950548"/>
            <a:ext cx="403556" cy="176292"/>
            <a:chOff x="6766867" y="9932442"/>
            <a:chExt cx="304958" cy="133117"/>
          </a:xfrm>
        </p:grpSpPr>
        <p:sp>
          <p:nvSpPr>
            <p:cNvPr id="692" name="矩形 691">
              <a:extLst>
                <a:ext uri="{FF2B5EF4-FFF2-40B4-BE49-F238E27FC236}">
                  <a16:creationId xmlns:a16="http://schemas.microsoft.com/office/drawing/2014/main" id="{FEC9D0C9-403B-990F-A4E2-74B9EAAFA24A}"/>
                </a:ext>
              </a:extLst>
            </p:cNvPr>
            <p:cNvSpPr/>
            <p:nvPr/>
          </p:nvSpPr>
          <p:spPr>
            <a:xfrm>
              <a:off x="6766867" y="9932442"/>
              <a:ext cx="151932" cy="133117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3" name="矩形 692">
              <a:extLst>
                <a:ext uri="{FF2B5EF4-FFF2-40B4-BE49-F238E27FC236}">
                  <a16:creationId xmlns:a16="http://schemas.microsoft.com/office/drawing/2014/main" id="{2739406B-A65F-63BE-5FC0-0C0A61CF12E0}"/>
                </a:ext>
              </a:extLst>
            </p:cNvPr>
            <p:cNvSpPr/>
            <p:nvPr/>
          </p:nvSpPr>
          <p:spPr>
            <a:xfrm>
              <a:off x="6919893" y="9932442"/>
              <a:ext cx="151932" cy="133117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694" name="流程图: 接点 992">
            <a:extLst>
              <a:ext uri="{FF2B5EF4-FFF2-40B4-BE49-F238E27FC236}">
                <a16:creationId xmlns:a16="http://schemas.microsoft.com/office/drawing/2014/main" id="{53F5D4EF-7DA6-91E2-71C4-AB2B5C6B283A}"/>
              </a:ext>
            </a:extLst>
          </p:cNvPr>
          <p:cNvSpPr/>
          <p:nvPr/>
        </p:nvSpPr>
        <p:spPr>
          <a:xfrm>
            <a:off x="8022793" y="4324639"/>
            <a:ext cx="324675" cy="322149"/>
          </a:xfrm>
          <a:prstGeom prst="flowChartConnector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lang="zh-CN" altLang="en-US" sz="1600" dirty="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95" name="流程图: 接点 993">
            <a:extLst>
              <a:ext uri="{FF2B5EF4-FFF2-40B4-BE49-F238E27FC236}">
                <a16:creationId xmlns:a16="http://schemas.microsoft.com/office/drawing/2014/main" id="{8D36D70A-9F92-92B8-2180-8C9611BDD161}"/>
              </a:ext>
            </a:extLst>
          </p:cNvPr>
          <p:cNvSpPr/>
          <p:nvPr/>
        </p:nvSpPr>
        <p:spPr>
          <a:xfrm>
            <a:off x="8022793" y="3925867"/>
            <a:ext cx="324675" cy="322149"/>
          </a:xfrm>
          <a:prstGeom prst="flowChartConnector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zh-CN" altLang="en-US" sz="1600" dirty="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696" name="组合 695">
            <a:extLst>
              <a:ext uri="{FF2B5EF4-FFF2-40B4-BE49-F238E27FC236}">
                <a16:creationId xmlns:a16="http://schemas.microsoft.com/office/drawing/2014/main" id="{9A40F8B3-AFE4-D40C-8A56-65C53CD64FEA}"/>
              </a:ext>
            </a:extLst>
          </p:cNvPr>
          <p:cNvGrpSpPr/>
          <p:nvPr/>
        </p:nvGrpSpPr>
        <p:grpSpPr>
          <a:xfrm>
            <a:off x="7471417" y="4033995"/>
            <a:ext cx="403556" cy="176292"/>
            <a:chOff x="6766867" y="9932442"/>
            <a:chExt cx="304958" cy="133117"/>
          </a:xfrm>
        </p:grpSpPr>
        <p:sp>
          <p:nvSpPr>
            <p:cNvPr id="704" name="矩形 703">
              <a:extLst>
                <a:ext uri="{FF2B5EF4-FFF2-40B4-BE49-F238E27FC236}">
                  <a16:creationId xmlns:a16="http://schemas.microsoft.com/office/drawing/2014/main" id="{A75EB1E7-E6E2-4783-9A87-8F9FDC8E6F0C}"/>
                </a:ext>
              </a:extLst>
            </p:cNvPr>
            <p:cNvSpPr/>
            <p:nvPr/>
          </p:nvSpPr>
          <p:spPr>
            <a:xfrm>
              <a:off x="6766867" y="9932442"/>
              <a:ext cx="151932" cy="133117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05" name="矩形 704">
              <a:extLst>
                <a:ext uri="{FF2B5EF4-FFF2-40B4-BE49-F238E27FC236}">
                  <a16:creationId xmlns:a16="http://schemas.microsoft.com/office/drawing/2014/main" id="{058C630C-09E9-A902-278D-AD989CFF6640}"/>
                </a:ext>
              </a:extLst>
            </p:cNvPr>
            <p:cNvSpPr/>
            <p:nvPr/>
          </p:nvSpPr>
          <p:spPr>
            <a:xfrm>
              <a:off x="6919893" y="9932442"/>
              <a:ext cx="151932" cy="133117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706" name="组合 705">
            <a:extLst>
              <a:ext uri="{FF2B5EF4-FFF2-40B4-BE49-F238E27FC236}">
                <a16:creationId xmlns:a16="http://schemas.microsoft.com/office/drawing/2014/main" id="{D074A947-B8DC-A43D-DAEB-7D325343B17C}"/>
              </a:ext>
            </a:extLst>
          </p:cNvPr>
          <p:cNvGrpSpPr/>
          <p:nvPr/>
        </p:nvGrpSpPr>
        <p:grpSpPr>
          <a:xfrm>
            <a:off x="7472113" y="4424075"/>
            <a:ext cx="403556" cy="176292"/>
            <a:chOff x="6766867" y="9932442"/>
            <a:chExt cx="304958" cy="133117"/>
          </a:xfrm>
        </p:grpSpPr>
        <p:sp>
          <p:nvSpPr>
            <p:cNvPr id="707" name="矩形 706">
              <a:extLst>
                <a:ext uri="{FF2B5EF4-FFF2-40B4-BE49-F238E27FC236}">
                  <a16:creationId xmlns:a16="http://schemas.microsoft.com/office/drawing/2014/main" id="{051FEE3E-6EFC-E91F-2BA2-D83B8E4FA914}"/>
                </a:ext>
              </a:extLst>
            </p:cNvPr>
            <p:cNvSpPr/>
            <p:nvPr/>
          </p:nvSpPr>
          <p:spPr>
            <a:xfrm>
              <a:off x="6766867" y="9932442"/>
              <a:ext cx="151932" cy="133117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08" name="矩形 707">
              <a:extLst>
                <a:ext uri="{FF2B5EF4-FFF2-40B4-BE49-F238E27FC236}">
                  <a16:creationId xmlns:a16="http://schemas.microsoft.com/office/drawing/2014/main" id="{4DA736D6-CB01-A894-F77D-1A25BC0E6BAC}"/>
                </a:ext>
              </a:extLst>
            </p:cNvPr>
            <p:cNvSpPr/>
            <p:nvPr/>
          </p:nvSpPr>
          <p:spPr>
            <a:xfrm>
              <a:off x="6919893" y="9932442"/>
              <a:ext cx="151932" cy="133117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52" name="文本框 51">
            <a:extLst>
              <a:ext uri="{FF2B5EF4-FFF2-40B4-BE49-F238E27FC236}">
                <a16:creationId xmlns:a16="http://schemas.microsoft.com/office/drawing/2014/main" id="{A1BF7C5F-5719-EDFA-2445-3396CEB74D96}"/>
              </a:ext>
            </a:extLst>
          </p:cNvPr>
          <p:cNvSpPr txBox="1"/>
          <p:nvPr/>
        </p:nvSpPr>
        <p:spPr>
          <a:xfrm>
            <a:off x="6174745" y="2813682"/>
            <a:ext cx="914954" cy="369332"/>
          </a:xfrm>
          <a:prstGeom prst="rect">
            <a:avLst/>
          </a:prstGeom>
          <a:solidFill>
            <a:srgbClr val="F8CBAD"/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T Task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0541CB7A-493E-CECE-7DA8-8478968BF3D3}"/>
              </a:ext>
            </a:extLst>
          </p:cNvPr>
          <p:cNvSpPr txBox="1"/>
          <p:nvPr/>
        </p:nvSpPr>
        <p:spPr>
          <a:xfrm>
            <a:off x="10386240" y="2813682"/>
            <a:ext cx="914954" cy="369332"/>
          </a:xfrm>
          <a:prstGeom prst="rect">
            <a:avLst/>
          </a:prstGeom>
          <a:solidFill>
            <a:srgbClr val="BDD7EE"/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 Task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927521D4-8365-2170-6651-B01289BB415D}"/>
              </a:ext>
            </a:extLst>
          </p:cNvPr>
          <p:cNvSpPr txBox="1"/>
          <p:nvPr/>
        </p:nvSpPr>
        <p:spPr>
          <a:xfrm>
            <a:off x="2637201" y="2999297"/>
            <a:ext cx="5296339" cy="400110"/>
          </a:xfrm>
          <a:prstGeom prst="rect">
            <a:avLst/>
          </a:prstGeom>
          <a:solidFill>
            <a:schemeClr val="bg1"/>
          </a:solidFill>
          <a:ln w="19050">
            <a:solidFill>
              <a:srgbClr val="FF0000"/>
            </a:solidFill>
            <a:prstDash val="solid"/>
          </a:ln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rgbClr val="FF0000"/>
                </a:solidFill>
              </a:rPr>
              <a:t>Inter-GPU Graph Partition </a:t>
            </a:r>
            <a:r>
              <a:rPr lang="en-US" altLang="zh-CN" sz="2000" dirty="0">
                <a:solidFill>
                  <a:srgbClr val="FF0000"/>
                </a:solidFill>
                <a:sym typeface="Wingdings" panose="05000000000000000000" pitchFamily="2" charset="2"/>
              </a:rPr>
              <a:t> Vertex Dependency</a:t>
            </a:r>
            <a:endParaRPr lang="zh-CN" altLang="en-US" sz="2000" dirty="0">
              <a:solidFill>
                <a:srgbClr val="FF0000"/>
              </a:solidFill>
            </a:endParaRPr>
          </a:p>
        </p:txBody>
      </p:sp>
      <p:sp>
        <p:nvSpPr>
          <p:cNvPr id="55" name="箭头: 右 1121">
            <a:extLst>
              <a:ext uri="{FF2B5EF4-FFF2-40B4-BE49-F238E27FC236}">
                <a16:creationId xmlns:a16="http://schemas.microsoft.com/office/drawing/2014/main" id="{ADD50AC7-4454-65C9-68B2-6EAE820BD20E}"/>
              </a:ext>
            </a:extLst>
          </p:cNvPr>
          <p:cNvSpPr/>
          <p:nvPr/>
        </p:nvSpPr>
        <p:spPr>
          <a:xfrm rot="3284621">
            <a:off x="3899366" y="3523232"/>
            <a:ext cx="349319" cy="218689"/>
          </a:xfrm>
          <a:prstGeom prst="rightArrow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箭头: 右 1121">
            <a:extLst>
              <a:ext uri="{FF2B5EF4-FFF2-40B4-BE49-F238E27FC236}">
                <a16:creationId xmlns:a16="http://schemas.microsoft.com/office/drawing/2014/main" id="{8E15768D-BBAC-CC6B-D670-CFEAABBB06E6}"/>
              </a:ext>
            </a:extLst>
          </p:cNvPr>
          <p:cNvSpPr/>
          <p:nvPr/>
        </p:nvSpPr>
        <p:spPr>
          <a:xfrm rot="18843878">
            <a:off x="3892226" y="2616014"/>
            <a:ext cx="349319" cy="218689"/>
          </a:xfrm>
          <a:prstGeom prst="rightArrow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FE61F6D8-D7CF-F8DF-F68B-0359F54490B8}"/>
              </a:ext>
            </a:extLst>
          </p:cNvPr>
          <p:cNvSpPr txBox="1"/>
          <p:nvPr/>
        </p:nvSpPr>
        <p:spPr>
          <a:xfrm>
            <a:off x="6190255" y="5713448"/>
            <a:ext cx="1798887" cy="707886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b="1" i="0" dirty="0">
                <a:solidFill>
                  <a:schemeClr val="accent2"/>
                </a:solidFill>
                <a:cs typeface="Arial" panose="020B0604020202020204" pitchFamily="34" charset="0"/>
              </a:rPr>
              <a:t>Intermediate</a:t>
            </a:r>
            <a:r>
              <a:rPr lang="zh-CN" altLang="en-US" sz="2000" b="1" dirty="0">
                <a:solidFill>
                  <a:schemeClr val="accent2"/>
                </a:solidFill>
                <a:cs typeface="Arial" panose="020B0604020202020204" pitchFamily="34" charset="0"/>
              </a:rPr>
              <a:t> </a:t>
            </a:r>
            <a:r>
              <a:rPr lang="en-US" altLang="zh-CN" sz="2000" b="1" dirty="0">
                <a:solidFill>
                  <a:schemeClr val="accent2"/>
                </a:solidFill>
                <a:cs typeface="Arial" panose="020B0604020202020204" pitchFamily="34" charset="0"/>
              </a:rPr>
              <a:t>Data</a:t>
            </a:r>
            <a:endParaRPr lang="zh-CN" altLang="en-US" sz="2000" b="1" dirty="0">
              <a:solidFill>
                <a:schemeClr val="accent2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369041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288000" y="0"/>
            <a:ext cx="11164860" cy="141763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badi" panose="020B0604020202020204" pitchFamily="34" charset="0"/>
                <a:sym typeface="+mn-ea"/>
              </a:rPr>
              <a:t>Multi-GPU GNN Systems with Data Parallelism</a:t>
            </a:r>
            <a:endParaRPr lang="en-US" altLang="zh-CN" sz="3600" dirty="0">
              <a:latin typeface="Century Gothic" panose="020B050202020202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5" name="Rectangle 10"/>
          <p:cNvSpPr/>
          <p:nvPr/>
        </p:nvSpPr>
        <p:spPr>
          <a:xfrm>
            <a:off x="0" y="420787"/>
            <a:ext cx="288000" cy="57606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709CA35-E3F2-8BFB-A5B2-4DB572AEBBDF}"/>
              </a:ext>
            </a:extLst>
          </p:cNvPr>
          <p:cNvSpPr txBox="1"/>
          <p:nvPr/>
        </p:nvSpPr>
        <p:spPr>
          <a:xfrm>
            <a:off x="1558875" y="3539753"/>
            <a:ext cx="1088070" cy="400111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cs typeface="Arial" panose="020B0604020202020204" pitchFamily="34" charset="0"/>
              </a:rPr>
              <a:t>Graph</a:t>
            </a:r>
            <a:endParaRPr lang="zh-CN" altLang="en-US" sz="2000" b="1" dirty="0">
              <a:cs typeface="Arial" panose="020B0604020202020204" pitchFamily="34" charset="0"/>
            </a:endParaRP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B39A61F0-CCEA-47ED-52A7-1F966E022291}"/>
              </a:ext>
            </a:extLst>
          </p:cNvPr>
          <p:cNvSpPr/>
          <p:nvPr/>
        </p:nvSpPr>
        <p:spPr>
          <a:xfrm rot="5400000">
            <a:off x="2159528" y="2411057"/>
            <a:ext cx="323707" cy="323867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cs typeface="Arial" panose="020B0604020202020204" pitchFamily="34" charset="0"/>
              </a:rPr>
              <a:t>1</a:t>
            </a:r>
            <a:endParaRPr lang="zh-CN" altLang="en-US" sz="2400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FE8434F3-0B5B-1C4E-F302-A2502BCA608E}"/>
              </a:ext>
            </a:extLst>
          </p:cNvPr>
          <p:cNvSpPr/>
          <p:nvPr/>
        </p:nvSpPr>
        <p:spPr>
          <a:xfrm rot="5400000">
            <a:off x="2159528" y="3113846"/>
            <a:ext cx="323707" cy="323867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cs typeface="Arial" panose="020B0604020202020204" pitchFamily="34" charset="0"/>
              </a:rPr>
              <a:t>3</a:t>
            </a:r>
            <a:endParaRPr lang="zh-CN" altLang="en-US" sz="2400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005EA1F2-F4B4-4599-5060-A9A45AB8C69E}"/>
              </a:ext>
            </a:extLst>
          </p:cNvPr>
          <p:cNvSpPr/>
          <p:nvPr/>
        </p:nvSpPr>
        <p:spPr>
          <a:xfrm rot="5400000">
            <a:off x="1497554" y="2411057"/>
            <a:ext cx="323707" cy="323867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cs typeface="Arial" panose="020B0604020202020204" pitchFamily="34" charset="0"/>
              </a:rPr>
              <a:t>0</a:t>
            </a:r>
            <a:endParaRPr lang="zh-CN" altLang="en-US" sz="2400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D732ED16-3C19-3C6F-1602-6C25C988DEAE}"/>
              </a:ext>
            </a:extLst>
          </p:cNvPr>
          <p:cNvSpPr/>
          <p:nvPr/>
        </p:nvSpPr>
        <p:spPr>
          <a:xfrm rot="5400000">
            <a:off x="1497554" y="3113846"/>
            <a:ext cx="323707" cy="323867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cs typeface="Arial" panose="020B0604020202020204" pitchFamily="34" charset="0"/>
              </a:rPr>
              <a:t>2</a:t>
            </a:r>
            <a:endParaRPr lang="zh-CN" altLang="en-US" sz="2400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cxnSp>
        <p:nvCxnSpPr>
          <p:cNvPr id="10" name="直接连接符 781">
            <a:extLst>
              <a:ext uri="{FF2B5EF4-FFF2-40B4-BE49-F238E27FC236}">
                <a16:creationId xmlns:a16="http://schemas.microsoft.com/office/drawing/2014/main" id="{DB3AC2ED-3837-698E-C23B-16E9710CF8CC}"/>
              </a:ext>
            </a:extLst>
          </p:cNvPr>
          <p:cNvCxnSpPr>
            <a:cxnSpLocks/>
          </p:cNvCxnSpPr>
          <p:nvPr/>
        </p:nvCxnSpPr>
        <p:spPr>
          <a:xfrm flipH="1">
            <a:off x="1822802" y="2572983"/>
            <a:ext cx="32824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直接连接符 786">
            <a:extLst>
              <a:ext uri="{FF2B5EF4-FFF2-40B4-BE49-F238E27FC236}">
                <a16:creationId xmlns:a16="http://schemas.microsoft.com/office/drawing/2014/main" id="{9303225E-C395-7D69-D6AD-EA9B4C2E8382}"/>
              </a:ext>
            </a:extLst>
          </p:cNvPr>
          <p:cNvCxnSpPr>
            <a:cxnSpLocks/>
          </p:cNvCxnSpPr>
          <p:nvPr/>
        </p:nvCxnSpPr>
        <p:spPr>
          <a:xfrm>
            <a:off x="1659408" y="2734845"/>
            <a:ext cx="0" cy="37908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矩形 11">
            <a:extLst>
              <a:ext uri="{FF2B5EF4-FFF2-40B4-BE49-F238E27FC236}">
                <a16:creationId xmlns:a16="http://schemas.microsoft.com/office/drawing/2014/main" id="{3581CD8E-1448-B19F-1B68-0D1F9C367782}"/>
              </a:ext>
            </a:extLst>
          </p:cNvPr>
          <p:cNvSpPr/>
          <p:nvPr/>
        </p:nvSpPr>
        <p:spPr>
          <a:xfrm rot="5400000" flipH="1">
            <a:off x="934264" y="2322714"/>
            <a:ext cx="241954" cy="20543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52243E9-9892-C726-FCF6-84FAA3C18CA9}"/>
              </a:ext>
            </a:extLst>
          </p:cNvPr>
          <p:cNvSpPr/>
          <p:nvPr/>
        </p:nvSpPr>
        <p:spPr>
          <a:xfrm rot="5400000" flipH="1">
            <a:off x="728840" y="2322720"/>
            <a:ext cx="241951" cy="20543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71D65AA-0D66-B1CE-794D-EDB53C4B4479}"/>
              </a:ext>
            </a:extLst>
          </p:cNvPr>
          <p:cNvSpPr/>
          <p:nvPr/>
        </p:nvSpPr>
        <p:spPr>
          <a:xfrm rot="5400000" flipH="1">
            <a:off x="523408" y="2322723"/>
            <a:ext cx="241940" cy="20543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7D538AF-2F37-F0C4-3391-FE716A53A645}"/>
              </a:ext>
            </a:extLst>
          </p:cNvPr>
          <p:cNvSpPr/>
          <p:nvPr/>
        </p:nvSpPr>
        <p:spPr>
          <a:xfrm rot="5400000" flipH="1">
            <a:off x="317984" y="2322725"/>
            <a:ext cx="241940" cy="20543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613B9B69-EA97-BA51-0064-3909B61B0E0B}"/>
              </a:ext>
            </a:extLst>
          </p:cNvPr>
          <p:cNvSpPr/>
          <p:nvPr/>
        </p:nvSpPr>
        <p:spPr>
          <a:xfrm rot="5400000" flipH="1">
            <a:off x="934264" y="2618608"/>
            <a:ext cx="241954" cy="20543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F7C119F-79DE-4DCF-CB2C-DE3966EAD8E3}"/>
              </a:ext>
            </a:extLst>
          </p:cNvPr>
          <p:cNvSpPr/>
          <p:nvPr/>
        </p:nvSpPr>
        <p:spPr>
          <a:xfrm rot="5400000" flipH="1">
            <a:off x="728840" y="2618614"/>
            <a:ext cx="241951" cy="20543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89C482D-C736-3728-0BD3-D8E99212461A}"/>
              </a:ext>
            </a:extLst>
          </p:cNvPr>
          <p:cNvSpPr/>
          <p:nvPr/>
        </p:nvSpPr>
        <p:spPr>
          <a:xfrm rot="5400000" flipH="1">
            <a:off x="523408" y="2618618"/>
            <a:ext cx="241940" cy="20543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4BAA7583-B719-73E9-C06F-423CEF037D97}"/>
              </a:ext>
            </a:extLst>
          </p:cNvPr>
          <p:cNvSpPr/>
          <p:nvPr/>
        </p:nvSpPr>
        <p:spPr>
          <a:xfrm rot="5400000" flipH="1">
            <a:off x="317984" y="2618619"/>
            <a:ext cx="241940" cy="20543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B8A4FA2E-FE10-87C7-837A-AAE05A399BE5}"/>
              </a:ext>
            </a:extLst>
          </p:cNvPr>
          <p:cNvSpPr/>
          <p:nvPr/>
        </p:nvSpPr>
        <p:spPr>
          <a:xfrm rot="5400000" flipH="1">
            <a:off x="934264" y="3012260"/>
            <a:ext cx="241954" cy="20543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023EDA8C-50B1-FBB7-6C2E-A5114686966E}"/>
              </a:ext>
            </a:extLst>
          </p:cNvPr>
          <p:cNvSpPr/>
          <p:nvPr/>
        </p:nvSpPr>
        <p:spPr>
          <a:xfrm rot="5400000" flipH="1">
            <a:off x="728840" y="3012267"/>
            <a:ext cx="241951" cy="20543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F3962B14-3F48-92EC-90B0-7C33B574C1A9}"/>
              </a:ext>
            </a:extLst>
          </p:cNvPr>
          <p:cNvSpPr/>
          <p:nvPr/>
        </p:nvSpPr>
        <p:spPr>
          <a:xfrm rot="5400000" flipH="1">
            <a:off x="523408" y="3012270"/>
            <a:ext cx="241940" cy="20543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003F67E9-08F6-1BD1-E2B1-9CFBE06E56A4}"/>
              </a:ext>
            </a:extLst>
          </p:cNvPr>
          <p:cNvSpPr/>
          <p:nvPr/>
        </p:nvSpPr>
        <p:spPr>
          <a:xfrm rot="5400000" flipH="1">
            <a:off x="317984" y="3012271"/>
            <a:ext cx="241940" cy="20543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8BDF58AD-3195-EC7A-2898-F9B2B6CC2FA3}"/>
              </a:ext>
            </a:extLst>
          </p:cNvPr>
          <p:cNvSpPr/>
          <p:nvPr/>
        </p:nvSpPr>
        <p:spPr>
          <a:xfrm rot="5400000" flipH="1">
            <a:off x="934264" y="3308155"/>
            <a:ext cx="241954" cy="20543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D2773DE6-85D0-A06A-6904-1BEDB52E2868}"/>
              </a:ext>
            </a:extLst>
          </p:cNvPr>
          <p:cNvSpPr/>
          <p:nvPr/>
        </p:nvSpPr>
        <p:spPr>
          <a:xfrm rot="5400000" flipH="1">
            <a:off x="728840" y="3308161"/>
            <a:ext cx="241951" cy="20543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D93687DD-9D0D-F7CC-0741-6FD0E4C10B4D}"/>
              </a:ext>
            </a:extLst>
          </p:cNvPr>
          <p:cNvSpPr/>
          <p:nvPr/>
        </p:nvSpPr>
        <p:spPr>
          <a:xfrm rot="5400000" flipH="1">
            <a:off x="523408" y="3308164"/>
            <a:ext cx="241940" cy="20543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FC1B7654-C154-821A-F35D-EA4FB15E19F5}"/>
              </a:ext>
            </a:extLst>
          </p:cNvPr>
          <p:cNvSpPr/>
          <p:nvPr/>
        </p:nvSpPr>
        <p:spPr>
          <a:xfrm rot="5400000" flipH="1">
            <a:off x="317984" y="3308166"/>
            <a:ext cx="241940" cy="20543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6C1D67B6-D2FF-B109-D2B2-692FA1CF3339}"/>
              </a:ext>
            </a:extLst>
          </p:cNvPr>
          <p:cNvSpPr txBox="1"/>
          <p:nvPr/>
        </p:nvSpPr>
        <p:spPr>
          <a:xfrm>
            <a:off x="266734" y="3539753"/>
            <a:ext cx="1071288" cy="400111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cs typeface="Arial" panose="020B0604020202020204" pitchFamily="34" charset="0"/>
              </a:rPr>
              <a:t>Feature</a:t>
            </a:r>
            <a:endParaRPr lang="zh-CN" altLang="en-US" sz="2000" b="1" dirty="0">
              <a:cs typeface="Arial" panose="020B0604020202020204" pitchFamily="34" charset="0"/>
            </a:endParaRPr>
          </a:p>
        </p:txBody>
      </p:sp>
      <p:cxnSp>
        <p:nvCxnSpPr>
          <p:cNvPr id="29" name="直接连接符 458">
            <a:extLst>
              <a:ext uri="{FF2B5EF4-FFF2-40B4-BE49-F238E27FC236}">
                <a16:creationId xmlns:a16="http://schemas.microsoft.com/office/drawing/2014/main" id="{DAC8C52F-4119-E7A7-E314-24B55CA85BFB}"/>
              </a:ext>
            </a:extLst>
          </p:cNvPr>
          <p:cNvCxnSpPr>
            <a:cxnSpLocks/>
          </p:cNvCxnSpPr>
          <p:nvPr/>
        </p:nvCxnSpPr>
        <p:spPr>
          <a:xfrm flipV="1">
            <a:off x="2321382" y="2732658"/>
            <a:ext cx="0" cy="38126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直接连接符 461">
            <a:extLst>
              <a:ext uri="{FF2B5EF4-FFF2-40B4-BE49-F238E27FC236}">
                <a16:creationId xmlns:a16="http://schemas.microsoft.com/office/drawing/2014/main" id="{F1650873-22F4-E5CE-9D3D-7C95411A68DB}"/>
              </a:ext>
            </a:extLst>
          </p:cNvPr>
          <p:cNvCxnSpPr>
            <a:cxnSpLocks/>
            <a:stCxn id="7" idx="3"/>
            <a:endCxn id="8" idx="7"/>
          </p:cNvCxnSpPr>
          <p:nvPr/>
        </p:nvCxnSpPr>
        <p:spPr>
          <a:xfrm flipH="1" flipV="1">
            <a:off x="1773912" y="2687439"/>
            <a:ext cx="432966" cy="47389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直接连接符 464">
            <a:extLst>
              <a:ext uri="{FF2B5EF4-FFF2-40B4-BE49-F238E27FC236}">
                <a16:creationId xmlns:a16="http://schemas.microsoft.com/office/drawing/2014/main" id="{26FDE370-8104-0FB5-18EA-6B201C1A8426}"/>
              </a:ext>
            </a:extLst>
          </p:cNvPr>
          <p:cNvCxnSpPr>
            <a:cxnSpLocks/>
          </p:cNvCxnSpPr>
          <p:nvPr/>
        </p:nvCxnSpPr>
        <p:spPr>
          <a:xfrm flipH="1">
            <a:off x="1819882" y="3275772"/>
            <a:ext cx="3299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直接连接符 483">
            <a:extLst>
              <a:ext uri="{FF2B5EF4-FFF2-40B4-BE49-F238E27FC236}">
                <a16:creationId xmlns:a16="http://schemas.microsoft.com/office/drawing/2014/main" id="{AFD05B67-E2F5-0A4B-1E5E-06D7C966D580}"/>
              </a:ext>
            </a:extLst>
          </p:cNvPr>
          <p:cNvCxnSpPr>
            <a:cxnSpLocks/>
          </p:cNvCxnSpPr>
          <p:nvPr/>
        </p:nvCxnSpPr>
        <p:spPr>
          <a:xfrm flipH="1">
            <a:off x="221520" y="2916998"/>
            <a:ext cx="2233003" cy="4534"/>
          </a:xfrm>
          <a:prstGeom prst="line">
            <a:avLst/>
          </a:prstGeom>
          <a:ln w="28575">
            <a:solidFill>
              <a:schemeClr val="tx1"/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文本框 33">
            <a:extLst>
              <a:ext uri="{FF2B5EF4-FFF2-40B4-BE49-F238E27FC236}">
                <a16:creationId xmlns:a16="http://schemas.microsoft.com/office/drawing/2014/main" id="{B5B77D80-DB02-E6D6-8740-E194BBB02681}"/>
              </a:ext>
            </a:extLst>
          </p:cNvPr>
          <p:cNvSpPr txBox="1"/>
          <p:nvPr/>
        </p:nvSpPr>
        <p:spPr>
          <a:xfrm>
            <a:off x="2246021" y="1378128"/>
            <a:ext cx="1182662" cy="461665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cs typeface="Arial" panose="020B0604020202020204" pitchFamily="34" charset="0"/>
              </a:rPr>
              <a:t>GPU1</a:t>
            </a:r>
            <a:endParaRPr lang="zh-CN" altLang="en-US" sz="3600" b="1" dirty="0">
              <a:cs typeface="Arial" panose="020B0604020202020204" pitchFamily="34" charset="0"/>
            </a:endParaRPr>
          </a:p>
        </p:txBody>
      </p:sp>
      <p:cxnSp>
        <p:nvCxnSpPr>
          <p:cNvPr id="35" name="直接连接符 953">
            <a:extLst>
              <a:ext uri="{FF2B5EF4-FFF2-40B4-BE49-F238E27FC236}">
                <a16:creationId xmlns:a16="http://schemas.microsoft.com/office/drawing/2014/main" id="{7C8AD6D7-C4BB-4033-F0AB-A7F03B7521FF}"/>
              </a:ext>
            </a:extLst>
          </p:cNvPr>
          <p:cNvCxnSpPr>
            <a:cxnSpLocks/>
          </p:cNvCxnSpPr>
          <p:nvPr/>
        </p:nvCxnSpPr>
        <p:spPr>
          <a:xfrm flipV="1">
            <a:off x="1175682" y="1622243"/>
            <a:ext cx="1036461" cy="392021"/>
          </a:xfrm>
          <a:prstGeom prst="bentConnector3">
            <a:avLst>
              <a:gd name="adj1" fmla="val 771"/>
            </a:avLst>
          </a:prstGeom>
          <a:ln w="28575">
            <a:solidFill>
              <a:schemeClr val="tx1"/>
            </a:solidFill>
            <a:prstDash val="solid"/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直接连接符 953">
            <a:extLst>
              <a:ext uri="{FF2B5EF4-FFF2-40B4-BE49-F238E27FC236}">
                <a16:creationId xmlns:a16="http://schemas.microsoft.com/office/drawing/2014/main" id="{B146A5E1-49C1-BE21-841F-26638414C3E4}"/>
              </a:ext>
            </a:extLst>
          </p:cNvPr>
          <p:cNvCxnSpPr>
            <a:cxnSpLocks/>
          </p:cNvCxnSpPr>
          <p:nvPr/>
        </p:nvCxnSpPr>
        <p:spPr>
          <a:xfrm>
            <a:off x="1153137" y="4036528"/>
            <a:ext cx="1052054" cy="440352"/>
          </a:xfrm>
          <a:prstGeom prst="bentConnector3">
            <a:avLst>
              <a:gd name="adj1" fmla="val 891"/>
            </a:avLst>
          </a:prstGeom>
          <a:ln w="28575">
            <a:solidFill>
              <a:schemeClr val="tx1"/>
            </a:solidFill>
            <a:prstDash val="solid"/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文本框 36">
            <a:extLst>
              <a:ext uri="{FF2B5EF4-FFF2-40B4-BE49-F238E27FC236}">
                <a16:creationId xmlns:a16="http://schemas.microsoft.com/office/drawing/2014/main" id="{249EBF6A-EF98-67F1-7BCF-3B6A5A0688EF}"/>
              </a:ext>
            </a:extLst>
          </p:cNvPr>
          <p:cNvSpPr txBox="1"/>
          <p:nvPr/>
        </p:nvSpPr>
        <p:spPr>
          <a:xfrm>
            <a:off x="2213257" y="4242542"/>
            <a:ext cx="1182662" cy="461665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cs typeface="Arial" panose="020B0604020202020204" pitchFamily="34" charset="0"/>
              </a:rPr>
              <a:t>GPU2</a:t>
            </a:r>
            <a:endParaRPr lang="zh-CN" altLang="en-US" sz="3600" b="1" dirty="0"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5DB06333-BA64-FBE8-5A9B-CC810276AE39}"/>
                  </a:ext>
                </a:extLst>
              </p:cNvPr>
              <p:cNvSpPr txBox="1"/>
              <p:nvPr/>
            </p:nvSpPr>
            <p:spPr>
              <a:xfrm>
                <a:off x="266734" y="3818078"/>
                <a:ext cx="1071288" cy="461665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1" i="1" dirty="0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altLang="zh-CN" sz="2400" b="1" i="1" dirty="0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𝑿</m:t>
                          </m:r>
                        </m:e>
                        <m:sub>
                          <m:r>
                            <a:rPr lang="en-US" altLang="zh-CN" sz="2400" b="1" i="1" dirty="0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𝟎</m:t>
                          </m:r>
                        </m:sub>
                      </m:sSub>
                    </m:oMath>
                  </m:oMathPara>
                </a14:m>
                <a:endParaRPr lang="zh-CN" altLang="en-US" sz="2400" b="1" dirty="0">
                  <a:solidFill>
                    <a:schemeClr val="accent6"/>
                  </a:solidFill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5DB06333-BA64-FBE8-5A9B-CC810276AE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734" y="3818078"/>
                <a:ext cx="1071288" cy="461665"/>
              </a:xfrm>
              <a:prstGeom prst="rect">
                <a:avLst/>
              </a:prstGeom>
              <a:blipFill>
                <a:blip r:embed="rId3"/>
                <a:stretch>
                  <a:fillRect b="-2632"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59" name="文本框 658">
            <a:extLst>
              <a:ext uri="{FF2B5EF4-FFF2-40B4-BE49-F238E27FC236}">
                <a16:creationId xmlns:a16="http://schemas.microsoft.com/office/drawing/2014/main" id="{C3325C92-8017-D209-BA86-E92D3C0460F3}"/>
              </a:ext>
            </a:extLst>
          </p:cNvPr>
          <p:cNvSpPr txBox="1"/>
          <p:nvPr/>
        </p:nvSpPr>
        <p:spPr>
          <a:xfrm>
            <a:off x="241248" y="6064139"/>
            <a:ext cx="3157268" cy="400110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FF0000"/>
                </a:solidFill>
                <a:cs typeface="Arial" panose="020B0604020202020204" pitchFamily="34" charset="0"/>
              </a:rPr>
              <a:t>The Memory of GPU 1</a:t>
            </a:r>
            <a:endParaRPr lang="zh-CN" altLang="en-US" sz="3200" b="1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  <p:grpSp>
        <p:nvGrpSpPr>
          <p:cNvPr id="597" name="组合 596">
            <a:extLst>
              <a:ext uri="{FF2B5EF4-FFF2-40B4-BE49-F238E27FC236}">
                <a16:creationId xmlns:a16="http://schemas.microsoft.com/office/drawing/2014/main" id="{A3AB9EC3-2062-BD90-4223-E74AE1176097}"/>
              </a:ext>
            </a:extLst>
          </p:cNvPr>
          <p:cNvGrpSpPr/>
          <p:nvPr/>
        </p:nvGrpSpPr>
        <p:grpSpPr>
          <a:xfrm>
            <a:off x="3676702" y="6065534"/>
            <a:ext cx="621640" cy="669775"/>
            <a:chOff x="3656357" y="6507685"/>
            <a:chExt cx="621640" cy="669775"/>
          </a:xfrm>
        </p:grpSpPr>
        <p:sp>
          <p:nvSpPr>
            <p:cNvPr id="598" name="矩形 1174">
              <a:extLst>
                <a:ext uri="{FF2B5EF4-FFF2-40B4-BE49-F238E27FC236}">
                  <a16:creationId xmlns:a16="http://schemas.microsoft.com/office/drawing/2014/main" id="{2C73A039-57CE-A483-8347-742AC622A14C}"/>
                </a:ext>
              </a:extLst>
            </p:cNvPr>
            <p:cNvSpPr/>
            <p:nvPr/>
          </p:nvSpPr>
          <p:spPr>
            <a:xfrm rot="10800000">
              <a:off x="3657805" y="7037952"/>
              <a:ext cx="618707" cy="139508"/>
            </a:xfrm>
            <a:custGeom>
              <a:avLst/>
              <a:gdLst>
                <a:gd name="connsiteX0" fmla="*/ 0 w 595706"/>
                <a:gd name="connsiteY0" fmla="*/ 0 h 92965"/>
                <a:gd name="connsiteX1" fmla="*/ 595706 w 595706"/>
                <a:gd name="connsiteY1" fmla="*/ 0 h 92965"/>
                <a:gd name="connsiteX2" fmla="*/ 595706 w 595706"/>
                <a:gd name="connsiteY2" fmla="*/ 92965 h 92965"/>
                <a:gd name="connsiteX3" fmla="*/ 0 w 595706"/>
                <a:gd name="connsiteY3" fmla="*/ 92965 h 92965"/>
                <a:gd name="connsiteX4" fmla="*/ 0 w 595706"/>
                <a:gd name="connsiteY4" fmla="*/ 0 h 92965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131 w 595837"/>
                <a:gd name="connsiteY0" fmla="*/ 0 h 148754"/>
                <a:gd name="connsiteX1" fmla="*/ 595837 w 595837"/>
                <a:gd name="connsiteY1" fmla="*/ 0 h 148754"/>
                <a:gd name="connsiteX2" fmla="*/ 595837 w 595837"/>
                <a:gd name="connsiteY2" fmla="*/ 92965 h 148754"/>
                <a:gd name="connsiteX3" fmla="*/ 131 w 595837"/>
                <a:gd name="connsiteY3" fmla="*/ 148754 h 148754"/>
                <a:gd name="connsiteX4" fmla="*/ 131 w 595837"/>
                <a:gd name="connsiteY4" fmla="*/ 0 h 148754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56571"/>
                <a:gd name="connsiteX1" fmla="*/ 595837 w 595837"/>
                <a:gd name="connsiteY1" fmla="*/ 0 h 156571"/>
                <a:gd name="connsiteX2" fmla="*/ 594316 w 595837"/>
                <a:gd name="connsiteY2" fmla="*/ 141984 h 156571"/>
                <a:gd name="connsiteX3" fmla="*/ 131 w 595837"/>
                <a:gd name="connsiteY3" fmla="*/ 140590 h 156571"/>
                <a:gd name="connsiteX4" fmla="*/ 131 w 595837"/>
                <a:gd name="connsiteY4" fmla="*/ 0 h 156571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0 w 600949"/>
                <a:gd name="connsiteY0" fmla="*/ 0 h 271309"/>
                <a:gd name="connsiteX1" fmla="*/ 600949 w 600949"/>
                <a:gd name="connsiteY1" fmla="*/ 0 h 271309"/>
                <a:gd name="connsiteX2" fmla="*/ 599428 w 600949"/>
                <a:gd name="connsiteY2" fmla="*/ 141984 h 271309"/>
                <a:gd name="connsiteX3" fmla="*/ 3722 w 600949"/>
                <a:gd name="connsiteY3" fmla="*/ 271309 h 271309"/>
                <a:gd name="connsiteX4" fmla="*/ 0 w 600949"/>
                <a:gd name="connsiteY4" fmla="*/ 0 h 271309"/>
                <a:gd name="connsiteX0" fmla="*/ 0 w 599639"/>
                <a:gd name="connsiteY0" fmla="*/ 0 h 271309"/>
                <a:gd name="connsiteX1" fmla="*/ 599639 w 599639"/>
                <a:gd name="connsiteY1" fmla="*/ 0 h 271309"/>
                <a:gd name="connsiteX2" fmla="*/ 599428 w 599639"/>
                <a:gd name="connsiteY2" fmla="*/ 141984 h 271309"/>
                <a:gd name="connsiteX3" fmla="*/ 3722 w 599639"/>
                <a:gd name="connsiteY3" fmla="*/ 271309 h 271309"/>
                <a:gd name="connsiteX4" fmla="*/ 0 w 599639"/>
                <a:gd name="connsiteY4" fmla="*/ 0 h 271309"/>
                <a:gd name="connsiteX0" fmla="*/ 0 w 597018"/>
                <a:gd name="connsiteY0" fmla="*/ 0 h 271309"/>
                <a:gd name="connsiteX1" fmla="*/ 597018 w 597018"/>
                <a:gd name="connsiteY1" fmla="*/ 0 h 271309"/>
                <a:gd name="connsiteX2" fmla="*/ 596807 w 597018"/>
                <a:gd name="connsiteY2" fmla="*/ 141984 h 271309"/>
                <a:gd name="connsiteX3" fmla="*/ 1101 w 597018"/>
                <a:gd name="connsiteY3" fmla="*/ 271309 h 271309"/>
                <a:gd name="connsiteX4" fmla="*/ 0 w 597018"/>
                <a:gd name="connsiteY4" fmla="*/ 0 h 271309"/>
                <a:gd name="connsiteX0" fmla="*/ 0 w 596807"/>
                <a:gd name="connsiteY0" fmla="*/ 0 h 271309"/>
                <a:gd name="connsiteX1" fmla="*/ 591775 w 596807"/>
                <a:gd name="connsiteY1" fmla="*/ 0 h 271309"/>
                <a:gd name="connsiteX2" fmla="*/ 596807 w 596807"/>
                <a:gd name="connsiteY2" fmla="*/ 141984 h 271309"/>
                <a:gd name="connsiteX3" fmla="*/ 1101 w 596807"/>
                <a:gd name="connsiteY3" fmla="*/ 271309 h 271309"/>
                <a:gd name="connsiteX4" fmla="*/ 0 w 596807"/>
                <a:gd name="connsiteY4" fmla="*/ 0 h 271309"/>
                <a:gd name="connsiteX0" fmla="*/ 0 w 596807"/>
                <a:gd name="connsiteY0" fmla="*/ 0 h 271309"/>
                <a:gd name="connsiteX1" fmla="*/ 595708 w 596807"/>
                <a:gd name="connsiteY1" fmla="*/ 0 h 271309"/>
                <a:gd name="connsiteX2" fmla="*/ 596807 w 596807"/>
                <a:gd name="connsiteY2" fmla="*/ 141984 h 271309"/>
                <a:gd name="connsiteX3" fmla="*/ 1101 w 596807"/>
                <a:gd name="connsiteY3" fmla="*/ 271309 h 271309"/>
                <a:gd name="connsiteX4" fmla="*/ 0 w 596807"/>
                <a:gd name="connsiteY4" fmla="*/ 0 h 271309"/>
                <a:gd name="connsiteX0" fmla="*/ 0 w 595708"/>
                <a:gd name="connsiteY0" fmla="*/ 0 h 271309"/>
                <a:gd name="connsiteX1" fmla="*/ 595708 w 595708"/>
                <a:gd name="connsiteY1" fmla="*/ 0 h 271309"/>
                <a:gd name="connsiteX2" fmla="*/ 594186 w 595708"/>
                <a:gd name="connsiteY2" fmla="*/ 141985 h 271309"/>
                <a:gd name="connsiteX3" fmla="*/ 1101 w 595708"/>
                <a:gd name="connsiteY3" fmla="*/ 271309 h 271309"/>
                <a:gd name="connsiteX4" fmla="*/ 0 w 595708"/>
                <a:gd name="connsiteY4" fmla="*/ 0 h 271309"/>
                <a:gd name="connsiteX0" fmla="*/ 0 w 596439"/>
                <a:gd name="connsiteY0" fmla="*/ 109083 h 380392"/>
                <a:gd name="connsiteX1" fmla="*/ 595708 w 596439"/>
                <a:gd name="connsiteY1" fmla="*/ 109083 h 380392"/>
                <a:gd name="connsiteX2" fmla="*/ 594186 w 596439"/>
                <a:gd name="connsiteY2" fmla="*/ 251068 h 380392"/>
                <a:gd name="connsiteX3" fmla="*/ 1101 w 596439"/>
                <a:gd name="connsiteY3" fmla="*/ 380392 h 380392"/>
                <a:gd name="connsiteX4" fmla="*/ 0 w 596439"/>
                <a:gd name="connsiteY4" fmla="*/ 109083 h 380392"/>
                <a:gd name="connsiteX0" fmla="*/ 0 w 595708"/>
                <a:gd name="connsiteY0" fmla="*/ 0 h 271309"/>
                <a:gd name="connsiteX1" fmla="*/ 595708 w 595708"/>
                <a:gd name="connsiteY1" fmla="*/ 0 h 271309"/>
                <a:gd name="connsiteX2" fmla="*/ 594186 w 595708"/>
                <a:gd name="connsiteY2" fmla="*/ 141985 h 271309"/>
                <a:gd name="connsiteX3" fmla="*/ 1101 w 595708"/>
                <a:gd name="connsiteY3" fmla="*/ 271309 h 271309"/>
                <a:gd name="connsiteX4" fmla="*/ 0 w 595708"/>
                <a:gd name="connsiteY4" fmla="*/ 0 h 271309"/>
                <a:gd name="connsiteX0" fmla="*/ 0 w 596808"/>
                <a:gd name="connsiteY0" fmla="*/ 0 h 271309"/>
                <a:gd name="connsiteX1" fmla="*/ 595708 w 596808"/>
                <a:gd name="connsiteY1" fmla="*/ 0 h 271309"/>
                <a:gd name="connsiteX2" fmla="*/ 596808 w 596808"/>
                <a:gd name="connsiteY2" fmla="*/ 141985 h 271309"/>
                <a:gd name="connsiteX3" fmla="*/ 1101 w 596808"/>
                <a:gd name="connsiteY3" fmla="*/ 271309 h 271309"/>
                <a:gd name="connsiteX4" fmla="*/ 0 w 596808"/>
                <a:gd name="connsiteY4" fmla="*/ 0 h 271309"/>
                <a:gd name="connsiteX0" fmla="*/ 0 w 596808"/>
                <a:gd name="connsiteY0" fmla="*/ 0 h 271309"/>
                <a:gd name="connsiteX1" fmla="*/ 595708 w 596808"/>
                <a:gd name="connsiteY1" fmla="*/ 0 h 271309"/>
                <a:gd name="connsiteX2" fmla="*/ 596808 w 596808"/>
                <a:gd name="connsiteY2" fmla="*/ 141985 h 271309"/>
                <a:gd name="connsiteX3" fmla="*/ 1101 w 596808"/>
                <a:gd name="connsiteY3" fmla="*/ 271309 h 271309"/>
                <a:gd name="connsiteX4" fmla="*/ 0 w 596808"/>
                <a:gd name="connsiteY4" fmla="*/ 0 h 271309"/>
                <a:gd name="connsiteX0" fmla="*/ 0 w 596808"/>
                <a:gd name="connsiteY0" fmla="*/ 0 h 271309"/>
                <a:gd name="connsiteX1" fmla="*/ 595708 w 596808"/>
                <a:gd name="connsiteY1" fmla="*/ 0 h 271309"/>
                <a:gd name="connsiteX2" fmla="*/ 596808 w 596808"/>
                <a:gd name="connsiteY2" fmla="*/ 141985 h 271309"/>
                <a:gd name="connsiteX3" fmla="*/ 1101 w 596808"/>
                <a:gd name="connsiteY3" fmla="*/ 271309 h 271309"/>
                <a:gd name="connsiteX4" fmla="*/ 0 w 596808"/>
                <a:gd name="connsiteY4" fmla="*/ 0 h 271309"/>
                <a:gd name="connsiteX0" fmla="*/ 0 w 595708"/>
                <a:gd name="connsiteY0" fmla="*/ 0 h 271309"/>
                <a:gd name="connsiteX1" fmla="*/ 595708 w 595708"/>
                <a:gd name="connsiteY1" fmla="*/ 0 h 271309"/>
                <a:gd name="connsiteX2" fmla="*/ 594186 w 595708"/>
                <a:gd name="connsiteY2" fmla="*/ 141985 h 271309"/>
                <a:gd name="connsiteX3" fmla="*/ 1101 w 595708"/>
                <a:gd name="connsiteY3" fmla="*/ 271309 h 271309"/>
                <a:gd name="connsiteX4" fmla="*/ 0 w 595708"/>
                <a:gd name="connsiteY4" fmla="*/ 0 h 271309"/>
                <a:gd name="connsiteX0" fmla="*/ 0 w 595708"/>
                <a:gd name="connsiteY0" fmla="*/ 0 h 271309"/>
                <a:gd name="connsiteX1" fmla="*/ 595708 w 595708"/>
                <a:gd name="connsiteY1" fmla="*/ 0 h 271309"/>
                <a:gd name="connsiteX2" fmla="*/ 594186 w 595708"/>
                <a:gd name="connsiteY2" fmla="*/ 141985 h 271309"/>
                <a:gd name="connsiteX3" fmla="*/ 1101 w 595708"/>
                <a:gd name="connsiteY3" fmla="*/ 271309 h 271309"/>
                <a:gd name="connsiteX4" fmla="*/ 0 w 595708"/>
                <a:gd name="connsiteY4" fmla="*/ 0 h 271309"/>
                <a:gd name="connsiteX0" fmla="*/ 0 w 595936"/>
                <a:gd name="connsiteY0" fmla="*/ 0 h 271309"/>
                <a:gd name="connsiteX1" fmla="*/ 595708 w 595936"/>
                <a:gd name="connsiteY1" fmla="*/ 0 h 271309"/>
                <a:gd name="connsiteX2" fmla="*/ 594186 w 595936"/>
                <a:gd name="connsiteY2" fmla="*/ 141985 h 271309"/>
                <a:gd name="connsiteX3" fmla="*/ 1101 w 595936"/>
                <a:gd name="connsiteY3" fmla="*/ 271309 h 271309"/>
                <a:gd name="connsiteX4" fmla="*/ 0 w 595936"/>
                <a:gd name="connsiteY4" fmla="*/ 0 h 271309"/>
                <a:gd name="connsiteX0" fmla="*/ 319 w 596255"/>
                <a:gd name="connsiteY0" fmla="*/ 0 h 271309"/>
                <a:gd name="connsiteX1" fmla="*/ 596027 w 596255"/>
                <a:gd name="connsiteY1" fmla="*/ 0 h 271309"/>
                <a:gd name="connsiteX2" fmla="*/ 594505 w 596255"/>
                <a:gd name="connsiteY2" fmla="*/ 141985 h 271309"/>
                <a:gd name="connsiteX3" fmla="*/ 110 w 596255"/>
                <a:gd name="connsiteY3" fmla="*/ 271309 h 271309"/>
                <a:gd name="connsiteX4" fmla="*/ 319 w 596255"/>
                <a:gd name="connsiteY4" fmla="*/ 0 h 271309"/>
                <a:gd name="connsiteX0" fmla="*/ 0 w 595936"/>
                <a:gd name="connsiteY0" fmla="*/ 0 h 271309"/>
                <a:gd name="connsiteX1" fmla="*/ 595708 w 595936"/>
                <a:gd name="connsiteY1" fmla="*/ 0 h 271309"/>
                <a:gd name="connsiteX2" fmla="*/ 594186 w 595936"/>
                <a:gd name="connsiteY2" fmla="*/ 141985 h 271309"/>
                <a:gd name="connsiteX3" fmla="*/ 1101 w 595936"/>
                <a:gd name="connsiteY3" fmla="*/ 271309 h 271309"/>
                <a:gd name="connsiteX4" fmla="*/ 0 w 595936"/>
                <a:gd name="connsiteY4" fmla="*/ 0 h 271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5936" h="271309">
                  <a:moveTo>
                    <a:pt x="0" y="0"/>
                  </a:moveTo>
                  <a:lnTo>
                    <a:pt x="595708" y="0"/>
                  </a:lnTo>
                  <a:cubicBezTo>
                    <a:pt x="595708" y="30988"/>
                    <a:pt x="596806" y="39550"/>
                    <a:pt x="594186" y="141985"/>
                  </a:cubicBezTo>
                  <a:cubicBezTo>
                    <a:pt x="404809" y="352086"/>
                    <a:pt x="341643" y="22672"/>
                    <a:pt x="1101" y="271309"/>
                  </a:cubicBezTo>
                  <a:cubicBezTo>
                    <a:pt x="647" y="226260"/>
                    <a:pt x="454" y="45049"/>
                    <a:pt x="0" y="0"/>
                  </a:cubicBez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599" name="组合 598">
              <a:extLst>
                <a:ext uri="{FF2B5EF4-FFF2-40B4-BE49-F238E27FC236}">
                  <a16:creationId xmlns:a16="http://schemas.microsoft.com/office/drawing/2014/main" id="{886584A2-8F14-0343-BBB5-66400C61BE8D}"/>
                </a:ext>
              </a:extLst>
            </p:cNvPr>
            <p:cNvGrpSpPr/>
            <p:nvPr/>
          </p:nvGrpSpPr>
          <p:grpSpPr>
            <a:xfrm>
              <a:off x="3656357" y="6507685"/>
              <a:ext cx="621640" cy="663817"/>
              <a:chOff x="3656357" y="6507685"/>
              <a:chExt cx="621640" cy="663817"/>
            </a:xfrm>
          </p:grpSpPr>
          <p:sp>
            <p:nvSpPr>
              <p:cNvPr id="600" name="矩形 599">
                <a:extLst>
                  <a:ext uri="{FF2B5EF4-FFF2-40B4-BE49-F238E27FC236}">
                    <a16:creationId xmlns:a16="http://schemas.microsoft.com/office/drawing/2014/main" id="{2F6AB136-4DF9-AA70-40CA-8EDCA4A1FE98}"/>
                  </a:ext>
                </a:extLst>
              </p:cNvPr>
              <p:cNvSpPr/>
              <p:nvPr/>
            </p:nvSpPr>
            <p:spPr>
              <a:xfrm>
                <a:off x="3656465" y="6640950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01" name="矩形 600">
                <a:extLst>
                  <a:ext uri="{FF2B5EF4-FFF2-40B4-BE49-F238E27FC236}">
                    <a16:creationId xmlns:a16="http://schemas.microsoft.com/office/drawing/2014/main" id="{C982E763-E1FC-89BD-FB27-F448F1BC94EB}"/>
                  </a:ext>
                </a:extLst>
              </p:cNvPr>
              <p:cNvSpPr/>
              <p:nvPr/>
            </p:nvSpPr>
            <p:spPr>
              <a:xfrm>
                <a:off x="3811875" y="6640950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02" name="矩形 601">
                <a:extLst>
                  <a:ext uri="{FF2B5EF4-FFF2-40B4-BE49-F238E27FC236}">
                    <a16:creationId xmlns:a16="http://schemas.microsoft.com/office/drawing/2014/main" id="{892005E8-9890-7EEE-DF73-CF2E818B6F00}"/>
                  </a:ext>
                </a:extLst>
              </p:cNvPr>
              <p:cNvSpPr/>
              <p:nvPr/>
            </p:nvSpPr>
            <p:spPr>
              <a:xfrm>
                <a:off x="3967285" y="6640950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03" name="矩形 602">
                <a:extLst>
                  <a:ext uri="{FF2B5EF4-FFF2-40B4-BE49-F238E27FC236}">
                    <a16:creationId xmlns:a16="http://schemas.microsoft.com/office/drawing/2014/main" id="{61A23AB9-1225-584B-F902-9B329100B108}"/>
                  </a:ext>
                </a:extLst>
              </p:cNvPr>
              <p:cNvSpPr/>
              <p:nvPr/>
            </p:nvSpPr>
            <p:spPr>
              <a:xfrm>
                <a:off x="4122695" y="6640950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04" name="矩形 603">
                <a:extLst>
                  <a:ext uri="{FF2B5EF4-FFF2-40B4-BE49-F238E27FC236}">
                    <a16:creationId xmlns:a16="http://schemas.microsoft.com/office/drawing/2014/main" id="{B2BB2A90-9AC8-D6F5-61F6-B9FE661445A1}"/>
                  </a:ext>
                </a:extLst>
              </p:cNvPr>
              <p:cNvSpPr/>
              <p:nvPr/>
            </p:nvSpPr>
            <p:spPr>
              <a:xfrm>
                <a:off x="3656465" y="6773574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05" name="矩形 604">
                <a:extLst>
                  <a:ext uri="{FF2B5EF4-FFF2-40B4-BE49-F238E27FC236}">
                    <a16:creationId xmlns:a16="http://schemas.microsoft.com/office/drawing/2014/main" id="{97399F19-77FD-4D0C-89BD-177D20715424}"/>
                  </a:ext>
                </a:extLst>
              </p:cNvPr>
              <p:cNvSpPr/>
              <p:nvPr/>
            </p:nvSpPr>
            <p:spPr>
              <a:xfrm>
                <a:off x="3811875" y="6773574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06" name="矩形 605">
                <a:extLst>
                  <a:ext uri="{FF2B5EF4-FFF2-40B4-BE49-F238E27FC236}">
                    <a16:creationId xmlns:a16="http://schemas.microsoft.com/office/drawing/2014/main" id="{B3745597-7EEE-5B6E-8368-905AA95F54B2}"/>
                  </a:ext>
                </a:extLst>
              </p:cNvPr>
              <p:cNvSpPr/>
              <p:nvPr/>
            </p:nvSpPr>
            <p:spPr>
              <a:xfrm>
                <a:off x="3967285" y="6773574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07" name="矩形 606">
                <a:extLst>
                  <a:ext uri="{FF2B5EF4-FFF2-40B4-BE49-F238E27FC236}">
                    <a16:creationId xmlns:a16="http://schemas.microsoft.com/office/drawing/2014/main" id="{8AD8ADEC-A240-398B-E5E0-3602D92F07E1}"/>
                  </a:ext>
                </a:extLst>
              </p:cNvPr>
              <p:cNvSpPr/>
              <p:nvPr/>
            </p:nvSpPr>
            <p:spPr>
              <a:xfrm>
                <a:off x="4122695" y="6773574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08" name="矩形 607">
                <a:extLst>
                  <a:ext uri="{FF2B5EF4-FFF2-40B4-BE49-F238E27FC236}">
                    <a16:creationId xmlns:a16="http://schemas.microsoft.com/office/drawing/2014/main" id="{7FDACAFC-F9A5-AAD7-00BA-680264C4398C}"/>
                  </a:ext>
                </a:extLst>
              </p:cNvPr>
              <p:cNvSpPr/>
              <p:nvPr/>
            </p:nvSpPr>
            <p:spPr>
              <a:xfrm>
                <a:off x="3656357" y="690625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09" name="矩形 608">
                <a:extLst>
                  <a:ext uri="{FF2B5EF4-FFF2-40B4-BE49-F238E27FC236}">
                    <a16:creationId xmlns:a16="http://schemas.microsoft.com/office/drawing/2014/main" id="{7FD77AC2-55D6-267D-FC85-C0386F52E383}"/>
                  </a:ext>
                </a:extLst>
              </p:cNvPr>
              <p:cNvSpPr/>
              <p:nvPr/>
            </p:nvSpPr>
            <p:spPr>
              <a:xfrm>
                <a:off x="3811767" y="690625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0" name="矩形 609">
                <a:extLst>
                  <a:ext uri="{FF2B5EF4-FFF2-40B4-BE49-F238E27FC236}">
                    <a16:creationId xmlns:a16="http://schemas.microsoft.com/office/drawing/2014/main" id="{2F4429C3-A915-E5A9-AE97-B6B6310F3B74}"/>
                  </a:ext>
                </a:extLst>
              </p:cNvPr>
              <p:cNvSpPr/>
              <p:nvPr/>
            </p:nvSpPr>
            <p:spPr>
              <a:xfrm>
                <a:off x="3967177" y="690625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1" name="矩形 610">
                <a:extLst>
                  <a:ext uri="{FF2B5EF4-FFF2-40B4-BE49-F238E27FC236}">
                    <a16:creationId xmlns:a16="http://schemas.microsoft.com/office/drawing/2014/main" id="{8603E164-2A0F-0F94-7C6F-E575B286D3A4}"/>
                  </a:ext>
                </a:extLst>
              </p:cNvPr>
              <p:cNvSpPr/>
              <p:nvPr/>
            </p:nvSpPr>
            <p:spPr>
              <a:xfrm>
                <a:off x="4122587" y="690625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2" name="矩形 611">
                <a:extLst>
                  <a:ext uri="{FF2B5EF4-FFF2-40B4-BE49-F238E27FC236}">
                    <a16:creationId xmlns:a16="http://schemas.microsoft.com/office/drawing/2014/main" id="{1BC2E19B-DAAF-F176-5CD9-564B33518FB3}"/>
                  </a:ext>
                </a:extLst>
              </p:cNvPr>
              <p:cNvSpPr/>
              <p:nvPr/>
            </p:nvSpPr>
            <p:spPr>
              <a:xfrm>
                <a:off x="3656357" y="7038879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3" name="矩形 612">
                <a:extLst>
                  <a:ext uri="{FF2B5EF4-FFF2-40B4-BE49-F238E27FC236}">
                    <a16:creationId xmlns:a16="http://schemas.microsoft.com/office/drawing/2014/main" id="{9ACDC26D-3623-8362-B0F8-52BF01ACA767}"/>
                  </a:ext>
                </a:extLst>
              </p:cNvPr>
              <p:cNvSpPr/>
              <p:nvPr/>
            </p:nvSpPr>
            <p:spPr>
              <a:xfrm>
                <a:off x="3811767" y="7038879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4" name="矩形 613">
                <a:extLst>
                  <a:ext uri="{FF2B5EF4-FFF2-40B4-BE49-F238E27FC236}">
                    <a16:creationId xmlns:a16="http://schemas.microsoft.com/office/drawing/2014/main" id="{4AF5F51E-45D8-D058-0507-B6143893702C}"/>
                  </a:ext>
                </a:extLst>
              </p:cNvPr>
              <p:cNvSpPr/>
              <p:nvPr/>
            </p:nvSpPr>
            <p:spPr>
              <a:xfrm>
                <a:off x="3967177" y="7038879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5" name="矩形 614">
                <a:extLst>
                  <a:ext uri="{FF2B5EF4-FFF2-40B4-BE49-F238E27FC236}">
                    <a16:creationId xmlns:a16="http://schemas.microsoft.com/office/drawing/2014/main" id="{87DE4D0D-7583-AC0C-B789-27A568D23CDF}"/>
                  </a:ext>
                </a:extLst>
              </p:cNvPr>
              <p:cNvSpPr/>
              <p:nvPr/>
            </p:nvSpPr>
            <p:spPr>
              <a:xfrm>
                <a:off x="4122587" y="7038879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6" name="矩形 615">
                <a:extLst>
                  <a:ext uri="{FF2B5EF4-FFF2-40B4-BE49-F238E27FC236}">
                    <a16:creationId xmlns:a16="http://schemas.microsoft.com/office/drawing/2014/main" id="{24C4F8F9-5418-C8F6-71E3-7606319331C5}"/>
                  </a:ext>
                </a:extLst>
              </p:cNvPr>
              <p:cNvSpPr/>
              <p:nvPr/>
            </p:nvSpPr>
            <p:spPr>
              <a:xfrm>
                <a:off x="3656357" y="650768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7" name="矩形 616">
                <a:extLst>
                  <a:ext uri="{FF2B5EF4-FFF2-40B4-BE49-F238E27FC236}">
                    <a16:creationId xmlns:a16="http://schemas.microsoft.com/office/drawing/2014/main" id="{22A8450A-9A05-1780-BE46-D9B2B0DE9DC7}"/>
                  </a:ext>
                </a:extLst>
              </p:cNvPr>
              <p:cNvSpPr/>
              <p:nvPr/>
            </p:nvSpPr>
            <p:spPr>
              <a:xfrm>
                <a:off x="3811767" y="650768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8" name="矩形 617">
                <a:extLst>
                  <a:ext uri="{FF2B5EF4-FFF2-40B4-BE49-F238E27FC236}">
                    <a16:creationId xmlns:a16="http://schemas.microsoft.com/office/drawing/2014/main" id="{F7796BBB-1D48-96B4-B8AE-FFD73B3832BD}"/>
                  </a:ext>
                </a:extLst>
              </p:cNvPr>
              <p:cNvSpPr/>
              <p:nvPr/>
            </p:nvSpPr>
            <p:spPr>
              <a:xfrm>
                <a:off x="3967177" y="650768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9" name="矩形 618">
                <a:extLst>
                  <a:ext uri="{FF2B5EF4-FFF2-40B4-BE49-F238E27FC236}">
                    <a16:creationId xmlns:a16="http://schemas.microsoft.com/office/drawing/2014/main" id="{A70362E8-F65D-0FC6-A927-56EE86569818}"/>
                  </a:ext>
                </a:extLst>
              </p:cNvPr>
              <p:cNvSpPr/>
              <p:nvPr/>
            </p:nvSpPr>
            <p:spPr>
              <a:xfrm>
                <a:off x="4122587" y="650768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620" name="椭圆 619">
            <a:extLst>
              <a:ext uri="{FF2B5EF4-FFF2-40B4-BE49-F238E27FC236}">
                <a16:creationId xmlns:a16="http://schemas.microsoft.com/office/drawing/2014/main" id="{61B14B30-8A60-E9B8-4886-ABE891A540D2}"/>
              </a:ext>
            </a:extLst>
          </p:cNvPr>
          <p:cNvSpPr/>
          <p:nvPr/>
        </p:nvSpPr>
        <p:spPr>
          <a:xfrm rot="5400000">
            <a:off x="4799131" y="1468112"/>
            <a:ext cx="322854" cy="32384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cs typeface="Arial" panose="020B0604020202020204" pitchFamily="34" charset="0"/>
              </a:rPr>
              <a:t>1</a:t>
            </a:r>
            <a:endParaRPr lang="zh-CN" altLang="en-US" sz="2400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621" name="椭圆 620">
            <a:extLst>
              <a:ext uri="{FF2B5EF4-FFF2-40B4-BE49-F238E27FC236}">
                <a16:creationId xmlns:a16="http://schemas.microsoft.com/office/drawing/2014/main" id="{C8F8F00E-E6F4-3517-90B6-4F16CA95FFB1}"/>
              </a:ext>
            </a:extLst>
          </p:cNvPr>
          <p:cNvSpPr/>
          <p:nvPr/>
        </p:nvSpPr>
        <p:spPr>
          <a:xfrm rot="5400000">
            <a:off x="4799131" y="2169048"/>
            <a:ext cx="322854" cy="323843"/>
          </a:xfrm>
          <a:prstGeom prst="ellipse">
            <a:avLst/>
          </a:prstGeom>
          <a:noFill/>
          <a:ln w="28575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cs typeface="Arial" panose="020B0604020202020204" pitchFamily="34" charset="0"/>
              </a:rPr>
              <a:t>3</a:t>
            </a:r>
            <a:endParaRPr lang="zh-CN" altLang="en-US" sz="2400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622" name="椭圆 621">
            <a:extLst>
              <a:ext uri="{FF2B5EF4-FFF2-40B4-BE49-F238E27FC236}">
                <a16:creationId xmlns:a16="http://schemas.microsoft.com/office/drawing/2014/main" id="{CEE169B8-3F4F-BA30-2C6E-26A40FA26B21}"/>
              </a:ext>
            </a:extLst>
          </p:cNvPr>
          <p:cNvSpPr/>
          <p:nvPr/>
        </p:nvSpPr>
        <p:spPr>
          <a:xfrm rot="5400000">
            <a:off x="4137206" y="1468112"/>
            <a:ext cx="322854" cy="32384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cs typeface="Arial" panose="020B0604020202020204" pitchFamily="34" charset="0"/>
              </a:rPr>
              <a:t>0</a:t>
            </a:r>
            <a:endParaRPr lang="zh-CN" altLang="en-US" sz="2400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623" name="椭圆 622">
            <a:extLst>
              <a:ext uri="{FF2B5EF4-FFF2-40B4-BE49-F238E27FC236}">
                <a16:creationId xmlns:a16="http://schemas.microsoft.com/office/drawing/2014/main" id="{C84C3908-7C9F-5473-C82C-5BCFF2E07EC8}"/>
              </a:ext>
            </a:extLst>
          </p:cNvPr>
          <p:cNvSpPr/>
          <p:nvPr/>
        </p:nvSpPr>
        <p:spPr>
          <a:xfrm rot="5400000">
            <a:off x="4137206" y="2169048"/>
            <a:ext cx="322854" cy="323843"/>
          </a:xfrm>
          <a:prstGeom prst="ellipse">
            <a:avLst/>
          </a:prstGeom>
          <a:noFill/>
          <a:ln w="28575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cs typeface="Arial" panose="020B0604020202020204" pitchFamily="34" charset="0"/>
              </a:rPr>
              <a:t>2</a:t>
            </a:r>
            <a:endParaRPr lang="zh-CN" altLang="en-US" sz="2400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cxnSp>
        <p:nvCxnSpPr>
          <p:cNvPr id="624" name="直接连接符 510">
            <a:extLst>
              <a:ext uri="{FF2B5EF4-FFF2-40B4-BE49-F238E27FC236}">
                <a16:creationId xmlns:a16="http://schemas.microsoft.com/office/drawing/2014/main" id="{C5106AD9-7123-4D0D-601D-32ACB97A5C52}"/>
              </a:ext>
            </a:extLst>
          </p:cNvPr>
          <p:cNvCxnSpPr>
            <a:cxnSpLocks/>
          </p:cNvCxnSpPr>
          <p:nvPr/>
        </p:nvCxnSpPr>
        <p:spPr>
          <a:xfrm flipH="1">
            <a:off x="4462016" y="1630026"/>
            <a:ext cx="328224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25" name="直接连接符 511">
            <a:extLst>
              <a:ext uri="{FF2B5EF4-FFF2-40B4-BE49-F238E27FC236}">
                <a16:creationId xmlns:a16="http://schemas.microsoft.com/office/drawing/2014/main" id="{6EF9AB65-2046-24CE-7035-463E23A79672}"/>
              </a:ext>
            </a:extLst>
          </p:cNvPr>
          <p:cNvCxnSpPr>
            <a:cxnSpLocks/>
          </p:cNvCxnSpPr>
          <p:nvPr/>
        </p:nvCxnSpPr>
        <p:spPr>
          <a:xfrm>
            <a:off x="4298634" y="1791461"/>
            <a:ext cx="0" cy="378082"/>
          </a:xfrm>
          <a:prstGeom prst="line">
            <a:avLst/>
          </a:prstGeom>
          <a:ln w="28575">
            <a:solidFill>
              <a:schemeClr val="tx1"/>
            </a:solidFill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26" name="直接连接符 512">
            <a:extLst>
              <a:ext uri="{FF2B5EF4-FFF2-40B4-BE49-F238E27FC236}">
                <a16:creationId xmlns:a16="http://schemas.microsoft.com/office/drawing/2014/main" id="{975782C0-F1D0-D2EC-6EEF-4E95C7553954}"/>
              </a:ext>
            </a:extLst>
          </p:cNvPr>
          <p:cNvCxnSpPr>
            <a:cxnSpLocks/>
          </p:cNvCxnSpPr>
          <p:nvPr/>
        </p:nvCxnSpPr>
        <p:spPr>
          <a:xfrm flipV="1">
            <a:off x="4960558" y="1789280"/>
            <a:ext cx="0" cy="380257"/>
          </a:xfrm>
          <a:prstGeom prst="line">
            <a:avLst/>
          </a:prstGeom>
          <a:ln w="28575">
            <a:solidFill>
              <a:schemeClr val="tx1"/>
            </a:solidFill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27" name="直接连接符 513">
            <a:extLst>
              <a:ext uri="{FF2B5EF4-FFF2-40B4-BE49-F238E27FC236}">
                <a16:creationId xmlns:a16="http://schemas.microsoft.com/office/drawing/2014/main" id="{1CC0412A-6D55-96F0-C3BE-7D2625CF6C71}"/>
              </a:ext>
            </a:extLst>
          </p:cNvPr>
          <p:cNvCxnSpPr>
            <a:cxnSpLocks/>
            <a:stCxn id="621" idx="3"/>
            <a:endCxn id="622" idx="7"/>
          </p:cNvCxnSpPr>
          <p:nvPr/>
        </p:nvCxnSpPr>
        <p:spPr>
          <a:xfrm flipH="1" flipV="1">
            <a:off x="4413130" y="1744180"/>
            <a:ext cx="432934" cy="472644"/>
          </a:xfrm>
          <a:prstGeom prst="line">
            <a:avLst/>
          </a:prstGeom>
          <a:ln w="28575">
            <a:solidFill>
              <a:schemeClr val="tx1"/>
            </a:solidFill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660" name="组合 659">
            <a:extLst>
              <a:ext uri="{FF2B5EF4-FFF2-40B4-BE49-F238E27FC236}">
                <a16:creationId xmlns:a16="http://schemas.microsoft.com/office/drawing/2014/main" id="{9E3841E7-DCA7-3F77-B007-9A234D5F920B}"/>
              </a:ext>
            </a:extLst>
          </p:cNvPr>
          <p:cNvGrpSpPr/>
          <p:nvPr/>
        </p:nvGrpSpPr>
        <p:grpSpPr>
          <a:xfrm>
            <a:off x="3191103" y="1349068"/>
            <a:ext cx="821650" cy="536436"/>
            <a:chOff x="5408615" y="10123996"/>
            <a:chExt cx="532461" cy="339599"/>
          </a:xfrm>
        </p:grpSpPr>
        <p:grpSp>
          <p:nvGrpSpPr>
            <p:cNvPr id="661" name="组合 660">
              <a:extLst>
                <a:ext uri="{FF2B5EF4-FFF2-40B4-BE49-F238E27FC236}">
                  <a16:creationId xmlns:a16="http://schemas.microsoft.com/office/drawing/2014/main" id="{B6E19F92-59D0-3A5A-44DC-80DCE37715EE}"/>
                </a:ext>
              </a:extLst>
            </p:cNvPr>
            <p:cNvGrpSpPr/>
            <p:nvPr/>
          </p:nvGrpSpPr>
          <p:grpSpPr>
            <a:xfrm rot="5400000">
              <a:off x="5598460" y="9934151"/>
              <a:ext cx="152772" cy="532461"/>
              <a:chOff x="800913" y="5270079"/>
              <a:chExt cx="152772" cy="532461"/>
            </a:xfrm>
          </p:grpSpPr>
          <p:sp>
            <p:nvSpPr>
              <p:cNvPr id="667" name="矩形 666">
                <a:extLst>
                  <a:ext uri="{FF2B5EF4-FFF2-40B4-BE49-F238E27FC236}">
                    <a16:creationId xmlns:a16="http://schemas.microsoft.com/office/drawing/2014/main" id="{413B4C85-B83E-0766-3A5D-5B71F9029E7C}"/>
                  </a:ext>
                </a:extLst>
              </p:cNvPr>
              <p:cNvSpPr/>
              <p:nvPr/>
            </p:nvSpPr>
            <p:spPr>
              <a:xfrm flipH="1">
                <a:off x="800913" y="5270079"/>
                <a:ext cx="152769" cy="133117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68" name="矩形 667">
                <a:extLst>
                  <a:ext uri="{FF2B5EF4-FFF2-40B4-BE49-F238E27FC236}">
                    <a16:creationId xmlns:a16="http://schemas.microsoft.com/office/drawing/2014/main" id="{24BFEBF9-67BA-B220-6621-3BC8DF939590}"/>
                  </a:ext>
                </a:extLst>
              </p:cNvPr>
              <p:cNvSpPr/>
              <p:nvPr/>
            </p:nvSpPr>
            <p:spPr>
              <a:xfrm flipH="1">
                <a:off x="800918" y="5403192"/>
                <a:ext cx="152767" cy="133117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69" name="矩形 668">
                <a:extLst>
                  <a:ext uri="{FF2B5EF4-FFF2-40B4-BE49-F238E27FC236}">
                    <a16:creationId xmlns:a16="http://schemas.microsoft.com/office/drawing/2014/main" id="{09256657-33EA-32B4-1E8D-2CD8F7D017F2}"/>
                  </a:ext>
                </a:extLst>
              </p:cNvPr>
              <p:cNvSpPr/>
              <p:nvPr/>
            </p:nvSpPr>
            <p:spPr>
              <a:xfrm flipH="1">
                <a:off x="800924" y="5536310"/>
                <a:ext cx="152760" cy="133117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70" name="矩形 669">
                <a:extLst>
                  <a:ext uri="{FF2B5EF4-FFF2-40B4-BE49-F238E27FC236}">
                    <a16:creationId xmlns:a16="http://schemas.microsoft.com/office/drawing/2014/main" id="{66D853C6-03C5-8349-B103-796D75787473}"/>
                  </a:ext>
                </a:extLst>
              </p:cNvPr>
              <p:cNvSpPr/>
              <p:nvPr/>
            </p:nvSpPr>
            <p:spPr>
              <a:xfrm flipH="1">
                <a:off x="800925" y="5669423"/>
                <a:ext cx="152760" cy="133117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662" name="组合 661">
              <a:extLst>
                <a:ext uri="{FF2B5EF4-FFF2-40B4-BE49-F238E27FC236}">
                  <a16:creationId xmlns:a16="http://schemas.microsoft.com/office/drawing/2014/main" id="{A0B01061-6719-DFB1-EEFF-084ADA4E6DF6}"/>
                </a:ext>
              </a:extLst>
            </p:cNvPr>
            <p:cNvGrpSpPr/>
            <p:nvPr/>
          </p:nvGrpSpPr>
          <p:grpSpPr>
            <a:xfrm rot="5400000">
              <a:off x="5598460" y="10120978"/>
              <a:ext cx="152772" cy="532461"/>
              <a:chOff x="800913" y="5270079"/>
              <a:chExt cx="152772" cy="532461"/>
            </a:xfrm>
          </p:grpSpPr>
          <p:sp>
            <p:nvSpPr>
              <p:cNvPr id="663" name="矩形 662">
                <a:extLst>
                  <a:ext uri="{FF2B5EF4-FFF2-40B4-BE49-F238E27FC236}">
                    <a16:creationId xmlns:a16="http://schemas.microsoft.com/office/drawing/2014/main" id="{CC28B0C1-42E8-746B-4BEC-F0CABFEFFA9C}"/>
                  </a:ext>
                </a:extLst>
              </p:cNvPr>
              <p:cNvSpPr/>
              <p:nvPr/>
            </p:nvSpPr>
            <p:spPr>
              <a:xfrm flipH="1">
                <a:off x="800913" y="5270079"/>
                <a:ext cx="152769" cy="133117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64" name="矩形 663">
                <a:extLst>
                  <a:ext uri="{FF2B5EF4-FFF2-40B4-BE49-F238E27FC236}">
                    <a16:creationId xmlns:a16="http://schemas.microsoft.com/office/drawing/2014/main" id="{B40BA0C4-2885-25F8-A8AE-3425EE3D8745}"/>
                  </a:ext>
                </a:extLst>
              </p:cNvPr>
              <p:cNvSpPr/>
              <p:nvPr/>
            </p:nvSpPr>
            <p:spPr>
              <a:xfrm flipH="1">
                <a:off x="800918" y="5403192"/>
                <a:ext cx="152767" cy="133117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65" name="矩形 664">
                <a:extLst>
                  <a:ext uri="{FF2B5EF4-FFF2-40B4-BE49-F238E27FC236}">
                    <a16:creationId xmlns:a16="http://schemas.microsoft.com/office/drawing/2014/main" id="{C1EE3E03-16B7-A5C6-EB1E-977478935DA9}"/>
                  </a:ext>
                </a:extLst>
              </p:cNvPr>
              <p:cNvSpPr/>
              <p:nvPr/>
            </p:nvSpPr>
            <p:spPr>
              <a:xfrm flipH="1">
                <a:off x="800924" y="5536310"/>
                <a:ext cx="152760" cy="133117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66" name="矩形 665">
                <a:extLst>
                  <a:ext uri="{FF2B5EF4-FFF2-40B4-BE49-F238E27FC236}">
                    <a16:creationId xmlns:a16="http://schemas.microsoft.com/office/drawing/2014/main" id="{2C6800D2-1759-4940-92D0-FE9E4930FB77}"/>
                  </a:ext>
                </a:extLst>
              </p:cNvPr>
              <p:cNvSpPr/>
              <p:nvPr/>
            </p:nvSpPr>
            <p:spPr>
              <a:xfrm flipH="1">
                <a:off x="800925" y="5669423"/>
                <a:ext cx="152760" cy="133117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671" name="组合 670">
            <a:extLst>
              <a:ext uri="{FF2B5EF4-FFF2-40B4-BE49-F238E27FC236}">
                <a16:creationId xmlns:a16="http://schemas.microsoft.com/office/drawing/2014/main" id="{8AD8BCCA-205E-FF16-A797-324CEE2B4B5C}"/>
              </a:ext>
            </a:extLst>
          </p:cNvPr>
          <p:cNvGrpSpPr/>
          <p:nvPr/>
        </p:nvGrpSpPr>
        <p:grpSpPr>
          <a:xfrm>
            <a:off x="3180736" y="4342336"/>
            <a:ext cx="821650" cy="536436"/>
            <a:chOff x="5408615" y="10123996"/>
            <a:chExt cx="532461" cy="339599"/>
          </a:xfrm>
        </p:grpSpPr>
        <p:grpSp>
          <p:nvGrpSpPr>
            <p:cNvPr id="672" name="组合 671">
              <a:extLst>
                <a:ext uri="{FF2B5EF4-FFF2-40B4-BE49-F238E27FC236}">
                  <a16:creationId xmlns:a16="http://schemas.microsoft.com/office/drawing/2014/main" id="{E39FCA95-C9DD-EFD7-5DA6-BCAAE5242FF4}"/>
                </a:ext>
              </a:extLst>
            </p:cNvPr>
            <p:cNvGrpSpPr/>
            <p:nvPr/>
          </p:nvGrpSpPr>
          <p:grpSpPr>
            <a:xfrm rot="5400000">
              <a:off x="5598460" y="9934151"/>
              <a:ext cx="152772" cy="532461"/>
              <a:chOff x="800913" y="5270079"/>
              <a:chExt cx="152772" cy="532461"/>
            </a:xfrm>
          </p:grpSpPr>
          <p:sp>
            <p:nvSpPr>
              <p:cNvPr id="678" name="矩形 677">
                <a:extLst>
                  <a:ext uri="{FF2B5EF4-FFF2-40B4-BE49-F238E27FC236}">
                    <a16:creationId xmlns:a16="http://schemas.microsoft.com/office/drawing/2014/main" id="{86A6B7D6-531B-F469-60CE-E02584F53269}"/>
                  </a:ext>
                </a:extLst>
              </p:cNvPr>
              <p:cNvSpPr/>
              <p:nvPr/>
            </p:nvSpPr>
            <p:spPr>
              <a:xfrm flipH="1">
                <a:off x="800913" y="5270079"/>
                <a:ext cx="152769" cy="133117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79" name="矩形 678">
                <a:extLst>
                  <a:ext uri="{FF2B5EF4-FFF2-40B4-BE49-F238E27FC236}">
                    <a16:creationId xmlns:a16="http://schemas.microsoft.com/office/drawing/2014/main" id="{A386126E-F0C1-4D71-DEE1-FC9F46BE7D98}"/>
                  </a:ext>
                </a:extLst>
              </p:cNvPr>
              <p:cNvSpPr/>
              <p:nvPr/>
            </p:nvSpPr>
            <p:spPr>
              <a:xfrm flipH="1">
                <a:off x="800918" y="5403192"/>
                <a:ext cx="152767" cy="133117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80" name="矩形 679">
                <a:extLst>
                  <a:ext uri="{FF2B5EF4-FFF2-40B4-BE49-F238E27FC236}">
                    <a16:creationId xmlns:a16="http://schemas.microsoft.com/office/drawing/2014/main" id="{7F5B0C91-281A-68CE-3826-7F26BE1F159F}"/>
                  </a:ext>
                </a:extLst>
              </p:cNvPr>
              <p:cNvSpPr/>
              <p:nvPr/>
            </p:nvSpPr>
            <p:spPr>
              <a:xfrm flipH="1">
                <a:off x="800924" y="5536310"/>
                <a:ext cx="152760" cy="133117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81" name="矩形 680">
                <a:extLst>
                  <a:ext uri="{FF2B5EF4-FFF2-40B4-BE49-F238E27FC236}">
                    <a16:creationId xmlns:a16="http://schemas.microsoft.com/office/drawing/2014/main" id="{F2E02B0E-D48F-9524-3020-E64776428DA3}"/>
                  </a:ext>
                </a:extLst>
              </p:cNvPr>
              <p:cNvSpPr/>
              <p:nvPr/>
            </p:nvSpPr>
            <p:spPr>
              <a:xfrm flipH="1">
                <a:off x="800925" y="5669423"/>
                <a:ext cx="152760" cy="133117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673" name="组合 672">
              <a:extLst>
                <a:ext uri="{FF2B5EF4-FFF2-40B4-BE49-F238E27FC236}">
                  <a16:creationId xmlns:a16="http://schemas.microsoft.com/office/drawing/2014/main" id="{864A1A91-018D-B648-4C96-2BFE4DA3FDA3}"/>
                </a:ext>
              </a:extLst>
            </p:cNvPr>
            <p:cNvGrpSpPr/>
            <p:nvPr/>
          </p:nvGrpSpPr>
          <p:grpSpPr>
            <a:xfrm rot="5400000">
              <a:off x="5598460" y="10120978"/>
              <a:ext cx="152772" cy="532461"/>
              <a:chOff x="800913" y="5270079"/>
              <a:chExt cx="152772" cy="532461"/>
            </a:xfrm>
          </p:grpSpPr>
          <p:sp>
            <p:nvSpPr>
              <p:cNvPr id="674" name="矩形 673">
                <a:extLst>
                  <a:ext uri="{FF2B5EF4-FFF2-40B4-BE49-F238E27FC236}">
                    <a16:creationId xmlns:a16="http://schemas.microsoft.com/office/drawing/2014/main" id="{8B078FE0-ACD1-219C-AF4A-E7DA613E9962}"/>
                  </a:ext>
                </a:extLst>
              </p:cNvPr>
              <p:cNvSpPr/>
              <p:nvPr/>
            </p:nvSpPr>
            <p:spPr>
              <a:xfrm flipH="1">
                <a:off x="800913" y="5270079"/>
                <a:ext cx="152769" cy="133117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75" name="矩形 674">
                <a:extLst>
                  <a:ext uri="{FF2B5EF4-FFF2-40B4-BE49-F238E27FC236}">
                    <a16:creationId xmlns:a16="http://schemas.microsoft.com/office/drawing/2014/main" id="{74A90A3C-A303-DEF6-3594-E74D7AC02818}"/>
                  </a:ext>
                </a:extLst>
              </p:cNvPr>
              <p:cNvSpPr/>
              <p:nvPr/>
            </p:nvSpPr>
            <p:spPr>
              <a:xfrm flipH="1">
                <a:off x="800918" y="5403192"/>
                <a:ext cx="152767" cy="133117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76" name="矩形 675">
                <a:extLst>
                  <a:ext uri="{FF2B5EF4-FFF2-40B4-BE49-F238E27FC236}">
                    <a16:creationId xmlns:a16="http://schemas.microsoft.com/office/drawing/2014/main" id="{05AAEC69-EC7F-693E-8E81-86A5D243CE55}"/>
                  </a:ext>
                </a:extLst>
              </p:cNvPr>
              <p:cNvSpPr/>
              <p:nvPr/>
            </p:nvSpPr>
            <p:spPr>
              <a:xfrm flipH="1">
                <a:off x="800924" y="5536310"/>
                <a:ext cx="152760" cy="133117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77" name="矩形 676">
                <a:extLst>
                  <a:ext uri="{FF2B5EF4-FFF2-40B4-BE49-F238E27FC236}">
                    <a16:creationId xmlns:a16="http://schemas.microsoft.com/office/drawing/2014/main" id="{E81C3584-A1DE-F4B3-F334-02BEF654D8A1}"/>
                  </a:ext>
                </a:extLst>
              </p:cNvPr>
              <p:cNvSpPr/>
              <p:nvPr/>
            </p:nvSpPr>
            <p:spPr>
              <a:xfrm flipH="1">
                <a:off x="800925" y="5669423"/>
                <a:ext cx="152760" cy="133117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82" name="文本框 681">
                <a:extLst>
                  <a:ext uri="{FF2B5EF4-FFF2-40B4-BE49-F238E27FC236}">
                    <a16:creationId xmlns:a16="http://schemas.microsoft.com/office/drawing/2014/main" id="{487A5239-CF2E-91F2-1221-FB586B0C3A9B}"/>
                  </a:ext>
                </a:extLst>
              </p:cNvPr>
              <p:cNvSpPr txBox="1"/>
              <p:nvPr/>
            </p:nvSpPr>
            <p:spPr>
              <a:xfrm>
                <a:off x="3156098" y="4918088"/>
                <a:ext cx="1071288" cy="461665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1" i="1" dirty="0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altLang="zh-CN" sz="2400" b="1" i="1" dirty="0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𝑿</m:t>
                          </m:r>
                        </m:e>
                        <m:sub>
                          <m:r>
                            <a:rPr lang="en-US" altLang="zh-CN" sz="2400" b="1" i="1" dirty="0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𝟎</m:t>
                          </m:r>
                        </m:sub>
                      </m:sSub>
                    </m:oMath>
                  </m:oMathPara>
                </a14:m>
                <a:endParaRPr lang="zh-CN" altLang="en-US" sz="2400" b="1" dirty="0">
                  <a:solidFill>
                    <a:schemeClr val="accent6"/>
                  </a:solidFill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82" name="文本框 681">
                <a:extLst>
                  <a:ext uri="{FF2B5EF4-FFF2-40B4-BE49-F238E27FC236}">
                    <a16:creationId xmlns:a16="http://schemas.microsoft.com/office/drawing/2014/main" id="{487A5239-CF2E-91F2-1221-FB586B0C3A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56098" y="4918088"/>
                <a:ext cx="1071288" cy="461665"/>
              </a:xfrm>
              <a:prstGeom prst="rect">
                <a:avLst/>
              </a:prstGeom>
              <a:blipFill>
                <a:blip r:embed="rId4"/>
                <a:stretch>
                  <a:fillRect b="-1316"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83" name="直接连接符 699">
            <a:extLst>
              <a:ext uri="{FF2B5EF4-FFF2-40B4-BE49-F238E27FC236}">
                <a16:creationId xmlns:a16="http://schemas.microsoft.com/office/drawing/2014/main" id="{77CB26EC-02A6-E430-E8E8-B9706DAD462C}"/>
              </a:ext>
            </a:extLst>
          </p:cNvPr>
          <p:cNvCxnSpPr>
            <a:cxnSpLocks/>
          </p:cNvCxnSpPr>
          <p:nvPr/>
        </p:nvCxnSpPr>
        <p:spPr>
          <a:xfrm flipV="1">
            <a:off x="3335154" y="2971159"/>
            <a:ext cx="8784500" cy="22839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矩形 32">
            <a:extLst>
              <a:ext uri="{FF2B5EF4-FFF2-40B4-BE49-F238E27FC236}">
                <a16:creationId xmlns:a16="http://schemas.microsoft.com/office/drawing/2014/main" id="{EF4475DF-70D7-5275-A028-FE7CF81D4C2C}"/>
              </a:ext>
            </a:extLst>
          </p:cNvPr>
          <p:cNvSpPr/>
          <p:nvPr/>
        </p:nvSpPr>
        <p:spPr>
          <a:xfrm flipV="1">
            <a:off x="5301029" y="1212605"/>
            <a:ext cx="2096150" cy="116071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椭圆 37">
            <a:extLst>
              <a:ext uri="{FF2B5EF4-FFF2-40B4-BE49-F238E27FC236}">
                <a16:creationId xmlns:a16="http://schemas.microsoft.com/office/drawing/2014/main" id="{7FB739CD-791A-0FB3-4128-46705358A419}"/>
              </a:ext>
            </a:extLst>
          </p:cNvPr>
          <p:cNvSpPr/>
          <p:nvPr/>
        </p:nvSpPr>
        <p:spPr>
          <a:xfrm rot="5400000">
            <a:off x="6178264" y="1532683"/>
            <a:ext cx="270678" cy="277715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endParaRPr lang="zh-CN" altLang="en-US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椭圆 38">
            <a:extLst>
              <a:ext uri="{FF2B5EF4-FFF2-40B4-BE49-F238E27FC236}">
                <a16:creationId xmlns:a16="http://schemas.microsoft.com/office/drawing/2014/main" id="{DF9E74C5-C0D2-2C6F-D8AF-B3AEE1BA22B8}"/>
              </a:ext>
            </a:extLst>
          </p:cNvPr>
          <p:cNvSpPr/>
          <p:nvPr/>
        </p:nvSpPr>
        <p:spPr>
          <a:xfrm rot="5400000">
            <a:off x="6181948" y="1875873"/>
            <a:ext cx="270678" cy="277715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zh-CN" altLang="en-US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C6108A46-D6CE-E8FE-5AB1-06F729CC97C4}"/>
              </a:ext>
            </a:extLst>
          </p:cNvPr>
          <p:cNvGrpSpPr/>
          <p:nvPr/>
        </p:nvGrpSpPr>
        <p:grpSpPr>
          <a:xfrm rot="5400000">
            <a:off x="5653709" y="1338387"/>
            <a:ext cx="202322" cy="704614"/>
            <a:chOff x="800913" y="5270079"/>
            <a:chExt cx="152772" cy="532461"/>
          </a:xfrm>
        </p:grpSpPr>
        <p:sp>
          <p:nvSpPr>
            <p:cNvPr id="41" name="矩形 40">
              <a:extLst>
                <a:ext uri="{FF2B5EF4-FFF2-40B4-BE49-F238E27FC236}">
                  <a16:creationId xmlns:a16="http://schemas.microsoft.com/office/drawing/2014/main" id="{0819DEF3-2995-324F-641C-075CEA7F8119}"/>
                </a:ext>
              </a:extLst>
            </p:cNvPr>
            <p:cNvSpPr/>
            <p:nvPr/>
          </p:nvSpPr>
          <p:spPr>
            <a:xfrm flipH="1">
              <a:off x="800913" y="5270079"/>
              <a:ext cx="152769" cy="133117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" name="矩形 41">
              <a:extLst>
                <a:ext uri="{FF2B5EF4-FFF2-40B4-BE49-F238E27FC236}">
                  <a16:creationId xmlns:a16="http://schemas.microsoft.com/office/drawing/2014/main" id="{0D254249-B573-66FA-9663-D3DF525ED10D}"/>
                </a:ext>
              </a:extLst>
            </p:cNvPr>
            <p:cNvSpPr/>
            <p:nvPr/>
          </p:nvSpPr>
          <p:spPr>
            <a:xfrm flipH="1">
              <a:off x="800918" y="5403192"/>
              <a:ext cx="152767" cy="133117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" name="矩形 42">
              <a:extLst>
                <a:ext uri="{FF2B5EF4-FFF2-40B4-BE49-F238E27FC236}">
                  <a16:creationId xmlns:a16="http://schemas.microsoft.com/office/drawing/2014/main" id="{FB4C95F4-819C-65AC-F7E4-B196335B5B10}"/>
                </a:ext>
              </a:extLst>
            </p:cNvPr>
            <p:cNvSpPr/>
            <p:nvPr/>
          </p:nvSpPr>
          <p:spPr>
            <a:xfrm flipH="1">
              <a:off x="800924" y="5536310"/>
              <a:ext cx="152760" cy="133117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矩形 43">
              <a:extLst>
                <a:ext uri="{FF2B5EF4-FFF2-40B4-BE49-F238E27FC236}">
                  <a16:creationId xmlns:a16="http://schemas.microsoft.com/office/drawing/2014/main" id="{2AA405BF-82A5-C9A8-2F73-D0BADDDBA65C}"/>
                </a:ext>
              </a:extLst>
            </p:cNvPr>
            <p:cNvSpPr/>
            <p:nvPr/>
          </p:nvSpPr>
          <p:spPr>
            <a:xfrm flipH="1">
              <a:off x="800925" y="5669423"/>
              <a:ext cx="152760" cy="133117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5" name="组合 44">
            <a:extLst>
              <a:ext uri="{FF2B5EF4-FFF2-40B4-BE49-F238E27FC236}">
                <a16:creationId xmlns:a16="http://schemas.microsoft.com/office/drawing/2014/main" id="{81799FAB-789E-335B-C5CF-91DEEE167614}"/>
              </a:ext>
            </a:extLst>
          </p:cNvPr>
          <p:cNvGrpSpPr/>
          <p:nvPr/>
        </p:nvGrpSpPr>
        <p:grpSpPr>
          <a:xfrm rot="5400000">
            <a:off x="5653707" y="1687394"/>
            <a:ext cx="202322" cy="704614"/>
            <a:chOff x="800913" y="5270079"/>
            <a:chExt cx="152772" cy="532461"/>
          </a:xfrm>
        </p:grpSpPr>
        <p:sp>
          <p:nvSpPr>
            <p:cNvPr id="46" name="矩形 45">
              <a:extLst>
                <a:ext uri="{FF2B5EF4-FFF2-40B4-BE49-F238E27FC236}">
                  <a16:creationId xmlns:a16="http://schemas.microsoft.com/office/drawing/2014/main" id="{1FCB1EC8-2C11-BE77-6969-E44C6FC99CE7}"/>
                </a:ext>
              </a:extLst>
            </p:cNvPr>
            <p:cNvSpPr/>
            <p:nvPr/>
          </p:nvSpPr>
          <p:spPr>
            <a:xfrm flipH="1">
              <a:off x="800913" y="5270079"/>
              <a:ext cx="152769" cy="133117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" name="矩形 46">
              <a:extLst>
                <a:ext uri="{FF2B5EF4-FFF2-40B4-BE49-F238E27FC236}">
                  <a16:creationId xmlns:a16="http://schemas.microsoft.com/office/drawing/2014/main" id="{0F04A3EA-9A35-84B6-C27D-DEBA8B807E23}"/>
                </a:ext>
              </a:extLst>
            </p:cNvPr>
            <p:cNvSpPr/>
            <p:nvPr/>
          </p:nvSpPr>
          <p:spPr>
            <a:xfrm flipH="1">
              <a:off x="800918" y="5403192"/>
              <a:ext cx="152767" cy="133117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" name="矩形 47">
              <a:extLst>
                <a:ext uri="{FF2B5EF4-FFF2-40B4-BE49-F238E27FC236}">
                  <a16:creationId xmlns:a16="http://schemas.microsoft.com/office/drawing/2014/main" id="{710F357C-4B50-A480-C986-08351891EA84}"/>
                </a:ext>
              </a:extLst>
            </p:cNvPr>
            <p:cNvSpPr/>
            <p:nvPr/>
          </p:nvSpPr>
          <p:spPr>
            <a:xfrm flipH="1">
              <a:off x="800924" y="5536310"/>
              <a:ext cx="152760" cy="133117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" name="矩形 48">
              <a:extLst>
                <a:ext uri="{FF2B5EF4-FFF2-40B4-BE49-F238E27FC236}">
                  <a16:creationId xmlns:a16="http://schemas.microsoft.com/office/drawing/2014/main" id="{03A9F90D-EA5A-C8A8-FC4D-EB11FB38135E}"/>
                </a:ext>
              </a:extLst>
            </p:cNvPr>
            <p:cNvSpPr/>
            <p:nvPr/>
          </p:nvSpPr>
          <p:spPr>
            <a:xfrm flipH="1">
              <a:off x="800925" y="5669423"/>
              <a:ext cx="152760" cy="133117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576" name="组合 575">
            <a:extLst>
              <a:ext uri="{FF2B5EF4-FFF2-40B4-BE49-F238E27FC236}">
                <a16:creationId xmlns:a16="http://schemas.microsoft.com/office/drawing/2014/main" id="{8F61D239-6C35-9BDC-07D3-32C5ED360AAB}"/>
              </a:ext>
            </a:extLst>
          </p:cNvPr>
          <p:cNvGrpSpPr/>
          <p:nvPr/>
        </p:nvGrpSpPr>
        <p:grpSpPr>
          <a:xfrm>
            <a:off x="6696167" y="1367271"/>
            <a:ext cx="610665" cy="879151"/>
            <a:chOff x="6116209" y="1036604"/>
            <a:chExt cx="391184" cy="590828"/>
          </a:xfrm>
        </p:grpSpPr>
        <p:sp>
          <p:nvSpPr>
            <p:cNvPr id="577" name="流程图: 接点 566">
              <a:extLst>
                <a:ext uri="{FF2B5EF4-FFF2-40B4-BE49-F238E27FC236}">
                  <a16:creationId xmlns:a16="http://schemas.microsoft.com/office/drawing/2014/main" id="{4DA20133-3080-FA54-B9ED-AFE1ECCBEEB7}"/>
                </a:ext>
              </a:extLst>
            </p:cNvPr>
            <p:cNvSpPr/>
            <p:nvPr/>
          </p:nvSpPr>
          <p:spPr>
            <a:xfrm>
              <a:off x="6116209" y="1036604"/>
              <a:ext cx="125672" cy="125837"/>
            </a:xfrm>
            <a:prstGeom prst="flowChartConnector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78" name="流程图: 接点 566">
              <a:extLst>
                <a:ext uri="{FF2B5EF4-FFF2-40B4-BE49-F238E27FC236}">
                  <a16:creationId xmlns:a16="http://schemas.microsoft.com/office/drawing/2014/main" id="{56F418C4-D198-F7DF-A35A-A639198587E3}"/>
                </a:ext>
              </a:extLst>
            </p:cNvPr>
            <p:cNvSpPr/>
            <p:nvPr/>
          </p:nvSpPr>
          <p:spPr>
            <a:xfrm>
              <a:off x="6116209" y="1191601"/>
              <a:ext cx="125672" cy="125837"/>
            </a:xfrm>
            <a:prstGeom prst="flowChartConnector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79" name="流程图: 接点 566">
              <a:extLst>
                <a:ext uri="{FF2B5EF4-FFF2-40B4-BE49-F238E27FC236}">
                  <a16:creationId xmlns:a16="http://schemas.microsoft.com/office/drawing/2014/main" id="{3FC3879A-C303-1613-29F4-0AD2478BF9A6}"/>
                </a:ext>
              </a:extLst>
            </p:cNvPr>
            <p:cNvSpPr/>
            <p:nvPr/>
          </p:nvSpPr>
          <p:spPr>
            <a:xfrm>
              <a:off x="6116209" y="1501595"/>
              <a:ext cx="125672" cy="125837"/>
            </a:xfrm>
            <a:prstGeom prst="flowChartConnector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80" name="流程图: 接点 566">
              <a:extLst>
                <a:ext uri="{FF2B5EF4-FFF2-40B4-BE49-F238E27FC236}">
                  <a16:creationId xmlns:a16="http://schemas.microsoft.com/office/drawing/2014/main" id="{EA258454-784B-53BF-5A45-7AD63E8E081D}"/>
                </a:ext>
              </a:extLst>
            </p:cNvPr>
            <p:cNvSpPr/>
            <p:nvPr/>
          </p:nvSpPr>
          <p:spPr>
            <a:xfrm>
              <a:off x="6116209" y="1346598"/>
              <a:ext cx="125672" cy="125837"/>
            </a:xfrm>
            <a:prstGeom prst="flowChartConnector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81" name="流程图: 接点 566">
              <a:extLst>
                <a:ext uri="{FF2B5EF4-FFF2-40B4-BE49-F238E27FC236}">
                  <a16:creationId xmlns:a16="http://schemas.microsoft.com/office/drawing/2014/main" id="{19F69A5A-0734-ACEF-517F-BD957E07FCB0}"/>
                </a:ext>
              </a:extLst>
            </p:cNvPr>
            <p:cNvSpPr/>
            <p:nvPr/>
          </p:nvSpPr>
          <p:spPr>
            <a:xfrm>
              <a:off x="6381721" y="1191280"/>
              <a:ext cx="125672" cy="125837"/>
            </a:xfrm>
            <a:prstGeom prst="flowChartConnector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82" name="流程图: 接点 566">
              <a:extLst>
                <a:ext uri="{FF2B5EF4-FFF2-40B4-BE49-F238E27FC236}">
                  <a16:creationId xmlns:a16="http://schemas.microsoft.com/office/drawing/2014/main" id="{678416B7-C691-F54D-D798-389AA801EE08}"/>
                </a:ext>
              </a:extLst>
            </p:cNvPr>
            <p:cNvSpPr/>
            <p:nvPr/>
          </p:nvSpPr>
          <p:spPr>
            <a:xfrm>
              <a:off x="6381721" y="1346277"/>
              <a:ext cx="125672" cy="125837"/>
            </a:xfrm>
            <a:prstGeom prst="flowChartConnector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583" name="直接连接符 510">
              <a:extLst>
                <a:ext uri="{FF2B5EF4-FFF2-40B4-BE49-F238E27FC236}">
                  <a16:creationId xmlns:a16="http://schemas.microsoft.com/office/drawing/2014/main" id="{0042AB4D-A6C6-ED45-EA8D-3C0ED3F8A0C6}"/>
                </a:ext>
              </a:extLst>
            </p:cNvPr>
            <p:cNvCxnSpPr>
              <a:cxnSpLocks/>
              <a:stCxn id="581" idx="2"/>
              <a:endCxn id="577" idx="6"/>
            </p:cNvCxnSpPr>
            <p:nvPr/>
          </p:nvCxnSpPr>
          <p:spPr>
            <a:xfrm flipH="1" flipV="1">
              <a:off x="6241881" y="1099523"/>
              <a:ext cx="139840" cy="15467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84" name="直接连接符 510">
              <a:extLst>
                <a:ext uri="{FF2B5EF4-FFF2-40B4-BE49-F238E27FC236}">
                  <a16:creationId xmlns:a16="http://schemas.microsoft.com/office/drawing/2014/main" id="{5161D5A1-B491-9768-75AA-C6717CB0BD2B}"/>
                </a:ext>
              </a:extLst>
            </p:cNvPr>
            <p:cNvCxnSpPr>
              <a:cxnSpLocks/>
              <a:stCxn id="581" idx="2"/>
              <a:endCxn id="578" idx="6"/>
            </p:cNvCxnSpPr>
            <p:nvPr/>
          </p:nvCxnSpPr>
          <p:spPr>
            <a:xfrm flipH="1">
              <a:off x="6241881" y="1254199"/>
              <a:ext cx="139840" cy="321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85" name="直接连接符 510">
              <a:extLst>
                <a:ext uri="{FF2B5EF4-FFF2-40B4-BE49-F238E27FC236}">
                  <a16:creationId xmlns:a16="http://schemas.microsoft.com/office/drawing/2014/main" id="{9C715608-6D2D-1A65-5E6F-0B9B029CEA1B}"/>
                </a:ext>
              </a:extLst>
            </p:cNvPr>
            <p:cNvCxnSpPr>
              <a:cxnSpLocks/>
              <a:stCxn id="581" idx="2"/>
              <a:endCxn id="580" idx="6"/>
            </p:cNvCxnSpPr>
            <p:nvPr/>
          </p:nvCxnSpPr>
          <p:spPr>
            <a:xfrm flipH="1">
              <a:off x="6241881" y="1254199"/>
              <a:ext cx="139840" cy="15531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86" name="直接连接符 510">
              <a:extLst>
                <a:ext uri="{FF2B5EF4-FFF2-40B4-BE49-F238E27FC236}">
                  <a16:creationId xmlns:a16="http://schemas.microsoft.com/office/drawing/2014/main" id="{F210796E-FA55-CB07-1743-3426788DFF01}"/>
                </a:ext>
              </a:extLst>
            </p:cNvPr>
            <p:cNvCxnSpPr>
              <a:cxnSpLocks/>
              <a:stCxn id="582" idx="2"/>
              <a:endCxn id="579" idx="6"/>
            </p:cNvCxnSpPr>
            <p:nvPr/>
          </p:nvCxnSpPr>
          <p:spPr>
            <a:xfrm flipH="1">
              <a:off x="6241881" y="1409196"/>
              <a:ext cx="139840" cy="15531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87" name="直接连接符 510">
              <a:extLst>
                <a:ext uri="{FF2B5EF4-FFF2-40B4-BE49-F238E27FC236}">
                  <a16:creationId xmlns:a16="http://schemas.microsoft.com/office/drawing/2014/main" id="{BCD188EF-E510-0F6C-BAE5-9D7DE8F24880}"/>
                </a:ext>
              </a:extLst>
            </p:cNvPr>
            <p:cNvCxnSpPr>
              <a:cxnSpLocks/>
              <a:stCxn id="582" idx="2"/>
              <a:endCxn id="577" idx="6"/>
            </p:cNvCxnSpPr>
            <p:nvPr/>
          </p:nvCxnSpPr>
          <p:spPr>
            <a:xfrm flipH="1" flipV="1">
              <a:off x="6241881" y="1099523"/>
              <a:ext cx="139840" cy="309673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88" name="直接连接符 510">
              <a:extLst>
                <a:ext uri="{FF2B5EF4-FFF2-40B4-BE49-F238E27FC236}">
                  <a16:creationId xmlns:a16="http://schemas.microsoft.com/office/drawing/2014/main" id="{06BA7C27-26B4-9D06-6346-6C70B068B797}"/>
                </a:ext>
              </a:extLst>
            </p:cNvPr>
            <p:cNvCxnSpPr>
              <a:cxnSpLocks/>
              <a:stCxn id="582" idx="2"/>
              <a:endCxn id="578" idx="6"/>
            </p:cNvCxnSpPr>
            <p:nvPr/>
          </p:nvCxnSpPr>
          <p:spPr>
            <a:xfrm flipH="1" flipV="1">
              <a:off x="6241881" y="1254520"/>
              <a:ext cx="139840" cy="15467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89" name="直接连接符 510">
              <a:extLst>
                <a:ext uri="{FF2B5EF4-FFF2-40B4-BE49-F238E27FC236}">
                  <a16:creationId xmlns:a16="http://schemas.microsoft.com/office/drawing/2014/main" id="{AE89A6B0-3CD0-8946-D4ED-D0475375CDBB}"/>
                </a:ext>
              </a:extLst>
            </p:cNvPr>
            <p:cNvCxnSpPr>
              <a:cxnSpLocks/>
              <a:stCxn id="582" idx="2"/>
              <a:endCxn id="580" idx="6"/>
            </p:cNvCxnSpPr>
            <p:nvPr/>
          </p:nvCxnSpPr>
          <p:spPr>
            <a:xfrm flipH="1">
              <a:off x="6241881" y="1409196"/>
              <a:ext cx="139840" cy="321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90" name="直接连接符 510">
              <a:extLst>
                <a:ext uri="{FF2B5EF4-FFF2-40B4-BE49-F238E27FC236}">
                  <a16:creationId xmlns:a16="http://schemas.microsoft.com/office/drawing/2014/main" id="{7951B489-A30B-0178-58E5-1E7621175FDA}"/>
                </a:ext>
              </a:extLst>
            </p:cNvPr>
            <p:cNvCxnSpPr>
              <a:cxnSpLocks/>
              <a:stCxn id="582" idx="2"/>
              <a:endCxn id="579" idx="6"/>
            </p:cNvCxnSpPr>
            <p:nvPr/>
          </p:nvCxnSpPr>
          <p:spPr>
            <a:xfrm flipH="1">
              <a:off x="6241881" y="1409196"/>
              <a:ext cx="139840" cy="15531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644" name="矩形 643">
            <a:extLst>
              <a:ext uri="{FF2B5EF4-FFF2-40B4-BE49-F238E27FC236}">
                <a16:creationId xmlns:a16="http://schemas.microsoft.com/office/drawing/2014/main" id="{35643AC4-9CA9-C806-07F3-E2C175C9A2F5}"/>
              </a:ext>
            </a:extLst>
          </p:cNvPr>
          <p:cNvSpPr/>
          <p:nvPr/>
        </p:nvSpPr>
        <p:spPr>
          <a:xfrm flipV="1">
            <a:off x="5301028" y="3667877"/>
            <a:ext cx="2096149" cy="116071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5" name="椭圆 644">
            <a:extLst>
              <a:ext uri="{FF2B5EF4-FFF2-40B4-BE49-F238E27FC236}">
                <a16:creationId xmlns:a16="http://schemas.microsoft.com/office/drawing/2014/main" id="{2575225A-8B90-9DAC-0B9F-071C7AE83E19}"/>
              </a:ext>
            </a:extLst>
          </p:cNvPr>
          <p:cNvSpPr/>
          <p:nvPr/>
        </p:nvSpPr>
        <p:spPr>
          <a:xfrm rot="5400000">
            <a:off x="6178265" y="3987956"/>
            <a:ext cx="270678" cy="277715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zh-CN" altLang="en-US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46" name="椭圆 645">
            <a:extLst>
              <a:ext uri="{FF2B5EF4-FFF2-40B4-BE49-F238E27FC236}">
                <a16:creationId xmlns:a16="http://schemas.microsoft.com/office/drawing/2014/main" id="{255FAB0C-8207-FF66-EA0B-F34C7A9245DE}"/>
              </a:ext>
            </a:extLst>
          </p:cNvPr>
          <p:cNvSpPr/>
          <p:nvPr/>
        </p:nvSpPr>
        <p:spPr>
          <a:xfrm rot="5400000">
            <a:off x="6181949" y="4331146"/>
            <a:ext cx="270678" cy="277715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lang="zh-CN" altLang="en-US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647" name="组合 646">
            <a:extLst>
              <a:ext uri="{FF2B5EF4-FFF2-40B4-BE49-F238E27FC236}">
                <a16:creationId xmlns:a16="http://schemas.microsoft.com/office/drawing/2014/main" id="{35A4B304-989C-FCE9-0BAD-FBB6B748FFE6}"/>
              </a:ext>
            </a:extLst>
          </p:cNvPr>
          <p:cNvGrpSpPr/>
          <p:nvPr/>
        </p:nvGrpSpPr>
        <p:grpSpPr>
          <a:xfrm rot="5400000">
            <a:off x="5653709" y="3793659"/>
            <a:ext cx="202322" cy="704614"/>
            <a:chOff x="800913" y="5270079"/>
            <a:chExt cx="152772" cy="532461"/>
          </a:xfrm>
        </p:grpSpPr>
        <p:sp>
          <p:nvSpPr>
            <p:cNvPr id="648" name="矩形 647">
              <a:extLst>
                <a:ext uri="{FF2B5EF4-FFF2-40B4-BE49-F238E27FC236}">
                  <a16:creationId xmlns:a16="http://schemas.microsoft.com/office/drawing/2014/main" id="{124ED905-AB78-6392-DCA8-B2686033EC50}"/>
                </a:ext>
              </a:extLst>
            </p:cNvPr>
            <p:cNvSpPr/>
            <p:nvPr/>
          </p:nvSpPr>
          <p:spPr>
            <a:xfrm flipH="1">
              <a:off x="800913" y="5270079"/>
              <a:ext cx="152769" cy="133117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49" name="矩形 648">
              <a:extLst>
                <a:ext uri="{FF2B5EF4-FFF2-40B4-BE49-F238E27FC236}">
                  <a16:creationId xmlns:a16="http://schemas.microsoft.com/office/drawing/2014/main" id="{56C6AA77-FD46-1166-57F7-0D372C439681}"/>
                </a:ext>
              </a:extLst>
            </p:cNvPr>
            <p:cNvSpPr/>
            <p:nvPr/>
          </p:nvSpPr>
          <p:spPr>
            <a:xfrm flipH="1">
              <a:off x="800918" y="5403192"/>
              <a:ext cx="152767" cy="133117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50" name="矩形 649">
              <a:extLst>
                <a:ext uri="{FF2B5EF4-FFF2-40B4-BE49-F238E27FC236}">
                  <a16:creationId xmlns:a16="http://schemas.microsoft.com/office/drawing/2014/main" id="{815D99C1-4F44-D501-349C-0291238D7F07}"/>
                </a:ext>
              </a:extLst>
            </p:cNvPr>
            <p:cNvSpPr/>
            <p:nvPr/>
          </p:nvSpPr>
          <p:spPr>
            <a:xfrm flipH="1">
              <a:off x="800924" y="5536310"/>
              <a:ext cx="152760" cy="133117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51" name="矩形 650">
              <a:extLst>
                <a:ext uri="{FF2B5EF4-FFF2-40B4-BE49-F238E27FC236}">
                  <a16:creationId xmlns:a16="http://schemas.microsoft.com/office/drawing/2014/main" id="{4714A2C9-FF02-671A-86E1-21FFDAECAE9F}"/>
                </a:ext>
              </a:extLst>
            </p:cNvPr>
            <p:cNvSpPr/>
            <p:nvPr/>
          </p:nvSpPr>
          <p:spPr>
            <a:xfrm flipH="1">
              <a:off x="800925" y="5669423"/>
              <a:ext cx="152760" cy="133117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652" name="组合 651">
            <a:extLst>
              <a:ext uri="{FF2B5EF4-FFF2-40B4-BE49-F238E27FC236}">
                <a16:creationId xmlns:a16="http://schemas.microsoft.com/office/drawing/2014/main" id="{703D6193-468C-F148-2446-A4811A035033}"/>
              </a:ext>
            </a:extLst>
          </p:cNvPr>
          <p:cNvGrpSpPr/>
          <p:nvPr/>
        </p:nvGrpSpPr>
        <p:grpSpPr>
          <a:xfrm rot="5400000">
            <a:off x="5653708" y="4142667"/>
            <a:ext cx="202322" cy="704614"/>
            <a:chOff x="800913" y="5270079"/>
            <a:chExt cx="152772" cy="532461"/>
          </a:xfrm>
        </p:grpSpPr>
        <p:sp>
          <p:nvSpPr>
            <p:cNvPr id="653" name="矩形 652">
              <a:extLst>
                <a:ext uri="{FF2B5EF4-FFF2-40B4-BE49-F238E27FC236}">
                  <a16:creationId xmlns:a16="http://schemas.microsoft.com/office/drawing/2014/main" id="{DFC17774-C1F5-2285-C62F-540A2454B863}"/>
                </a:ext>
              </a:extLst>
            </p:cNvPr>
            <p:cNvSpPr/>
            <p:nvPr/>
          </p:nvSpPr>
          <p:spPr>
            <a:xfrm flipH="1">
              <a:off x="800913" y="5270079"/>
              <a:ext cx="152769" cy="133117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54" name="矩形 653">
              <a:extLst>
                <a:ext uri="{FF2B5EF4-FFF2-40B4-BE49-F238E27FC236}">
                  <a16:creationId xmlns:a16="http://schemas.microsoft.com/office/drawing/2014/main" id="{EEA7027E-1DFF-F384-B158-7802AFC2E20B}"/>
                </a:ext>
              </a:extLst>
            </p:cNvPr>
            <p:cNvSpPr/>
            <p:nvPr/>
          </p:nvSpPr>
          <p:spPr>
            <a:xfrm flipH="1">
              <a:off x="800918" y="5403192"/>
              <a:ext cx="152767" cy="133117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55" name="矩形 654">
              <a:extLst>
                <a:ext uri="{FF2B5EF4-FFF2-40B4-BE49-F238E27FC236}">
                  <a16:creationId xmlns:a16="http://schemas.microsoft.com/office/drawing/2014/main" id="{FA5EE400-64D9-EAA5-7B5E-F5AE1AEBF889}"/>
                </a:ext>
              </a:extLst>
            </p:cNvPr>
            <p:cNvSpPr/>
            <p:nvPr/>
          </p:nvSpPr>
          <p:spPr>
            <a:xfrm flipH="1">
              <a:off x="800924" y="5536310"/>
              <a:ext cx="152760" cy="133117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56" name="矩形 655">
              <a:extLst>
                <a:ext uri="{FF2B5EF4-FFF2-40B4-BE49-F238E27FC236}">
                  <a16:creationId xmlns:a16="http://schemas.microsoft.com/office/drawing/2014/main" id="{260B57D2-C90E-5207-9658-2687FB4804F1}"/>
                </a:ext>
              </a:extLst>
            </p:cNvPr>
            <p:cNvSpPr/>
            <p:nvPr/>
          </p:nvSpPr>
          <p:spPr>
            <a:xfrm flipH="1">
              <a:off x="800925" y="5669423"/>
              <a:ext cx="152760" cy="133117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755" name="组合 754">
            <a:extLst>
              <a:ext uri="{FF2B5EF4-FFF2-40B4-BE49-F238E27FC236}">
                <a16:creationId xmlns:a16="http://schemas.microsoft.com/office/drawing/2014/main" id="{121ABA95-4927-E4E5-B763-487F803DD898}"/>
              </a:ext>
            </a:extLst>
          </p:cNvPr>
          <p:cNvGrpSpPr/>
          <p:nvPr/>
        </p:nvGrpSpPr>
        <p:grpSpPr>
          <a:xfrm>
            <a:off x="6696167" y="3853396"/>
            <a:ext cx="610665" cy="879151"/>
            <a:chOff x="6116209" y="1036604"/>
            <a:chExt cx="391184" cy="590828"/>
          </a:xfrm>
        </p:grpSpPr>
        <p:sp>
          <p:nvSpPr>
            <p:cNvPr id="756" name="流程图: 接点 566">
              <a:extLst>
                <a:ext uri="{FF2B5EF4-FFF2-40B4-BE49-F238E27FC236}">
                  <a16:creationId xmlns:a16="http://schemas.microsoft.com/office/drawing/2014/main" id="{C41640C6-DD94-6BF5-7B6B-FB56FF085308}"/>
                </a:ext>
              </a:extLst>
            </p:cNvPr>
            <p:cNvSpPr/>
            <p:nvPr/>
          </p:nvSpPr>
          <p:spPr>
            <a:xfrm>
              <a:off x="6116209" y="1036604"/>
              <a:ext cx="125672" cy="125837"/>
            </a:xfrm>
            <a:prstGeom prst="flowChartConnector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57" name="流程图: 接点 566">
              <a:extLst>
                <a:ext uri="{FF2B5EF4-FFF2-40B4-BE49-F238E27FC236}">
                  <a16:creationId xmlns:a16="http://schemas.microsoft.com/office/drawing/2014/main" id="{60666F74-BDC5-E995-D972-2B45BE3BF64D}"/>
                </a:ext>
              </a:extLst>
            </p:cNvPr>
            <p:cNvSpPr/>
            <p:nvPr/>
          </p:nvSpPr>
          <p:spPr>
            <a:xfrm>
              <a:off x="6116209" y="1191601"/>
              <a:ext cx="125672" cy="125837"/>
            </a:xfrm>
            <a:prstGeom prst="flowChartConnector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58" name="流程图: 接点 566">
              <a:extLst>
                <a:ext uri="{FF2B5EF4-FFF2-40B4-BE49-F238E27FC236}">
                  <a16:creationId xmlns:a16="http://schemas.microsoft.com/office/drawing/2014/main" id="{A03A498C-D7F6-7078-0E34-374CA30C5C04}"/>
                </a:ext>
              </a:extLst>
            </p:cNvPr>
            <p:cNvSpPr/>
            <p:nvPr/>
          </p:nvSpPr>
          <p:spPr>
            <a:xfrm>
              <a:off x="6116209" y="1501595"/>
              <a:ext cx="125672" cy="125837"/>
            </a:xfrm>
            <a:prstGeom prst="flowChartConnector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59" name="流程图: 接点 566">
              <a:extLst>
                <a:ext uri="{FF2B5EF4-FFF2-40B4-BE49-F238E27FC236}">
                  <a16:creationId xmlns:a16="http://schemas.microsoft.com/office/drawing/2014/main" id="{951B1E8C-514D-33C9-F3BA-1A56E36A89D9}"/>
                </a:ext>
              </a:extLst>
            </p:cNvPr>
            <p:cNvSpPr/>
            <p:nvPr/>
          </p:nvSpPr>
          <p:spPr>
            <a:xfrm>
              <a:off x="6116209" y="1346598"/>
              <a:ext cx="125672" cy="125837"/>
            </a:xfrm>
            <a:prstGeom prst="flowChartConnector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60" name="流程图: 接点 566">
              <a:extLst>
                <a:ext uri="{FF2B5EF4-FFF2-40B4-BE49-F238E27FC236}">
                  <a16:creationId xmlns:a16="http://schemas.microsoft.com/office/drawing/2014/main" id="{88F1C8F6-396D-09B4-C520-8983496C6B15}"/>
                </a:ext>
              </a:extLst>
            </p:cNvPr>
            <p:cNvSpPr/>
            <p:nvPr/>
          </p:nvSpPr>
          <p:spPr>
            <a:xfrm>
              <a:off x="6381721" y="1191280"/>
              <a:ext cx="125672" cy="125837"/>
            </a:xfrm>
            <a:prstGeom prst="flowChartConnector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61" name="流程图: 接点 566">
              <a:extLst>
                <a:ext uri="{FF2B5EF4-FFF2-40B4-BE49-F238E27FC236}">
                  <a16:creationId xmlns:a16="http://schemas.microsoft.com/office/drawing/2014/main" id="{E6BA857C-3DE8-0CCF-AF6C-A5A7E513C7C9}"/>
                </a:ext>
              </a:extLst>
            </p:cNvPr>
            <p:cNvSpPr/>
            <p:nvPr/>
          </p:nvSpPr>
          <p:spPr>
            <a:xfrm>
              <a:off x="6381721" y="1346277"/>
              <a:ext cx="125672" cy="125837"/>
            </a:xfrm>
            <a:prstGeom prst="flowChartConnector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762" name="直接连接符 510">
              <a:extLst>
                <a:ext uri="{FF2B5EF4-FFF2-40B4-BE49-F238E27FC236}">
                  <a16:creationId xmlns:a16="http://schemas.microsoft.com/office/drawing/2014/main" id="{0F190098-FB24-71BE-861E-5D588573B35E}"/>
                </a:ext>
              </a:extLst>
            </p:cNvPr>
            <p:cNvCxnSpPr>
              <a:cxnSpLocks/>
              <a:stCxn id="760" idx="2"/>
              <a:endCxn id="756" idx="6"/>
            </p:cNvCxnSpPr>
            <p:nvPr/>
          </p:nvCxnSpPr>
          <p:spPr>
            <a:xfrm flipH="1" flipV="1">
              <a:off x="6241881" y="1099523"/>
              <a:ext cx="139840" cy="15467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63" name="直接连接符 510">
              <a:extLst>
                <a:ext uri="{FF2B5EF4-FFF2-40B4-BE49-F238E27FC236}">
                  <a16:creationId xmlns:a16="http://schemas.microsoft.com/office/drawing/2014/main" id="{545B518F-FB83-FC22-5CB5-6C725910DC7C}"/>
                </a:ext>
              </a:extLst>
            </p:cNvPr>
            <p:cNvCxnSpPr>
              <a:cxnSpLocks/>
              <a:stCxn id="760" idx="2"/>
              <a:endCxn id="757" idx="6"/>
            </p:cNvCxnSpPr>
            <p:nvPr/>
          </p:nvCxnSpPr>
          <p:spPr>
            <a:xfrm flipH="1">
              <a:off x="6241881" y="1254199"/>
              <a:ext cx="139840" cy="321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64" name="直接连接符 510">
              <a:extLst>
                <a:ext uri="{FF2B5EF4-FFF2-40B4-BE49-F238E27FC236}">
                  <a16:creationId xmlns:a16="http://schemas.microsoft.com/office/drawing/2014/main" id="{F1131636-61C6-CA0C-B771-E122FFD68523}"/>
                </a:ext>
              </a:extLst>
            </p:cNvPr>
            <p:cNvCxnSpPr>
              <a:cxnSpLocks/>
              <a:stCxn id="760" idx="2"/>
              <a:endCxn id="759" idx="6"/>
            </p:cNvCxnSpPr>
            <p:nvPr/>
          </p:nvCxnSpPr>
          <p:spPr>
            <a:xfrm flipH="1">
              <a:off x="6241881" y="1254199"/>
              <a:ext cx="139840" cy="15531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65" name="直接连接符 510">
              <a:extLst>
                <a:ext uri="{FF2B5EF4-FFF2-40B4-BE49-F238E27FC236}">
                  <a16:creationId xmlns:a16="http://schemas.microsoft.com/office/drawing/2014/main" id="{827C375A-D2E7-C1D4-0BA3-577C28A83B5B}"/>
                </a:ext>
              </a:extLst>
            </p:cNvPr>
            <p:cNvCxnSpPr>
              <a:cxnSpLocks/>
              <a:stCxn id="761" idx="2"/>
              <a:endCxn id="758" idx="6"/>
            </p:cNvCxnSpPr>
            <p:nvPr/>
          </p:nvCxnSpPr>
          <p:spPr>
            <a:xfrm flipH="1">
              <a:off x="6241881" y="1409196"/>
              <a:ext cx="139840" cy="15531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66" name="直接连接符 510">
              <a:extLst>
                <a:ext uri="{FF2B5EF4-FFF2-40B4-BE49-F238E27FC236}">
                  <a16:creationId xmlns:a16="http://schemas.microsoft.com/office/drawing/2014/main" id="{FBC0B243-A562-6733-1C2E-04FD9C689A50}"/>
                </a:ext>
              </a:extLst>
            </p:cNvPr>
            <p:cNvCxnSpPr>
              <a:cxnSpLocks/>
              <a:stCxn id="761" idx="2"/>
              <a:endCxn id="756" idx="6"/>
            </p:cNvCxnSpPr>
            <p:nvPr/>
          </p:nvCxnSpPr>
          <p:spPr>
            <a:xfrm flipH="1" flipV="1">
              <a:off x="6241881" y="1099523"/>
              <a:ext cx="139840" cy="309673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67" name="直接连接符 510">
              <a:extLst>
                <a:ext uri="{FF2B5EF4-FFF2-40B4-BE49-F238E27FC236}">
                  <a16:creationId xmlns:a16="http://schemas.microsoft.com/office/drawing/2014/main" id="{C9584F57-4C6A-A041-AE92-49D2121BD94B}"/>
                </a:ext>
              </a:extLst>
            </p:cNvPr>
            <p:cNvCxnSpPr>
              <a:cxnSpLocks/>
              <a:stCxn id="761" idx="2"/>
              <a:endCxn id="757" idx="6"/>
            </p:cNvCxnSpPr>
            <p:nvPr/>
          </p:nvCxnSpPr>
          <p:spPr>
            <a:xfrm flipH="1" flipV="1">
              <a:off x="6241881" y="1254520"/>
              <a:ext cx="139840" cy="15467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68" name="直接连接符 510">
              <a:extLst>
                <a:ext uri="{FF2B5EF4-FFF2-40B4-BE49-F238E27FC236}">
                  <a16:creationId xmlns:a16="http://schemas.microsoft.com/office/drawing/2014/main" id="{3C6BEFE5-208D-7160-0D48-2EDD921656CD}"/>
                </a:ext>
              </a:extLst>
            </p:cNvPr>
            <p:cNvCxnSpPr>
              <a:cxnSpLocks/>
              <a:stCxn id="761" idx="2"/>
              <a:endCxn id="759" idx="6"/>
            </p:cNvCxnSpPr>
            <p:nvPr/>
          </p:nvCxnSpPr>
          <p:spPr>
            <a:xfrm flipH="1">
              <a:off x="6241881" y="1409196"/>
              <a:ext cx="139840" cy="321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69" name="直接连接符 510">
              <a:extLst>
                <a:ext uri="{FF2B5EF4-FFF2-40B4-BE49-F238E27FC236}">
                  <a16:creationId xmlns:a16="http://schemas.microsoft.com/office/drawing/2014/main" id="{3056F9B2-F49C-3A9A-346B-462DAC9479FB}"/>
                </a:ext>
              </a:extLst>
            </p:cNvPr>
            <p:cNvCxnSpPr>
              <a:cxnSpLocks/>
              <a:stCxn id="761" idx="2"/>
              <a:endCxn id="758" idx="6"/>
            </p:cNvCxnSpPr>
            <p:nvPr/>
          </p:nvCxnSpPr>
          <p:spPr>
            <a:xfrm flipH="1">
              <a:off x="6241881" y="1409196"/>
              <a:ext cx="139840" cy="15531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770" name="椭圆 769">
            <a:extLst>
              <a:ext uri="{FF2B5EF4-FFF2-40B4-BE49-F238E27FC236}">
                <a16:creationId xmlns:a16="http://schemas.microsoft.com/office/drawing/2014/main" id="{5E9E096C-C972-EC1C-5A07-33A35B083806}"/>
              </a:ext>
            </a:extLst>
          </p:cNvPr>
          <p:cNvSpPr/>
          <p:nvPr/>
        </p:nvSpPr>
        <p:spPr>
          <a:xfrm rot="5400000">
            <a:off x="4795550" y="3797582"/>
            <a:ext cx="322854" cy="323843"/>
          </a:xfrm>
          <a:prstGeom prst="ellipse">
            <a:avLst/>
          </a:prstGeom>
          <a:noFill/>
          <a:ln w="28575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cs typeface="Arial" panose="020B0604020202020204" pitchFamily="34" charset="0"/>
              </a:rPr>
              <a:t>1</a:t>
            </a:r>
            <a:endParaRPr lang="zh-CN" altLang="en-US" sz="2400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771" name="椭圆 770">
            <a:extLst>
              <a:ext uri="{FF2B5EF4-FFF2-40B4-BE49-F238E27FC236}">
                <a16:creationId xmlns:a16="http://schemas.microsoft.com/office/drawing/2014/main" id="{C6BCBD12-A3BF-72DA-F515-9B0F5962C1E2}"/>
              </a:ext>
            </a:extLst>
          </p:cNvPr>
          <p:cNvSpPr/>
          <p:nvPr/>
        </p:nvSpPr>
        <p:spPr>
          <a:xfrm rot="5400000">
            <a:off x="4795550" y="4498518"/>
            <a:ext cx="322854" cy="32384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cs typeface="Arial" panose="020B0604020202020204" pitchFamily="34" charset="0"/>
              </a:rPr>
              <a:t>3</a:t>
            </a:r>
            <a:endParaRPr lang="zh-CN" altLang="en-US" sz="2400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772" name="椭圆 771">
            <a:extLst>
              <a:ext uri="{FF2B5EF4-FFF2-40B4-BE49-F238E27FC236}">
                <a16:creationId xmlns:a16="http://schemas.microsoft.com/office/drawing/2014/main" id="{FC693E83-E822-1536-DF15-9C2A2C02E92E}"/>
              </a:ext>
            </a:extLst>
          </p:cNvPr>
          <p:cNvSpPr/>
          <p:nvPr/>
        </p:nvSpPr>
        <p:spPr>
          <a:xfrm rot="5400000">
            <a:off x="4133625" y="3797582"/>
            <a:ext cx="322854" cy="323843"/>
          </a:xfrm>
          <a:prstGeom prst="ellipse">
            <a:avLst/>
          </a:prstGeom>
          <a:noFill/>
          <a:ln w="28575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cs typeface="Arial" panose="020B0604020202020204" pitchFamily="34" charset="0"/>
              </a:rPr>
              <a:t>0</a:t>
            </a:r>
            <a:endParaRPr lang="zh-CN" altLang="en-US" sz="2400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773" name="椭圆 772">
            <a:extLst>
              <a:ext uri="{FF2B5EF4-FFF2-40B4-BE49-F238E27FC236}">
                <a16:creationId xmlns:a16="http://schemas.microsoft.com/office/drawing/2014/main" id="{392BBB68-DF66-91CD-1BB0-808C69563565}"/>
              </a:ext>
            </a:extLst>
          </p:cNvPr>
          <p:cNvSpPr/>
          <p:nvPr/>
        </p:nvSpPr>
        <p:spPr>
          <a:xfrm rot="5400000">
            <a:off x="4133625" y="4498518"/>
            <a:ext cx="322854" cy="32384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cs typeface="Arial" panose="020B0604020202020204" pitchFamily="34" charset="0"/>
              </a:rPr>
              <a:t>2</a:t>
            </a:r>
            <a:endParaRPr lang="zh-CN" altLang="en-US" sz="2400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cxnSp>
        <p:nvCxnSpPr>
          <p:cNvPr id="774" name="直接连接符 521">
            <a:extLst>
              <a:ext uri="{FF2B5EF4-FFF2-40B4-BE49-F238E27FC236}">
                <a16:creationId xmlns:a16="http://schemas.microsoft.com/office/drawing/2014/main" id="{AB928B2A-B934-0F1C-B2AC-EED779FED800}"/>
              </a:ext>
            </a:extLst>
          </p:cNvPr>
          <p:cNvCxnSpPr>
            <a:cxnSpLocks/>
          </p:cNvCxnSpPr>
          <p:nvPr/>
        </p:nvCxnSpPr>
        <p:spPr>
          <a:xfrm>
            <a:off x="4295052" y="4120931"/>
            <a:ext cx="0" cy="378082"/>
          </a:xfrm>
          <a:prstGeom prst="line">
            <a:avLst/>
          </a:prstGeom>
          <a:ln w="28575">
            <a:solidFill>
              <a:schemeClr val="tx1"/>
            </a:solidFill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75" name="直接连接符 522">
            <a:extLst>
              <a:ext uri="{FF2B5EF4-FFF2-40B4-BE49-F238E27FC236}">
                <a16:creationId xmlns:a16="http://schemas.microsoft.com/office/drawing/2014/main" id="{CA3EFA8A-AD86-E7F1-2702-4ADD943F3B9C}"/>
              </a:ext>
            </a:extLst>
          </p:cNvPr>
          <p:cNvCxnSpPr>
            <a:cxnSpLocks/>
          </p:cNvCxnSpPr>
          <p:nvPr/>
        </p:nvCxnSpPr>
        <p:spPr>
          <a:xfrm flipV="1">
            <a:off x="4956977" y="4118750"/>
            <a:ext cx="0" cy="380257"/>
          </a:xfrm>
          <a:prstGeom prst="line">
            <a:avLst/>
          </a:prstGeom>
          <a:ln w="28575">
            <a:solidFill>
              <a:schemeClr val="tx1"/>
            </a:solidFill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76" name="直接连接符 523">
            <a:extLst>
              <a:ext uri="{FF2B5EF4-FFF2-40B4-BE49-F238E27FC236}">
                <a16:creationId xmlns:a16="http://schemas.microsoft.com/office/drawing/2014/main" id="{B90D0FC7-E21F-9A01-0872-131474AA36FF}"/>
              </a:ext>
            </a:extLst>
          </p:cNvPr>
          <p:cNvCxnSpPr>
            <a:cxnSpLocks/>
            <a:stCxn id="771" idx="3"/>
            <a:endCxn id="772" idx="7"/>
          </p:cNvCxnSpPr>
          <p:nvPr/>
        </p:nvCxnSpPr>
        <p:spPr>
          <a:xfrm flipH="1" flipV="1">
            <a:off x="4409549" y="4073650"/>
            <a:ext cx="432934" cy="472644"/>
          </a:xfrm>
          <a:prstGeom prst="line">
            <a:avLst/>
          </a:prstGeom>
          <a:ln w="28575">
            <a:solidFill>
              <a:schemeClr val="tx1"/>
            </a:solidFill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77" name="直接连接符 524">
            <a:extLst>
              <a:ext uri="{FF2B5EF4-FFF2-40B4-BE49-F238E27FC236}">
                <a16:creationId xmlns:a16="http://schemas.microsoft.com/office/drawing/2014/main" id="{E1BCF91D-6492-842B-3442-D74778F8B5B1}"/>
              </a:ext>
            </a:extLst>
          </p:cNvPr>
          <p:cNvCxnSpPr>
            <a:cxnSpLocks/>
          </p:cNvCxnSpPr>
          <p:nvPr/>
        </p:nvCxnSpPr>
        <p:spPr>
          <a:xfrm flipH="1">
            <a:off x="4455515" y="4660433"/>
            <a:ext cx="32987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78" name="文本框 777">
                <a:extLst>
                  <a:ext uri="{FF2B5EF4-FFF2-40B4-BE49-F238E27FC236}">
                    <a16:creationId xmlns:a16="http://schemas.microsoft.com/office/drawing/2014/main" id="{DEC7D14A-CFDE-A864-2F98-E7D8AB7B7B37}"/>
                  </a:ext>
                </a:extLst>
              </p:cNvPr>
              <p:cNvSpPr txBox="1"/>
              <p:nvPr/>
            </p:nvSpPr>
            <p:spPr>
              <a:xfrm>
                <a:off x="7538287" y="4918088"/>
                <a:ext cx="1071288" cy="461665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1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altLang="zh-CN" sz="2400" b="1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𝑿</m:t>
                          </m:r>
                        </m:e>
                        <m:sub>
                          <m:r>
                            <a:rPr lang="en-US" altLang="zh-CN" sz="2400" b="1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zh-CN" altLang="en-US" sz="2400" b="1" dirty="0">
                  <a:solidFill>
                    <a:schemeClr val="accent6"/>
                  </a:solidFill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778" name="文本框 777">
                <a:extLst>
                  <a:ext uri="{FF2B5EF4-FFF2-40B4-BE49-F238E27FC236}">
                    <a16:creationId xmlns:a16="http://schemas.microsoft.com/office/drawing/2014/main" id="{DEC7D14A-CFDE-A864-2F98-E7D8AB7B7B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8287" y="4918088"/>
                <a:ext cx="1071288" cy="461665"/>
              </a:xfrm>
              <a:prstGeom prst="rect">
                <a:avLst/>
              </a:prstGeom>
              <a:blipFill>
                <a:blip r:embed="rId5"/>
                <a:stretch>
                  <a:fillRect b="-1316"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79" name="组合 778">
            <a:extLst>
              <a:ext uri="{FF2B5EF4-FFF2-40B4-BE49-F238E27FC236}">
                <a16:creationId xmlns:a16="http://schemas.microsoft.com/office/drawing/2014/main" id="{AC900855-69EC-7D36-A03A-013E1B064C62}"/>
              </a:ext>
            </a:extLst>
          </p:cNvPr>
          <p:cNvGrpSpPr/>
          <p:nvPr/>
        </p:nvGrpSpPr>
        <p:grpSpPr>
          <a:xfrm>
            <a:off x="7702596" y="6071492"/>
            <a:ext cx="621640" cy="663817"/>
            <a:chOff x="4341455" y="6517035"/>
            <a:chExt cx="621640" cy="663817"/>
          </a:xfrm>
        </p:grpSpPr>
        <p:sp>
          <p:nvSpPr>
            <p:cNvPr id="780" name="矩形 1174">
              <a:extLst>
                <a:ext uri="{FF2B5EF4-FFF2-40B4-BE49-F238E27FC236}">
                  <a16:creationId xmlns:a16="http://schemas.microsoft.com/office/drawing/2014/main" id="{0498E65D-32FE-9D0B-DB90-613DBE3457EA}"/>
                </a:ext>
              </a:extLst>
            </p:cNvPr>
            <p:cNvSpPr/>
            <p:nvPr/>
          </p:nvSpPr>
          <p:spPr>
            <a:xfrm rot="10800000">
              <a:off x="4342830" y="6886022"/>
              <a:ext cx="618706" cy="226680"/>
            </a:xfrm>
            <a:custGeom>
              <a:avLst/>
              <a:gdLst>
                <a:gd name="connsiteX0" fmla="*/ 0 w 595706"/>
                <a:gd name="connsiteY0" fmla="*/ 0 h 92965"/>
                <a:gd name="connsiteX1" fmla="*/ 595706 w 595706"/>
                <a:gd name="connsiteY1" fmla="*/ 0 h 92965"/>
                <a:gd name="connsiteX2" fmla="*/ 595706 w 595706"/>
                <a:gd name="connsiteY2" fmla="*/ 92965 h 92965"/>
                <a:gd name="connsiteX3" fmla="*/ 0 w 595706"/>
                <a:gd name="connsiteY3" fmla="*/ 92965 h 92965"/>
                <a:gd name="connsiteX4" fmla="*/ 0 w 595706"/>
                <a:gd name="connsiteY4" fmla="*/ 0 h 92965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1422 w 594406"/>
                <a:gd name="connsiteY0" fmla="*/ 21376 h 135147"/>
                <a:gd name="connsiteX1" fmla="*/ 594406 w 594406"/>
                <a:gd name="connsiteY1" fmla="*/ 0 h 135147"/>
                <a:gd name="connsiteX2" fmla="*/ 594406 w 594406"/>
                <a:gd name="connsiteY2" fmla="*/ 92965 h 135147"/>
                <a:gd name="connsiteX3" fmla="*/ 61 w 594406"/>
                <a:gd name="connsiteY3" fmla="*/ 135147 h 135147"/>
                <a:gd name="connsiteX4" fmla="*/ 1422 w 594406"/>
                <a:gd name="connsiteY4" fmla="*/ 21376 h 135147"/>
                <a:gd name="connsiteX0" fmla="*/ 1422 w 594406"/>
                <a:gd name="connsiteY0" fmla="*/ 15599 h 135147"/>
                <a:gd name="connsiteX1" fmla="*/ 594406 w 594406"/>
                <a:gd name="connsiteY1" fmla="*/ 0 h 135147"/>
                <a:gd name="connsiteX2" fmla="*/ 594406 w 594406"/>
                <a:gd name="connsiteY2" fmla="*/ 92965 h 135147"/>
                <a:gd name="connsiteX3" fmla="*/ 61 w 594406"/>
                <a:gd name="connsiteY3" fmla="*/ 135147 h 135147"/>
                <a:gd name="connsiteX4" fmla="*/ 1422 w 594406"/>
                <a:gd name="connsiteY4" fmla="*/ 15599 h 135147"/>
                <a:gd name="connsiteX0" fmla="*/ 131 w 594476"/>
                <a:gd name="connsiteY0" fmla="*/ 4622 h 135147"/>
                <a:gd name="connsiteX1" fmla="*/ 594476 w 594476"/>
                <a:gd name="connsiteY1" fmla="*/ 0 h 135147"/>
                <a:gd name="connsiteX2" fmla="*/ 594476 w 594476"/>
                <a:gd name="connsiteY2" fmla="*/ 92965 h 135147"/>
                <a:gd name="connsiteX3" fmla="*/ 131 w 594476"/>
                <a:gd name="connsiteY3" fmla="*/ 135147 h 135147"/>
                <a:gd name="connsiteX4" fmla="*/ 131 w 594476"/>
                <a:gd name="connsiteY4" fmla="*/ 4622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22423 h 139660"/>
                <a:gd name="connsiteX1" fmla="*/ 595706 w 595706"/>
                <a:gd name="connsiteY1" fmla="*/ 4513 h 139660"/>
                <a:gd name="connsiteX2" fmla="*/ 595706 w 595706"/>
                <a:gd name="connsiteY2" fmla="*/ 97478 h 139660"/>
                <a:gd name="connsiteX3" fmla="*/ 1361 w 595706"/>
                <a:gd name="connsiteY3" fmla="*/ 139660 h 139660"/>
                <a:gd name="connsiteX4" fmla="*/ 0 w 595706"/>
                <a:gd name="connsiteY4" fmla="*/ 22423 h 139660"/>
                <a:gd name="connsiteX0" fmla="*/ 0 w 595706"/>
                <a:gd name="connsiteY0" fmla="*/ 26413 h 143650"/>
                <a:gd name="connsiteX1" fmla="*/ 595706 w 595706"/>
                <a:gd name="connsiteY1" fmla="*/ 8503 h 143650"/>
                <a:gd name="connsiteX2" fmla="*/ 595706 w 595706"/>
                <a:gd name="connsiteY2" fmla="*/ 101468 h 143650"/>
                <a:gd name="connsiteX3" fmla="*/ 1361 w 595706"/>
                <a:gd name="connsiteY3" fmla="*/ 143650 h 143650"/>
                <a:gd name="connsiteX4" fmla="*/ 0 w 595706"/>
                <a:gd name="connsiteY4" fmla="*/ 26413 h 143650"/>
                <a:gd name="connsiteX0" fmla="*/ 0 w 595706"/>
                <a:gd name="connsiteY0" fmla="*/ 21286 h 138523"/>
                <a:gd name="connsiteX1" fmla="*/ 595706 w 595706"/>
                <a:gd name="connsiteY1" fmla="*/ 3376 h 138523"/>
                <a:gd name="connsiteX2" fmla="*/ 595706 w 595706"/>
                <a:gd name="connsiteY2" fmla="*/ 96341 h 138523"/>
                <a:gd name="connsiteX3" fmla="*/ 1361 w 595706"/>
                <a:gd name="connsiteY3" fmla="*/ 138523 h 138523"/>
                <a:gd name="connsiteX4" fmla="*/ 0 w 595706"/>
                <a:gd name="connsiteY4" fmla="*/ 21286 h 138523"/>
                <a:gd name="connsiteX0" fmla="*/ 0 w 595706"/>
                <a:gd name="connsiteY0" fmla="*/ 22534 h 139771"/>
                <a:gd name="connsiteX1" fmla="*/ 595706 w 595706"/>
                <a:gd name="connsiteY1" fmla="*/ 4624 h 139771"/>
                <a:gd name="connsiteX2" fmla="*/ 595706 w 595706"/>
                <a:gd name="connsiteY2" fmla="*/ 97589 h 139771"/>
                <a:gd name="connsiteX3" fmla="*/ 1361 w 595706"/>
                <a:gd name="connsiteY3" fmla="*/ 139771 h 139771"/>
                <a:gd name="connsiteX4" fmla="*/ 0 w 595706"/>
                <a:gd name="connsiteY4" fmla="*/ 22534 h 139771"/>
                <a:gd name="connsiteX0" fmla="*/ 0 w 595706"/>
                <a:gd name="connsiteY0" fmla="*/ 23494 h 140731"/>
                <a:gd name="connsiteX1" fmla="*/ 595706 w 595706"/>
                <a:gd name="connsiteY1" fmla="*/ 2118 h 140731"/>
                <a:gd name="connsiteX2" fmla="*/ 595706 w 595706"/>
                <a:gd name="connsiteY2" fmla="*/ 98549 h 140731"/>
                <a:gd name="connsiteX3" fmla="*/ 1361 w 595706"/>
                <a:gd name="connsiteY3" fmla="*/ 140731 h 140731"/>
                <a:gd name="connsiteX4" fmla="*/ 0 w 595706"/>
                <a:gd name="connsiteY4" fmla="*/ 23494 h 140731"/>
                <a:gd name="connsiteX0" fmla="*/ 0 w 595706"/>
                <a:gd name="connsiteY0" fmla="*/ 23494 h 140731"/>
                <a:gd name="connsiteX1" fmla="*/ 595706 w 595706"/>
                <a:gd name="connsiteY1" fmla="*/ 2118 h 140731"/>
                <a:gd name="connsiteX2" fmla="*/ 595706 w 595706"/>
                <a:gd name="connsiteY2" fmla="*/ 98549 h 140731"/>
                <a:gd name="connsiteX3" fmla="*/ 1361 w 595706"/>
                <a:gd name="connsiteY3" fmla="*/ 140731 h 140731"/>
                <a:gd name="connsiteX4" fmla="*/ 0 w 595706"/>
                <a:gd name="connsiteY4" fmla="*/ 23494 h 140731"/>
                <a:gd name="connsiteX0" fmla="*/ 0 w 595706"/>
                <a:gd name="connsiteY0" fmla="*/ 25030 h 142267"/>
                <a:gd name="connsiteX1" fmla="*/ 595706 w 595706"/>
                <a:gd name="connsiteY1" fmla="*/ 3654 h 142267"/>
                <a:gd name="connsiteX2" fmla="*/ 595706 w 595706"/>
                <a:gd name="connsiteY2" fmla="*/ 100085 h 142267"/>
                <a:gd name="connsiteX3" fmla="*/ 1361 w 595706"/>
                <a:gd name="connsiteY3" fmla="*/ 142267 h 142267"/>
                <a:gd name="connsiteX4" fmla="*/ 0 w 595706"/>
                <a:gd name="connsiteY4" fmla="*/ 25030 h 142267"/>
                <a:gd name="connsiteX0" fmla="*/ 0 w 595706"/>
                <a:gd name="connsiteY0" fmla="*/ 22091 h 139328"/>
                <a:gd name="connsiteX1" fmla="*/ 595706 w 595706"/>
                <a:gd name="connsiteY1" fmla="*/ 715 h 139328"/>
                <a:gd name="connsiteX2" fmla="*/ 595706 w 595706"/>
                <a:gd name="connsiteY2" fmla="*/ 97146 h 139328"/>
                <a:gd name="connsiteX3" fmla="*/ 1361 w 595706"/>
                <a:gd name="connsiteY3" fmla="*/ 139328 h 139328"/>
                <a:gd name="connsiteX4" fmla="*/ 0 w 595706"/>
                <a:gd name="connsiteY4" fmla="*/ 22091 h 139328"/>
                <a:gd name="connsiteX0" fmla="*/ 0 w 595706"/>
                <a:gd name="connsiteY0" fmla="*/ 23573 h 140810"/>
                <a:gd name="connsiteX1" fmla="*/ 595706 w 595706"/>
                <a:gd name="connsiteY1" fmla="*/ 2197 h 140810"/>
                <a:gd name="connsiteX2" fmla="*/ 595706 w 595706"/>
                <a:gd name="connsiteY2" fmla="*/ 98628 h 140810"/>
                <a:gd name="connsiteX3" fmla="*/ 1361 w 595706"/>
                <a:gd name="connsiteY3" fmla="*/ 140810 h 140810"/>
                <a:gd name="connsiteX4" fmla="*/ 0 w 595706"/>
                <a:gd name="connsiteY4" fmla="*/ 23573 h 140810"/>
                <a:gd name="connsiteX0" fmla="*/ 0 w 595706"/>
                <a:gd name="connsiteY0" fmla="*/ 21908 h 139145"/>
                <a:gd name="connsiteX1" fmla="*/ 595706 w 595706"/>
                <a:gd name="connsiteY1" fmla="*/ 532 h 139145"/>
                <a:gd name="connsiteX2" fmla="*/ 595706 w 595706"/>
                <a:gd name="connsiteY2" fmla="*/ 96963 h 139145"/>
                <a:gd name="connsiteX3" fmla="*/ 1361 w 595706"/>
                <a:gd name="connsiteY3" fmla="*/ 139145 h 139145"/>
                <a:gd name="connsiteX4" fmla="*/ 0 w 595706"/>
                <a:gd name="connsiteY4" fmla="*/ 21908 h 139145"/>
                <a:gd name="connsiteX0" fmla="*/ 0 w 595706"/>
                <a:gd name="connsiteY0" fmla="*/ 23863 h 141100"/>
                <a:gd name="connsiteX1" fmla="*/ 595706 w 595706"/>
                <a:gd name="connsiteY1" fmla="*/ 2487 h 141100"/>
                <a:gd name="connsiteX2" fmla="*/ 595706 w 595706"/>
                <a:gd name="connsiteY2" fmla="*/ 98918 h 141100"/>
                <a:gd name="connsiteX3" fmla="*/ 1361 w 595706"/>
                <a:gd name="connsiteY3" fmla="*/ 141100 h 141100"/>
                <a:gd name="connsiteX4" fmla="*/ 0 w 595706"/>
                <a:gd name="connsiteY4" fmla="*/ 23863 h 141100"/>
                <a:gd name="connsiteX0" fmla="*/ 0 w 595706"/>
                <a:gd name="connsiteY0" fmla="*/ 24472 h 141709"/>
                <a:gd name="connsiteX1" fmla="*/ 595706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0 w 595706"/>
                <a:gd name="connsiteY0" fmla="*/ 24267 h 141504"/>
                <a:gd name="connsiteX1" fmla="*/ 595706 w 595706"/>
                <a:gd name="connsiteY1" fmla="*/ 2891 h 141504"/>
                <a:gd name="connsiteX2" fmla="*/ 595706 w 595706"/>
                <a:gd name="connsiteY2" fmla="*/ 99322 h 141504"/>
                <a:gd name="connsiteX3" fmla="*/ 1361 w 595706"/>
                <a:gd name="connsiteY3" fmla="*/ 141504 h 141504"/>
                <a:gd name="connsiteX4" fmla="*/ 0 w 595706"/>
                <a:gd name="connsiteY4" fmla="*/ 24267 h 141504"/>
                <a:gd name="connsiteX0" fmla="*/ 0 w 595706"/>
                <a:gd name="connsiteY0" fmla="*/ 24472 h 141709"/>
                <a:gd name="connsiteX1" fmla="*/ 595706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0 w 595706"/>
                <a:gd name="connsiteY0" fmla="*/ 24472 h 141709"/>
                <a:gd name="connsiteX1" fmla="*/ 594353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124 w 595830"/>
                <a:gd name="connsiteY0" fmla="*/ 24472 h 141709"/>
                <a:gd name="connsiteX1" fmla="*/ 594477 w 595830"/>
                <a:gd name="connsiteY1" fmla="*/ 3096 h 141709"/>
                <a:gd name="connsiteX2" fmla="*/ 595830 w 595830"/>
                <a:gd name="connsiteY2" fmla="*/ 99527 h 141709"/>
                <a:gd name="connsiteX3" fmla="*/ 131 w 595830"/>
                <a:gd name="connsiteY3" fmla="*/ 141709 h 141709"/>
                <a:gd name="connsiteX4" fmla="*/ 124 w 595830"/>
                <a:gd name="connsiteY4" fmla="*/ 24472 h 141709"/>
                <a:gd name="connsiteX0" fmla="*/ 124 w 597179"/>
                <a:gd name="connsiteY0" fmla="*/ 25207 h 142444"/>
                <a:gd name="connsiteX1" fmla="*/ 597179 w 597179"/>
                <a:gd name="connsiteY1" fmla="*/ 481 h 142444"/>
                <a:gd name="connsiteX2" fmla="*/ 595830 w 597179"/>
                <a:gd name="connsiteY2" fmla="*/ 100262 h 142444"/>
                <a:gd name="connsiteX3" fmla="*/ 131 w 597179"/>
                <a:gd name="connsiteY3" fmla="*/ 142444 h 142444"/>
                <a:gd name="connsiteX4" fmla="*/ 124 w 597179"/>
                <a:gd name="connsiteY4" fmla="*/ 25207 h 142444"/>
                <a:gd name="connsiteX0" fmla="*/ 124 w 595889"/>
                <a:gd name="connsiteY0" fmla="*/ 25842 h 143079"/>
                <a:gd name="connsiteX1" fmla="*/ 594477 w 595889"/>
                <a:gd name="connsiteY1" fmla="*/ 0 h 143079"/>
                <a:gd name="connsiteX2" fmla="*/ 595830 w 595889"/>
                <a:gd name="connsiteY2" fmla="*/ 100897 h 143079"/>
                <a:gd name="connsiteX3" fmla="*/ 131 w 595889"/>
                <a:gd name="connsiteY3" fmla="*/ 143079 h 143079"/>
                <a:gd name="connsiteX4" fmla="*/ 124 w 595889"/>
                <a:gd name="connsiteY4" fmla="*/ 25842 h 143079"/>
                <a:gd name="connsiteX0" fmla="*/ 124 w 595889"/>
                <a:gd name="connsiteY0" fmla="*/ 24713 h 141950"/>
                <a:gd name="connsiteX1" fmla="*/ 594477 w 595889"/>
                <a:gd name="connsiteY1" fmla="*/ 2221 h 141950"/>
                <a:gd name="connsiteX2" fmla="*/ 595830 w 595889"/>
                <a:gd name="connsiteY2" fmla="*/ 99768 h 141950"/>
                <a:gd name="connsiteX3" fmla="*/ 131 w 595889"/>
                <a:gd name="connsiteY3" fmla="*/ 141950 h 141950"/>
                <a:gd name="connsiteX4" fmla="*/ 124 w 595889"/>
                <a:gd name="connsiteY4" fmla="*/ 24713 h 141950"/>
                <a:gd name="connsiteX0" fmla="*/ 124 w 595959"/>
                <a:gd name="connsiteY0" fmla="*/ 24713 h 141950"/>
                <a:gd name="connsiteX1" fmla="*/ 595828 w 595959"/>
                <a:gd name="connsiteY1" fmla="*/ 2221 h 141950"/>
                <a:gd name="connsiteX2" fmla="*/ 595830 w 595959"/>
                <a:gd name="connsiteY2" fmla="*/ 99768 h 141950"/>
                <a:gd name="connsiteX3" fmla="*/ 131 w 595959"/>
                <a:gd name="connsiteY3" fmla="*/ 141950 h 141950"/>
                <a:gd name="connsiteX4" fmla="*/ 124 w 595959"/>
                <a:gd name="connsiteY4" fmla="*/ 24713 h 141950"/>
                <a:gd name="connsiteX0" fmla="*/ 124 w 595959"/>
                <a:gd name="connsiteY0" fmla="*/ 24925 h 142162"/>
                <a:gd name="connsiteX1" fmla="*/ 595828 w 595959"/>
                <a:gd name="connsiteY1" fmla="*/ 2433 h 142162"/>
                <a:gd name="connsiteX2" fmla="*/ 595830 w 595959"/>
                <a:gd name="connsiteY2" fmla="*/ 99980 h 142162"/>
                <a:gd name="connsiteX3" fmla="*/ 131 w 595959"/>
                <a:gd name="connsiteY3" fmla="*/ 142162 h 142162"/>
                <a:gd name="connsiteX4" fmla="*/ 124 w 595959"/>
                <a:gd name="connsiteY4" fmla="*/ 24925 h 142162"/>
                <a:gd name="connsiteX0" fmla="*/ 124 w 595959"/>
                <a:gd name="connsiteY0" fmla="*/ 22492 h 139729"/>
                <a:gd name="connsiteX1" fmla="*/ 595828 w 595959"/>
                <a:gd name="connsiteY1" fmla="*/ 0 h 139729"/>
                <a:gd name="connsiteX2" fmla="*/ 595830 w 595959"/>
                <a:gd name="connsiteY2" fmla="*/ 97547 h 139729"/>
                <a:gd name="connsiteX3" fmla="*/ 131 w 595959"/>
                <a:gd name="connsiteY3" fmla="*/ 139729 h 139729"/>
                <a:gd name="connsiteX4" fmla="*/ 124 w 595959"/>
                <a:gd name="connsiteY4" fmla="*/ 22492 h 139729"/>
                <a:gd name="connsiteX0" fmla="*/ 124 w 595959"/>
                <a:gd name="connsiteY0" fmla="*/ 25585 h 142822"/>
                <a:gd name="connsiteX1" fmla="*/ 595828 w 595959"/>
                <a:gd name="connsiteY1" fmla="*/ 3093 h 142822"/>
                <a:gd name="connsiteX2" fmla="*/ 595830 w 595959"/>
                <a:gd name="connsiteY2" fmla="*/ 100640 h 142822"/>
                <a:gd name="connsiteX3" fmla="*/ 131 w 595959"/>
                <a:gd name="connsiteY3" fmla="*/ 142822 h 142822"/>
                <a:gd name="connsiteX4" fmla="*/ 124 w 595959"/>
                <a:gd name="connsiteY4" fmla="*/ 25585 h 142822"/>
                <a:gd name="connsiteX0" fmla="*/ 124 w 595959"/>
                <a:gd name="connsiteY0" fmla="*/ 25585 h 142822"/>
                <a:gd name="connsiteX1" fmla="*/ 595828 w 595959"/>
                <a:gd name="connsiteY1" fmla="*/ 3093 h 142822"/>
                <a:gd name="connsiteX2" fmla="*/ 595830 w 595959"/>
                <a:gd name="connsiteY2" fmla="*/ 100640 h 142822"/>
                <a:gd name="connsiteX3" fmla="*/ 131 w 595959"/>
                <a:gd name="connsiteY3" fmla="*/ 142822 h 142822"/>
                <a:gd name="connsiteX4" fmla="*/ 124 w 595959"/>
                <a:gd name="connsiteY4" fmla="*/ 25585 h 142822"/>
                <a:gd name="connsiteX0" fmla="*/ 124 w 595959"/>
                <a:gd name="connsiteY0" fmla="*/ 26512 h 143749"/>
                <a:gd name="connsiteX1" fmla="*/ 595828 w 595959"/>
                <a:gd name="connsiteY1" fmla="*/ 4020 h 143749"/>
                <a:gd name="connsiteX2" fmla="*/ 595830 w 595959"/>
                <a:gd name="connsiteY2" fmla="*/ 101567 h 143749"/>
                <a:gd name="connsiteX3" fmla="*/ 131 w 595959"/>
                <a:gd name="connsiteY3" fmla="*/ 143749 h 143749"/>
                <a:gd name="connsiteX4" fmla="*/ 124 w 595959"/>
                <a:gd name="connsiteY4" fmla="*/ 26512 h 143749"/>
                <a:gd name="connsiteX0" fmla="*/ 124 w 595959"/>
                <a:gd name="connsiteY0" fmla="*/ 26512 h 143749"/>
                <a:gd name="connsiteX1" fmla="*/ 595828 w 595959"/>
                <a:gd name="connsiteY1" fmla="*/ 4020 h 143749"/>
                <a:gd name="connsiteX2" fmla="*/ 595830 w 595959"/>
                <a:gd name="connsiteY2" fmla="*/ 101567 h 143749"/>
                <a:gd name="connsiteX3" fmla="*/ 131 w 595959"/>
                <a:gd name="connsiteY3" fmla="*/ 143749 h 143749"/>
                <a:gd name="connsiteX4" fmla="*/ 124 w 595959"/>
                <a:gd name="connsiteY4" fmla="*/ 26512 h 143749"/>
                <a:gd name="connsiteX0" fmla="*/ 124 w 595959"/>
                <a:gd name="connsiteY0" fmla="*/ 28496 h 145733"/>
                <a:gd name="connsiteX1" fmla="*/ 595828 w 595959"/>
                <a:gd name="connsiteY1" fmla="*/ 6004 h 145733"/>
                <a:gd name="connsiteX2" fmla="*/ 595830 w 595959"/>
                <a:gd name="connsiteY2" fmla="*/ 103551 h 145733"/>
                <a:gd name="connsiteX3" fmla="*/ 131 w 595959"/>
                <a:gd name="connsiteY3" fmla="*/ 145733 h 145733"/>
                <a:gd name="connsiteX4" fmla="*/ 124 w 595959"/>
                <a:gd name="connsiteY4" fmla="*/ 28496 h 14573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856"/>
                <a:gd name="connsiteY0" fmla="*/ 41841 h 159078"/>
                <a:gd name="connsiteX1" fmla="*/ 591261 w 595856"/>
                <a:gd name="connsiteY1" fmla="*/ 0 h 159078"/>
                <a:gd name="connsiteX2" fmla="*/ 595830 w 595856"/>
                <a:gd name="connsiteY2" fmla="*/ 116896 h 159078"/>
                <a:gd name="connsiteX3" fmla="*/ 131 w 595856"/>
                <a:gd name="connsiteY3" fmla="*/ 159078 h 159078"/>
                <a:gd name="connsiteX4" fmla="*/ 124 w 595856"/>
                <a:gd name="connsiteY4" fmla="*/ 41841 h 159078"/>
                <a:gd name="connsiteX0" fmla="*/ 124 w 595959"/>
                <a:gd name="connsiteY0" fmla="*/ 41841 h 159078"/>
                <a:gd name="connsiteX1" fmla="*/ 595828 w 595959"/>
                <a:gd name="connsiteY1" fmla="*/ 0 h 159078"/>
                <a:gd name="connsiteX2" fmla="*/ 595830 w 595959"/>
                <a:gd name="connsiteY2" fmla="*/ 116896 h 159078"/>
                <a:gd name="connsiteX3" fmla="*/ 131 w 595959"/>
                <a:gd name="connsiteY3" fmla="*/ 159078 h 159078"/>
                <a:gd name="connsiteX4" fmla="*/ 124 w 595959"/>
                <a:gd name="connsiteY4" fmla="*/ 41841 h 159078"/>
                <a:gd name="connsiteX0" fmla="*/ 124 w 597349"/>
                <a:gd name="connsiteY0" fmla="*/ 42378 h 159615"/>
                <a:gd name="connsiteX1" fmla="*/ 597349 w 597349"/>
                <a:gd name="connsiteY1" fmla="*/ 0 h 159615"/>
                <a:gd name="connsiteX2" fmla="*/ 595830 w 597349"/>
                <a:gd name="connsiteY2" fmla="*/ 117433 h 159615"/>
                <a:gd name="connsiteX3" fmla="*/ 131 w 597349"/>
                <a:gd name="connsiteY3" fmla="*/ 159615 h 159615"/>
                <a:gd name="connsiteX4" fmla="*/ 124 w 597349"/>
                <a:gd name="connsiteY4" fmla="*/ 42378 h 159615"/>
                <a:gd name="connsiteX0" fmla="*/ 124 w 600443"/>
                <a:gd name="connsiteY0" fmla="*/ 42378 h 159615"/>
                <a:gd name="connsiteX1" fmla="*/ 597349 w 600443"/>
                <a:gd name="connsiteY1" fmla="*/ 0 h 159615"/>
                <a:gd name="connsiteX2" fmla="*/ 600408 w 600443"/>
                <a:gd name="connsiteY2" fmla="*/ 117433 h 159615"/>
                <a:gd name="connsiteX3" fmla="*/ 131 w 600443"/>
                <a:gd name="connsiteY3" fmla="*/ 159615 h 159615"/>
                <a:gd name="connsiteX4" fmla="*/ 124 w 600443"/>
                <a:gd name="connsiteY4" fmla="*/ 42378 h 159615"/>
                <a:gd name="connsiteX0" fmla="*/ 124 w 600537"/>
                <a:gd name="connsiteY0" fmla="*/ 42378 h 159615"/>
                <a:gd name="connsiteX1" fmla="*/ 600401 w 600537"/>
                <a:gd name="connsiteY1" fmla="*/ 0 h 159615"/>
                <a:gd name="connsiteX2" fmla="*/ 600408 w 600537"/>
                <a:gd name="connsiteY2" fmla="*/ 117433 h 159615"/>
                <a:gd name="connsiteX3" fmla="*/ 131 w 600537"/>
                <a:gd name="connsiteY3" fmla="*/ 159615 h 159615"/>
                <a:gd name="connsiteX4" fmla="*/ 124 w 600537"/>
                <a:gd name="connsiteY4" fmla="*/ 42378 h 159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0537" h="159615">
                  <a:moveTo>
                    <a:pt x="124" y="42378"/>
                  </a:moveTo>
                  <a:cubicBezTo>
                    <a:pt x="296414" y="-50243"/>
                    <a:pt x="418111" y="75773"/>
                    <a:pt x="600401" y="0"/>
                  </a:cubicBezTo>
                  <a:cubicBezTo>
                    <a:pt x="599951" y="33260"/>
                    <a:pt x="600858" y="84173"/>
                    <a:pt x="600408" y="117433"/>
                  </a:cubicBezTo>
                  <a:cubicBezTo>
                    <a:pt x="395490" y="192726"/>
                    <a:pt x="285331" y="62551"/>
                    <a:pt x="131" y="159615"/>
                  </a:cubicBezTo>
                  <a:cubicBezTo>
                    <a:pt x="-323" y="114566"/>
                    <a:pt x="578" y="87427"/>
                    <a:pt x="124" y="42378"/>
                  </a:cubicBezTo>
                  <a:close/>
                </a:path>
              </a:pathLst>
            </a:custGeom>
            <a:solidFill>
              <a:schemeClr val="accent2">
                <a:lumMod val="40000"/>
                <a:lumOff val="6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81" name="矩形 1174">
              <a:extLst>
                <a:ext uri="{FF2B5EF4-FFF2-40B4-BE49-F238E27FC236}">
                  <a16:creationId xmlns:a16="http://schemas.microsoft.com/office/drawing/2014/main" id="{D9127187-E6D7-6B0D-E296-07FDFDC9AEEB}"/>
                </a:ext>
              </a:extLst>
            </p:cNvPr>
            <p:cNvSpPr/>
            <p:nvPr/>
          </p:nvSpPr>
          <p:spPr>
            <a:xfrm rot="10800000">
              <a:off x="4342829" y="7041272"/>
              <a:ext cx="618707" cy="139508"/>
            </a:xfrm>
            <a:custGeom>
              <a:avLst/>
              <a:gdLst>
                <a:gd name="connsiteX0" fmla="*/ 0 w 595706"/>
                <a:gd name="connsiteY0" fmla="*/ 0 h 92965"/>
                <a:gd name="connsiteX1" fmla="*/ 595706 w 595706"/>
                <a:gd name="connsiteY1" fmla="*/ 0 h 92965"/>
                <a:gd name="connsiteX2" fmla="*/ 595706 w 595706"/>
                <a:gd name="connsiteY2" fmla="*/ 92965 h 92965"/>
                <a:gd name="connsiteX3" fmla="*/ 0 w 595706"/>
                <a:gd name="connsiteY3" fmla="*/ 92965 h 92965"/>
                <a:gd name="connsiteX4" fmla="*/ 0 w 595706"/>
                <a:gd name="connsiteY4" fmla="*/ 0 h 92965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131 w 595837"/>
                <a:gd name="connsiteY0" fmla="*/ 0 h 148754"/>
                <a:gd name="connsiteX1" fmla="*/ 595837 w 595837"/>
                <a:gd name="connsiteY1" fmla="*/ 0 h 148754"/>
                <a:gd name="connsiteX2" fmla="*/ 595837 w 595837"/>
                <a:gd name="connsiteY2" fmla="*/ 92965 h 148754"/>
                <a:gd name="connsiteX3" fmla="*/ 131 w 595837"/>
                <a:gd name="connsiteY3" fmla="*/ 148754 h 148754"/>
                <a:gd name="connsiteX4" fmla="*/ 131 w 595837"/>
                <a:gd name="connsiteY4" fmla="*/ 0 h 148754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56571"/>
                <a:gd name="connsiteX1" fmla="*/ 595837 w 595837"/>
                <a:gd name="connsiteY1" fmla="*/ 0 h 156571"/>
                <a:gd name="connsiteX2" fmla="*/ 594316 w 595837"/>
                <a:gd name="connsiteY2" fmla="*/ 141984 h 156571"/>
                <a:gd name="connsiteX3" fmla="*/ 131 w 595837"/>
                <a:gd name="connsiteY3" fmla="*/ 140590 h 156571"/>
                <a:gd name="connsiteX4" fmla="*/ 131 w 595837"/>
                <a:gd name="connsiteY4" fmla="*/ 0 h 156571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0 w 600949"/>
                <a:gd name="connsiteY0" fmla="*/ 0 h 271309"/>
                <a:gd name="connsiteX1" fmla="*/ 600949 w 600949"/>
                <a:gd name="connsiteY1" fmla="*/ 0 h 271309"/>
                <a:gd name="connsiteX2" fmla="*/ 599428 w 600949"/>
                <a:gd name="connsiteY2" fmla="*/ 141984 h 271309"/>
                <a:gd name="connsiteX3" fmla="*/ 3722 w 600949"/>
                <a:gd name="connsiteY3" fmla="*/ 271309 h 271309"/>
                <a:gd name="connsiteX4" fmla="*/ 0 w 600949"/>
                <a:gd name="connsiteY4" fmla="*/ 0 h 271309"/>
                <a:gd name="connsiteX0" fmla="*/ 0 w 599639"/>
                <a:gd name="connsiteY0" fmla="*/ 0 h 271309"/>
                <a:gd name="connsiteX1" fmla="*/ 599639 w 599639"/>
                <a:gd name="connsiteY1" fmla="*/ 0 h 271309"/>
                <a:gd name="connsiteX2" fmla="*/ 599428 w 599639"/>
                <a:gd name="connsiteY2" fmla="*/ 141984 h 271309"/>
                <a:gd name="connsiteX3" fmla="*/ 3722 w 599639"/>
                <a:gd name="connsiteY3" fmla="*/ 271309 h 271309"/>
                <a:gd name="connsiteX4" fmla="*/ 0 w 599639"/>
                <a:gd name="connsiteY4" fmla="*/ 0 h 271309"/>
                <a:gd name="connsiteX0" fmla="*/ 0 w 597018"/>
                <a:gd name="connsiteY0" fmla="*/ 0 h 271309"/>
                <a:gd name="connsiteX1" fmla="*/ 597018 w 597018"/>
                <a:gd name="connsiteY1" fmla="*/ 0 h 271309"/>
                <a:gd name="connsiteX2" fmla="*/ 596807 w 597018"/>
                <a:gd name="connsiteY2" fmla="*/ 141984 h 271309"/>
                <a:gd name="connsiteX3" fmla="*/ 1101 w 597018"/>
                <a:gd name="connsiteY3" fmla="*/ 271309 h 271309"/>
                <a:gd name="connsiteX4" fmla="*/ 0 w 597018"/>
                <a:gd name="connsiteY4" fmla="*/ 0 h 271309"/>
                <a:gd name="connsiteX0" fmla="*/ 0 w 596807"/>
                <a:gd name="connsiteY0" fmla="*/ 0 h 271309"/>
                <a:gd name="connsiteX1" fmla="*/ 591775 w 596807"/>
                <a:gd name="connsiteY1" fmla="*/ 0 h 271309"/>
                <a:gd name="connsiteX2" fmla="*/ 596807 w 596807"/>
                <a:gd name="connsiteY2" fmla="*/ 141984 h 271309"/>
                <a:gd name="connsiteX3" fmla="*/ 1101 w 596807"/>
                <a:gd name="connsiteY3" fmla="*/ 271309 h 271309"/>
                <a:gd name="connsiteX4" fmla="*/ 0 w 596807"/>
                <a:gd name="connsiteY4" fmla="*/ 0 h 271309"/>
                <a:gd name="connsiteX0" fmla="*/ 0 w 596807"/>
                <a:gd name="connsiteY0" fmla="*/ 0 h 271309"/>
                <a:gd name="connsiteX1" fmla="*/ 595708 w 596807"/>
                <a:gd name="connsiteY1" fmla="*/ 0 h 271309"/>
                <a:gd name="connsiteX2" fmla="*/ 596807 w 596807"/>
                <a:gd name="connsiteY2" fmla="*/ 141984 h 271309"/>
                <a:gd name="connsiteX3" fmla="*/ 1101 w 596807"/>
                <a:gd name="connsiteY3" fmla="*/ 271309 h 271309"/>
                <a:gd name="connsiteX4" fmla="*/ 0 w 596807"/>
                <a:gd name="connsiteY4" fmla="*/ 0 h 271309"/>
                <a:gd name="connsiteX0" fmla="*/ 0 w 595708"/>
                <a:gd name="connsiteY0" fmla="*/ 0 h 271309"/>
                <a:gd name="connsiteX1" fmla="*/ 595708 w 595708"/>
                <a:gd name="connsiteY1" fmla="*/ 0 h 271309"/>
                <a:gd name="connsiteX2" fmla="*/ 594186 w 595708"/>
                <a:gd name="connsiteY2" fmla="*/ 141985 h 271309"/>
                <a:gd name="connsiteX3" fmla="*/ 1101 w 595708"/>
                <a:gd name="connsiteY3" fmla="*/ 271309 h 271309"/>
                <a:gd name="connsiteX4" fmla="*/ 0 w 595708"/>
                <a:gd name="connsiteY4" fmla="*/ 0 h 271309"/>
                <a:gd name="connsiteX0" fmla="*/ 0 w 596439"/>
                <a:gd name="connsiteY0" fmla="*/ 109083 h 380392"/>
                <a:gd name="connsiteX1" fmla="*/ 595708 w 596439"/>
                <a:gd name="connsiteY1" fmla="*/ 109083 h 380392"/>
                <a:gd name="connsiteX2" fmla="*/ 594186 w 596439"/>
                <a:gd name="connsiteY2" fmla="*/ 251068 h 380392"/>
                <a:gd name="connsiteX3" fmla="*/ 1101 w 596439"/>
                <a:gd name="connsiteY3" fmla="*/ 380392 h 380392"/>
                <a:gd name="connsiteX4" fmla="*/ 0 w 596439"/>
                <a:gd name="connsiteY4" fmla="*/ 109083 h 380392"/>
                <a:gd name="connsiteX0" fmla="*/ 0 w 595708"/>
                <a:gd name="connsiteY0" fmla="*/ 0 h 271309"/>
                <a:gd name="connsiteX1" fmla="*/ 595708 w 595708"/>
                <a:gd name="connsiteY1" fmla="*/ 0 h 271309"/>
                <a:gd name="connsiteX2" fmla="*/ 594186 w 595708"/>
                <a:gd name="connsiteY2" fmla="*/ 141985 h 271309"/>
                <a:gd name="connsiteX3" fmla="*/ 1101 w 595708"/>
                <a:gd name="connsiteY3" fmla="*/ 271309 h 271309"/>
                <a:gd name="connsiteX4" fmla="*/ 0 w 595708"/>
                <a:gd name="connsiteY4" fmla="*/ 0 h 271309"/>
                <a:gd name="connsiteX0" fmla="*/ 0 w 596808"/>
                <a:gd name="connsiteY0" fmla="*/ 0 h 271309"/>
                <a:gd name="connsiteX1" fmla="*/ 595708 w 596808"/>
                <a:gd name="connsiteY1" fmla="*/ 0 h 271309"/>
                <a:gd name="connsiteX2" fmla="*/ 596808 w 596808"/>
                <a:gd name="connsiteY2" fmla="*/ 141985 h 271309"/>
                <a:gd name="connsiteX3" fmla="*/ 1101 w 596808"/>
                <a:gd name="connsiteY3" fmla="*/ 271309 h 271309"/>
                <a:gd name="connsiteX4" fmla="*/ 0 w 596808"/>
                <a:gd name="connsiteY4" fmla="*/ 0 h 271309"/>
                <a:gd name="connsiteX0" fmla="*/ 0 w 596808"/>
                <a:gd name="connsiteY0" fmla="*/ 0 h 271309"/>
                <a:gd name="connsiteX1" fmla="*/ 595708 w 596808"/>
                <a:gd name="connsiteY1" fmla="*/ 0 h 271309"/>
                <a:gd name="connsiteX2" fmla="*/ 596808 w 596808"/>
                <a:gd name="connsiteY2" fmla="*/ 141985 h 271309"/>
                <a:gd name="connsiteX3" fmla="*/ 1101 w 596808"/>
                <a:gd name="connsiteY3" fmla="*/ 271309 h 271309"/>
                <a:gd name="connsiteX4" fmla="*/ 0 w 596808"/>
                <a:gd name="connsiteY4" fmla="*/ 0 h 271309"/>
                <a:gd name="connsiteX0" fmla="*/ 0 w 596808"/>
                <a:gd name="connsiteY0" fmla="*/ 0 h 271309"/>
                <a:gd name="connsiteX1" fmla="*/ 595708 w 596808"/>
                <a:gd name="connsiteY1" fmla="*/ 0 h 271309"/>
                <a:gd name="connsiteX2" fmla="*/ 596808 w 596808"/>
                <a:gd name="connsiteY2" fmla="*/ 141985 h 271309"/>
                <a:gd name="connsiteX3" fmla="*/ 1101 w 596808"/>
                <a:gd name="connsiteY3" fmla="*/ 271309 h 271309"/>
                <a:gd name="connsiteX4" fmla="*/ 0 w 596808"/>
                <a:gd name="connsiteY4" fmla="*/ 0 h 271309"/>
                <a:gd name="connsiteX0" fmla="*/ 0 w 595708"/>
                <a:gd name="connsiteY0" fmla="*/ 0 h 271309"/>
                <a:gd name="connsiteX1" fmla="*/ 595708 w 595708"/>
                <a:gd name="connsiteY1" fmla="*/ 0 h 271309"/>
                <a:gd name="connsiteX2" fmla="*/ 594186 w 595708"/>
                <a:gd name="connsiteY2" fmla="*/ 141985 h 271309"/>
                <a:gd name="connsiteX3" fmla="*/ 1101 w 595708"/>
                <a:gd name="connsiteY3" fmla="*/ 271309 h 271309"/>
                <a:gd name="connsiteX4" fmla="*/ 0 w 595708"/>
                <a:gd name="connsiteY4" fmla="*/ 0 h 271309"/>
                <a:gd name="connsiteX0" fmla="*/ 0 w 595708"/>
                <a:gd name="connsiteY0" fmla="*/ 0 h 271309"/>
                <a:gd name="connsiteX1" fmla="*/ 595708 w 595708"/>
                <a:gd name="connsiteY1" fmla="*/ 0 h 271309"/>
                <a:gd name="connsiteX2" fmla="*/ 594186 w 595708"/>
                <a:gd name="connsiteY2" fmla="*/ 141985 h 271309"/>
                <a:gd name="connsiteX3" fmla="*/ 1101 w 595708"/>
                <a:gd name="connsiteY3" fmla="*/ 271309 h 271309"/>
                <a:gd name="connsiteX4" fmla="*/ 0 w 595708"/>
                <a:gd name="connsiteY4" fmla="*/ 0 h 271309"/>
                <a:gd name="connsiteX0" fmla="*/ 0 w 595936"/>
                <a:gd name="connsiteY0" fmla="*/ 0 h 271309"/>
                <a:gd name="connsiteX1" fmla="*/ 595708 w 595936"/>
                <a:gd name="connsiteY1" fmla="*/ 0 h 271309"/>
                <a:gd name="connsiteX2" fmla="*/ 594186 w 595936"/>
                <a:gd name="connsiteY2" fmla="*/ 141985 h 271309"/>
                <a:gd name="connsiteX3" fmla="*/ 1101 w 595936"/>
                <a:gd name="connsiteY3" fmla="*/ 271309 h 271309"/>
                <a:gd name="connsiteX4" fmla="*/ 0 w 595936"/>
                <a:gd name="connsiteY4" fmla="*/ 0 h 271309"/>
                <a:gd name="connsiteX0" fmla="*/ 319 w 596255"/>
                <a:gd name="connsiteY0" fmla="*/ 0 h 271309"/>
                <a:gd name="connsiteX1" fmla="*/ 596027 w 596255"/>
                <a:gd name="connsiteY1" fmla="*/ 0 h 271309"/>
                <a:gd name="connsiteX2" fmla="*/ 594505 w 596255"/>
                <a:gd name="connsiteY2" fmla="*/ 141985 h 271309"/>
                <a:gd name="connsiteX3" fmla="*/ 110 w 596255"/>
                <a:gd name="connsiteY3" fmla="*/ 271309 h 271309"/>
                <a:gd name="connsiteX4" fmla="*/ 319 w 596255"/>
                <a:gd name="connsiteY4" fmla="*/ 0 h 271309"/>
                <a:gd name="connsiteX0" fmla="*/ 0 w 595936"/>
                <a:gd name="connsiteY0" fmla="*/ 0 h 271309"/>
                <a:gd name="connsiteX1" fmla="*/ 595708 w 595936"/>
                <a:gd name="connsiteY1" fmla="*/ 0 h 271309"/>
                <a:gd name="connsiteX2" fmla="*/ 594186 w 595936"/>
                <a:gd name="connsiteY2" fmla="*/ 141985 h 271309"/>
                <a:gd name="connsiteX3" fmla="*/ 1101 w 595936"/>
                <a:gd name="connsiteY3" fmla="*/ 271309 h 271309"/>
                <a:gd name="connsiteX4" fmla="*/ 0 w 595936"/>
                <a:gd name="connsiteY4" fmla="*/ 0 h 271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5936" h="271309">
                  <a:moveTo>
                    <a:pt x="0" y="0"/>
                  </a:moveTo>
                  <a:lnTo>
                    <a:pt x="595708" y="0"/>
                  </a:lnTo>
                  <a:cubicBezTo>
                    <a:pt x="595708" y="30988"/>
                    <a:pt x="596806" y="39550"/>
                    <a:pt x="594186" y="141985"/>
                  </a:cubicBezTo>
                  <a:cubicBezTo>
                    <a:pt x="404809" y="352086"/>
                    <a:pt x="341643" y="22672"/>
                    <a:pt x="1101" y="271309"/>
                  </a:cubicBezTo>
                  <a:cubicBezTo>
                    <a:pt x="647" y="226260"/>
                    <a:pt x="454" y="45049"/>
                    <a:pt x="0" y="0"/>
                  </a:cubicBez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782" name="组合 781">
              <a:extLst>
                <a:ext uri="{FF2B5EF4-FFF2-40B4-BE49-F238E27FC236}">
                  <a16:creationId xmlns:a16="http://schemas.microsoft.com/office/drawing/2014/main" id="{D38EC138-2537-F5DC-0A4F-9F8C6DD6F025}"/>
                </a:ext>
              </a:extLst>
            </p:cNvPr>
            <p:cNvGrpSpPr/>
            <p:nvPr/>
          </p:nvGrpSpPr>
          <p:grpSpPr>
            <a:xfrm>
              <a:off x="4341455" y="6517035"/>
              <a:ext cx="621640" cy="663817"/>
              <a:chOff x="3656357" y="6507685"/>
              <a:chExt cx="621640" cy="663817"/>
            </a:xfrm>
          </p:grpSpPr>
          <p:sp>
            <p:nvSpPr>
              <p:cNvPr id="783" name="矩形 782">
                <a:extLst>
                  <a:ext uri="{FF2B5EF4-FFF2-40B4-BE49-F238E27FC236}">
                    <a16:creationId xmlns:a16="http://schemas.microsoft.com/office/drawing/2014/main" id="{EB429CE9-292E-F1F0-2502-A88751E4AB1A}"/>
                  </a:ext>
                </a:extLst>
              </p:cNvPr>
              <p:cNvSpPr/>
              <p:nvPr/>
            </p:nvSpPr>
            <p:spPr>
              <a:xfrm>
                <a:off x="3656465" y="6640950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84" name="矩形 783">
                <a:extLst>
                  <a:ext uri="{FF2B5EF4-FFF2-40B4-BE49-F238E27FC236}">
                    <a16:creationId xmlns:a16="http://schemas.microsoft.com/office/drawing/2014/main" id="{C0A68D6D-529C-662D-00C5-2B53978E7C3F}"/>
                  </a:ext>
                </a:extLst>
              </p:cNvPr>
              <p:cNvSpPr/>
              <p:nvPr/>
            </p:nvSpPr>
            <p:spPr>
              <a:xfrm>
                <a:off x="3811875" y="6640950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85" name="矩形 784">
                <a:extLst>
                  <a:ext uri="{FF2B5EF4-FFF2-40B4-BE49-F238E27FC236}">
                    <a16:creationId xmlns:a16="http://schemas.microsoft.com/office/drawing/2014/main" id="{AFA37F32-D643-A3B4-F6E1-207194292102}"/>
                  </a:ext>
                </a:extLst>
              </p:cNvPr>
              <p:cNvSpPr/>
              <p:nvPr/>
            </p:nvSpPr>
            <p:spPr>
              <a:xfrm>
                <a:off x="3967285" y="6640950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86" name="矩形 785">
                <a:extLst>
                  <a:ext uri="{FF2B5EF4-FFF2-40B4-BE49-F238E27FC236}">
                    <a16:creationId xmlns:a16="http://schemas.microsoft.com/office/drawing/2014/main" id="{8D3D0C5C-B5DB-FE4E-A444-73DC1C31A4F0}"/>
                  </a:ext>
                </a:extLst>
              </p:cNvPr>
              <p:cNvSpPr/>
              <p:nvPr/>
            </p:nvSpPr>
            <p:spPr>
              <a:xfrm>
                <a:off x="4122695" y="6640950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87" name="矩形 786">
                <a:extLst>
                  <a:ext uri="{FF2B5EF4-FFF2-40B4-BE49-F238E27FC236}">
                    <a16:creationId xmlns:a16="http://schemas.microsoft.com/office/drawing/2014/main" id="{F6E9DE8F-0525-2639-32F9-74AC7885416F}"/>
                  </a:ext>
                </a:extLst>
              </p:cNvPr>
              <p:cNvSpPr/>
              <p:nvPr/>
            </p:nvSpPr>
            <p:spPr>
              <a:xfrm>
                <a:off x="3656465" y="6773574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88" name="矩形 787">
                <a:extLst>
                  <a:ext uri="{FF2B5EF4-FFF2-40B4-BE49-F238E27FC236}">
                    <a16:creationId xmlns:a16="http://schemas.microsoft.com/office/drawing/2014/main" id="{BDD97986-D6E6-AB67-0C22-F2D771BCA675}"/>
                  </a:ext>
                </a:extLst>
              </p:cNvPr>
              <p:cNvSpPr/>
              <p:nvPr/>
            </p:nvSpPr>
            <p:spPr>
              <a:xfrm>
                <a:off x="3811875" y="6773574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89" name="矩形 788">
                <a:extLst>
                  <a:ext uri="{FF2B5EF4-FFF2-40B4-BE49-F238E27FC236}">
                    <a16:creationId xmlns:a16="http://schemas.microsoft.com/office/drawing/2014/main" id="{C0FBDF0B-8ECB-3BAF-1C7D-47955022CF90}"/>
                  </a:ext>
                </a:extLst>
              </p:cNvPr>
              <p:cNvSpPr/>
              <p:nvPr/>
            </p:nvSpPr>
            <p:spPr>
              <a:xfrm>
                <a:off x="3967285" y="6773574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90" name="矩形 789">
                <a:extLst>
                  <a:ext uri="{FF2B5EF4-FFF2-40B4-BE49-F238E27FC236}">
                    <a16:creationId xmlns:a16="http://schemas.microsoft.com/office/drawing/2014/main" id="{ACBBAB36-EA99-FE9B-6566-BF04EDFA5DFB}"/>
                  </a:ext>
                </a:extLst>
              </p:cNvPr>
              <p:cNvSpPr/>
              <p:nvPr/>
            </p:nvSpPr>
            <p:spPr>
              <a:xfrm>
                <a:off x="4122695" y="6773574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91" name="矩形 790">
                <a:extLst>
                  <a:ext uri="{FF2B5EF4-FFF2-40B4-BE49-F238E27FC236}">
                    <a16:creationId xmlns:a16="http://schemas.microsoft.com/office/drawing/2014/main" id="{F24F102E-A089-C00D-C2F3-B476A48CE0FC}"/>
                  </a:ext>
                </a:extLst>
              </p:cNvPr>
              <p:cNvSpPr/>
              <p:nvPr/>
            </p:nvSpPr>
            <p:spPr>
              <a:xfrm>
                <a:off x="3656357" y="690625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92" name="矩形 791">
                <a:extLst>
                  <a:ext uri="{FF2B5EF4-FFF2-40B4-BE49-F238E27FC236}">
                    <a16:creationId xmlns:a16="http://schemas.microsoft.com/office/drawing/2014/main" id="{4CD2B1A6-FF65-C5CB-9EBA-C49F50F866A9}"/>
                  </a:ext>
                </a:extLst>
              </p:cNvPr>
              <p:cNvSpPr/>
              <p:nvPr/>
            </p:nvSpPr>
            <p:spPr>
              <a:xfrm>
                <a:off x="3811767" y="690625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93" name="矩形 792">
                <a:extLst>
                  <a:ext uri="{FF2B5EF4-FFF2-40B4-BE49-F238E27FC236}">
                    <a16:creationId xmlns:a16="http://schemas.microsoft.com/office/drawing/2014/main" id="{2913C4CE-DF64-55FF-FFDC-FA2CEF374694}"/>
                  </a:ext>
                </a:extLst>
              </p:cNvPr>
              <p:cNvSpPr/>
              <p:nvPr/>
            </p:nvSpPr>
            <p:spPr>
              <a:xfrm>
                <a:off x="3967177" y="690625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94" name="矩形 793">
                <a:extLst>
                  <a:ext uri="{FF2B5EF4-FFF2-40B4-BE49-F238E27FC236}">
                    <a16:creationId xmlns:a16="http://schemas.microsoft.com/office/drawing/2014/main" id="{DEE8AA3D-2347-B240-A0EA-8FDF55A28393}"/>
                  </a:ext>
                </a:extLst>
              </p:cNvPr>
              <p:cNvSpPr/>
              <p:nvPr/>
            </p:nvSpPr>
            <p:spPr>
              <a:xfrm>
                <a:off x="4122587" y="690625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95" name="矩形 794">
                <a:extLst>
                  <a:ext uri="{FF2B5EF4-FFF2-40B4-BE49-F238E27FC236}">
                    <a16:creationId xmlns:a16="http://schemas.microsoft.com/office/drawing/2014/main" id="{1BF5D4DB-8C5F-4410-B86C-0B155078CF4E}"/>
                  </a:ext>
                </a:extLst>
              </p:cNvPr>
              <p:cNvSpPr/>
              <p:nvPr/>
            </p:nvSpPr>
            <p:spPr>
              <a:xfrm>
                <a:off x="3656357" y="7038879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96" name="矩形 795">
                <a:extLst>
                  <a:ext uri="{FF2B5EF4-FFF2-40B4-BE49-F238E27FC236}">
                    <a16:creationId xmlns:a16="http://schemas.microsoft.com/office/drawing/2014/main" id="{C9C9A8F8-3D2E-F654-F91F-D96F42C3BAC0}"/>
                  </a:ext>
                </a:extLst>
              </p:cNvPr>
              <p:cNvSpPr/>
              <p:nvPr/>
            </p:nvSpPr>
            <p:spPr>
              <a:xfrm>
                <a:off x="3811767" y="7038879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97" name="矩形 796">
                <a:extLst>
                  <a:ext uri="{FF2B5EF4-FFF2-40B4-BE49-F238E27FC236}">
                    <a16:creationId xmlns:a16="http://schemas.microsoft.com/office/drawing/2014/main" id="{1C11802B-E28D-50DF-2301-86AC965A5499}"/>
                  </a:ext>
                </a:extLst>
              </p:cNvPr>
              <p:cNvSpPr/>
              <p:nvPr/>
            </p:nvSpPr>
            <p:spPr>
              <a:xfrm>
                <a:off x="3967177" y="7038879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98" name="矩形 797">
                <a:extLst>
                  <a:ext uri="{FF2B5EF4-FFF2-40B4-BE49-F238E27FC236}">
                    <a16:creationId xmlns:a16="http://schemas.microsoft.com/office/drawing/2014/main" id="{934504A8-09BF-FB07-8E96-10CB13E999CD}"/>
                  </a:ext>
                </a:extLst>
              </p:cNvPr>
              <p:cNvSpPr/>
              <p:nvPr/>
            </p:nvSpPr>
            <p:spPr>
              <a:xfrm>
                <a:off x="4122587" y="7038879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99" name="矩形 798">
                <a:extLst>
                  <a:ext uri="{FF2B5EF4-FFF2-40B4-BE49-F238E27FC236}">
                    <a16:creationId xmlns:a16="http://schemas.microsoft.com/office/drawing/2014/main" id="{30A3AB1B-EF22-F0C3-3167-5BB1D629BD25}"/>
                  </a:ext>
                </a:extLst>
              </p:cNvPr>
              <p:cNvSpPr/>
              <p:nvPr/>
            </p:nvSpPr>
            <p:spPr>
              <a:xfrm>
                <a:off x="3656357" y="650768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00" name="矩形 799">
                <a:extLst>
                  <a:ext uri="{FF2B5EF4-FFF2-40B4-BE49-F238E27FC236}">
                    <a16:creationId xmlns:a16="http://schemas.microsoft.com/office/drawing/2014/main" id="{C0234835-ED42-BF2D-5C66-3B960BEC1213}"/>
                  </a:ext>
                </a:extLst>
              </p:cNvPr>
              <p:cNvSpPr/>
              <p:nvPr/>
            </p:nvSpPr>
            <p:spPr>
              <a:xfrm>
                <a:off x="3811767" y="650768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01" name="矩形 800">
                <a:extLst>
                  <a:ext uri="{FF2B5EF4-FFF2-40B4-BE49-F238E27FC236}">
                    <a16:creationId xmlns:a16="http://schemas.microsoft.com/office/drawing/2014/main" id="{BBE62DFD-E8C5-38F9-36BF-E9B11ABA6791}"/>
                  </a:ext>
                </a:extLst>
              </p:cNvPr>
              <p:cNvSpPr/>
              <p:nvPr/>
            </p:nvSpPr>
            <p:spPr>
              <a:xfrm>
                <a:off x="3967177" y="650768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02" name="矩形 801">
                <a:extLst>
                  <a:ext uri="{FF2B5EF4-FFF2-40B4-BE49-F238E27FC236}">
                    <a16:creationId xmlns:a16="http://schemas.microsoft.com/office/drawing/2014/main" id="{B58F8841-7D44-73DF-AF2E-BC57C9047482}"/>
                  </a:ext>
                </a:extLst>
              </p:cNvPr>
              <p:cNvSpPr/>
              <p:nvPr/>
            </p:nvSpPr>
            <p:spPr>
              <a:xfrm>
                <a:off x="4122587" y="650768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cxnSp>
        <p:nvCxnSpPr>
          <p:cNvPr id="50" name="直线箭头连接符 377">
            <a:extLst>
              <a:ext uri="{FF2B5EF4-FFF2-40B4-BE49-F238E27FC236}">
                <a16:creationId xmlns:a16="http://schemas.microsoft.com/office/drawing/2014/main" id="{056ED89E-169D-211A-54DC-2E03F32F9C58}"/>
              </a:ext>
            </a:extLst>
          </p:cNvPr>
          <p:cNvCxnSpPr>
            <a:cxnSpLocks/>
          </p:cNvCxnSpPr>
          <p:nvPr/>
        </p:nvCxnSpPr>
        <p:spPr>
          <a:xfrm>
            <a:off x="8363652" y="2157354"/>
            <a:ext cx="1104314" cy="1536016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线箭头连接符 398">
            <a:extLst>
              <a:ext uri="{FF2B5EF4-FFF2-40B4-BE49-F238E27FC236}">
                <a16:creationId xmlns:a16="http://schemas.microsoft.com/office/drawing/2014/main" id="{71598407-0301-CA2D-FF58-1177633A04C3}"/>
              </a:ext>
            </a:extLst>
          </p:cNvPr>
          <p:cNvCxnSpPr>
            <a:cxnSpLocks/>
          </p:cNvCxnSpPr>
          <p:nvPr/>
        </p:nvCxnSpPr>
        <p:spPr>
          <a:xfrm flipV="1">
            <a:off x="8363652" y="2197801"/>
            <a:ext cx="1104314" cy="176755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91" name="组合 690">
            <a:extLst>
              <a:ext uri="{FF2B5EF4-FFF2-40B4-BE49-F238E27FC236}">
                <a16:creationId xmlns:a16="http://schemas.microsoft.com/office/drawing/2014/main" id="{FA3E5FB0-4356-8C29-EE19-1DC6124B1895}"/>
              </a:ext>
            </a:extLst>
          </p:cNvPr>
          <p:cNvGrpSpPr/>
          <p:nvPr/>
        </p:nvGrpSpPr>
        <p:grpSpPr>
          <a:xfrm>
            <a:off x="9641877" y="6071492"/>
            <a:ext cx="621640" cy="663817"/>
            <a:chOff x="5040167" y="6521415"/>
            <a:chExt cx="621640" cy="663817"/>
          </a:xfrm>
        </p:grpSpPr>
        <p:sp>
          <p:nvSpPr>
            <p:cNvPr id="692" name="矩形 1174">
              <a:extLst>
                <a:ext uri="{FF2B5EF4-FFF2-40B4-BE49-F238E27FC236}">
                  <a16:creationId xmlns:a16="http://schemas.microsoft.com/office/drawing/2014/main" id="{A9D82052-17EF-F950-C899-F48CA27C59D2}"/>
                </a:ext>
              </a:extLst>
            </p:cNvPr>
            <p:cNvSpPr/>
            <p:nvPr/>
          </p:nvSpPr>
          <p:spPr>
            <a:xfrm rot="10800000">
              <a:off x="5041542" y="6760560"/>
              <a:ext cx="618706" cy="201627"/>
            </a:xfrm>
            <a:custGeom>
              <a:avLst/>
              <a:gdLst>
                <a:gd name="connsiteX0" fmla="*/ 0 w 595706"/>
                <a:gd name="connsiteY0" fmla="*/ 0 h 92965"/>
                <a:gd name="connsiteX1" fmla="*/ 595706 w 595706"/>
                <a:gd name="connsiteY1" fmla="*/ 0 h 92965"/>
                <a:gd name="connsiteX2" fmla="*/ 595706 w 595706"/>
                <a:gd name="connsiteY2" fmla="*/ 92965 h 92965"/>
                <a:gd name="connsiteX3" fmla="*/ 0 w 595706"/>
                <a:gd name="connsiteY3" fmla="*/ 92965 h 92965"/>
                <a:gd name="connsiteX4" fmla="*/ 0 w 595706"/>
                <a:gd name="connsiteY4" fmla="*/ 0 h 92965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1422 w 594406"/>
                <a:gd name="connsiteY0" fmla="*/ 21376 h 135147"/>
                <a:gd name="connsiteX1" fmla="*/ 594406 w 594406"/>
                <a:gd name="connsiteY1" fmla="*/ 0 h 135147"/>
                <a:gd name="connsiteX2" fmla="*/ 594406 w 594406"/>
                <a:gd name="connsiteY2" fmla="*/ 92965 h 135147"/>
                <a:gd name="connsiteX3" fmla="*/ 61 w 594406"/>
                <a:gd name="connsiteY3" fmla="*/ 135147 h 135147"/>
                <a:gd name="connsiteX4" fmla="*/ 1422 w 594406"/>
                <a:gd name="connsiteY4" fmla="*/ 21376 h 135147"/>
                <a:gd name="connsiteX0" fmla="*/ 1422 w 594406"/>
                <a:gd name="connsiteY0" fmla="*/ 15599 h 135147"/>
                <a:gd name="connsiteX1" fmla="*/ 594406 w 594406"/>
                <a:gd name="connsiteY1" fmla="*/ 0 h 135147"/>
                <a:gd name="connsiteX2" fmla="*/ 594406 w 594406"/>
                <a:gd name="connsiteY2" fmla="*/ 92965 h 135147"/>
                <a:gd name="connsiteX3" fmla="*/ 61 w 594406"/>
                <a:gd name="connsiteY3" fmla="*/ 135147 h 135147"/>
                <a:gd name="connsiteX4" fmla="*/ 1422 w 594406"/>
                <a:gd name="connsiteY4" fmla="*/ 15599 h 135147"/>
                <a:gd name="connsiteX0" fmla="*/ 131 w 594476"/>
                <a:gd name="connsiteY0" fmla="*/ 4622 h 135147"/>
                <a:gd name="connsiteX1" fmla="*/ 594476 w 594476"/>
                <a:gd name="connsiteY1" fmla="*/ 0 h 135147"/>
                <a:gd name="connsiteX2" fmla="*/ 594476 w 594476"/>
                <a:gd name="connsiteY2" fmla="*/ 92965 h 135147"/>
                <a:gd name="connsiteX3" fmla="*/ 131 w 594476"/>
                <a:gd name="connsiteY3" fmla="*/ 135147 h 135147"/>
                <a:gd name="connsiteX4" fmla="*/ 131 w 594476"/>
                <a:gd name="connsiteY4" fmla="*/ 4622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22423 h 139660"/>
                <a:gd name="connsiteX1" fmla="*/ 595706 w 595706"/>
                <a:gd name="connsiteY1" fmla="*/ 4513 h 139660"/>
                <a:gd name="connsiteX2" fmla="*/ 595706 w 595706"/>
                <a:gd name="connsiteY2" fmla="*/ 97478 h 139660"/>
                <a:gd name="connsiteX3" fmla="*/ 1361 w 595706"/>
                <a:gd name="connsiteY3" fmla="*/ 139660 h 139660"/>
                <a:gd name="connsiteX4" fmla="*/ 0 w 595706"/>
                <a:gd name="connsiteY4" fmla="*/ 22423 h 139660"/>
                <a:gd name="connsiteX0" fmla="*/ 0 w 595706"/>
                <a:gd name="connsiteY0" fmla="*/ 26413 h 143650"/>
                <a:gd name="connsiteX1" fmla="*/ 595706 w 595706"/>
                <a:gd name="connsiteY1" fmla="*/ 8503 h 143650"/>
                <a:gd name="connsiteX2" fmla="*/ 595706 w 595706"/>
                <a:gd name="connsiteY2" fmla="*/ 101468 h 143650"/>
                <a:gd name="connsiteX3" fmla="*/ 1361 w 595706"/>
                <a:gd name="connsiteY3" fmla="*/ 143650 h 143650"/>
                <a:gd name="connsiteX4" fmla="*/ 0 w 595706"/>
                <a:gd name="connsiteY4" fmla="*/ 26413 h 143650"/>
                <a:gd name="connsiteX0" fmla="*/ 0 w 595706"/>
                <a:gd name="connsiteY0" fmla="*/ 21286 h 138523"/>
                <a:gd name="connsiteX1" fmla="*/ 595706 w 595706"/>
                <a:gd name="connsiteY1" fmla="*/ 3376 h 138523"/>
                <a:gd name="connsiteX2" fmla="*/ 595706 w 595706"/>
                <a:gd name="connsiteY2" fmla="*/ 96341 h 138523"/>
                <a:gd name="connsiteX3" fmla="*/ 1361 w 595706"/>
                <a:gd name="connsiteY3" fmla="*/ 138523 h 138523"/>
                <a:gd name="connsiteX4" fmla="*/ 0 w 595706"/>
                <a:gd name="connsiteY4" fmla="*/ 21286 h 138523"/>
                <a:gd name="connsiteX0" fmla="*/ 0 w 595706"/>
                <a:gd name="connsiteY0" fmla="*/ 22534 h 139771"/>
                <a:gd name="connsiteX1" fmla="*/ 595706 w 595706"/>
                <a:gd name="connsiteY1" fmla="*/ 4624 h 139771"/>
                <a:gd name="connsiteX2" fmla="*/ 595706 w 595706"/>
                <a:gd name="connsiteY2" fmla="*/ 97589 h 139771"/>
                <a:gd name="connsiteX3" fmla="*/ 1361 w 595706"/>
                <a:gd name="connsiteY3" fmla="*/ 139771 h 139771"/>
                <a:gd name="connsiteX4" fmla="*/ 0 w 595706"/>
                <a:gd name="connsiteY4" fmla="*/ 22534 h 139771"/>
                <a:gd name="connsiteX0" fmla="*/ 0 w 595706"/>
                <a:gd name="connsiteY0" fmla="*/ 23494 h 140731"/>
                <a:gd name="connsiteX1" fmla="*/ 595706 w 595706"/>
                <a:gd name="connsiteY1" fmla="*/ 2118 h 140731"/>
                <a:gd name="connsiteX2" fmla="*/ 595706 w 595706"/>
                <a:gd name="connsiteY2" fmla="*/ 98549 h 140731"/>
                <a:gd name="connsiteX3" fmla="*/ 1361 w 595706"/>
                <a:gd name="connsiteY3" fmla="*/ 140731 h 140731"/>
                <a:gd name="connsiteX4" fmla="*/ 0 w 595706"/>
                <a:gd name="connsiteY4" fmla="*/ 23494 h 140731"/>
                <a:gd name="connsiteX0" fmla="*/ 0 w 595706"/>
                <a:gd name="connsiteY0" fmla="*/ 23494 h 140731"/>
                <a:gd name="connsiteX1" fmla="*/ 595706 w 595706"/>
                <a:gd name="connsiteY1" fmla="*/ 2118 h 140731"/>
                <a:gd name="connsiteX2" fmla="*/ 595706 w 595706"/>
                <a:gd name="connsiteY2" fmla="*/ 98549 h 140731"/>
                <a:gd name="connsiteX3" fmla="*/ 1361 w 595706"/>
                <a:gd name="connsiteY3" fmla="*/ 140731 h 140731"/>
                <a:gd name="connsiteX4" fmla="*/ 0 w 595706"/>
                <a:gd name="connsiteY4" fmla="*/ 23494 h 140731"/>
                <a:gd name="connsiteX0" fmla="*/ 0 w 595706"/>
                <a:gd name="connsiteY0" fmla="*/ 25030 h 142267"/>
                <a:gd name="connsiteX1" fmla="*/ 595706 w 595706"/>
                <a:gd name="connsiteY1" fmla="*/ 3654 h 142267"/>
                <a:gd name="connsiteX2" fmla="*/ 595706 w 595706"/>
                <a:gd name="connsiteY2" fmla="*/ 100085 h 142267"/>
                <a:gd name="connsiteX3" fmla="*/ 1361 w 595706"/>
                <a:gd name="connsiteY3" fmla="*/ 142267 h 142267"/>
                <a:gd name="connsiteX4" fmla="*/ 0 w 595706"/>
                <a:gd name="connsiteY4" fmla="*/ 25030 h 142267"/>
                <a:gd name="connsiteX0" fmla="*/ 0 w 595706"/>
                <a:gd name="connsiteY0" fmla="*/ 22091 h 139328"/>
                <a:gd name="connsiteX1" fmla="*/ 595706 w 595706"/>
                <a:gd name="connsiteY1" fmla="*/ 715 h 139328"/>
                <a:gd name="connsiteX2" fmla="*/ 595706 w 595706"/>
                <a:gd name="connsiteY2" fmla="*/ 97146 h 139328"/>
                <a:gd name="connsiteX3" fmla="*/ 1361 w 595706"/>
                <a:gd name="connsiteY3" fmla="*/ 139328 h 139328"/>
                <a:gd name="connsiteX4" fmla="*/ 0 w 595706"/>
                <a:gd name="connsiteY4" fmla="*/ 22091 h 139328"/>
                <a:gd name="connsiteX0" fmla="*/ 0 w 595706"/>
                <a:gd name="connsiteY0" fmla="*/ 23573 h 140810"/>
                <a:gd name="connsiteX1" fmla="*/ 595706 w 595706"/>
                <a:gd name="connsiteY1" fmla="*/ 2197 h 140810"/>
                <a:gd name="connsiteX2" fmla="*/ 595706 w 595706"/>
                <a:gd name="connsiteY2" fmla="*/ 98628 h 140810"/>
                <a:gd name="connsiteX3" fmla="*/ 1361 w 595706"/>
                <a:gd name="connsiteY3" fmla="*/ 140810 h 140810"/>
                <a:gd name="connsiteX4" fmla="*/ 0 w 595706"/>
                <a:gd name="connsiteY4" fmla="*/ 23573 h 140810"/>
                <a:gd name="connsiteX0" fmla="*/ 0 w 595706"/>
                <a:gd name="connsiteY0" fmla="*/ 21908 h 139145"/>
                <a:gd name="connsiteX1" fmla="*/ 595706 w 595706"/>
                <a:gd name="connsiteY1" fmla="*/ 532 h 139145"/>
                <a:gd name="connsiteX2" fmla="*/ 595706 w 595706"/>
                <a:gd name="connsiteY2" fmla="*/ 96963 h 139145"/>
                <a:gd name="connsiteX3" fmla="*/ 1361 w 595706"/>
                <a:gd name="connsiteY3" fmla="*/ 139145 h 139145"/>
                <a:gd name="connsiteX4" fmla="*/ 0 w 595706"/>
                <a:gd name="connsiteY4" fmla="*/ 21908 h 139145"/>
                <a:gd name="connsiteX0" fmla="*/ 0 w 595706"/>
                <a:gd name="connsiteY0" fmla="*/ 23863 h 141100"/>
                <a:gd name="connsiteX1" fmla="*/ 595706 w 595706"/>
                <a:gd name="connsiteY1" fmla="*/ 2487 h 141100"/>
                <a:gd name="connsiteX2" fmla="*/ 595706 w 595706"/>
                <a:gd name="connsiteY2" fmla="*/ 98918 h 141100"/>
                <a:gd name="connsiteX3" fmla="*/ 1361 w 595706"/>
                <a:gd name="connsiteY3" fmla="*/ 141100 h 141100"/>
                <a:gd name="connsiteX4" fmla="*/ 0 w 595706"/>
                <a:gd name="connsiteY4" fmla="*/ 23863 h 141100"/>
                <a:gd name="connsiteX0" fmla="*/ 0 w 595706"/>
                <a:gd name="connsiteY0" fmla="*/ 24472 h 141709"/>
                <a:gd name="connsiteX1" fmla="*/ 595706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0 w 595706"/>
                <a:gd name="connsiteY0" fmla="*/ 24267 h 141504"/>
                <a:gd name="connsiteX1" fmla="*/ 595706 w 595706"/>
                <a:gd name="connsiteY1" fmla="*/ 2891 h 141504"/>
                <a:gd name="connsiteX2" fmla="*/ 595706 w 595706"/>
                <a:gd name="connsiteY2" fmla="*/ 99322 h 141504"/>
                <a:gd name="connsiteX3" fmla="*/ 1361 w 595706"/>
                <a:gd name="connsiteY3" fmla="*/ 141504 h 141504"/>
                <a:gd name="connsiteX4" fmla="*/ 0 w 595706"/>
                <a:gd name="connsiteY4" fmla="*/ 24267 h 141504"/>
                <a:gd name="connsiteX0" fmla="*/ 0 w 595706"/>
                <a:gd name="connsiteY0" fmla="*/ 24472 h 141709"/>
                <a:gd name="connsiteX1" fmla="*/ 595706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0 w 595706"/>
                <a:gd name="connsiteY0" fmla="*/ 24472 h 141709"/>
                <a:gd name="connsiteX1" fmla="*/ 594353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124 w 595830"/>
                <a:gd name="connsiteY0" fmla="*/ 24472 h 141709"/>
                <a:gd name="connsiteX1" fmla="*/ 594477 w 595830"/>
                <a:gd name="connsiteY1" fmla="*/ 3096 h 141709"/>
                <a:gd name="connsiteX2" fmla="*/ 595830 w 595830"/>
                <a:gd name="connsiteY2" fmla="*/ 99527 h 141709"/>
                <a:gd name="connsiteX3" fmla="*/ 131 w 595830"/>
                <a:gd name="connsiteY3" fmla="*/ 141709 h 141709"/>
                <a:gd name="connsiteX4" fmla="*/ 124 w 595830"/>
                <a:gd name="connsiteY4" fmla="*/ 24472 h 141709"/>
                <a:gd name="connsiteX0" fmla="*/ 124 w 597179"/>
                <a:gd name="connsiteY0" fmla="*/ 25207 h 142444"/>
                <a:gd name="connsiteX1" fmla="*/ 597179 w 597179"/>
                <a:gd name="connsiteY1" fmla="*/ 481 h 142444"/>
                <a:gd name="connsiteX2" fmla="*/ 595830 w 597179"/>
                <a:gd name="connsiteY2" fmla="*/ 100262 h 142444"/>
                <a:gd name="connsiteX3" fmla="*/ 131 w 597179"/>
                <a:gd name="connsiteY3" fmla="*/ 142444 h 142444"/>
                <a:gd name="connsiteX4" fmla="*/ 124 w 597179"/>
                <a:gd name="connsiteY4" fmla="*/ 25207 h 142444"/>
                <a:gd name="connsiteX0" fmla="*/ 124 w 595889"/>
                <a:gd name="connsiteY0" fmla="*/ 25842 h 143079"/>
                <a:gd name="connsiteX1" fmla="*/ 594477 w 595889"/>
                <a:gd name="connsiteY1" fmla="*/ 0 h 143079"/>
                <a:gd name="connsiteX2" fmla="*/ 595830 w 595889"/>
                <a:gd name="connsiteY2" fmla="*/ 100897 h 143079"/>
                <a:gd name="connsiteX3" fmla="*/ 131 w 595889"/>
                <a:gd name="connsiteY3" fmla="*/ 143079 h 143079"/>
                <a:gd name="connsiteX4" fmla="*/ 124 w 595889"/>
                <a:gd name="connsiteY4" fmla="*/ 25842 h 143079"/>
                <a:gd name="connsiteX0" fmla="*/ 124 w 595889"/>
                <a:gd name="connsiteY0" fmla="*/ 24713 h 141950"/>
                <a:gd name="connsiteX1" fmla="*/ 594477 w 595889"/>
                <a:gd name="connsiteY1" fmla="*/ 2221 h 141950"/>
                <a:gd name="connsiteX2" fmla="*/ 595830 w 595889"/>
                <a:gd name="connsiteY2" fmla="*/ 99768 h 141950"/>
                <a:gd name="connsiteX3" fmla="*/ 131 w 595889"/>
                <a:gd name="connsiteY3" fmla="*/ 141950 h 141950"/>
                <a:gd name="connsiteX4" fmla="*/ 124 w 595889"/>
                <a:gd name="connsiteY4" fmla="*/ 24713 h 141950"/>
                <a:gd name="connsiteX0" fmla="*/ 124 w 595959"/>
                <a:gd name="connsiteY0" fmla="*/ 24713 h 141950"/>
                <a:gd name="connsiteX1" fmla="*/ 595828 w 595959"/>
                <a:gd name="connsiteY1" fmla="*/ 2221 h 141950"/>
                <a:gd name="connsiteX2" fmla="*/ 595830 w 595959"/>
                <a:gd name="connsiteY2" fmla="*/ 99768 h 141950"/>
                <a:gd name="connsiteX3" fmla="*/ 131 w 595959"/>
                <a:gd name="connsiteY3" fmla="*/ 141950 h 141950"/>
                <a:gd name="connsiteX4" fmla="*/ 124 w 595959"/>
                <a:gd name="connsiteY4" fmla="*/ 24713 h 141950"/>
                <a:gd name="connsiteX0" fmla="*/ 124 w 595959"/>
                <a:gd name="connsiteY0" fmla="*/ 24925 h 142162"/>
                <a:gd name="connsiteX1" fmla="*/ 595828 w 595959"/>
                <a:gd name="connsiteY1" fmla="*/ 2433 h 142162"/>
                <a:gd name="connsiteX2" fmla="*/ 595830 w 595959"/>
                <a:gd name="connsiteY2" fmla="*/ 99980 h 142162"/>
                <a:gd name="connsiteX3" fmla="*/ 131 w 595959"/>
                <a:gd name="connsiteY3" fmla="*/ 142162 h 142162"/>
                <a:gd name="connsiteX4" fmla="*/ 124 w 595959"/>
                <a:gd name="connsiteY4" fmla="*/ 24925 h 142162"/>
                <a:gd name="connsiteX0" fmla="*/ 124 w 595959"/>
                <a:gd name="connsiteY0" fmla="*/ 22492 h 139729"/>
                <a:gd name="connsiteX1" fmla="*/ 595828 w 595959"/>
                <a:gd name="connsiteY1" fmla="*/ 0 h 139729"/>
                <a:gd name="connsiteX2" fmla="*/ 595830 w 595959"/>
                <a:gd name="connsiteY2" fmla="*/ 97547 h 139729"/>
                <a:gd name="connsiteX3" fmla="*/ 131 w 595959"/>
                <a:gd name="connsiteY3" fmla="*/ 139729 h 139729"/>
                <a:gd name="connsiteX4" fmla="*/ 124 w 595959"/>
                <a:gd name="connsiteY4" fmla="*/ 22492 h 139729"/>
                <a:gd name="connsiteX0" fmla="*/ 124 w 595959"/>
                <a:gd name="connsiteY0" fmla="*/ 25585 h 142822"/>
                <a:gd name="connsiteX1" fmla="*/ 595828 w 595959"/>
                <a:gd name="connsiteY1" fmla="*/ 3093 h 142822"/>
                <a:gd name="connsiteX2" fmla="*/ 595830 w 595959"/>
                <a:gd name="connsiteY2" fmla="*/ 100640 h 142822"/>
                <a:gd name="connsiteX3" fmla="*/ 131 w 595959"/>
                <a:gd name="connsiteY3" fmla="*/ 142822 h 142822"/>
                <a:gd name="connsiteX4" fmla="*/ 124 w 595959"/>
                <a:gd name="connsiteY4" fmla="*/ 25585 h 142822"/>
                <a:gd name="connsiteX0" fmla="*/ 124 w 595959"/>
                <a:gd name="connsiteY0" fmla="*/ 25585 h 142822"/>
                <a:gd name="connsiteX1" fmla="*/ 595828 w 595959"/>
                <a:gd name="connsiteY1" fmla="*/ 3093 h 142822"/>
                <a:gd name="connsiteX2" fmla="*/ 595830 w 595959"/>
                <a:gd name="connsiteY2" fmla="*/ 100640 h 142822"/>
                <a:gd name="connsiteX3" fmla="*/ 131 w 595959"/>
                <a:gd name="connsiteY3" fmla="*/ 142822 h 142822"/>
                <a:gd name="connsiteX4" fmla="*/ 124 w 595959"/>
                <a:gd name="connsiteY4" fmla="*/ 25585 h 142822"/>
                <a:gd name="connsiteX0" fmla="*/ 124 w 595959"/>
                <a:gd name="connsiteY0" fmla="*/ 26512 h 143749"/>
                <a:gd name="connsiteX1" fmla="*/ 595828 w 595959"/>
                <a:gd name="connsiteY1" fmla="*/ 4020 h 143749"/>
                <a:gd name="connsiteX2" fmla="*/ 595830 w 595959"/>
                <a:gd name="connsiteY2" fmla="*/ 101567 h 143749"/>
                <a:gd name="connsiteX3" fmla="*/ 131 w 595959"/>
                <a:gd name="connsiteY3" fmla="*/ 143749 h 143749"/>
                <a:gd name="connsiteX4" fmla="*/ 124 w 595959"/>
                <a:gd name="connsiteY4" fmla="*/ 26512 h 143749"/>
                <a:gd name="connsiteX0" fmla="*/ 124 w 595959"/>
                <a:gd name="connsiteY0" fmla="*/ 26512 h 143749"/>
                <a:gd name="connsiteX1" fmla="*/ 595828 w 595959"/>
                <a:gd name="connsiteY1" fmla="*/ 4020 h 143749"/>
                <a:gd name="connsiteX2" fmla="*/ 595830 w 595959"/>
                <a:gd name="connsiteY2" fmla="*/ 101567 h 143749"/>
                <a:gd name="connsiteX3" fmla="*/ 131 w 595959"/>
                <a:gd name="connsiteY3" fmla="*/ 143749 h 143749"/>
                <a:gd name="connsiteX4" fmla="*/ 124 w 595959"/>
                <a:gd name="connsiteY4" fmla="*/ 26512 h 143749"/>
                <a:gd name="connsiteX0" fmla="*/ 124 w 595959"/>
                <a:gd name="connsiteY0" fmla="*/ 28496 h 145733"/>
                <a:gd name="connsiteX1" fmla="*/ 595828 w 595959"/>
                <a:gd name="connsiteY1" fmla="*/ 6004 h 145733"/>
                <a:gd name="connsiteX2" fmla="*/ 595830 w 595959"/>
                <a:gd name="connsiteY2" fmla="*/ 103551 h 145733"/>
                <a:gd name="connsiteX3" fmla="*/ 131 w 595959"/>
                <a:gd name="connsiteY3" fmla="*/ 145733 h 145733"/>
                <a:gd name="connsiteX4" fmla="*/ 124 w 595959"/>
                <a:gd name="connsiteY4" fmla="*/ 28496 h 14573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856"/>
                <a:gd name="connsiteY0" fmla="*/ 41841 h 159078"/>
                <a:gd name="connsiteX1" fmla="*/ 591261 w 595856"/>
                <a:gd name="connsiteY1" fmla="*/ 0 h 159078"/>
                <a:gd name="connsiteX2" fmla="*/ 595830 w 595856"/>
                <a:gd name="connsiteY2" fmla="*/ 116896 h 159078"/>
                <a:gd name="connsiteX3" fmla="*/ 131 w 595856"/>
                <a:gd name="connsiteY3" fmla="*/ 159078 h 159078"/>
                <a:gd name="connsiteX4" fmla="*/ 124 w 595856"/>
                <a:gd name="connsiteY4" fmla="*/ 41841 h 159078"/>
                <a:gd name="connsiteX0" fmla="*/ 124 w 595959"/>
                <a:gd name="connsiteY0" fmla="*/ 41841 h 159078"/>
                <a:gd name="connsiteX1" fmla="*/ 595828 w 595959"/>
                <a:gd name="connsiteY1" fmla="*/ 0 h 159078"/>
                <a:gd name="connsiteX2" fmla="*/ 595830 w 595959"/>
                <a:gd name="connsiteY2" fmla="*/ 116896 h 159078"/>
                <a:gd name="connsiteX3" fmla="*/ 131 w 595959"/>
                <a:gd name="connsiteY3" fmla="*/ 159078 h 159078"/>
                <a:gd name="connsiteX4" fmla="*/ 124 w 595959"/>
                <a:gd name="connsiteY4" fmla="*/ 41841 h 159078"/>
                <a:gd name="connsiteX0" fmla="*/ 124 w 597349"/>
                <a:gd name="connsiteY0" fmla="*/ 42378 h 159615"/>
                <a:gd name="connsiteX1" fmla="*/ 597349 w 597349"/>
                <a:gd name="connsiteY1" fmla="*/ 0 h 159615"/>
                <a:gd name="connsiteX2" fmla="*/ 595830 w 597349"/>
                <a:gd name="connsiteY2" fmla="*/ 117433 h 159615"/>
                <a:gd name="connsiteX3" fmla="*/ 131 w 597349"/>
                <a:gd name="connsiteY3" fmla="*/ 159615 h 159615"/>
                <a:gd name="connsiteX4" fmla="*/ 124 w 597349"/>
                <a:gd name="connsiteY4" fmla="*/ 42378 h 159615"/>
                <a:gd name="connsiteX0" fmla="*/ 124 w 600443"/>
                <a:gd name="connsiteY0" fmla="*/ 42378 h 159615"/>
                <a:gd name="connsiteX1" fmla="*/ 597349 w 600443"/>
                <a:gd name="connsiteY1" fmla="*/ 0 h 159615"/>
                <a:gd name="connsiteX2" fmla="*/ 600408 w 600443"/>
                <a:gd name="connsiteY2" fmla="*/ 117433 h 159615"/>
                <a:gd name="connsiteX3" fmla="*/ 131 w 600443"/>
                <a:gd name="connsiteY3" fmla="*/ 159615 h 159615"/>
                <a:gd name="connsiteX4" fmla="*/ 124 w 600443"/>
                <a:gd name="connsiteY4" fmla="*/ 42378 h 159615"/>
                <a:gd name="connsiteX0" fmla="*/ 124 w 600537"/>
                <a:gd name="connsiteY0" fmla="*/ 42378 h 159615"/>
                <a:gd name="connsiteX1" fmla="*/ 600401 w 600537"/>
                <a:gd name="connsiteY1" fmla="*/ 0 h 159615"/>
                <a:gd name="connsiteX2" fmla="*/ 600408 w 600537"/>
                <a:gd name="connsiteY2" fmla="*/ 117433 h 159615"/>
                <a:gd name="connsiteX3" fmla="*/ 131 w 600537"/>
                <a:gd name="connsiteY3" fmla="*/ 159615 h 159615"/>
                <a:gd name="connsiteX4" fmla="*/ 124 w 600537"/>
                <a:gd name="connsiteY4" fmla="*/ 42378 h 159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0537" h="159615">
                  <a:moveTo>
                    <a:pt x="124" y="42378"/>
                  </a:moveTo>
                  <a:cubicBezTo>
                    <a:pt x="296414" y="-50243"/>
                    <a:pt x="418111" y="75773"/>
                    <a:pt x="600401" y="0"/>
                  </a:cubicBezTo>
                  <a:cubicBezTo>
                    <a:pt x="599951" y="33260"/>
                    <a:pt x="600858" y="84173"/>
                    <a:pt x="600408" y="117433"/>
                  </a:cubicBezTo>
                  <a:cubicBezTo>
                    <a:pt x="395490" y="192726"/>
                    <a:pt x="285331" y="62551"/>
                    <a:pt x="131" y="159615"/>
                  </a:cubicBezTo>
                  <a:cubicBezTo>
                    <a:pt x="-323" y="114566"/>
                    <a:pt x="578" y="87427"/>
                    <a:pt x="124" y="42378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93" name="矩形 1174">
              <a:extLst>
                <a:ext uri="{FF2B5EF4-FFF2-40B4-BE49-F238E27FC236}">
                  <a16:creationId xmlns:a16="http://schemas.microsoft.com/office/drawing/2014/main" id="{09144DBE-A832-0E0F-07AE-92C36A54707D}"/>
                </a:ext>
              </a:extLst>
            </p:cNvPr>
            <p:cNvSpPr/>
            <p:nvPr/>
          </p:nvSpPr>
          <p:spPr>
            <a:xfrm rot="10800000">
              <a:off x="5041542" y="6890402"/>
              <a:ext cx="618706" cy="226680"/>
            </a:xfrm>
            <a:custGeom>
              <a:avLst/>
              <a:gdLst>
                <a:gd name="connsiteX0" fmla="*/ 0 w 595706"/>
                <a:gd name="connsiteY0" fmla="*/ 0 h 92965"/>
                <a:gd name="connsiteX1" fmla="*/ 595706 w 595706"/>
                <a:gd name="connsiteY1" fmla="*/ 0 h 92965"/>
                <a:gd name="connsiteX2" fmla="*/ 595706 w 595706"/>
                <a:gd name="connsiteY2" fmla="*/ 92965 h 92965"/>
                <a:gd name="connsiteX3" fmla="*/ 0 w 595706"/>
                <a:gd name="connsiteY3" fmla="*/ 92965 h 92965"/>
                <a:gd name="connsiteX4" fmla="*/ 0 w 595706"/>
                <a:gd name="connsiteY4" fmla="*/ 0 h 92965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1422 w 594406"/>
                <a:gd name="connsiteY0" fmla="*/ 21376 h 135147"/>
                <a:gd name="connsiteX1" fmla="*/ 594406 w 594406"/>
                <a:gd name="connsiteY1" fmla="*/ 0 h 135147"/>
                <a:gd name="connsiteX2" fmla="*/ 594406 w 594406"/>
                <a:gd name="connsiteY2" fmla="*/ 92965 h 135147"/>
                <a:gd name="connsiteX3" fmla="*/ 61 w 594406"/>
                <a:gd name="connsiteY3" fmla="*/ 135147 h 135147"/>
                <a:gd name="connsiteX4" fmla="*/ 1422 w 594406"/>
                <a:gd name="connsiteY4" fmla="*/ 21376 h 135147"/>
                <a:gd name="connsiteX0" fmla="*/ 1422 w 594406"/>
                <a:gd name="connsiteY0" fmla="*/ 15599 h 135147"/>
                <a:gd name="connsiteX1" fmla="*/ 594406 w 594406"/>
                <a:gd name="connsiteY1" fmla="*/ 0 h 135147"/>
                <a:gd name="connsiteX2" fmla="*/ 594406 w 594406"/>
                <a:gd name="connsiteY2" fmla="*/ 92965 h 135147"/>
                <a:gd name="connsiteX3" fmla="*/ 61 w 594406"/>
                <a:gd name="connsiteY3" fmla="*/ 135147 h 135147"/>
                <a:gd name="connsiteX4" fmla="*/ 1422 w 594406"/>
                <a:gd name="connsiteY4" fmla="*/ 15599 h 135147"/>
                <a:gd name="connsiteX0" fmla="*/ 131 w 594476"/>
                <a:gd name="connsiteY0" fmla="*/ 4622 h 135147"/>
                <a:gd name="connsiteX1" fmla="*/ 594476 w 594476"/>
                <a:gd name="connsiteY1" fmla="*/ 0 h 135147"/>
                <a:gd name="connsiteX2" fmla="*/ 594476 w 594476"/>
                <a:gd name="connsiteY2" fmla="*/ 92965 h 135147"/>
                <a:gd name="connsiteX3" fmla="*/ 131 w 594476"/>
                <a:gd name="connsiteY3" fmla="*/ 135147 h 135147"/>
                <a:gd name="connsiteX4" fmla="*/ 131 w 594476"/>
                <a:gd name="connsiteY4" fmla="*/ 4622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22423 h 139660"/>
                <a:gd name="connsiteX1" fmla="*/ 595706 w 595706"/>
                <a:gd name="connsiteY1" fmla="*/ 4513 h 139660"/>
                <a:gd name="connsiteX2" fmla="*/ 595706 w 595706"/>
                <a:gd name="connsiteY2" fmla="*/ 97478 h 139660"/>
                <a:gd name="connsiteX3" fmla="*/ 1361 w 595706"/>
                <a:gd name="connsiteY3" fmla="*/ 139660 h 139660"/>
                <a:gd name="connsiteX4" fmla="*/ 0 w 595706"/>
                <a:gd name="connsiteY4" fmla="*/ 22423 h 139660"/>
                <a:gd name="connsiteX0" fmla="*/ 0 w 595706"/>
                <a:gd name="connsiteY0" fmla="*/ 26413 h 143650"/>
                <a:gd name="connsiteX1" fmla="*/ 595706 w 595706"/>
                <a:gd name="connsiteY1" fmla="*/ 8503 h 143650"/>
                <a:gd name="connsiteX2" fmla="*/ 595706 w 595706"/>
                <a:gd name="connsiteY2" fmla="*/ 101468 h 143650"/>
                <a:gd name="connsiteX3" fmla="*/ 1361 w 595706"/>
                <a:gd name="connsiteY3" fmla="*/ 143650 h 143650"/>
                <a:gd name="connsiteX4" fmla="*/ 0 w 595706"/>
                <a:gd name="connsiteY4" fmla="*/ 26413 h 143650"/>
                <a:gd name="connsiteX0" fmla="*/ 0 w 595706"/>
                <a:gd name="connsiteY0" fmla="*/ 21286 h 138523"/>
                <a:gd name="connsiteX1" fmla="*/ 595706 w 595706"/>
                <a:gd name="connsiteY1" fmla="*/ 3376 h 138523"/>
                <a:gd name="connsiteX2" fmla="*/ 595706 w 595706"/>
                <a:gd name="connsiteY2" fmla="*/ 96341 h 138523"/>
                <a:gd name="connsiteX3" fmla="*/ 1361 w 595706"/>
                <a:gd name="connsiteY3" fmla="*/ 138523 h 138523"/>
                <a:gd name="connsiteX4" fmla="*/ 0 w 595706"/>
                <a:gd name="connsiteY4" fmla="*/ 21286 h 138523"/>
                <a:gd name="connsiteX0" fmla="*/ 0 w 595706"/>
                <a:gd name="connsiteY0" fmla="*/ 22534 h 139771"/>
                <a:gd name="connsiteX1" fmla="*/ 595706 w 595706"/>
                <a:gd name="connsiteY1" fmla="*/ 4624 h 139771"/>
                <a:gd name="connsiteX2" fmla="*/ 595706 w 595706"/>
                <a:gd name="connsiteY2" fmla="*/ 97589 h 139771"/>
                <a:gd name="connsiteX3" fmla="*/ 1361 w 595706"/>
                <a:gd name="connsiteY3" fmla="*/ 139771 h 139771"/>
                <a:gd name="connsiteX4" fmla="*/ 0 w 595706"/>
                <a:gd name="connsiteY4" fmla="*/ 22534 h 139771"/>
                <a:gd name="connsiteX0" fmla="*/ 0 w 595706"/>
                <a:gd name="connsiteY0" fmla="*/ 23494 h 140731"/>
                <a:gd name="connsiteX1" fmla="*/ 595706 w 595706"/>
                <a:gd name="connsiteY1" fmla="*/ 2118 h 140731"/>
                <a:gd name="connsiteX2" fmla="*/ 595706 w 595706"/>
                <a:gd name="connsiteY2" fmla="*/ 98549 h 140731"/>
                <a:gd name="connsiteX3" fmla="*/ 1361 w 595706"/>
                <a:gd name="connsiteY3" fmla="*/ 140731 h 140731"/>
                <a:gd name="connsiteX4" fmla="*/ 0 w 595706"/>
                <a:gd name="connsiteY4" fmla="*/ 23494 h 140731"/>
                <a:gd name="connsiteX0" fmla="*/ 0 w 595706"/>
                <a:gd name="connsiteY0" fmla="*/ 23494 h 140731"/>
                <a:gd name="connsiteX1" fmla="*/ 595706 w 595706"/>
                <a:gd name="connsiteY1" fmla="*/ 2118 h 140731"/>
                <a:gd name="connsiteX2" fmla="*/ 595706 w 595706"/>
                <a:gd name="connsiteY2" fmla="*/ 98549 h 140731"/>
                <a:gd name="connsiteX3" fmla="*/ 1361 w 595706"/>
                <a:gd name="connsiteY3" fmla="*/ 140731 h 140731"/>
                <a:gd name="connsiteX4" fmla="*/ 0 w 595706"/>
                <a:gd name="connsiteY4" fmla="*/ 23494 h 140731"/>
                <a:gd name="connsiteX0" fmla="*/ 0 w 595706"/>
                <a:gd name="connsiteY0" fmla="*/ 25030 h 142267"/>
                <a:gd name="connsiteX1" fmla="*/ 595706 w 595706"/>
                <a:gd name="connsiteY1" fmla="*/ 3654 h 142267"/>
                <a:gd name="connsiteX2" fmla="*/ 595706 w 595706"/>
                <a:gd name="connsiteY2" fmla="*/ 100085 h 142267"/>
                <a:gd name="connsiteX3" fmla="*/ 1361 w 595706"/>
                <a:gd name="connsiteY3" fmla="*/ 142267 h 142267"/>
                <a:gd name="connsiteX4" fmla="*/ 0 w 595706"/>
                <a:gd name="connsiteY4" fmla="*/ 25030 h 142267"/>
                <a:gd name="connsiteX0" fmla="*/ 0 w 595706"/>
                <a:gd name="connsiteY0" fmla="*/ 22091 h 139328"/>
                <a:gd name="connsiteX1" fmla="*/ 595706 w 595706"/>
                <a:gd name="connsiteY1" fmla="*/ 715 h 139328"/>
                <a:gd name="connsiteX2" fmla="*/ 595706 w 595706"/>
                <a:gd name="connsiteY2" fmla="*/ 97146 h 139328"/>
                <a:gd name="connsiteX3" fmla="*/ 1361 w 595706"/>
                <a:gd name="connsiteY3" fmla="*/ 139328 h 139328"/>
                <a:gd name="connsiteX4" fmla="*/ 0 w 595706"/>
                <a:gd name="connsiteY4" fmla="*/ 22091 h 139328"/>
                <a:gd name="connsiteX0" fmla="*/ 0 w 595706"/>
                <a:gd name="connsiteY0" fmla="*/ 23573 h 140810"/>
                <a:gd name="connsiteX1" fmla="*/ 595706 w 595706"/>
                <a:gd name="connsiteY1" fmla="*/ 2197 h 140810"/>
                <a:gd name="connsiteX2" fmla="*/ 595706 w 595706"/>
                <a:gd name="connsiteY2" fmla="*/ 98628 h 140810"/>
                <a:gd name="connsiteX3" fmla="*/ 1361 w 595706"/>
                <a:gd name="connsiteY3" fmla="*/ 140810 h 140810"/>
                <a:gd name="connsiteX4" fmla="*/ 0 w 595706"/>
                <a:gd name="connsiteY4" fmla="*/ 23573 h 140810"/>
                <a:gd name="connsiteX0" fmla="*/ 0 w 595706"/>
                <a:gd name="connsiteY0" fmla="*/ 21908 h 139145"/>
                <a:gd name="connsiteX1" fmla="*/ 595706 w 595706"/>
                <a:gd name="connsiteY1" fmla="*/ 532 h 139145"/>
                <a:gd name="connsiteX2" fmla="*/ 595706 w 595706"/>
                <a:gd name="connsiteY2" fmla="*/ 96963 h 139145"/>
                <a:gd name="connsiteX3" fmla="*/ 1361 w 595706"/>
                <a:gd name="connsiteY3" fmla="*/ 139145 h 139145"/>
                <a:gd name="connsiteX4" fmla="*/ 0 w 595706"/>
                <a:gd name="connsiteY4" fmla="*/ 21908 h 139145"/>
                <a:gd name="connsiteX0" fmla="*/ 0 w 595706"/>
                <a:gd name="connsiteY0" fmla="*/ 23863 h 141100"/>
                <a:gd name="connsiteX1" fmla="*/ 595706 w 595706"/>
                <a:gd name="connsiteY1" fmla="*/ 2487 h 141100"/>
                <a:gd name="connsiteX2" fmla="*/ 595706 w 595706"/>
                <a:gd name="connsiteY2" fmla="*/ 98918 h 141100"/>
                <a:gd name="connsiteX3" fmla="*/ 1361 w 595706"/>
                <a:gd name="connsiteY3" fmla="*/ 141100 h 141100"/>
                <a:gd name="connsiteX4" fmla="*/ 0 w 595706"/>
                <a:gd name="connsiteY4" fmla="*/ 23863 h 141100"/>
                <a:gd name="connsiteX0" fmla="*/ 0 w 595706"/>
                <a:gd name="connsiteY0" fmla="*/ 24472 h 141709"/>
                <a:gd name="connsiteX1" fmla="*/ 595706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0 w 595706"/>
                <a:gd name="connsiteY0" fmla="*/ 24267 h 141504"/>
                <a:gd name="connsiteX1" fmla="*/ 595706 w 595706"/>
                <a:gd name="connsiteY1" fmla="*/ 2891 h 141504"/>
                <a:gd name="connsiteX2" fmla="*/ 595706 w 595706"/>
                <a:gd name="connsiteY2" fmla="*/ 99322 h 141504"/>
                <a:gd name="connsiteX3" fmla="*/ 1361 w 595706"/>
                <a:gd name="connsiteY3" fmla="*/ 141504 h 141504"/>
                <a:gd name="connsiteX4" fmla="*/ 0 w 595706"/>
                <a:gd name="connsiteY4" fmla="*/ 24267 h 141504"/>
                <a:gd name="connsiteX0" fmla="*/ 0 w 595706"/>
                <a:gd name="connsiteY0" fmla="*/ 24472 h 141709"/>
                <a:gd name="connsiteX1" fmla="*/ 595706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0 w 595706"/>
                <a:gd name="connsiteY0" fmla="*/ 24472 h 141709"/>
                <a:gd name="connsiteX1" fmla="*/ 594353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124 w 595830"/>
                <a:gd name="connsiteY0" fmla="*/ 24472 h 141709"/>
                <a:gd name="connsiteX1" fmla="*/ 594477 w 595830"/>
                <a:gd name="connsiteY1" fmla="*/ 3096 h 141709"/>
                <a:gd name="connsiteX2" fmla="*/ 595830 w 595830"/>
                <a:gd name="connsiteY2" fmla="*/ 99527 h 141709"/>
                <a:gd name="connsiteX3" fmla="*/ 131 w 595830"/>
                <a:gd name="connsiteY3" fmla="*/ 141709 h 141709"/>
                <a:gd name="connsiteX4" fmla="*/ 124 w 595830"/>
                <a:gd name="connsiteY4" fmla="*/ 24472 h 141709"/>
                <a:gd name="connsiteX0" fmla="*/ 124 w 597179"/>
                <a:gd name="connsiteY0" fmla="*/ 25207 h 142444"/>
                <a:gd name="connsiteX1" fmla="*/ 597179 w 597179"/>
                <a:gd name="connsiteY1" fmla="*/ 481 h 142444"/>
                <a:gd name="connsiteX2" fmla="*/ 595830 w 597179"/>
                <a:gd name="connsiteY2" fmla="*/ 100262 h 142444"/>
                <a:gd name="connsiteX3" fmla="*/ 131 w 597179"/>
                <a:gd name="connsiteY3" fmla="*/ 142444 h 142444"/>
                <a:gd name="connsiteX4" fmla="*/ 124 w 597179"/>
                <a:gd name="connsiteY4" fmla="*/ 25207 h 142444"/>
                <a:gd name="connsiteX0" fmla="*/ 124 w 595889"/>
                <a:gd name="connsiteY0" fmla="*/ 25842 h 143079"/>
                <a:gd name="connsiteX1" fmla="*/ 594477 w 595889"/>
                <a:gd name="connsiteY1" fmla="*/ 0 h 143079"/>
                <a:gd name="connsiteX2" fmla="*/ 595830 w 595889"/>
                <a:gd name="connsiteY2" fmla="*/ 100897 h 143079"/>
                <a:gd name="connsiteX3" fmla="*/ 131 w 595889"/>
                <a:gd name="connsiteY3" fmla="*/ 143079 h 143079"/>
                <a:gd name="connsiteX4" fmla="*/ 124 w 595889"/>
                <a:gd name="connsiteY4" fmla="*/ 25842 h 143079"/>
                <a:gd name="connsiteX0" fmla="*/ 124 w 595889"/>
                <a:gd name="connsiteY0" fmla="*/ 24713 h 141950"/>
                <a:gd name="connsiteX1" fmla="*/ 594477 w 595889"/>
                <a:gd name="connsiteY1" fmla="*/ 2221 h 141950"/>
                <a:gd name="connsiteX2" fmla="*/ 595830 w 595889"/>
                <a:gd name="connsiteY2" fmla="*/ 99768 h 141950"/>
                <a:gd name="connsiteX3" fmla="*/ 131 w 595889"/>
                <a:gd name="connsiteY3" fmla="*/ 141950 h 141950"/>
                <a:gd name="connsiteX4" fmla="*/ 124 w 595889"/>
                <a:gd name="connsiteY4" fmla="*/ 24713 h 141950"/>
                <a:gd name="connsiteX0" fmla="*/ 124 w 595959"/>
                <a:gd name="connsiteY0" fmla="*/ 24713 h 141950"/>
                <a:gd name="connsiteX1" fmla="*/ 595828 w 595959"/>
                <a:gd name="connsiteY1" fmla="*/ 2221 h 141950"/>
                <a:gd name="connsiteX2" fmla="*/ 595830 w 595959"/>
                <a:gd name="connsiteY2" fmla="*/ 99768 h 141950"/>
                <a:gd name="connsiteX3" fmla="*/ 131 w 595959"/>
                <a:gd name="connsiteY3" fmla="*/ 141950 h 141950"/>
                <a:gd name="connsiteX4" fmla="*/ 124 w 595959"/>
                <a:gd name="connsiteY4" fmla="*/ 24713 h 141950"/>
                <a:gd name="connsiteX0" fmla="*/ 124 w 595959"/>
                <a:gd name="connsiteY0" fmla="*/ 24925 h 142162"/>
                <a:gd name="connsiteX1" fmla="*/ 595828 w 595959"/>
                <a:gd name="connsiteY1" fmla="*/ 2433 h 142162"/>
                <a:gd name="connsiteX2" fmla="*/ 595830 w 595959"/>
                <a:gd name="connsiteY2" fmla="*/ 99980 h 142162"/>
                <a:gd name="connsiteX3" fmla="*/ 131 w 595959"/>
                <a:gd name="connsiteY3" fmla="*/ 142162 h 142162"/>
                <a:gd name="connsiteX4" fmla="*/ 124 w 595959"/>
                <a:gd name="connsiteY4" fmla="*/ 24925 h 142162"/>
                <a:gd name="connsiteX0" fmla="*/ 124 w 595959"/>
                <a:gd name="connsiteY0" fmla="*/ 22492 h 139729"/>
                <a:gd name="connsiteX1" fmla="*/ 595828 w 595959"/>
                <a:gd name="connsiteY1" fmla="*/ 0 h 139729"/>
                <a:gd name="connsiteX2" fmla="*/ 595830 w 595959"/>
                <a:gd name="connsiteY2" fmla="*/ 97547 h 139729"/>
                <a:gd name="connsiteX3" fmla="*/ 131 w 595959"/>
                <a:gd name="connsiteY3" fmla="*/ 139729 h 139729"/>
                <a:gd name="connsiteX4" fmla="*/ 124 w 595959"/>
                <a:gd name="connsiteY4" fmla="*/ 22492 h 139729"/>
                <a:gd name="connsiteX0" fmla="*/ 124 w 595959"/>
                <a:gd name="connsiteY0" fmla="*/ 25585 h 142822"/>
                <a:gd name="connsiteX1" fmla="*/ 595828 w 595959"/>
                <a:gd name="connsiteY1" fmla="*/ 3093 h 142822"/>
                <a:gd name="connsiteX2" fmla="*/ 595830 w 595959"/>
                <a:gd name="connsiteY2" fmla="*/ 100640 h 142822"/>
                <a:gd name="connsiteX3" fmla="*/ 131 w 595959"/>
                <a:gd name="connsiteY3" fmla="*/ 142822 h 142822"/>
                <a:gd name="connsiteX4" fmla="*/ 124 w 595959"/>
                <a:gd name="connsiteY4" fmla="*/ 25585 h 142822"/>
                <a:gd name="connsiteX0" fmla="*/ 124 w 595959"/>
                <a:gd name="connsiteY0" fmla="*/ 25585 h 142822"/>
                <a:gd name="connsiteX1" fmla="*/ 595828 w 595959"/>
                <a:gd name="connsiteY1" fmla="*/ 3093 h 142822"/>
                <a:gd name="connsiteX2" fmla="*/ 595830 w 595959"/>
                <a:gd name="connsiteY2" fmla="*/ 100640 h 142822"/>
                <a:gd name="connsiteX3" fmla="*/ 131 w 595959"/>
                <a:gd name="connsiteY3" fmla="*/ 142822 h 142822"/>
                <a:gd name="connsiteX4" fmla="*/ 124 w 595959"/>
                <a:gd name="connsiteY4" fmla="*/ 25585 h 142822"/>
                <a:gd name="connsiteX0" fmla="*/ 124 w 595959"/>
                <a:gd name="connsiteY0" fmla="*/ 26512 h 143749"/>
                <a:gd name="connsiteX1" fmla="*/ 595828 w 595959"/>
                <a:gd name="connsiteY1" fmla="*/ 4020 h 143749"/>
                <a:gd name="connsiteX2" fmla="*/ 595830 w 595959"/>
                <a:gd name="connsiteY2" fmla="*/ 101567 h 143749"/>
                <a:gd name="connsiteX3" fmla="*/ 131 w 595959"/>
                <a:gd name="connsiteY3" fmla="*/ 143749 h 143749"/>
                <a:gd name="connsiteX4" fmla="*/ 124 w 595959"/>
                <a:gd name="connsiteY4" fmla="*/ 26512 h 143749"/>
                <a:gd name="connsiteX0" fmla="*/ 124 w 595959"/>
                <a:gd name="connsiteY0" fmla="*/ 26512 h 143749"/>
                <a:gd name="connsiteX1" fmla="*/ 595828 w 595959"/>
                <a:gd name="connsiteY1" fmla="*/ 4020 h 143749"/>
                <a:gd name="connsiteX2" fmla="*/ 595830 w 595959"/>
                <a:gd name="connsiteY2" fmla="*/ 101567 h 143749"/>
                <a:gd name="connsiteX3" fmla="*/ 131 w 595959"/>
                <a:gd name="connsiteY3" fmla="*/ 143749 h 143749"/>
                <a:gd name="connsiteX4" fmla="*/ 124 w 595959"/>
                <a:gd name="connsiteY4" fmla="*/ 26512 h 143749"/>
                <a:gd name="connsiteX0" fmla="*/ 124 w 595959"/>
                <a:gd name="connsiteY0" fmla="*/ 28496 h 145733"/>
                <a:gd name="connsiteX1" fmla="*/ 595828 w 595959"/>
                <a:gd name="connsiteY1" fmla="*/ 6004 h 145733"/>
                <a:gd name="connsiteX2" fmla="*/ 595830 w 595959"/>
                <a:gd name="connsiteY2" fmla="*/ 103551 h 145733"/>
                <a:gd name="connsiteX3" fmla="*/ 131 w 595959"/>
                <a:gd name="connsiteY3" fmla="*/ 145733 h 145733"/>
                <a:gd name="connsiteX4" fmla="*/ 124 w 595959"/>
                <a:gd name="connsiteY4" fmla="*/ 28496 h 14573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856"/>
                <a:gd name="connsiteY0" fmla="*/ 41841 h 159078"/>
                <a:gd name="connsiteX1" fmla="*/ 591261 w 595856"/>
                <a:gd name="connsiteY1" fmla="*/ 0 h 159078"/>
                <a:gd name="connsiteX2" fmla="*/ 595830 w 595856"/>
                <a:gd name="connsiteY2" fmla="*/ 116896 h 159078"/>
                <a:gd name="connsiteX3" fmla="*/ 131 w 595856"/>
                <a:gd name="connsiteY3" fmla="*/ 159078 h 159078"/>
                <a:gd name="connsiteX4" fmla="*/ 124 w 595856"/>
                <a:gd name="connsiteY4" fmla="*/ 41841 h 159078"/>
                <a:gd name="connsiteX0" fmla="*/ 124 w 595959"/>
                <a:gd name="connsiteY0" fmla="*/ 41841 h 159078"/>
                <a:gd name="connsiteX1" fmla="*/ 595828 w 595959"/>
                <a:gd name="connsiteY1" fmla="*/ 0 h 159078"/>
                <a:gd name="connsiteX2" fmla="*/ 595830 w 595959"/>
                <a:gd name="connsiteY2" fmla="*/ 116896 h 159078"/>
                <a:gd name="connsiteX3" fmla="*/ 131 w 595959"/>
                <a:gd name="connsiteY3" fmla="*/ 159078 h 159078"/>
                <a:gd name="connsiteX4" fmla="*/ 124 w 595959"/>
                <a:gd name="connsiteY4" fmla="*/ 41841 h 159078"/>
                <a:gd name="connsiteX0" fmla="*/ 124 w 597349"/>
                <a:gd name="connsiteY0" fmla="*/ 42378 h 159615"/>
                <a:gd name="connsiteX1" fmla="*/ 597349 w 597349"/>
                <a:gd name="connsiteY1" fmla="*/ 0 h 159615"/>
                <a:gd name="connsiteX2" fmla="*/ 595830 w 597349"/>
                <a:gd name="connsiteY2" fmla="*/ 117433 h 159615"/>
                <a:gd name="connsiteX3" fmla="*/ 131 w 597349"/>
                <a:gd name="connsiteY3" fmla="*/ 159615 h 159615"/>
                <a:gd name="connsiteX4" fmla="*/ 124 w 597349"/>
                <a:gd name="connsiteY4" fmla="*/ 42378 h 159615"/>
                <a:gd name="connsiteX0" fmla="*/ 124 w 600443"/>
                <a:gd name="connsiteY0" fmla="*/ 42378 h 159615"/>
                <a:gd name="connsiteX1" fmla="*/ 597349 w 600443"/>
                <a:gd name="connsiteY1" fmla="*/ 0 h 159615"/>
                <a:gd name="connsiteX2" fmla="*/ 600408 w 600443"/>
                <a:gd name="connsiteY2" fmla="*/ 117433 h 159615"/>
                <a:gd name="connsiteX3" fmla="*/ 131 w 600443"/>
                <a:gd name="connsiteY3" fmla="*/ 159615 h 159615"/>
                <a:gd name="connsiteX4" fmla="*/ 124 w 600443"/>
                <a:gd name="connsiteY4" fmla="*/ 42378 h 159615"/>
                <a:gd name="connsiteX0" fmla="*/ 124 w 600537"/>
                <a:gd name="connsiteY0" fmla="*/ 42378 h 159615"/>
                <a:gd name="connsiteX1" fmla="*/ 600401 w 600537"/>
                <a:gd name="connsiteY1" fmla="*/ 0 h 159615"/>
                <a:gd name="connsiteX2" fmla="*/ 600408 w 600537"/>
                <a:gd name="connsiteY2" fmla="*/ 117433 h 159615"/>
                <a:gd name="connsiteX3" fmla="*/ 131 w 600537"/>
                <a:gd name="connsiteY3" fmla="*/ 159615 h 159615"/>
                <a:gd name="connsiteX4" fmla="*/ 124 w 600537"/>
                <a:gd name="connsiteY4" fmla="*/ 42378 h 159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0537" h="159615">
                  <a:moveTo>
                    <a:pt x="124" y="42378"/>
                  </a:moveTo>
                  <a:cubicBezTo>
                    <a:pt x="296414" y="-50243"/>
                    <a:pt x="418111" y="75773"/>
                    <a:pt x="600401" y="0"/>
                  </a:cubicBezTo>
                  <a:cubicBezTo>
                    <a:pt x="599951" y="33260"/>
                    <a:pt x="600858" y="84173"/>
                    <a:pt x="600408" y="117433"/>
                  </a:cubicBezTo>
                  <a:cubicBezTo>
                    <a:pt x="395490" y="192726"/>
                    <a:pt x="285331" y="62551"/>
                    <a:pt x="131" y="159615"/>
                  </a:cubicBezTo>
                  <a:cubicBezTo>
                    <a:pt x="-323" y="114566"/>
                    <a:pt x="578" y="87427"/>
                    <a:pt x="124" y="42378"/>
                  </a:cubicBezTo>
                  <a:close/>
                </a:path>
              </a:pathLst>
            </a:custGeom>
            <a:solidFill>
              <a:schemeClr val="accent2">
                <a:lumMod val="40000"/>
                <a:lumOff val="6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94" name="矩形 1174">
              <a:extLst>
                <a:ext uri="{FF2B5EF4-FFF2-40B4-BE49-F238E27FC236}">
                  <a16:creationId xmlns:a16="http://schemas.microsoft.com/office/drawing/2014/main" id="{04D438FE-A41D-4D6E-EACD-AE8F9526E406}"/>
                </a:ext>
              </a:extLst>
            </p:cNvPr>
            <p:cNvSpPr/>
            <p:nvPr/>
          </p:nvSpPr>
          <p:spPr>
            <a:xfrm rot="10800000">
              <a:off x="5041541" y="7045652"/>
              <a:ext cx="618707" cy="139508"/>
            </a:xfrm>
            <a:custGeom>
              <a:avLst/>
              <a:gdLst>
                <a:gd name="connsiteX0" fmla="*/ 0 w 595706"/>
                <a:gd name="connsiteY0" fmla="*/ 0 h 92965"/>
                <a:gd name="connsiteX1" fmla="*/ 595706 w 595706"/>
                <a:gd name="connsiteY1" fmla="*/ 0 h 92965"/>
                <a:gd name="connsiteX2" fmla="*/ 595706 w 595706"/>
                <a:gd name="connsiteY2" fmla="*/ 92965 h 92965"/>
                <a:gd name="connsiteX3" fmla="*/ 0 w 595706"/>
                <a:gd name="connsiteY3" fmla="*/ 92965 h 92965"/>
                <a:gd name="connsiteX4" fmla="*/ 0 w 595706"/>
                <a:gd name="connsiteY4" fmla="*/ 0 h 92965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131 w 595837"/>
                <a:gd name="connsiteY0" fmla="*/ 0 h 148754"/>
                <a:gd name="connsiteX1" fmla="*/ 595837 w 595837"/>
                <a:gd name="connsiteY1" fmla="*/ 0 h 148754"/>
                <a:gd name="connsiteX2" fmla="*/ 595837 w 595837"/>
                <a:gd name="connsiteY2" fmla="*/ 92965 h 148754"/>
                <a:gd name="connsiteX3" fmla="*/ 131 w 595837"/>
                <a:gd name="connsiteY3" fmla="*/ 148754 h 148754"/>
                <a:gd name="connsiteX4" fmla="*/ 131 w 595837"/>
                <a:gd name="connsiteY4" fmla="*/ 0 h 148754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56571"/>
                <a:gd name="connsiteX1" fmla="*/ 595837 w 595837"/>
                <a:gd name="connsiteY1" fmla="*/ 0 h 156571"/>
                <a:gd name="connsiteX2" fmla="*/ 594316 w 595837"/>
                <a:gd name="connsiteY2" fmla="*/ 141984 h 156571"/>
                <a:gd name="connsiteX3" fmla="*/ 131 w 595837"/>
                <a:gd name="connsiteY3" fmla="*/ 140590 h 156571"/>
                <a:gd name="connsiteX4" fmla="*/ 131 w 595837"/>
                <a:gd name="connsiteY4" fmla="*/ 0 h 156571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0 w 600949"/>
                <a:gd name="connsiteY0" fmla="*/ 0 h 271309"/>
                <a:gd name="connsiteX1" fmla="*/ 600949 w 600949"/>
                <a:gd name="connsiteY1" fmla="*/ 0 h 271309"/>
                <a:gd name="connsiteX2" fmla="*/ 599428 w 600949"/>
                <a:gd name="connsiteY2" fmla="*/ 141984 h 271309"/>
                <a:gd name="connsiteX3" fmla="*/ 3722 w 600949"/>
                <a:gd name="connsiteY3" fmla="*/ 271309 h 271309"/>
                <a:gd name="connsiteX4" fmla="*/ 0 w 600949"/>
                <a:gd name="connsiteY4" fmla="*/ 0 h 271309"/>
                <a:gd name="connsiteX0" fmla="*/ 0 w 599639"/>
                <a:gd name="connsiteY0" fmla="*/ 0 h 271309"/>
                <a:gd name="connsiteX1" fmla="*/ 599639 w 599639"/>
                <a:gd name="connsiteY1" fmla="*/ 0 h 271309"/>
                <a:gd name="connsiteX2" fmla="*/ 599428 w 599639"/>
                <a:gd name="connsiteY2" fmla="*/ 141984 h 271309"/>
                <a:gd name="connsiteX3" fmla="*/ 3722 w 599639"/>
                <a:gd name="connsiteY3" fmla="*/ 271309 h 271309"/>
                <a:gd name="connsiteX4" fmla="*/ 0 w 599639"/>
                <a:gd name="connsiteY4" fmla="*/ 0 h 271309"/>
                <a:gd name="connsiteX0" fmla="*/ 0 w 597018"/>
                <a:gd name="connsiteY0" fmla="*/ 0 h 271309"/>
                <a:gd name="connsiteX1" fmla="*/ 597018 w 597018"/>
                <a:gd name="connsiteY1" fmla="*/ 0 h 271309"/>
                <a:gd name="connsiteX2" fmla="*/ 596807 w 597018"/>
                <a:gd name="connsiteY2" fmla="*/ 141984 h 271309"/>
                <a:gd name="connsiteX3" fmla="*/ 1101 w 597018"/>
                <a:gd name="connsiteY3" fmla="*/ 271309 h 271309"/>
                <a:gd name="connsiteX4" fmla="*/ 0 w 597018"/>
                <a:gd name="connsiteY4" fmla="*/ 0 h 271309"/>
                <a:gd name="connsiteX0" fmla="*/ 0 w 596807"/>
                <a:gd name="connsiteY0" fmla="*/ 0 h 271309"/>
                <a:gd name="connsiteX1" fmla="*/ 591775 w 596807"/>
                <a:gd name="connsiteY1" fmla="*/ 0 h 271309"/>
                <a:gd name="connsiteX2" fmla="*/ 596807 w 596807"/>
                <a:gd name="connsiteY2" fmla="*/ 141984 h 271309"/>
                <a:gd name="connsiteX3" fmla="*/ 1101 w 596807"/>
                <a:gd name="connsiteY3" fmla="*/ 271309 h 271309"/>
                <a:gd name="connsiteX4" fmla="*/ 0 w 596807"/>
                <a:gd name="connsiteY4" fmla="*/ 0 h 271309"/>
                <a:gd name="connsiteX0" fmla="*/ 0 w 596807"/>
                <a:gd name="connsiteY0" fmla="*/ 0 h 271309"/>
                <a:gd name="connsiteX1" fmla="*/ 595708 w 596807"/>
                <a:gd name="connsiteY1" fmla="*/ 0 h 271309"/>
                <a:gd name="connsiteX2" fmla="*/ 596807 w 596807"/>
                <a:gd name="connsiteY2" fmla="*/ 141984 h 271309"/>
                <a:gd name="connsiteX3" fmla="*/ 1101 w 596807"/>
                <a:gd name="connsiteY3" fmla="*/ 271309 h 271309"/>
                <a:gd name="connsiteX4" fmla="*/ 0 w 596807"/>
                <a:gd name="connsiteY4" fmla="*/ 0 h 271309"/>
                <a:gd name="connsiteX0" fmla="*/ 0 w 595708"/>
                <a:gd name="connsiteY0" fmla="*/ 0 h 271309"/>
                <a:gd name="connsiteX1" fmla="*/ 595708 w 595708"/>
                <a:gd name="connsiteY1" fmla="*/ 0 h 271309"/>
                <a:gd name="connsiteX2" fmla="*/ 594186 w 595708"/>
                <a:gd name="connsiteY2" fmla="*/ 141985 h 271309"/>
                <a:gd name="connsiteX3" fmla="*/ 1101 w 595708"/>
                <a:gd name="connsiteY3" fmla="*/ 271309 h 271309"/>
                <a:gd name="connsiteX4" fmla="*/ 0 w 595708"/>
                <a:gd name="connsiteY4" fmla="*/ 0 h 271309"/>
                <a:gd name="connsiteX0" fmla="*/ 0 w 596439"/>
                <a:gd name="connsiteY0" fmla="*/ 109083 h 380392"/>
                <a:gd name="connsiteX1" fmla="*/ 595708 w 596439"/>
                <a:gd name="connsiteY1" fmla="*/ 109083 h 380392"/>
                <a:gd name="connsiteX2" fmla="*/ 594186 w 596439"/>
                <a:gd name="connsiteY2" fmla="*/ 251068 h 380392"/>
                <a:gd name="connsiteX3" fmla="*/ 1101 w 596439"/>
                <a:gd name="connsiteY3" fmla="*/ 380392 h 380392"/>
                <a:gd name="connsiteX4" fmla="*/ 0 w 596439"/>
                <a:gd name="connsiteY4" fmla="*/ 109083 h 380392"/>
                <a:gd name="connsiteX0" fmla="*/ 0 w 595708"/>
                <a:gd name="connsiteY0" fmla="*/ 0 h 271309"/>
                <a:gd name="connsiteX1" fmla="*/ 595708 w 595708"/>
                <a:gd name="connsiteY1" fmla="*/ 0 h 271309"/>
                <a:gd name="connsiteX2" fmla="*/ 594186 w 595708"/>
                <a:gd name="connsiteY2" fmla="*/ 141985 h 271309"/>
                <a:gd name="connsiteX3" fmla="*/ 1101 w 595708"/>
                <a:gd name="connsiteY3" fmla="*/ 271309 h 271309"/>
                <a:gd name="connsiteX4" fmla="*/ 0 w 595708"/>
                <a:gd name="connsiteY4" fmla="*/ 0 h 271309"/>
                <a:gd name="connsiteX0" fmla="*/ 0 w 596808"/>
                <a:gd name="connsiteY0" fmla="*/ 0 h 271309"/>
                <a:gd name="connsiteX1" fmla="*/ 595708 w 596808"/>
                <a:gd name="connsiteY1" fmla="*/ 0 h 271309"/>
                <a:gd name="connsiteX2" fmla="*/ 596808 w 596808"/>
                <a:gd name="connsiteY2" fmla="*/ 141985 h 271309"/>
                <a:gd name="connsiteX3" fmla="*/ 1101 w 596808"/>
                <a:gd name="connsiteY3" fmla="*/ 271309 h 271309"/>
                <a:gd name="connsiteX4" fmla="*/ 0 w 596808"/>
                <a:gd name="connsiteY4" fmla="*/ 0 h 271309"/>
                <a:gd name="connsiteX0" fmla="*/ 0 w 596808"/>
                <a:gd name="connsiteY0" fmla="*/ 0 h 271309"/>
                <a:gd name="connsiteX1" fmla="*/ 595708 w 596808"/>
                <a:gd name="connsiteY1" fmla="*/ 0 h 271309"/>
                <a:gd name="connsiteX2" fmla="*/ 596808 w 596808"/>
                <a:gd name="connsiteY2" fmla="*/ 141985 h 271309"/>
                <a:gd name="connsiteX3" fmla="*/ 1101 w 596808"/>
                <a:gd name="connsiteY3" fmla="*/ 271309 h 271309"/>
                <a:gd name="connsiteX4" fmla="*/ 0 w 596808"/>
                <a:gd name="connsiteY4" fmla="*/ 0 h 271309"/>
                <a:gd name="connsiteX0" fmla="*/ 0 w 596808"/>
                <a:gd name="connsiteY0" fmla="*/ 0 h 271309"/>
                <a:gd name="connsiteX1" fmla="*/ 595708 w 596808"/>
                <a:gd name="connsiteY1" fmla="*/ 0 h 271309"/>
                <a:gd name="connsiteX2" fmla="*/ 596808 w 596808"/>
                <a:gd name="connsiteY2" fmla="*/ 141985 h 271309"/>
                <a:gd name="connsiteX3" fmla="*/ 1101 w 596808"/>
                <a:gd name="connsiteY3" fmla="*/ 271309 h 271309"/>
                <a:gd name="connsiteX4" fmla="*/ 0 w 596808"/>
                <a:gd name="connsiteY4" fmla="*/ 0 h 271309"/>
                <a:gd name="connsiteX0" fmla="*/ 0 w 595708"/>
                <a:gd name="connsiteY0" fmla="*/ 0 h 271309"/>
                <a:gd name="connsiteX1" fmla="*/ 595708 w 595708"/>
                <a:gd name="connsiteY1" fmla="*/ 0 h 271309"/>
                <a:gd name="connsiteX2" fmla="*/ 594186 w 595708"/>
                <a:gd name="connsiteY2" fmla="*/ 141985 h 271309"/>
                <a:gd name="connsiteX3" fmla="*/ 1101 w 595708"/>
                <a:gd name="connsiteY3" fmla="*/ 271309 h 271309"/>
                <a:gd name="connsiteX4" fmla="*/ 0 w 595708"/>
                <a:gd name="connsiteY4" fmla="*/ 0 h 271309"/>
                <a:gd name="connsiteX0" fmla="*/ 0 w 595708"/>
                <a:gd name="connsiteY0" fmla="*/ 0 h 271309"/>
                <a:gd name="connsiteX1" fmla="*/ 595708 w 595708"/>
                <a:gd name="connsiteY1" fmla="*/ 0 h 271309"/>
                <a:gd name="connsiteX2" fmla="*/ 594186 w 595708"/>
                <a:gd name="connsiteY2" fmla="*/ 141985 h 271309"/>
                <a:gd name="connsiteX3" fmla="*/ 1101 w 595708"/>
                <a:gd name="connsiteY3" fmla="*/ 271309 h 271309"/>
                <a:gd name="connsiteX4" fmla="*/ 0 w 595708"/>
                <a:gd name="connsiteY4" fmla="*/ 0 h 271309"/>
                <a:gd name="connsiteX0" fmla="*/ 0 w 595936"/>
                <a:gd name="connsiteY0" fmla="*/ 0 h 271309"/>
                <a:gd name="connsiteX1" fmla="*/ 595708 w 595936"/>
                <a:gd name="connsiteY1" fmla="*/ 0 h 271309"/>
                <a:gd name="connsiteX2" fmla="*/ 594186 w 595936"/>
                <a:gd name="connsiteY2" fmla="*/ 141985 h 271309"/>
                <a:gd name="connsiteX3" fmla="*/ 1101 w 595936"/>
                <a:gd name="connsiteY3" fmla="*/ 271309 h 271309"/>
                <a:gd name="connsiteX4" fmla="*/ 0 w 595936"/>
                <a:gd name="connsiteY4" fmla="*/ 0 h 271309"/>
                <a:gd name="connsiteX0" fmla="*/ 319 w 596255"/>
                <a:gd name="connsiteY0" fmla="*/ 0 h 271309"/>
                <a:gd name="connsiteX1" fmla="*/ 596027 w 596255"/>
                <a:gd name="connsiteY1" fmla="*/ 0 h 271309"/>
                <a:gd name="connsiteX2" fmla="*/ 594505 w 596255"/>
                <a:gd name="connsiteY2" fmla="*/ 141985 h 271309"/>
                <a:gd name="connsiteX3" fmla="*/ 110 w 596255"/>
                <a:gd name="connsiteY3" fmla="*/ 271309 h 271309"/>
                <a:gd name="connsiteX4" fmla="*/ 319 w 596255"/>
                <a:gd name="connsiteY4" fmla="*/ 0 h 271309"/>
                <a:gd name="connsiteX0" fmla="*/ 0 w 595936"/>
                <a:gd name="connsiteY0" fmla="*/ 0 h 271309"/>
                <a:gd name="connsiteX1" fmla="*/ 595708 w 595936"/>
                <a:gd name="connsiteY1" fmla="*/ 0 h 271309"/>
                <a:gd name="connsiteX2" fmla="*/ 594186 w 595936"/>
                <a:gd name="connsiteY2" fmla="*/ 141985 h 271309"/>
                <a:gd name="connsiteX3" fmla="*/ 1101 w 595936"/>
                <a:gd name="connsiteY3" fmla="*/ 271309 h 271309"/>
                <a:gd name="connsiteX4" fmla="*/ 0 w 595936"/>
                <a:gd name="connsiteY4" fmla="*/ 0 h 271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5936" h="271309">
                  <a:moveTo>
                    <a:pt x="0" y="0"/>
                  </a:moveTo>
                  <a:lnTo>
                    <a:pt x="595708" y="0"/>
                  </a:lnTo>
                  <a:cubicBezTo>
                    <a:pt x="595708" y="30988"/>
                    <a:pt x="596806" y="39550"/>
                    <a:pt x="594186" y="141985"/>
                  </a:cubicBezTo>
                  <a:cubicBezTo>
                    <a:pt x="404809" y="352086"/>
                    <a:pt x="341643" y="22672"/>
                    <a:pt x="1101" y="271309"/>
                  </a:cubicBezTo>
                  <a:cubicBezTo>
                    <a:pt x="647" y="226260"/>
                    <a:pt x="454" y="45049"/>
                    <a:pt x="0" y="0"/>
                  </a:cubicBez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696" name="组合 695">
              <a:extLst>
                <a:ext uri="{FF2B5EF4-FFF2-40B4-BE49-F238E27FC236}">
                  <a16:creationId xmlns:a16="http://schemas.microsoft.com/office/drawing/2014/main" id="{C021C280-4CEE-1C54-3FAB-013FDDAD87C0}"/>
                </a:ext>
              </a:extLst>
            </p:cNvPr>
            <p:cNvGrpSpPr/>
            <p:nvPr/>
          </p:nvGrpSpPr>
          <p:grpSpPr>
            <a:xfrm>
              <a:off x="5040167" y="6521415"/>
              <a:ext cx="621640" cy="663817"/>
              <a:chOff x="3656357" y="6507685"/>
              <a:chExt cx="621640" cy="663817"/>
            </a:xfrm>
          </p:grpSpPr>
          <p:sp>
            <p:nvSpPr>
              <p:cNvPr id="704" name="矩形 703">
                <a:extLst>
                  <a:ext uri="{FF2B5EF4-FFF2-40B4-BE49-F238E27FC236}">
                    <a16:creationId xmlns:a16="http://schemas.microsoft.com/office/drawing/2014/main" id="{0925CB65-BB1C-1AA8-04E0-F30934F933A3}"/>
                  </a:ext>
                </a:extLst>
              </p:cNvPr>
              <p:cNvSpPr/>
              <p:nvPr/>
            </p:nvSpPr>
            <p:spPr>
              <a:xfrm>
                <a:off x="3656465" y="6640950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05" name="矩形 704">
                <a:extLst>
                  <a:ext uri="{FF2B5EF4-FFF2-40B4-BE49-F238E27FC236}">
                    <a16:creationId xmlns:a16="http://schemas.microsoft.com/office/drawing/2014/main" id="{0EEF1A3D-CDEA-0190-ABC5-85AA05116C74}"/>
                  </a:ext>
                </a:extLst>
              </p:cNvPr>
              <p:cNvSpPr/>
              <p:nvPr/>
            </p:nvSpPr>
            <p:spPr>
              <a:xfrm>
                <a:off x="3811875" y="6640950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06" name="矩形 705">
                <a:extLst>
                  <a:ext uri="{FF2B5EF4-FFF2-40B4-BE49-F238E27FC236}">
                    <a16:creationId xmlns:a16="http://schemas.microsoft.com/office/drawing/2014/main" id="{104A2DBE-2E3C-1CF9-25A9-FF2BC4D85C17}"/>
                  </a:ext>
                </a:extLst>
              </p:cNvPr>
              <p:cNvSpPr/>
              <p:nvPr/>
            </p:nvSpPr>
            <p:spPr>
              <a:xfrm>
                <a:off x="3967285" y="6640950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07" name="矩形 706">
                <a:extLst>
                  <a:ext uri="{FF2B5EF4-FFF2-40B4-BE49-F238E27FC236}">
                    <a16:creationId xmlns:a16="http://schemas.microsoft.com/office/drawing/2014/main" id="{3B017BC9-0618-A245-A422-D1137A690B20}"/>
                  </a:ext>
                </a:extLst>
              </p:cNvPr>
              <p:cNvSpPr/>
              <p:nvPr/>
            </p:nvSpPr>
            <p:spPr>
              <a:xfrm>
                <a:off x="4122695" y="6640950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08" name="矩形 707">
                <a:extLst>
                  <a:ext uri="{FF2B5EF4-FFF2-40B4-BE49-F238E27FC236}">
                    <a16:creationId xmlns:a16="http://schemas.microsoft.com/office/drawing/2014/main" id="{A5541330-883F-09A0-DDFB-23BDF9D5DD74}"/>
                  </a:ext>
                </a:extLst>
              </p:cNvPr>
              <p:cNvSpPr/>
              <p:nvPr/>
            </p:nvSpPr>
            <p:spPr>
              <a:xfrm>
                <a:off x="3656465" y="6773574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09" name="矩形 708">
                <a:extLst>
                  <a:ext uri="{FF2B5EF4-FFF2-40B4-BE49-F238E27FC236}">
                    <a16:creationId xmlns:a16="http://schemas.microsoft.com/office/drawing/2014/main" id="{B5BF7C6B-8776-B45F-1F8B-2A5C8B074048}"/>
                  </a:ext>
                </a:extLst>
              </p:cNvPr>
              <p:cNvSpPr/>
              <p:nvPr/>
            </p:nvSpPr>
            <p:spPr>
              <a:xfrm>
                <a:off x="3811875" y="6773574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10" name="矩形 709">
                <a:extLst>
                  <a:ext uri="{FF2B5EF4-FFF2-40B4-BE49-F238E27FC236}">
                    <a16:creationId xmlns:a16="http://schemas.microsoft.com/office/drawing/2014/main" id="{91F472D2-F07A-DFF6-BD88-BC8BD19D31A6}"/>
                  </a:ext>
                </a:extLst>
              </p:cNvPr>
              <p:cNvSpPr/>
              <p:nvPr/>
            </p:nvSpPr>
            <p:spPr>
              <a:xfrm>
                <a:off x="3967285" y="6773574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11" name="矩形 710">
                <a:extLst>
                  <a:ext uri="{FF2B5EF4-FFF2-40B4-BE49-F238E27FC236}">
                    <a16:creationId xmlns:a16="http://schemas.microsoft.com/office/drawing/2014/main" id="{18DB2E74-869C-D7F1-C503-33FD2BC50E09}"/>
                  </a:ext>
                </a:extLst>
              </p:cNvPr>
              <p:cNvSpPr/>
              <p:nvPr/>
            </p:nvSpPr>
            <p:spPr>
              <a:xfrm>
                <a:off x="4122695" y="6773574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12" name="矩形 711">
                <a:extLst>
                  <a:ext uri="{FF2B5EF4-FFF2-40B4-BE49-F238E27FC236}">
                    <a16:creationId xmlns:a16="http://schemas.microsoft.com/office/drawing/2014/main" id="{DB019D52-4825-F2EA-5D9D-5CB1E48F65C6}"/>
                  </a:ext>
                </a:extLst>
              </p:cNvPr>
              <p:cNvSpPr/>
              <p:nvPr/>
            </p:nvSpPr>
            <p:spPr>
              <a:xfrm>
                <a:off x="3656357" y="690625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13" name="矩形 712">
                <a:extLst>
                  <a:ext uri="{FF2B5EF4-FFF2-40B4-BE49-F238E27FC236}">
                    <a16:creationId xmlns:a16="http://schemas.microsoft.com/office/drawing/2014/main" id="{119144CC-73AB-F977-F02E-D22AA4B8C52D}"/>
                  </a:ext>
                </a:extLst>
              </p:cNvPr>
              <p:cNvSpPr/>
              <p:nvPr/>
            </p:nvSpPr>
            <p:spPr>
              <a:xfrm>
                <a:off x="3811767" y="690625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14" name="矩形 713">
                <a:extLst>
                  <a:ext uri="{FF2B5EF4-FFF2-40B4-BE49-F238E27FC236}">
                    <a16:creationId xmlns:a16="http://schemas.microsoft.com/office/drawing/2014/main" id="{9749B7A1-E929-BD3D-2844-26AC403D34AC}"/>
                  </a:ext>
                </a:extLst>
              </p:cNvPr>
              <p:cNvSpPr/>
              <p:nvPr/>
            </p:nvSpPr>
            <p:spPr>
              <a:xfrm>
                <a:off x="3967177" y="690625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15" name="矩形 714">
                <a:extLst>
                  <a:ext uri="{FF2B5EF4-FFF2-40B4-BE49-F238E27FC236}">
                    <a16:creationId xmlns:a16="http://schemas.microsoft.com/office/drawing/2014/main" id="{DA321C66-E38B-5A7C-4F9C-A4C390A2A3F3}"/>
                  </a:ext>
                </a:extLst>
              </p:cNvPr>
              <p:cNvSpPr/>
              <p:nvPr/>
            </p:nvSpPr>
            <p:spPr>
              <a:xfrm>
                <a:off x="4122587" y="690625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16" name="矩形 715">
                <a:extLst>
                  <a:ext uri="{FF2B5EF4-FFF2-40B4-BE49-F238E27FC236}">
                    <a16:creationId xmlns:a16="http://schemas.microsoft.com/office/drawing/2014/main" id="{367B639E-DE5A-9194-8BC8-7A4BD3E645C7}"/>
                  </a:ext>
                </a:extLst>
              </p:cNvPr>
              <p:cNvSpPr/>
              <p:nvPr/>
            </p:nvSpPr>
            <p:spPr>
              <a:xfrm>
                <a:off x="3656357" y="7038879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24" name="矩形 723">
                <a:extLst>
                  <a:ext uri="{FF2B5EF4-FFF2-40B4-BE49-F238E27FC236}">
                    <a16:creationId xmlns:a16="http://schemas.microsoft.com/office/drawing/2014/main" id="{F87F7574-D6E1-50F6-BE18-D5B8F1AA20E7}"/>
                  </a:ext>
                </a:extLst>
              </p:cNvPr>
              <p:cNvSpPr/>
              <p:nvPr/>
            </p:nvSpPr>
            <p:spPr>
              <a:xfrm>
                <a:off x="3811767" y="7038879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25" name="矩形 724">
                <a:extLst>
                  <a:ext uri="{FF2B5EF4-FFF2-40B4-BE49-F238E27FC236}">
                    <a16:creationId xmlns:a16="http://schemas.microsoft.com/office/drawing/2014/main" id="{8D8E660A-5468-698F-DB29-E2A5267A1B24}"/>
                  </a:ext>
                </a:extLst>
              </p:cNvPr>
              <p:cNvSpPr/>
              <p:nvPr/>
            </p:nvSpPr>
            <p:spPr>
              <a:xfrm>
                <a:off x="3967177" y="7038879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26" name="矩形 725">
                <a:extLst>
                  <a:ext uri="{FF2B5EF4-FFF2-40B4-BE49-F238E27FC236}">
                    <a16:creationId xmlns:a16="http://schemas.microsoft.com/office/drawing/2014/main" id="{4CEEF568-C707-6FB5-5BCD-D067E1F7E167}"/>
                  </a:ext>
                </a:extLst>
              </p:cNvPr>
              <p:cNvSpPr/>
              <p:nvPr/>
            </p:nvSpPr>
            <p:spPr>
              <a:xfrm>
                <a:off x="4122587" y="7038879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27" name="矩形 726">
                <a:extLst>
                  <a:ext uri="{FF2B5EF4-FFF2-40B4-BE49-F238E27FC236}">
                    <a16:creationId xmlns:a16="http://schemas.microsoft.com/office/drawing/2014/main" id="{3F5E0304-0DAE-4FE6-8BCA-CABACD65FDF0}"/>
                  </a:ext>
                </a:extLst>
              </p:cNvPr>
              <p:cNvSpPr/>
              <p:nvPr/>
            </p:nvSpPr>
            <p:spPr>
              <a:xfrm>
                <a:off x="3656357" y="650768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28" name="矩形 727">
                <a:extLst>
                  <a:ext uri="{FF2B5EF4-FFF2-40B4-BE49-F238E27FC236}">
                    <a16:creationId xmlns:a16="http://schemas.microsoft.com/office/drawing/2014/main" id="{3C379674-0092-40BB-1636-3CC7D8DD7694}"/>
                  </a:ext>
                </a:extLst>
              </p:cNvPr>
              <p:cNvSpPr/>
              <p:nvPr/>
            </p:nvSpPr>
            <p:spPr>
              <a:xfrm>
                <a:off x="3811767" y="650768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29" name="矩形 728">
                <a:extLst>
                  <a:ext uri="{FF2B5EF4-FFF2-40B4-BE49-F238E27FC236}">
                    <a16:creationId xmlns:a16="http://schemas.microsoft.com/office/drawing/2014/main" id="{5C405B80-EC6B-8B7C-EA33-480ECC9F1A16}"/>
                  </a:ext>
                </a:extLst>
              </p:cNvPr>
              <p:cNvSpPr/>
              <p:nvPr/>
            </p:nvSpPr>
            <p:spPr>
              <a:xfrm>
                <a:off x="3967177" y="650768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30" name="矩形 729">
                <a:extLst>
                  <a:ext uri="{FF2B5EF4-FFF2-40B4-BE49-F238E27FC236}">
                    <a16:creationId xmlns:a16="http://schemas.microsoft.com/office/drawing/2014/main" id="{9F63CC71-5E3C-B338-C352-FC38EFAE2557}"/>
                  </a:ext>
                </a:extLst>
              </p:cNvPr>
              <p:cNvSpPr/>
              <p:nvPr/>
            </p:nvSpPr>
            <p:spPr>
              <a:xfrm>
                <a:off x="4122587" y="650768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835" name="流程图: 接点 991">
            <a:extLst>
              <a:ext uri="{FF2B5EF4-FFF2-40B4-BE49-F238E27FC236}">
                <a16:creationId xmlns:a16="http://schemas.microsoft.com/office/drawing/2014/main" id="{9CB3FC26-380A-4C59-D904-3E1717A836F9}"/>
              </a:ext>
            </a:extLst>
          </p:cNvPr>
          <p:cNvSpPr/>
          <p:nvPr/>
        </p:nvSpPr>
        <p:spPr>
          <a:xfrm>
            <a:off x="10061866" y="1654506"/>
            <a:ext cx="324675" cy="322149"/>
          </a:xfrm>
          <a:prstGeom prst="flowChartConnector">
            <a:avLst/>
          </a:prstGeom>
          <a:noFill/>
          <a:ln w="28575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zh-CN" altLang="en-US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38" name="流程图: 接点 994">
            <a:extLst>
              <a:ext uri="{FF2B5EF4-FFF2-40B4-BE49-F238E27FC236}">
                <a16:creationId xmlns:a16="http://schemas.microsoft.com/office/drawing/2014/main" id="{AB5FA88F-B7D3-BBD3-1722-9D3122549EA4}"/>
              </a:ext>
            </a:extLst>
          </p:cNvPr>
          <p:cNvSpPr/>
          <p:nvPr/>
        </p:nvSpPr>
        <p:spPr>
          <a:xfrm>
            <a:off x="10074156" y="3639346"/>
            <a:ext cx="324675" cy="322149"/>
          </a:xfrm>
          <a:prstGeom prst="flowChartConnector">
            <a:avLst/>
          </a:prstGeom>
          <a:noFill/>
          <a:ln w="28575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zh-CN" altLang="en-US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50" name="流程图: 接点 1118">
            <a:extLst>
              <a:ext uri="{FF2B5EF4-FFF2-40B4-BE49-F238E27FC236}">
                <a16:creationId xmlns:a16="http://schemas.microsoft.com/office/drawing/2014/main" id="{740BCE78-916A-5A15-AB43-D789518F2D59}"/>
              </a:ext>
            </a:extLst>
          </p:cNvPr>
          <p:cNvSpPr/>
          <p:nvPr/>
        </p:nvSpPr>
        <p:spPr>
          <a:xfrm>
            <a:off x="10060319" y="2059406"/>
            <a:ext cx="324675" cy="322149"/>
          </a:xfrm>
          <a:prstGeom prst="flowChartConnector">
            <a:avLst/>
          </a:prstGeom>
          <a:noFill/>
          <a:ln w="28575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lang="zh-CN" altLang="en-US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51" name="流程图: 接点 1120">
            <a:extLst>
              <a:ext uri="{FF2B5EF4-FFF2-40B4-BE49-F238E27FC236}">
                <a16:creationId xmlns:a16="http://schemas.microsoft.com/office/drawing/2014/main" id="{AB03C220-7BF6-1A7B-A778-DB3E4BDF7EDC}"/>
              </a:ext>
            </a:extLst>
          </p:cNvPr>
          <p:cNvSpPr/>
          <p:nvPr/>
        </p:nvSpPr>
        <p:spPr>
          <a:xfrm>
            <a:off x="10073040" y="3202514"/>
            <a:ext cx="324675" cy="322149"/>
          </a:xfrm>
          <a:prstGeom prst="flowChartConnector">
            <a:avLst/>
          </a:prstGeom>
          <a:noFill/>
          <a:ln w="28575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endParaRPr lang="zh-CN" altLang="en-US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862" name="组合 861">
            <a:extLst>
              <a:ext uri="{FF2B5EF4-FFF2-40B4-BE49-F238E27FC236}">
                <a16:creationId xmlns:a16="http://schemas.microsoft.com/office/drawing/2014/main" id="{BF9C6ED8-4E54-7077-5997-321700216726}"/>
              </a:ext>
            </a:extLst>
          </p:cNvPr>
          <p:cNvGrpSpPr/>
          <p:nvPr/>
        </p:nvGrpSpPr>
        <p:grpSpPr>
          <a:xfrm>
            <a:off x="9530953" y="1739943"/>
            <a:ext cx="403556" cy="176292"/>
            <a:chOff x="6766867" y="9932442"/>
            <a:chExt cx="304958" cy="133117"/>
          </a:xfrm>
        </p:grpSpPr>
        <p:sp>
          <p:nvSpPr>
            <p:cNvPr id="863" name="矩形 862">
              <a:extLst>
                <a:ext uri="{FF2B5EF4-FFF2-40B4-BE49-F238E27FC236}">
                  <a16:creationId xmlns:a16="http://schemas.microsoft.com/office/drawing/2014/main" id="{05D523A4-140B-D3EA-B45C-E4EA247550AB}"/>
                </a:ext>
              </a:extLst>
            </p:cNvPr>
            <p:cNvSpPr/>
            <p:nvPr/>
          </p:nvSpPr>
          <p:spPr>
            <a:xfrm>
              <a:off x="6766867" y="9932442"/>
              <a:ext cx="151932" cy="133117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64" name="矩形 863">
              <a:extLst>
                <a:ext uri="{FF2B5EF4-FFF2-40B4-BE49-F238E27FC236}">
                  <a16:creationId xmlns:a16="http://schemas.microsoft.com/office/drawing/2014/main" id="{D80F3370-F0AB-AE9B-198C-491FD1D1D474}"/>
                </a:ext>
              </a:extLst>
            </p:cNvPr>
            <p:cNvSpPr/>
            <p:nvPr/>
          </p:nvSpPr>
          <p:spPr>
            <a:xfrm>
              <a:off x="6919893" y="9932442"/>
              <a:ext cx="151932" cy="133117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865" name="组合 864">
            <a:extLst>
              <a:ext uri="{FF2B5EF4-FFF2-40B4-BE49-F238E27FC236}">
                <a16:creationId xmlns:a16="http://schemas.microsoft.com/office/drawing/2014/main" id="{14A02CF9-7AA1-669A-C545-B73BE66F7DF6}"/>
              </a:ext>
            </a:extLst>
          </p:cNvPr>
          <p:cNvGrpSpPr/>
          <p:nvPr/>
        </p:nvGrpSpPr>
        <p:grpSpPr>
          <a:xfrm>
            <a:off x="9529449" y="2153462"/>
            <a:ext cx="403556" cy="176292"/>
            <a:chOff x="6766867" y="9932442"/>
            <a:chExt cx="304958" cy="133117"/>
          </a:xfrm>
        </p:grpSpPr>
        <p:sp>
          <p:nvSpPr>
            <p:cNvPr id="866" name="矩形 865">
              <a:extLst>
                <a:ext uri="{FF2B5EF4-FFF2-40B4-BE49-F238E27FC236}">
                  <a16:creationId xmlns:a16="http://schemas.microsoft.com/office/drawing/2014/main" id="{C58D126E-FBAB-7D54-121D-939963936C69}"/>
                </a:ext>
              </a:extLst>
            </p:cNvPr>
            <p:cNvSpPr/>
            <p:nvPr/>
          </p:nvSpPr>
          <p:spPr>
            <a:xfrm>
              <a:off x="6766867" y="9932442"/>
              <a:ext cx="151932" cy="133117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67" name="矩形 866">
              <a:extLst>
                <a:ext uri="{FF2B5EF4-FFF2-40B4-BE49-F238E27FC236}">
                  <a16:creationId xmlns:a16="http://schemas.microsoft.com/office/drawing/2014/main" id="{3A8E1133-3085-F56B-0DBF-28CF5375C563}"/>
                </a:ext>
              </a:extLst>
            </p:cNvPr>
            <p:cNvSpPr/>
            <p:nvPr/>
          </p:nvSpPr>
          <p:spPr>
            <a:xfrm>
              <a:off x="6919893" y="9932442"/>
              <a:ext cx="151932" cy="133117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874" name="组合 873">
            <a:extLst>
              <a:ext uri="{FF2B5EF4-FFF2-40B4-BE49-F238E27FC236}">
                <a16:creationId xmlns:a16="http://schemas.microsoft.com/office/drawing/2014/main" id="{2D166B7F-9E4D-2C43-4343-4C0F228A32B4}"/>
              </a:ext>
            </a:extLst>
          </p:cNvPr>
          <p:cNvGrpSpPr/>
          <p:nvPr/>
        </p:nvGrpSpPr>
        <p:grpSpPr>
          <a:xfrm>
            <a:off x="9522780" y="3303044"/>
            <a:ext cx="403556" cy="176292"/>
            <a:chOff x="6766867" y="9932442"/>
            <a:chExt cx="304958" cy="133117"/>
          </a:xfrm>
        </p:grpSpPr>
        <p:sp>
          <p:nvSpPr>
            <p:cNvPr id="875" name="矩形 874">
              <a:extLst>
                <a:ext uri="{FF2B5EF4-FFF2-40B4-BE49-F238E27FC236}">
                  <a16:creationId xmlns:a16="http://schemas.microsoft.com/office/drawing/2014/main" id="{43046E8E-1AFA-4471-1FA3-D9952A774543}"/>
                </a:ext>
              </a:extLst>
            </p:cNvPr>
            <p:cNvSpPr/>
            <p:nvPr/>
          </p:nvSpPr>
          <p:spPr>
            <a:xfrm>
              <a:off x="6766867" y="9932442"/>
              <a:ext cx="151932" cy="133117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76" name="矩形 875">
              <a:extLst>
                <a:ext uri="{FF2B5EF4-FFF2-40B4-BE49-F238E27FC236}">
                  <a16:creationId xmlns:a16="http://schemas.microsoft.com/office/drawing/2014/main" id="{49CF4CA5-CF0D-446F-04BF-9298C2D902A1}"/>
                </a:ext>
              </a:extLst>
            </p:cNvPr>
            <p:cNvSpPr/>
            <p:nvPr/>
          </p:nvSpPr>
          <p:spPr>
            <a:xfrm>
              <a:off x="6919893" y="9932442"/>
              <a:ext cx="151932" cy="133117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877" name="组合 876">
            <a:extLst>
              <a:ext uri="{FF2B5EF4-FFF2-40B4-BE49-F238E27FC236}">
                <a16:creationId xmlns:a16="http://schemas.microsoft.com/office/drawing/2014/main" id="{9037A9EF-6AE9-E5D3-D033-29289D8BE135}"/>
              </a:ext>
            </a:extLst>
          </p:cNvPr>
          <p:cNvGrpSpPr/>
          <p:nvPr/>
        </p:nvGrpSpPr>
        <p:grpSpPr>
          <a:xfrm>
            <a:off x="9521276" y="3716563"/>
            <a:ext cx="403556" cy="176292"/>
            <a:chOff x="6766867" y="9932442"/>
            <a:chExt cx="304958" cy="133117"/>
          </a:xfrm>
        </p:grpSpPr>
        <p:sp>
          <p:nvSpPr>
            <p:cNvPr id="878" name="矩形 877">
              <a:extLst>
                <a:ext uri="{FF2B5EF4-FFF2-40B4-BE49-F238E27FC236}">
                  <a16:creationId xmlns:a16="http://schemas.microsoft.com/office/drawing/2014/main" id="{74357933-1C0B-E7C7-B3C8-A3332E616216}"/>
                </a:ext>
              </a:extLst>
            </p:cNvPr>
            <p:cNvSpPr/>
            <p:nvPr/>
          </p:nvSpPr>
          <p:spPr>
            <a:xfrm>
              <a:off x="6766867" y="9932442"/>
              <a:ext cx="151932" cy="133117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79" name="矩形 878">
              <a:extLst>
                <a:ext uri="{FF2B5EF4-FFF2-40B4-BE49-F238E27FC236}">
                  <a16:creationId xmlns:a16="http://schemas.microsoft.com/office/drawing/2014/main" id="{7F67EEF5-8FB0-0B9E-93A9-813702756300}"/>
                </a:ext>
              </a:extLst>
            </p:cNvPr>
            <p:cNvSpPr/>
            <p:nvPr/>
          </p:nvSpPr>
          <p:spPr>
            <a:xfrm>
              <a:off x="6919893" y="9932442"/>
              <a:ext cx="151932" cy="133117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881" name="矩形 880">
            <a:extLst>
              <a:ext uri="{FF2B5EF4-FFF2-40B4-BE49-F238E27FC236}">
                <a16:creationId xmlns:a16="http://schemas.microsoft.com/office/drawing/2014/main" id="{F140AA47-2CB4-BFB7-A73C-69D0E68EFD7A}"/>
              </a:ext>
            </a:extLst>
          </p:cNvPr>
          <p:cNvSpPr/>
          <p:nvPr/>
        </p:nvSpPr>
        <p:spPr>
          <a:xfrm>
            <a:off x="282280" y="5640460"/>
            <a:ext cx="11668471" cy="115353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82" name="流程图: 接点 990">
            <a:extLst>
              <a:ext uri="{FF2B5EF4-FFF2-40B4-BE49-F238E27FC236}">
                <a16:creationId xmlns:a16="http://schemas.microsoft.com/office/drawing/2014/main" id="{23835D23-48A9-D423-024E-AFC7BFEFB246}"/>
              </a:ext>
            </a:extLst>
          </p:cNvPr>
          <p:cNvSpPr/>
          <p:nvPr/>
        </p:nvSpPr>
        <p:spPr>
          <a:xfrm>
            <a:off x="8019945" y="1891507"/>
            <a:ext cx="324675" cy="322149"/>
          </a:xfrm>
          <a:prstGeom prst="flowChartConnector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zh-CN" altLang="en-US" sz="1600" dirty="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83" name="流程图: 接点 701">
            <a:extLst>
              <a:ext uri="{FF2B5EF4-FFF2-40B4-BE49-F238E27FC236}">
                <a16:creationId xmlns:a16="http://schemas.microsoft.com/office/drawing/2014/main" id="{DD6244AA-338B-57C0-3FB7-C95589643E2B}"/>
              </a:ext>
            </a:extLst>
          </p:cNvPr>
          <p:cNvSpPr/>
          <p:nvPr/>
        </p:nvSpPr>
        <p:spPr>
          <a:xfrm>
            <a:off x="8018398" y="1499308"/>
            <a:ext cx="324675" cy="322149"/>
          </a:xfrm>
          <a:prstGeom prst="flowChartConnector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endParaRPr lang="zh-CN" altLang="en-US" sz="1600" dirty="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884" name="组合 883">
            <a:extLst>
              <a:ext uri="{FF2B5EF4-FFF2-40B4-BE49-F238E27FC236}">
                <a16:creationId xmlns:a16="http://schemas.microsoft.com/office/drawing/2014/main" id="{C994692C-A10A-5D9D-41AD-91E909A02113}"/>
              </a:ext>
            </a:extLst>
          </p:cNvPr>
          <p:cNvGrpSpPr/>
          <p:nvPr/>
        </p:nvGrpSpPr>
        <p:grpSpPr>
          <a:xfrm>
            <a:off x="7487528" y="1560467"/>
            <a:ext cx="403556" cy="176292"/>
            <a:chOff x="6766867" y="9932442"/>
            <a:chExt cx="304958" cy="133117"/>
          </a:xfrm>
        </p:grpSpPr>
        <p:sp>
          <p:nvSpPr>
            <p:cNvPr id="885" name="矩形 884">
              <a:extLst>
                <a:ext uri="{FF2B5EF4-FFF2-40B4-BE49-F238E27FC236}">
                  <a16:creationId xmlns:a16="http://schemas.microsoft.com/office/drawing/2014/main" id="{BD5C7FCA-3006-096F-94EA-6058EC54EB06}"/>
                </a:ext>
              </a:extLst>
            </p:cNvPr>
            <p:cNvSpPr/>
            <p:nvPr/>
          </p:nvSpPr>
          <p:spPr>
            <a:xfrm>
              <a:off x="6766867" y="9932442"/>
              <a:ext cx="151932" cy="133117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86" name="矩形 885">
              <a:extLst>
                <a:ext uri="{FF2B5EF4-FFF2-40B4-BE49-F238E27FC236}">
                  <a16:creationId xmlns:a16="http://schemas.microsoft.com/office/drawing/2014/main" id="{452F7AEF-1FC4-9399-36A6-A2949B4B2680}"/>
                </a:ext>
              </a:extLst>
            </p:cNvPr>
            <p:cNvSpPr/>
            <p:nvPr/>
          </p:nvSpPr>
          <p:spPr>
            <a:xfrm>
              <a:off x="6919893" y="9932442"/>
              <a:ext cx="151932" cy="133117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887" name="组合 886">
            <a:extLst>
              <a:ext uri="{FF2B5EF4-FFF2-40B4-BE49-F238E27FC236}">
                <a16:creationId xmlns:a16="http://schemas.microsoft.com/office/drawing/2014/main" id="{B66931B6-9DD1-49F5-1C43-48831C4DA81C}"/>
              </a:ext>
            </a:extLst>
          </p:cNvPr>
          <p:cNvGrpSpPr/>
          <p:nvPr/>
        </p:nvGrpSpPr>
        <p:grpSpPr>
          <a:xfrm>
            <a:off x="7488224" y="1950548"/>
            <a:ext cx="403556" cy="176292"/>
            <a:chOff x="6766867" y="9932442"/>
            <a:chExt cx="304958" cy="133117"/>
          </a:xfrm>
        </p:grpSpPr>
        <p:sp>
          <p:nvSpPr>
            <p:cNvPr id="888" name="矩形 887">
              <a:extLst>
                <a:ext uri="{FF2B5EF4-FFF2-40B4-BE49-F238E27FC236}">
                  <a16:creationId xmlns:a16="http://schemas.microsoft.com/office/drawing/2014/main" id="{0B2114B7-B1AF-E797-BC61-81468FFC7325}"/>
                </a:ext>
              </a:extLst>
            </p:cNvPr>
            <p:cNvSpPr/>
            <p:nvPr/>
          </p:nvSpPr>
          <p:spPr>
            <a:xfrm>
              <a:off x="6766867" y="9932442"/>
              <a:ext cx="151932" cy="133117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89" name="矩形 888">
              <a:extLst>
                <a:ext uri="{FF2B5EF4-FFF2-40B4-BE49-F238E27FC236}">
                  <a16:creationId xmlns:a16="http://schemas.microsoft.com/office/drawing/2014/main" id="{7414785A-8753-0006-2DD0-4BAA25F94E98}"/>
                </a:ext>
              </a:extLst>
            </p:cNvPr>
            <p:cNvSpPr/>
            <p:nvPr/>
          </p:nvSpPr>
          <p:spPr>
            <a:xfrm>
              <a:off x="6919893" y="9932442"/>
              <a:ext cx="151932" cy="133117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890" name="流程图: 接点 992">
            <a:extLst>
              <a:ext uri="{FF2B5EF4-FFF2-40B4-BE49-F238E27FC236}">
                <a16:creationId xmlns:a16="http://schemas.microsoft.com/office/drawing/2014/main" id="{1AA240E8-8114-53A6-67B5-25B654147625}"/>
              </a:ext>
            </a:extLst>
          </p:cNvPr>
          <p:cNvSpPr/>
          <p:nvPr/>
        </p:nvSpPr>
        <p:spPr>
          <a:xfrm>
            <a:off x="8022793" y="4324639"/>
            <a:ext cx="324675" cy="322149"/>
          </a:xfrm>
          <a:prstGeom prst="flowChartConnector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lang="zh-CN" altLang="en-US" sz="1600" dirty="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91" name="流程图: 接点 993">
            <a:extLst>
              <a:ext uri="{FF2B5EF4-FFF2-40B4-BE49-F238E27FC236}">
                <a16:creationId xmlns:a16="http://schemas.microsoft.com/office/drawing/2014/main" id="{2625A447-5933-4338-C60E-BB06410DC71F}"/>
              </a:ext>
            </a:extLst>
          </p:cNvPr>
          <p:cNvSpPr/>
          <p:nvPr/>
        </p:nvSpPr>
        <p:spPr>
          <a:xfrm>
            <a:off x="8022793" y="3925867"/>
            <a:ext cx="324675" cy="322149"/>
          </a:xfrm>
          <a:prstGeom prst="flowChartConnector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zh-CN" altLang="en-US" sz="1600" dirty="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892" name="组合 891">
            <a:extLst>
              <a:ext uri="{FF2B5EF4-FFF2-40B4-BE49-F238E27FC236}">
                <a16:creationId xmlns:a16="http://schemas.microsoft.com/office/drawing/2014/main" id="{5BCA11FE-A868-CCC7-6B62-35B806C3A9ED}"/>
              </a:ext>
            </a:extLst>
          </p:cNvPr>
          <p:cNvGrpSpPr/>
          <p:nvPr/>
        </p:nvGrpSpPr>
        <p:grpSpPr>
          <a:xfrm>
            <a:off x="7471417" y="4033995"/>
            <a:ext cx="403556" cy="176292"/>
            <a:chOff x="6766867" y="9932442"/>
            <a:chExt cx="304958" cy="133117"/>
          </a:xfrm>
        </p:grpSpPr>
        <p:sp>
          <p:nvSpPr>
            <p:cNvPr id="893" name="矩形 892">
              <a:extLst>
                <a:ext uri="{FF2B5EF4-FFF2-40B4-BE49-F238E27FC236}">
                  <a16:creationId xmlns:a16="http://schemas.microsoft.com/office/drawing/2014/main" id="{62FAE0B1-771B-49A7-95AF-0D1351137EFA}"/>
                </a:ext>
              </a:extLst>
            </p:cNvPr>
            <p:cNvSpPr/>
            <p:nvPr/>
          </p:nvSpPr>
          <p:spPr>
            <a:xfrm>
              <a:off x="6766867" y="9932442"/>
              <a:ext cx="151932" cy="133117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94" name="矩形 893">
              <a:extLst>
                <a:ext uri="{FF2B5EF4-FFF2-40B4-BE49-F238E27FC236}">
                  <a16:creationId xmlns:a16="http://schemas.microsoft.com/office/drawing/2014/main" id="{7F0D7E26-8D49-2478-1D78-573EB45C2E7F}"/>
                </a:ext>
              </a:extLst>
            </p:cNvPr>
            <p:cNvSpPr/>
            <p:nvPr/>
          </p:nvSpPr>
          <p:spPr>
            <a:xfrm>
              <a:off x="6919893" y="9932442"/>
              <a:ext cx="151932" cy="133117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895" name="组合 894">
            <a:extLst>
              <a:ext uri="{FF2B5EF4-FFF2-40B4-BE49-F238E27FC236}">
                <a16:creationId xmlns:a16="http://schemas.microsoft.com/office/drawing/2014/main" id="{CEAF15E5-89CC-6C86-BBB1-BFDF949E3FBF}"/>
              </a:ext>
            </a:extLst>
          </p:cNvPr>
          <p:cNvGrpSpPr/>
          <p:nvPr/>
        </p:nvGrpSpPr>
        <p:grpSpPr>
          <a:xfrm>
            <a:off x="7472113" y="4424075"/>
            <a:ext cx="403556" cy="176292"/>
            <a:chOff x="6766867" y="9932442"/>
            <a:chExt cx="304958" cy="133117"/>
          </a:xfrm>
        </p:grpSpPr>
        <p:sp>
          <p:nvSpPr>
            <p:cNvPr id="896" name="矩形 895">
              <a:extLst>
                <a:ext uri="{FF2B5EF4-FFF2-40B4-BE49-F238E27FC236}">
                  <a16:creationId xmlns:a16="http://schemas.microsoft.com/office/drawing/2014/main" id="{C97AB811-2C35-0E5B-5978-6E1619723265}"/>
                </a:ext>
              </a:extLst>
            </p:cNvPr>
            <p:cNvSpPr/>
            <p:nvPr/>
          </p:nvSpPr>
          <p:spPr>
            <a:xfrm>
              <a:off x="6766867" y="9932442"/>
              <a:ext cx="151932" cy="133117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97" name="矩形 896">
              <a:extLst>
                <a:ext uri="{FF2B5EF4-FFF2-40B4-BE49-F238E27FC236}">
                  <a16:creationId xmlns:a16="http://schemas.microsoft.com/office/drawing/2014/main" id="{AC9BA029-6091-9D09-D2A4-048184A14D7D}"/>
                </a:ext>
              </a:extLst>
            </p:cNvPr>
            <p:cNvSpPr/>
            <p:nvPr/>
          </p:nvSpPr>
          <p:spPr>
            <a:xfrm>
              <a:off x="6919893" y="9932442"/>
              <a:ext cx="151932" cy="133117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52" name="文本框 51">
            <a:extLst>
              <a:ext uri="{FF2B5EF4-FFF2-40B4-BE49-F238E27FC236}">
                <a16:creationId xmlns:a16="http://schemas.microsoft.com/office/drawing/2014/main" id="{40D2ACFE-ABEB-63E2-B797-6F84CF66CE2E}"/>
              </a:ext>
            </a:extLst>
          </p:cNvPr>
          <p:cNvSpPr txBox="1"/>
          <p:nvPr/>
        </p:nvSpPr>
        <p:spPr>
          <a:xfrm>
            <a:off x="6174745" y="2813682"/>
            <a:ext cx="914954" cy="369332"/>
          </a:xfrm>
          <a:prstGeom prst="rect">
            <a:avLst/>
          </a:prstGeom>
          <a:solidFill>
            <a:srgbClr val="F8CBAD"/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T Task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3" name="直接箭头连接符 52">
            <a:extLst>
              <a:ext uri="{FF2B5EF4-FFF2-40B4-BE49-F238E27FC236}">
                <a16:creationId xmlns:a16="http://schemas.microsoft.com/office/drawing/2014/main" id="{99F65AFC-995D-4EA5-20F3-3BA1F5CB12BD}"/>
              </a:ext>
            </a:extLst>
          </p:cNvPr>
          <p:cNvCxnSpPr>
            <a:cxnSpLocks/>
          </p:cNvCxnSpPr>
          <p:nvPr/>
        </p:nvCxnSpPr>
        <p:spPr>
          <a:xfrm flipH="1">
            <a:off x="9933005" y="2411137"/>
            <a:ext cx="13498" cy="4009707"/>
          </a:xfrm>
          <a:prstGeom prst="straightConnector1">
            <a:avLst/>
          </a:prstGeom>
          <a:ln w="57150" cap="rnd">
            <a:solidFill>
              <a:schemeClr val="accent1"/>
            </a:solidFill>
            <a:round/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7" name="文本框 56">
            <a:extLst>
              <a:ext uri="{FF2B5EF4-FFF2-40B4-BE49-F238E27FC236}">
                <a16:creationId xmlns:a16="http://schemas.microsoft.com/office/drawing/2014/main" id="{C855DAB0-F96D-547A-3380-9EA061C23955}"/>
              </a:ext>
            </a:extLst>
          </p:cNvPr>
          <p:cNvSpPr txBox="1"/>
          <p:nvPr/>
        </p:nvSpPr>
        <p:spPr>
          <a:xfrm>
            <a:off x="10386240" y="2813682"/>
            <a:ext cx="914954" cy="369332"/>
          </a:xfrm>
          <a:prstGeom prst="rect">
            <a:avLst/>
          </a:prstGeom>
          <a:solidFill>
            <a:srgbClr val="BDD7EE"/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 Task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3CAD13AC-AE47-9805-B42C-36A18B3BA272}"/>
              </a:ext>
            </a:extLst>
          </p:cNvPr>
          <p:cNvSpPr txBox="1"/>
          <p:nvPr/>
        </p:nvSpPr>
        <p:spPr>
          <a:xfrm>
            <a:off x="2637201" y="2999297"/>
            <a:ext cx="5296339" cy="400110"/>
          </a:xfrm>
          <a:prstGeom prst="rect">
            <a:avLst/>
          </a:prstGeom>
          <a:solidFill>
            <a:schemeClr val="bg1"/>
          </a:solidFill>
          <a:ln w="19050">
            <a:solidFill>
              <a:srgbClr val="FF0000"/>
            </a:solidFill>
            <a:prstDash val="solid"/>
          </a:ln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rgbClr val="FF0000"/>
                </a:solidFill>
              </a:rPr>
              <a:t>Inter-GPU Graph Partition </a:t>
            </a:r>
            <a:r>
              <a:rPr lang="en-US" altLang="zh-CN" sz="2000" dirty="0">
                <a:solidFill>
                  <a:srgbClr val="FF0000"/>
                </a:solidFill>
                <a:sym typeface="Wingdings" panose="05000000000000000000" pitchFamily="2" charset="2"/>
              </a:rPr>
              <a:t> Vertex Dependency</a:t>
            </a:r>
            <a:endParaRPr lang="zh-CN" altLang="en-US" sz="2000" dirty="0">
              <a:solidFill>
                <a:srgbClr val="FF0000"/>
              </a:solidFill>
            </a:endParaRPr>
          </a:p>
        </p:txBody>
      </p:sp>
      <p:sp>
        <p:nvSpPr>
          <p:cNvPr id="55" name="箭头: 右 1121">
            <a:extLst>
              <a:ext uri="{FF2B5EF4-FFF2-40B4-BE49-F238E27FC236}">
                <a16:creationId xmlns:a16="http://schemas.microsoft.com/office/drawing/2014/main" id="{5F8D0E5D-B8CE-B709-A8EB-944BDEA0E4A4}"/>
              </a:ext>
            </a:extLst>
          </p:cNvPr>
          <p:cNvSpPr/>
          <p:nvPr/>
        </p:nvSpPr>
        <p:spPr>
          <a:xfrm rot="3284621">
            <a:off x="3899366" y="3523232"/>
            <a:ext cx="349319" cy="218689"/>
          </a:xfrm>
          <a:prstGeom prst="rightArrow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箭头: 右 1121">
            <a:extLst>
              <a:ext uri="{FF2B5EF4-FFF2-40B4-BE49-F238E27FC236}">
                <a16:creationId xmlns:a16="http://schemas.microsoft.com/office/drawing/2014/main" id="{1C1E08D6-72F9-D035-D092-CB0FE953C257}"/>
              </a:ext>
            </a:extLst>
          </p:cNvPr>
          <p:cNvSpPr/>
          <p:nvPr/>
        </p:nvSpPr>
        <p:spPr>
          <a:xfrm rot="18843878">
            <a:off x="3892226" y="2616014"/>
            <a:ext cx="349319" cy="218689"/>
          </a:xfrm>
          <a:prstGeom prst="rightArrow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551F2763-E0C7-66B2-A30E-DFCC91D41A3E}"/>
              </a:ext>
            </a:extLst>
          </p:cNvPr>
          <p:cNvSpPr txBox="1"/>
          <p:nvPr/>
        </p:nvSpPr>
        <p:spPr>
          <a:xfrm>
            <a:off x="8132559" y="5713448"/>
            <a:ext cx="1798887" cy="707886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b="1" dirty="0">
                <a:solidFill>
                  <a:schemeClr val="accent4">
                    <a:lumMod val="75000"/>
                  </a:schemeClr>
                </a:solidFill>
                <a:cs typeface="Arial" panose="020B0604020202020204" pitchFamily="34" charset="0"/>
              </a:rPr>
              <a:t>Neighbor Replication</a:t>
            </a:r>
            <a:endParaRPr lang="zh-CN" altLang="en-US" sz="2000" b="1" dirty="0">
              <a:solidFill>
                <a:schemeClr val="accent4">
                  <a:lumMod val="75000"/>
                </a:schemeClr>
              </a:solidFill>
              <a:cs typeface="Arial" panose="020B0604020202020204" pitchFamily="34" charset="0"/>
            </a:endParaRP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559F3843-5FD4-0C4D-AF29-8C869F7EEA6D}"/>
              </a:ext>
            </a:extLst>
          </p:cNvPr>
          <p:cNvSpPr txBox="1"/>
          <p:nvPr/>
        </p:nvSpPr>
        <p:spPr>
          <a:xfrm>
            <a:off x="6190255" y="5713448"/>
            <a:ext cx="1798887" cy="707886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b="1" i="0" dirty="0">
                <a:solidFill>
                  <a:schemeClr val="accent2"/>
                </a:solidFill>
                <a:cs typeface="Arial" panose="020B0604020202020204" pitchFamily="34" charset="0"/>
              </a:rPr>
              <a:t>Intermediate</a:t>
            </a:r>
            <a:r>
              <a:rPr lang="zh-CN" altLang="en-US" sz="2000" b="1" dirty="0">
                <a:solidFill>
                  <a:schemeClr val="accent2"/>
                </a:solidFill>
                <a:cs typeface="Arial" panose="020B0604020202020204" pitchFamily="34" charset="0"/>
              </a:rPr>
              <a:t> </a:t>
            </a:r>
            <a:r>
              <a:rPr lang="en-US" altLang="zh-CN" sz="2000" b="1" dirty="0">
                <a:solidFill>
                  <a:schemeClr val="accent2"/>
                </a:solidFill>
                <a:cs typeface="Arial" panose="020B0604020202020204" pitchFamily="34" charset="0"/>
              </a:rPr>
              <a:t>Data</a:t>
            </a:r>
            <a:endParaRPr lang="zh-CN" altLang="en-US" sz="2000" b="1" dirty="0">
              <a:solidFill>
                <a:schemeClr val="accent2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817837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288000" y="0"/>
            <a:ext cx="11164860" cy="141763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badi" panose="020B0604020202020204" pitchFamily="34" charset="0"/>
                <a:sym typeface="+mn-ea"/>
              </a:rPr>
              <a:t>Multi-GPU GNN Systems with Data Parallelism</a:t>
            </a:r>
            <a:endParaRPr lang="en-US" altLang="zh-CN" sz="3600" dirty="0">
              <a:latin typeface="Century Gothic" panose="020B050202020202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5" name="Rectangle 10"/>
          <p:cNvSpPr/>
          <p:nvPr/>
        </p:nvSpPr>
        <p:spPr>
          <a:xfrm>
            <a:off x="0" y="420787"/>
            <a:ext cx="288000" cy="57606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709CA35-E3F2-8BFB-A5B2-4DB572AEBBDF}"/>
              </a:ext>
            </a:extLst>
          </p:cNvPr>
          <p:cNvSpPr txBox="1"/>
          <p:nvPr/>
        </p:nvSpPr>
        <p:spPr>
          <a:xfrm>
            <a:off x="1558875" y="3539753"/>
            <a:ext cx="1088070" cy="400111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cs typeface="Arial" panose="020B0604020202020204" pitchFamily="34" charset="0"/>
              </a:rPr>
              <a:t>Graph</a:t>
            </a:r>
            <a:endParaRPr lang="zh-CN" altLang="en-US" sz="2000" b="1" dirty="0">
              <a:cs typeface="Arial" panose="020B0604020202020204" pitchFamily="34" charset="0"/>
            </a:endParaRP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B39A61F0-CCEA-47ED-52A7-1F966E022291}"/>
              </a:ext>
            </a:extLst>
          </p:cNvPr>
          <p:cNvSpPr/>
          <p:nvPr/>
        </p:nvSpPr>
        <p:spPr>
          <a:xfrm rot="5400000">
            <a:off x="2159528" y="2411057"/>
            <a:ext cx="323707" cy="323867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cs typeface="Arial" panose="020B0604020202020204" pitchFamily="34" charset="0"/>
              </a:rPr>
              <a:t>1</a:t>
            </a:r>
            <a:endParaRPr lang="zh-CN" altLang="en-US" sz="2400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FE8434F3-0B5B-1C4E-F302-A2502BCA608E}"/>
              </a:ext>
            </a:extLst>
          </p:cNvPr>
          <p:cNvSpPr/>
          <p:nvPr/>
        </p:nvSpPr>
        <p:spPr>
          <a:xfrm rot="5400000">
            <a:off x="2159528" y="3113846"/>
            <a:ext cx="323707" cy="323867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cs typeface="Arial" panose="020B0604020202020204" pitchFamily="34" charset="0"/>
              </a:rPr>
              <a:t>3</a:t>
            </a:r>
            <a:endParaRPr lang="zh-CN" altLang="en-US" sz="2400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005EA1F2-F4B4-4599-5060-A9A45AB8C69E}"/>
              </a:ext>
            </a:extLst>
          </p:cNvPr>
          <p:cNvSpPr/>
          <p:nvPr/>
        </p:nvSpPr>
        <p:spPr>
          <a:xfrm rot="5400000">
            <a:off x="1497554" y="2411057"/>
            <a:ext cx="323707" cy="323867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cs typeface="Arial" panose="020B0604020202020204" pitchFamily="34" charset="0"/>
              </a:rPr>
              <a:t>0</a:t>
            </a:r>
            <a:endParaRPr lang="zh-CN" altLang="en-US" sz="2400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D732ED16-3C19-3C6F-1602-6C25C988DEAE}"/>
              </a:ext>
            </a:extLst>
          </p:cNvPr>
          <p:cNvSpPr/>
          <p:nvPr/>
        </p:nvSpPr>
        <p:spPr>
          <a:xfrm rot="5400000">
            <a:off x="1497554" y="3113846"/>
            <a:ext cx="323707" cy="323867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cs typeface="Arial" panose="020B0604020202020204" pitchFamily="34" charset="0"/>
              </a:rPr>
              <a:t>2</a:t>
            </a:r>
            <a:endParaRPr lang="zh-CN" altLang="en-US" sz="2400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cxnSp>
        <p:nvCxnSpPr>
          <p:cNvPr id="10" name="直接连接符 781">
            <a:extLst>
              <a:ext uri="{FF2B5EF4-FFF2-40B4-BE49-F238E27FC236}">
                <a16:creationId xmlns:a16="http://schemas.microsoft.com/office/drawing/2014/main" id="{DB3AC2ED-3837-698E-C23B-16E9710CF8CC}"/>
              </a:ext>
            </a:extLst>
          </p:cNvPr>
          <p:cNvCxnSpPr>
            <a:cxnSpLocks/>
          </p:cNvCxnSpPr>
          <p:nvPr/>
        </p:nvCxnSpPr>
        <p:spPr>
          <a:xfrm flipH="1">
            <a:off x="1822802" y="2572983"/>
            <a:ext cx="32824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直接连接符 786">
            <a:extLst>
              <a:ext uri="{FF2B5EF4-FFF2-40B4-BE49-F238E27FC236}">
                <a16:creationId xmlns:a16="http://schemas.microsoft.com/office/drawing/2014/main" id="{9303225E-C395-7D69-D6AD-EA9B4C2E8382}"/>
              </a:ext>
            </a:extLst>
          </p:cNvPr>
          <p:cNvCxnSpPr>
            <a:cxnSpLocks/>
          </p:cNvCxnSpPr>
          <p:nvPr/>
        </p:nvCxnSpPr>
        <p:spPr>
          <a:xfrm>
            <a:off x="1659408" y="2734845"/>
            <a:ext cx="0" cy="37908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矩形 11">
            <a:extLst>
              <a:ext uri="{FF2B5EF4-FFF2-40B4-BE49-F238E27FC236}">
                <a16:creationId xmlns:a16="http://schemas.microsoft.com/office/drawing/2014/main" id="{3581CD8E-1448-B19F-1B68-0D1F9C367782}"/>
              </a:ext>
            </a:extLst>
          </p:cNvPr>
          <p:cNvSpPr/>
          <p:nvPr/>
        </p:nvSpPr>
        <p:spPr>
          <a:xfrm rot="5400000" flipH="1">
            <a:off x="934264" y="2322714"/>
            <a:ext cx="241954" cy="20543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52243E9-9892-C726-FCF6-84FAA3C18CA9}"/>
              </a:ext>
            </a:extLst>
          </p:cNvPr>
          <p:cNvSpPr/>
          <p:nvPr/>
        </p:nvSpPr>
        <p:spPr>
          <a:xfrm rot="5400000" flipH="1">
            <a:off x="728840" y="2322720"/>
            <a:ext cx="241951" cy="20543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71D65AA-0D66-B1CE-794D-EDB53C4B4479}"/>
              </a:ext>
            </a:extLst>
          </p:cNvPr>
          <p:cNvSpPr/>
          <p:nvPr/>
        </p:nvSpPr>
        <p:spPr>
          <a:xfrm rot="5400000" flipH="1">
            <a:off x="523408" y="2322723"/>
            <a:ext cx="241940" cy="20543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7D538AF-2F37-F0C4-3391-FE716A53A645}"/>
              </a:ext>
            </a:extLst>
          </p:cNvPr>
          <p:cNvSpPr/>
          <p:nvPr/>
        </p:nvSpPr>
        <p:spPr>
          <a:xfrm rot="5400000" flipH="1">
            <a:off x="317984" y="2322725"/>
            <a:ext cx="241940" cy="20543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613B9B69-EA97-BA51-0064-3909B61B0E0B}"/>
              </a:ext>
            </a:extLst>
          </p:cNvPr>
          <p:cNvSpPr/>
          <p:nvPr/>
        </p:nvSpPr>
        <p:spPr>
          <a:xfrm rot="5400000" flipH="1">
            <a:off x="934264" y="2618608"/>
            <a:ext cx="241954" cy="20543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F7C119F-79DE-4DCF-CB2C-DE3966EAD8E3}"/>
              </a:ext>
            </a:extLst>
          </p:cNvPr>
          <p:cNvSpPr/>
          <p:nvPr/>
        </p:nvSpPr>
        <p:spPr>
          <a:xfrm rot="5400000" flipH="1">
            <a:off x="728840" y="2618614"/>
            <a:ext cx="241951" cy="20543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89C482D-C736-3728-0BD3-D8E99212461A}"/>
              </a:ext>
            </a:extLst>
          </p:cNvPr>
          <p:cNvSpPr/>
          <p:nvPr/>
        </p:nvSpPr>
        <p:spPr>
          <a:xfrm rot="5400000" flipH="1">
            <a:off x="523408" y="2618618"/>
            <a:ext cx="241940" cy="20543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4BAA7583-B719-73E9-C06F-423CEF037D97}"/>
              </a:ext>
            </a:extLst>
          </p:cNvPr>
          <p:cNvSpPr/>
          <p:nvPr/>
        </p:nvSpPr>
        <p:spPr>
          <a:xfrm rot="5400000" flipH="1">
            <a:off x="317984" y="2618619"/>
            <a:ext cx="241940" cy="20543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B8A4FA2E-FE10-87C7-837A-AAE05A399BE5}"/>
              </a:ext>
            </a:extLst>
          </p:cNvPr>
          <p:cNvSpPr/>
          <p:nvPr/>
        </p:nvSpPr>
        <p:spPr>
          <a:xfrm rot="5400000" flipH="1">
            <a:off x="934264" y="3012260"/>
            <a:ext cx="241954" cy="20543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023EDA8C-50B1-FBB7-6C2E-A5114686966E}"/>
              </a:ext>
            </a:extLst>
          </p:cNvPr>
          <p:cNvSpPr/>
          <p:nvPr/>
        </p:nvSpPr>
        <p:spPr>
          <a:xfrm rot="5400000" flipH="1">
            <a:off x="728840" y="3012267"/>
            <a:ext cx="241951" cy="20543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F3962B14-3F48-92EC-90B0-7C33B574C1A9}"/>
              </a:ext>
            </a:extLst>
          </p:cNvPr>
          <p:cNvSpPr/>
          <p:nvPr/>
        </p:nvSpPr>
        <p:spPr>
          <a:xfrm rot="5400000" flipH="1">
            <a:off x="523408" y="3012270"/>
            <a:ext cx="241940" cy="20543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003F67E9-08F6-1BD1-E2B1-9CFBE06E56A4}"/>
              </a:ext>
            </a:extLst>
          </p:cNvPr>
          <p:cNvSpPr/>
          <p:nvPr/>
        </p:nvSpPr>
        <p:spPr>
          <a:xfrm rot="5400000" flipH="1">
            <a:off x="317984" y="3012271"/>
            <a:ext cx="241940" cy="20543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8BDF58AD-3195-EC7A-2898-F9B2B6CC2FA3}"/>
              </a:ext>
            </a:extLst>
          </p:cNvPr>
          <p:cNvSpPr/>
          <p:nvPr/>
        </p:nvSpPr>
        <p:spPr>
          <a:xfrm rot="5400000" flipH="1">
            <a:off x="934264" y="3308155"/>
            <a:ext cx="241954" cy="20543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D2773DE6-85D0-A06A-6904-1BEDB52E2868}"/>
              </a:ext>
            </a:extLst>
          </p:cNvPr>
          <p:cNvSpPr/>
          <p:nvPr/>
        </p:nvSpPr>
        <p:spPr>
          <a:xfrm rot="5400000" flipH="1">
            <a:off x="728840" y="3308161"/>
            <a:ext cx="241951" cy="20543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D93687DD-9D0D-F7CC-0741-6FD0E4C10B4D}"/>
              </a:ext>
            </a:extLst>
          </p:cNvPr>
          <p:cNvSpPr/>
          <p:nvPr/>
        </p:nvSpPr>
        <p:spPr>
          <a:xfrm rot="5400000" flipH="1">
            <a:off x="523408" y="3308164"/>
            <a:ext cx="241940" cy="20543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FC1B7654-C154-821A-F35D-EA4FB15E19F5}"/>
              </a:ext>
            </a:extLst>
          </p:cNvPr>
          <p:cNvSpPr/>
          <p:nvPr/>
        </p:nvSpPr>
        <p:spPr>
          <a:xfrm rot="5400000" flipH="1">
            <a:off x="317984" y="3308166"/>
            <a:ext cx="241940" cy="20543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6C1D67B6-D2FF-B109-D2B2-692FA1CF3339}"/>
              </a:ext>
            </a:extLst>
          </p:cNvPr>
          <p:cNvSpPr txBox="1"/>
          <p:nvPr/>
        </p:nvSpPr>
        <p:spPr>
          <a:xfrm>
            <a:off x="266734" y="3539753"/>
            <a:ext cx="1071288" cy="400111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cs typeface="Arial" panose="020B0604020202020204" pitchFamily="34" charset="0"/>
              </a:rPr>
              <a:t>Feature</a:t>
            </a:r>
            <a:endParaRPr lang="zh-CN" altLang="en-US" sz="2000" b="1" dirty="0">
              <a:cs typeface="Arial" panose="020B0604020202020204" pitchFamily="34" charset="0"/>
            </a:endParaRPr>
          </a:p>
        </p:txBody>
      </p:sp>
      <p:cxnSp>
        <p:nvCxnSpPr>
          <p:cNvPr id="29" name="直接连接符 458">
            <a:extLst>
              <a:ext uri="{FF2B5EF4-FFF2-40B4-BE49-F238E27FC236}">
                <a16:creationId xmlns:a16="http://schemas.microsoft.com/office/drawing/2014/main" id="{DAC8C52F-4119-E7A7-E314-24B55CA85BFB}"/>
              </a:ext>
            </a:extLst>
          </p:cNvPr>
          <p:cNvCxnSpPr>
            <a:cxnSpLocks/>
          </p:cNvCxnSpPr>
          <p:nvPr/>
        </p:nvCxnSpPr>
        <p:spPr>
          <a:xfrm flipV="1">
            <a:off x="2321382" y="2732658"/>
            <a:ext cx="0" cy="38126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直接连接符 461">
            <a:extLst>
              <a:ext uri="{FF2B5EF4-FFF2-40B4-BE49-F238E27FC236}">
                <a16:creationId xmlns:a16="http://schemas.microsoft.com/office/drawing/2014/main" id="{F1650873-22F4-E5CE-9D3D-7C95411A68DB}"/>
              </a:ext>
            </a:extLst>
          </p:cNvPr>
          <p:cNvCxnSpPr>
            <a:cxnSpLocks/>
            <a:stCxn id="7" idx="3"/>
            <a:endCxn id="8" idx="7"/>
          </p:cNvCxnSpPr>
          <p:nvPr/>
        </p:nvCxnSpPr>
        <p:spPr>
          <a:xfrm flipH="1" flipV="1">
            <a:off x="1773912" y="2687439"/>
            <a:ext cx="432966" cy="47389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直接连接符 464">
            <a:extLst>
              <a:ext uri="{FF2B5EF4-FFF2-40B4-BE49-F238E27FC236}">
                <a16:creationId xmlns:a16="http://schemas.microsoft.com/office/drawing/2014/main" id="{26FDE370-8104-0FB5-18EA-6B201C1A8426}"/>
              </a:ext>
            </a:extLst>
          </p:cNvPr>
          <p:cNvCxnSpPr>
            <a:cxnSpLocks/>
          </p:cNvCxnSpPr>
          <p:nvPr/>
        </p:nvCxnSpPr>
        <p:spPr>
          <a:xfrm flipH="1">
            <a:off x="1819882" y="3275772"/>
            <a:ext cx="3299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直接连接符 483">
            <a:extLst>
              <a:ext uri="{FF2B5EF4-FFF2-40B4-BE49-F238E27FC236}">
                <a16:creationId xmlns:a16="http://schemas.microsoft.com/office/drawing/2014/main" id="{AFD05B67-E2F5-0A4B-1E5E-06D7C966D580}"/>
              </a:ext>
            </a:extLst>
          </p:cNvPr>
          <p:cNvCxnSpPr>
            <a:cxnSpLocks/>
          </p:cNvCxnSpPr>
          <p:nvPr/>
        </p:nvCxnSpPr>
        <p:spPr>
          <a:xfrm flipH="1">
            <a:off x="221520" y="2916998"/>
            <a:ext cx="2233003" cy="4534"/>
          </a:xfrm>
          <a:prstGeom prst="line">
            <a:avLst/>
          </a:prstGeom>
          <a:ln w="28575">
            <a:solidFill>
              <a:schemeClr val="tx1"/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文本框 33">
            <a:extLst>
              <a:ext uri="{FF2B5EF4-FFF2-40B4-BE49-F238E27FC236}">
                <a16:creationId xmlns:a16="http://schemas.microsoft.com/office/drawing/2014/main" id="{B5B77D80-DB02-E6D6-8740-E194BBB02681}"/>
              </a:ext>
            </a:extLst>
          </p:cNvPr>
          <p:cNvSpPr txBox="1"/>
          <p:nvPr/>
        </p:nvSpPr>
        <p:spPr>
          <a:xfrm>
            <a:off x="2246021" y="1378128"/>
            <a:ext cx="1182662" cy="461665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cs typeface="Arial" panose="020B0604020202020204" pitchFamily="34" charset="0"/>
              </a:rPr>
              <a:t>GPU1</a:t>
            </a:r>
            <a:endParaRPr lang="zh-CN" altLang="en-US" sz="3600" b="1" dirty="0">
              <a:cs typeface="Arial" panose="020B0604020202020204" pitchFamily="34" charset="0"/>
            </a:endParaRPr>
          </a:p>
        </p:txBody>
      </p:sp>
      <p:cxnSp>
        <p:nvCxnSpPr>
          <p:cNvPr id="35" name="直接连接符 953">
            <a:extLst>
              <a:ext uri="{FF2B5EF4-FFF2-40B4-BE49-F238E27FC236}">
                <a16:creationId xmlns:a16="http://schemas.microsoft.com/office/drawing/2014/main" id="{7C8AD6D7-C4BB-4033-F0AB-A7F03B7521FF}"/>
              </a:ext>
            </a:extLst>
          </p:cNvPr>
          <p:cNvCxnSpPr>
            <a:cxnSpLocks/>
          </p:cNvCxnSpPr>
          <p:nvPr/>
        </p:nvCxnSpPr>
        <p:spPr>
          <a:xfrm flipV="1">
            <a:off x="1175682" y="1622243"/>
            <a:ext cx="1036461" cy="392021"/>
          </a:xfrm>
          <a:prstGeom prst="bentConnector3">
            <a:avLst>
              <a:gd name="adj1" fmla="val 771"/>
            </a:avLst>
          </a:prstGeom>
          <a:ln w="28575">
            <a:solidFill>
              <a:schemeClr val="tx1"/>
            </a:solidFill>
            <a:prstDash val="solid"/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直接连接符 953">
            <a:extLst>
              <a:ext uri="{FF2B5EF4-FFF2-40B4-BE49-F238E27FC236}">
                <a16:creationId xmlns:a16="http://schemas.microsoft.com/office/drawing/2014/main" id="{B146A5E1-49C1-BE21-841F-26638414C3E4}"/>
              </a:ext>
            </a:extLst>
          </p:cNvPr>
          <p:cNvCxnSpPr>
            <a:cxnSpLocks/>
          </p:cNvCxnSpPr>
          <p:nvPr/>
        </p:nvCxnSpPr>
        <p:spPr>
          <a:xfrm>
            <a:off x="1153137" y="4036528"/>
            <a:ext cx="1052054" cy="440352"/>
          </a:xfrm>
          <a:prstGeom prst="bentConnector3">
            <a:avLst>
              <a:gd name="adj1" fmla="val 891"/>
            </a:avLst>
          </a:prstGeom>
          <a:ln w="28575">
            <a:solidFill>
              <a:schemeClr val="tx1"/>
            </a:solidFill>
            <a:prstDash val="solid"/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文本框 36">
            <a:extLst>
              <a:ext uri="{FF2B5EF4-FFF2-40B4-BE49-F238E27FC236}">
                <a16:creationId xmlns:a16="http://schemas.microsoft.com/office/drawing/2014/main" id="{249EBF6A-EF98-67F1-7BCF-3B6A5A0688EF}"/>
              </a:ext>
            </a:extLst>
          </p:cNvPr>
          <p:cNvSpPr txBox="1"/>
          <p:nvPr/>
        </p:nvSpPr>
        <p:spPr>
          <a:xfrm>
            <a:off x="2213257" y="4242542"/>
            <a:ext cx="1182662" cy="461665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cs typeface="Arial" panose="020B0604020202020204" pitchFamily="34" charset="0"/>
              </a:rPr>
              <a:t>GPU2</a:t>
            </a:r>
            <a:endParaRPr lang="zh-CN" altLang="en-US" sz="3600" b="1" dirty="0"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5DB06333-BA64-FBE8-5A9B-CC810276AE39}"/>
                  </a:ext>
                </a:extLst>
              </p:cNvPr>
              <p:cNvSpPr txBox="1"/>
              <p:nvPr/>
            </p:nvSpPr>
            <p:spPr>
              <a:xfrm>
                <a:off x="266734" y="3818078"/>
                <a:ext cx="1071288" cy="461665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1" i="1" dirty="0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altLang="zh-CN" sz="2400" b="1" i="1" dirty="0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𝑿</m:t>
                          </m:r>
                        </m:e>
                        <m:sub>
                          <m:r>
                            <a:rPr lang="en-US" altLang="zh-CN" sz="2400" b="1" i="1" dirty="0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𝟎</m:t>
                          </m:r>
                        </m:sub>
                      </m:sSub>
                    </m:oMath>
                  </m:oMathPara>
                </a14:m>
                <a:endParaRPr lang="zh-CN" altLang="en-US" sz="2400" b="1" dirty="0">
                  <a:solidFill>
                    <a:schemeClr val="accent6"/>
                  </a:solidFill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5DB06333-BA64-FBE8-5A9B-CC810276AE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734" y="3818078"/>
                <a:ext cx="1071288" cy="461665"/>
              </a:xfrm>
              <a:prstGeom prst="rect">
                <a:avLst/>
              </a:prstGeom>
              <a:blipFill>
                <a:blip r:embed="rId3"/>
                <a:stretch>
                  <a:fillRect b="-2632"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59" name="文本框 658">
            <a:extLst>
              <a:ext uri="{FF2B5EF4-FFF2-40B4-BE49-F238E27FC236}">
                <a16:creationId xmlns:a16="http://schemas.microsoft.com/office/drawing/2014/main" id="{C3325C92-8017-D209-BA86-E92D3C0460F3}"/>
              </a:ext>
            </a:extLst>
          </p:cNvPr>
          <p:cNvSpPr txBox="1"/>
          <p:nvPr/>
        </p:nvSpPr>
        <p:spPr>
          <a:xfrm>
            <a:off x="241248" y="6064139"/>
            <a:ext cx="3157268" cy="400110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FF0000"/>
                </a:solidFill>
                <a:cs typeface="Arial" panose="020B0604020202020204" pitchFamily="34" charset="0"/>
              </a:rPr>
              <a:t>The Memory of GPU 1</a:t>
            </a:r>
            <a:endParaRPr lang="zh-CN" altLang="en-US" sz="3200" b="1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  <p:grpSp>
        <p:nvGrpSpPr>
          <p:cNvPr id="597" name="组合 596">
            <a:extLst>
              <a:ext uri="{FF2B5EF4-FFF2-40B4-BE49-F238E27FC236}">
                <a16:creationId xmlns:a16="http://schemas.microsoft.com/office/drawing/2014/main" id="{A3AB9EC3-2062-BD90-4223-E74AE1176097}"/>
              </a:ext>
            </a:extLst>
          </p:cNvPr>
          <p:cNvGrpSpPr/>
          <p:nvPr/>
        </p:nvGrpSpPr>
        <p:grpSpPr>
          <a:xfrm>
            <a:off x="3676702" y="6065534"/>
            <a:ext cx="621640" cy="669775"/>
            <a:chOff x="3656357" y="6507685"/>
            <a:chExt cx="621640" cy="669775"/>
          </a:xfrm>
        </p:grpSpPr>
        <p:sp>
          <p:nvSpPr>
            <p:cNvPr id="598" name="矩形 1174">
              <a:extLst>
                <a:ext uri="{FF2B5EF4-FFF2-40B4-BE49-F238E27FC236}">
                  <a16:creationId xmlns:a16="http://schemas.microsoft.com/office/drawing/2014/main" id="{2C73A039-57CE-A483-8347-742AC622A14C}"/>
                </a:ext>
              </a:extLst>
            </p:cNvPr>
            <p:cNvSpPr/>
            <p:nvPr/>
          </p:nvSpPr>
          <p:spPr>
            <a:xfrm rot="10800000">
              <a:off x="3657805" y="7037952"/>
              <a:ext cx="618707" cy="139508"/>
            </a:xfrm>
            <a:custGeom>
              <a:avLst/>
              <a:gdLst>
                <a:gd name="connsiteX0" fmla="*/ 0 w 595706"/>
                <a:gd name="connsiteY0" fmla="*/ 0 h 92965"/>
                <a:gd name="connsiteX1" fmla="*/ 595706 w 595706"/>
                <a:gd name="connsiteY1" fmla="*/ 0 h 92965"/>
                <a:gd name="connsiteX2" fmla="*/ 595706 w 595706"/>
                <a:gd name="connsiteY2" fmla="*/ 92965 h 92965"/>
                <a:gd name="connsiteX3" fmla="*/ 0 w 595706"/>
                <a:gd name="connsiteY3" fmla="*/ 92965 h 92965"/>
                <a:gd name="connsiteX4" fmla="*/ 0 w 595706"/>
                <a:gd name="connsiteY4" fmla="*/ 0 h 92965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131 w 595837"/>
                <a:gd name="connsiteY0" fmla="*/ 0 h 148754"/>
                <a:gd name="connsiteX1" fmla="*/ 595837 w 595837"/>
                <a:gd name="connsiteY1" fmla="*/ 0 h 148754"/>
                <a:gd name="connsiteX2" fmla="*/ 595837 w 595837"/>
                <a:gd name="connsiteY2" fmla="*/ 92965 h 148754"/>
                <a:gd name="connsiteX3" fmla="*/ 131 w 595837"/>
                <a:gd name="connsiteY3" fmla="*/ 148754 h 148754"/>
                <a:gd name="connsiteX4" fmla="*/ 131 w 595837"/>
                <a:gd name="connsiteY4" fmla="*/ 0 h 148754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56571"/>
                <a:gd name="connsiteX1" fmla="*/ 595837 w 595837"/>
                <a:gd name="connsiteY1" fmla="*/ 0 h 156571"/>
                <a:gd name="connsiteX2" fmla="*/ 594316 w 595837"/>
                <a:gd name="connsiteY2" fmla="*/ 141984 h 156571"/>
                <a:gd name="connsiteX3" fmla="*/ 131 w 595837"/>
                <a:gd name="connsiteY3" fmla="*/ 140590 h 156571"/>
                <a:gd name="connsiteX4" fmla="*/ 131 w 595837"/>
                <a:gd name="connsiteY4" fmla="*/ 0 h 156571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0 w 600949"/>
                <a:gd name="connsiteY0" fmla="*/ 0 h 271309"/>
                <a:gd name="connsiteX1" fmla="*/ 600949 w 600949"/>
                <a:gd name="connsiteY1" fmla="*/ 0 h 271309"/>
                <a:gd name="connsiteX2" fmla="*/ 599428 w 600949"/>
                <a:gd name="connsiteY2" fmla="*/ 141984 h 271309"/>
                <a:gd name="connsiteX3" fmla="*/ 3722 w 600949"/>
                <a:gd name="connsiteY3" fmla="*/ 271309 h 271309"/>
                <a:gd name="connsiteX4" fmla="*/ 0 w 600949"/>
                <a:gd name="connsiteY4" fmla="*/ 0 h 271309"/>
                <a:gd name="connsiteX0" fmla="*/ 0 w 599639"/>
                <a:gd name="connsiteY0" fmla="*/ 0 h 271309"/>
                <a:gd name="connsiteX1" fmla="*/ 599639 w 599639"/>
                <a:gd name="connsiteY1" fmla="*/ 0 h 271309"/>
                <a:gd name="connsiteX2" fmla="*/ 599428 w 599639"/>
                <a:gd name="connsiteY2" fmla="*/ 141984 h 271309"/>
                <a:gd name="connsiteX3" fmla="*/ 3722 w 599639"/>
                <a:gd name="connsiteY3" fmla="*/ 271309 h 271309"/>
                <a:gd name="connsiteX4" fmla="*/ 0 w 599639"/>
                <a:gd name="connsiteY4" fmla="*/ 0 h 271309"/>
                <a:gd name="connsiteX0" fmla="*/ 0 w 597018"/>
                <a:gd name="connsiteY0" fmla="*/ 0 h 271309"/>
                <a:gd name="connsiteX1" fmla="*/ 597018 w 597018"/>
                <a:gd name="connsiteY1" fmla="*/ 0 h 271309"/>
                <a:gd name="connsiteX2" fmla="*/ 596807 w 597018"/>
                <a:gd name="connsiteY2" fmla="*/ 141984 h 271309"/>
                <a:gd name="connsiteX3" fmla="*/ 1101 w 597018"/>
                <a:gd name="connsiteY3" fmla="*/ 271309 h 271309"/>
                <a:gd name="connsiteX4" fmla="*/ 0 w 597018"/>
                <a:gd name="connsiteY4" fmla="*/ 0 h 271309"/>
                <a:gd name="connsiteX0" fmla="*/ 0 w 596807"/>
                <a:gd name="connsiteY0" fmla="*/ 0 h 271309"/>
                <a:gd name="connsiteX1" fmla="*/ 591775 w 596807"/>
                <a:gd name="connsiteY1" fmla="*/ 0 h 271309"/>
                <a:gd name="connsiteX2" fmla="*/ 596807 w 596807"/>
                <a:gd name="connsiteY2" fmla="*/ 141984 h 271309"/>
                <a:gd name="connsiteX3" fmla="*/ 1101 w 596807"/>
                <a:gd name="connsiteY3" fmla="*/ 271309 h 271309"/>
                <a:gd name="connsiteX4" fmla="*/ 0 w 596807"/>
                <a:gd name="connsiteY4" fmla="*/ 0 h 271309"/>
                <a:gd name="connsiteX0" fmla="*/ 0 w 596807"/>
                <a:gd name="connsiteY0" fmla="*/ 0 h 271309"/>
                <a:gd name="connsiteX1" fmla="*/ 595708 w 596807"/>
                <a:gd name="connsiteY1" fmla="*/ 0 h 271309"/>
                <a:gd name="connsiteX2" fmla="*/ 596807 w 596807"/>
                <a:gd name="connsiteY2" fmla="*/ 141984 h 271309"/>
                <a:gd name="connsiteX3" fmla="*/ 1101 w 596807"/>
                <a:gd name="connsiteY3" fmla="*/ 271309 h 271309"/>
                <a:gd name="connsiteX4" fmla="*/ 0 w 596807"/>
                <a:gd name="connsiteY4" fmla="*/ 0 h 271309"/>
                <a:gd name="connsiteX0" fmla="*/ 0 w 595708"/>
                <a:gd name="connsiteY0" fmla="*/ 0 h 271309"/>
                <a:gd name="connsiteX1" fmla="*/ 595708 w 595708"/>
                <a:gd name="connsiteY1" fmla="*/ 0 h 271309"/>
                <a:gd name="connsiteX2" fmla="*/ 594186 w 595708"/>
                <a:gd name="connsiteY2" fmla="*/ 141985 h 271309"/>
                <a:gd name="connsiteX3" fmla="*/ 1101 w 595708"/>
                <a:gd name="connsiteY3" fmla="*/ 271309 h 271309"/>
                <a:gd name="connsiteX4" fmla="*/ 0 w 595708"/>
                <a:gd name="connsiteY4" fmla="*/ 0 h 271309"/>
                <a:gd name="connsiteX0" fmla="*/ 0 w 596439"/>
                <a:gd name="connsiteY0" fmla="*/ 109083 h 380392"/>
                <a:gd name="connsiteX1" fmla="*/ 595708 w 596439"/>
                <a:gd name="connsiteY1" fmla="*/ 109083 h 380392"/>
                <a:gd name="connsiteX2" fmla="*/ 594186 w 596439"/>
                <a:gd name="connsiteY2" fmla="*/ 251068 h 380392"/>
                <a:gd name="connsiteX3" fmla="*/ 1101 w 596439"/>
                <a:gd name="connsiteY3" fmla="*/ 380392 h 380392"/>
                <a:gd name="connsiteX4" fmla="*/ 0 w 596439"/>
                <a:gd name="connsiteY4" fmla="*/ 109083 h 380392"/>
                <a:gd name="connsiteX0" fmla="*/ 0 w 595708"/>
                <a:gd name="connsiteY0" fmla="*/ 0 h 271309"/>
                <a:gd name="connsiteX1" fmla="*/ 595708 w 595708"/>
                <a:gd name="connsiteY1" fmla="*/ 0 h 271309"/>
                <a:gd name="connsiteX2" fmla="*/ 594186 w 595708"/>
                <a:gd name="connsiteY2" fmla="*/ 141985 h 271309"/>
                <a:gd name="connsiteX3" fmla="*/ 1101 w 595708"/>
                <a:gd name="connsiteY3" fmla="*/ 271309 h 271309"/>
                <a:gd name="connsiteX4" fmla="*/ 0 w 595708"/>
                <a:gd name="connsiteY4" fmla="*/ 0 h 271309"/>
                <a:gd name="connsiteX0" fmla="*/ 0 w 596808"/>
                <a:gd name="connsiteY0" fmla="*/ 0 h 271309"/>
                <a:gd name="connsiteX1" fmla="*/ 595708 w 596808"/>
                <a:gd name="connsiteY1" fmla="*/ 0 h 271309"/>
                <a:gd name="connsiteX2" fmla="*/ 596808 w 596808"/>
                <a:gd name="connsiteY2" fmla="*/ 141985 h 271309"/>
                <a:gd name="connsiteX3" fmla="*/ 1101 w 596808"/>
                <a:gd name="connsiteY3" fmla="*/ 271309 h 271309"/>
                <a:gd name="connsiteX4" fmla="*/ 0 w 596808"/>
                <a:gd name="connsiteY4" fmla="*/ 0 h 271309"/>
                <a:gd name="connsiteX0" fmla="*/ 0 w 596808"/>
                <a:gd name="connsiteY0" fmla="*/ 0 h 271309"/>
                <a:gd name="connsiteX1" fmla="*/ 595708 w 596808"/>
                <a:gd name="connsiteY1" fmla="*/ 0 h 271309"/>
                <a:gd name="connsiteX2" fmla="*/ 596808 w 596808"/>
                <a:gd name="connsiteY2" fmla="*/ 141985 h 271309"/>
                <a:gd name="connsiteX3" fmla="*/ 1101 w 596808"/>
                <a:gd name="connsiteY3" fmla="*/ 271309 h 271309"/>
                <a:gd name="connsiteX4" fmla="*/ 0 w 596808"/>
                <a:gd name="connsiteY4" fmla="*/ 0 h 271309"/>
                <a:gd name="connsiteX0" fmla="*/ 0 w 596808"/>
                <a:gd name="connsiteY0" fmla="*/ 0 h 271309"/>
                <a:gd name="connsiteX1" fmla="*/ 595708 w 596808"/>
                <a:gd name="connsiteY1" fmla="*/ 0 h 271309"/>
                <a:gd name="connsiteX2" fmla="*/ 596808 w 596808"/>
                <a:gd name="connsiteY2" fmla="*/ 141985 h 271309"/>
                <a:gd name="connsiteX3" fmla="*/ 1101 w 596808"/>
                <a:gd name="connsiteY3" fmla="*/ 271309 h 271309"/>
                <a:gd name="connsiteX4" fmla="*/ 0 w 596808"/>
                <a:gd name="connsiteY4" fmla="*/ 0 h 271309"/>
                <a:gd name="connsiteX0" fmla="*/ 0 w 595708"/>
                <a:gd name="connsiteY0" fmla="*/ 0 h 271309"/>
                <a:gd name="connsiteX1" fmla="*/ 595708 w 595708"/>
                <a:gd name="connsiteY1" fmla="*/ 0 h 271309"/>
                <a:gd name="connsiteX2" fmla="*/ 594186 w 595708"/>
                <a:gd name="connsiteY2" fmla="*/ 141985 h 271309"/>
                <a:gd name="connsiteX3" fmla="*/ 1101 w 595708"/>
                <a:gd name="connsiteY3" fmla="*/ 271309 h 271309"/>
                <a:gd name="connsiteX4" fmla="*/ 0 w 595708"/>
                <a:gd name="connsiteY4" fmla="*/ 0 h 271309"/>
                <a:gd name="connsiteX0" fmla="*/ 0 w 595708"/>
                <a:gd name="connsiteY0" fmla="*/ 0 h 271309"/>
                <a:gd name="connsiteX1" fmla="*/ 595708 w 595708"/>
                <a:gd name="connsiteY1" fmla="*/ 0 h 271309"/>
                <a:gd name="connsiteX2" fmla="*/ 594186 w 595708"/>
                <a:gd name="connsiteY2" fmla="*/ 141985 h 271309"/>
                <a:gd name="connsiteX3" fmla="*/ 1101 w 595708"/>
                <a:gd name="connsiteY3" fmla="*/ 271309 h 271309"/>
                <a:gd name="connsiteX4" fmla="*/ 0 w 595708"/>
                <a:gd name="connsiteY4" fmla="*/ 0 h 271309"/>
                <a:gd name="connsiteX0" fmla="*/ 0 w 595936"/>
                <a:gd name="connsiteY0" fmla="*/ 0 h 271309"/>
                <a:gd name="connsiteX1" fmla="*/ 595708 w 595936"/>
                <a:gd name="connsiteY1" fmla="*/ 0 h 271309"/>
                <a:gd name="connsiteX2" fmla="*/ 594186 w 595936"/>
                <a:gd name="connsiteY2" fmla="*/ 141985 h 271309"/>
                <a:gd name="connsiteX3" fmla="*/ 1101 w 595936"/>
                <a:gd name="connsiteY3" fmla="*/ 271309 h 271309"/>
                <a:gd name="connsiteX4" fmla="*/ 0 w 595936"/>
                <a:gd name="connsiteY4" fmla="*/ 0 h 271309"/>
                <a:gd name="connsiteX0" fmla="*/ 319 w 596255"/>
                <a:gd name="connsiteY0" fmla="*/ 0 h 271309"/>
                <a:gd name="connsiteX1" fmla="*/ 596027 w 596255"/>
                <a:gd name="connsiteY1" fmla="*/ 0 h 271309"/>
                <a:gd name="connsiteX2" fmla="*/ 594505 w 596255"/>
                <a:gd name="connsiteY2" fmla="*/ 141985 h 271309"/>
                <a:gd name="connsiteX3" fmla="*/ 110 w 596255"/>
                <a:gd name="connsiteY3" fmla="*/ 271309 h 271309"/>
                <a:gd name="connsiteX4" fmla="*/ 319 w 596255"/>
                <a:gd name="connsiteY4" fmla="*/ 0 h 271309"/>
                <a:gd name="connsiteX0" fmla="*/ 0 w 595936"/>
                <a:gd name="connsiteY0" fmla="*/ 0 h 271309"/>
                <a:gd name="connsiteX1" fmla="*/ 595708 w 595936"/>
                <a:gd name="connsiteY1" fmla="*/ 0 h 271309"/>
                <a:gd name="connsiteX2" fmla="*/ 594186 w 595936"/>
                <a:gd name="connsiteY2" fmla="*/ 141985 h 271309"/>
                <a:gd name="connsiteX3" fmla="*/ 1101 w 595936"/>
                <a:gd name="connsiteY3" fmla="*/ 271309 h 271309"/>
                <a:gd name="connsiteX4" fmla="*/ 0 w 595936"/>
                <a:gd name="connsiteY4" fmla="*/ 0 h 271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5936" h="271309">
                  <a:moveTo>
                    <a:pt x="0" y="0"/>
                  </a:moveTo>
                  <a:lnTo>
                    <a:pt x="595708" y="0"/>
                  </a:lnTo>
                  <a:cubicBezTo>
                    <a:pt x="595708" y="30988"/>
                    <a:pt x="596806" y="39550"/>
                    <a:pt x="594186" y="141985"/>
                  </a:cubicBezTo>
                  <a:cubicBezTo>
                    <a:pt x="404809" y="352086"/>
                    <a:pt x="341643" y="22672"/>
                    <a:pt x="1101" y="271309"/>
                  </a:cubicBezTo>
                  <a:cubicBezTo>
                    <a:pt x="647" y="226260"/>
                    <a:pt x="454" y="45049"/>
                    <a:pt x="0" y="0"/>
                  </a:cubicBez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599" name="组合 598">
              <a:extLst>
                <a:ext uri="{FF2B5EF4-FFF2-40B4-BE49-F238E27FC236}">
                  <a16:creationId xmlns:a16="http://schemas.microsoft.com/office/drawing/2014/main" id="{886584A2-8F14-0343-BBB5-66400C61BE8D}"/>
                </a:ext>
              </a:extLst>
            </p:cNvPr>
            <p:cNvGrpSpPr/>
            <p:nvPr/>
          </p:nvGrpSpPr>
          <p:grpSpPr>
            <a:xfrm>
              <a:off x="3656357" y="6507685"/>
              <a:ext cx="621640" cy="663817"/>
              <a:chOff x="3656357" y="6507685"/>
              <a:chExt cx="621640" cy="663817"/>
            </a:xfrm>
          </p:grpSpPr>
          <p:sp>
            <p:nvSpPr>
              <p:cNvPr id="600" name="矩形 599">
                <a:extLst>
                  <a:ext uri="{FF2B5EF4-FFF2-40B4-BE49-F238E27FC236}">
                    <a16:creationId xmlns:a16="http://schemas.microsoft.com/office/drawing/2014/main" id="{2F6AB136-4DF9-AA70-40CA-8EDCA4A1FE98}"/>
                  </a:ext>
                </a:extLst>
              </p:cNvPr>
              <p:cNvSpPr/>
              <p:nvPr/>
            </p:nvSpPr>
            <p:spPr>
              <a:xfrm>
                <a:off x="3656465" y="6640950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01" name="矩形 600">
                <a:extLst>
                  <a:ext uri="{FF2B5EF4-FFF2-40B4-BE49-F238E27FC236}">
                    <a16:creationId xmlns:a16="http://schemas.microsoft.com/office/drawing/2014/main" id="{C982E763-E1FC-89BD-FB27-F448F1BC94EB}"/>
                  </a:ext>
                </a:extLst>
              </p:cNvPr>
              <p:cNvSpPr/>
              <p:nvPr/>
            </p:nvSpPr>
            <p:spPr>
              <a:xfrm>
                <a:off x="3811875" y="6640950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02" name="矩形 601">
                <a:extLst>
                  <a:ext uri="{FF2B5EF4-FFF2-40B4-BE49-F238E27FC236}">
                    <a16:creationId xmlns:a16="http://schemas.microsoft.com/office/drawing/2014/main" id="{892005E8-9890-7EEE-DF73-CF2E818B6F00}"/>
                  </a:ext>
                </a:extLst>
              </p:cNvPr>
              <p:cNvSpPr/>
              <p:nvPr/>
            </p:nvSpPr>
            <p:spPr>
              <a:xfrm>
                <a:off x="3967285" y="6640950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03" name="矩形 602">
                <a:extLst>
                  <a:ext uri="{FF2B5EF4-FFF2-40B4-BE49-F238E27FC236}">
                    <a16:creationId xmlns:a16="http://schemas.microsoft.com/office/drawing/2014/main" id="{61A23AB9-1225-584B-F902-9B329100B108}"/>
                  </a:ext>
                </a:extLst>
              </p:cNvPr>
              <p:cNvSpPr/>
              <p:nvPr/>
            </p:nvSpPr>
            <p:spPr>
              <a:xfrm>
                <a:off x="4122695" y="6640950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04" name="矩形 603">
                <a:extLst>
                  <a:ext uri="{FF2B5EF4-FFF2-40B4-BE49-F238E27FC236}">
                    <a16:creationId xmlns:a16="http://schemas.microsoft.com/office/drawing/2014/main" id="{B2BB2A90-9AC8-D6F5-61F6-B9FE661445A1}"/>
                  </a:ext>
                </a:extLst>
              </p:cNvPr>
              <p:cNvSpPr/>
              <p:nvPr/>
            </p:nvSpPr>
            <p:spPr>
              <a:xfrm>
                <a:off x="3656465" y="6773574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05" name="矩形 604">
                <a:extLst>
                  <a:ext uri="{FF2B5EF4-FFF2-40B4-BE49-F238E27FC236}">
                    <a16:creationId xmlns:a16="http://schemas.microsoft.com/office/drawing/2014/main" id="{97399F19-77FD-4D0C-89BD-177D20715424}"/>
                  </a:ext>
                </a:extLst>
              </p:cNvPr>
              <p:cNvSpPr/>
              <p:nvPr/>
            </p:nvSpPr>
            <p:spPr>
              <a:xfrm>
                <a:off x="3811875" y="6773574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06" name="矩形 605">
                <a:extLst>
                  <a:ext uri="{FF2B5EF4-FFF2-40B4-BE49-F238E27FC236}">
                    <a16:creationId xmlns:a16="http://schemas.microsoft.com/office/drawing/2014/main" id="{B3745597-7EEE-5B6E-8368-905AA95F54B2}"/>
                  </a:ext>
                </a:extLst>
              </p:cNvPr>
              <p:cNvSpPr/>
              <p:nvPr/>
            </p:nvSpPr>
            <p:spPr>
              <a:xfrm>
                <a:off x="3967285" y="6773574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07" name="矩形 606">
                <a:extLst>
                  <a:ext uri="{FF2B5EF4-FFF2-40B4-BE49-F238E27FC236}">
                    <a16:creationId xmlns:a16="http://schemas.microsoft.com/office/drawing/2014/main" id="{8AD8ADEC-A240-398B-E5E0-3602D92F07E1}"/>
                  </a:ext>
                </a:extLst>
              </p:cNvPr>
              <p:cNvSpPr/>
              <p:nvPr/>
            </p:nvSpPr>
            <p:spPr>
              <a:xfrm>
                <a:off x="4122695" y="6773574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08" name="矩形 607">
                <a:extLst>
                  <a:ext uri="{FF2B5EF4-FFF2-40B4-BE49-F238E27FC236}">
                    <a16:creationId xmlns:a16="http://schemas.microsoft.com/office/drawing/2014/main" id="{7FDACAFC-F9A5-AAD7-00BA-680264C4398C}"/>
                  </a:ext>
                </a:extLst>
              </p:cNvPr>
              <p:cNvSpPr/>
              <p:nvPr/>
            </p:nvSpPr>
            <p:spPr>
              <a:xfrm>
                <a:off x="3656357" y="690625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09" name="矩形 608">
                <a:extLst>
                  <a:ext uri="{FF2B5EF4-FFF2-40B4-BE49-F238E27FC236}">
                    <a16:creationId xmlns:a16="http://schemas.microsoft.com/office/drawing/2014/main" id="{7FD77AC2-55D6-267D-FC85-C0386F52E383}"/>
                  </a:ext>
                </a:extLst>
              </p:cNvPr>
              <p:cNvSpPr/>
              <p:nvPr/>
            </p:nvSpPr>
            <p:spPr>
              <a:xfrm>
                <a:off x="3811767" y="690625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0" name="矩形 609">
                <a:extLst>
                  <a:ext uri="{FF2B5EF4-FFF2-40B4-BE49-F238E27FC236}">
                    <a16:creationId xmlns:a16="http://schemas.microsoft.com/office/drawing/2014/main" id="{2F4429C3-A915-E5A9-AE97-B6B6310F3B74}"/>
                  </a:ext>
                </a:extLst>
              </p:cNvPr>
              <p:cNvSpPr/>
              <p:nvPr/>
            </p:nvSpPr>
            <p:spPr>
              <a:xfrm>
                <a:off x="3967177" y="690625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1" name="矩形 610">
                <a:extLst>
                  <a:ext uri="{FF2B5EF4-FFF2-40B4-BE49-F238E27FC236}">
                    <a16:creationId xmlns:a16="http://schemas.microsoft.com/office/drawing/2014/main" id="{8603E164-2A0F-0F94-7C6F-E575B286D3A4}"/>
                  </a:ext>
                </a:extLst>
              </p:cNvPr>
              <p:cNvSpPr/>
              <p:nvPr/>
            </p:nvSpPr>
            <p:spPr>
              <a:xfrm>
                <a:off x="4122587" y="690625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2" name="矩形 611">
                <a:extLst>
                  <a:ext uri="{FF2B5EF4-FFF2-40B4-BE49-F238E27FC236}">
                    <a16:creationId xmlns:a16="http://schemas.microsoft.com/office/drawing/2014/main" id="{1BC2E19B-DAAF-F176-5CD9-564B33518FB3}"/>
                  </a:ext>
                </a:extLst>
              </p:cNvPr>
              <p:cNvSpPr/>
              <p:nvPr/>
            </p:nvSpPr>
            <p:spPr>
              <a:xfrm>
                <a:off x="3656357" y="7038879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3" name="矩形 612">
                <a:extLst>
                  <a:ext uri="{FF2B5EF4-FFF2-40B4-BE49-F238E27FC236}">
                    <a16:creationId xmlns:a16="http://schemas.microsoft.com/office/drawing/2014/main" id="{9ACDC26D-3623-8362-B0F8-52BF01ACA767}"/>
                  </a:ext>
                </a:extLst>
              </p:cNvPr>
              <p:cNvSpPr/>
              <p:nvPr/>
            </p:nvSpPr>
            <p:spPr>
              <a:xfrm>
                <a:off x="3811767" y="7038879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4" name="矩形 613">
                <a:extLst>
                  <a:ext uri="{FF2B5EF4-FFF2-40B4-BE49-F238E27FC236}">
                    <a16:creationId xmlns:a16="http://schemas.microsoft.com/office/drawing/2014/main" id="{4AF5F51E-45D8-D058-0507-B6143893702C}"/>
                  </a:ext>
                </a:extLst>
              </p:cNvPr>
              <p:cNvSpPr/>
              <p:nvPr/>
            </p:nvSpPr>
            <p:spPr>
              <a:xfrm>
                <a:off x="3967177" y="7038879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5" name="矩形 614">
                <a:extLst>
                  <a:ext uri="{FF2B5EF4-FFF2-40B4-BE49-F238E27FC236}">
                    <a16:creationId xmlns:a16="http://schemas.microsoft.com/office/drawing/2014/main" id="{87DE4D0D-7583-AC0C-B789-27A568D23CDF}"/>
                  </a:ext>
                </a:extLst>
              </p:cNvPr>
              <p:cNvSpPr/>
              <p:nvPr/>
            </p:nvSpPr>
            <p:spPr>
              <a:xfrm>
                <a:off x="4122587" y="7038879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6" name="矩形 615">
                <a:extLst>
                  <a:ext uri="{FF2B5EF4-FFF2-40B4-BE49-F238E27FC236}">
                    <a16:creationId xmlns:a16="http://schemas.microsoft.com/office/drawing/2014/main" id="{24C4F8F9-5418-C8F6-71E3-7606319331C5}"/>
                  </a:ext>
                </a:extLst>
              </p:cNvPr>
              <p:cNvSpPr/>
              <p:nvPr/>
            </p:nvSpPr>
            <p:spPr>
              <a:xfrm>
                <a:off x="3656357" y="650768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7" name="矩形 616">
                <a:extLst>
                  <a:ext uri="{FF2B5EF4-FFF2-40B4-BE49-F238E27FC236}">
                    <a16:creationId xmlns:a16="http://schemas.microsoft.com/office/drawing/2014/main" id="{22A8450A-9A05-1780-BE46-D9B2B0DE9DC7}"/>
                  </a:ext>
                </a:extLst>
              </p:cNvPr>
              <p:cNvSpPr/>
              <p:nvPr/>
            </p:nvSpPr>
            <p:spPr>
              <a:xfrm>
                <a:off x="3811767" y="650768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8" name="矩形 617">
                <a:extLst>
                  <a:ext uri="{FF2B5EF4-FFF2-40B4-BE49-F238E27FC236}">
                    <a16:creationId xmlns:a16="http://schemas.microsoft.com/office/drawing/2014/main" id="{F7796BBB-1D48-96B4-B8AE-FFD73B3832BD}"/>
                  </a:ext>
                </a:extLst>
              </p:cNvPr>
              <p:cNvSpPr/>
              <p:nvPr/>
            </p:nvSpPr>
            <p:spPr>
              <a:xfrm>
                <a:off x="3967177" y="650768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9" name="矩形 618">
                <a:extLst>
                  <a:ext uri="{FF2B5EF4-FFF2-40B4-BE49-F238E27FC236}">
                    <a16:creationId xmlns:a16="http://schemas.microsoft.com/office/drawing/2014/main" id="{A70362E8-F65D-0FC6-A927-56EE86569818}"/>
                  </a:ext>
                </a:extLst>
              </p:cNvPr>
              <p:cNvSpPr/>
              <p:nvPr/>
            </p:nvSpPr>
            <p:spPr>
              <a:xfrm>
                <a:off x="4122587" y="650768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620" name="椭圆 619">
            <a:extLst>
              <a:ext uri="{FF2B5EF4-FFF2-40B4-BE49-F238E27FC236}">
                <a16:creationId xmlns:a16="http://schemas.microsoft.com/office/drawing/2014/main" id="{61B14B30-8A60-E9B8-4886-ABE891A540D2}"/>
              </a:ext>
            </a:extLst>
          </p:cNvPr>
          <p:cNvSpPr/>
          <p:nvPr/>
        </p:nvSpPr>
        <p:spPr>
          <a:xfrm rot="5400000">
            <a:off x="4799131" y="1468112"/>
            <a:ext cx="322854" cy="32384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cs typeface="Arial" panose="020B0604020202020204" pitchFamily="34" charset="0"/>
              </a:rPr>
              <a:t>1</a:t>
            </a:r>
            <a:endParaRPr lang="zh-CN" altLang="en-US" sz="2400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621" name="椭圆 620">
            <a:extLst>
              <a:ext uri="{FF2B5EF4-FFF2-40B4-BE49-F238E27FC236}">
                <a16:creationId xmlns:a16="http://schemas.microsoft.com/office/drawing/2014/main" id="{C8F8F00E-E6F4-3517-90B6-4F16CA95FFB1}"/>
              </a:ext>
            </a:extLst>
          </p:cNvPr>
          <p:cNvSpPr/>
          <p:nvPr/>
        </p:nvSpPr>
        <p:spPr>
          <a:xfrm rot="5400000">
            <a:off x="4799131" y="2169048"/>
            <a:ext cx="322854" cy="323843"/>
          </a:xfrm>
          <a:prstGeom prst="ellipse">
            <a:avLst/>
          </a:prstGeom>
          <a:noFill/>
          <a:ln w="28575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cs typeface="Arial" panose="020B0604020202020204" pitchFamily="34" charset="0"/>
              </a:rPr>
              <a:t>3</a:t>
            </a:r>
            <a:endParaRPr lang="zh-CN" altLang="en-US" sz="2400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622" name="椭圆 621">
            <a:extLst>
              <a:ext uri="{FF2B5EF4-FFF2-40B4-BE49-F238E27FC236}">
                <a16:creationId xmlns:a16="http://schemas.microsoft.com/office/drawing/2014/main" id="{CEE169B8-3F4F-BA30-2C6E-26A40FA26B21}"/>
              </a:ext>
            </a:extLst>
          </p:cNvPr>
          <p:cNvSpPr/>
          <p:nvPr/>
        </p:nvSpPr>
        <p:spPr>
          <a:xfrm rot="5400000">
            <a:off x="4137206" y="1468112"/>
            <a:ext cx="322854" cy="32384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cs typeface="Arial" panose="020B0604020202020204" pitchFamily="34" charset="0"/>
              </a:rPr>
              <a:t>0</a:t>
            </a:r>
            <a:endParaRPr lang="zh-CN" altLang="en-US" sz="2400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623" name="椭圆 622">
            <a:extLst>
              <a:ext uri="{FF2B5EF4-FFF2-40B4-BE49-F238E27FC236}">
                <a16:creationId xmlns:a16="http://schemas.microsoft.com/office/drawing/2014/main" id="{C84C3908-7C9F-5473-C82C-5BCFF2E07EC8}"/>
              </a:ext>
            </a:extLst>
          </p:cNvPr>
          <p:cNvSpPr/>
          <p:nvPr/>
        </p:nvSpPr>
        <p:spPr>
          <a:xfrm rot="5400000">
            <a:off x="4137206" y="2169048"/>
            <a:ext cx="322854" cy="323843"/>
          </a:xfrm>
          <a:prstGeom prst="ellipse">
            <a:avLst/>
          </a:prstGeom>
          <a:noFill/>
          <a:ln w="28575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cs typeface="Arial" panose="020B0604020202020204" pitchFamily="34" charset="0"/>
              </a:rPr>
              <a:t>2</a:t>
            </a:r>
            <a:endParaRPr lang="zh-CN" altLang="en-US" sz="2400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cxnSp>
        <p:nvCxnSpPr>
          <p:cNvPr id="624" name="直接连接符 510">
            <a:extLst>
              <a:ext uri="{FF2B5EF4-FFF2-40B4-BE49-F238E27FC236}">
                <a16:creationId xmlns:a16="http://schemas.microsoft.com/office/drawing/2014/main" id="{C5106AD9-7123-4D0D-601D-32ACB97A5C52}"/>
              </a:ext>
            </a:extLst>
          </p:cNvPr>
          <p:cNvCxnSpPr>
            <a:cxnSpLocks/>
          </p:cNvCxnSpPr>
          <p:nvPr/>
        </p:nvCxnSpPr>
        <p:spPr>
          <a:xfrm flipH="1">
            <a:off x="4462016" y="1630026"/>
            <a:ext cx="328224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25" name="直接连接符 511">
            <a:extLst>
              <a:ext uri="{FF2B5EF4-FFF2-40B4-BE49-F238E27FC236}">
                <a16:creationId xmlns:a16="http://schemas.microsoft.com/office/drawing/2014/main" id="{6EF9AB65-2046-24CE-7035-463E23A79672}"/>
              </a:ext>
            </a:extLst>
          </p:cNvPr>
          <p:cNvCxnSpPr>
            <a:cxnSpLocks/>
          </p:cNvCxnSpPr>
          <p:nvPr/>
        </p:nvCxnSpPr>
        <p:spPr>
          <a:xfrm>
            <a:off x="4298634" y="1791461"/>
            <a:ext cx="0" cy="378082"/>
          </a:xfrm>
          <a:prstGeom prst="line">
            <a:avLst/>
          </a:prstGeom>
          <a:ln w="28575">
            <a:solidFill>
              <a:schemeClr val="tx1"/>
            </a:solidFill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26" name="直接连接符 512">
            <a:extLst>
              <a:ext uri="{FF2B5EF4-FFF2-40B4-BE49-F238E27FC236}">
                <a16:creationId xmlns:a16="http://schemas.microsoft.com/office/drawing/2014/main" id="{975782C0-F1D0-D2EC-6EEF-4E95C7553954}"/>
              </a:ext>
            </a:extLst>
          </p:cNvPr>
          <p:cNvCxnSpPr>
            <a:cxnSpLocks/>
          </p:cNvCxnSpPr>
          <p:nvPr/>
        </p:nvCxnSpPr>
        <p:spPr>
          <a:xfrm flipV="1">
            <a:off x="4960558" y="1789280"/>
            <a:ext cx="0" cy="380257"/>
          </a:xfrm>
          <a:prstGeom prst="line">
            <a:avLst/>
          </a:prstGeom>
          <a:ln w="28575">
            <a:solidFill>
              <a:schemeClr val="tx1"/>
            </a:solidFill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27" name="直接连接符 513">
            <a:extLst>
              <a:ext uri="{FF2B5EF4-FFF2-40B4-BE49-F238E27FC236}">
                <a16:creationId xmlns:a16="http://schemas.microsoft.com/office/drawing/2014/main" id="{1CC0412A-6D55-96F0-C3BE-7D2625CF6C71}"/>
              </a:ext>
            </a:extLst>
          </p:cNvPr>
          <p:cNvCxnSpPr>
            <a:cxnSpLocks/>
            <a:stCxn id="621" idx="3"/>
            <a:endCxn id="622" idx="7"/>
          </p:cNvCxnSpPr>
          <p:nvPr/>
        </p:nvCxnSpPr>
        <p:spPr>
          <a:xfrm flipH="1" flipV="1">
            <a:off x="4413130" y="1744180"/>
            <a:ext cx="432934" cy="472644"/>
          </a:xfrm>
          <a:prstGeom prst="line">
            <a:avLst/>
          </a:prstGeom>
          <a:ln w="28575">
            <a:solidFill>
              <a:schemeClr val="tx1"/>
            </a:solidFill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660" name="组合 659">
            <a:extLst>
              <a:ext uri="{FF2B5EF4-FFF2-40B4-BE49-F238E27FC236}">
                <a16:creationId xmlns:a16="http://schemas.microsoft.com/office/drawing/2014/main" id="{9E3841E7-DCA7-3F77-B007-9A234D5F920B}"/>
              </a:ext>
            </a:extLst>
          </p:cNvPr>
          <p:cNvGrpSpPr/>
          <p:nvPr/>
        </p:nvGrpSpPr>
        <p:grpSpPr>
          <a:xfrm>
            <a:off x="3191103" y="1349068"/>
            <a:ext cx="821650" cy="536436"/>
            <a:chOff x="5408615" y="10123996"/>
            <a:chExt cx="532461" cy="339599"/>
          </a:xfrm>
        </p:grpSpPr>
        <p:grpSp>
          <p:nvGrpSpPr>
            <p:cNvPr id="661" name="组合 660">
              <a:extLst>
                <a:ext uri="{FF2B5EF4-FFF2-40B4-BE49-F238E27FC236}">
                  <a16:creationId xmlns:a16="http://schemas.microsoft.com/office/drawing/2014/main" id="{B6E19F92-59D0-3A5A-44DC-80DCE37715EE}"/>
                </a:ext>
              </a:extLst>
            </p:cNvPr>
            <p:cNvGrpSpPr/>
            <p:nvPr/>
          </p:nvGrpSpPr>
          <p:grpSpPr>
            <a:xfrm rot="5400000">
              <a:off x="5598460" y="9934151"/>
              <a:ext cx="152772" cy="532461"/>
              <a:chOff x="800913" y="5270079"/>
              <a:chExt cx="152772" cy="532461"/>
            </a:xfrm>
          </p:grpSpPr>
          <p:sp>
            <p:nvSpPr>
              <p:cNvPr id="667" name="矩形 666">
                <a:extLst>
                  <a:ext uri="{FF2B5EF4-FFF2-40B4-BE49-F238E27FC236}">
                    <a16:creationId xmlns:a16="http://schemas.microsoft.com/office/drawing/2014/main" id="{413B4C85-B83E-0766-3A5D-5B71F9029E7C}"/>
                  </a:ext>
                </a:extLst>
              </p:cNvPr>
              <p:cNvSpPr/>
              <p:nvPr/>
            </p:nvSpPr>
            <p:spPr>
              <a:xfrm flipH="1">
                <a:off x="800913" y="5270079"/>
                <a:ext cx="152769" cy="133117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68" name="矩形 667">
                <a:extLst>
                  <a:ext uri="{FF2B5EF4-FFF2-40B4-BE49-F238E27FC236}">
                    <a16:creationId xmlns:a16="http://schemas.microsoft.com/office/drawing/2014/main" id="{24BFEBF9-67BA-B220-6621-3BC8DF939590}"/>
                  </a:ext>
                </a:extLst>
              </p:cNvPr>
              <p:cNvSpPr/>
              <p:nvPr/>
            </p:nvSpPr>
            <p:spPr>
              <a:xfrm flipH="1">
                <a:off x="800918" y="5403192"/>
                <a:ext cx="152767" cy="133117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69" name="矩形 668">
                <a:extLst>
                  <a:ext uri="{FF2B5EF4-FFF2-40B4-BE49-F238E27FC236}">
                    <a16:creationId xmlns:a16="http://schemas.microsoft.com/office/drawing/2014/main" id="{09256657-33EA-32B4-1E8D-2CD8F7D017F2}"/>
                  </a:ext>
                </a:extLst>
              </p:cNvPr>
              <p:cNvSpPr/>
              <p:nvPr/>
            </p:nvSpPr>
            <p:spPr>
              <a:xfrm flipH="1">
                <a:off x="800924" y="5536310"/>
                <a:ext cx="152760" cy="133117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70" name="矩形 669">
                <a:extLst>
                  <a:ext uri="{FF2B5EF4-FFF2-40B4-BE49-F238E27FC236}">
                    <a16:creationId xmlns:a16="http://schemas.microsoft.com/office/drawing/2014/main" id="{66D853C6-03C5-8349-B103-796D75787473}"/>
                  </a:ext>
                </a:extLst>
              </p:cNvPr>
              <p:cNvSpPr/>
              <p:nvPr/>
            </p:nvSpPr>
            <p:spPr>
              <a:xfrm flipH="1">
                <a:off x="800925" y="5669423"/>
                <a:ext cx="152760" cy="133117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662" name="组合 661">
              <a:extLst>
                <a:ext uri="{FF2B5EF4-FFF2-40B4-BE49-F238E27FC236}">
                  <a16:creationId xmlns:a16="http://schemas.microsoft.com/office/drawing/2014/main" id="{A0B01061-6719-DFB1-EEFF-084ADA4E6DF6}"/>
                </a:ext>
              </a:extLst>
            </p:cNvPr>
            <p:cNvGrpSpPr/>
            <p:nvPr/>
          </p:nvGrpSpPr>
          <p:grpSpPr>
            <a:xfrm rot="5400000">
              <a:off x="5598460" y="10120978"/>
              <a:ext cx="152772" cy="532461"/>
              <a:chOff x="800913" y="5270079"/>
              <a:chExt cx="152772" cy="532461"/>
            </a:xfrm>
          </p:grpSpPr>
          <p:sp>
            <p:nvSpPr>
              <p:cNvPr id="663" name="矩形 662">
                <a:extLst>
                  <a:ext uri="{FF2B5EF4-FFF2-40B4-BE49-F238E27FC236}">
                    <a16:creationId xmlns:a16="http://schemas.microsoft.com/office/drawing/2014/main" id="{CC28B0C1-42E8-746B-4BEC-F0CABFEFFA9C}"/>
                  </a:ext>
                </a:extLst>
              </p:cNvPr>
              <p:cNvSpPr/>
              <p:nvPr/>
            </p:nvSpPr>
            <p:spPr>
              <a:xfrm flipH="1">
                <a:off x="800913" y="5270079"/>
                <a:ext cx="152769" cy="133117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64" name="矩形 663">
                <a:extLst>
                  <a:ext uri="{FF2B5EF4-FFF2-40B4-BE49-F238E27FC236}">
                    <a16:creationId xmlns:a16="http://schemas.microsoft.com/office/drawing/2014/main" id="{B40BA0C4-2885-25F8-A8AE-3425EE3D8745}"/>
                  </a:ext>
                </a:extLst>
              </p:cNvPr>
              <p:cNvSpPr/>
              <p:nvPr/>
            </p:nvSpPr>
            <p:spPr>
              <a:xfrm flipH="1">
                <a:off x="800918" y="5403192"/>
                <a:ext cx="152767" cy="133117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65" name="矩形 664">
                <a:extLst>
                  <a:ext uri="{FF2B5EF4-FFF2-40B4-BE49-F238E27FC236}">
                    <a16:creationId xmlns:a16="http://schemas.microsoft.com/office/drawing/2014/main" id="{C1EE3E03-16B7-A5C6-EB1E-977478935DA9}"/>
                  </a:ext>
                </a:extLst>
              </p:cNvPr>
              <p:cNvSpPr/>
              <p:nvPr/>
            </p:nvSpPr>
            <p:spPr>
              <a:xfrm flipH="1">
                <a:off x="800924" y="5536310"/>
                <a:ext cx="152760" cy="133117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66" name="矩形 665">
                <a:extLst>
                  <a:ext uri="{FF2B5EF4-FFF2-40B4-BE49-F238E27FC236}">
                    <a16:creationId xmlns:a16="http://schemas.microsoft.com/office/drawing/2014/main" id="{2C6800D2-1759-4940-92D0-FE9E4930FB77}"/>
                  </a:ext>
                </a:extLst>
              </p:cNvPr>
              <p:cNvSpPr/>
              <p:nvPr/>
            </p:nvSpPr>
            <p:spPr>
              <a:xfrm flipH="1">
                <a:off x="800925" y="5669423"/>
                <a:ext cx="152760" cy="133117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671" name="组合 670">
            <a:extLst>
              <a:ext uri="{FF2B5EF4-FFF2-40B4-BE49-F238E27FC236}">
                <a16:creationId xmlns:a16="http://schemas.microsoft.com/office/drawing/2014/main" id="{8AD8BCCA-205E-FF16-A797-324CEE2B4B5C}"/>
              </a:ext>
            </a:extLst>
          </p:cNvPr>
          <p:cNvGrpSpPr/>
          <p:nvPr/>
        </p:nvGrpSpPr>
        <p:grpSpPr>
          <a:xfrm>
            <a:off x="3180736" y="4342336"/>
            <a:ext cx="821650" cy="536436"/>
            <a:chOff x="5408615" y="10123996"/>
            <a:chExt cx="532461" cy="339599"/>
          </a:xfrm>
        </p:grpSpPr>
        <p:grpSp>
          <p:nvGrpSpPr>
            <p:cNvPr id="672" name="组合 671">
              <a:extLst>
                <a:ext uri="{FF2B5EF4-FFF2-40B4-BE49-F238E27FC236}">
                  <a16:creationId xmlns:a16="http://schemas.microsoft.com/office/drawing/2014/main" id="{E39FCA95-C9DD-EFD7-5DA6-BCAAE5242FF4}"/>
                </a:ext>
              </a:extLst>
            </p:cNvPr>
            <p:cNvGrpSpPr/>
            <p:nvPr/>
          </p:nvGrpSpPr>
          <p:grpSpPr>
            <a:xfrm rot="5400000">
              <a:off x="5598460" y="9934151"/>
              <a:ext cx="152772" cy="532461"/>
              <a:chOff x="800913" y="5270079"/>
              <a:chExt cx="152772" cy="532461"/>
            </a:xfrm>
          </p:grpSpPr>
          <p:sp>
            <p:nvSpPr>
              <p:cNvPr id="678" name="矩形 677">
                <a:extLst>
                  <a:ext uri="{FF2B5EF4-FFF2-40B4-BE49-F238E27FC236}">
                    <a16:creationId xmlns:a16="http://schemas.microsoft.com/office/drawing/2014/main" id="{86A6B7D6-531B-F469-60CE-E02584F53269}"/>
                  </a:ext>
                </a:extLst>
              </p:cNvPr>
              <p:cNvSpPr/>
              <p:nvPr/>
            </p:nvSpPr>
            <p:spPr>
              <a:xfrm flipH="1">
                <a:off x="800913" y="5270079"/>
                <a:ext cx="152769" cy="133117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79" name="矩形 678">
                <a:extLst>
                  <a:ext uri="{FF2B5EF4-FFF2-40B4-BE49-F238E27FC236}">
                    <a16:creationId xmlns:a16="http://schemas.microsoft.com/office/drawing/2014/main" id="{A386126E-F0C1-4D71-DEE1-FC9F46BE7D98}"/>
                  </a:ext>
                </a:extLst>
              </p:cNvPr>
              <p:cNvSpPr/>
              <p:nvPr/>
            </p:nvSpPr>
            <p:spPr>
              <a:xfrm flipH="1">
                <a:off x="800918" y="5403192"/>
                <a:ext cx="152767" cy="133117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80" name="矩形 679">
                <a:extLst>
                  <a:ext uri="{FF2B5EF4-FFF2-40B4-BE49-F238E27FC236}">
                    <a16:creationId xmlns:a16="http://schemas.microsoft.com/office/drawing/2014/main" id="{7F5B0C91-281A-68CE-3826-7F26BE1F159F}"/>
                  </a:ext>
                </a:extLst>
              </p:cNvPr>
              <p:cNvSpPr/>
              <p:nvPr/>
            </p:nvSpPr>
            <p:spPr>
              <a:xfrm flipH="1">
                <a:off x="800924" y="5536310"/>
                <a:ext cx="152760" cy="133117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81" name="矩形 680">
                <a:extLst>
                  <a:ext uri="{FF2B5EF4-FFF2-40B4-BE49-F238E27FC236}">
                    <a16:creationId xmlns:a16="http://schemas.microsoft.com/office/drawing/2014/main" id="{F2E02B0E-D48F-9524-3020-E64776428DA3}"/>
                  </a:ext>
                </a:extLst>
              </p:cNvPr>
              <p:cNvSpPr/>
              <p:nvPr/>
            </p:nvSpPr>
            <p:spPr>
              <a:xfrm flipH="1">
                <a:off x="800925" y="5669423"/>
                <a:ext cx="152760" cy="133117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673" name="组合 672">
              <a:extLst>
                <a:ext uri="{FF2B5EF4-FFF2-40B4-BE49-F238E27FC236}">
                  <a16:creationId xmlns:a16="http://schemas.microsoft.com/office/drawing/2014/main" id="{864A1A91-018D-B648-4C96-2BFE4DA3FDA3}"/>
                </a:ext>
              </a:extLst>
            </p:cNvPr>
            <p:cNvGrpSpPr/>
            <p:nvPr/>
          </p:nvGrpSpPr>
          <p:grpSpPr>
            <a:xfrm rot="5400000">
              <a:off x="5598460" y="10120978"/>
              <a:ext cx="152772" cy="532461"/>
              <a:chOff x="800913" y="5270079"/>
              <a:chExt cx="152772" cy="532461"/>
            </a:xfrm>
          </p:grpSpPr>
          <p:sp>
            <p:nvSpPr>
              <p:cNvPr id="674" name="矩形 673">
                <a:extLst>
                  <a:ext uri="{FF2B5EF4-FFF2-40B4-BE49-F238E27FC236}">
                    <a16:creationId xmlns:a16="http://schemas.microsoft.com/office/drawing/2014/main" id="{8B078FE0-ACD1-219C-AF4A-E7DA613E9962}"/>
                  </a:ext>
                </a:extLst>
              </p:cNvPr>
              <p:cNvSpPr/>
              <p:nvPr/>
            </p:nvSpPr>
            <p:spPr>
              <a:xfrm flipH="1">
                <a:off x="800913" y="5270079"/>
                <a:ext cx="152769" cy="133117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75" name="矩形 674">
                <a:extLst>
                  <a:ext uri="{FF2B5EF4-FFF2-40B4-BE49-F238E27FC236}">
                    <a16:creationId xmlns:a16="http://schemas.microsoft.com/office/drawing/2014/main" id="{74A90A3C-A303-DEF6-3594-E74D7AC02818}"/>
                  </a:ext>
                </a:extLst>
              </p:cNvPr>
              <p:cNvSpPr/>
              <p:nvPr/>
            </p:nvSpPr>
            <p:spPr>
              <a:xfrm flipH="1">
                <a:off x="800918" y="5403192"/>
                <a:ext cx="152767" cy="133117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76" name="矩形 675">
                <a:extLst>
                  <a:ext uri="{FF2B5EF4-FFF2-40B4-BE49-F238E27FC236}">
                    <a16:creationId xmlns:a16="http://schemas.microsoft.com/office/drawing/2014/main" id="{05AAEC69-EC7F-693E-8E81-86A5D243CE55}"/>
                  </a:ext>
                </a:extLst>
              </p:cNvPr>
              <p:cNvSpPr/>
              <p:nvPr/>
            </p:nvSpPr>
            <p:spPr>
              <a:xfrm flipH="1">
                <a:off x="800924" y="5536310"/>
                <a:ext cx="152760" cy="133117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77" name="矩形 676">
                <a:extLst>
                  <a:ext uri="{FF2B5EF4-FFF2-40B4-BE49-F238E27FC236}">
                    <a16:creationId xmlns:a16="http://schemas.microsoft.com/office/drawing/2014/main" id="{E81C3584-A1DE-F4B3-F334-02BEF654D8A1}"/>
                  </a:ext>
                </a:extLst>
              </p:cNvPr>
              <p:cNvSpPr/>
              <p:nvPr/>
            </p:nvSpPr>
            <p:spPr>
              <a:xfrm flipH="1">
                <a:off x="800925" y="5669423"/>
                <a:ext cx="152760" cy="133117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82" name="文本框 681">
                <a:extLst>
                  <a:ext uri="{FF2B5EF4-FFF2-40B4-BE49-F238E27FC236}">
                    <a16:creationId xmlns:a16="http://schemas.microsoft.com/office/drawing/2014/main" id="{487A5239-CF2E-91F2-1221-FB586B0C3A9B}"/>
                  </a:ext>
                </a:extLst>
              </p:cNvPr>
              <p:cNvSpPr txBox="1"/>
              <p:nvPr/>
            </p:nvSpPr>
            <p:spPr>
              <a:xfrm>
                <a:off x="3156098" y="4918088"/>
                <a:ext cx="1071288" cy="461665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1" i="1" dirty="0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altLang="zh-CN" sz="2400" b="1" i="1" dirty="0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𝑿</m:t>
                          </m:r>
                        </m:e>
                        <m:sub>
                          <m:r>
                            <a:rPr lang="en-US" altLang="zh-CN" sz="2400" b="1" i="1" dirty="0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𝟎</m:t>
                          </m:r>
                        </m:sub>
                      </m:sSub>
                    </m:oMath>
                  </m:oMathPara>
                </a14:m>
                <a:endParaRPr lang="zh-CN" altLang="en-US" sz="2400" b="1" dirty="0">
                  <a:solidFill>
                    <a:schemeClr val="accent6"/>
                  </a:solidFill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82" name="文本框 681">
                <a:extLst>
                  <a:ext uri="{FF2B5EF4-FFF2-40B4-BE49-F238E27FC236}">
                    <a16:creationId xmlns:a16="http://schemas.microsoft.com/office/drawing/2014/main" id="{487A5239-CF2E-91F2-1221-FB586B0C3A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56098" y="4918088"/>
                <a:ext cx="1071288" cy="461665"/>
              </a:xfrm>
              <a:prstGeom prst="rect">
                <a:avLst/>
              </a:prstGeom>
              <a:blipFill>
                <a:blip r:embed="rId4"/>
                <a:stretch>
                  <a:fillRect b="-1316"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83" name="直接连接符 699">
            <a:extLst>
              <a:ext uri="{FF2B5EF4-FFF2-40B4-BE49-F238E27FC236}">
                <a16:creationId xmlns:a16="http://schemas.microsoft.com/office/drawing/2014/main" id="{77CB26EC-02A6-E430-E8E8-B9706DAD462C}"/>
              </a:ext>
            </a:extLst>
          </p:cNvPr>
          <p:cNvCxnSpPr>
            <a:cxnSpLocks/>
          </p:cNvCxnSpPr>
          <p:nvPr/>
        </p:nvCxnSpPr>
        <p:spPr>
          <a:xfrm flipV="1">
            <a:off x="3335154" y="2971159"/>
            <a:ext cx="8784500" cy="22839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矩形 32">
            <a:extLst>
              <a:ext uri="{FF2B5EF4-FFF2-40B4-BE49-F238E27FC236}">
                <a16:creationId xmlns:a16="http://schemas.microsoft.com/office/drawing/2014/main" id="{EF4475DF-70D7-5275-A028-FE7CF81D4C2C}"/>
              </a:ext>
            </a:extLst>
          </p:cNvPr>
          <p:cNvSpPr/>
          <p:nvPr/>
        </p:nvSpPr>
        <p:spPr>
          <a:xfrm flipV="1">
            <a:off x="5301029" y="1212605"/>
            <a:ext cx="2096150" cy="116071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椭圆 37">
            <a:extLst>
              <a:ext uri="{FF2B5EF4-FFF2-40B4-BE49-F238E27FC236}">
                <a16:creationId xmlns:a16="http://schemas.microsoft.com/office/drawing/2014/main" id="{7FB739CD-791A-0FB3-4128-46705358A419}"/>
              </a:ext>
            </a:extLst>
          </p:cNvPr>
          <p:cNvSpPr/>
          <p:nvPr/>
        </p:nvSpPr>
        <p:spPr>
          <a:xfrm rot="5400000">
            <a:off x="6178264" y="1532683"/>
            <a:ext cx="270678" cy="277715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endParaRPr lang="zh-CN" altLang="en-US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椭圆 38">
            <a:extLst>
              <a:ext uri="{FF2B5EF4-FFF2-40B4-BE49-F238E27FC236}">
                <a16:creationId xmlns:a16="http://schemas.microsoft.com/office/drawing/2014/main" id="{DF9E74C5-C0D2-2C6F-D8AF-B3AEE1BA22B8}"/>
              </a:ext>
            </a:extLst>
          </p:cNvPr>
          <p:cNvSpPr/>
          <p:nvPr/>
        </p:nvSpPr>
        <p:spPr>
          <a:xfrm rot="5400000">
            <a:off x="6181948" y="1875873"/>
            <a:ext cx="270678" cy="277715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zh-CN" altLang="en-US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C6108A46-D6CE-E8FE-5AB1-06F729CC97C4}"/>
              </a:ext>
            </a:extLst>
          </p:cNvPr>
          <p:cNvGrpSpPr/>
          <p:nvPr/>
        </p:nvGrpSpPr>
        <p:grpSpPr>
          <a:xfrm rot="5400000">
            <a:off x="5653709" y="1338387"/>
            <a:ext cx="202322" cy="704614"/>
            <a:chOff x="800913" y="5270079"/>
            <a:chExt cx="152772" cy="532461"/>
          </a:xfrm>
        </p:grpSpPr>
        <p:sp>
          <p:nvSpPr>
            <p:cNvPr id="41" name="矩形 40">
              <a:extLst>
                <a:ext uri="{FF2B5EF4-FFF2-40B4-BE49-F238E27FC236}">
                  <a16:creationId xmlns:a16="http://schemas.microsoft.com/office/drawing/2014/main" id="{0819DEF3-2995-324F-641C-075CEA7F8119}"/>
                </a:ext>
              </a:extLst>
            </p:cNvPr>
            <p:cNvSpPr/>
            <p:nvPr/>
          </p:nvSpPr>
          <p:spPr>
            <a:xfrm flipH="1">
              <a:off x="800913" y="5270079"/>
              <a:ext cx="152769" cy="133117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" name="矩形 41">
              <a:extLst>
                <a:ext uri="{FF2B5EF4-FFF2-40B4-BE49-F238E27FC236}">
                  <a16:creationId xmlns:a16="http://schemas.microsoft.com/office/drawing/2014/main" id="{0D254249-B573-66FA-9663-D3DF525ED10D}"/>
                </a:ext>
              </a:extLst>
            </p:cNvPr>
            <p:cNvSpPr/>
            <p:nvPr/>
          </p:nvSpPr>
          <p:spPr>
            <a:xfrm flipH="1">
              <a:off x="800918" y="5403192"/>
              <a:ext cx="152767" cy="133117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" name="矩形 42">
              <a:extLst>
                <a:ext uri="{FF2B5EF4-FFF2-40B4-BE49-F238E27FC236}">
                  <a16:creationId xmlns:a16="http://schemas.microsoft.com/office/drawing/2014/main" id="{FB4C95F4-819C-65AC-F7E4-B196335B5B10}"/>
                </a:ext>
              </a:extLst>
            </p:cNvPr>
            <p:cNvSpPr/>
            <p:nvPr/>
          </p:nvSpPr>
          <p:spPr>
            <a:xfrm flipH="1">
              <a:off x="800924" y="5536310"/>
              <a:ext cx="152760" cy="133117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矩形 43">
              <a:extLst>
                <a:ext uri="{FF2B5EF4-FFF2-40B4-BE49-F238E27FC236}">
                  <a16:creationId xmlns:a16="http://schemas.microsoft.com/office/drawing/2014/main" id="{2AA405BF-82A5-C9A8-2F73-D0BADDDBA65C}"/>
                </a:ext>
              </a:extLst>
            </p:cNvPr>
            <p:cNvSpPr/>
            <p:nvPr/>
          </p:nvSpPr>
          <p:spPr>
            <a:xfrm flipH="1">
              <a:off x="800925" y="5669423"/>
              <a:ext cx="152760" cy="133117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5" name="组合 44">
            <a:extLst>
              <a:ext uri="{FF2B5EF4-FFF2-40B4-BE49-F238E27FC236}">
                <a16:creationId xmlns:a16="http://schemas.microsoft.com/office/drawing/2014/main" id="{81799FAB-789E-335B-C5CF-91DEEE167614}"/>
              </a:ext>
            </a:extLst>
          </p:cNvPr>
          <p:cNvGrpSpPr/>
          <p:nvPr/>
        </p:nvGrpSpPr>
        <p:grpSpPr>
          <a:xfrm rot="5400000">
            <a:off x="5653707" y="1687394"/>
            <a:ext cx="202322" cy="704614"/>
            <a:chOff x="800913" y="5270079"/>
            <a:chExt cx="152772" cy="532461"/>
          </a:xfrm>
        </p:grpSpPr>
        <p:sp>
          <p:nvSpPr>
            <p:cNvPr id="46" name="矩形 45">
              <a:extLst>
                <a:ext uri="{FF2B5EF4-FFF2-40B4-BE49-F238E27FC236}">
                  <a16:creationId xmlns:a16="http://schemas.microsoft.com/office/drawing/2014/main" id="{1FCB1EC8-2C11-BE77-6969-E44C6FC99CE7}"/>
                </a:ext>
              </a:extLst>
            </p:cNvPr>
            <p:cNvSpPr/>
            <p:nvPr/>
          </p:nvSpPr>
          <p:spPr>
            <a:xfrm flipH="1">
              <a:off x="800913" y="5270079"/>
              <a:ext cx="152769" cy="133117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" name="矩形 46">
              <a:extLst>
                <a:ext uri="{FF2B5EF4-FFF2-40B4-BE49-F238E27FC236}">
                  <a16:creationId xmlns:a16="http://schemas.microsoft.com/office/drawing/2014/main" id="{0F04A3EA-9A35-84B6-C27D-DEBA8B807E23}"/>
                </a:ext>
              </a:extLst>
            </p:cNvPr>
            <p:cNvSpPr/>
            <p:nvPr/>
          </p:nvSpPr>
          <p:spPr>
            <a:xfrm flipH="1">
              <a:off x="800918" y="5403192"/>
              <a:ext cx="152767" cy="133117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" name="矩形 47">
              <a:extLst>
                <a:ext uri="{FF2B5EF4-FFF2-40B4-BE49-F238E27FC236}">
                  <a16:creationId xmlns:a16="http://schemas.microsoft.com/office/drawing/2014/main" id="{710F357C-4B50-A480-C986-08351891EA84}"/>
                </a:ext>
              </a:extLst>
            </p:cNvPr>
            <p:cNvSpPr/>
            <p:nvPr/>
          </p:nvSpPr>
          <p:spPr>
            <a:xfrm flipH="1">
              <a:off x="800924" y="5536310"/>
              <a:ext cx="152760" cy="133117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" name="矩形 48">
              <a:extLst>
                <a:ext uri="{FF2B5EF4-FFF2-40B4-BE49-F238E27FC236}">
                  <a16:creationId xmlns:a16="http://schemas.microsoft.com/office/drawing/2014/main" id="{03A9F90D-EA5A-C8A8-FC4D-EB11FB38135E}"/>
                </a:ext>
              </a:extLst>
            </p:cNvPr>
            <p:cNvSpPr/>
            <p:nvPr/>
          </p:nvSpPr>
          <p:spPr>
            <a:xfrm flipH="1">
              <a:off x="800925" y="5669423"/>
              <a:ext cx="152760" cy="133117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576" name="组合 575">
            <a:extLst>
              <a:ext uri="{FF2B5EF4-FFF2-40B4-BE49-F238E27FC236}">
                <a16:creationId xmlns:a16="http://schemas.microsoft.com/office/drawing/2014/main" id="{8F61D239-6C35-9BDC-07D3-32C5ED360AAB}"/>
              </a:ext>
            </a:extLst>
          </p:cNvPr>
          <p:cNvGrpSpPr/>
          <p:nvPr/>
        </p:nvGrpSpPr>
        <p:grpSpPr>
          <a:xfrm>
            <a:off x="6696167" y="1367271"/>
            <a:ext cx="610665" cy="879151"/>
            <a:chOff x="6116209" y="1036604"/>
            <a:chExt cx="391184" cy="590828"/>
          </a:xfrm>
        </p:grpSpPr>
        <p:sp>
          <p:nvSpPr>
            <p:cNvPr id="577" name="流程图: 接点 566">
              <a:extLst>
                <a:ext uri="{FF2B5EF4-FFF2-40B4-BE49-F238E27FC236}">
                  <a16:creationId xmlns:a16="http://schemas.microsoft.com/office/drawing/2014/main" id="{4DA20133-3080-FA54-B9ED-AFE1ECCBEEB7}"/>
                </a:ext>
              </a:extLst>
            </p:cNvPr>
            <p:cNvSpPr/>
            <p:nvPr/>
          </p:nvSpPr>
          <p:spPr>
            <a:xfrm>
              <a:off x="6116209" y="1036604"/>
              <a:ext cx="125672" cy="125837"/>
            </a:xfrm>
            <a:prstGeom prst="flowChartConnector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78" name="流程图: 接点 566">
              <a:extLst>
                <a:ext uri="{FF2B5EF4-FFF2-40B4-BE49-F238E27FC236}">
                  <a16:creationId xmlns:a16="http://schemas.microsoft.com/office/drawing/2014/main" id="{56F418C4-D198-F7DF-A35A-A639198587E3}"/>
                </a:ext>
              </a:extLst>
            </p:cNvPr>
            <p:cNvSpPr/>
            <p:nvPr/>
          </p:nvSpPr>
          <p:spPr>
            <a:xfrm>
              <a:off x="6116209" y="1191601"/>
              <a:ext cx="125672" cy="125837"/>
            </a:xfrm>
            <a:prstGeom prst="flowChartConnector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79" name="流程图: 接点 566">
              <a:extLst>
                <a:ext uri="{FF2B5EF4-FFF2-40B4-BE49-F238E27FC236}">
                  <a16:creationId xmlns:a16="http://schemas.microsoft.com/office/drawing/2014/main" id="{3FC3879A-C303-1613-29F4-0AD2478BF9A6}"/>
                </a:ext>
              </a:extLst>
            </p:cNvPr>
            <p:cNvSpPr/>
            <p:nvPr/>
          </p:nvSpPr>
          <p:spPr>
            <a:xfrm>
              <a:off x="6116209" y="1501595"/>
              <a:ext cx="125672" cy="125837"/>
            </a:xfrm>
            <a:prstGeom prst="flowChartConnector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80" name="流程图: 接点 566">
              <a:extLst>
                <a:ext uri="{FF2B5EF4-FFF2-40B4-BE49-F238E27FC236}">
                  <a16:creationId xmlns:a16="http://schemas.microsoft.com/office/drawing/2014/main" id="{EA258454-784B-53BF-5A45-7AD63E8E081D}"/>
                </a:ext>
              </a:extLst>
            </p:cNvPr>
            <p:cNvSpPr/>
            <p:nvPr/>
          </p:nvSpPr>
          <p:spPr>
            <a:xfrm>
              <a:off x="6116209" y="1346598"/>
              <a:ext cx="125672" cy="125837"/>
            </a:xfrm>
            <a:prstGeom prst="flowChartConnector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81" name="流程图: 接点 566">
              <a:extLst>
                <a:ext uri="{FF2B5EF4-FFF2-40B4-BE49-F238E27FC236}">
                  <a16:creationId xmlns:a16="http://schemas.microsoft.com/office/drawing/2014/main" id="{19F69A5A-0734-ACEF-517F-BD957E07FCB0}"/>
                </a:ext>
              </a:extLst>
            </p:cNvPr>
            <p:cNvSpPr/>
            <p:nvPr/>
          </p:nvSpPr>
          <p:spPr>
            <a:xfrm>
              <a:off x="6381721" y="1191280"/>
              <a:ext cx="125672" cy="125837"/>
            </a:xfrm>
            <a:prstGeom prst="flowChartConnector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82" name="流程图: 接点 566">
              <a:extLst>
                <a:ext uri="{FF2B5EF4-FFF2-40B4-BE49-F238E27FC236}">
                  <a16:creationId xmlns:a16="http://schemas.microsoft.com/office/drawing/2014/main" id="{678416B7-C691-F54D-D798-389AA801EE08}"/>
                </a:ext>
              </a:extLst>
            </p:cNvPr>
            <p:cNvSpPr/>
            <p:nvPr/>
          </p:nvSpPr>
          <p:spPr>
            <a:xfrm>
              <a:off x="6381721" y="1346277"/>
              <a:ext cx="125672" cy="125837"/>
            </a:xfrm>
            <a:prstGeom prst="flowChartConnector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583" name="直接连接符 510">
              <a:extLst>
                <a:ext uri="{FF2B5EF4-FFF2-40B4-BE49-F238E27FC236}">
                  <a16:creationId xmlns:a16="http://schemas.microsoft.com/office/drawing/2014/main" id="{0042AB4D-A6C6-ED45-EA8D-3C0ED3F8A0C6}"/>
                </a:ext>
              </a:extLst>
            </p:cNvPr>
            <p:cNvCxnSpPr>
              <a:cxnSpLocks/>
              <a:stCxn id="581" idx="2"/>
              <a:endCxn id="577" idx="6"/>
            </p:cNvCxnSpPr>
            <p:nvPr/>
          </p:nvCxnSpPr>
          <p:spPr>
            <a:xfrm flipH="1" flipV="1">
              <a:off x="6241881" y="1099523"/>
              <a:ext cx="139840" cy="15467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84" name="直接连接符 510">
              <a:extLst>
                <a:ext uri="{FF2B5EF4-FFF2-40B4-BE49-F238E27FC236}">
                  <a16:creationId xmlns:a16="http://schemas.microsoft.com/office/drawing/2014/main" id="{5161D5A1-B491-9768-75AA-C6717CB0BD2B}"/>
                </a:ext>
              </a:extLst>
            </p:cNvPr>
            <p:cNvCxnSpPr>
              <a:cxnSpLocks/>
              <a:stCxn id="581" idx="2"/>
              <a:endCxn id="578" idx="6"/>
            </p:cNvCxnSpPr>
            <p:nvPr/>
          </p:nvCxnSpPr>
          <p:spPr>
            <a:xfrm flipH="1">
              <a:off x="6241881" y="1254199"/>
              <a:ext cx="139840" cy="321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85" name="直接连接符 510">
              <a:extLst>
                <a:ext uri="{FF2B5EF4-FFF2-40B4-BE49-F238E27FC236}">
                  <a16:creationId xmlns:a16="http://schemas.microsoft.com/office/drawing/2014/main" id="{9C715608-6D2D-1A65-5E6F-0B9B029CEA1B}"/>
                </a:ext>
              </a:extLst>
            </p:cNvPr>
            <p:cNvCxnSpPr>
              <a:cxnSpLocks/>
              <a:stCxn id="581" idx="2"/>
              <a:endCxn id="580" idx="6"/>
            </p:cNvCxnSpPr>
            <p:nvPr/>
          </p:nvCxnSpPr>
          <p:spPr>
            <a:xfrm flipH="1">
              <a:off x="6241881" y="1254199"/>
              <a:ext cx="139840" cy="15531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86" name="直接连接符 510">
              <a:extLst>
                <a:ext uri="{FF2B5EF4-FFF2-40B4-BE49-F238E27FC236}">
                  <a16:creationId xmlns:a16="http://schemas.microsoft.com/office/drawing/2014/main" id="{F210796E-FA55-CB07-1743-3426788DFF01}"/>
                </a:ext>
              </a:extLst>
            </p:cNvPr>
            <p:cNvCxnSpPr>
              <a:cxnSpLocks/>
              <a:stCxn id="582" idx="2"/>
              <a:endCxn id="579" idx="6"/>
            </p:cNvCxnSpPr>
            <p:nvPr/>
          </p:nvCxnSpPr>
          <p:spPr>
            <a:xfrm flipH="1">
              <a:off x="6241881" y="1409196"/>
              <a:ext cx="139840" cy="15531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87" name="直接连接符 510">
              <a:extLst>
                <a:ext uri="{FF2B5EF4-FFF2-40B4-BE49-F238E27FC236}">
                  <a16:creationId xmlns:a16="http://schemas.microsoft.com/office/drawing/2014/main" id="{BCD188EF-E510-0F6C-BAE5-9D7DE8F24880}"/>
                </a:ext>
              </a:extLst>
            </p:cNvPr>
            <p:cNvCxnSpPr>
              <a:cxnSpLocks/>
              <a:stCxn id="582" idx="2"/>
              <a:endCxn id="577" idx="6"/>
            </p:cNvCxnSpPr>
            <p:nvPr/>
          </p:nvCxnSpPr>
          <p:spPr>
            <a:xfrm flipH="1" flipV="1">
              <a:off x="6241881" y="1099523"/>
              <a:ext cx="139840" cy="309673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88" name="直接连接符 510">
              <a:extLst>
                <a:ext uri="{FF2B5EF4-FFF2-40B4-BE49-F238E27FC236}">
                  <a16:creationId xmlns:a16="http://schemas.microsoft.com/office/drawing/2014/main" id="{06BA7C27-26B4-9D06-6346-6C70B068B797}"/>
                </a:ext>
              </a:extLst>
            </p:cNvPr>
            <p:cNvCxnSpPr>
              <a:cxnSpLocks/>
              <a:stCxn id="582" idx="2"/>
              <a:endCxn id="578" idx="6"/>
            </p:cNvCxnSpPr>
            <p:nvPr/>
          </p:nvCxnSpPr>
          <p:spPr>
            <a:xfrm flipH="1" flipV="1">
              <a:off x="6241881" y="1254520"/>
              <a:ext cx="139840" cy="15467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89" name="直接连接符 510">
              <a:extLst>
                <a:ext uri="{FF2B5EF4-FFF2-40B4-BE49-F238E27FC236}">
                  <a16:creationId xmlns:a16="http://schemas.microsoft.com/office/drawing/2014/main" id="{AE89A6B0-3CD0-8946-D4ED-D0475375CDBB}"/>
                </a:ext>
              </a:extLst>
            </p:cNvPr>
            <p:cNvCxnSpPr>
              <a:cxnSpLocks/>
              <a:stCxn id="582" idx="2"/>
              <a:endCxn id="580" idx="6"/>
            </p:cNvCxnSpPr>
            <p:nvPr/>
          </p:nvCxnSpPr>
          <p:spPr>
            <a:xfrm flipH="1">
              <a:off x="6241881" y="1409196"/>
              <a:ext cx="139840" cy="321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90" name="直接连接符 510">
              <a:extLst>
                <a:ext uri="{FF2B5EF4-FFF2-40B4-BE49-F238E27FC236}">
                  <a16:creationId xmlns:a16="http://schemas.microsoft.com/office/drawing/2014/main" id="{7951B489-A30B-0178-58E5-1E7621175FDA}"/>
                </a:ext>
              </a:extLst>
            </p:cNvPr>
            <p:cNvCxnSpPr>
              <a:cxnSpLocks/>
              <a:stCxn id="582" idx="2"/>
              <a:endCxn id="579" idx="6"/>
            </p:cNvCxnSpPr>
            <p:nvPr/>
          </p:nvCxnSpPr>
          <p:spPr>
            <a:xfrm flipH="1">
              <a:off x="6241881" y="1409196"/>
              <a:ext cx="139840" cy="15531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644" name="矩形 643">
            <a:extLst>
              <a:ext uri="{FF2B5EF4-FFF2-40B4-BE49-F238E27FC236}">
                <a16:creationId xmlns:a16="http://schemas.microsoft.com/office/drawing/2014/main" id="{35643AC4-9CA9-C806-07F3-E2C175C9A2F5}"/>
              </a:ext>
            </a:extLst>
          </p:cNvPr>
          <p:cNvSpPr/>
          <p:nvPr/>
        </p:nvSpPr>
        <p:spPr>
          <a:xfrm flipV="1">
            <a:off x="5301028" y="3667877"/>
            <a:ext cx="2096149" cy="116071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5" name="椭圆 644">
            <a:extLst>
              <a:ext uri="{FF2B5EF4-FFF2-40B4-BE49-F238E27FC236}">
                <a16:creationId xmlns:a16="http://schemas.microsoft.com/office/drawing/2014/main" id="{2575225A-8B90-9DAC-0B9F-071C7AE83E19}"/>
              </a:ext>
            </a:extLst>
          </p:cNvPr>
          <p:cNvSpPr/>
          <p:nvPr/>
        </p:nvSpPr>
        <p:spPr>
          <a:xfrm rot="5400000">
            <a:off x="6178265" y="3987956"/>
            <a:ext cx="270678" cy="277715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zh-CN" altLang="en-US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46" name="椭圆 645">
            <a:extLst>
              <a:ext uri="{FF2B5EF4-FFF2-40B4-BE49-F238E27FC236}">
                <a16:creationId xmlns:a16="http://schemas.microsoft.com/office/drawing/2014/main" id="{255FAB0C-8207-FF66-EA0B-F34C7A9245DE}"/>
              </a:ext>
            </a:extLst>
          </p:cNvPr>
          <p:cNvSpPr/>
          <p:nvPr/>
        </p:nvSpPr>
        <p:spPr>
          <a:xfrm rot="5400000">
            <a:off x="6181949" y="4331146"/>
            <a:ext cx="270678" cy="277715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lang="zh-CN" altLang="en-US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647" name="组合 646">
            <a:extLst>
              <a:ext uri="{FF2B5EF4-FFF2-40B4-BE49-F238E27FC236}">
                <a16:creationId xmlns:a16="http://schemas.microsoft.com/office/drawing/2014/main" id="{35A4B304-989C-FCE9-0BAD-FBB6B748FFE6}"/>
              </a:ext>
            </a:extLst>
          </p:cNvPr>
          <p:cNvGrpSpPr/>
          <p:nvPr/>
        </p:nvGrpSpPr>
        <p:grpSpPr>
          <a:xfrm rot="5400000">
            <a:off x="5653709" y="3793659"/>
            <a:ext cx="202322" cy="704614"/>
            <a:chOff x="800913" y="5270079"/>
            <a:chExt cx="152772" cy="532461"/>
          </a:xfrm>
        </p:grpSpPr>
        <p:sp>
          <p:nvSpPr>
            <p:cNvPr id="648" name="矩形 647">
              <a:extLst>
                <a:ext uri="{FF2B5EF4-FFF2-40B4-BE49-F238E27FC236}">
                  <a16:creationId xmlns:a16="http://schemas.microsoft.com/office/drawing/2014/main" id="{124ED905-AB78-6392-DCA8-B2686033EC50}"/>
                </a:ext>
              </a:extLst>
            </p:cNvPr>
            <p:cNvSpPr/>
            <p:nvPr/>
          </p:nvSpPr>
          <p:spPr>
            <a:xfrm flipH="1">
              <a:off x="800913" y="5270079"/>
              <a:ext cx="152769" cy="133117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49" name="矩形 648">
              <a:extLst>
                <a:ext uri="{FF2B5EF4-FFF2-40B4-BE49-F238E27FC236}">
                  <a16:creationId xmlns:a16="http://schemas.microsoft.com/office/drawing/2014/main" id="{56C6AA77-FD46-1166-57F7-0D372C439681}"/>
                </a:ext>
              </a:extLst>
            </p:cNvPr>
            <p:cNvSpPr/>
            <p:nvPr/>
          </p:nvSpPr>
          <p:spPr>
            <a:xfrm flipH="1">
              <a:off x="800918" y="5403192"/>
              <a:ext cx="152767" cy="133117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50" name="矩形 649">
              <a:extLst>
                <a:ext uri="{FF2B5EF4-FFF2-40B4-BE49-F238E27FC236}">
                  <a16:creationId xmlns:a16="http://schemas.microsoft.com/office/drawing/2014/main" id="{815D99C1-4F44-D501-349C-0291238D7F07}"/>
                </a:ext>
              </a:extLst>
            </p:cNvPr>
            <p:cNvSpPr/>
            <p:nvPr/>
          </p:nvSpPr>
          <p:spPr>
            <a:xfrm flipH="1">
              <a:off x="800924" y="5536310"/>
              <a:ext cx="152760" cy="133117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51" name="矩形 650">
              <a:extLst>
                <a:ext uri="{FF2B5EF4-FFF2-40B4-BE49-F238E27FC236}">
                  <a16:creationId xmlns:a16="http://schemas.microsoft.com/office/drawing/2014/main" id="{4714A2C9-FF02-671A-86E1-21FFDAECAE9F}"/>
                </a:ext>
              </a:extLst>
            </p:cNvPr>
            <p:cNvSpPr/>
            <p:nvPr/>
          </p:nvSpPr>
          <p:spPr>
            <a:xfrm flipH="1">
              <a:off x="800925" y="5669423"/>
              <a:ext cx="152760" cy="133117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652" name="组合 651">
            <a:extLst>
              <a:ext uri="{FF2B5EF4-FFF2-40B4-BE49-F238E27FC236}">
                <a16:creationId xmlns:a16="http://schemas.microsoft.com/office/drawing/2014/main" id="{703D6193-468C-F148-2446-A4811A035033}"/>
              </a:ext>
            </a:extLst>
          </p:cNvPr>
          <p:cNvGrpSpPr/>
          <p:nvPr/>
        </p:nvGrpSpPr>
        <p:grpSpPr>
          <a:xfrm rot="5400000">
            <a:off x="5653708" y="4142667"/>
            <a:ext cx="202322" cy="704614"/>
            <a:chOff x="800913" y="5270079"/>
            <a:chExt cx="152772" cy="532461"/>
          </a:xfrm>
        </p:grpSpPr>
        <p:sp>
          <p:nvSpPr>
            <p:cNvPr id="653" name="矩形 652">
              <a:extLst>
                <a:ext uri="{FF2B5EF4-FFF2-40B4-BE49-F238E27FC236}">
                  <a16:creationId xmlns:a16="http://schemas.microsoft.com/office/drawing/2014/main" id="{DFC17774-C1F5-2285-C62F-540A2454B863}"/>
                </a:ext>
              </a:extLst>
            </p:cNvPr>
            <p:cNvSpPr/>
            <p:nvPr/>
          </p:nvSpPr>
          <p:spPr>
            <a:xfrm flipH="1">
              <a:off x="800913" y="5270079"/>
              <a:ext cx="152769" cy="133117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54" name="矩形 653">
              <a:extLst>
                <a:ext uri="{FF2B5EF4-FFF2-40B4-BE49-F238E27FC236}">
                  <a16:creationId xmlns:a16="http://schemas.microsoft.com/office/drawing/2014/main" id="{EEA7027E-1DFF-F384-B158-7802AFC2E20B}"/>
                </a:ext>
              </a:extLst>
            </p:cNvPr>
            <p:cNvSpPr/>
            <p:nvPr/>
          </p:nvSpPr>
          <p:spPr>
            <a:xfrm flipH="1">
              <a:off x="800918" y="5403192"/>
              <a:ext cx="152767" cy="133117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55" name="矩形 654">
              <a:extLst>
                <a:ext uri="{FF2B5EF4-FFF2-40B4-BE49-F238E27FC236}">
                  <a16:creationId xmlns:a16="http://schemas.microsoft.com/office/drawing/2014/main" id="{FA5EE400-64D9-EAA5-7B5E-F5AE1AEBF889}"/>
                </a:ext>
              </a:extLst>
            </p:cNvPr>
            <p:cNvSpPr/>
            <p:nvPr/>
          </p:nvSpPr>
          <p:spPr>
            <a:xfrm flipH="1">
              <a:off x="800924" y="5536310"/>
              <a:ext cx="152760" cy="133117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56" name="矩形 655">
              <a:extLst>
                <a:ext uri="{FF2B5EF4-FFF2-40B4-BE49-F238E27FC236}">
                  <a16:creationId xmlns:a16="http://schemas.microsoft.com/office/drawing/2014/main" id="{260B57D2-C90E-5207-9658-2687FB4804F1}"/>
                </a:ext>
              </a:extLst>
            </p:cNvPr>
            <p:cNvSpPr/>
            <p:nvPr/>
          </p:nvSpPr>
          <p:spPr>
            <a:xfrm flipH="1">
              <a:off x="800925" y="5669423"/>
              <a:ext cx="152760" cy="133117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755" name="组合 754">
            <a:extLst>
              <a:ext uri="{FF2B5EF4-FFF2-40B4-BE49-F238E27FC236}">
                <a16:creationId xmlns:a16="http://schemas.microsoft.com/office/drawing/2014/main" id="{121ABA95-4927-E4E5-B763-487F803DD898}"/>
              </a:ext>
            </a:extLst>
          </p:cNvPr>
          <p:cNvGrpSpPr/>
          <p:nvPr/>
        </p:nvGrpSpPr>
        <p:grpSpPr>
          <a:xfrm>
            <a:off x="6696167" y="3853396"/>
            <a:ext cx="610665" cy="879151"/>
            <a:chOff x="6116209" y="1036604"/>
            <a:chExt cx="391184" cy="590828"/>
          </a:xfrm>
        </p:grpSpPr>
        <p:sp>
          <p:nvSpPr>
            <p:cNvPr id="756" name="流程图: 接点 566">
              <a:extLst>
                <a:ext uri="{FF2B5EF4-FFF2-40B4-BE49-F238E27FC236}">
                  <a16:creationId xmlns:a16="http://schemas.microsoft.com/office/drawing/2014/main" id="{C41640C6-DD94-6BF5-7B6B-FB56FF085308}"/>
                </a:ext>
              </a:extLst>
            </p:cNvPr>
            <p:cNvSpPr/>
            <p:nvPr/>
          </p:nvSpPr>
          <p:spPr>
            <a:xfrm>
              <a:off x="6116209" y="1036604"/>
              <a:ext cx="125672" cy="125837"/>
            </a:xfrm>
            <a:prstGeom prst="flowChartConnector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57" name="流程图: 接点 566">
              <a:extLst>
                <a:ext uri="{FF2B5EF4-FFF2-40B4-BE49-F238E27FC236}">
                  <a16:creationId xmlns:a16="http://schemas.microsoft.com/office/drawing/2014/main" id="{60666F74-BDC5-E995-D972-2B45BE3BF64D}"/>
                </a:ext>
              </a:extLst>
            </p:cNvPr>
            <p:cNvSpPr/>
            <p:nvPr/>
          </p:nvSpPr>
          <p:spPr>
            <a:xfrm>
              <a:off x="6116209" y="1191601"/>
              <a:ext cx="125672" cy="125837"/>
            </a:xfrm>
            <a:prstGeom prst="flowChartConnector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58" name="流程图: 接点 566">
              <a:extLst>
                <a:ext uri="{FF2B5EF4-FFF2-40B4-BE49-F238E27FC236}">
                  <a16:creationId xmlns:a16="http://schemas.microsoft.com/office/drawing/2014/main" id="{A03A498C-D7F6-7078-0E34-374CA30C5C04}"/>
                </a:ext>
              </a:extLst>
            </p:cNvPr>
            <p:cNvSpPr/>
            <p:nvPr/>
          </p:nvSpPr>
          <p:spPr>
            <a:xfrm>
              <a:off x="6116209" y="1501595"/>
              <a:ext cx="125672" cy="125837"/>
            </a:xfrm>
            <a:prstGeom prst="flowChartConnector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59" name="流程图: 接点 566">
              <a:extLst>
                <a:ext uri="{FF2B5EF4-FFF2-40B4-BE49-F238E27FC236}">
                  <a16:creationId xmlns:a16="http://schemas.microsoft.com/office/drawing/2014/main" id="{951B1E8C-514D-33C9-F3BA-1A56E36A89D9}"/>
                </a:ext>
              </a:extLst>
            </p:cNvPr>
            <p:cNvSpPr/>
            <p:nvPr/>
          </p:nvSpPr>
          <p:spPr>
            <a:xfrm>
              <a:off x="6116209" y="1346598"/>
              <a:ext cx="125672" cy="125837"/>
            </a:xfrm>
            <a:prstGeom prst="flowChartConnector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60" name="流程图: 接点 566">
              <a:extLst>
                <a:ext uri="{FF2B5EF4-FFF2-40B4-BE49-F238E27FC236}">
                  <a16:creationId xmlns:a16="http://schemas.microsoft.com/office/drawing/2014/main" id="{88F1C8F6-396D-09B4-C520-8983496C6B15}"/>
                </a:ext>
              </a:extLst>
            </p:cNvPr>
            <p:cNvSpPr/>
            <p:nvPr/>
          </p:nvSpPr>
          <p:spPr>
            <a:xfrm>
              <a:off x="6381721" y="1191280"/>
              <a:ext cx="125672" cy="125837"/>
            </a:xfrm>
            <a:prstGeom prst="flowChartConnector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61" name="流程图: 接点 566">
              <a:extLst>
                <a:ext uri="{FF2B5EF4-FFF2-40B4-BE49-F238E27FC236}">
                  <a16:creationId xmlns:a16="http://schemas.microsoft.com/office/drawing/2014/main" id="{E6BA857C-3DE8-0CCF-AF6C-A5A7E513C7C9}"/>
                </a:ext>
              </a:extLst>
            </p:cNvPr>
            <p:cNvSpPr/>
            <p:nvPr/>
          </p:nvSpPr>
          <p:spPr>
            <a:xfrm>
              <a:off x="6381721" y="1346277"/>
              <a:ext cx="125672" cy="125837"/>
            </a:xfrm>
            <a:prstGeom prst="flowChartConnector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762" name="直接连接符 510">
              <a:extLst>
                <a:ext uri="{FF2B5EF4-FFF2-40B4-BE49-F238E27FC236}">
                  <a16:creationId xmlns:a16="http://schemas.microsoft.com/office/drawing/2014/main" id="{0F190098-FB24-71BE-861E-5D588573B35E}"/>
                </a:ext>
              </a:extLst>
            </p:cNvPr>
            <p:cNvCxnSpPr>
              <a:cxnSpLocks/>
              <a:stCxn id="760" idx="2"/>
              <a:endCxn id="756" idx="6"/>
            </p:cNvCxnSpPr>
            <p:nvPr/>
          </p:nvCxnSpPr>
          <p:spPr>
            <a:xfrm flipH="1" flipV="1">
              <a:off x="6241881" y="1099523"/>
              <a:ext cx="139840" cy="15467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63" name="直接连接符 510">
              <a:extLst>
                <a:ext uri="{FF2B5EF4-FFF2-40B4-BE49-F238E27FC236}">
                  <a16:creationId xmlns:a16="http://schemas.microsoft.com/office/drawing/2014/main" id="{545B518F-FB83-FC22-5CB5-6C725910DC7C}"/>
                </a:ext>
              </a:extLst>
            </p:cNvPr>
            <p:cNvCxnSpPr>
              <a:cxnSpLocks/>
              <a:stCxn id="760" idx="2"/>
              <a:endCxn id="757" idx="6"/>
            </p:cNvCxnSpPr>
            <p:nvPr/>
          </p:nvCxnSpPr>
          <p:spPr>
            <a:xfrm flipH="1">
              <a:off x="6241881" y="1254199"/>
              <a:ext cx="139840" cy="321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64" name="直接连接符 510">
              <a:extLst>
                <a:ext uri="{FF2B5EF4-FFF2-40B4-BE49-F238E27FC236}">
                  <a16:creationId xmlns:a16="http://schemas.microsoft.com/office/drawing/2014/main" id="{F1131636-61C6-CA0C-B771-E122FFD68523}"/>
                </a:ext>
              </a:extLst>
            </p:cNvPr>
            <p:cNvCxnSpPr>
              <a:cxnSpLocks/>
              <a:stCxn id="760" idx="2"/>
              <a:endCxn id="759" idx="6"/>
            </p:cNvCxnSpPr>
            <p:nvPr/>
          </p:nvCxnSpPr>
          <p:spPr>
            <a:xfrm flipH="1">
              <a:off x="6241881" y="1254199"/>
              <a:ext cx="139840" cy="15531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65" name="直接连接符 510">
              <a:extLst>
                <a:ext uri="{FF2B5EF4-FFF2-40B4-BE49-F238E27FC236}">
                  <a16:creationId xmlns:a16="http://schemas.microsoft.com/office/drawing/2014/main" id="{827C375A-D2E7-C1D4-0BA3-577C28A83B5B}"/>
                </a:ext>
              </a:extLst>
            </p:cNvPr>
            <p:cNvCxnSpPr>
              <a:cxnSpLocks/>
              <a:stCxn id="761" idx="2"/>
              <a:endCxn id="758" idx="6"/>
            </p:cNvCxnSpPr>
            <p:nvPr/>
          </p:nvCxnSpPr>
          <p:spPr>
            <a:xfrm flipH="1">
              <a:off x="6241881" y="1409196"/>
              <a:ext cx="139840" cy="15531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66" name="直接连接符 510">
              <a:extLst>
                <a:ext uri="{FF2B5EF4-FFF2-40B4-BE49-F238E27FC236}">
                  <a16:creationId xmlns:a16="http://schemas.microsoft.com/office/drawing/2014/main" id="{FBC0B243-A562-6733-1C2E-04FD9C689A50}"/>
                </a:ext>
              </a:extLst>
            </p:cNvPr>
            <p:cNvCxnSpPr>
              <a:cxnSpLocks/>
              <a:stCxn id="761" idx="2"/>
              <a:endCxn id="756" idx="6"/>
            </p:cNvCxnSpPr>
            <p:nvPr/>
          </p:nvCxnSpPr>
          <p:spPr>
            <a:xfrm flipH="1" flipV="1">
              <a:off x="6241881" y="1099523"/>
              <a:ext cx="139840" cy="309673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67" name="直接连接符 510">
              <a:extLst>
                <a:ext uri="{FF2B5EF4-FFF2-40B4-BE49-F238E27FC236}">
                  <a16:creationId xmlns:a16="http://schemas.microsoft.com/office/drawing/2014/main" id="{C9584F57-4C6A-A041-AE92-49D2121BD94B}"/>
                </a:ext>
              </a:extLst>
            </p:cNvPr>
            <p:cNvCxnSpPr>
              <a:cxnSpLocks/>
              <a:stCxn id="761" idx="2"/>
              <a:endCxn id="757" idx="6"/>
            </p:cNvCxnSpPr>
            <p:nvPr/>
          </p:nvCxnSpPr>
          <p:spPr>
            <a:xfrm flipH="1" flipV="1">
              <a:off x="6241881" y="1254520"/>
              <a:ext cx="139840" cy="15467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68" name="直接连接符 510">
              <a:extLst>
                <a:ext uri="{FF2B5EF4-FFF2-40B4-BE49-F238E27FC236}">
                  <a16:creationId xmlns:a16="http://schemas.microsoft.com/office/drawing/2014/main" id="{3C6BEFE5-208D-7160-0D48-2EDD921656CD}"/>
                </a:ext>
              </a:extLst>
            </p:cNvPr>
            <p:cNvCxnSpPr>
              <a:cxnSpLocks/>
              <a:stCxn id="761" idx="2"/>
              <a:endCxn id="759" idx="6"/>
            </p:cNvCxnSpPr>
            <p:nvPr/>
          </p:nvCxnSpPr>
          <p:spPr>
            <a:xfrm flipH="1">
              <a:off x="6241881" y="1409196"/>
              <a:ext cx="139840" cy="321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69" name="直接连接符 510">
              <a:extLst>
                <a:ext uri="{FF2B5EF4-FFF2-40B4-BE49-F238E27FC236}">
                  <a16:creationId xmlns:a16="http://schemas.microsoft.com/office/drawing/2014/main" id="{3056F9B2-F49C-3A9A-346B-462DAC9479FB}"/>
                </a:ext>
              </a:extLst>
            </p:cNvPr>
            <p:cNvCxnSpPr>
              <a:cxnSpLocks/>
              <a:stCxn id="761" idx="2"/>
              <a:endCxn id="758" idx="6"/>
            </p:cNvCxnSpPr>
            <p:nvPr/>
          </p:nvCxnSpPr>
          <p:spPr>
            <a:xfrm flipH="1">
              <a:off x="6241881" y="1409196"/>
              <a:ext cx="139840" cy="15531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770" name="椭圆 769">
            <a:extLst>
              <a:ext uri="{FF2B5EF4-FFF2-40B4-BE49-F238E27FC236}">
                <a16:creationId xmlns:a16="http://schemas.microsoft.com/office/drawing/2014/main" id="{5E9E096C-C972-EC1C-5A07-33A35B083806}"/>
              </a:ext>
            </a:extLst>
          </p:cNvPr>
          <p:cNvSpPr/>
          <p:nvPr/>
        </p:nvSpPr>
        <p:spPr>
          <a:xfrm rot="5400000">
            <a:off x="4795550" y="3797582"/>
            <a:ext cx="322854" cy="323843"/>
          </a:xfrm>
          <a:prstGeom prst="ellipse">
            <a:avLst/>
          </a:prstGeom>
          <a:noFill/>
          <a:ln w="28575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cs typeface="Arial" panose="020B0604020202020204" pitchFamily="34" charset="0"/>
              </a:rPr>
              <a:t>1</a:t>
            </a:r>
            <a:endParaRPr lang="zh-CN" altLang="en-US" sz="2400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771" name="椭圆 770">
            <a:extLst>
              <a:ext uri="{FF2B5EF4-FFF2-40B4-BE49-F238E27FC236}">
                <a16:creationId xmlns:a16="http://schemas.microsoft.com/office/drawing/2014/main" id="{C6BCBD12-A3BF-72DA-F515-9B0F5962C1E2}"/>
              </a:ext>
            </a:extLst>
          </p:cNvPr>
          <p:cNvSpPr/>
          <p:nvPr/>
        </p:nvSpPr>
        <p:spPr>
          <a:xfrm rot="5400000">
            <a:off x="4795550" y="4498518"/>
            <a:ext cx="322854" cy="32384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cs typeface="Arial" panose="020B0604020202020204" pitchFamily="34" charset="0"/>
              </a:rPr>
              <a:t>3</a:t>
            </a:r>
            <a:endParaRPr lang="zh-CN" altLang="en-US" sz="2400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772" name="椭圆 771">
            <a:extLst>
              <a:ext uri="{FF2B5EF4-FFF2-40B4-BE49-F238E27FC236}">
                <a16:creationId xmlns:a16="http://schemas.microsoft.com/office/drawing/2014/main" id="{FC693E83-E822-1536-DF15-9C2A2C02E92E}"/>
              </a:ext>
            </a:extLst>
          </p:cNvPr>
          <p:cNvSpPr/>
          <p:nvPr/>
        </p:nvSpPr>
        <p:spPr>
          <a:xfrm rot="5400000">
            <a:off x="4133625" y="3797582"/>
            <a:ext cx="322854" cy="323843"/>
          </a:xfrm>
          <a:prstGeom prst="ellipse">
            <a:avLst/>
          </a:prstGeom>
          <a:noFill/>
          <a:ln w="28575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cs typeface="Arial" panose="020B0604020202020204" pitchFamily="34" charset="0"/>
              </a:rPr>
              <a:t>0</a:t>
            </a:r>
            <a:endParaRPr lang="zh-CN" altLang="en-US" sz="2400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773" name="椭圆 772">
            <a:extLst>
              <a:ext uri="{FF2B5EF4-FFF2-40B4-BE49-F238E27FC236}">
                <a16:creationId xmlns:a16="http://schemas.microsoft.com/office/drawing/2014/main" id="{392BBB68-DF66-91CD-1BB0-808C69563565}"/>
              </a:ext>
            </a:extLst>
          </p:cNvPr>
          <p:cNvSpPr/>
          <p:nvPr/>
        </p:nvSpPr>
        <p:spPr>
          <a:xfrm rot="5400000">
            <a:off x="4133625" y="4498518"/>
            <a:ext cx="322854" cy="32384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cs typeface="Arial" panose="020B0604020202020204" pitchFamily="34" charset="0"/>
              </a:rPr>
              <a:t>2</a:t>
            </a:r>
            <a:endParaRPr lang="zh-CN" altLang="en-US" sz="2400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cxnSp>
        <p:nvCxnSpPr>
          <p:cNvPr id="774" name="直接连接符 521">
            <a:extLst>
              <a:ext uri="{FF2B5EF4-FFF2-40B4-BE49-F238E27FC236}">
                <a16:creationId xmlns:a16="http://schemas.microsoft.com/office/drawing/2014/main" id="{AB928B2A-B934-0F1C-B2AC-EED779FED800}"/>
              </a:ext>
            </a:extLst>
          </p:cNvPr>
          <p:cNvCxnSpPr>
            <a:cxnSpLocks/>
          </p:cNvCxnSpPr>
          <p:nvPr/>
        </p:nvCxnSpPr>
        <p:spPr>
          <a:xfrm>
            <a:off x="4295052" y="4120931"/>
            <a:ext cx="0" cy="378082"/>
          </a:xfrm>
          <a:prstGeom prst="line">
            <a:avLst/>
          </a:prstGeom>
          <a:ln w="28575">
            <a:solidFill>
              <a:schemeClr val="tx1"/>
            </a:solidFill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75" name="直接连接符 522">
            <a:extLst>
              <a:ext uri="{FF2B5EF4-FFF2-40B4-BE49-F238E27FC236}">
                <a16:creationId xmlns:a16="http://schemas.microsoft.com/office/drawing/2014/main" id="{CA3EFA8A-AD86-E7F1-2702-4ADD943F3B9C}"/>
              </a:ext>
            </a:extLst>
          </p:cNvPr>
          <p:cNvCxnSpPr>
            <a:cxnSpLocks/>
          </p:cNvCxnSpPr>
          <p:nvPr/>
        </p:nvCxnSpPr>
        <p:spPr>
          <a:xfrm flipV="1">
            <a:off x="4956977" y="4118750"/>
            <a:ext cx="0" cy="380257"/>
          </a:xfrm>
          <a:prstGeom prst="line">
            <a:avLst/>
          </a:prstGeom>
          <a:ln w="28575">
            <a:solidFill>
              <a:schemeClr val="tx1"/>
            </a:solidFill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76" name="直接连接符 523">
            <a:extLst>
              <a:ext uri="{FF2B5EF4-FFF2-40B4-BE49-F238E27FC236}">
                <a16:creationId xmlns:a16="http://schemas.microsoft.com/office/drawing/2014/main" id="{B90D0FC7-E21F-9A01-0872-131474AA36FF}"/>
              </a:ext>
            </a:extLst>
          </p:cNvPr>
          <p:cNvCxnSpPr>
            <a:cxnSpLocks/>
            <a:stCxn id="771" idx="3"/>
            <a:endCxn id="772" idx="7"/>
          </p:cNvCxnSpPr>
          <p:nvPr/>
        </p:nvCxnSpPr>
        <p:spPr>
          <a:xfrm flipH="1" flipV="1">
            <a:off x="4409549" y="4073650"/>
            <a:ext cx="432934" cy="472644"/>
          </a:xfrm>
          <a:prstGeom prst="line">
            <a:avLst/>
          </a:prstGeom>
          <a:ln w="28575">
            <a:solidFill>
              <a:schemeClr val="tx1"/>
            </a:solidFill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77" name="直接连接符 524">
            <a:extLst>
              <a:ext uri="{FF2B5EF4-FFF2-40B4-BE49-F238E27FC236}">
                <a16:creationId xmlns:a16="http://schemas.microsoft.com/office/drawing/2014/main" id="{E1BCF91D-6492-842B-3442-D74778F8B5B1}"/>
              </a:ext>
            </a:extLst>
          </p:cNvPr>
          <p:cNvCxnSpPr>
            <a:cxnSpLocks/>
          </p:cNvCxnSpPr>
          <p:nvPr/>
        </p:nvCxnSpPr>
        <p:spPr>
          <a:xfrm flipH="1">
            <a:off x="4455515" y="4660433"/>
            <a:ext cx="32987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78" name="文本框 777">
                <a:extLst>
                  <a:ext uri="{FF2B5EF4-FFF2-40B4-BE49-F238E27FC236}">
                    <a16:creationId xmlns:a16="http://schemas.microsoft.com/office/drawing/2014/main" id="{DEC7D14A-CFDE-A864-2F98-E7D8AB7B7B37}"/>
                  </a:ext>
                </a:extLst>
              </p:cNvPr>
              <p:cNvSpPr txBox="1"/>
              <p:nvPr/>
            </p:nvSpPr>
            <p:spPr>
              <a:xfrm>
                <a:off x="7538287" y="4918088"/>
                <a:ext cx="1071288" cy="461665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1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altLang="zh-CN" sz="2400" b="1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𝑿</m:t>
                          </m:r>
                        </m:e>
                        <m:sub>
                          <m:r>
                            <a:rPr lang="en-US" altLang="zh-CN" sz="2400" b="1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zh-CN" altLang="en-US" sz="2400" b="1" dirty="0">
                  <a:solidFill>
                    <a:schemeClr val="accent6"/>
                  </a:solidFill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778" name="文本框 777">
                <a:extLst>
                  <a:ext uri="{FF2B5EF4-FFF2-40B4-BE49-F238E27FC236}">
                    <a16:creationId xmlns:a16="http://schemas.microsoft.com/office/drawing/2014/main" id="{DEC7D14A-CFDE-A864-2F98-E7D8AB7B7B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8287" y="4918088"/>
                <a:ext cx="1071288" cy="461665"/>
              </a:xfrm>
              <a:prstGeom prst="rect">
                <a:avLst/>
              </a:prstGeom>
              <a:blipFill>
                <a:blip r:embed="rId5"/>
                <a:stretch>
                  <a:fillRect b="-1316"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79" name="组合 778">
            <a:extLst>
              <a:ext uri="{FF2B5EF4-FFF2-40B4-BE49-F238E27FC236}">
                <a16:creationId xmlns:a16="http://schemas.microsoft.com/office/drawing/2014/main" id="{AC900855-69EC-7D36-A03A-013E1B064C62}"/>
              </a:ext>
            </a:extLst>
          </p:cNvPr>
          <p:cNvGrpSpPr/>
          <p:nvPr/>
        </p:nvGrpSpPr>
        <p:grpSpPr>
          <a:xfrm>
            <a:off x="7702596" y="6071492"/>
            <a:ext cx="621640" cy="663817"/>
            <a:chOff x="4341455" y="6517035"/>
            <a:chExt cx="621640" cy="663817"/>
          </a:xfrm>
        </p:grpSpPr>
        <p:sp>
          <p:nvSpPr>
            <p:cNvPr id="780" name="矩形 1174">
              <a:extLst>
                <a:ext uri="{FF2B5EF4-FFF2-40B4-BE49-F238E27FC236}">
                  <a16:creationId xmlns:a16="http://schemas.microsoft.com/office/drawing/2014/main" id="{0498E65D-32FE-9D0B-DB90-613DBE3457EA}"/>
                </a:ext>
              </a:extLst>
            </p:cNvPr>
            <p:cNvSpPr/>
            <p:nvPr/>
          </p:nvSpPr>
          <p:spPr>
            <a:xfrm rot="10800000">
              <a:off x="4342830" y="6886022"/>
              <a:ext cx="618706" cy="226680"/>
            </a:xfrm>
            <a:custGeom>
              <a:avLst/>
              <a:gdLst>
                <a:gd name="connsiteX0" fmla="*/ 0 w 595706"/>
                <a:gd name="connsiteY0" fmla="*/ 0 h 92965"/>
                <a:gd name="connsiteX1" fmla="*/ 595706 w 595706"/>
                <a:gd name="connsiteY1" fmla="*/ 0 h 92965"/>
                <a:gd name="connsiteX2" fmla="*/ 595706 w 595706"/>
                <a:gd name="connsiteY2" fmla="*/ 92965 h 92965"/>
                <a:gd name="connsiteX3" fmla="*/ 0 w 595706"/>
                <a:gd name="connsiteY3" fmla="*/ 92965 h 92965"/>
                <a:gd name="connsiteX4" fmla="*/ 0 w 595706"/>
                <a:gd name="connsiteY4" fmla="*/ 0 h 92965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1422 w 594406"/>
                <a:gd name="connsiteY0" fmla="*/ 21376 h 135147"/>
                <a:gd name="connsiteX1" fmla="*/ 594406 w 594406"/>
                <a:gd name="connsiteY1" fmla="*/ 0 h 135147"/>
                <a:gd name="connsiteX2" fmla="*/ 594406 w 594406"/>
                <a:gd name="connsiteY2" fmla="*/ 92965 h 135147"/>
                <a:gd name="connsiteX3" fmla="*/ 61 w 594406"/>
                <a:gd name="connsiteY3" fmla="*/ 135147 h 135147"/>
                <a:gd name="connsiteX4" fmla="*/ 1422 w 594406"/>
                <a:gd name="connsiteY4" fmla="*/ 21376 h 135147"/>
                <a:gd name="connsiteX0" fmla="*/ 1422 w 594406"/>
                <a:gd name="connsiteY0" fmla="*/ 15599 h 135147"/>
                <a:gd name="connsiteX1" fmla="*/ 594406 w 594406"/>
                <a:gd name="connsiteY1" fmla="*/ 0 h 135147"/>
                <a:gd name="connsiteX2" fmla="*/ 594406 w 594406"/>
                <a:gd name="connsiteY2" fmla="*/ 92965 h 135147"/>
                <a:gd name="connsiteX3" fmla="*/ 61 w 594406"/>
                <a:gd name="connsiteY3" fmla="*/ 135147 h 135147"/>
                <a:gd name="connsiteX4" fmla="*/ 1422 w 594406"/>
                <a:gd name="connsiteY4" fmla="*/ 15599 h 135147"/>
                <a:gd name="connsiteX0" fmla="*/ 131 w 594476"/>
                <a:gd name="connsiteY0" fmla="*/ 4622 h 135147"/>
                <a:gd name="connsiteX1" fmla="*/ 594476 w 594476"/>
                <a:gd name="connsiteY1" fmla="*/ 0 h 135147"/>
                <a:gd name="connsiteX2" fmla="*/ 594476 w 594476"/>
                <a:gd name="connsiteY2" fmla="*/ 92965 h 135147"/>
                <a:gd name="connsiteX3" fmla="*/ 131 w 594476"/>
                <a:gd name="connsiteY3" fmla="*/ 135147 h 135147"/>
                <a:gd name="connsiteX4" fmla="*/ 131 w 594476"/>
                <a:gd name="connsiteY4" fmla="*/ 4622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22423 h 139660"/>
                <a:gd name="connsiteX1" fmla="*/ 595706 w 595706"/>
                <a:gd name="connsiteY1" fmla="*/ 4513 h 139660"/>
                <a:gd name="connsiteX2" fmla="*/ 595706 w 595706"/>
                <a:gd name="connsiteY2" fmla="*/ 97478 h 139660"/>
                <a:gd name="connsiteX3" fmla="*/ 1361 w 595706"/>
                <a:gd name="connsiteY3" fmla="*/ 139660 h 139660"/>
                <a:gd name="connsiteX4" fmla="*/ 0 w 595706"/>
                <a:gd name="connsiteY4" fmla="*/ 22423 h 139660"/>
                <a:gd name="connsiteX0" fmla="*/ 0 w 595706"/>
                <a:gd name="connsiteY0" fmla="*/ 26413 h 143650"/>
                <a:gd name="connsiteX1" fmla="*/ 595706 w 595706"/>
                <a:gd name="connsiteY1" fmla="*/ 8503 h 143650"/>
                <a:gd name="connsiteX2" fmla="*/ 595706 w 595706"/>
                <a:gd name="connsiteY2" fmla="*/ 101468 h 143650"/>
                <a:gd name="connsiteX3" fmla="*/ 1361 w 595706"/>
                <a:gd name="connsiteY3" fmla="*/ 143650 h 143650"/>
                <a:gd name="connsiteX4" fmla="*/ 0 w 595706"/>
                <a:gd name="connsiteY4" fmla="*/ 26413 h 143650"/>
                <a:gd name="connsiteX0" fmla="*/ 0 w 595706"/>
                <a:gd name="connsiteY0" fmla="*/ 21286 h 138523"/>
                <a:gd name="connsiteX1" fmla="*/ 595706 w 595706"/>
                <a:gd name="connsiteY1" fmla="*/ 3376 h 138523"/>
                <a:gd name="connsiteX2" fmla="*/ 595706 w 595706"/>
                <a:gd name="connsiteY2" fmla="*/ 96341 h 138523"/>
                <a:gd name="connsiteX3" fmla="*/ 1361 w 595706"/>
                <a:gd name="connsiteY3" fmla="*/ 138523 h 138523"/>
                <a:gd name="connsiteX4" fmla="*/ 0 w 595706"/>
                <a:gd name="connsiteY4" fmla="*/ 21286 h 138523"/>
                <a:gd name="connsiteX0" fmla="*/ 0 w 595706"/>
                <a:gd name="connsiteY0" fmla="*/ 22534 h 139771"/>
                <a:gd name="connsiteX1" fmla="*/ 595706 w 595706"/>
                <a:gd name="connsiteY1" fmla="*/ 4624 h 139771"/>
                <a:gd name="connsiteX2" fmla="*/ 595706 w 595706"/>
                <a:gd name="connsiteY2" fmla="*/ 97589 h 139771"/>
                <a:gd name="connsiteX3" fmla="*/ 1361 w 595706"/>
                <a:gd name="connsiteY3" fmla="*/ 139771 h 139771"/>
                <a:gd name="connsiteX4" fmla="*/ 0 w 595706"/>
                <a:gd name="connsiteY4" fmla="*/ 22534 h 139771"/>
                <a:gd name="connsiteX0" fmla="*/ 0 w 595706"/>
                <a:gd name="connsiteY0" fmla="*/ 23494 h 140731"/>
                <a:gd name="connsiteX1" fmla="*/ 595706 w 595706"/>
                <a:gd name="connsiteY1" fmla="*/ 2118 h 140731"/>
                <a:gd name="connsiteX2" fmla="*/ 595706 w 595706"/>
                <a:gd name="connsiteY2" fmla="*/ 98549 h 140731"/>
                <a:gd name="connsiteX3" fmla="*/ 1361 w 595706"/>
                <a:gd name="connsiteY3" fmla="*/ 140731 h 140731"/>
                <a:gd name="connsiteX4" fmla="*/ 0 w 595706"/>
                <a:gd name="connsiteY4" fmla="*/ 23494 h 140731"/>
                <a:gd name="connsiteX0" fmla="*/ 0 w 595706"/>
                <a:gd name="connsiteY0" fmla="*/ 23494 h 140731"/>
                <a:gd name="connsiteX1" fmla="*/ 595706 w 595706"/>
                <a:gd name="connsiteY1" fmla="*/ 2118 h 140731"/>
                <a:gd name="connsiteX2" fmla="*/ 595706 w 595706"/>
                <a:gd name="connsiteY2" fmla="*/ 98549 h 140731"/>
                <a:gd name="connsiteX3" fmla="*/ 1361 w 595706"/>
                <a:gd name="connsiteY3" fmla="*/ 140731 h 140731"/>
                <a:gd name="connsiteX4" fmla="*/ 0 w 595706"/>
                <a:gd name="connsiteY4" fmla="*/ 23494 h 140731"/>
                <a:gd name="connsiteX0" fmla="*/ 0 w 595706"/>
                <a:gd name="connsiteY0" fmla="*/ 25030 h 142267"/>
                <a:gd name="connsiteX1" fmla="*/ 595706 w 595706"/>
                <a:gd name="connsiteY1" fmla="*/ 3654 h 142267"/>
                <a:gd name="connsiteX2" fmla="*/ 595706 w 595706"/>
                <a:gd name="connsiteY2" fmla="*/ 100085 h 142267"/>
                <a:gd name="connsiteX3" fmla="*/ 1361 w 595706"/>
                <a:gd name="connsiteY3" fmla="*/ 142267 h 142267"/>
                <a:gd name="connsiteX4" fmla="*/ 0 w 595706"/>
                <a:gd name="connsiteY4" fmla="*/ 25030 h 142267"/>
                <a:gd name="connsiteX0" fmla="*/ 0 w 595706"/>
                <a:gd name="connsiteY0" fmla="*/ 22091 h 139328"/>
                <a:gd name="connsiteX1" fmla="*/ 595706 w 595706"/>
                <a:gd name="connsiteY1" fmla="*/ 715 h 139328"/>
                <a:gd name="connsiteX2" fmla="*/ 595706 w 595706"/>
                <a:gd name="connsiteY2" fmla="*/ 97146 h 139328"/>
                <a:gd name="connsiteX3" fmla="*/ 1361 w 595706"/>
                <a:gd name="connsiteY3" fmla="*/ 139328 h 139328"/>
                <a:gd name="connsiteX4" fmla="*/ 0 w 595706"/>
                <a:gd name="connsiteY4" fmla="*/ 22091 h 139328"/>
                <a:gd name="connsiteX0" fmla="*/ 0 w 595706"/>
                <a:gd name="connsiteY0" fmla="*/ 23573 h 140810"/>
                <a:gd name="connsiteX1" fmla="*/ 595706 w 595706"/>
                <a:gd name="connsiteY1" fmla="*/ 2197 h 140810"/>
                <a:gd name="connsiteX2" fmla="*/ 595706 w 595706"/>
                <a:gd name="connsiteY2" fmla="*/ 98628 h 140810"/>
                <a:gd name="connsiteX3" fmla="*/ 1361 w 595706"/>
                <a:gd name="connsiteY3" fmla="*/ 140810 h 140810"/>
                <a:gd name="connsiteX4" fmla="*/ 0 w 595706"/>
                <a:gd name="connsiteY4" fmla="*/ 23573 h 140810"/>
                <a:gd name="connsiteX0" fmla="*/ 0 w 595706"/>
                <a:gd name="connsiteY0" fmla="*/ 21908 h 139145"/>
                <a:gd name="connsiteX1" fmla="*/ 595706 w 595706"/>
                <a:gd name="connsiteY1" fmla="*/ 532 h 139145"/>
                <a:gd name="connsiteX2" fmla="*/ 595706 w 595706"/>
                <a:gd name="connsiteY2" fmla="*/ 96963 h 139145"/>
                <a:gd name="connsiteX3" fmla="*/ 1361 w 595706"/>
                <a:gd name="connsiteY3" fmla="*/ 139145 h 139145"/>
                <a:gd name="connsiteX4" fmla="*/ 0 w 595706"/>
                <a:gd name="connsiteY4" fmla="*/ 21908 h 139145"/>
                <a:gd name="connsiteX0" fmla="*/ 0 w 595706"/>
                <a:gd name="connsiteY0" fmla="*/ 23863 h 141100"/>
                <a:gd name="connsiteX1" fmla="*/ 595706 w 595706"/>
                <a:gd name="connsiteY1" fmla="*/ 2487 h 141100"/>
                <a:gd name="connsiteX2" fmla="*/ 595706 w 595706"/>
                <a:gd name="connsiteY2" fmla="*/ 98918 h 141100"/>
                <a:gd name="connsiteX3" fmla="*/ 1361 w 595706"/>
                <a:gd name="connsiteY3" fmla="*/ 141100 h 141100"/>
                <a:gd name="connsiteX4" fmla="*/ 0 w 595706"/>
                <a:gd name="connsiteY4" fmla="*/ 23863 h 141100"/>
                <a:gd name="connsiteX0" fmla="*/ 0 w 595706"/>
                <a:gd name="connsiteY0" fmla="*/ 24472 h 141709"/>
                <a:gd name="connsiteX1" fmla="*/ 595706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0 w 595706"/>
                <a:gd name="connsiteY0" fmla="*/ 24267 h 141504"/>
                <a:gd name="connsiteX1" fmla="*/ 595706 w 595706"/>
                <a:gd name="connsiteY1" fmla="*/ 2891 h 141504"/>
                <a:gd name="connsiteX2" fmla="*/ 595706 w 595706"/>
                <a:gd name="connsiteY2" fmla="*/ 99322 h 141504"/>
                <a:gd name="connsiteX3" fmla="*/ 1361 w 595706"/>
                <a:gd name="connsiteY3" fmla="*/ 141504 h 141504"/>
                <a:gd name="connsiteX4" fmla="*/ 0 w 595706"/>
                <a:gd name="connsiteY4" fmla="*/ 24267 h 141504"/>
                <a:gd name="connsiteX0" fmla="*/ 0 w 595706"/>
                <a:gd name="connsiteY0" fmla="*/ 24472 h 141709"/>
                <a:gd name="connsiteX1" fmla="*/ 595706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0 w 595706"/>
                <a:gd name="connsiteY0" fmla="*/ 24472 h 141709"/>
                <a:gd name="connsiteX1" fmla="*/ 594353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124 w 595830"/>
                <a:gd name="connsiteY0" fmla="*/ 24472 h 141709"/>
                <a:gd name="connsiteX1" fmla="*/ 594477 w 595830"/>
                <a:gd name="connsiteY1" fmla="*/ 3096 h 141709"/>
                <a:gd name="connsiteX2" fmla="*/ 595830 w 595830"/>
                <a:gd name="connsiteY2" fmla="*/ 99527 h 141709"/>
                <a:gd name="connsiteX3" fmla="*/ 131 w 595830"/>
                <a:gd name="connsiteY3" fmla="*/ 141709 h 141709"/>
                <a:gd name="connsiteX4" fmla="*/ 124 w 595830"/>
                <a:gd name="connsiteY4" fmla="*/ 24472 h 141709"/>
                <a:gd name="connsiteX0" fmla="*/ 124 w 597179"/>
                <a:gd name="connsiteY0" fmla="*/ 25207 h 142444"/>
                <a:gd name="connsiteX1" fmla="*/ 597179 w 597179"/>
                <a:gd name="connsiteY1" fmla="*/ 481 h 142444"/>
                <a:gd name="connsiteX2" fmla="*/ 595830 w 597179"/>
                <a:gd name="connsiteY2" fmla="*/ 100262 h 142444"/>
                <a:gd name="connsiteX3" fmla="*/ 131 w 597179"/>
                <a:gd name="connsiteY3" fmla="*/ 142444 h 142444"/>
                <a:gd name="connsiteX4" fmla="*/ 124 w 597179"/>
                <a:gd name="connsiteY4" fmla="*/ 25207 h 142444"/>
                <a:gd name="connsiteX0" fmla="*/ 124 w 595889"/>
                <a:gd name="connsiteY0" fmla="*/ 25842 h 143079"/>
                <a:gd name="connsiteX1" fmla="*/ 594477 w 595889"/>
                <a:gd name="connsiteY1" fmla="*/ 0 h 143079"/>
                <a:gd name="connsiteX2" fmla="*/ 595830 w 595889"/>
                <a:gd name="connsiteY2" fmla="*/ 100897 h 143079"/>
                <a:gd name="connsiteX3" fmla="*/ 131 w 595889"/>
                <a:gd name="connsiteY3" fmla="*/ 143079 h 143079"/>
                <a:gd name="connsiteX4" fmla="*/ 124 w 595889"/>
                <a:gd name="connsiteY4" fmla="*/ 25842 h 143079"/>
                <a:gd name="connsiteX0" fmla="*/ 124 w 595889"/>
                <a:gd name="connsiteY0" fmla="*/ 24713 h 141950"/>
                <a:gd name="connsiteX1" fmla="*/ 594477 w 595889"/>
                <a:gd name="connsiteY1" fmla="*/ 2221 h 141950"/>
                <a:gd name="connsiteX2" fmla="*/ 595830 w 595889"/>
                <a:gd name="connsiteY2" fmla="*/ 99768 h 141950"/>
                <a:gd name="connsiteX3" fmla="*/ 131 w 595889"/>
                <a:gd name="connsiteY3" fmla="*/ 141950 h 141950"/>
                <a:gd name="connsiteX4" fmla="*/ 124 w 595889"/>
                <a:gd name="connsiteY4" fmla="*/ 24713 h 141950"/>
                <a:gd name="connsiteX0" fmla="*/ 124 w 595959"/>
                <a:gd name="connsiteY0" fmla="*/ 24713 h 141950"/>
                <a:gd name="connsiteX1" fmla="*/ 595828 w 595959"/>
                <a:gd name="connsiteY1" fmla="*/ 2221 h 141950"/>
                <a:gd name="connsiteX2" fmla="*/ 595830 w 595959"/>
                <a:gd name="connsiteY2" fmla="*/ 99768 h 141950"/>
                <a:gd name="connsiteX3" fmla="*/ 131 w 595959"/>
                <a:gd name="connsiteY3" fmla="*/ 141950 h 141950"/>
                <a:gd name="connsiteX4" fmla="*/ 124 w 595959"/>
                <a:gd name="connsiteY4" fmla="*/ 24713 h 141950"/>
                <a:gd name="connsiteX0" fmla="*/ 124 w 595959"/>
                <a:gd name="connsiteY0" fmla="*/ 24925 h 142162"/>
                <a:gd name="connsiteX1" fmla="*/ 595828 w 595959"/>
                <a:gd name="connsiteY1" fmla="*/ 2433 h 142162"/>
                <a:gd name="connsiteX2" fmla="*/ 595830 w 595959"/>
                <a:gd name="connsiteY2" fmla="*/ 99980 h 142162"/>
                <a:gd name="connsiteX3" fmla="*/ 131 w 595959"/>
                <a:gd name="connsiteY3" fmla="*/ 142162 h 142162"/>
                <a:gd name="connsiteX4" fmla="*/ 124 w 595959"/>
                <a:gd name="connsiteY4" fmla="*/ 24925 h 142162"/>
                <a:gd name="connsiteX0" fmla="*/ 124 w 595959"/>
                <a:gd name="connsiteY0" fmla="*/ 22492 h 139729"/>
                <a:gd name="connsiteX1" fmla="*/ 595828 w 595959"/>
                <a:gd name="connsiteY1" fmla="*/ 0 h 139729"/>
                <a:gd name="connsiteX2" fmla="*/ 595830 w 595959"/>
                <a:gd name="connsiteY2" fmla="*/ 97547 h 139729"/>
                <a:gd name="connsiteX3" fmla="*/ 131 w 595959"/>
                <a:gd name="connsiteY3" fmla="*/ 139729 h 139729"/>
                <a:gd name="connsiteX4" fmla="*/ 124 w 595959"/>
                <a:gd name="connsiteY4" fmla="*/ 22492 h 139729"/>
                <a:gd name="connsiteX0" fmla="*/ 124 w 595959"/>
                <a:gd name="connsiteY0" fmla="*/ 25585 h 142822"/>
                <a:gd name="connsiteX1" fmla="*/ 595828 w 595959"/>
                <a:gd name="connsiteY1" fmla="*/ 3093 h 142822"/>
                <a:gd name="connsiteX2" fmla="*/ 595830 w 595959"/>
                <a:gd name="connsiteY2" fmla="*/ 100640 h 142822"/>
                <a:gd name="connsiteX3" fmla="*/ 131 w 595959"/>
                <a:gd name="connsiteY3" fmla="*/ 142822 h 142822"/>
                <a:gd name="connsiteX4" fmla="*/ 124 w 595959"/>
                <a:gd name="connsiteY4" fmla="*/ 25585 h 142822"/>
                <a:gd name="connsiteX0" fmla="*/ 124 w 595959"/>
                <a:gd name="connsiteY0" fmla="*/ 25585 h 142822"/>
                <a:gd name="connsiteX1" fmla="*/ 595828 w 595959"/>
                <a:gd name="connsiteY1" fmla="*/ 3093 h 142822"/>
                <a:gd name="connsiteX2" fmla="*/ 595830 w 595959"/>
                <a:gd name="connsiteY2" fmla="*/ 100640 h 142822"/>
                <a:gd name="connsiteX3" fmla="*/ 131 w 595959"/>
                <a:gd name="connsiteY3" fmla="*/ 142822 h 142822"/>
                <a:gd name="connsiteX4" fmla="*/ 124 w 595959"/>
                <a:gd name="connsiteY4" fmla="*/ 25585 h 142822"/>
                <a:gd name="connsiteX0" fmla="*/ 124 w 595959"/>
                <a:gd name="connsiteY0" fmla="*/ 26512 h 143749"/>
                <a:gd name="connsiteX1" fmla="*/ 595828 w 595959"/>
                <a:gd name="connsiteY1" fmla="*/ 4020 h 143749"/>
                <a:gd name="connsiteX2" fmla="*/ 595830 w 595959"/>
                <a:gd name="connsiteY2" fmla="*/ 101567 h 143749"/>
                <a:gd name="connsiteX3" fmla="*/ 131 w 595959"/>
                <a:gd name="connsiteY3" fmla="*/ 143749 h 143749"/>
                <a:gd name="connsiteX4" fmla="*/ 124 w 595959"/>
                <a:gd name="connsiteY4" fmla="*/ 26512 h 143749"/>
                <a:gd name="connsiteX0" fmla="*/ 124 w 595959"/>
                <a:gd name="connsiteY0" fmla="*/ 26512 h 143749"/>
                <a:gd name="connsiteX1" fmla="*/ 595828 w 595959"/>
                <a:gd name="connsiteY1" fmla="*/ 4020 h 143749"/>
                <a:gd name="connsiteX2" fmla="*/ 595830 w 595959"/>
                <a:gd name="connsiteY2" fmla="*/ 101567 h 143749"/>
                <a:gd name="connsiteX3" fmla="*/ 131 w 595959"/>
                <a:gd name="connsiteY3" fmla="*/ 143749 h 143749"/>
                <a:gd name="connsiteX4" fmla="*/ 124 w 595959"/>
                <a:gd name="connsiteY4" fmla="*/ 26512 h 143749"/>
                <a:gd name="connsiteX0" fmla="*/ 124 w 595959"/>
                <a:gd name="connsiteY0" fmla="*/ 28496 h 145733"/>
                <a:gd name="connsiteX1" fmla="*/ 595828 w 595959"/>
                <a:gd name="connsiteY1" fmla="*/ 6004 h 145733"/>
                <a:gd name="connsiteX2" fmla="*/ 595830 w 595959"/>
                <a:gd name="connsiteY2" fmla="*/ 103551 h 145733"/>
                <a:gd name="connsiteX3" fmla="*/ 131 w 595959"/>
                <a:gd name="connsiteY3" fmla="*/ 145733 h 145733"/>
                <a:gd name="connsiteX4" fmla="*/ 124 w 595959"/>
                <a:gd name="connsiteY4" fmla="*/ 28496 h 14573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856"/>
                <a:gd name="connsiteY0" fmla="*/ 41841 h 159078"/>
                <a:gd name="connsiteX1" fmla="*/ 591261 w 595856"/>
                <a:gd name="connsiteY1" fmla="*/ 0 h 159078"/>
                <a:gd name="connsiteX2" fmla="*/ 595830 w 595856"/>
                <a:gd name="connsiteY2" fmla="*/ 116896 h 159078"/>
                <a:gd name="connsiteX3" fmla="*/ 131 w 595856"/>
                <a:gd name="connsiteY3" fmla="*/ 159078 h 159078"/>
                <a:gd name="connsiteX4" fmla="*/ 124 w 595856"/>
                <a:gd name="connsiteY4" fmla="*/ 41841 h 159078"/>
                <a:gd name="connsiteX0" fmla="*/ 124 w 595959"/>
                <a:gd name="connsiteY0" fmla="*/ 41841 h 159078"/>
                <a:gd name="connsiteX1" fmla="*/ 595828 w 595959"/>
                <a:gd name="connsiteY1" fmla="*/ 0 h 159078"/>
                <a:gd name="connsiteX2" fmla="*/ 595830 w 595959"/>
                <a:gd name="connsiteY2" fmla="*/ 116896 h 159078"/>
                <a:gd name="connsiteX3" fmla="*/ 131 w 595959"/>
                <a:gd name="connsiteY3" fmla="*/ 159078 h 159078"/>
                <a:gd name="connsiteX4" fmla="*/ 124 w 595959"/>
                <a:gd name="connsiteY4" fmla="*/ 41841 h 159078"/>
                <a:gd name="connsiteX0" fmla="*/ 124 w 597349"/>
                <a:gd name="connsiteY0" fmla="*/ 42378 h 159615"/>
                <a:gd name="connsiteX1" fmla="*/ 597349 w 597349"/>
                <a:gd name="connsiteY1" fmla="*/ 0 h 159615"/>
                <a:gd name="connsiteX2" fmla="*/ 595830 w 597349"/>
                <a:gd name="connsiteY2" fmla="*/ 117433 h 159615"/>
                <a:gd name="connsiteX3" fmla="*/ 131 w 597349"/>
                <a:gd name="connsiteY3" fmla="*/ 159615 h 159615"/>
                <a:gd name="connsiteX4" fmla="*/ 124 w 597349"/>
                <a:gd name="connsiteY4" fmla="*/ 42378 h 159615"/>
                <a:gd name="connsiteX0" fmla="*/ 124 w 600443"/>
                <a:gd name="connsiteY0" fmla="*/ 42378 h 159615"/>
                <a:gd name="connsiteX1" fmla="*/ 597349 w 600443"/>
                <a:gd name="connsiteY1" fmla="*/ 0 h 159615"/>
                <a:gd name="connsiteX2" fmla="*/ 600408 w 600443"/>
                <a:gd name="connsiteY2" fmla="*/ 117433 h 159615"/>
                <a:gd name="connsiteX3" fmla="*/ 131 w 600443"/>
                <a:gd name="connsiteY3" fmla="*/ 159615 h 159615"/>
                <a:gd name="connsiteX4" fmla="*/ 124 w 600443"/>
                <a:gd name="connsiteY4" fmla="*/ 42378 h 159615"/>
                <a:gd name="connsiteX0" fmla="*/ 124 w 600537"/>
                <a:gd name="connsiteY0" fmla="*/ 42378 h 159615"/>
                <a:gd name="connsiteX1" fmla="*/ 600401 w 600537"/>
                <a:gd name="connsiteY1" fmla="*/ 0 h 159615"/>
                <a:gd name="connsiteX2" fmla="*/ 600408 w 600537"/>
                <a:gd name="connsiteY2" fmla="*/ 117433 h 159615"/>
                <a:gd name="connsiteX3" fmla="*/ 131 w 600537"/>
                <a:gd name="connsiteY3" fmla="*/ 159615 h 159615"/>
                <a:gd name="connsiteX4" fmla="*/ 124 w 600537"/>
                <a:gd name="connsiteY4" fmla="*/ 42378 h 159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0537" h="159615">
                  <a:moveTo>
                    <a:pt x="124" y="42378"/>
                  </a:moveTo>
                  <a:cubicBezTo>
                    <a:pt x="296414" y="-50243"/>
                    <a:pt x="418111" y="75773"/>
                    <a:pt x="600401" y="0"/>
                  </a:cubicBezTo>
                  <a:cubicBezTo>
                    <a:pt x="599951" y="33260"/>
                    <a:pt x="600858" y="84173"/>
                    <a:pt x="600408" y="117433"/>
                  </a:cubicBezTo>
                  <a:cubicBezTo>
                    <a:pt x="395490" y="192726"/>
                    <a:pt x="285331" y="62551"/>
                    <a:pt x="131" y="159615"/>
                  </a:cubicBezTo>
                  <a:cubicBezTo>
                    <a:pt x="-323" y="114566"/>
                    <a:pt x="578" y="87427"/>
                    <a:pt x="124" y="42378"/>
                  </a:cubicBezTo>
                  <a:close/>
                </a:path>
              </a:pathLst>
            </a:custGeom>
            <a:solidFill>
              <a:schemeClr val="accent2">
                <a:lumMod val="40000"/>
                <a:lumOff val="6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81" name="矩形 1174">
              <a:extLst>
                <a:ext uri="{FF2B5EF4-FFF2-40B4-BE49-F238E27FC236}">
                  <a16:creationId xmlns:a16="http://schemas.microsoft.com/office/drawing/2014/main" id="{D9127187-E6D7-6B0D-E296-07FDFDC9AEEB}"/>
                </a:ext>
              </a:extLst>
            </p:cNvPr>
            <p:cNvSpPr/>
            <p:nvPr/>
          </p:nvSpPr>
          <p:spPr>
            <a:xfrm rot="10800000">
              <a:off x="4342829" y="7041272"/>
              <a:ext cx="618707" cy="139508"/>
            </a:xfrm>
            <a:custGeom>
              <a:avLst/>
              <a:gdLst>
                <a:gd name="connsiteX0" fmla="*/ 0 w 595706"/>
                <a:gd name="connsiteY0" fmla="*/ 0 h 92965"/>
                <a:gd name="connsiteX1" fmla="*/ 595706 w 595706"/>
                <a:gd name="connsiteY1" fmla="*/ 0 h 92965"/>
                <a:gd name="connsiteX2" fmla="*/ 595706 w 595706"/>
                <a:gd name="connsiteY2" fmla="*/ 92965 h 92965"/>
                <a:gd name="connsiteX3" fmla="*/ 0 w 595706"/>
                <a:gd name="connsiteY3" fmla="*/ 92965 h 92965"/>
                <a:gd name="connsiteX4" fmla="*/ 0 w 595706"/>
                <a:gd name="connsiteY4" fmla="*/ 0 h 92965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131 w 595837"/>
                <a:gd name="connsiteY0" fmla="*/ 0 h 148754"/>
                <a:gd name="connsiteX1" fmla="*/ 595837 w 595837"/>
                <a:gd name="connsiteY1" fmla="*/ 0 h 148754"/>
                <a:gd name="connsiteX2" fmla="*/ 595837 w 595837"/>
                <a:gd name="connsiteY2" fmla="*/ 92965 h 148754"/>
                <a:gd name="connsiteX3" fmla="*/ 131 w 595837"/>
                <a:gd name="connsiteY3" fmla="*/ 148754 h 148754"/>
                <a:gd name="connsiteX4" fmla="*/ 131 w 595837"/>
                <a:gd name="connsiteY4" fmla="*/ 0 h 148754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56571"/>
                <a:gd name="connsiteX1" fmla="*/ 595837 w 595837"/>
                <a:gd name="connsiteY1" fmla="*/ 0 h 156571"/>
                <a:gd name="connsiteX2" fmla="*/ 594316 w 595837"/>
                <a:gd name="connsiteY2" fmla="*/ 141984 h 156571"/>
                <a:gd name="connsiteX3" fmla="*/ 131 w 595837"/>
                <a:gd name="connsiteY3" fmla="*/ 140590 h 156571"/>
                <a:gd name="connsiteX4" fmla="*/ 131 w 595837"/>
                <a:gd name="connsiteY4" fmla="*/ 0 h 156571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0 w 600949"/>
                <a:gd name="connsiteY0" fmla="*/ 0 h 271309"/>
                <a:gd name="connsiteX1" fmla="*/ 600949 w 600949"/>
                <a:gd name="connsiteY1" fmla="*/ 0 h 271309"/>
                <a:gd name="connsiteX2" fmla="*/ 599428 w 600949"/>
                <a:gd name="connsiteY2" fmla="*/ 141984 h 271309"/>
                <a:gd name="connsiteX3" fmla="*/ 3722 w 600949"/>
                <a:gd name="connsiteY3" fmla="*/ 271309 h 271309"/>
                <a:gd name="connsiteX4" fmla="*/ 0 w 600949"/>
                <a:gd name="connsiteY4" fmla="*/ 0 h 271309"/>
                <a:gd name="connsiteX0" fmla="*/ 0 w 599639"/>
                <a:gd name="connsiteY0" fmla="*/ 0 h 271309"/>
                <a:gd name="connsiteX1" fmla="*/ 599639 w 599639"/>
                <a:gd name="connsiteY1" fmla="*/ 0 h 271309"/>
                <a:gd name="connsiteX2" fmla="*/ 599428 w 599639"/>
                <a:gd name="connsiteY2" fmla="*/ 141984 h 271309"/>
                <a:gd name="connsiteX3" fmla="*/ 3722 w 599639"/>
                <a:gd name="connsiteY3" fmla="*/ 271309 h 271309"/>
                <a:gd name="connsiteX4" fmla="*/ 0 w 599639"/>
                <a:gd name="connsiteY4" fmla="*/ 0 h 271309"/>
                <a:gd name="connsiteX0" fmla="*/ 0 w 597018"/>
                <a:gd name="connsiteY0" fmla="*/ 0 h 271309"/>
                <a:gd name="connsiteX1" fmla="*/ 597018 w 597018"/>
                <a:gd name="connsiteY1" fmla="*/ 0 h 271309"/>
                <a:gd name="connsiteX2" fmla="*/ 596807 w 597018"/>
                <a:gd name="connsiteY2" fmla="*/ 141984 h 271309"/>
                <a:gd name="connsiteX3" fmla="*/ 1101 w 597018"/>
                <a:gd name="connsiteY3" fmla="*/ 271309 h 271309"/>
                <a:gd name="connsiteX4" fmla="*/ 0 w 597018"/>
                <a:gd name="connsiteY4" fmla="*/ 0 h 271309"/>
                <a:gd name="connsiteX0" fmla="*/ 0 w 596807"/>
                <a:gd name="connsiteY0" fmla="*/ 0 h 271309"/>
                <a:gd name="connsiteX1" fmla="*/ 591775 w 596807"/>
                <a:gd name="connsiteY1" fmla="*/ 0 h 271309"/>
                <a:gd name="connsiteX2" fmla="*/ 596807 w 596807"/>
                <a:gd name="connsiteY2" fmla="*/ 141984 h 271309"/>
                <a:gd name="connsiteX3" fmla="*/ 1101 w 596807"/>
                <a:gd name="connsiteY3" fmla="*/ 271309 h 271309"/>
                <a:gd name="connsiteX4" fmla="*/ 0 w 596807"/>
                <a:gd name="connsiteY4" fmla="*/ 0 h 271309"/>
                <a:gd name="connsiteX0" fmla="*/ 0 w 596807"/>
                <a:gd name="connsiteY0" fmla="*/ 0 h 271309"/>
                <a:gd name="connsiteX1" fmla="*/ 595708 w 596807"/>
                <a:gd name="connsiteY1" fmla="*/ 0 h 271309"/>
                <a:gd name="connsiteX2" fmla="*/ 596807 w 596807"/>
                <a:gd name="connsiteY2" fmla="*/ 141984 h 271309"/>
                <a:gd name="connsiteX3" fmla="*/ 1101 w 596807"/>
                <a:gd name="connsiteY3" fmla="*/ 271309 h 271309"/>
                <a:gd name="connsiteX4" fmla="*/ 0 w 596807"/>
                <a:gd name="connsiteY4" fmla="*/ 0 h 271309"/>
                <a:gd name="connsiteX0" fmla="*/ 0 w 595708"/>
                <a:gd name="connsiteY0" fmla="*/ 0 h 271309"/>
                <a:gd name="connsiteX1" fmla="*/ 595708 w 595708"/>
                <a:gd name="connsiteY1" fmla="*/ 0 h 271309"/>
                <a:gd name="connsiteX2" fmla="*/ 594186 w 595708"/>
                <a:gd name="connsiteY2" fmla="*/ 141985 h 271309"/>
                <a:gd name="connsiteX3" fmla="*/ 1101 w 595708"/>
                <a:gd name="connsiteY3" fmla="*/ 271309 h 271309"/>
                <a:gd name="connsiteX4" fmla="*/ 0 w 595708"/>
                <a:gd name="connsiteY4" fmla="*/ 0 h 271309"/>
                <a:gd name="connsiteX0" fmla="*/ 0 w 596439"/>
                <a:gd name="connsiteY0" fmla="*/ 109083 h 380392"/>
                <a:gd name="connsiteX1" fmla="*/ 595708 w 596439"/>
                <a:gd name="connsiteY1" fmla="*/ 109083 h 380392"/>
                <a:gd name="connsiteX2" fmla="*/ 594186 w 596439"/>
                <a:gd name="connsiteY2" fmla="*/ 251068 h 380392"/>
                <a:gd name="connsiteX3" fmla="*/ 1101 w 596439"/>
                <a:gd name="connsiteY3" fmla="*/ 380392 h 380392"/>
                <a:gd name="connsiteX4" fmla="*/ 0 w 596439"/>
                <a:gd name="connsiteY4" fmla="*/ 109083 h 380392"/>
                <a:gd name="connsiteX0" fmla="*/ 0 w 595708"/>
                <a:gd name="connsiteY0" fmla="*/ 0 h 271309"/>
                <a:gd name="connsiteX1" fmla="*/ 595708 w 595708"/>
                <a:gd name="connsiteY1" fmla="*/ 0 h 271309"/>
                <a:gd name="connsiteX2" fmla="*/ 594186 w 595708"/>
                <a:gd name="connsiteY2" fmla="*/ 141985 h 271309"/>
                <a:gd name="connsiteX3" fmla="*/ 1101 w 595708"/>
                <a:gd name="connsiteY3" fmla="*/ 271309 h 271309"/>
                <a:gd name="connsiteX4" fmla="*/ 0 w 595708"/>
                <a:gd name="connsiteY4" fmla="*/ 0 h 271309"/>
                <a:gd name="connsiteX0" fmla="*/ 0 w 596808"/>
                <a:gd name="connsiteY0" fmla="*/ 0 h 271309"/>
                <a:gd name="connsiteX1" fmla="*/ 595708 w 596808"/>
                <a:gd name="connsiteY1" fmla="*/ 0 h 271309"/>
                <a:gd name="connsiteX2" fmla="*/ 596808 w 596808"/>
                <a:gd name="connsiteY2" fmla="*/ 141985 h 271309"/>
                <a:gd name="connsiteX3" fmla="*/ 1101 w 596808"/>
                <a:gd name="connsiteY3" fmla="*/ 271309 h 271309"/>
                <a:gd name="connsiteX4" fmla="*/ 0 w 596808"/>
                <a:gd name="connsiteY4" fmla="*/ 0 h 271309"/>
                <a:gd name="connsiteX0" fmla="*/ 0 w 596808"/>
                <a:gd name="connsiteY0" fmla="*/ 0 h 271309"/>
                <a:gd name="connsiteX1" fmla="*/ 595708 w 596808"/>
                <a:gd name="connsiteY1" fmla="*/ 0 h 271309"/>
                <a:gd name="connsiteX2" fmla="*/ 596808 w 596808"/>
                <a:gd name="connsiteY2" fmla="*/ 141985 h 271309"/>
                <a:gd name="connsiteX3" fmla="*/ 1101 w 596808"/>
                <a:gd name="connsiteY3" fmla="*/ 271309 h 271309"/>
                <a:gd name="connsiteX4" fmla="*/ 0 w 596808"/>
                <a:gd name="connsiteY4" fmla="*/ 0 h 271309"/>
                <a:gd name="connsiteX0" fmla="*/ 0 w 596808"/>
                <a:gd name="connsiteY0" fmla="*/ 0 h 271309"/>
                <a:gd name="connsiteX1" fmla="*/ 595708 w 596808"/>
                <a:gd name="connsiteY1" fmla="*/ 0 h 271309"/>
                <a:gd name="connsiteX2" fmla="*/ 596808 w 596808"/>
                <a:gd name="connsiteY2" fmla="*/ 141985 h 271309"/>
                <a:gd name="connsiteX3" fmla="*/ 1101 w 596808"/>
                <a:gd name="connsiteY3" fmla="*/ 271309 h 271309"/>
                <a:gd name="connsiteX4" fmla="*/ 0 w 596808"/>
                <a:gd name="connsiteY4" fmla="*/ 0 h 271309"/>
                <a:gd name="connsiteX0" fmla="*/ 0 w 595708"/>
                <a:gd name="connsiteY0" fmla="*/ 0 h 271309"/>
                <a:gd name="connsiteX1" fmla="*/ 595708 w 595708"/>
                <a:gd name="connsiteY1" fmla="*/ 0 h 271309"/>
                <a:gd name="connsiteX2" fmla="*/ 594186 w 595708"/>
                <a:gd name="connsiteY2" fmla="*/ 141985 h 271309"/>
                <a:gd name="connsiteX3" fmla="*/ 1101 w 595708"/>
                <a:gd name="connsiteY3" fmla="*/ 271309 h 271309"/>
                <a:gd name="connsiteX4" fmla="*/ 0 w 595708"/>
                <a:gd name="connsiteY4" fmla="*/ 0 h 271309"/>
                <a:gd name="connsiteX0" fmla="*/ 0 w 595708"/>
                <a:gd name="connsiteY0" fmla="*/ 0 h 271309"/>
                <a:gd name="connsiteX1" fmla="*/ 595708 w 595708"/>
                <a:gd name="connsiteY1" fmla="*/ 0 h 271309"/>
                <a:gd name="connsiteX2" fmla="*/ 594186 w 595708"/>
                <a:gd name="connsiteY2" fmla="*/ 141985 h 271309"/>
                <a:gd name="connsiteX3" fmla="*/ 1101 w 595708"/>
                <a:gd name="connsiteY3" fmla="*/ 271309 h 271309"/>
                <a:gd name="connsiteX4" fmla="*/ 0 w 595708"/>
                <a:gd name="connsiteY4" fmla="*/ 0 h 271309"/>
                <a:gd name="connsiteX0" fmla="*/ 0 w 595936"/>
                <a:gd name="connsiteY0" fmla="*/ 0 h 271309"/>
                <a:gd name="connsiteX1" fmla="*/ 595708 w 595936"/>
                <a:gd name="connsiteY1" fmla="*/ 0 h 271309"/>
                <a:gd name="connsiteX2" fmla="*/ 594186 w 595936"/>
                <a:gd name="connsiteY2" fmla="*/ 141985 h 271309"/>
                <a:gd name="connsiteX3" fmla="*/ 1101 w 595936"/>
                <a:gd name="connsiteY3" fmla="*/ 271309 h 271309"/>
                <a:gd name="connsiteX4" fmla="*/ 0 w 595936"/>
                <a:gd name="connsiteY4" fmla="*/ 0 h 271309"/>
                <a:gd name="connsiteX0" fmla="*/ 319 w 596255"/>
                <a:gd name="connsiteY0" fmla="*/ 0 h 271309"/>
                <a:gd name="connsiteX1" fmla="*/ 596027 w 596255"/>
                <a:gd name="connsiteY1" fmla="*/ 0 h 271309"/>
                <a:gd name="connsiteX2" fmla="*/ 594505 w 596255"/>
                <a:gd name="connsiteY2" fmla="*/ 141985 h 271309"/>
                <a:gd name="connsiteX3" fmla="*/ 110 w 596255"/>
                <a:gd name="connsiteY3" fmla="*/ 271309 h 271309"/>
                <a:gd name="connsiteX4" fmla="*/ 319 w 596255"/>
                <a:gd name="connsiteY4" fmla="*/ 0 h 271309"/>
                <a:gd name="connsiteX0" fmla="*/ 0 w 595936"/>
                <a:gd name="connsiteY0" fmla="*/ 0 h 271309"/>
                <a:gd name="connsiteX1" fmla="*/ 595708 w 595936"/>
                <a:gd name="connsiteY1" fmla="*/ 0 h 271309"/>
                <a:gd name="connsiteX2" fmla="*/ 594186 w 595936"/>
                <a:gd name="connsiteY2" fmla="*/ 141985 h 271309"/>
                <a:gd name="connsiteX3" fmla="*/ 1101 w 595936"/>
                <a:gd name="connsiteY3" fmla="*/ 271309 h 271309"/>
                <a:gd name="connsiteX4" fmla="*/ 0 w 595936"/>
                <a:gd name="connsiteY4" fmla="*/ 0 h 271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5936" h="271309">
                  <a:moveTo>
                    <a:pt x="0" y="0"/>
                  </a:moveTo>
                  <a:lnTo>
                    <a:pt x="595708" y="0"/>
                  </a:lnTo>
                  <a:cubicBezTo>
                    <a:pt x="595708" y="30988"/>
                    <a:pt x="596806" y="39550"/>
                    <a:pt x="594186" y="141985"/>
                  </a:cubicBezTo>
                  <a:cubicBezTo>
                    <a:pt x="404809" y="352086"/>
                    <a:pt x="341643" y="22672"/>
                    <a:pt x="1101" y="271309"/>
                  </a:cubicBezTo>
                  <a:cubicBezTo>
                    <a:pt x="647" y="226260"/>
                    <a:pt x="454" y="45049"/>
                    <a:pt x="0" y="0"/>
                  </a:cubicBez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782" name="组合 781">
              <a:extLst>
                <a:ext uri="{FF2B5EF4-FFF2-40B4-BE49-F238E27FC236}">
                  <a16:creationId xmlns:a16="http://schemas.microsoft.com/office/drawing/2014/main" id="{D38EC138-2537-F5DC-0A4F-9F8C6DD6F025}"/>
                </a:ext>
              </a:extLst>
            </p:cNvPr>
            <p:cNvGrpSpPr/>
            <p:nvPr/>
          </p:nvGrpSpPr>
          <p:grpSpPr>
            <a:xfrm>
              <a:off x="4341455" y="6517035"/>
              <a:ext cx="621640" cy="663817"/>
              <a:chOff x="3656357" y="6507685"/>
              <a:chExt cx="621640" cy="663817"/>
            </a:xfrm>
          </p:grpSpPr>
          <p:sp>
            <p:nvSpPr>
              <p:cNvPr id="783" name="矩形 782">
                <a:extLst>
                  <a:ext uri="{FF2B5EF4-FFF2-40B4-BE49-F238E27FC236}">
                    <a16:creationId xmlns:a16="http://schemas.microsoft.com/office/drawing/2014/main" id="{EB429CE9-292E-F1F0-2502-A88751E4AB1A}"/>
                  </a:ext>
                </a:extLst>
              </p:cNvPr>
              <p:cNvSpPr/>
              <p:nvPr/>
            </p:nvSpPr>
            <p:spPr>
              <a:xfrm>
                <a:off x="3656465" y="6640950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84" name="矩形 783">
                <a:extLst>
                  <a:ext uri="{FF2B5EF4-FFF2-40B4-BE49-F238E27FC236}">
                    <a16:creationId xmlns:a16="http://schemas.microsoft.com/office/drawing/2014/main" id="{C0A68D6D-529C-662D-00C5-2B53978E7C3F}"/>
                  </a:ext>
                </a:extLst>
              </p:cNvPr>
              <p:cNvSpPr/>
              <p:nvPr/>
            </p:nvSpPr>
            <p:spPr>
              <a:xfrm>
                <a:off x="3811875" y="6640950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85" name="矩形 784">
                <a:extLst>
                  <a:ext uri="{FF2B5EF4-FFF2-40B4-BE49-F238E27FC236}">
                    <a16:creationId xmlns:a16="http://schemas.microsoft.com/office/drawing/2014/main" id="{AFA37F32-D643-A3B4-F6E1-207194292102}"/>
                  </a:ext>
                </a:extLst>
              </p:cNvPr>
              <p:cNvSpPr/>
              <p:nvPr/>
            </p:nvSpPr>
            <p:spPr>
              <a:xfrm>
                <a:off x="3967285" y="6640950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86" name="矩形 785">
                <a:extLst>
                  <a:ext uri="{FF2B5EF4-FFF2-40B4-BE49-F238E27FC236}">
                    <a16:creationId xmlns:a16="http://schemas.microsoft.com/office/drawing/2014/main" id="{8D3D0C5C-B5DB-FE4E-A444-73DC1C31A4F0}"/>
                  </a:ext>
                </a:extLst>
              </p:cNvPr>
              <p:cNvSpPr/>
              <p:nvPr/>
            </p:nvSpPr>
            <p:spPr>
              <a:xfrm>
                <a:off x="4122695" y="6640950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87" name="矩形 786">
                <a:extLst>
                  <a:ext uri="{FF2B5EF4-FFF2-40B4-BE49-F238E27FC236}">
                    <a16:creationId xmlns:a16="http://schemas.microsoft.com/office/drawing/2014/main" id="{F6E9DE8F-0525-2639-32F9-74AC7885416F}"/>
                  </a:ext>
                </a:extLst>
              </p:cNvPr>
              <p:cNvSpPr/>
              <p:nvPr/>
            </p:nvSpPr>
            <p:spPr>
              <a:xfrm>
                <a:off x="3656465" y="6773574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88" name="矩形 787">
                <a:extLst>
                  <a:ext uri="{FF2B5EF4-FFF2-40B4-BE49-F238E27FC236}">
                    <a16:creationId xmlns:a16="http://schemas.microsoft.com/office/drawing/2014/main" id="{BDD97986-D6E6-AB67-0C22-F2D771BCA675}"/>
                  </a:ext>
                </a:extLst>
              </p:cNvPr>
              <p:cNvSpPr/>
              <p:nvPr/>
            </p:nvSpPr>
            <p:spPr>
              <a:xfrm>
                <a:off x="3811875" y="6773574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89" name="矩形 788">
                <a:extLst>
                  <a:ext uri="{FF2B5EF4-FFF2-40B4-BE49-F238E27FC236}">
                    <a16:creationId xmlns:a16="http://schemas.microsoft.com/office/drawing/2014/main" id="{C0FBDF0B-8ECB-3BAF-1C7D-47955022CF90}"/>
                  </a:ext>
                </a:extLst>
              </p:cNvPr>
              <p:cNvSpPr/>
              <p:nvPr/>
            </p:nvSpPr>
            <p:spPr>
              <a:xfrm>
                <a:off x="3967285" y="6773574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90" name="矩形 789">
                <a:extLst>
                  <a:ext uri="{FF2B5EF4-FFF2-40B4-BE49-F238E27FC236}">
                    <a16:creationId xmlns:a16="http://schemas.microsoft.com/office/drawing/2014/main" id="{ACBBAB36-EA99-FE9B-6566-BF04EDFA5DFB}"/>
                  </a:ext>
                </a:extLst>
              </p:cNvPr>
              <p:cNvSpPr/>
              <p:nvPr/>
            </p:nvSpPr>
            <p:spPr>
              <a:xfrm>
                <a:off x="4122695" y="6773574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91" name="矩形 790">
                <a:extLst>
                  <a:ext uri="{FF2B5EF4-FFF2-40B4-BE49-F238E27FC236}">
                    <a16:creationId xmlns:a16="http://schemas.microsoft.com/office/drawing/2014/main" id="{F24F102E-A089-C00D-C2F3-B476A48CE0FC}"/>
                  </a:ext>
                </a:extLst>
              </p:cNvPr>
              <p:cNvSpPr/>
              <p:nvPr/>
            </p:nvSpPr>
            <p:spPr>
              <a:xfrm>
                <a:off x="3656357" y="690625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92" name="矩形 791">
                <a:extLst>
                  <a:ext uri="{FF2B5EF4-FFF2-40B4-BE49-F238E27FC236}">
                    <a16:creationId xmlns:a16="http://schemas.microsoft.com/office/drawing/2014/main" id="{4CD2B1A6-FF65-C5CB-9EBA-C49F50F866A9}"/>
                  </a:ext>
                </a:extLst>
              </p:cNvPr>
              <p:cNvSpPr/>
              <p:nvPr/>
            </p:nvSpPr>
            <p:spPr>
              <a:xfrm>
                <a:off x="3811767" y="690625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93" name="矩形 792">
                <a:extLst>
                  <a:ext uri="{FF2B5EF4-FFF2-40B4-BE49-F238E27FC236}">
                    <a16:creationId xmlns:a16="http://schemas.microsoft.com/office/drawing/2014/main" id="{2913C4CE-DF64-55FF-FFDC-FA2CEF374694}"/>
                  </a:ext>
                </a:extLst>
              </p:cNvPr>
              <p:cNvSpPr/>
              <p:nvPr/>
            </p:nvSpPr>
            <p:spPr>
              <a:xfrm>
                <a:off x="3967177" y="690625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94" name="矩形 793">
                <a:extLst>
                  <a:ext uri="{FF2B5EF4-FFF2-40B4-BE49-F238E27FC236}">
                    <a16:creationId xmlns:a16="http://schemas.microsoft.com/office/drawing/2014/main" id="{DEE8AA3D-2347-B240-A0EA-8FDF55A28393}"/>
                  </a:ext>
                </a:extLst>
              </p:cNvPr>
              <p:cNvSpPr/>
              <p:nvPr/>
            </p:nvSpPr>
            <p:spPr>
              <a:xfrm>
                <a:off x="4122587" y="690625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95" name="矩形 794">
                <a:extLst>
                  <a:ext uri="{FF2B5EF4-FFF2-40B4-BE49-F238E27FC236}">
                    <a16:creationId xmlns:a16="http://schemas.microsoft.com/office/drawing/2014/main" id="{1BF5D4DB-8C5F-4410-B86C-0B155078CF4E}"/>
                  </a:ext>
                </a:extLst>
              </p:cNvPr>
              <p:cNvSpPr/>
              <p:nvPr/>
            </p:nvSpPr>
            <p:spPr>
              <a:xfrm>
                <a:off x="3656357" y="7038879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96" name="矩形 795">
                <a:extLst>
                  <a:ext uri="{FF2B5EF4-FFF2-40B4-BE49-F238E27FC236}">
                    <a16:creationId xmlns:a16="http://schemas.microsoft.com/office/drawing/2014/main" id="{C9C9A8F8-3D2E-F654-F91F-D96F42C3BAC0}"/>
                  </a:ext>
                </a:extLst>
              </p:cNvPr>
              <p:cNvSpPr/>
              <p:nvPr/>
            </p:nvSpPr>
            <p:spPr>
              <a:xfrm>
                <a:off x="3811767" y="7038879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97" name="矩形 796">
                <a:extLst>
                  <a:ext uri="{FF2B5EF4-FFF2-40B4-BE49-F238E27FC236}">
                    <a16:creationId xmlns:a16="http://schemas.microsoft.com/office/drawing/2014/main" id="{1C11802B-E28D-50DF-2301-86AC965A5499}"/>
                  </a:ext>
                </a:extLst>
              </p:cNvPr>
              <p:cNvSpPr/>
              <p:nvPr/>
            </p:nvSpPr>
            <p:spPr>
              <a:xfrm>
                <a:off x="3967177" y="7038879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98" name="矩形 797">
                <a:extLst>
                  <a:ext uri="{FF2B5EF4-FFF2-40B4-BE49-F238E27FC236}">
                    <a16:creationId xmlns:a16="http://schemas.microsoft.com/office/drawing/2014/main" id="{934504A8-09BF-FB07-8E96-10CB13E999CD}"/>
                  </a:ext>
                </a:extLst>
              </p:cNvPr>
              <p:cNvSpPr/>
              <p:nvPr/>
            </p:nvSpPr>
            <p:spPr>
              <a:xfrm>
                <a:off x="4122587" y="7038879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99" name="矩形 798">
                <a:extLst>
                  <a:ext uri="{FF2B5EF4-FFF2-40B4-BE49-F238E27FC236}">
                    <a16:creationId xmlns:a16="http://schemas.microsoft.com/office/drawing/2014/main" id="{30A3AB1B-EF22-F0C3-3167-5BB1D629BD25}"/>
                  </a:ext>
                </a:extLst>
              </p:cNvPr>
              <p:cNvSpPr/>
              <p:nvPr/>
            </p:nvSpPr>
            <p:spPr>
              <a:xfrm>
                <a:off x="3656357" y="650768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00" name="矩形 799">
                <a:extLst>
                  <a:ext uri="{FF2B5EF4-FFF2-40B4-BE49-F238E27FC236}">
                    <a16:creationId xmlns:a16="http://schemas.microsoft.com/office/drawing/2014/main" id="{C0234835-ED42-BF2D-5C66-3B960BEC1213}"/>
                  </a:ext>
                </a:extLst>
              </p:cNvPr>
              <p:cNvSpPr/>
              <p:nvPr/>
            </p:nvSpPr>
            <p:spPr>
              <a:xfrm>
                <a:off x="3811767" y="650768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01" name="矩形 800">
                <a:extLst>
                  <a:ext uri="{FF2B5EF4-FFF2-40B4-BE49-F238E27FC236}">
                    <a16:creationId xmlns:a16="http://schemas.microsoft.com/office/drawing/2014/main" id="{BBE62DFD-E8C5-38F9-36BF-E9B11ABA6791}"/>
                  </a:ext>
                </a:extLst>
              </p:cNvPr>
              <p:cNvSpPr/>
              <p:nvPr/>
            </p:nvSpPr>
            <p:spPr>
              <a:xfrm>
                <a:off x="3967177" y="650768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02" name="矩形 801">
                <a:extLst>
                  <a:ext uri="{FF2B5EF4-FFF2-40B4-BE49-F238E27FC236}">
                    <a16:creationId xmlns:a16="http://schemas.microsoft.com/office/drawing/2014/main" id="{B58F8841-7D44-73DF-AF2E-BC57C9047482}"/>
                  </a:ext>
                </a:extLst>
              </p:cNvPr>
              <p:cNvSpPr/>
              <p:nvPr/>
            </p:nvSpPr>
            <p:spPr>
              <a:xfrm>
                <a:off x="4122587" y="650768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cxnSp>
        <p:nvCxnSpPr>
          <p:cNvPr id="50" name="直线箭头连接符 377">
            <a:extLst>
              <a:ext uri="{FF2B5EF4-FFF2-40B4-BE49-F238E27FC236}">
                <a16:creationId xmlns:a16="http://schemas.microsoft.com/office/drawing/2014/main" id="{056ED89E-169D-211A-54DC-2E03F32F9C58}"/>
              </a:ext>
            </a:extLst>
          </p:cNvPr>
          <p:cNvCxnSpPr>
            <a:cxnSpLocks/>
          </p:cNvCxnSpPr>
          <p:nvPr/>
        </p:nvCxnSpPr>
        <p:spPr>
          <a:xfrm>
            <a:off x="8363652" y="2157354"/>
            <a:ext cx="1104314" cy="1536016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线箭头连接符 398">
            <a:extLst>
              <a:ext uri="{FF2B5EF4-FFF2-40B4-BE49-F238E27FC236}">
                <a16:creationId xmlns:a16="http://schemas.microsoft.com/office/drawing/2014/main" id="{71598407-0301-CA2D-FF58-1177633A04C3}"/>
              </a:ext>
            </a:extLst>
          </p:cNvPr>
          <p:cNvCxnSpPr>
            <a:cxnSpLocks/>
          </p:cNvCxnSpPr>
          <p:nvPr/>
        </p:nvCxnSpPr>
        <p:spPr>
          <a:xfrm flipV="1">
            <a:off x="8363652" y="2197801"/>
            <a:ext cx="1104314" cy="176755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91" name="组合 690">
            <a:extLst>
              <a:ext uri="{FF2B5EF4-FFF2-40B4-BE49-F238E27FC236}">
                <a16:creationId xmlns:a16="http://schemas.microsoft.com/office/drawing/2014/main" id="{FA3E5FB0-4356-8C29-EE19-1DC6124B1895}"/>
              </a:ext>
            </a:extLst>
          </p:cNvPr>
          <p:cNvGrpSpPr/>
          <p:nvPr/>
        </p:nvGrpSpPr>
        <p:grpSpPr>
          <a:xfrm>
            <a:off x="9641877" y="6071492"/>
            <a:ext cx="621640" cy="663817"/>
            <a:chOff x="5040167" y="6521415"/>
            <a:chExt cx="621640" cy="663817"/>
          </a:xfrm>
        </p:grpSpPr>
        <p:sp>
          <p:nvSpPr>
            <p:cNvPr id="692" name="矩形 1174">
              <a:extLst>
                <a:ext uri="{FF2B5EF4-FFF2-40B4-BE49-F238E27FC236}">
                  <a16:creationId xmlns:a16="http://schemas.microsoft.com/office/drawing/2014/main" id="{A9D82052-17EF-F950-C899-F48CA27C59D2}"/>
                </a:ext>
              </a:extLst>
            </p:cNvPr>
            <p:cNvSpPr/>
            <p:nvPr/>
          </p:nvSpPr>
          <p:spPr>
            <a:xfrm rot="10800000">
              <a:off x="5041542" y="6760560"/>
              <a:ext cx="618706" cy="201627"/>
            </a:xfrm>
            <a:custGeom>
              <a:avLst/>
              <a:gdLst>
                <a:gd name="connsiteX0" fmla="*/ 0 w 595706"/>
                <a:gd name="connsiteY0" fmla="*/ 0 h 92965"/>
                <a:gd name="connsiteX1" fmla="*/ 595706 w 595706"/>
                <a:gd name="connsiteY1" fmla="*/ 0 h 92965"/>
                <a:gd name="connsiteX2" fmla="*/ 595706 w 595706"/>
                <a:gd name="connsiteY2" fmla="*/ 92965 h 92965"/>
                <a:gd name="connsiteX3" fmla="*/ 0 w 595706"/>
                <a:gd name="connsiteY3" fmla="*/ 92965 h 92965"/>
                <a:gd name="connsiteX4" fmla="*/ 0 w 595706"/>
                <a:gd name="connsiteY4" fmla="*/ 0 h 92965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1422 w 594406"/>
                <a:gd name="connsiteY0" fmla="*/ 21376 h 135147"/>
                <a:gd name="connsiteX1" fmla="*/ 594406 w 594406"/>
                <a:gd name="connsiteY1" fmla="*/ 0 h 135147"/>
                <a:gd name="connsiteX2" fmla="*/ 594406 w 594406"/>
                <a:gd name="connsiteY2" fmla="*/ 92965 h 135147"/>
                <a:gd name="connsiteX3" fmla="*/ 61 w 594406"/>
                <a:gd name="connsiteY3" fmla="*/ 135147 h 135147"/>
                <a:gd name="connsiteX4" fmla="*/ 1422 w 594406"/>
                <a:gd name="connsiteY4" fmla="*/ 21376 h 135147"/>
                <a:gd name="connsiteX0" fmla="*/ 1422 w 594406"/>
                <a:gd name="connsiteY0" fmla="*/ 15599 h 135147"/>
                <a:gd name="connsiteX1" fmla="*/ 594406 w 594406"/>
                <a:gd name="connsiteY1" fmla="*/ 0 h 135147"/>
                <a:gd name="connsiteX2" fmla="*/ 594406 w 594406"/>
                <a:gd name="connsiteY2" fmla="*/ 92965 h 135147"/>
                <a:gd name="connsiteX3" fmla="*/ 61 w 594406"/>
                <a:gd name="connsiteY3" fmla="*/ 135147 h 135147"/>
                <a:gd name="connsiteX4" fmla="*/ 1422 w 594406"/>
                <a:gd name="connsiteY4" fmla="*/ 15599 h 135147"/>
                <a:gd name="connsiteX0" fmla="*/ 131 w 594476"/>
                <a:gd name="connsiteY0" fmla="*/ 4622 h 135147"/>
                <a:gd name="connsiteX1" fmla="*/ 594476 w 594476"/>
                <a:gd name="connsiteY1" fmla="*/ 0 h 135147"/>
                <a:gd name="connsiteX2" fmla="*/ 594476 w 594476"/>
                <a:gd name="connsiteY2" fmla="*/ 92965 h 135147"/>
                <a:gd name="connsiteX3" fmla="*/ 131 w 594476"/>
                <a:gd name="connsiteY3" fmla="*/ 135147 h 135147"/>
                <a:gd name="connsiteX4" fmla="*/ 131 w 594476"/>
                <a:gd name="connsiteY4" fmla="*/ 4622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22423 h 139660"/>
                <a:gd name="connsiteX1" fmla="*/ 595706 w 595706"/>
                <a:gd name="connsiteY1" fmla="*/ 4513 h 139660"/>
                <a:gd name="connsiteX2" fmla="*/ 595706 w 595706"/>
                <a:gd name="connsiteY2" fmla="*/ 97478 h 139660"/>
                <a:gd name="connsiteX3" fmla="*/ 1361 w 595706"/>
                <a:gd name="connsiteY3" fmla="*/ 139660 h 139660"/>
                <a:gd name="connsiteX4" fmla="*/ 0 w 595706"/>
                <a:gd name="connsiteY4" fmla="*/ 22423 h 139660"/>
                <a:gd name="connsiteX0" fmla="*/ 0 w 595706"/>
                <a:gd name="connsiteY0" fmla="*/ 26413 h 143650"/>
                <a:gd name="connsiteX1" fmla="*/ 595706 w 595706"/>
                <a:gd name="connsiteY1" fmla="*/ 8503 h 143650"/>
                <a:gd name="connsiteX2" fmla="*/ 595706 w 595706"/>
                <a:gd name="connsiteY2" fmla="*/ 101468 h 143650"/>
                <a:gd name="connsiteX3" fmla="*/ 1361 w 595706"/>
                <a:gd name="connsiteY3" fmla="*/ 143650 h 143650"/>
                <a:gd name="connsiteX4" fmla="*/ 0 w 595706"/>
                <a:gd name="connsiteY4" fmla="*/ 26413 h 143650"/>
                <a:gd name="connsiteX0" fmla="*/ 0 w 595706"/>
                <a:gd name="connsiteY0" fmla="*/ 21286 h 138523"/>
                <a:gd name="connsiteX1" fmla="*/ 595706 w 595706"/>
                <a:gd name="connsiteY1" fmla="*/ 3376 h 138523"/>
                <a:gd name="connsiteX2" fmla="*/ 595706 w 595706"/>
                <a:gd name="connsiteY2" fmla="*/ 96341 h 138523"/>
                <a:gd name="connsiteX3" fmla="*/ 1361 w 595706"/>
                <a:gd name="connsiteY3" fmla="*/ 138523 h 138523"/>
                <a:gd name="connsiteX4" fmla="*/ 0 w 595706"/>
                <a:gd name="connsiteY4" fmla="*/ 21286 h 138523"/>
                <a:gd name="connsiteX0" fmla="*/ 0 w 595706"/>
                <a:gd name="connsiteY0" fmla="*/ 22534 h 139771"/>
                <a:gd name="connsiteX1" fmla="*/ 595706 w 595706"/>
                <a:gd name="connsiteY1" fmla="*/ 4624 h 139771"/>
                <a:gd name="connsiteX2" fmla="*/ 595706 w 595706"/>
                <a:gd name="connsiteY2" fmla="*/ 97589 h 139771"/>
                <a:gd name="connsiteX3" fmla="*/ 1361 w 595706"/>
                <a:gd name="connsiteY3" fmla="*/ 139771 h 139771"/>
                <a:gd name="connsiteX4" fmla="*/ 0 w 595706"/>
                <a:gd name="connsiteY4" fmla="*/ 22534 h 139771"/>
                <a:gd name="connsiteX0" fmla="*/ 0 w 595706"/>
                <a:gd name="connsiteY0" fmla="*/ 23494 h 140731"/>
                <a:gd name="connsiteX1" fmla="*/ 595706 w 595706"/>
                <a:gd name="connsiteY1" fmla="*/ 2118 h 140731"/>
                <a:gd name="connsiteX2" fmla="*/ 595706 w 595706"/>
                <a:gd name="connsiteY2" fmla="*/ 98549 h 140731"/>
                <a:gd name="connsiteX3" fmla="*/ 1361 w 595706"/>
                <a:gd name="connsiteY3" fmla="*/ 140731 h 140731"/>
                <a:gd name="connsiteX4" fmla="*/ 0 w 595706"/>
                <a:gd name="connsiteY4" fmla="*/ 23494 h 140731"/>
                <a:gd name="connsiteX0" fmla="*/ 0 w 595706"/>
                <a:gd name="connsiteY0" fmla="*/ 23494 h 140731"/>
                <a:gd name="connsiteX1" fmla="*/ 595706 w 595706"/>
                <a:gd name="connsiteY1" fmla="*/ 2118 h 140731"/>
                <a:gd name="connsiteX2" fmla="*/ 595706 w 595706"/>
                <a:gd name="connsiteY2" fmla="*/ 98549 h 140731"/>
                <a:gd name="connsiteX3" fmla="*/ 1361 w 595706"/>
                <a:gd name="connsiteY3" fmla="*/ 140731 h 140731"/>
                <a:gd name="connsiteX4" fmla="*/ 0 w 595706"/>
                <a:gd name="connsiteY4" fmla="*/ 23494 h 140731"/>
                <a:gd name="connsiteX0" fmla="*/ 0 w 595706"/>
                <a:gd name="connsiteY0" fmla="*/ 25030 h 142267"/>
                <a:gd name="connsiteX1" fmla="*/ 595706 w 595706"/>
                <a:gd name="connsiteY1" fmla="*/ 3654 h 142267"/>
                <a:gd name="connsiteX2" fmla="*/ 595706 w 595706"/>
                <a:gd name="connsiteY2" fmla="*/ 100085 h 142267"/>
                <a:gd name="connsiteX3" fmla="*/ 1361 w 595706"/>
                <a:gd name="connsiteY3" fmla="*/ 142267 h 142267"/>
                <a:gd name="connsiteX4" fmla="*/ 0 w 595706"/>
                <a:gd name="connsiteY4" fmla="*/ 25030 h 142267"/>
                <a:gd name="connsiteX0" fmla="*/ 0 w 595706"/>
                <a:gd name="connsiteY0" fmla="*/ 22091 h 139328"/>
                <a:gd name="connsiteX1" fmla="*/ 595706 w 595706"/>
                <a:gd name="connsiteY1" fmla="*/ 715 h 139328"/>
                <a:gd name="connsiteX2" fmla="*/ 595706 w 595706"/>
                <a:gd name="connsiteY2" fmla="*/ 97146 h 139328"/>
                <a:gd name="connsiteX3" fmla="*/ 1361 w 595706"/>
                <a:gd name="connsiteY3" fmla="*/ 139328 h 139328"/>
                <a:gd name="connsiteX4" fmla="*/ 0 w 595706"/>
                <a:gd name="connsiteY4" fmla="*/ 22091 h 139328"/>
                <a:gd name="connsiteX0" fmla="*/ 0 w 595706"/>
                <a:gd name="connsiteY0" fmla="*/ 23573 h 140810"/>
                <a:gd name="connsiteX1" fmla="*/ 595706 w 595706"/>
                <a:gd name="connsiteY1" fmla="*/ 2197 h 140810"/>
                <a:gd name="connsiteX2" fmla="*/ 595706 w 595706"/>
                <a:gd name="connsiteY2" fmla="*/ 98628 h 140810"/>
                <a:gd name="connsiteX3" fmla="*/ 1361 w 595706"/>
                <a:gd name="connsiteY3" fmla="*/ 140810 h 140810"/>
                <a:gd name="connsiteX4" fmla="*/ 0 w 595706"/>
                <a:gd name="connsiteY4" fmla="*/ 23573 h 140810"/>
                <a:gd name="connsiteX0" fmla="*/ 0 w 595706"/>
                <a:gd name="connsiteY0" fmla="*/ 21908 h 139145"/>
                <a:gd name="connsiteX1" fmla="*/ 595706 w 595706"/>
                <a:gd name="connsiteY1" fmla="*/ 532 h 139145"/>
                <a:gd name="connsiteX2" fmla="*/ 595706 w 595706"/>
                <a:gd name="connsiteY2" fmla="*/ 96963 h 139145"/>
                <a:gd name="connsiteX3" fmla="*/ 1361 w 595706"/>
                <a:gd name="connsiteY3" fmla="*/ 139145 h 139145"/>
                <a:gd name="connsiteX4" fmla="*/ 0 w 595706"/>
                <a:gd name="connsiteY4" fmla="*/ 21908 h 139145"/>
                <a:gd name="connsiteX0" fmla="*/ 0 w 595706"/>
                <a:gd name="connsiteY0" fmla="*/ 23863 h 141100"/>
                <a:gd name="connsiteX1" fmla="*/ 595706 w 595706"/>
                <a:gd name="connsiteY1" fmla="*/ 2487 h 141100"/>
                <a:gd name="connsiteX2" fmla="*/ 595706 w 595706"/>
                <a:gd name="connsiteY2" fmla="*/ 98918 h 141100"/>
                <a:gd name="connsiteX3" fmla="*/ 1361 w 595706"/>
                <a:gd name="connsiteY3" fmla="*/ 141100 h 141100"/>
                <a:gd name="connsiteX4" fmla="*/ 0 w 595706"/>
                <a:gd name="connsiteY4" fmla="*/ 23863 h 141100"/>
                <a:gd name="connsiteX0" fmla="*/ 0 w 595706"/>
                <a:gd name="connsiteY0" fmla="*/ 24472 h 141709"/>
                <a:gd name="connsiteX1" fmla="*/ 595706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0 w 595706"/>
                <a:gd name="connsiteY0" fmla="*/ 24267 h 141504"/>
                <a:gd name="connsiteX1" fmla="*/ 595706 w 595706"/>
                <a:gd name="connsiteY1" fmla="*/ 2891 h 141504"/>
                <a:gd name="connsiteX2" fmla="*/ 595706 w 595706"/>
                <a:gd name="connsiteY2" fmla="*/ 99322 h 141504"/>
                <a:gd name="connsiteX3" fmla="*/ 1361 w 595706"/>
                <a:gd name="connsiteY3" fmla="*/ 141504 h 141504"/>
                <a:gd name="connsiteX4" fmla="*/ 0 w 595706"/>
                <a:gd name="connsiteY4" fmla="*/ 24267 h 141504"/>
                <a:gd name="connsiteX0" fmla="*/ 0 w 595706"/>
                <a:gd name="connsiteY0" fmla="*/ 24472 h 141709"/>
                <a:gd name="connsiteX1" fmla="*/ 595706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0 w 595706"/>
                <a:gd name="connsiteY0" fmla="*/ 24472 h 141709"/>
                <a:gd name="connsiteX1" fmla="*/ 594353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124 w 595830"/>
                <a:gd name="connsiteY0" fmla="*/ 24472 h 141709"/>
                <a:gd name="connsiteX1" fmla="*/ 594477 w 595830"/>
                <a:gd name="connsiteY1" fmla="*/ 3096 h 141709"/>
                <a:gd name="connsiteX2" fmla="*/ 595830 w 595830"/>
                <a:gd name="connsiteY2" fmla="*/ 99527 h 141709"/>
                <a:gd name="connsiteX3" fmla="*/ 131 w 595830"/>
                <a:gd name="connsiteY3" fmla="*/ 141709 h 141709"/>
                <a:gd name="connsiteX4" fmla="*/ 124 w 595830"/>
                <a:gd name="connsiteY4" fmla="*/ 24472 h 141709"/>
                <a:gd name="connsiteX0" fmla="*/ 124 w 597179"/>
                <a:gd name="connsiteY0" fmla="*/ 25207 h 142444"/>
                <a:gd name="connsiteX1" fmla="*/ 597179 w 597179"/>
                <a:gd name="connsiteY1" fmla="*/ 481 h 142444"/>
                <a:gd name="connsiteX2" fmla="*/ 595830 w 597179"/>
                <a:gd name="connsiteY2" fmla="*/ 100262 h 142444"/>
                <a:gd name="connsiteX3" fmla="*/ 131 w 597179"/>
                <a:gd name="connsiteY3" fmla="*/ 142444 h 142444"/>
                <a:gd name="connsiteX4" fmla="*/ 124 w 597179"/>
                <a:gd name="connsiteY4" fmla="*/ 25207 h 142444"/>
                <a:gd name="connsiteX0" fmla="*/ 124 w 595889"/>
                <a:gd name="connsiteY0" fmla="*/ 25842 h 143079"/>
                <a:gd name="connsiteX1" fmla="*/ 594477 w 595889"/>
                <a:gd name="connsiteY1" fmla="*/ 0 h 143079"/>
                <a:gd name="connsiteX2" fmla="*/ 595830 w 595889"/>
                <a:gd name="connsiteY2" fmla="*/ 100897 h 143079"/>
                <a:gd name="connsiteX3" fmla="*/ 131 w 595889"/>
                <a:gd name="connsiteY3" fmla="*/ 143079 h 143079"/>
                <a:gd name="connsiteX4" fmla="*/ 124 w 595889"/>
                <a:gd name="connsiteY4" fmla="*/ 25842 h 143079"/>
                <a:gd name="connsiteX0" fmla="*/ 124 w 595889"/>
                <a:gd name="connsiteY0" fmla="*/ 24713 h 141950"/>
                <a:gd name="connsiteX1" fmla="*/ 594477 w 595889"/>
                <a:gd name="connsiteY1" fmla="*/ 2221 h 141950"/>
                <a:gd name="connsiteX2" fmla="*/ 595830 w 595889"/>
                <a:gd name="connsiteY2" fmla="*/ 99768 h 141950"/>
                <a:gd name="connsiteX3" fmla="*/ 131 w 595889"/>
                <a:gd name="connsiteY3" fmla="*/ 141950 h 141950"/>
                <a:gd name="connsiteX4" fmla="*/ 124 w 595889"/>
                <a:gd name="connsiteY4" fmla="*/ 24713 h 141950"/>
                <a:gd name="connsiteX0" fmla="*/ 124 w 595959"/>
                <a:gd name="connsiteY0" fmla="*/ 24713 h 141950"/>
                <a:gd name="connsiteX1" fmla="*/ 595828 w 595959"/>
                <a:gd name="connsiteY1" fmla="*/ 2221 h 141950"/>
                <a:gd name="connsiteX2" fmla="*/ 595830 w 595959"/>
                <a:gd name="connsiteY2" fmla="*/ 99768 h 141950"/>
                <a:gd name="connsiteX3" fmla="*/ 131 w 595959"/>
                <a:gd name="connsiteY3" fmla="*/ 141950 h 141950"/>
                <a:gd name="connsiteX4" fmla="*/ 124 w 595959"/>
                <a:gd name="connsiteY4" fmla="*/ 24713 h 141950"/>
                <a:gd name="connsiteX0" fmla="*/ 124 w 595959"/>
                <a:gd name="connsiteY0" fmla="*/ 24925 h 142162"/>
                <a:gd name="connsiteX1" fmla="*/ 595828 w 595959"/>
                <a:gd name="connsiteY1" fmla="*/ 2433 h 142162"/>
                <a:gd name="connsiteX2" fmla="*/ 595830 w 595959"/>
                <a:gd name="connsiteY2" fmla="*/ 99980 h 142162"/>
                <a:gd name="connsiteX3" fmla="*/ 131 w 595959"/>
                <a:gd name="connsiteY3" fmla="*/ 142162 h 142162"/>
                <a:gd name="connsiteX4" fmla="*/ 124 w 595959"/>
                <a:gd name="connsiteY4" fmla="*/ 24925 h 142162"/>
                <a:gd name="connsiteX0" fmla="*/ 124 w 595959"/>
                <a:gd name="connsiteY0" fmla="*/ 22492 h 139729"/>
                <a:gd name="connsiteX1" fmla="*/ 595828 w 595959"/>
                <a:gd name="connsiteY1" fmla="*/ 0 h 139729"/>
                <a:gd name="connsiteX2" fmla="*/ 595830 w 595959"/>
                <a:gd name="connsiteY2" fmla="*/ 97547 h 139729"/>
                <a:gd name="connsiteX3" fmla="*/ 131 w 595959"/>
                <a:gd name="connsiteY3" fmla="*/ 139729 h 139729"/>
                <a:gd name="connsiteX4" fmla="*/ 124 w 595959"/>
                <a:gd name="connsiteY4" fmla="*/ 22492 h 139729"/>
                <a:gd name="connsiteX0" fmla="*/ 124 w 595959"/>
                <a:gd name="connsiteY0" fmla="*/ 25585 h 142822"/>
                <a:gd name="connsiteX1" fmla="*/ 595828 w 595959"/>
                <a:gd name="connsiteY1" fmla="*/ 3093 h 142822"/>
                <a:gd name="connsiteX2" fmla="*/ 595830 w 595959"/>
                <a:gd name="connsiteY2" fmla="*/ 100640 h 142822"/>
                <a:gd name="connsiteX3" fmla="*/ 131 w 595959"/>
                <a:gd name="connsiteY3" fmla="*/ 142822 h 142822"/>
                <a:gd name="connsiteX4" fmla="*/ 124 w 595959"/>
                <a:gd name="connsiteY4" fmla="*/ 25585 h 142822"/>
                <a:gd name="connsiteX0" fmla="*/ 124 w 595959"/>
                <a:gd name="connsiteY0" fmla="*/ 25585 h 142822"/>
                <a:gd name="connsiteX1" fmla="*/ 595828 w 595959"/>
                <a:gd name="connsiteY1" fmla="*/ 3093 h 142822"/>
                <a:gd name="connsiteX2" fmla="*/ 595830 w 595959"/>
                <a:gd name="connsiteY2" fmla="*/ 100640 h 142822"/>
                <a:gd name="connsiteX3" fmla="*/ 131 w 595959"/>
                <a:gd name="connsiteY3" fmla="*/ 142822 h 142822"/>
                <a:gd name="connsiteX4" fmla="*/ 124 w 595959"/>
                <a:gd name="connsiteY4" fmla="*/ 25585 h 142822"/>
                <a:gd name="connsiteX0" fmla="*/ 124 w 595959"/>
                <a:gd name="connsiteY0" fmla="*/ 26512 h 143749"/>
                <a:gd name="connsiteX1" fmla="*/ 595828 w 595959"/>
                <a:gd name="connsiteY1" fmla="*/ 4020 h 143749"/>
                <a:gd name="connsiteX2" fmla="*/ 595830 w 595959"/>
                <a:gd name="connsiteY2" fmla="*/ 101567 h 143749"/>
                <a:gd name="connsiteX3" fmla="*/ 131 w 595959"/>
                <a:gd name="connsiteY3" fmla="*/ 143749 h 143749"/>
                <a:gd name="connsiteX4" fmla="*/ 124 w 595959"/>
                <a:gd name="connsiteY4" fmla="*/ 26512 h 143749"/>
                <a:gd name="connsiteX0" fmla="*/ 124 w 595959"/>
                <a:gd name="connsiteY0" fmla="*/ 26512 h 143749"/>
                <a:gd name="connsiteX1" fmla="*/ 595828 w 595959"/>
                <a:gd name="connsiteY1" fmla="*/ 4020 h 143749"/>
                <a:gd name="connsiteX2" fmla="*/ 595830 w 595959"/>
                <a:gd name="connsiteY2" fmla="*/ 101567 h 143749"/>
                <a:gd name="connsiteX3" fmla="*/ 131 w 595959"/>
                <a:gd name="connsiteY3" fmla="*/ 143749 h 143749"/>
                <a:gd name="connsiteX4" fmla="*/ 124 w 595959"/>
                <a:gd name="connsiteY4" fmla="*/ 26512 h 143749"/>
                <a:gd name="connsiteX0" fmla="*/ 124 w 595959"/>
                <a:gd name="connsiteY0" fmla="*/ 28496 h 145733"/>
                <a:gd name="connsiteX1" fmla="*/ 595828 w 595959"/>
                <a:gd name="connsiteY1" fmla="*/ 6004 h 145733"/>
                <a:gd name="connsiteX2" fmla="*/ 595830 w 595959"/>
                <a:gd name="connsiteY2" fmla="*/ 103551 h 145733"/>
                <a:gd name="connsiteX3" fmla="*/ 131 w 595959"/>
                <a:gd name="connsiteY3" fmla="*/ 145733 h 145733"/>
                <a:gd name="connsiteX4" fmla="*/ 124 w 595959"/>
                <a:gd name="connsiteY4" fmla="*/ 28496 h 14573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856"/>
                <a:gd name="connsiteY0" fmla="*/ 41841 h 159078"/>
                <a:gd name="connsiteX1" fmla="*/ 591261 w 595856"/>
                <a:gd name="connsiteY1" fmla="*/ 0 h 159078"/>
                <a:gd name="connsiteX2" fmla="*/ 595830 w 595856"/>
                <a:gd name="connsiteY2" fmla="*/ 116896 h 159078"/>
                <a:gd name="connsiteX3" fmla="*/ 131 w 595856"/>
                <a:gd name="connsiteY3" fmla="*/ 159078 h 159078"/>
                <a:gd name="connsiteX4" fmla="*/ 124 w 595856"/>
                <a:gd name="connsiteY4" fmla="*/ 41841 h 159078"/>
                <a:gd name="connsiteX0" fmla="*/ 124 w 595959"/>
                <a:gd name="connsiteY0" fmla="*/ 41841 h 159078"/>
                <a:gd name="connsiteX1" fmla="*/ 595828 w 595959"/>
                <a:gd name="connsiteY1" fmla="*/ 0 h 159078"/>
                <a:gd name="connsiteX2" fmla="*/ 595830 w 595959"/>
                <a:gd name="connsiteY2" fmla="*/ 116896 h 159078"/>
                <a:gd name="connsiteX3" fmla="*/ 131 w 595959"/>
                <a:gd name="connsiteY3" fmla="*/ 159078 h 159078"/>
                <a:gd name="connsiteX4" fmla="*/ 124 w 595959"/>
                <a:gd name="connsiteY4" fmla="*/ 41841 h 159078"/>
                <a:gd name="connsiteX0" fmla="*/ 124 w 597349"/>
                <a:gd name="connsiteY0" fmla="*/ 42378 h 159615"/>
                <a:gd name="connsiteX1" fmla="*/ 597349 w 597349"/>
                <a:gd name="connsiteY1" fmla="*/ 0 h 159615"/>
                <a:gd name="connsiteX2" fmla="*/ 595830 w 597349"/>
                <a:gd name="connsiteY2" fmla="*/ 117433 h 159615"/>
                <a:gd name="connsiteX3" fmla="*/ 131 w 597349"/>
                <a:gd name="connsiteY3" fmla="*/ 159615 h 159615"/>
                <a:gd name="connsiteX4" fmla="*/ 124 w 597349"/>
                <a:gd name="connsiteY4" fmla="*/ 42378 h 159615"/>
                <a:gd name="connsiteX0" fmla="*/ 124 w 600443"/>
                <a:gd name="connsiteY0" fmla="*/ 42378 h 159615"/>
                <a:gd name="connsiteX1" fmla="*/ 597349 w 600443"/>
                <a:gd name="connsiteY1" fmla="*/ 0 h 159615"/>
                <a:gd name="connsiteX2" fmla="*/ 600408 w 600443"/>
                <a:gd name="connsiteY2" fmla="*/ 117433 h 159615"/>
                <a:gd name="connsiteX3" fmla="*/ 131 w 600443"/>
                <a:gd name="connsiteY3" fmla="*/ 159615 h 159615"/>
                <a:gd name="connsiteX4" fmla="*/ 124 w 600443"/>
                <a:gd name="connsiteY4" fmla="*/ 42378 h 159615"/>
                <a:gd name="connsiteX0" fmla="*/ 124 w 600537"/>
                <a:gd name="connsiteY0" fmla="*/ 42378 h 159615"/>
                <a:gd name="connsiteX1" fmla="*/ 600401 w 600537"/>
                <a:gd name="connsiteY1" fmla="*/ 0 h 159615"/>
                <a:gd name="connsiteX2" fmla="*/ 600408 w 600537"/>
                <a:gd name="connsiteY2" fmla="*/ 117433 h 159615"/>
                <a:gd name="connsiteX3" fmla="*/ 131 w 600537"/>
                <a:gd name="connsiteY3" fmla="*/ 159615 h 159615"/>
                <a:gd name="connsiteX4" fmla="*/ 124 w 600537"/>
                <a:gd name="connsiteY4" fmla="*/ 42378 h 159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0537" h="159615">
                  <a:moveTo>
                    <a:pt x="124" y="42378"/>
                  </a:moveTo>
                  <a:cubicBezTo>
                    <a:pt x="296414" y="-50243"/>
                    <a:pt x="418111" y="75773"/>
                    <a:pt x="600401" y="0"/>
                  </a:cubicBezTo>
                  <a:cubicBezTo>
                    <a:pt x="599951" y="33260"/>
                    <a:pt x="600858" y="84173"/>
                    <a:pt x="600408" y="117433"/>
                  </a:cubicBezTo>
                  <a:cubicBezTo>
                    <a:pt x="395490" y="192726"/>
                    <a:pt x="285331" y="62551"/>
                    <a:pt x="131" y="159615"/>
                  </a:cubicBezTo>
                  <a:cubicBezTo>
                    <a:pt x="-323" y="114566"/>
                    <a:pt x="578" y="87427"/>
                    <a:pt x="124" y="42378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93" name="矩形 1174">
              <a:extLst>
                <a:ext uri="{FF2B5EF4-FFF2-40B4-BE49-F238E27FC236}">
                  <a16:creationId xmlns:a16="http://schemas.microsoft.com/office/drawing/2014/main" id="{09144DBE-A832-0E0F-07AE-92C36A54707D}"/>
                </a:ext>
              </a:extLst>
            </p:cNvPr>
            <p:cNvSpPr/>
            <p:nvPr/>
          </p:nvSpPr>
          <p:spPr>
            <a:xfrm rot="10800000">
              <a:off x="5041542" y="6890402"/>
              <a:ext cx="618706" cy="226680"/>
            </a:xfrm>
            <a:custGeom>
              <a:avLst/>
              <a:gdLst>
                <a:gd name="connsiteX0" fmla="*/ 0 w 595706"/>
                <a:gd name="connsiteY0" fmla="*/ 0 h 92965"/>
                <a:gd name="connsiteX1" fmla="*/ 595706 w 595706"/>
                <a:gd name="connsiteY1" fmla="*/ 0 h 92965"/>
                <a:gd name="connsiteX2" fmla="*/ 595706 w 595706"/>
                <a:gd name="connsiteY2" fmla="*/ 92965 h 92965"/>
                <a:gd name="connsiteX3" fmla="*/ 0 w 595706"/>
                <a:gd name="connsiteY3" fmla="*/ 92965 h 92965"/>
                <a:gd name="connsiteX4" fmla="*/ 0 w 595706"/>
                <a:gd name="connsiteY4" fmla="*/ 0 h 92965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1422 w 594406"/>
                <a:gd name="connsiteY0" fmla="*/ 21376 h 135147"/>
                <a:gd name="connsiteX1" fmla="*/ 594406 w 594406"/>
                <a:gd name="connsiteY1" fmla="*/ 0 h 135147"/>
                <a:gd name="connsiteX2" fmla="*/ 594406 w 594406"/>
                <a:gd name="connsiteY2" fmla="*/ 92965 h 135147"/>
                <a:gd name="connsiteX3" fmla="*/ 61 w 594406"/>
                <a:gd name="connsiteY3" fmla="*/ 135147 h 135147"/>
                <a:gd name="connsiteX4" fmla="*/ 1422 w 594406"/>
                <a:gd name="connsiteY4" fmla="*/ 21376 h 135147"/>
                <a:gd name="connsiteX0" fmla="*/ 1422 w 594406"/>
                <a:gd name="connsiteY0" fmla="*/ 15599 h 135147"/>
                <a:gd name="connsiteX1" fmla="*/ 594406 w 594406"/>
                <a:gd name="connsiteY1" fmla="*/ 0 h 135147"/>
                <a:gd name="connsiteX2" fmla="*/ 594406 w 594406"/>
                <a:gd name="connsiteY2" fmla="*/ 92965 h 135147"/>
                <a:gd name="connsiteX3" fmla="*/ 61 w 594406"/>
                <a:gd name="connsiteY3" fmla="*/ 135147 h 135147"/>
                <a:gd name="connsiteX4" fmla="*/ 1422 w 594406"/>
                <a:gd name="connsiteY4" fmla="*/ 15599 h 135147"/>
                <a:gd name="connsiteX0" fmla="*/ 131 w 594476"/>
                <a:gd name="connsiteY0" fmla="*/ 4622 h 135147"/>
                <a:gd name="connsiteX1" fmla="*/ 594476 w 594476"/>
                <a:gd name="connsiteY1" fmla="*/ 0 h 135147"/>
                <a:gd name="connsiteX2" fmla="*/ 594476 w 594476"/>
                <a:gd name="connsiteY2" fmla="*/ 92965 h 135147"/>
                <a:gd name="connsiteX3" fmla="*/ 131 w 594476"/>
                <a:gd name="connsiteY3" fmla="*/ 135147 h 135147"/>
                <a:gd name="connsiteX4" fmla="*/ 131 w 594476"/>
                <a:gd name="connsiteY4" fmla="*/ 4622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22423 h 139660"/>
                <a:gd name="connsiteX1" fmla="*/ 595706 w 595706"/>
                <a:gd name="connsiteY1" fmla="*/ 4513 h 139660"/>
                <a:gd name="connsiteX2" fmla="*/ 595706 w 595706"/>
                <a:gd name="connsiteY2" fmla="*/ 97478 h 139660"/>
                <a:gd name="connsiteX3" fmla="*/ 1361 w 595706"/>
                <a:gd name="connsiteY3" fmla="*/ 139660 h 139660"/>
                <a:gd name="connsiteX4" fmla="*/ 0 w 595706"/>
                <a:gd name="connsiteY4" fmla="*/ 22423 h 139660"/>
                <a:gd name="connsiteX0" fmla="*/ 0 w 595706"/>
                <a:gd name="connsiteY0" fmla="*/ 26413 h 143650"/>
                <a:gd name="connsiteX1" fmla="*/ 595706 w 595706"/>
                <a:gd name="connsiteY1" fmla="*/ 8503 h 143650"/>
                <a:gd name="connsiteX2" fmla="*/ 595706 w 595706"/>
                <a:gd name="connsiteY2" fmla="*/ 101468 h 143650"/>
                <a:gd name="connsiteX3" fmla="*/ 1361 w 595706"/>
                <a:gd name="connsiteY3" fmla="*/ 143650 h 143650"/>
                <a:gd name="connsiteX4" fmla="*/ 0 w 595706"/>
                <a:gd name="connsiteY4" fmla="*/ 26413 h 143650"/>
                <a:gd name="connsiteX0" fmla="*/ 0 w 595706"/>
                <a:gd name="connsiteY0" fmla="*/ 21286 h 138523"/>
                <a:gd name="connsiteX1" fmla="*/ 595706 w 595706"/>
                <a:gd name="connsiteY1" fmla="*/ 3376 h 138523"/>
                <a:gd name="connsiteX2" fmla="*/ 595706 w 595706"/>
                <a:gd name="connsiteY2" fmla="*/ 96341 h 138523"/>
                <a:gd name="connsiteX3" fmla="*/ 1361 w 595706"/>
                <a:gd name="connsiteY3" fmla="*/ 138523 h 138523"/>
                <a:gd name="connsiteX4" fmla="*/ 0 w 595706"/>
                <a:gd name="connsiteY4" fmla="*/ 21286 h 138523"/>
                <a:gd name="connsiteX0" fmla="*/ 0 w 595706"/>
                <a:gd name="connsiteY0" fmla="*/ 22534 h 139771"/>
                <a:gd name="connsiteX1" fmla="*/ 595706 w 595706"/>
                <a:gd name="connsiteY1" fmla="*/ 4624 h 139771"/>
                <a:gd name="connsiteX2" fmla="*/ 595706 w 595706"/>
                <a:gd name="connsiteY2" fmla="*/ 97589 h 139771"/>
                <a:gd name="connsiteX3" fmla="*/ 1361 w 595706"/>
                <a:gd name="connsiteY3" fmla="*/ 139771 h 139771"/>
                <a:gd name="connsiteX4" fmla="*/ 0 w 595706"/>
                <a:gd name="connsiteY4" fmla="*/ 22534 h 139771"/>
                <a:gd name="connsiteX0" fmla="*/ 0 w 595706"/>
                <a:gd name="connsiteY0" fmla="*/ 23494 h 140731"/>
                <a:gd name="connsiteX1" fmla="*/ 595706 w 595706"/>
                <a:gd name="connsiteY1" fmla="*/ 2118 h 140731"/>
                <a:gd name="connsiteX2" fmla="*/ 595706 w 595706"/>
                <a:gd name="connsiteY2" fmla="*/ 98549 h 140731"/>
                <a:gd name="connsiteX3" fmla="*/ 1361 w 595706"/>
                <a:gd name="connsiteY3" fmla="*/ 140731 h 140731"/>
                <a:gd name="connsiteX4" fmla="*/ 0 w 595706"/>
                <a:gd name="connsiteY4" fmla="*/ 23494 h 140731"/>
                <a:gd name="connsiteX0" fmla="*/ 0 w 595706"/>
                <a:gd name="connsiteY0" fmla="*/ 23494 h 140731"/>
                <a:gd name="connsiteX1" fmla="*/ 595706 w 595706"/>
                <a:gd name="connsiteY1" fmla="*/ 2118 h 140731"/>
                <a:gd name="connsiteX2" fmla="*/ 595706 w 595706"/>
                <a:gd name="connsiteY2" fmla="*/ 98549 h 140731"/>
                <a:gd name="connsiteX3" fmla="*/ 1361 w 595706"/>
                <a:gd name="connsiteY3" fmla="*/ 140731 h 140731"/>
                <a:gd name="connsiteX4" fmla="*/ 0 w 595706"/>
                <a:gd name="connsiteY4" fmla="*/ 23494 h 140731"/>
                <a:gd name="connsiteX0" fmla="*/ 0 w 595706"/>
                <a:gd name="connsiteY0" fmla="*/ 25030 h 142267"/>
                <a:gd name="connsiteX1" fmla="*/ 595706 w 595706"/>
                <a:gd name="connsiteY1" fmla="*/ 3654 h 142267"/>
                <a:gd name="connsiteX2" fmla="*/ 595706 w 595706"/>
                <a:gd name="connsiteY2" fmla="*/ 100085 h 142267"/>
                <a:gd name="connsiteX3" fmla="*/ 1361 w 595706"/>
                <a:gd name="connsiteY3" fmla="*/ 142267 h 142267"/>
                <a:gd name="connsiteX4" fmla="*/ 0 w 595706"/>
                <a:gd name="connsiteY4" fmla="*/ 25030 h 142267"/>
                <a:gd name="connsiteX0" fmla="*/ 0 w 595706"/>
                <a:gd name="connsiteY0" fmla="*/ 22091 h 139328"/>
                <a:gd name="connsiteX1" fmla="*/ 595706 w 595706"/>
                <a:gd name="connsiteY1" fmla="*/ 715 h 139328"/>
                <a:gd name="connsiteX2" fmla="*/ 595706 w 595706"/>
                <a:gd name="connsiteY2" fmla="*/ 97146 h 139328"/>
                <a:gd name="connsiteX3" fmla="*/ 1361 w 595706"/>
                <a:gd name="connsiteY3" fmla="*/ 139328 h 139328"/>
                <a:gd name="connsiteX4" fmla="*/ 0 w 595706"/>
                <a:gd name="connsiteY4" fmla="*/ 22091 h 139328"/>
                <a:gd name="connsiteX0" fmla="*/ 0 w 595706"/>
                <a:gd name="connsiteY0" fmla="*/ 23573 h 140810"/>
                <a:gd name="connsiteX1" fmla="*/ 595706 w 595706"/>
                <a:gd name="connsiteY1" fmla="*/ 2197 h 140810"/>
                <a:gd name="connsiteX2" fmla="*/ 595706 w 595706"/>
                <a:gd name="connsiteY2" fmla="*/ 98628 h 140810"/>
                <a:gd name="connsiteX3" fmla="*/ 1361 w 595706"/>
                <a:gd name="connsiteY3" fmla="*/ 140810 h 140810"/>
                <a:gd name="connsiteX4" fmla="*/ 0 w 595706"/>
                <a:gd name="connsiteY4" fmla="*/ 23573 h 140810"/>
                <a:gd name="connsiteX0" fmla="*/ 0 w 595706"/>
                <a:gd name="connsiteY0" fmla="*/ 21908 h 139145"/>
                <a:gd name="connsiteX1" fmla="*/ 595706 w 595706"/>
                <a:gd name="connsiteY1" fmla="*/ 532 h 139145"/>
                <a:gd name="connsiteX2" fmla="*/ 595706 w 595706"/>
                <a:gd name="connsiteY2" fmla="*/ 96963 h 139145"/>
                <a:gd name="connsiteX3" fmla="*/ 1361 w 595706"/>
                <a:gd name="connsiteY3" fmla="*/ 139145 h 139145"/>
                <a:gd name="connsiteX4" fmla="*/ 0 w 595706"/>
                <a:gd name="connsiteY4" fmla="*/ 21908 h 139145"/>
                <a:gd name="connsiteX0" fmla="*/ 0 w 595706"/>
                <a:gd name="connsiteY0" fmla="*/ 23863 h 141100"/>
                <a:gd name="connsiteX1" fmla="*/ 595706 w 595706"/>
                <a:gd name="connsiteY1" fmla="*/ 2487 h 141100"/>
                <a:gd name="connsiteX2" fmla="*/ 595706 w 595706"/>
                <a:gd name="connsiteY2" fmla="*/ 98918 h 141100"/>
                <a:gd name="connsiteX3" fmla="*/ 1361 w 595706"/>
                <a:gd name="connsiteY3" fmla="*/ 141100 h 141100"/>
                <a:gd name="connsiteX4" fmla="*/ 0 w 595706"/>
                <a:gd name="connsiteY4" fmla="*/ 23863 h 141100"/>
                <a:gd name="connsiteX0" fmla="*/ 0 w 595706"/>
                <a:gd name="connsiteY0" fmla="*/ 24472 h 141709"/>
                <a:gd name="connsiteX1" fmla="*/ 595706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0 w 595706"/>
                <a:gd name="connsiteY0" fmla="*/ 24267 h 141504"/>
                <a:gd name="connsiteX1" fmla="*/ 595706 w 595706"/>
                <a:gd name="connsiteY1" fmla="*/ 2891 h 141504"/>
                <a:gd name="connsiteX2" fmla="*/ 595706 w 595706"/>
                <a:gd name="connsiteY2" fmla="*/ 99322 h 141504"/>
                <a:gd name="connsiteX3" fmla="*/ 1361 w 595706"/>
                <a:gd name="connsiteY3" fmla="*/ 141504 h 141504"/>
                <a:gd name="connsiteX4" fmla="*/ 0 w 595706"/>
                <a:gd name="connsiteY4" fmla="*/ 24267 h 141504"/>
                <a:gd name="connsiteX0" fmla="*/ 0 w 595706"/>
                <a:gd name="connsiteY0" fmla="*/ 24472 h 141709"/>
                <a:gd name="connsiteX1" fmla="*/ 595706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0 w 595706"/>
                <a:gd name="connsiteY0" fmla="*/ 24472 h 141709"/>
                <a:gd name="connsiteX1" fmla="*/ 594353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124 w 595830"/>
                <a:gd name="connsiteY0" fmla="*/ 24472 h 141709"/>
                <a:gd name="connsiteX1" fmla="*/ 594477 w 595830"/>
                <a:gd name="connsiteY1" fmla="*/ 3096 h 141709"/>
                <a:gd name="connsiteX2" fmla="*/ 595830 w 595830"/>
                <a:gd name="connsiteY2" fmla="*/ 99527 h 141709"/>
                <a:gd name="connsiteX3" fmla="*/ 131 w 595830"/>
                <a:gd name="connsiteY3" fmla="*/ 141709 h 141709"/>
                <a:gd name="connsiteX4" fmla="*/ 124 w 595830"/>
                <a:gd name="connsiteY4" fmla="*/ 24472 h 141709"/>
                <a:gd name="connsiteX0" fmla="*/ 124 w 597179"/>
                <a:gd name="connsiteY0" fmla="*/ 25207 h 142444"/>
                <a:gd name="connsiteX1" fmla="*/ 597179 w 597179"/>
                <a:gd name="connsiteY1" fmla="*/ 481 h 142444"/>
                <a:gd name="connsiteX2" fmla="*/ 595830 w 597179"/>
                <a:gd name="connsiteY2" fmla="*/ 100262 h 142444"/>
                <a:gd name="connsiteX3" fmla="*/ 131 w 597179"/>
                <a:gd name="connsiteY3" fmla="*/ 142444 h 142444"/>
                <a:gd name="connsiteX4" fmla="*/ 124 w 597179"/>
                <a:gd name="connsiteY4" fmla="*/ 25207 h 142444"/>
                <a:gd name="connsiteX0" fmla="*/ 124 w 595889"/>
                <a:gd name="connsiteY0" fmla="*/ 25842 h 143079"/>
                <a:gd name="connsiteX1" fmla="*/ 594477 w 595889"/>
                <a:gd name="connsiteY1" fmla="*/ 0 h 143079"/>
                <a:gd name="connsiteX2" fmla="*/ 595830 w 595889"/>
                <a:gd name="connsiteY2" fmla="*/ 100897 h 143079"/>
                <a:gd name="connsiteX3" fmla="*/ 131 w 595889"/>
                <a:gd name="connsiteY3" fmla="*/ 143079 h 143079"/>
                <a:gd name="connsiteX4" fmla="*/ 124 w 595889"/>
                <a:gd name="connsiteY4" fmla="*/ 25842 h 143079"/>
                <a:gd name="connsiteX0" fmla="*/ 124 w 595889"/>
                <a:gd name="connsiteY0" fmla="*/ 24713 h 141950"/>
                <a:gd name="connsiteX1" fmla="*/ 594477 w 595889"/>
                <a:gd name="connsiteY1" fmla="*/ 2221 h 141950"/>
                <a:gd name="connsiteX2" fmla="*/ 595830 w 595889"/>
                <a:gd name="connsiteY2" fmla="*/ 99768 h 141950"/>
                <a:gd name="connsiteX3" fmla="*/ 131 w 595889"/>
                <a:gd name="connsiteY3" fmla="*/ 141950 h 141950"/>
                <a:gd name="connsiteX4" fmla="*/ 124 w 595889"/>
                <a:gd name="connsiteY4" fmla="*/ 24713 h 141950"/>
                <a:gd name="connsiteX0" fmla="*/ 124 w 595959"/>
                <a:gd name="connsiteY0" fmla="*/ 24713 h 141950"/>
                <a:gd name="connsiteX1" fmla="*/ 595828 w 595959"/>
                <a:gd name="connsiteY1" fmla="*/ 2221 h 141950"/>
                <a:gd name="connsiteX2" fmla="*/ 595830 w 595959"/>
                <a:gd name="connsiteY2" fmla="*/ 99768 h 141950"/>
                <a:gd name="connsiteX3" fmla="*/ 131 w 595959"/>
                <a:gd name="connsiteY3" fmla="*/ 141950 h 141950"/>
                <a:gd name="connsiteX4" fmla="*/ 124 w 595959"/>
                <a:gd name="connsiteY4" fmla="*/ 24713 h 141950"/>
                <a:gd name="connsiteX0" fmla="*/ 124 w 595959"/>
                <a:gd name="connsiteY0" fmla="*/ 24925 h 142162"/>
                <a:gd name="connsiteX1" fmla="*/ 595828 w 595959"/>
                <a:gd name="connsiteY1" fmla="*/ 2433 h 142162"/>
                <a:gd name="connsiteX2" fmla="*/ 595830 w 595959"/>
                <a:gd name="connsiteY2" fmla="*/ 99980 h 142162"/>
                <a:gd name="connsiteX3" fmla="*/ 131 w 595959"/>
                <a:gd name="connsiteY3" fmla="*/ 142162 h 142162"/>
                <a:gd name="connsiteX4" fmla="*/ 124 w 595959"/>
                <a:gd name="connsiteY4" fmla="*/ 24925 h 142162"/>
                <a:gd name="connsiteX0" fmla="*/ 124 w 595959"/>
                <a:gd name="connsiteY0" fmla="*/ 22492 h 139729"/>
                <a:gd name="connsiteX1" fmla="*/ 595828 w 595959"/>
                <a:gd name="connsiteY1" fmla="*/ 0 h 139729"/>
                <a:gd name="connsiteX2" fmla="*/ 595830 w 595959"/>
                <a:gd name="connsiteY2" fmla="*/ 97547 h 139729"/>
                <a:gd name="connsiteX3" fmla="*/ 131 w 595959"/>
                <a:gd name="connsiteY3" fmla="*/ 139729 h 139729"/>
                <a:gd name="connsiteX4" fmla="*/ 124 w 595959"/>
                <a:gd name="connsiteY4" fmla="*/ 22492 h 139729"/>
                <a:gd name="connsiteX0" fmla="*/ 124 w 595959"/>
                <a:gd name="connsiteY0" fmla="*/ 25585 h 142822"/>
                <a:gd name="connsiteX1" fmla="*/ 595828 w 595959"/>
                <a:gd name="connsiteY1" fmla="*/ 3093 h 142822"/>
                <a:gd name="connsiteX2" fmla="*/ 595830 w 595959"/>
                <a:gd name="connsiteY2" fmla="*/ 100640 h 142822"/>
                <a:gd name="connsiteX3" fmla="*/ 131 w 595959"/>
                <a:gd name="connsiteY3" fmla="*/ 142822 h 142822"/>
                <a:gd name="connsiteX4" fmla="*/ 124 w 595959"/>
                <a:gd name="connsiteY4" fmla="*/ 25585 h 142822"/>
                <a:gd name="connsiteX0" fmla="*/ 124 w 595959"/>
                <a:gd name="connsiteY0" fmla="*/ 25585 h 142822"/>
                <a:gd name="connsiteX1" fmla="*/ 595828 w 595959"/>
                <a:gd name="connsiteY1" fmla="*/ 3093 h 142822"/>
                <a:gd name="connsiteX2" fmla="*/ 595830 w 595959"/>
                <a:gd name="connsiteY2" fmla="*/ 100640 h 142822"/>
                <a:gd name="connsiteX3" fmla="*/ 131 w 595959"/>
                <a:gd name="connsiteY3" fmla="*/ 142822 h 142822"/>
                <a:gd name="connsiteX4" fmla="*/ 124 w 595959"/>
                <a:gd name="connsiteY4" fmla="*/ 25585 h 142822"/>
                <a:gd name="connsiteX0" fmla="*/ 124 w 595959"/>
                <a:gd name="connsiteY0" fmla="*/ 26512 h 143749"/>
                <a:gd name="connsiteX1" fmla="*/ 595828 w 595959"/>
                <a:gd name="connsiteY1" fmla="*/ 4020 h 143749"/>
                <a:gd name="connsiteX2" fmla="*/ 595830 w 595959"/>
                <a:gd name="connsiteY2" fmla="*/ 101567 h 143749"/>
                <a:gd name="connsiteX3" fmla="*/ 131 w 595959"/>
                <a:gd name="connsiteY3" fmla="*/ 143749 h 143749"/>
                <a:gd name="connsiteX4" fmla="*/ 124 w 595959"/>
                <a:gd name="connsiteY4" fmla="*/ 26512 h 143749"/>
                <a:gd name="connsiteX0" fmla="*/ 124 w 595959"/>
                <a:gd name="connsiteY0" fmla="*/ 26512 h 143749"/>
                <a:gd name="connsiteX1" fmla="*/ 595828 w 595959"/>
                <a:gd name="connsiteY1" fmla="*/ 4020 h 143749"/>
                <a:gd name="connsiteX2" fmla="*/ 595830 w 595959"/>
                <a:gd name="connsiteY2" fmla="*/ 101567 h 143749"/>
                <a:gd name="connsiteX3" fmla="*/ 131 w 595959"/>
                <a:gd name="connsiteY3" fmla="*/ 143749 h 143749"/>
                <a:gd name="connsiteX4" fmla="*/ 124 w 595959"/>
                <a:gd name="connsiteY4" fmla="*/ 26512 h 143749"/>
                <a:gd name="connsiteX0" fmla="*/ 124 w 595959"/>
                <a:gd name="connsiteY0" fmla="*/ 28496 h 145733"/>
                <a:gd name="connsiteX1" fmla="*/ 595828 w 595959"/>
                <a:gd name="connsiteY1" fmla="*/ 6004 h 145733"/>
                <a:gd name="connsiteX2" fmla="*/ 595830 w 595959"/>
                <a:gd name="connsiteY2" fmla="*/ 103551 h 145733"/>
                <a:gd name="connsiteX3" fmla="*/ 131 w 595959"/>
                <a:gd name="connsiteY3" fmla="*/ 145733 h 145733"/>
                <a:gd name="connsiteX4" fmla="*/ 124 w 595959"/>
                <a:gd name="connsiteY4" fmla="*/ 28496 h 14573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856"/>
                <a:gd name="connsiteY0" fmla="*/ 41841 h 159078"/>
                <a:gd name="connsiteX1" fmla="*/ 591261 w 595856"/>
                <a:gd name="connsiteY1" fmla="*/ 0 h 159078"/>
                <a:gd name="connsiteX2" fmla="*/ 595830 w 595856"/>
                <a:gd name="connsiteY2" fmla="*/ 116896 h 159078"/>
                <a:gd name="connsiteX3" fmla="*/ 131 w 595856"/>
                <a:gd name="connsiteY3" fmla="*/ 159078 h 159078"/>
                <a:gd name="connsiteX4" fmla="*/ 124 w 595856"/>
                <a:gd name="connsiteY4" fmla="*/ 41841 h 159078"/>
                <a:gd name="connsiteX0" fmla="*/ 124 w 595959"/>
                <a:gd name="connsiteY0" fmla="*/ 41841 h 159078"/>
                <a:gd name="connsiteX1" fmla="*/ 595828 w 595959"/>
                <a:gd name="connsiteY1" fmla="*/ 0 h 159078"/>
                <a:gd name="connsiteX2" fmla="*/ 595830 w 595959"/>
                <a:gd name="connsiteY2" fmla="*/ 116896 h 159078"/>
                <a:gd name="connsiteX3" fmla="*/ 131 w 595959"/>
                <a:gd name="connsiteY3" fmla="*/ 159078 h 159078"/>
                <a:gd name="connsiteX4" fmla="*/ 124 w 595959"/>
                <a:gd name="connsiteY4" fmla="*/ 41841 h 159078"/>
                <a:gd name="connsiteX0" fmla="*/ 124 w 597349"/>
                <a:gd name="connsiteY0" fmla="*/ 42378 h 159615"/>
                <a:gd name="connsiteX1" fmla="*/ 597349 w 597349"/>
                <a:gd name="connsiteY1" fmla="*/ 0 h 159615"/>
                <a:gd name="connsiteX2" fmla="*/ 595830 w 597349"/>
                <a:gd name="connsiteY2" fmla="*/ 117433 h 159615"/>
                <a:gd name="connsiteX3" fmla="*/ 131 w 597349"/>
                <a:gd name="connsiteY3" fmla="*/ 159615 h 159615"/>
                <a:gd name="connsiteX4" fmla="*/ 124 w 597349"/>
                <a:gd name="connsiteY4" fmla="*/ 42378 h 159615"/>
                <a:gd name="connsiteX0" fmla="*/ 124 w 600443"/>
                <a:gd name="connsiteY0" fmla="*/ 42378 h 159615"/>
                <a:gd name="connsiteX1" fmla="*/ 597349 w 600443"/>
                <a:gd name="connsiteY1" fmla="*/ 0 h 159615"/>
                <a:gd name="connsiteX2" fmla="*/ 600408 w 600443"/>
                <a:gd name="connsiteY2" fmla="*/ 117433 h 159615"/>
                <a:gd name="connsiteX3" fmla="*/ 131 w 600443"/>
                <a:gd name="connsiteY3" fmla="*/ 159615 h 159615"/>
                <a:gd name="connsiteX4" fmla="*/ 124 w 600443"/>
                <a:gd name="connsiteY4" fmla="*/ 42378 h 159615"/>
                <a:gd name="connsiteX0" fmla="*/ 124 w 600537"/>
                <a:gd name="connsiteY0" fmla="*/ 42378 h 159615"/>
                <a:gd name="connsiteX1" fmla="*/ 600401 w 600537"/>
                <a:gd name="connsiteY1" fmla="*/ 0 h 159615"/>
                <a:gd name="connsiteX2" fmla="*/ 600408 w 600537"/>
                <a:gd name="connsiteY2" fmla="*/ 117433 h 159615"/>
                <a:gd name="connsiteX3" fmla="*/ 131 w 600537"/>
                <a:gd name="connsiteY3" fmla="*/ 159615 h 159615"/>
                <a:gd name="connsiteX4" fmla="*/ 124 w 600537"/>
                <a:gd name="connsiteY4" fmla="*/ 42378 h 159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0537" h="159615">
                  <a:moveTo>
                    <a:pt x="124" y="42378"/>
                  </a:moveTo>
                  <a:cubicBezTo>
                    <a:pt x="296414" y="-50243"/>
                    <a:pt x="418111" y="75773"/>
                    <a:pt x="600401" y="0"/>
                  </a:cubicBezTo>
                  <a:cubicBezTo>
                    <a:pt x="599951" y="33260"/>
                    <a:pt x="600858" y="84173"/>
                    <a:pt x="600408" y="117433"/>
                  </a:cubicBezTo>
                  <a:cubicBezTo>
                    <a:pt x="395490" y="192726"/>
                    <a:pt x="285331" y="62551"/>
                    <a:pt x="131" y="159615"/>
                  </a:cubicBezTo>
                  <a:cubicBezTo>
                    <a:pt x="-323" y="114566"/>
                    <a:pt x="578" y="87427"/>
                    <a:pt x="124" y="42378"/>
                  </a:cubicBezTo>
                  <a:close/>
                </a:path>
              </a:pathLst>
            </a:custGeom>
            <a:solidFill>
              <a:schemeClr val="accent2">
                <a:lumMod val="40000"/>
                <a:lumOff val="6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94" name="矩形 1174">
              <a:extLst>
                <a:ext uri="{FF2B5EF4-FFF2-40B4-BE49-F238E27FC236}">
                  <a16:creationId xmlns:a16="http://schemas.microsoft.com/office/drawing/2014/main" id="{04D438FE-A41D-4D6E-EACD-AE8F9526E406}"/>
                </a:ext>
              </a:extLst>
            </p:cNvPr>
            <p:cNvSpPr/>
            <p:nvPr/>
          </p:nvSpPr>
          <p:spPr>
            <a:xfrm rot="10800000">
              <a:off x="5041541" y="7045652"/>
              <a:ext cx="618707" cy="139508"/>
            </a:xfrm>
            <a:custGeom>
              <a:avLst/>
              <a:gdLst>
                <a:gd name="connsiteX0" fmla="*/ 0 w 595706"/>
                <a:gd name="connsiteY0" fmla="*/ 0 h 92965"/>
                <a:gd name="connsiteX1" fmla="*/ 595706 w 595706"/>
                <a:gd name="connsiteY1" fmla="*/ 0 h 92965"/>
                <a:gd name="connsiteX2" fmla="*/ 595706 w 595706"/>
                <a:gd name="connsiteY2" fmla="*/ 92965 h 92965"/>
                <a:gd name="connsiteX3" fmla="*/ 0 w 595706"/>
                <a:gd name="connsiteY3" fmla="*/ 92965 h 92965"/>
                <a:gd name="connsiteX4" fmla="*/ 0 w 595706"/>
                <a:gd name="connsiteY4" fmla="*/ 0 h 92965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131 w 595837"/>
                <a:gd name="connsiteY0" fmla="*/ 0 h 148754"/>
                <a:gd name="connsiteX1" fmla="*/ 595837 w 595837"/>
                <a:gd name="connsiteY1" fmla="*/ 0 h 148754"/>
                <a:gd name="connsiteX2" fmla="*/ 595837 w 595837"/>
                <a:gd name="connsiteY2" fmla="*/ 92965 h 148754"/>
                <a:gd name="connsiteX3" fmla="*/ 131 w 595837"/>
                <a:gd name="connsiteY3" fmla="*/ 148754 h 148754"/>
                <a:gd name="connsiteX4" fmla="*/ 131 w 595837"/>
                <a:gd name="connsiteY4" fmla="*/ 0 h 148754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56571"/>
                <a:gd name="connsiteX1" fmla="*/ 595837 w 595837"/>
                <a:gd name="connsiteY1" fmla="*/ 0 h 156571"/>
                <a:gd name="connsiteX2" fmla="*/ 594316 w 595837"/>
                <a:gd name="connsiteY2" fmla="*/ 141984 h 156571"/>
                <a:gd name="connsiteX3" fmla="*/ 131 w 595837"/>
                <a:gd name="connsiteY3" fmla="*/ 140590 h 156571"/>
                <a:gd name="connsiteX4" fmla="*/ 131 w 595837"/>
                <a:gd name="connsiteY4" fmla="*/ 0 h 156571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0 w 600949"/>
                <a:gd name="connsiteY0" fmla="*/ 0 h 271309"/>
                <a:gd name="connsiteX1" fmla="*/ 600949 w 600949"/>
                <a:gd name="connsiteY1" fmla="*/ 0 h 271309"/>
                <a:gd name="connsiteX2" fmla="*/ 599428 w 600949"/>
                <a:gd name="connsiteY2" fmla="*/ 141984 h 271309"/>
                <a:gd name="connsiteX3" fmla="*/ 3722 w 600949"/>
                <a:gd name="connsiteY3" fmla="*/ 271309 h 271309"/>
                <a:gd name="connsiteX4" fmla="*/ 0 w 600949"/>
                <a:gd name="connsiteY4" fmla="*/ 0 h 271309"/>
                <a:gd name="connsiteX0" fmla="*/ 0 w 599639"/>
                <a:gd name="connsiteY0" fmla="*/ 0 h 271309"/>
                <a:gd name="connsiteX1" fmla="*/ 599639 w 599639"/>
                <a:gd name="connsiteY1" fmla="*/ 0 h 271309"/>
                <a:gd name="connsiteX2" fmla="*/ 599428 w 599639"/>
                <a:gd name="connsiteY2" fmla="*/ 141984 h 271309"/>
                <a:gd name="connsiteX3" fmla="*/ 3722 w 599639"/>
                <a:gd name="connsiteY3" fmla="*/ 271309 h 271309"/>
                <a:gd name="connsiteX4" fmla="*/ 0 w 599639"/>
                <a:gd name="connsiteY4" fmla="*/ 0 h 271309"/>
                <a:gd name="connsiteX0" fmla="*/ 0 w 597018"/>
                <a:gd name="connsiteY0" fmla="*/ 0 h 271309"/>
                <a:gd name="connsiteX1" fmla="*/ 597018 w 597018"/>
                <a:gd name="connsiteY1" fmla="*/ 0 h 271309"/>
                <a:gd name="connsiteX2" fmla="*/ 596807 w 597018"/>
                <a:gd name="connsiteY2" fmla="*/ 141984 h 271309"/>
                <a:gd name="connsiteX3" fmla="*/ 1101 w 597018"/>
                <a:gd name="connsiteY3" fmla="*/ 271309 h 271309"/>
                <a:gd name="connsiteX4" fmla="*/ 0 w 597018"/>
                <a:gd name="connsiteY4" fmla="*/ 0 h 271309"/>
                <a:gd name="connsiteX0" fmla="*/ 0 w 596807"/>
                <a:gd name="connsiteY0" fmla="*/ 0 h 271309"/>
                <a:gd name="connsiteX1" fmla="*/ 591775 w 596807"/>
                <a:gd name="connsiteY1" fmla="*/ 0 h 271309"/>
                <a:gd name="connsiteX2" fmla="*/ 596807 w 596807"/>
                <a:gd name="connsiteY2" fmla="*/ 141984 h 271309"/>
                <a:gd name="connsiteX3" fmla="*/ 1101 w 596807"/>
                <a:gd name="connsiteY3" fmla="*/ 271309 h 271309"/>
                <a:gd name="connsiteX4" fmla="*/ 0 w 596807"/>
                <a:gd name="connsiteY4" fmla="*/ 0 h 271309"/>
                <a:gd name="connsiteX0" fmla="*/ 0 w 596807"/>
                <a:gd name="connsiteY0" fmla="*/ 0 h 271309"/>
                <a:gd name="connsiteX1" fmla="*/ 595708 w 596807"/>
                <a:gd name="connsiteY1" fmla="*/ 0 h 271309"/>
                <a:gd name="connsiteX2" fmla="*/ 596807 w 596807"/>
                <a:gd name="connsiteY2" fmla="*/ 141984 h 271309"/>
                <a:gd name="connsiteX3" fmla="*/ 1101 w 596807"/>
                <a:gd name="connsiteY3" fmla="*/ 271309 h 271309"/>
                <a:gd name="connsiteX4" fmla="*/ 0 w 596807"/>
                <a:gd name="connsiteY4" fmla="*/ 0 h 271309"/>
                <a:gd name="connsiteX0" fmla="*/ 0 w 595708"/>
                <a:gd name="connsiteY0" fmla="*/ 0 h 271309"/>
                <a:gd name="connsiteX1" fmla="*/ 595708 w 595708"/>
                <a:gd name="connsiteY1" fmla="*/ 0 h 271309"/>
                <a:gd name="connsiteX2" fmla="*/ 594186 w 595708"/>
                <a:gd name="connsiteY2" fmla="*/ 141985 h 271309"/>
                <a:gd name="connsiteX3" fmla="*/ 1101 w 595708"/>
                <a:gd name="connsiteY3" fmla="*/ 271309 h 271309"/>
                <a:gd name="connsiteX4" fmla="*/ 0 w 595708"/>
                <a:gd name="connsiteY4" fmla="*/ 0 h 271309"/>
                <a:gd name="connsiteX0" fmla="*/ 0 w 596439"/>
                <a:gd name="connsiteY0" fmla="*/ 109083 h 380392"/>
                <a:gd name="connsiteX1" fmla="*/ 595708 w 596439"/>
                <a:gd name="connsiteY1" fmla="*/ 109083 h 380392"/>
                <a:gd name="connsiteX2" fmla="*/ 594186 w 596439"/>
                <a:gd name="connsiteY2" fmla="*/ 251068 h 380392"/>
                <a:gd name="connsiteX3" fmla="*/ 1101 w 596439"/>
                <a:gd name="connsiteY3" fmla="*/ 380392 h 380392"/>
                <a:gd name="connsiteX4" fmla="*/ 0 w 596439"/>
                <a:gd name="connsiteY4" fmla="*/ 109083 h 380392"/>
                <a:gd name="connsiteX0" fmla="*/ 0 w 595708"/>
                <a:gd name="connsiteY0" fmla="*/ 0 h 271309"/>
                <a:gd name="connsiteX1" fmla="*/ 595708 w 595708"/>
                <a:gd name="connsiteY1" fmla="*/ 0 h 271309"/>
                <a:gd name="connsiteX2" fmla="*/ 594186 w 595708"/>
                <a:gd name="connsiteY2" fmla="*/ 141985 h 271309"/>
                <a:gd name="connsiteX3" fmla="*/ 1101 w 595708"/>
                <a:gd name="connsiteY3" fmla="*/ 271309 h 271309"/>
                <a:gd name="connsiteX4" fmla="*/ 0 w 595708"/>
                <a:gd name="connsiteY4" fmla="*/ 0 h 271309"/>
                <a:gd name="connsiteX0" fmla="*/ 0 w 596808"/>
                <a:gd name="connsiteY0" fmla="*/ 0 h 271309"/>
                <a:gd name="connsiteX1" fmla="*/ 595708 w 596808"/>
                <a:gd name="connsiteY1" fmla="*/ 0 h 271309"/>
                <a:gd name="connsiteX2" fmla="*/ 596808 w 596808"/>
                <a:gd name="connsiteY2" fmla="*/ 141985 h 271309"/>
                <a:gd name="connsiteX3" fmla="*/ 1101 w 596808"/>
                <a:gd name="connsiteY3" fmla="*/ 271309 h 271309"/>
                <a:gd name="connsiteX4" fmla="*/ 0 w 596808"/>
                <a:gd name="connsiteY4" fmla="*/ 0 h 271309"/>
                <a:gd name="connsiteX0" fmla="*/ 0 w 596808"/>
                <a:gd name="connsiteY0" fmla="*/ 0 h 271309"/>
                <a:gd name="connsiteX1" fmla="*/ 595708 w 596808"/>
                <a:gd name="connsiteY1" fmla="*/ 0 h 271309"/>
                <a:gd name="connsiteX2" fmla="*/ 596808 w 596808"/>
                <a:gd name="connsiteY2" fmla="*/ 141985 h 271309"/>
                <a:gd name="connsiteX3" fmla="*/ 1101 w 596808"/>
                <a:gd name="connsiteY3" fmla="*/ 271309 h 271309"/>
                <a:gd name="connsiteX4" fmla="*/ 0 w 596808"/>
                <a:gd name="connsiteY4" fmla="*/ 0 h 271309"/>
                <a:gd name="connsiteX0" fmla="*/ 0 w 596808"/>
                <a:gd name="connsiteY0" fmla="*/ 0 h 271309"/>
                <a:gd name="connsiteX1" fmla="*/ 595708 w 596808"/>
                <a:gd name="connsiteY1" fmla="*/ 0 h 271309"/>
                <a:gd name="connsiteX2" fmla="*/ 596808 w 596808"/>
                <a:gd name="connsiteY2" fmla="*/ 141985 h 271309"/>
                <a:gd name="connsiteX3" fmla="*/ 1101 w 596808"/>
                <a:gd name="connsiteY3" fmla="*/ 271309 h 271309"/>
                <a:gd name="connsiteX4" fmla="*/ 0 w 596808"/>
                <a:gd name="connsiteY4" fmla="*/ 0 h 271309"/>
                <a:gd name="connsiteX0" fmla="*/ 0 w 595708"/>
                <a:gd name="connsiteY0" fmla="*/ 0 h 271309"/>
                <a:gd name="connsiteX1" fmla="*/ 595708 w 595708"/>
                <a:gd name="connsiteY1" fmla="*/ 0 h 271309"/>
                <a:gd name="connsiteX2" fmla="*/ 594186 w 595708"/>
                <a:gd name="connsiteY2" fmla="*/ 141985 h 271309"/>
                <a:gd name="connsiteX3" fmla="*/ 1101 w 595708"/>
                <a:gd name="connsiteY3" fmla="*/ 271309 h 271309"/>
                <a:gd name="connsiteX4" fmla="*/ 0 w 595708"/>
                <a:gd name="connsiteY4" fmla="*/ 0 h 271309"/>
                <a:gd name="connsiteX0" fmla="*/ 0 w 595708"/>
                <a:gd name="connsiteY0" fmla="*/ 0 h 271309"/>
                <a:gd name="connsiteX1" fmla="*/ 595708 w 595708"/>
                <a:gd name="connsiteY1" fmla="*/ 0 h 271309"/>
                <a:gd name="connsiteX2" fmla="*/ 594186 w 595708"/>
                <a:gd name="connsiteY2" fmla="*/ 141985 h 271309"/>
                <a:gd name="connsiteX3" fmla="*/ 1101 w 595708"/>
                <a:gd name="connsiteY3" fmla="*/ 271309 h 271309"/>
                <a:gd name="connsiteX4" fmla="*/ 0 w 595708"/>
                <a:gd name="connsiteY4" fmla="*/ 0 h 271309"/>
                <a:gd name="connsiteX0" fmla="*/ 0 w 595936"/>
                <a:gd name="connsiteY0" fmla="*/ 0 h 271309"/>
                <a:gd name="connsiteX1" fmla="*/ 595708 w 595936"/>
                <a:gd name="connsiteY1" fmla="*/ 0 h 271309"/>
                <a:gd name="connsiteX2" fmla="*/ 594186 w 595936"/>
                <a:gd name="connsiteY2" fmla="*/ 141985 h 271309"/>
                <a:gd name="connsiteX3" fmla="*/ 1101 w 595936"/>
                <a:gd name="connsiteY3" fmla="*/ 271309 h 271309"/>
                <a:gd name="connsiteX4" fmla="*/ 0 w 595936"/>
                <a:gd name="connsiteY4" fmla="*/ 0 h 271309"/>
                <a:gd name="connsiteX0" fmla="*/ 319 w 596255"/>
                <a:gd name="connsiteY0" fmla="*/ 0 h 271309"/>
                <a:gd name="connsiteX1" fmla="*/ 596027 w 596255"/>
                <a:gd name="connsiteY1" fmla="*/ 0 h 271309"/>
                <a:gd name="connsiteX2" fmla="*/ 594505 w 596255"/>
                <a:gd name="connsiteY2" fmla="*/ 141985 h 271309"/>
                <a:gd name="connsiteX3" fmla="*/ 110 w 596255"/>
                <a:gd name="connsiteY3" fmla="*/ 271309 h 271309"/>
                <a:gd name="connsiteX4" fmla="*/ 319 w 596255"/>
                <a:gd name="connsiteY4" fmla="*/ 0 h 271309"/>
                <a:gd name="connsiteX0" fmla="*/ 0 w 595936"/>
                <a:gd name="connsiteY0" fmla="*/ 0 h 271309"/>
                <a:gd name="connsiteX1" fmla="*/ 595708 w 595936"/>
                <a:gd name="connsiteY1" fmla="*/ 0 h 271309"/>
                <a:gd name="connsiteX2" fmla="*/ 594186 w 595936"/>
                <a:gd name="connsiteY2" fmla="*/ 141985 h 271309"/>
                <a:gd name="connsiteX3" fmla="*/ 1101 w 595936"/>
                <a:gd name="connsiteY3" fmla="*/ 271309 h 271309"/>
                <a:gd name="connsiteX4" fmla="*/ 0 w 595936"/>
                <a:gd name="connsiteY4" fmla="*/ 0 h 271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5936" h="271309">
                  <a:moveTo>
                    <a:pt x="0" y="0"/>
                  </a:moveTo>
                  <a:lnTo>
                    <a:pt x="595708" y="0"/>
                  </a:lnTo>
                  <a:cubicBezTo>
                    <a:pt x="595708" y="30988"/>
                    <a:pt x="596806" y="39550"/>
                    <a:pt x="594186" y="141985"/>
                  </a:cubicBezTo>
                  <a:cubicBezTo>
                    <a:pt x="404809" y="352086"/>
                    <a:pt x="341643" y="22672"/>
                    <a:pt x="1101" y="271309"/>
                  </a:cubicBezTo>
                  <a:cubicBezTo>
                    <a:pt x="647" y="226260"/>
                    <a:pt x="454" y="45049"/>
                    <a:pt x="0" y="0"/>
                  </a:cubicBez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696" name="组合 695">
              <a:extLst>
                <a:ext uri="{FF2B5EF4-FFF2-40B4-BE49-F238E27FC236}">
                  <a16:creationId xmlns:a16="http://schemas.microsoft.com/office/drawing/2014/main" id="{C021C280-4CEE-1C54-3FAB-013FDDAD87C0}"/>
                </a:ext>
              </a:extLst>
            </p:cNvPr>
            <p:cNvGrpSpPr/>
            <p:nvPr/>
          </p:nvGrpSpPr>
          <p:grpSpPr>
            <a:xfrm>
              <a:off x="5040167" y="6521415"/>
              <a:ext cx="621640" cy="663817"/>
              <a:chOff x="3656357" y="6507685"/>
              <a:chExt cx="621640" cy="663817"/>
            </a:xfrm>
          </p:grpSpPr>
          <p:sp>
            <p:nvSpPr>
              <p:cNvPr id="704" name="矩形 703">
                <a:extLst>
                  <a:ext uri="{FF2B5EF4-FFF2-40B4-BE49-F238E27FC236}">
                    <a16:creationId xmlns:a16="http://schemas.microsoft.com/office/drawing/2014/main" id="{0925CB65-BB1C-1AA8-04E0-F30934F933A3}"/>
                  </a:ext>
                </a:extLst>
              </p:cNvPr>
              <p:cNvSpPr/>
              <p:nvPr/>
            </p:nvSpPr>
            <p:spPr>
              <a:xfrm>
                <a:off x="3656465" y="6640950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05" name="矩形 704">
                <a:extLst>
                  <a:ext uri="{FF2B5EF4-FFF2-40B4-BE49-F238E27FC236}">
                    <a16:creationId xmlns:a16="http://schemas.microsoft.com/office/drawing/2014/main" id="{0EEF1A3D-CDEA-0190-ABC5-85AA05116C74}"/>
                  </a:ext>
                </a:extLst>
              </p:cNvPr>
              <p:cNvSpPr/>
              <p:nvPr/>
            </p:nvSpPr>
            <p:spPr>
              <a:xfrm>
                <a:off x="3811875" y="6640950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06" name="矩形 705">
                <a:extLst>
                  <a:ext uri="{FF2B5EF4-FFF2-40B4-BE49-F238E27FC236}">
                    <a16:creationId xmlns:a16="http://schemas.microsoft.com/office/drawing/2014/main" id="{104A2DBE-2E3C-1CF9-25A9-FF2BC4D85C17}"/>
                  </a:ext>
                </a:extLst>
              </p:cNvPr>
              <p:cNvSpPr/>
              <p:nvPr/>
            </p:nvSpPr>
            <p:spPr>
              <a:xfrm>
                <a:off x="3967285" y="6640950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07" name="矩形 706">
                <a:extLst>
                  <a:ext uri="{FF2B5EF4-FFF2-40B4-BE49-F238E27FC236}">
                    <a16:creationId xmlns:a16="http://schemas.microsoft.com/office/drawing/2014/main" id="{3B017BC9-0618-A245-A422-D1137A690B20}"/>
                  </a:ext>
                </a:extLst>
              </p:cNvPr>
              <p:cNvSpPr/>
              <p:nvPr/>
            </p:nvSpPr>
            <p:spPr>
              <a:xfrm>
                <a:off x="4122695" y="6640950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08" name="矩形 707">
                <a:extLst>
                  <a:ext uri="{FF2B5EF4-FFF2-40B4-BE49-F238E27FC236}">
                    <a16:creationId xmlns:a16="http://schemas.microsoft.com/office/drawing/2014/main" id="{A5541330-883F-09A0-DDFB-23BDF9D5DD74}"/>
                  </a:ext>
                </a:extLst>
              </p:cNvPr>
              <p:cNvSpPr/>
              <p:nvPr/>
            </p:nvSpPr>
            <p:spPr>
              <a:xfrm>
                <a:off x="3656465" y="6773574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09" name="矩形 708">
                <a:extLst>
                  <a:ext uri="{FF2B5EF4-FFF2-40B4-BE49-F238E27FC236}">
                    <a16:creationId xmlns:a16="http://schemas.microsoft.com/office/drawing/2014/main" id="{B5BF7C6B-8776-B45F-1F8B-2A5C8B074048}"/>
                  </a:ext>
                </a:extLst>
              </p:cNvPr>
              <p:cNvSpPr/>
              <p:nvPr/>
            </p:nvSpPr>
            <p:spPr>
              <a:xfrm>
                <a:off x="3811875" y="6773574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10" name="矩形 709">
                <a:extLst>
                  <a:ext uri="{FF2B5EF4-FFF2-40B4-BE49-F238E27FC236}">
                    <a16:creationId xmlns:a16="http://schemas.microsoft.com/office/drawing/2014/main" id="{91F472D2-F07A-DFF6-BD88-BC8BD19D31A6}"/>
                  </a:ext>
                </a:extLst>
              </p:cNvPr>
              <p:cNvSpPr/>
              <p:nvPr/>
            </p:nvSpPr>
            <p:spPr>
              <a:xfrm>
                <a:off x="3967285" y="6773574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11" name="矩形 710">
                <a:extLst>
                  <a:ext uri="{FF2B5EF4-FFF2-40B4-BE49-F238E27FC236}">
                    <a16:creationId xmlns:a16="http://schemas.microsoft.com/office/drawing/2014/main" id="{18DB2E74-869C-D7F1-C503-33FD2BC50E09}"/>
                  </a:ext>
                </a:extLst>
              </p:cNvPr>
              <p:cNvSpPr/>
              <p:nvPr/>
            </p:nvSpPr>
            <p:spPr>
              <a:xfrm>
                <a:off x="4122695" y="6773574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12" name="矩形 711">
                <a:extLst>
                  <a:ext uri="{FF2B5EF4-FFF2-40B4-BE49-F238E27FC236}">
                    <a16:creationId xmlns:a16="http://schemas.microsoft.com/office/drawing/2014/main" id="{DB019D52-4825-F2EA-5D9D-5CB1E48F65C6}"/>
                  </a:ext>
                </a:extLst>
              </p:cNvPr>
              <p:cNvSpPr/>
              <p:nvPr/>
            </p:nvSpPr>
            <p:spPr>
              <a:xfrm>
                <a:off x="3656357" y="690625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13" name="矩形 712">
                <a:extLst>
                  <a:ext uri="{FF2B5EF4-FFF2-40B4-BE49-F238E27FC236}">
                    <a16:creationId xmlns:a16="http://schemas.microsoft.com/office/drawing/2014/main" id="{119144CC-73AB-F977-F02E-D22AA4B8C52D}"/>
                  </a:ext>
                </a:extLst>
              </p:cNvPr>
              <p:cNvSpPr/>
              <p:nvPr/>
            </p:nvSpPr>
            <p:spPr>
              <a:xfrm>
                <a:off x="3811767" y="690625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14" name="矩形 713">
                <a:extLst>
                  <a:ext uri="{FF2B5EF4-FFF2-40B4-BE49-F238E27FC236}">
                    <a16:creationId xmlns:a16="http://schemas.microsoft.com/office/drawing/2014/main" id="{9749B7A1-E929-BD3D-2844-26AC403D34AC}"/>
                  </a:ext>
                </a:extLst>
              </p:cNvPr>
              <p:cNvSpPr/>
              <p:nvPr/>
            </p:nvSpPr>
            <p:spPr>
              <a:xfrm>
                <a:off x="3967177" y="690625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15" name="矩形 714">
                <a:extLst>
                  <a:ext uri="{FF2B5EF4-FFF2-40B4-BE49-F238E27FC236}">
                    <a16:creationId xmlns:a16="http://schemas.microsoft.com/office/drawing/2014/main" id="{DA321C66-E38B-5A7C-4F9C-A4C390A2A3F3}"/>
                  </a:ext>
                </a:extLst>
              </p:cNvPr>
              <p:cNvSpPr/>
              <p:nvPr/>
            </p:nvSpPr>
            <p:spPr>
              <a:xfrm>
                <a:off x="4122587" y="690625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16" name="矩形 715">
                <a:extLst>
                  <a:ext uri="{FF2B5EF4-FFF2-40B4-BE49-F238E27FC236}">
                    <a16:creationId xmlns:a16="http://schemas.microsoft.com/office/drawing/2014/main" id="{367B639E-DE5A-9194-8BC8-7A4BD3E645C7}"/>
                  </a:ext>
                </a:extLst>
              </p:cNvPr>
              <p:cNvSpPr/>
              <p:nvPr/>
            </p:nvSpPr>
            <p:spPr>
              <a:xfrm>
                <a:off x="3656357" y="7038879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24" name="矩形 723">
                <a:extLst>
                  <a:ext uri="{FF2B5EF4-FFF2-40B4-BE49-F238E27FC236}">
                    <a16:creationId xmlns:a16="http://schemas.microsoft.com/office/drawing/2014/main" id="{F87F7574-D6E1-50F6-BE18-D5B8F1AA20E7}"/>
                  </a:ext>
                </a:extLst>
              </p:cNvPr>
              <p:cNvSpPr/>
              <p:nvPr/>
            </p:nvSpPr>
            <p:spPr>
              <a:xfrm>
                <a:off x="3811767" y="7038879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25" name="矩形 724">
                <a:extLst>
                  <a:ext uri="{FF2B5EF4-FFF2-40B4-BE49-F238E27FC236}">
                    <a16:creationId xmlns:a16="http://schemas.microsoft.com/office/drawing/2014/main" id="{8D8E660A-5468-698F-DB29-E2A5267A1B24}"/>
                  </a:ext>
                </a:extLst>
              </p:cNvPr>
              <p:cNvSpPr/>
              <p:nvPr/>
            </p:nvSpPr>
            <p:spPr>
              <a:xfrm>
                <a:off x="3967177" y="7038879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26" name="矩形 725">
                <a:extLst>
                  <a:ext uri="{FF2B5EF4-FFF2-40B4-BE49-F238E27FC236}">
                    <a16:creationId xmlns:a16="http://schemas.microsoft.com/office/drawing/2014/main" id="{4CEEF568-C707-6FB5-5BCD-D067E1F7E167}"/>
                  </a:ext>
                </a:extLst>
              </p:cNvPr>
              <p:cNvSpPr/>
              <p:nvPr/>
            </p:nvSpPr>
            <p:spPr>
              <a:xfrm>
                <a:off x="4122587" y="7038879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27" name="矩形 726">
                <a:extLst>
                  <a:ext uri="{FF2B5EF4-FFF2-40B4-BE49-F238E27FC236}">
                    <a16:creationId xmlns:a16="http://schemas.microsoft.com/office/drawing/2014/main" id="{3F5E0304-0DAE-4FE6-8BCA-CABACD65FDF0}"/>
                  </a:ext>
                </a:extLst>
              </p:cNvPr>
              <p:cNvSpPr/>
              <p:nvPr/>
            </p:nvSpPr>
            <p:spPr>
              <a:xfrm>
                <a:off x="3656357" y="650768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28" name="矩形 727">
                <a:extLst>
                  <a:ext uri="{FF2B5EF4-FFF2-40B4-BE49-F238E27FC236}">
                    <a16:creationId xmlns:a16="http://schemas.microsoft.com/office/drawing/2014/main" id="{3C379674-0092-40BB-1636-3CC7D8DD7694}"/>
                  </a:ext>
                </a:extLst>
              </p:cNvPr>
              <p:cNvSpPr/>
              <p:nvPr/>
            </p:nvSpPr>
            <p:spPr>
              <a:xfrm>
                <a:off x="3811767" y="650768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29" name="矩形 728">
                <a:extLst>
                  <a:ext uri="{FF2B5EF4-FFF2-40B4-BE49-F238E27FC236}">
                    <a16:creationId xmlns:a16="http://schemas.microsoft.com/office/drawing/2014/main" id="{5C405B80-EC6B-8B7C-EA33-480ECC9F1A16}"/>
                  </a:ext>
                </a:extLst>
              </p:cNvPr>
              <p:cNvSpPr/>
              <p:nvPr/>
            </p:nvSpPr>
            <p:spPr>
              <a:xfrm>
                <a:off x="3967177" y="650768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30" name="矩形 729">
                <a:extLst>
                  <a:ext uri="{FF2B5EF4-FFF2-40B4-BE49-F238E27FC236}">
                    <a16:creationId xmlns:a16="http://schemas.microsoft.com/office/drawing/2014/main" id="{9F63CC71-5E3C-B338-C352-FC38EFAE2557}"/>
                  </a:ext>
                </a:extLst>
              </p:cNvPr>
              <p:cNvSpPr/>
              <p:nvPr/>
            </p:nvSpPr>
            <p:spPr>
              <a:xfrm>
                <a:off x="4122587" y="650768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854" name="流程图: 接点 972">
            <a:extLst>
              <a:ext uri="{FF2B5EF4-FFF2-40B4-BE49-F238E27FC236}">
                <a16:creationId xmlns:a16="http://schemas.microsoft.com/office/drawing/2014/main" id="{CE36241E-95EC-72E6-8822-FFC2837DFF6B}"/>
              </a:ext>
            </a:extLst>
          </p:cNvPr>
          <p:cNvSpPr/>
          <p:nvPr/>
        </p:nvSpPr>
        <p:spPr>
          <a:xfrm>
            <a:off x="10927366" y="868616"/>
            <a:ext cx="324675" cy="322149"/>
          </a:xfrm>
          <a:prstGeom prst="flowChartConnector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endParaRPr lang="zh-CN" altLang="en-US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55" name="流程图: 接点 973">
            <a:extLst>
              <a:ext uri="{FF2B5EF4-FFF2-40B4-BE49-F238E27FC236}">
                <a16:creationId xmlns:a16="http://schemas.microsoft.com/office/drawing/2014/main" id="{4BC95CDA-FAB5-9E99-ABE2-127E26A43872}"/>
              </a:ext>
            </a:extLst>
          </p:cNvPr>
          <p:cNvSpPr/>
          <p:nvPr/>
        </p:nvSpPr>
        <p:spPr>
          <a:xfrm>
            <a:off x="10927366" y="1267384"/>
            <a:ext cx="324675" cy="322149"/>
          </a:xfrm>
          <a:prstGeom prst="flowChartConnector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zh-CN" altLang="en-US" sz="1600" dirty="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56" name="流程图: 接点 975">
            <a:extLst>
              <a:ext uri="{FF2B5EF4-FFF2-40B4-BE49-F238E27FC236}">
                <a16:creationId xmlns:a16="http://schemas.microsoft.com/office/drawing/2014/main" id="{23C7B2B7-B83F-7B04-CF4A-95FC6C35056A}"/>
              </a:ext>
            </a:extLst>
          </p:cNvPr>
          <p:cNvSpPr/>
          <p:nvPr/>
        </p:nvSpPr>
        <p:spPr>
          <a:xfrm>
            <a:off x="10939655" y="4448533"/>
            <a:ext cx="324675" cy="322149"/>
          </a:xfrm>
          <a:prstGeom prst="flowChartConnector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lang="zh-CN" altLang="en-US" sz="1600" dirty="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57" name="流程图: 接点 976">
            <a:extLst>
              <a:ext uri="{FF2B5EF4-FFF2-40B4-BE49-F238E27FC236}">
                <a16:creationId xmlns:a16="http://schemas.microsoft.com/office/drawing/2014/main" id="{59B57C1B-A36A-4EBE-A078-D8CE84B195A2}"/>
              </a:ext>
            </a:extLst>
          </p:cNvPr>
          <p:cNvSpPr/>
          <p:nvPr/>
        </p:nvSpPr>
        <p:spPr>
          <a:xfrm>
            <a:off x="10939655" y="4049761"/>
            <a:ext cx="324675" cy="322149"/>
          </a:xfrm>
          <a:prstGeom prst="flowChartConnector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zh-CN" altLang="en-US" sz="1600" dirty="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58" name="流程图: 接点 990">
            <a:extLst>
              <a:ext uri="{FF2B5EF4-FFF2-40B4-BE49-F238E27FC236}">
                <a16:creationId xmlns:a16="http://schemas.microsoft.com/office/drawing/2014/main" id="{1BCB477A-1125-76D7-2EAE-05D250C88760}"/>
              </a:ext>
            </a:extLst>
          </p:cNvPr>
          <p:cNvSpPr/>
          <p:nvPr/>
        </p:nvSpPr>
        <p:spPr>
          <a:xfrm>
            <a:off x="10061866" y="1267384"/>
            <a:ext cx="324675" cy="322149"/>
          </a:xfrm>
          <a:prstGeom prst="flowChartConnector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zh-CN" altLang="en-US" sz="1600" dirty="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59" name="流程图: 接点 991">
            <a:extLst>
              <a:ext uri="{FF2B5EF4-FFF2-40B4-BE49-F238E27FC236}">
                <a16:creationId xmlns:a16="http://schemas.microsoft.com/office/drawing/2014/main" id="{4DA2F0EA-28F2-2A76-8967-B7C1A3B06836}"/>
              </a:ext>
            </a:extLst>
          </p:cNvPr>
          <p:cNvSpPr/>
          <p:nvPr/>
        </p:nvSpPr>
        <p:spPr>
          <a:xfrm>
            <a:off x="10061866" y="1654506"/>
            <a:ext cx="324675" cy="322149"/>
          </a:xfrm>
          <a:prstGeom prst="flowChartConnector">
            <a:avLst/>
          </a:prstGeom>
          <a:noFill/>
          <a:ln w="28575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zh-CN" altLang="en-US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60" name="流程图: 接点 992">
            <a:extLst>
              <a:ext uri="{FF2B5EF4-FFF2-40B4-BE49-F238E27FC236}">
                <a16:creationId xmlns:a16="http://schemas.microsoft.com/office/drawing/2014/main" id="{6E8CCA0F-21C4-46C8-D01F-BDCE245587D0}"/>
              </a:ext>
            </a:extLst>
          </p:cNvPr>
          <p:cNvSpPr/>
          <p:nvPr/>
        </p:nvSpPr>
        <p:spPr>
          <a:xfrm>
            <a:off x="10074156" y="4436887"/>
            <a:ext cx="324675" cy="322149"/>
          </a:xfrm>
          <a:prstGeom prst="flowChartConnector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lang="zh-CN" altLang="en-US" sz="1600" dirty="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61" name="流程图: 接点 993">
            <a:extLst>
              <a:ext uri="{FF2B5EF4-FFF2-40B4-BE49-F238E27FC236}">
                <a16:creationId xmlns:a16="http://schemas.microsoft.com/office/drawing/2014/main" id="{A570CBB1-AA96-330B-18CA-687D29E01408}"/>
              </a:ext>
            </a:extLst>
          </p:cNvPr>
          <p:cNvSpPr/>
          <p:nvPr/>
        </p:nvSpPr>
        <p:spPr>
          <a:xfrm>
            <a:off x="10074156" y="4038115"/>
            <a:ext cx="324675" cy="322149"/>
          </a:xfrm>
          <a:prstGeom prst="flowChartConnector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zh-CN" altLang="en-US" sz="1600" dirty="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62" name="流程图: 接点 994">
            <a:extLst>
              <a:ext uri="{FF2B5EF4-FFF2-40B4-BE49-F238E27FC236}">
                <a16:creationId xmlns:a16="http://schemas.microsoft.com/office/drawing/2014/main" id="{239BE533-9BBF-6DCA-C23E-6CDD58D93E2F}"/>
              </a:ext>
            </a:extLst>
          </p:cNvPr>
          <p:cNvSpPr/>
          <p:nvPr/>
        </p:nvSpPr>
        <p:spPr>
          <a:xfrm>
            <a:off x="10074156" y="3639346"/>
            <a:ext cx="324675" cy="322149"/>
          </a:xfrm>
          <a:prstGeom prst="flowChartConnector">
            <a:avLst/>
          </a:prstGeom>
          <a:noFill/>
          <a:ln w="28575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zh-CN" altLang="en-US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863" name="直接连接符 995">
            <a:extLst>
              <a:ext uri="{FF2B5EF4-FFF2-40B4-BE49-F238E27FC236}">
                <a16:creationId xmlns:a16="http://schemas.microsoft.com/office/drawing/2014/main" id="{D57D630C-FE82-17FF-6189-49629E988CE0}"/>
              </a:ext>
            </a:extLst>
          </p:cNvPr>
          <p:cNvCxnSpPr>
            <a:cxnSpLocks/>
            <a:stCxn id="854" idx="2"/>
          </p:cNvCxnSpPr>
          <p:nvPr/>
        </p:nvCxnSpPr>
        <p:spPr>
          <a:xfrm flipH="1">
            <a:off x="10386547" y="1029686"/>
            <a:ext cx="540824" cy="0"/>
          </a:xfrm>
          <a:prstGeom prst="line">
            <a:avLst/>
          </a:prstGeom>
          <a:ln w="28575">
            <a:solidFill>
              <a:schemeClr val="tx1"/>
            </a:solidFill>
            <a:headEnd type="triangl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64" name="直接连接符 996">
            <a:extLst>
              <a:ext uri="{FF2B5EF4-FFF2-40B4-BE49-F238E27FC236}">
                <a16:creationId xmlns:a16="http://schemas.microsoft.com/office/drawing/2014/main" id="{C5DC29FD-830C-06FC-1670-ACC7A3B292AF}"/>
              </a:ext>
            </a:extLst>
          </p:cNvPr>
          <p:cNvCxnSpPr>
            <a:cxnSpLocks/>
            <a:stCxn id="855" idx="2"/>
            <a:endCxn id="858" idx="6"/>
          </p:cNvCxnSpPr>
          <p:nvPr/>
        </p:nvCxnSpPr>
        <p:spPr>
          <a:xfrm flipH="1">
            <a:off x="10386547" y="1428454"/>
            <a:ext cx="540824" cy="0"/>
          </a:xfrm>
          <a:prstGeom prst="line">
            <a:avLst/>
          </a:prstGeom>
          <a:ln w="28575">
            <a:solidFill>
              <a:schemeClr val="tx1"/>
            </a:solidFill>
            <a:headEnd type="triangl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65" name="直接连接符 999">
            <a:extLst>
              <a:ext uri="{FF2B5EF4-FFF2-40B4-BE49-F238E27FC236}">
                <a16:creationId xmlns:a16="http://schemas.microsoft.com/office/drawing/2014/main" id="{F380C7FA-1AAA-065F-4CE7-2698406FD293}"/>
              </a:ext>
            </a:extLst>
          </p:cNvPr>
          <p:cNvCxnSpPr>
            <a:cxnSpLocks/>
            <a:stCxn id="857" idx="2"/>
            <a:endCxn id="861" idx="6"/>
          </p:cNvCxnSpPr>
          <p:nvPr/>
        </p:nvCxnSpPr>
        <p:spPr>
          <a:xfrm flipH="1" flipV="1">
            <a:off x="10398831" y="4199190"/>
            <a:ext cx="540824" cy="11646"/>
          </a:xfrm>
          <a:prstGeom prst="line">
            <a:avLst/>
          </a:prstGeom>
          <a:ln w="28575">
            <a:solidFill>
              <a:schemeClr val="tx1"/>
            </a:solidFill>
            <a:headEnd type="triangl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66" name="直接连接符 1000">
            <a:extLst>
              <a:ext uri="{FF2B5EF4-FFF2-40B4-BE49-F238E27FC236}">
                <a16:creationId xmlns:a16="http://schemas.microsoft.com/office/drawing/2014/main" id="{5EBE8F35-9003-2449-3B19-3625CF90E797}"/>
              </a:ext>
            </a:extLst>
          </p:cNvPr>
          <p:cNvCxnSpPr>
            <a:cxnSpLocks/>
            <a:stCxn id="856" idx="2"/>
            <a:endCxn id="860" idx="6"/>
          </p:cNvCxnSpPr>
          <p:nvPr/>
        </p:nvCxnSpPr>
        <p:spPr>
          <a:xfrm flipH="1" flipV="1">
            <a:off x="10398831" y="4597962"/>
            <a:ext cx="540824" cy="11646"/>
          </a:xfrm>
          <a:prstGeom prst="line">
            <a:avLst/>
          </a:prstGeom>
          <a:ln w="28575">
            <a:solidFill>
              <a:schemeClr val="tx1"/>
            </a:solidFill>
            <a:headEnd type="triangl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67" name="直接连接符 1037">
            <a:extLst>
              <a:ext uri="{FF2B5EF4-FFF2-40B4-BE49-F238E27FC236}">
                <a16:creationId xmlns:a16="http://schemas.microsoft.com/office/drawing/2014/main" id="{0DB4FEF8-2141-A0FF-57FC-293F1F2CCE76}"/>
              </a:ext>
            </a:extLst>
          </p:cNvPr>
          <p:cNvCxnSpPr>
            <a:cxnSpLocks/>
            <a:stCxn id="854" idx="2"/>
            <a:endCxn id="858" idx="6"/>
          </p:cNvCxnSpPr>
          <p:nvPr/>
        </p:nvCxnSpPr>
        <p:spPr>
          <a:xfrm flipH="1">
            <a:off x="10386547" y="1029686"/>
            <a:ext cx="540824" cy="398768"/>
          </a:xfrm>
          <a:prstGeom prst="line">
            <a:avLst/>
          </a:prstGeom>
          <a:ln w="28575">
            <a:solidFill>
              <a:schemeClr val="tx1"/>
            </a:solidFill>
            <a:headEnd type="triangl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68" name="直接连接符 1038">
            <a:extLst>
              <a:ext uri="{FF2B5EF4-FFF2-40B4-BE49-F238E27FC236}">
                <a16:creationId xmlns:a16="http://schemas.microsoft.com/office/drawing/2014/main" id="{00A05AD7-3D12-D51E-4198-3C9FCD511F92}"/>
              </a:ext>
            </a:extLst>
          </p:cNvPr>
          <p:cNvCxnSpPr>
            <a:cxnSpLocks/>
            <a:stCxn id="854" idx="2"/>
            <a:endCxn id="859" idx="6"/>
          </p:cNvCxnSpPr>
          <p:nvPr/>
        </p:nvCxnSpPr>
        <p:spPr>
          <a:xfrm flipH="1">
            <a:off x="10386541" y="1029691"/>
            <a:ext cx="540824" cy="785890"/>
          </a:xfrm>
          <a:prstGeom prst="line">
            <a:avLst/>
          </a:prstGeom>
          <a:ln w="28575">
            <a:solidFill>
              <a:schemeClr val="tx1"/>
            </a:solidFill>
            <a:prstDash val="sysDot"/>
            <a:headEnd type="triangl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69" name="直接连接符 1039">
            <a:extLst>
              <a:ext uri="{FF2B5EF4-FFF2-40B4-BE49-F238E27FC236}">
                <a16:creationId xmlns:a16="http://schemas.microsoft.com/office/drawing/2014/main" id="{1AD9F723-D11A-2249-F5D0-1887028033BC}"/>
              </a:ext>
            </a:extLst>
          </p:cNvPr>
          <p:cNvCxnSpPr>
            <a:cxnSpLocks/>
            <a:stCxn id="855" idx="2"/>
          </p:cNvCxnSpPr>
          <p:nvPr/>
        </p:nvCxnSpPr>
        <p:spPr>
          <a:xfrm flipH="1" flipV="1">
            <a:off x="10386547" y="1029686"/>
            <a:ext cx="540824" cy="398768"/>
          </a:xfrm>
          <a:prstGeom prst="line">
            <a:avLst/>
          </a:prstGeom>
          <a:ln w="28575">
            <a:solidFill>
              <a:schemeClr val="tx1"/>
            </a:solidFill>
            <a:headEnd type="triangl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70" name="直接连接符 1042">
            <a:extLst>
              <a:ext uri="{FF2B5EF4-FFF2-40B4-BE49-F238E27FC236}">
                <a16:creationId xmlns:a16="http://schemas.microsoft.com/office/drawing/2014/main" id="{BC9BD5CC-EBF6-E083-22F8-A0FDC2DDF35E}"/>
              </a:ext>
            </a:extLst>
          </p:cNvPr>
          <p:cNvCxnSpPr>
            <a:cxnSpLocks/>
            <a:stCxn id="857" idx="2"/>
            <a:endCxn id="875" idx="6"/>
          </p:cNvCxnSpPr>
          <p:nvPr/>
        </p:nvCxnSpPr>
        <p:spPr>
          <a:xfrm flipH="1" flipV="1">
            <a:off x="10397715" y="3363589"/>
            <a:ext cx="541940" cy="847247"/>
          </a:xfrm>
          <a:prstGeom prst="line">
            <a:avLst/>
          </a:prstGeom>
          <a:ln w="28575">
            <a:solidFill>
              <a:schemeClr val="tx1"/>
            </a:solidFill>
            <a:prstDash val="sysDot"/>
            <a:headEnd type="triangl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71" name="直接连接符 1043">
            <a:extLst>
              <a:ext uri="{FF2B5EF4-FFF2-40B4-BE49-F238E27FC236}">
                <a16:creationId xmlns:a16="http://schemas.microsoft.com/office/drawing/2014/main" id="{2D3B8D00-3A38-03CE-D925-5503DB4AD0BE}"/>
              </a:ext>
            </a:extLst>
          </p:cNvPr>
          <p:cNvCxnSpPr>
            <a:cxnSpLocks/>
            <a:stCxn id="857" idx="2"/>
            <a:endCxn id="860" idx="6"/>
          </p:cNvCxnSpPr>
          <p:nvPr/>
        </p:nvCxnSpPr>
        <p:spPr>
          <a:xfrm flipH="1">
            <a:off x="10398831" y="4210836"/>
            <a:ext cx="540824" cy="387126"/>
          </a:xfrm>
          <a:prstGeom prst="line">
            <a:avLst/>
          </a:prstGeom>
          <a:ln w="28575">
            <a:solidFill>
              <a:schemeClr val="tx1"/>
            </a:solidFill>
            <a:headEnd type="triangl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72" name="直接连接符 1044">
            <a:extLst>
              <a:ext uri="{FF2B5EF4-FFF2-40B4-BE49-F238E27FC236}">
                <a16:creationId xmlns:a16="http://schemas.microsoft.com/office/drawing/2014/main" id="{C483648A-18DA-FB19-C58D-1BFF1E5B7F99}"/>
              </a:ext>
            </a:extLst>
          </p:cNvPr>
          <p:cNvCxnSpPr>
            <a:cxnSpLocks/>
            <a:stCxn id="856" idx="2"/>
            <a:endCxn id="861" idx="6"/>
          </p:cNvCxnSpPr>
          <p:nvPr/>
        </p:nvCxnSpPr>
        <p:spPr>
          <a:xfrm flipH="1" flipV="1">
            <a:off x="10398831" y="4199190"/>
            <a:ext cx="540824" cy="410418"/>
          </a:xfrm>
          <a:prstGeom prst="line">
            <a:avLst/>
          </a:prstGeom>
          <a:ln w="28575">
            <a:solidFill>
              <a:schemeClr val="tx1"/>
            </a:solidFill>
            <a:headEnd type="triangl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73" name="流程图: 接点 701">
            <a:extLst>
              <a:ext uri="{FF2B5EF4-FFF2-40B4-BE49-F238E27FC236}">
                <a16:creationId xmlns:a16="http://schemas.microsoft.com/office/drawing/2014/main" id="{27F62334-82E0-4BC6-EDAA-56BC9BD9FE8D}"/>
              </a:ext>
            </a:extLst>
          </p:cNvPr>
          <p:cNvSpPr/>
          <p:nvPr/>
        </p:nvSpPr>
        <p:spPr>
          <a:xfrm>
            <a:off x="10060319" y="875185"/>
            <a:ext cx="324675" cy="322149"/>
          </a:xfrm>
          <a:prstGeom prst="flowChartConnector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endParaRPr lang="zh-CN" altLang="en-US" sz="1600" dirty="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74" name="流程图: 接点 1118">
            <a:extLst>
              <a:ext uri="{FF2B5EF4-FFF2-40B4-BE49-F238E27FC236}">
                <a16:creationId xmlns:a16="http://schemas.microsoft.com/office/drawing/2014/main" id="{F52FB818-053A-AFAA-D2CD-0EDEDD2FAEA8}"/>
              </a:ext>
            </a:extLst>
          </p:cNvPr>
          <p:cNvSpPr/>
          <p:nvPr/>
        </p:nvSpPr>
        <p:spPr>
          <a:xfrm>
            <a:off x="10060319" y="2059406"/>
            <a:ext cx="324675" cy="322149"/>
          </a:xfrm>
          <a:prstGeom prst="flowChartConnector">
            <a:avLst/>
          </a:prstGeom>
          <a:noFill/>
          <a:ln w="28575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lang="zh-CN" altLang="en-US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75" name="流程图: 接点 1120">
            <a:extLst>
              <a:ext uri="{FF2B5EF4-FFF2-40B4-BE49-F238E27FC236}">
                <a16:creationId xmlns:a16="http://schemas.microsoft.com/office/drawing/2014/main" id="{F88FFA09-FF2C-981C-475C-398211A0E238}"/>
              </a:ext>
            </a:extLst>
          </p:cNvPr>
          <p:cNvSpPr/>
          <p:nvPr/>
        </p:nvSpPr>
        <p:spPr>
          <a:xfrm>
            <a:off x="10073040" y="3202514"/>
            <a:ext cx="324675" cy="322149"/>
          </a:xfrm>
          <a:prstGeom prst="flowChartConnector">
            <a:avLst/>
          </a:prstGeom>
          <a:noFill/>
          <a:ln w="28575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endParaRPr lang="zh-CN" altLang="en-US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876" name="直接连接符 526">
            <a:extLst>
              <a:ext uri="{FF2B5EF4-FFF2-40B4-BE49-F238E27FC236}">
                <a16:creationId xmlns:a16="http://schemas.microsoft.com/office/drawing/2014/main" id="{345962A6-6265-D5CF-CDAE-77F2D1E8870C}"/>
              </a:ext>
            </a:extLst>
          </p:cNvPr>
          <p:cNvCxnSpPr>
            <a:cxnSpLocks/>
            <a:stCxn id="854" idx="2"/>
            <a:endCxn id="874" idx="6"/>
          </p:cNvCxnSpPr>
          <p:nvPr/>
        </p:nvCxnSpPr>
        <p:spPr>
          <a:xfrm flipH="1">
            <a:off x="10384994" y="1029691"/>
            <a:ext cx="542371" cy="1190790"/>
          </a:xfrm>
          <a:prstGeom prst="line">
            <a:avLst/>
          </a:prstGeom>
          <a:ln w="28575">
            <a:solidFill>
              <a:schemeClr val="tx1"/>
            </a:solidFill>
            <a:prstDash val="sysDot"/>
            <a:headEnd type="triangl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77" name="直接连接符 528">
            <a:extLst>
              <a:ext uri="{FF2B5EF4-FFF2-40B4-BE49-F238E27FC236}">
                <a16:creationId xmlns:a16="http://schemas.microsoft.com/office/drawing/2014/main" id="{FE6959A0-B589-9B7B-2CD4-3E96DCE3ECBD}"/>
              </a:ext>
            </a:extLst>
          </p:cNvPr>
          <p:cNvCxnSpPr>
            <a:cxnSpLocks/>
            <a:stCxn id="855" idx="2"/>
            <a:endCxn id="874" idx="6"/>
          </p:cNvCxnSpPr>
          <p:nvPr/>
        </p:nvCxnSpPr>
        <p:spPr>
          <a:xfrm flipH="1">
            <a:off x="10384994" y="1428459"/>
            <a:ext cx="542371" cy="792022"/>
          </a:xfrm>
          <a:prstGeom prst="line">
            <a:avLst/>
          </a:prstGeom>
          <a:ln w="28575">
            <a:solidFill>
              <a:schemeClr val="tx1"/>
            </a:solidFill>
            <a:prstDash val="sysDot"/>
            <a:headEnd type="triangl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78" name="直接连接符 529">
            <a:extLst>
              <a:ext uri="{FF2B5EF4-FFF2-40B4-BE49-F238E27FC236}">
                <a16:creationId xmlns:a16="http://schemas.microsoft.com/office/drawing/2014/main" id="{CC4AD442-9254-E76A-23EA-03F813B63F1F}"/>
              </a:ext>
            </a:extLst>
          </p:cNvPr>
          <p:cNvCxnSpPr>
            <a:cxnSpLocks/>
            <a:stCxn id="856" idx="2"/>
            <a:endCxn id="875" idx="6"/>
          </p:cNvCxnSpPr>
          <p:nvPr/>
        </p:nvCxnSpPr>
        <p:spPr>
          <a:xfrm flipH="1" flipV="1">
            <a:off x="10397715" y="3363589"/>
            <a:ext cx="541940" cy="1246019"/>
          </a:xfrm>
          <a:prstGeom prst="line">
            <a:avLst/>
          </a:prstGeom>
          <a:ln w="28575">
            <a:solidFill>
              <a:schemeClr val="tx1"/>
            </a:solidFill>
            <a:prstDash val="sysDot"/>
            <a:headEnd type="triangl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79" name="直接连接符 530">
            <a:extLst>
              <a:ext uri="{FF2B5EF4-FFF2-40B4-BE49-F238E27FC236}">
                <a16:creationId xmlns:a16="http://schemas.microsoft.com/office/drawing/2014/main" id="{9C20E43C-20CF-DB2B-2945-13C9208D2A25}"/>
              </a:ext>
            </a:extLst>
          </p:cNvPr>
          <p:cNvCxnSpPr>
            <a:cxnSpLocks/>
            <a:stCxn id="856" idx="2"/>
            <a:endCxn id="862" idx="6"/>
          </p:cNvCxnSpPr>
          <p:nvPr/>
        </p:nvCxnSpPr>
        <p:spPr>
          <a:xfrm flipH="1" flipV="1">
            <a:off x="10398831" y="3800421"/>
            <a:ext cx="540824" cy="809187"/>
          </a:xfrm>
          <a:prstGeom prst="line">
            <a:avLst/>
          </a:prstGeom>
          <a:ln w="28575">
            <a:solidFill>
              <a:schemeClr val="tx1"/>
            </a:solidFill>
            <a:prstDash val="sysDot"/>
            <a:headEnd type="triangl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880" name="组合 879">
            <a:extLst>
              <a:ext uri="{FF2B5EF4-FFF2-40B4-BE49-F238E27FC236}">
                <a16:creationId xmlns:a16="http://schemas.microsoft.com/office/drawing/2014/main" id="{9E9F67DE-4A7B-8539-C609-684D9BEF55A0}"/>
              </a:ext>
            </a:extLst>
          </p:cNvPr>
          <p:cNvGrpSpPr/>
          <p:nvPr/>
        </p:nvGrpSpPr>
        <p:grpSpPr>
          <a:xfrm>
            <a:off x="9529449" y="936344"/>
            <a:ext cx="403556" cy="176292"/>
            <a:chOff x="6766867" y="9932442"/>
            <a:chExt cx="304958" cy="133117"/>
          </a:xfrm>
        </p:grpSpPr>
        <p:sp>
          <p:nvSpPr>
            <p:cNvPr id="881" name="矩形 880">
              <a:extLst>
                <a:ext uri="{FF2B5EF4-FFF2-40B4-BE49-F238E27FC236}">
                  <a16:creationId xmlns:a16="http://schemas.microsoft.com/office/drawing/2014/main" id="{C77C9D53-8691-ECB2-458D-84DB6D8F4758}"/>
                </a:ext>
              </a:extLst>
            </p:cNvPr>
            <p:cNvSpPr/>
            <p:nvPr/>
          </p:nvSpPr>
          <p:spPr>
            <a:xfrm>
              <a:off x="6766867" y="9932442"/>
              <a:ext cx="151932" cy="133117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82" name="矩形 881">
              <a:extLst>
                <a:ext uri="{FF2B5EF4-FFF2-40B4-BE49-F238E27FC236}">
                  <a16:creationId xmlns:a16="http://schemas.microsoft.com/office/drawing/2014/main" id="{E69985FA-DAB9-DB6B-1CFE-8C3AD3BAC728}"/>
                </a:ext>
              </a:extLst>
            </p:cNvPr>
            <p:cNvSpPr/>
            <p:nvPr/>
          </p:nvSpPr>
          <p:spPr>
            <a:xfrm>
              <a:off x="6919893" y="9932442"/>
              <a:ext cx="151932" cy="133117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883" name="组合 882">
            <a:extLst>
              <a:ext uri="{FF2B5EF4-FFF2-40B4-BE49-F238E27FC236}">
                <a16:creationId xmlns:a16="http://schemas.microsoft.com/office/drawing/2014/main" id="{F29AB2CE-2B21-0622-3F70-908807D06B71}"/>
              </a:ext>
            </a:extLst>
          </p:cNvPr>
          <p:cNvGrpSpPr/>
          <p:nvPr/>
        </p:nvGrpSpPr>
        <p:grpSpPr>
          <a:xfrm>
            <a:off x="9530145" y="1326425"/>
            <a:ext cx="403556" cy="176292"/>
            <a:chOff x="6766867" y="9932442"/>
            <a:chExt cx="304958" cy="133117"/>
          </a:xfrm>
        </p:grpSpPr>
        <p:sp>
          <p:nvSpPr>
            <p:cNvPr id="884" name="矩形 883">
              <a:extLst>
                <a:ext uri="{FF2B5EF4-FFF2-40B4-BE49-F238E27FC236}">
                  <a16:creationId xmlns:a16="http://schemas.microsoft.com/office/drawing/2014/main" id="{721003BD-53C1-1878-5F72-5F97F82E3885}"/>
                </a:ext>
              </a:extLst>
            </p:cNvPr>
            <p:cNvSpPr/>
            <p:nvPr/>
          </p:nvSpPr>
          <p:spPr>
            <a:xfrm>
              <a:off x="6766867" y="9932442"/>
              <a:ext cx="151932" cy="133117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85" name="矩形 884">
              <a:extLst>
                <a:ext uri="{FF2B5EF4-FFF2-40B4-BE49-F238E27FC236}">
                  <a16:creationId xmlns:a16="http://schemas.microsoft.com/office/drawing/2014/main" id="{9B2678C4-0A6A-AC20-8005-2BB341DACCB2}"/>
                </a:ext>
              </a:extLst>
            </p:cNvPr>
            <p:cNvSpPr/>
            <p:nvPr/>
          </p:nvSpPr>
          <p:spPr>
            <a:xfrm>
              <a:off x="6919893" y="9932442"/>
              <a:ext cx="151932" cy="133117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886" name="组合 885">
            <a:extLst>
              <a:ext uri="{FF2B5EF4-FFF2-40B4-BE49-F238E27FC236}">
                <a16:creationId xmlns:a16="http://schemas.microsoft.com/office/drawing/2014/main" id="{B5914431-6726-7BE4-DB4B-0981A9071FC2}"/>
              </a:ext>
            </a:extLst>
          </p:cNvPr>
          <p:cNvGrpSpPr/>
          <p:nvPr/>
        </p:nvGrpSpPr>
        <p:grpSpPr>
          <a:xfrm>
            <a:off x="9530953" y="1739943"/>
            <a:ext cx="403556" cy="176292"/>
            <a:chOff x="6766867" y="9932442"/>
            <a:chExt cx="304958" cy="133117"/>
          </a:xfrm>
        </p:grpSpPr>
        <p:sp>
          <p:nvSpPr>
            <p:cNvPr id="887" name="矩形 886">
              <a:extLst>
                <a:ext uri="{FF2B5EF4-FFF2-40B4-BE49-F238E27FC236}">
                  <a16:creationId xmlns:a16="http://schemas.microsoft.com/office/drawing/2014/main" id="{9AFA33BB-5526-8278-25E0-48A043894F16}"/>
                </a:ext>
              </a:extLst>
            </p:cNvPr>
            <p:cNvSpPr/>
            <p:nvPr/>
          </p:nvSpPr>
          <p:spPr>
            <a:xfrm>
              <a:off x="6766867" y="9932442"/>
              <a:ext cx="151932" cy="133117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88" name="矩形 887">
              <a:extLst>
                <a:ext uri="{FF2B5EF4-FFF2-40B4-BE49-F238E27FC236}">
                  <a16:creationId xmlns:a16="http://schemas.microsoft.com/office/drawing/2014/main" id="{73CFC704-6265-4EA7-19E2-7F90BA7E543E}"/>
                </a:ext>
              </a:extLst>
            </p:cNvPr>
            <p:cNvSpPr/>
            <p:nvPr/>
          </p:nvSpPr>
          <p:spPr>
            <a:xfrm>
              <a:off x="6919893" y="9932442"/>
              <a:ext cx="151932" cy="133117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889" name="组合 888">
            <a:extLst>
              <a:ext uri="{FF2B5EF4-FFF2-40B4-BE49-F238E27FC236}">
                <a16:creationId xmlns:a16="http://schemas.microsoft.com/office/drawing/2014/main" id="{F38CD773-BC3A-EB28-4FCE-C2046735C0B6}"/>
              </a:ext>
            </a:extLst>
          </p:cNvPr>
          <p:cNvGrpSpPr/>
          <p:nvPr/>
        </p:nvGrpSpPr>
        <p:grpSpPr>
          <a:xfrm>
            <a:off x="9529449" y="2153462"/>
            <a:ext cx="403556" cy="176292"/>
            <a:chOff x="6766867" y="9932442"/>
            <a:chExt cx="304958" cy="133117"/>
          </a:xfrm>
        </p:grpSpPr>
        <p:sp>
          <p:nvSpPr>
            <p:cNvPr id="890" name="矩形 889">
              <a:extLst>
                <a:ext uri="{FF2B5EF4-FFF2-40B4-BE49-F238E27FC236}">
                  <a16:creationId xmlns:a16="http://schemas.microsoft.com/office/drawing/2014/main" id="{D50C7F52-8AE2-6462-B810-D44895EC7C9F}"/>
                </a:ext>
              </a:extLst>
            </p:cNvPr>
            <p:cNvSpPr/>
            <p:nvPr/>
          </p:nvSpPr>
          <p:spPr>
            <a:xfrm>
              <a:off x="6766867" y="9932442"/>
              <a:ext cx="151932" cy="133117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91" name="矩形 890">
              <a:extLst>
                <a:ext uri="{FF2B5EF4-FFF2-40B4-BE49-F238E27FC236}">
                  <a16:creationId xmlns:a16="http://schemas.microsoft.com/office/drawing/2014/main" id="{CF5EFE1D-0211-AFA0-BD69-E07B30E38025}"/>
                </a:ext>
              </a:extLst>
            </p:cNvPr>
            <p:cNvSpPr/>
            <p:nvPr/>
          </p:nvSpPr>
          <p:spPr>
            <a:xfrm>
              <a:off x="6919893" y="9932442"/>
              <a:ext cx="151932" cy="133117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892" name="组合 891">
            <a:extLst>
              <a:ext uri="{FF2B5EF4-FFF2-40B4-BE49-F238E27FC236}">
                <a16:creationId xmlns:a16="http://schemas.microsoft.com/office/drawing/2014/main" id="{0A4E9DD0-5ACC-DC87-0922-A13F9F927813}"/>
              </a:ext>
            </a:extLst>
          </p:cNvPr>
          <p:cNvGrpSpPr/>
          <p:nvPr/>
        </p:nvGrpSpPr>
        <p:grpSpPr>
          <a:xfrm>
            <a:off x="9522780" y="4146243"/>
            <a:ext cx="403556" cy="176292"/>
            <a:chOff x="6766867" y="9932442"/>
            <a:chExt cx="304958" cy="133117"/>
          </a:xfrm>
        </p:grpSpPr>
        <p:sp>
          <p:nvSpPr>
            <p:cNvPr id="893" name="矩形 892">
              <a:extLst>
                <a:ext uri="{FF2B5EF4-FFF2-40B4-BE49-F238E27FC236}">
                  <a16:creationId xmlns:a16="http://schemas.microsoft.com/office/drawing/2014/main" id="{B0F18485-FDFC-87A8-A32D-EAD5DBAAE9CE}"/>
                </a:ext>
              </a:extLst>
            </p:cNvPr>
            <p:cNvSpPr/>
            <p:nvPr/>
          </p:nvSpPr>
          <p:spPr>
            <a:xfrm>
              <a:off x="6766867" y="9932442"/>
              <a:ext cx="151932" cy="133117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94" name="矩形 893">
              <a:extLst>
                <a:ext uri="{FF2B5EF4-FFF2-40B4-BE49-F238E27FC236}">
                  <a16:creationId xmlns:a16="http://schemas.microsoft.com/office/drawing/2014/main" id="{96AF99CE-7E81-948A-91EC-E85937FC024B}"/>
                </a:ext>
              </a:extLst>
            </p:cNvPr>
            <p:cNvSpPr/>
            <p:nvPr/>
          </p:nvSpPr>
          <p:spPr>
            <a:xfrm>
              <a:off x="6919893" y="9932442"/>
              <a:ext cx="151932" cy="133117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895" name="组合 894">
            <a:extLst>
              <a:ext uri="{FF2B5EF4-FFF2-40B4-BE49-F238E27FC236}">
                <a16:creationId xmlns:a16="http://schemas.microsoft.com/office/drawing/2014/main" id="{B363DA26-5525-AB9D-C93C-4DCBD1D4604C}"/>
              </a:ext>
            </a:extLst>
          </p:cNvPr>
          <p:cNvGrpSpPr/>
          <p:nvPr/>
        </p:nvGrpSpPr>
        <p:grpSpPr>
          <a:xfrm>
            <a:off x="9523476" y="4536323"/>
            <a:ext cx="403556" cy="176292"/>
            <a:chOff x="6766867" y="9932442"/>
            <a:chExt cx="304958" cy="133117"/>
          </a:xfrm>
        </p:grpSpPr>
        <p:sp>
          <p:nvSpPr>
            <p:cNvPr id="896" name="矩形 895">
              <a:extLst>
                <a:ext uri="{FF2B5EF4-FFF2-40B4-BE49-F238E27FC236}">
                  <a16:creationId xmlns:a16="http://schemas.microsoft.com/office/drawing/2014/main" id="{647344AA-76A8-F3D7-EAF2-164007A68185}"/>
                </a:ext>
              </a:extLst>
            </p:cNvPr>
            <p:cNvSpPr/>
            <p:nvPr/>
          </p:nvSpPr>
          <p:spPr>
            <a:xfrm>
              <a:off x="6766867" y="9932442"/>
              <a:ext cx="151932" cy="133117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97" name="矩形 896">
              <a:extLst>
                <a:ext uri="{FF2B5EF4-FFF2-40B4-BE49-F238E27FC236}">
                  <a16:creationId xmlns:a16="http://schemas.microsoft.com/office/drawing/2014/main" id="{41E8B63E-91EE-524F-BECE-EDFEFC8BB57A}"/>
                </a:ext>
              </a:extLst>
            </p:cNvPr>
            <p:cNvSpPr/>
            <p:nvPr/>
          </p:nvSpPr>
          <p:spPr>
            <a:xfrm>
              <a:off x="6919893" y="9932442"/>
              <a:ext cx="151932" cy="133117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898" name="组合 897">
            <a:extLst>
              <a:ext uri="{FF2B5EF4-FFF2-40B4-BE49-F238E27FC236}">
                <a16:creationId xmlns:a16="http://schemas.microsoft.com/office/drawing/2014/main" id="{BBBC036A-1050-8751-1436-821D53B832C6}"/>
              </a:ext>
            </a:extLst>
          </p:cNvPr>
          <p:cNvGrpSpPr/>
          <p:nvPr/>
        </p:nvGrpSpPr>
        <p:grpSpPr>
          <a:xfrm>
            <a:off x="9522780" y="3303044"/>
            <a:ext cx="403556" cy="176292"/>
            <a:chOff x="6766867" y="9932442"/>
            <a:chExt cx="304958" cy="133117"/>
          </a:xfrm>
        </p:grpSpPr>
        <p:sp>
          <p:nvSpPr>
            <p:cNvPr id="899" name="矩形 898">
              <a:extLst>
                <a:ext uri="{FF2B5EF4-FFF2-40B4-BE49-F238E27FC236}">
                  <a16:creationId xmlns:a16="http://schemas.microsoft.com/office/drawing/2014/main" id="{C3E80F9C-8438-9F30-442C-5E324988C778}"/>
                </a:ext>
              </a:extLst>
            </p:cNvPr>
            <p:cNvSpPr/>
            <p:nvPr/>
          </p:nvSpPr>
          <p:spPr>
            <a:xfrm>
              <a:off x="6766867" y="9932442"/>
              <a:ext cx="151932" cy="133117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00" name="矩形 899">
              <a:extLst>
                <a:ext uri="{FF2B5EF4-FFF2-40B4-BE49-F238E27FC236}">
                  <a16:creationId xmlns:a16="http://schemas.microsoft.com/office/drawing/2014/main" id="{D21701E5-8826-074A-FBE6-0DB5820084B9}"/>
                </a:ext>
              </a:extLst>
            </p:cNvPr>
            <p:cNvSpPr/>
            <p:nvPr/>
          </p:nvSpPr>
          <p:spPr>
            <a:xfrm>
              <a:off x="6919893" y="9932442"/>
              <a:ext cx="151932" cy="133117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901" name="组合 900">
            <a:extLst>
              <a:ext uri="{FF2B5EF4-FFF2-40B4-BE49-F238E27FC236}">
                <a16:creationId xmlns:a16="http://schemas.microsoft.com/office/drawing/2014/main" id="{DE0B5854-2857-C344-024E-F9C61F57FB6F}"/>
              </a:ext>
            </a:extLst>
          </p:cNvPr>
          <p:cNvGrpSpPr/>
          <p:nvPr/>
        </p:nvGrpSpPr>
        <p:grpSpPr>
          <a:xfrm>
            <a:off x="9521276" y="3716563"/>
            <a:ext cx="403556" cy="176292"/>
            <a:chOff x="6766867" y="9932442"/>
            <a:chExt cx="304958" cy="133117"/>
          </a:xfrm>
        </p:grpSpPr>
        <p:sp>
          <p:nvSpPr>
            <p:cNvPr id="902" name="矩形 901">
              <a:extLst>
                <a:ext uri="{FF2B5EF4-FFF2-40B4-BE49-F238E27FC236}">
                  <a16:creationId xmlns:a16="http://schemas.microsoft.com/office/drawing/2014/main" id="{8F19DC0C-A54D-1BAD-8769-602BA8DE4616}"/>
                </a:ext>
              </a:extLst>
            </p:cNvPr>
            <p:cNvSpPr/>
            <p:nvPr/>
          </p:nvSpPr>
          <p:spPr>
            <a:xfrm>
              <a:off x="6766867" y="9932442"/>
              <a:ext cx="151932" cy="133117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03" name="矩形 902">
              <a:extLst>
                <a:ext uri="{FF2B5EF4-FFF2-40B4-BE49-F238E27FC236}">
                  <a16:creationId xmlns:a16="http://schemas.microsoft.com/office/drawing/2014/main" id="{BCCBB5A4-A877-D188-5A87-F703753E1629}"/>
                </a:ext>
              </a:extLst>
            </p:cNvPr>
            <p:cNvSpPr/>
            <p:nvPr/>
          </p:nvSpPr>
          <p:spPr>
            <a:xfrm>
              <a:off x="6919893" y="9932442"/>
              <a:ext cx="151932" cy="133117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904" name="矩形 903">
            <a:extLst>
              <a:ext uri="{FF2B5EF4-FFF2-40B4-BE49-F238E27FC236}">
                <a16:creationId xmlns:a16="http://schemas.microsoft.com/office/drawing/2014/main" id="{67C59B72-EC8A-E4C5-1F28-0B5167357AC9}"/>
              </a:ext>
            </a:extLst>
          </p:cNvPr>
          <p:cNvSpPr/>
          <p:nvPr/>
        </p:nvSpPr>
        <p:spPr>
          <a:xfrm>
            <a:off x="282280" y="5640460"/>
            <a:ext cx="11668471" cy="115353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05" name="流程图: 接点 990">
            <a:extLst>
              <a:ext uri="{FF2B5EF4-FFF2-40B4-BE49-F238E27FC236}">
                <a16:creationId xmlns:a16="http://schemas.microsoft.com/office/drawing/2014/main" id="{B91A4115-E679-4ADC-98D6-4B180B0AFD4D}"/>
              </a:ext>
            </a:extLst>
          </p:cNvPr>
          <p:cNvSpPr/>
          <p:nvPr/>
        </p:nvSpPr>
        <p:spPr>
          <a:xfrm>
            <a:off x="8019945" y="1891507"/>
            <a:ext cx="324675" cy="322149"/>
          </a:xfrm>
          <a:prstGeom prst="flowChartConnector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zh-CN" altLang="en-US" sz="1600" dirty="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06" name="流程图: 接点 701">
            <a:extLst>
              <a:ext uri="{FF2B5EF4-FFF2-40B4-BE49-F238E27FC236}">
                <a16:creationId xmlns:a16="http://schemas.microsoft.com/office/drawing/2014/main" id="{C3CF1606-01F3-9950-AB8F-B326AF754BC4}"/>
              </a:ext>
            </a:extLst>
          </p:cNvPr>
          <p:cNvSpPr/>
          <p:nvPr/>
        </p:nvSpPr>
        <p:spPr>
          <a:xfrm>
            <a:off x="8018398" y="1499308"/>
            <a:ext cx="324675" cy="322149"/>
          </a:xfrm>
          <a:prstGeom prst="flowChartConnector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endParaRPr lang="zh-CN" altLang="en-US" sz="1600" dirty="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907" name="组合 906">
            <a:extLst>
              <a:ext uri="{FF2B5EF4-FFF2-40B4-BE49-F238E27FC236}">
                <a16:creationId xmlns:a16="http://schemas.microsoft.com/office/drawing/2014/main" id="{241C10F1-13DF-31DA-EA02-8692D20EE4FA}"/>
              </a:ext>
            </a:extLst>
          </p:cNvPr>
          <p:cNvGrpSpPr/>
          <p:nvPr/>
        </p:nvGrpSpPr>
        <p:grpSpPr>
          <a:xfrm>
            <a:off x="7487528" y="1560467"/>
            <a:ext cx="403556" cy="176292"/>
            <a:chOff x="6766867" y="9932442"/>
            <a:chExt cx="304958" cy="133117"/>
          </a:xfrm>
        </p:grpSpPr>
        <p:sp>
          <p:nvSpPr>
            <p:cNvPr id="908" name="矩形 907">
              <a:extLst>
                <a:ext uri="{FF2B5EF4-FFF2-40B4-BE49-F238E27FC236}">
                  <a16:creationId xmlns:a16="http://schemas.microsoft.com/office/drawing/2014/main" id="{1D460E23-1E4F-9996-21EC-54C4911863C1}"/>
                </a:ext>
              </a:extLst>
            </p:cNvPr>
            <p:cNvSpPr/>
            <p:nvPr/>
          </p:nvSpPr>
          <p:spPr>
            <a:xfrm>
              <a:off x="6766867" y="9932442"/>
              <a:ext cx="151932" cy="133117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09" name="矩形 908">
              <a:extLst>
                <a:ext uri="{FF2B5EF4-FFF2-40B4-BE49-F238E27FC236}">
                  <a16:creationId xmlns:a16="http://schemas.microsoft.com/office/drawing/2014/main" id="{870F7867-7531-449D-2B18-B9D6EFC0A6E6}"/>
                </a:ext>
              </a:extLst>
            </p:cNvPr>
            <p:cNvSpPr/>
            <p:nvPr/>
          </p:nvSpPr>
          <p:spPr>
            <a:xfrm>
              <a:off x="6919893" y="9932442"/>
              <a:ext cx="151932" cy="133117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910" name="组合 909">
            <a:extLst>
              <a:ext uri="{FF2B5EF4-FFF2-40B4-BE49-F238E27FC236}">
                <a16:creationId xmlns:a16="http://schemas.microsoft.com/office/drawing/2014/main" id="{9FFC5695-6EA8-C8B0-5E5C-85B75F59FCE1}"/>
              </a:ext>
            </a:extLst>
          </p:cNvPr>
          <p:cNvGrpSpPr/>
          <p:nvPr/>
        </p:nvGrpSpPr>
        <p:grpSpPr>
          <a:xfrm>
            <a:off x="7488224" y="1950548"/>
            <a:ext cx="403556" cy="176292"/>
            <a:chOff x="6766867" y="9932442"/>
            <a:chExt cx="304958" cy="133117"/>
          </a:xfrm>
        </p:grpSpPr>
        <p:sp>
          <p:nvSpPr>
            <p:cNvPr id="911" name="矩形 910">
              <a:extLst>
                <a:ext uri="{FF2B5EF4-FFF2-40B4-BE49-F238E27FC236}">
                  <a16:creationId xmlns:a16="http://schemas.microsoft.com/office/drawing/2014/main" id="{4CC31662-A3A7-06D6-799F-BE04B8B8AAE9}"/>
                </a:ext>
              </a:extLst>
            </p:cNvPr>
            <p:cNvSpPr/>
            <p:nvPr/>
          </p:nvSpPr>
          <p:spPr>
            <a:xfrm>
              <a:off x="6766867" y="9932442"/>
              <a:ext cx="151932" cy="133117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12" name="矩形 911">
              <a:extLst>
                <a:ext uri="{FF2B5EF4-FFF2-40B4-BE49-F238E27FC236}">
                  <a16:creationId xmlns:a16="http://schemas.microsoft.com/office/drawing/2014/main" id="{6DDA1DF9-66E5-7B08-A039-14437BF24932}"/>
                </a:ext>
              </a:extLst>
            </p:cNvPr>
            <p:cNvSpPr/>
            <p:nvPr/>
          </p:nvSpPr>
          <p:spPr>
            <a:xfrm>
              <a:off x="6919893" y="9932442"/>
              <a:ext cx="151932" cy="133117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913" name="流程图: 接点 992">
            <a:extLst>
              <a:ext uri="{FF2B5EF4-FFF2-40B4-BE49-F238E27FC236}">
                <a16:creationId xmlns:a16="http://schemas.microsoft.com/office/drawing/2014/main" id="{0E10A701-E591-52A7-0EAF-1023CBF46086}"/>
              </a:ext>
            </a:extLst>
          </p:cNvPr>
          <p:cNvSpPr/>
          <p:nvPr/>
        </p:nvSpPr>
        <p:spPr>
          <a:xfrm>
            <a:off x="8022793" y="4324639"/>
            <a:ext cx="324675" cy="322149"/>
          </a:xfrm>
          <a:prstGeom prst="flowChartConnector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lang="zh-CN" altLang="en-US" sz="1600" dirty="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14" name="流程图: 接点 993">
            <a:extLst>
              <a:ext uri="{FF2B5EF4-FFF2-40B4-BE49-F238E27FC236}">
                <a16:creationId xmlns:a16="http://schemas.microsoft.com/office/drawing/2014/main" id="{22FC8715-8442-17A6-FA70-6679E946AF44}"/>
              </a:ext>
            </a:extLst>
          </p:cNvPr>
          <p:cNvSpPr/>
          <p:nvPr/>
        </p:nvSpPr>
        <p:spPr>
          <a:xfrm>
            <a:off x="8022793" y="3925867"/>
            <a:ext cx="324675" cy="322149"/>
          </a:xfrm>
          <a:prstGeom prst="flowChartConnector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zh-CN" altLang="en-US" sz="1600" dirty="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915" name="组合 914">
            <a:extLst>
              <a:ext uri="{FF2B5EF4-FFF2-40B4-BE49-F238E27FC236}">
                <a16:creationId xmlns:a16="http://schemas.microsoft.com/office/drawing/2014/main" id="{9E9846EB-A793-C72A-341A-61BF45B3718C}"/>
              </a:ext>
            </a:extLst>
          </p:cNvPr>
          <p:cNvGrpSpPr/>
          <p:nvPr/>
        </p:nvGrpSpPr>
        <p:grpSpPr>
          <a:xfrm>
            <a:off x="7471417" y="4033995"/>
            <a:ext cx="403556" cy="176292"/>
            <a:chOff x="6766867" y="9932442"/>
            <a:chExt cx="304958" cy="133117"/>
          </a:xfrm>
        </p:grpSpPr>
        <p:sp>
          <p:nvSpPr>
            <p:cNvPr id="916" name="矩形 915">
              <a:extLst>
                <a:ext uri="{FF2B5EF4-FFF2-40B4-BE49-F238E27FC236}">
                  <a16:creationId xmlns:a16="http://schemas.microsoft.com/office/drawing/2014/main" id="{7B924E92-02A9-B32F-824E-793D2126AA0E}"/>
                </a:ext>
              </a:extLst>
            </p:cNvPr>
            <p:cNvSpPr/>
            <p:nvPr/>
          </p:nvSpPr>
          <p:spPr>
            <a:xfrm>
              <a:off x="6766867" y="9932442"/>
              <a:ext cx="151932" cy="133117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17" name="矩形 916">
              <a:extLst>
                <a:ext uri="{FF2B5EF4-FFF2-40B4-BE49-F238E27FC236}">
                  <a16:creationId xmlns:a16="http://schemas.microsoft.com/office/drawing/2014/main" id="{657738D2-7900-6669-F9E3-5D3119B3A3FE}"/>
                </a:ext>
              </a:extLst>
            </p:cNvPr>
            <p:cNvSpPr/>
            <p:nvPr/>
          </p:nvSpPr>
          <p:spPr>
            <a:xfrm>
              <a:off x="6919893" y="9932442"/>
              <a:ext cx="151932" cy="133117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918" name="组合 917">
            <a:extLst>
              <a:ext uri="{FF2B5EF4-FFF2-40B4-BE49-F238E27FC236}">
                <a16:creationId xmlns:a16="http://schemas.microsoft.com/office/drawing/2014/main" id="{C0C24D54-9F45-4309-C795-02135E9C3F21}"/>
              </a:ext>
            </a:extLst>
          </p:cNvPr>
          <p:cNvGrpSpPr/>
          <p:nvPr/>
        </p:nvGrpSpPr>
        <p:grpSpPr>
          <a:xfrm>
            <a:off x="7472113" y="4424075"/>
            <a:ext cx="403556" cy="176292"/>
            <a:chOff x="6766867" y="9932442"/>
            <a:chExt cx="304958" cy="133117"/>
          </a:xfrm>
        </p:grpSpPr>
        <p:sp>
          <p:nvSpPr>
            <p:cNvPr id="919" name="矩形 918">
              <a:extLst>
                <a:ext uri="{FF2B5EF4-FFF2-40B4-BE49-F238E27FC236}">
                  <a16:creationId xmlns:a16="http://schemas.microsoft.com/office/drawing/2014/main" id="{1F1C87A1-FE94-D95B-235D-55516C47BCEE}"/>
                </a:ext>
              </a:extLst>
            </p:cNvPr>
            <p:cNvSpPr/>
            <p:nvPr/>
          </p:nvSpPr>
          <p:spPr>
            <a:xfrm>
              <a:off x="6766867" y="9932442"/>
              <a:ext cx="151932" cy="133117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20" name="矩形 919">
              <a:extLst>
                <a:ext uri="{FF2B5EF4-FFF2-40B4-BE49-F238E27FC236}">
                  <a16:creationId xmlns:a16="http://schemas.microsoft.com/office/drawing/2014/main" id="{188DF96D-386E-09AB-C074-73DF272BF0D8}"/>
                </a:ext>
              </a:extLst>
            </p:cNvPr>
            <p:cNvSpPr/>
            <p:nvPr/>
          </p:nvSpPr>
          <p:spPr>
            <a:xfrm>
              <a:off x="6919893" y="9932442"/>
              <a:ext cx="151932" cy="133117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53" name="文本框 52">
            <a:extLst>
              <a:ext uri="{FF2B5EF4-FFF2-40B4-BE49-F238E27FC236}">
                <a16:creationId xmlns:a16="http://schemas.microsoft.com/office/drawing/2014/main" id="{60C8020F-309C-FF2A-0CBB-6008D72D7B38}"/>
              </a:ext>
            </a:extLst>
          </p:cNvPr>
          <p:cNvSpPr txBox="1"/>
          <p:nvPr/>
        </p:nvSpPr>
        <p:spPr>
          <a:xfrm>
            <a:off x="6174745" y="2813682"/>
            <a:ext cx="914954" cy="369332"/>
          </a:xfrm>
          <a:prstGeom prst="rect">
            <a:avLst/>
          </a:prstGeom>
          <a:solidFill>
            <a:srgbClr val="F8CBAD"/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T Task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FCE780AD-1402-1360-F50D-1768B86E272B}"/>
              </a:ext>
            </a:extLst>
          </p:cNvPr>
          <p:cNvSpPr txBox="1"/>
          <p:nvPr/>
        </p:nvSpPr>
        <p:spPr>
          <a:xfrm>
            <a:off x="10386240" y="2813682"/>
            <a:ext cx="914954" cy="369332"/>
          </a:xfrm>
          <a:prstGeom prst="rect">
            <a:avLst/>
          </a:prstGeom>
          <a:solidFill>
            <a:srgbClr val="BDD7EE"/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 Task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D57C7D2A-2EAD-57DD-29EC-0DDB00EB3227}"/>
              </a:ext>
            </a:extLst>
          </p:cNvPr>
          <p:cNvSpPr txBox="1"/>
          <p:nvPr/>
        </p:nvSpPr>
        <p:spPr>
          <a:xfrm>
            <a:off x="2637201" y="2999297"/>
            <a:ext cx="5296339" cy="400110"/>
          </a:xfrm>
          <a:prstGeom prst="rect">
            <a:avLst/>
          </a:prstGeom>
          <a:solidFill>
            <a:schemeClr val="bg1"/>
          </a:solidFill>
          <a:ln w="19050">
            <a:solidFill>
              <a:srgbClr val="FF0000"/>
            </a:solidFill>
            <a:prstDash val="solid"/>
          </a:ln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rgbClr val="FF0000"/>
                </a:solidFill>
              </a:rPr>
              <a:t>Inter-GPU Graph Partition </a:t>
            </a:r>
            <a:r>
              <a:rPr lang="en-US" altLang="zh-CN" sz="2000" dirty="0">
                <a:solidFill>
                  <a:srgbClr val="FF0000"/>
                </a:solidFill>
                <a:sym typeface="Wingdings" panose="05000000000000000000" pitchFamily="2" charset="2"/>
              </a:rPr>
              <a:t> Vertex Dependency</a:t>
            </a:r>
            <a:endParaRPr lang="zh-CN" altLang="en-US" sz="2000" dirty="0">
              <a:solidFill>
                <a:srgbClr val="FF0000"/>
              </a:solidFill>
            </a:endParaRPr>
          </a:p>
        </p:txBody>
      </p:sp>
      <p:sp>
        <p:nvSpPr>
          <p:cNvPr id="55" name="箭头: 右 1121">
            <a:extLst>
              <a:ext uri="{FF2B5EF4-FFF2-40B4-BE49-F238E27FC236}">
                <a16:creationId xmlns:a16="http://schemas.microsoft.com/office/drawing/2014/main" id="{B539AEAF-76A5-0662-B7F9-0208EC7D792A}"/>
              </a:ext>
            </a:extLst>
          </p:cNvPr>
          <p:cNvSpPr/>
          <p:nvPr/>
        </p:nvSpPr>
        <p:spPr>
          <a:xfrm rot="3284621">
            <a:off x="3899366" y="3523232"/>
            <a:ext cx="349319" cy="218689"/>
          </a:xfrm>
          <a:prstGeom prst="rightArrow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箭头: 右 1121">
            <a:extLst>
              <a:ext uri="{FF2B5EF4-FFF2-40B4-BE49-F238E27FC236}">
                <a16:creationId xmlns:a16="http://schemas.microsoft.com/office/drawing/2014/main" id="{46927309-D587-FE4E-638B-4D164A5CB5F6}"/>
              </a:ext>
            </a:extLst>
          </p:cNvPr>
          <p:cNvSpPr/>
          <p:nvPr/>
        </p:nvSpPr>
        <p:spPr>
          <a:xfrm rot="18843878">
            <a:off x="3892226" y="2616014"/>
            <a:ext cx="349319" cy="218689"/>
          </a:xfrm>
          <a:prstGeom prst="rightArrow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BB893989-8252-A24E-B7D5-A04A21B53F33}"/>
              </a:ext>
            </a:extLst>
          </p:cNvPr>
          <p:cNvSpPr txBox="1"/>
          <p:nvPr/>
        </p:nvSpPr>
        <p:spPr>
          <a:xfrm>
            <a:off x="8132559" y="5713448"/>
            <a:ext cx="1798887" cy="707886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b="1" dirty="0">
                <a:solidFill>
                  <a:schemeClr val="accent4">
                    <a:lumMod val="75000"/>
                  </a:schemeClr>
                </a:solidFill>
                <a:cs typeface="Arial" panose="020B0604020202020204" pitchFamily="34" charset="0"/>
              </a:rPr>
              <a:t>Neighbor Replication</a:t>
            </a:r>
            <a:endParaRPr lang="zh-CN" altLang="en-US" sz="2000" b="1" dirty="0">
              <a:solidFill>
                <a:schemeClr val="accent4">
                  <a:lumMod val="75000"/>
                </a:schemeClr>
              </a:solidFill>
              <a:cs typeface="Arial" panose="020B0604020202020204" pitchFamily="34" charset="0"/>
            </a:endParaRP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F0E71182-69BC-2144-B765-97B9CFB8AF28}"/>
              </a:ext>
            </a:extLst>
          </p:cNvPr>
          <p:cNvSpPr txBox="1"/>
          <p:nvPr/>
        </p:nvSpPr>
        <p:spPr>
          <a:xfrm>
            <a:off x="6190255" y="5713448"/>
            <a:ext cx="1798887" cy="707886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b="1" i="0" dirty="0">
                <a:solidFill>
                  <a:schemeClr val="accent2"/>
                </a:solidFill>
                <a:cs typeface="Arial" panose="020B0604020202020204" pitchFamily="34" charset="0"/>
              </a:rPr>
              <a:t>Intermediate</a:t>
            </a:r>
            <a:r>
              <a:rPr lang="zh-CN" altLang="en-US" sz="2000" b="1" dirty="0">
                <a:solidFill>
                  <a:schemeClr val="accent2"/>
                </a:solidFill>
                <a:cs typeface="Arial" panose="020B0604020202020204" pitchFamily="34" charset="0"/>
              </a:rPr>
              <a:t> </a:t>
            </a:r>
            <a:r>
              <a:rPr lang="en-US" altLang="zh-CN" sz="2000" b="1" dirty="0">
                <a:solidFill>
                  <a:schemeClr val="accent2"/>
                </a:solidFill>
                <a:cs typeface="Arial" panose="020B0604020202020204" pitchFamily="34" charset="0"/>
              </a:rPr>
              <a:t>Data</a:t>
            </a:r>
            <a:endParaRPr lang="zh-CN" altLang="en-US" sz="2000" b="1" dirty="0">
              <a:solidFill>
                <a:schemeClr val="accent2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994604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288000" y="0"/>
            <a:ext cx="11164860" cy="141763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badi" panose="020B0604020202020204" pitchFamily="34" charset="0"/>
                <a:sym typeface="+mn-ea"/>
              </a:rPr>
              <a:t>Multi-GPU GNN Systems with Data Parallelism</a:t>
            </a:r>
            <a:endParaRPr lang="en-US" altLang="zh-CN" sz="3600" dirty="0">
              <a:latin typeface="Century Gothic" panose="020B050202020202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5" name="Rectangle 10"/>
          <p:cNvSpPr/>
          <p:nvPr/>
        </p:nvSpPr>
        <p:spPr>
          <a:xfrm>
            <a:off x="0" y="420787"/>
            <a:ext cx="288000" cy="57606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709CA35-E3F2-8BFB-A5B2-4DB572AEBBDF}"/>
              </a:ext>
            </a:extLst>
          </p:cNvPr>
          <p:cNvSpPr txBox="1"/>
          <p:nvPr/>
        </p:nvSpPr>
        <p:spPr>
          <a:xfrm>
            <a:off x="1558875" y="3539753"/>
            <a:ext cx="1088070" cy="400111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cs typeface="Arial" panose="020B0604020202020204" pitchFamily="34" charset="0"/>
              </a:rPr>
              <a:t>Graph</a:t>
            </a:r>
            <a:endParaRPr lang="zh-CN" altLang="en-US" sz="2000" b="1" dirty="0">
              <a:cs typeface="Arial" panose="020B0604020202020204" pitchFamily="34" charset="0"/>
            </a:endParaRP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B39A61F0-CCEA-47ED-52A7-1F966E022291}"/>
              </a:ext>
            </a:extLst>
          </p:cNvPr>
          <p:cNvSpPr/>
          <p:nvPr/>
        </p:nvSpPr>
        <p:spPr>
          <a:xfrm rot="5400000">
            <a:off x="2159528" y="2411057"/>
            <a:ext cx="323707" cy="323867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cs typeface="Arial" panose="020B0604020202020204" pitchFamily="34" charset="0"/>
              </a:rPr>
              <a:t>1</a:t>
            </a:r>
            <a:endParaRPr lang="zh-CN" altLang="en-US" sz="2400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FE8434F3-0B5B-1C4E-F302-A2502BCA608E}"/>
              </a:ext>
            </a:extLst>
          </p:cNvPr>
          <p:cNvSpPr/>
          <p:nvPr/>
        </p:nvSpPr>
        <p:spPr>
          <a:xfrm rot="5400000">
            <a:off x="2159528" y="3113846"/>
            <a:ext cx="323707" cy="323867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cs typeface="Arial" panose="020B0604020202020204" pitchFamily="34" charset="0"/>
              </a:rPr>
              <a:t>3</a:t>
            </a:r>
            <a:endParaRPr lang="zh-CN" altLang="en-US" sz="2400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005EA1F2-F4B4-4599-5060-A9A45AB8C69E}"/>
              </a:ext>
            </a:extLst>
          </p:cNvPr>
          <p:cNvSpPr/>
          <p:nvPr/>
        </p:nvSpPr>
        <p:spPr>
          <a:xfrm rot="5400000">
            <a:off x="1497554" y="2411057"/>
            <a:ext cx="323707" cy="323867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cs typeface="Arial" panose="020B0604020202020204" pitchFamily="34" charset="0"/>
              </a:rPr>
              <a:t>0</a:t>
            </a:r>
            <a:endParaRPr lang="zh-CN" altLang="en-US" sz="2400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D732ED16-3C19-3C6F-1602-6C25C988DEAE}"/>
              </a:ext>
            </a:extLst>
          </p:cNvPr>
          <p:cNvSpPr/>
          <p:nvPr/>
        </p:nvSpPr>
        <p:spPr>
          <a:xfrm rot="5400000">
            <a:off x="1497554" y="3113846"/>
            <a:ext cx="323707" cy="323867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cs typeface="Arial" panose="020B0604020202020204" pitchFamily="34" charset="0"/>
              </a:rPr>
              <a:t>2</a:t>
            </a:r>
            <a:endParaRPr lang="zh-CN" altLang="en-US" sz="2400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cxnSp>
        <p:nvCxnSpPr>
          <p:cNvPr id="10" name="直接连接符 781">
            <a:extLst>
              <a:ext uri="{FF2B5EF4-FFF2-40B4-BE49-F238E27FC236}">
                <a16:creationId xmlns:a16="http://schemas.microsoft.com/office/drawing/2014/main" id="{DB3AC2ED-3837-698E-C23B-16E9710CF8CC}"/>
              </a:ext>
            </a:extLst>
          </p:cNvPr>
          <p:cNvCxnSpPr>
            <a:cxnSpLocks/>
          </p:cNvCxnSpPr>
          <p:nvPr/>
        </p:nvCxnSpPr>
        <p:spPr>
          <a:xfrm flipH="1">
            <a:off x="1822802" y="2572983"/>
            <a:ext cx="32824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直接连接符 786">
            <a:extLst>
              <a:ext uri="{FF2B5EF4-FFF2-40B4-BE49-F238E27FC236}">
                <a16:creationId xmlns:a16="http://schemas.microsoft.com/office/drawing/2014/main" id="{9303225E-C395-7D69-D6AD-EA9B4C2E8382}"/>
              </a:ext>
            </a:extLst>
          </p:cNvPr>
          <p:cNvCxnSpPr>
            <a:cxnSpLocks/>
          </p:cNvCxnSpPr>
          <p:nvPr/>
        </p:nvCxnSpPr>
        <p:spPr>
          <a:xfrm>
            <a:off x="1659408" y="2734845"/>
            <a:ext cx="0" cy="37908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矩形 11">
            <a:extLst>
              <a:ext uri="{FF2B5EF4-FFF2-40B4-BE49-F238E27FC236}">
                <a16:creationId xmlns:a16="http://schemas.microsoft.com/office/drawing/2014/main" id="{3581CD8E-1448-B19F-1B68-0D1F9C367782}"/>
              </a:ext>
            </a:extLst>
          </p:cNvPr>
          <p:cNvSpPr/>
          <p:nvPr/>
        </p:nvSpPr>
        <p:spPr>
          <a:xfrm rot="5400000" flipH="1">
            <a:off x="934264" y="2322714"/>
            <a:ext cx="241954" cy="20543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52243E9-9892-C726-FCF6-84FAA3C18CA9}"/>
              </a:ext>
            </a:extLst>
          </p:cNvPr>
          <p:cNvSpPr/>
          <p:nvPr/>
        </p:nvSpPr>
        <p:spPr>
          <a:xfrm rot="5400000" flipH="1">
            <a:off x="728840" y="2322720"/>
            <a:ext cx="241951" cy="20543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71D65AA-0D66-B1CE-794D-EDB53C4B4479}"/>
              </a:ext>
            </a:extLst>
          </p:cNvPr>
          <p:cNvSpPr/>
          <p:nvPr/>
        </p:nvSpPr>
        <p:spPr>
          <a:xfrm rot="5400000" flipH="1">
            <a:off x="523408" y="2322723"/>
            <a:ext cx="241940" cy="20543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7D538AF-2F37-F0C4-3391-FE716A53A645}"/>
              </a:ext>
            </a:extLst>
          </p:cNvPr>
          <p:cNvSpPr/>
          <p:nvPr/>
        </p:nvSpPr>
        <p:spPr>
          <a:xfrm rot="5400000" flipH="1">
            <a:off x="317984" y="2322725"/>
            <a:ext cx="241940" cy="20543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613B9B69-EA97-BA51-0064-3909B61B0E0B}"/>
              </a:ext>
            </a:extLst>
          </p:cNvPr>
          <p:cNvSpPr/>
          <p:nvPr/>
        </p:nvSpPr>
        <p:spPr>
          <a:xfrm rot="5400000" flipH="1">
            <a:off x="934264" y="2618608"/>
            <a:ext cx="241954" cy="20543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F7C119F-79DE-4DCF-CB2C-DE3966EAD8E3}"/>
              </a:ext>
            </a:extLst>
          </p:cNvPr>
          <p:cNvSpPr/>
          <p:nvPr/>
        </p:nvSpPr>
        <p:spPr>
          <a:xfrm rot="5400000" flipH="1">
            <a:off x="728840" y="2618614"/>
            <a:ext cx="241951" cy="20543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89C482D-C736-3728-0BD3-D8E99212461A}"/>
              </a:ext>
            </a:extLst>
          </p:cNvPr>
          <p:cNvSpPr/>
          <p:nvPr/>
        </p:nvSpPr>
        <p:spPr>
          <a:xfrm rot="5400000" flipH="1">
            <a:off x="523408" y="2618618"/>
            <a:ext cx="241940" cy="20543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4BAA7583-B719-73E9-C06F-423CEF037D97}"/>
              </a:ext>
            </a:extLst>
          </p:cNvPr>
          <p:cNvSpPr/>
          <p:nvPr/>
        </p:nvSpPr>
        <p:spPr>
          <a:xfrm rot="5400000" flipH="1">
            <a:off x="317984" y="2618619"/>
            <a:ext cx="241940" cy="20543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B8A4FA2E-FE10-87C7-837A-AAE05A399BE5}"/>
              </a:ext>
            </a:extLst>
          </p:cNvPr>
          <p:cNvSpPr/>
          <p:nvPr/>
        </p:nvSpPr>
        <p:spPr>
          <a:xfrm rot="5400000" flipH="1">
            <a:off x="934264" y="3012260"/>
            <a:ext cx="241954" cy="20543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023EDA8C-50B1-FBB7-6C2E-A5114686966E}"/>
              </a:ext>
            </a:extLst>
          </p:cNvPr>
          <p:cNvSpPr/>
          <p:nvPr/>
        </p:nvSpPr>
        <p:spPr>
          <a:xfrm rot="5400000" flipH="1">
            <a:off x="728840" y="3012267"/>
            <a:ext cx="241951" cy="20543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F3962B14-3F48-92EC-90B0-7C33B574C1A9}"/>
              </a:ext>
            </a:extLst>
          </p:cNvPr>
          <p:cNvSpPr/>
          <p:nvPr/>
        </p:nvSpPr>
        <p:spPr>
          <a:xfrm rot="5400000" flipH="1">
            <a:off x="523408" y="3012270"/>
            <a:ext cx="241940" cy="20543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003F67E9-08F6-1BD1-E2B1-9CFBE06E56A4}"/>
              </a:ext>
            </a:extLst>
          </p:cNvPr>
          <p:cNvSpPr/>
          <p:nvPr/>
        </p:nvSpPr>
        <p:spPr>
          <a:xfrm rot="5400000" flipH="1">
            <a:off x="317984" y="3012271"/>
            <a:ext cx="241940" cy="20543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8BDF58AD-3195-EC7A-2898-F9B2B6CC2FA3}"/>
              </a:ext>
            </a:extLst>
          </p:cNvPr>
          <p:cNvSpPr/>
          <p:nvPr/>
        </p:nvSpPr>
        <p:spPr>
          <a:xfrm rot="5400000" flipH="1">
            <a:off x="934264" y="3308155"/>
            <a:ext cx="241954" cy="20543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D2773DE6-85D0-A06A-6904-1BEDB52E2868}"/>
              </a:ext>
            </a:extLst>
          </p:cNvPr>
          <p:cNvSpPr/>
          <p:nvPr/>
        </p:nvSpPr>
        <p:spPr>
          <a:xfrm rot="5400000" flipH="1">
            <a:off x="728840" y="3308161"/>
            <a:ext cx="241951" cy="20543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D93687DD-9D0D-F7CC-0741-6FD0E4C10B4D}"/>
              </a:ext>
            </a:extLst>
          </p:cNvPr>
          <p:cNvSpPr/>
          <p:nvPr/>
        </p:nvSpPr>
        <p:spPr>
          <a:xfrm rot="5400000" flipH="1">
            <a:off x="523408" y="3308164"/>
            <a:ext cx="241940" cy="20543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FC1B7654-C154-821A-F35D-EA4FB15E19F5}"/>
              </a:ext>
            </a:extLst>
          </p:cNvPr>
          <p:cNvSpPr/>
          <p:nvPr/>
        </p:nvSpPr>
        <p:spPr>
          <a:xfrm rot="5400000" flipH="1">
            <a:off x="317984" y="3308166"/>
            <a:ext cx="241940" cy="20543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6C1D67B6-D2FF-B109-D2B2-692FA1CF3339}"/>
              </a:ext>
            </a:extLst>
          </p:cNvPr>
          <p:cNvSpPr txBox="1"/>
          <p:nvPr/>
        </p:nvSpPr>
        <p:spPr>
          <a:xfrm>
            <a:off x="266734" y="3539753"/>
            <a:ext cx="1071288" cy="400111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cs typeface="Arial" panose="020B0604020202020204" pitchFamily="34" charset="0"/>
              </a:rPr>
              <a:t>Feature</a:t>
            </a:r>
            <a:endParaRPr lang="zh-CN" altLang="en-US" sz="2000" b="1" dirty="0">
              <a:cs typeface="Arial" panose="020B0604020202020204" pitchFamily="34" charset="0"/>
            </a:endParaRPr>
          </a:p>
        </p:txBody>
      </p:sp>
      <p:cxnSp>
        <p:nvCxnSpPr>
          <p:cNvPr id="29" name="直接连接符 458">
            <a:extLst>
              <a:ext uri="{FF2B5EF4-FFF2-40B4-BE49-F238E27FC236}">
                <a16:creationId xmlns:a16="http://schemas.microsoft.com/office/drawing/2014/main" id="{DAC8C52F-4119-E7A7-E314-24B55CA85BFB}"/>
              </a:ext>
            </a:extLst>
          </p:cNvPr>
          <p:cNvCxnSpPr>
            <a:cxnSpLocks/>
          </p:cNvCxnSpPr>
          <p:nvPr/>
        </p:nvCxnSpPr>
        <p:spPr>
          <a:xfrm flipV="1">
            <a:off x="2321382" y="2732658"/>
            <a:ext cx="0" cy="38126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直接连接符 461">
            <a:extLst>
              <a:ext uri="{FF2B5EF4-FFF2-40B4-BE49-F238E27FC236}">
                <a16:creationId xmlns:a16="http://schemas.microsoft.com/office/drawing/2014/main" id="{F1650873-22F4-E5CE-9D3D-7C95411A68DB}"/>
              </a:ext>
            </a:extLst>
          </p:cNvPr>
          <p:cNvCxnSpPr>
            <a:cxnSpLocks/>
            <a:stCxn id="7" idx="3"/>
            <a:endCxn id="8" idx="7"/>
          </p:cNvCxnSpPr>
          <p:nvPr/>
        </p:nvCxnSpPr>
        <p:spPr>
          <a:xfrm flipH="1" flipV="1">
            <a:off x="1773912" y="2687439"/>
            <a:ext cx="432966" cy="47389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直接连接符 464">
            <a:extLst>
              <a:ext uri="{FF2B5EF4-FFF2-40B4-BE49-F238E27FC236}">
                <a16:creationId xmlns:a16="http://schemas.microsoft.com/office/drawing/2014/main" id="{26FDE370-8104-0FB5-18EA-6B201C1A8426}"/>
              </a:ext>
            </a:extLst>
          </p:cNvPr>
          <p:cNvCxnSpPr>
            <a:cxnSpLocks/>
          </p:cNvCxnSpPr>
          <p:nvPr/>
        </p:nvCxnSpPr>
        <p:spPr>
          <a:xfrm flipH="1">
            <a:off x="1819882" y="3275772"/>
            <a:ext cx="3299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直接连接符 483">
            <a:extLst>
              <a:ext uri="{FF2B5EF4-FFF2-40B4-BE49-F238E27FC236}">
                <a16:creationId xmlns:a16="http://schemas.microsoft.com/office/drawing/2014/main" id="{AFD05B67-E2F5-0A4B-1E5E-06D7C966D580}"/>
              </a:ext>
            </a:extLst>
          </p:cNvPr>
          <p:cNvCxnSpPr>
            <a:cxnSpLocks/>
          </p:cNvCxnSpPr>
          <p:nvPr/>
        </p:nvCxnSpPr>
        <p:spPr>
          <a:xfrm flipH="1">
            <a:off x="221520" y="2916998"/>
            <a:ext cx="2233003" cy="4534"/>
          </a:xfrm>
          <a:prstGeom prst="line">
            <a:avLst/>
          </a:prstGeom>
          <a:ln w="28575">
            <a:solidFill>
              <a:schemeClr val="tx1"/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文本框 33">
            <a:extLst>
              <a:ext uri="{FF2B5EF4-FFF2-40B4-BE49-F238E27FC236}">
                <a16:creationId xmlns:a16="http://schemas.microsoft.com/office/drawing/2014/main" id="{B5B77D80-DB02-E6D6-8740-E194BBB02681}"/>
              </a:ext>
            </a:extLst>
          </p:cNvPr>
          <p:cNvSpPr txBox="1"/>
          <p:nvPr/>
        </p:nvSpPr>
        <p:spPr>
          <a:xfrm>
            <a:off x="2246021" y="1378128"/>
            <a:ext cx="1182662" cy="461665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cs typeface="Arial" panose="020B0604020202020204" pitchFamily="34" charset="0"/>
              </a:rPr>
              <a:t>GPU1</a:t>
            </a:r>
            <a:endParaRPr lang="zh-CN" altLang="en-US" sz="3600" b="1" dirty="0">
              <a:cs typeface="Arial" panose="020B0604020202020204" pitchFamily="34" charset="0"/>
            </a:endParaRPr>
          </a:p>
        </p:txBody>
      </p:sp>
      <p:cxnSp>
        <p:nvCxnSpPr>
          <p:cNvPr id="35" name="直接连接符 953">
            <a:extLst>
              <a:ext uri="{FF2B5EF4-FFF2-40B4-BE49-F238E27FC236}">
                <a16:creationId xmlns:a16="http://schemas.microsoft.com/office/drawing/2014/main" id="{7C8AD6D7-C4BB-4033-F0AB-A7F03B7521FF}"/>
              </a:ext>
            </a:extLst>
          </p:cNvPr>
          <p:cNvCxnSpPr>
            <a:cxnSpLocks/>
          </p:cNvCxnSpPr>
          <p:nvPr/>
        </p:nvCxnSpPr>
        <p:spPr>
          <a:xfrm flipV="1">
            <a:off x="1175682" y="1622243"/>
            <a:ext cx="1036461" cy="392021"/>
          </a:xfrm>
          <a:prstGeom prst="bentConnector3">
            <a:avLst>
              <a:gd name="adj1" fmla="val 771"/>
            </a:avLst>
          </a:prstGeom>
          <a:ln w="28575">
            <a:solidFill>
              <a:schemeClr val="tx1"/>
            </a:solidFill>
            <a:prstDash val="solid"/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直接连接符 953">
            <a:extLst>
              <a:ext uri="{FF2B5EF4-FFF2-40B4-BE49-F238E27FC236}">
                <a16:creationId xmlns:a16="http://schemas.microsoft.com/office/drawing/2014/main" id="{B146A5E1-49C1-BE21-841F-26638414C3E4}"/>
              </a:ext>
            </a:extLst>
          </p:cNvPr>
          <p:cNvCxnSpPr>
            <a:cxnSpLocks/>
          </p:cNvCxnSpPr>
          <p:nvPr/>
        </p:nvCxnSpPr>
        <p:spPr>
          <a:xfrm>
            <a:off x="1153137" y="4036528"/>
            <a:ext cx="1052054" cy="440352"/>
          </a:xfrm>
          <a:prstGeom prst="bentConnector3">
            <a:avLst>
              <a:gd name="adj1" fmla="val 891"/>
            </a:avLst>
          </a:prstGeom>
          <a:ln w="28575">
            <a:solidFill>
              <a:schemeClr val="tx1"/>
            </a:solidFill>
            <a:prstDash val="solid"/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文本框 36">
            <a:extLst>
              <a:ext uri="{FF2B5EF4-FFF2-40B4-BE49-F238E27FC236}">
                <a16:creationId xmlns:a16="http://schemas.microsoft.com/office/drawing/2014/main" id="{249EBF6A-EF98-67F1-7BCF-3B6A5A0688EF}"/>
              </a:ext>
            </a:extLst>
          </p:cNvPr>
          <p:cNvSpPr txBox="1"/>
          <p:nvPr/>
        </p:nvSpPr>
        <p:spPr>
          <a:xfrm>
            <a:off x="2213257" y="4242542"/>
            <a:ext cx="1182662" cy="461665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cs typeface="Arial" panose="020B0604020202020204" pitchFamily="34" charset="0"/>
              </a:rPr>
              <a:t>GPU2</a:t>
            </a:r>
            <a:endParaRPr lang="zh-CN" altLang="en-US" sz="3600" b="1" dirty="0"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5DB06333-BA64-FBE8-5A9B-CC810276AE39}"/>
                  </a:ext>
                </a:extLst>
              </p:cNvPr>
              <p:cNvSpPr txBox="1"/>
              <p:nvPr/>
            </p:nvSpPr>
            <p:spPr>
              <a:xfrm>
                <a:off x="266734" y="3818078"/>
                <a:ext cx="1071288" cy="461665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1" i="1" dirty="0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altLang="zh-CN" sz="2400" b="1" i="1" dirty="0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𝑿</m:t>
                          </m:r>
                        </m:e>
                        <m:sub>
                          <m:r>
                            <a:rPr lang="en-US" altLang="zh-CN" sz="2400" b="1" i="1" dirty="0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𝟎</m:t>
                          </m:r>
                        </m:sub>
                      </m:sSub>
                    </m:oMath>
                  </m:oMathPara>
                </a14:m>
                <a:endParaRPr lang="zh-CN" altLang="en-US" sz="2400" b="1" dirty="0">
                  <a:solidFill>
                    <a:schemeClr val="accent6"/>
                  </a:solidFill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5DB06333-BA64-FBE8-5A9B-CC810276AE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734" y="3818078"/>
                <a:ext cx="1071288" cy="461665"/>
              </a:xfrm>
              <a:prstGeom prst="rect">
                <a:avLst/>
              </a:prstGeom>
              <a:blipFill>
                <a:blip r:embed="rId3"/>
                <a:stretch>
                  <a:fillRect b="-2632"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57" name="矩形 656">
            <a:extLst>
              <a:ext uri="{FF2B5EF4-FFF2-40B4-BE49-F238E27FC236}">
                <a16:creationId xmlns:a16="http://schemas.microsoft.com/office/drawing/2014/main" id="{122707FE-F23D-9EC2-A658-286E52EED6F0}"/>
              </a:ext>
            </a:extLst>
          </p:cNvPr>
          <p:cNvSpPr/>
          <p:nvPr/>
        </p:nvSpPr>
        <p:spPr>
          <a:xfrm>
            <a:off x="282280" y="5640460"/>
            <a:ext cx="11668471" cy="115353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59" name="文本框 658">
            <a:extLst>
              <a:ext uri="{FF2B5EF4-FFF2-40B4-BE49-F238E27FC236}">
                <a16:creationId xmlns:a16="http://schemas.microsoft.com/office/drawing/2014/main" id="{C3325C92-8017-D209-BA86-E92D3C0460F3}"/>
              </a:ext>
            </a:extLst>
          </p:cNvPr>
          <p:cNvSpPr txBox="1"/>
          <p:nvPr/>
        </p:nvSpPr>
        <p:spPr>
          <a:xfrm>
            <a:off x="241248" y="6064139"/>
            <a:ext cx="3157268" cy="400110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FF0000"/>
                </a:solidFill>
                <a:cs typeface="Arial" panose="020B0604020202020204" pitchFamily="34" charset="0"/>
              </a:rPr>
              <a:t>The Memory of GPU 1</a:t>
            </a:r>
            <a:endParaRPr lang="zh-CN" altLang="en-US" sz="3200" b="1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  <p:grpSp>
        <p:nvGrpSpPr>
          <p:cNvPr id="597" name="组合 596">
            <a:extLst>
              <a:ext uri="{FF2B5EF4-FFF2-40B4-BE49-F238E27FC236}">
                <a16:creationId xmlns:a16="http://schemas.microsoft.com/office/drawing/2014/main" id="{A3AB9EC3-2062-BD90-4223-E74AE1176097}"/>
              </a:ext>
            </a:extLst>
          </p:cNvPr>
          <p:cNvGrpSpPr/>
          <p:nvPr/>
        </p:nvGrpSpPr>
        <p:grpSpPr>
          <a:xfrm>
            <a:off x="3676702" y="6065534"/>
            <a:ext cx="621640" cy="669775"/>
            <a:chOff x="3656357" y="6507685"/>
            <a:chExt cx="621640" cy="669775"/>
          </a:xfrm>
        </p:grpSpPr>
        <p:sp>
          <p:nvSpPr>
            <p:cNvPr id="598" name="矩形 1174">
              <a:extLst>
                <a:ext uri="{FF2B5EF4-FFF2-40B4-BE49-F238E27FC236}">
                  <a16:creationId xmlns:a16="http://schemas.microsoft.com/office/drawing/2014/main" id="{2C73A039-57CE-A483-8347-742AC622A14C}"/>
                </a:ext>
              </a:extLst>
            </p:cNvPr>
            <p:cNvSpPr/>
            <p:nvPr/>
          </p:nvSpPr>
          <p:spPr>
            <a:xfrm rot="10800000">
              <a:off x="3657805" y="7037952"/>
              <a:ext cx="618707" cy="139508"/>
            </a:xfrm>
            <a:custGeom>
              <a:avLst/>
              <a:gdLst>
                <a:gd name="connsiteX0" fmla="*/ 0 w 595706"/>
                <a:gd name="connsiteY0" fmla="*/ 0 h 92965"/>
                <a:gd name="connsiteX1" fmla="*/ 595706 w 595706"/>
                <a:gd name="connsiteY1" fmla="*/ 0 h 92965"/>
                <a:gd name="connsiteX2" fmla="*/ 595706 w 595706"/>
                <a:gd name="connsiteY2" fmla="*/ 92965 h 92965"/>
                <a:gd name="connsiteX3" fmla="*/ 0 w 595706"/>
                <a:gd name="connsiteY3" fmla="*/ 92965 h 92965"/>
                <a:gd name="connsiteX4" fmla="*/ 0 w 595706"/>
                <a:gd name="connsiteY4" fmla="*/ 0 h 92965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131 w 595837"/>
                <a:gd name="connsiteY0" fmla="*/ 0 h 148754"/>
                <a:gd name="connsiteX1" fmla="*/ 595837 w 595837"/>
                <a:gd name="connsiteY1" fmla="*/ 0 h 148754"/>
                <a:gd name="connsiteX2" fmla="*/ 595837 w 595837"/>
                <a:gd name="connsiteY2" fmla="*/ 92965 h 148754"/>
                <a:gd name="connsiteX3" fmla="*/ 131 w 595837"/>
                <a:gd name="connsiteY3" fmla="*/ 148754 h 148754"/>
                <a:gd name="connsiteX4" fmla="*/ 131 w 595837"/>
                <a:gd name="connsiteY4" fmla="*/ 0 h 148754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56571"/>
                <a:gd name="connsiteX1" fmla="*/ 595837 w 595837"/>
                <a:gd name="connsiteY1" fmla="*/ 0 h 156571"/>
                <a:gd name="connsiteX2" fmla="*/ 594316 w 595837"/>
                <a:gd name="connsiteY2" fmla="*/ 141984 h 156571"/>
                <a:gd name="connsiteX3" fmla="*/ 131 w 595837"/>
                <a:gd name="connsiteY3" fmla="*/ 140590 h 156571"/>
                <a:gd name="connsiteX4" fmla="*/ 131 w 595837"/>
                <a:gd name="connsiteY4" fmla="*/ 0 h 156571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0 w 600949"/>
                <a:gd name="connsiteY0" fmla="*/ 0 h 271309"/>
                <a:gd name="connsiteX1" fmla="*/ 600949 w 600949"/>
                <a:gd name="connsiteY1" fmla="*/ 0 h 271309"/>
                <a:gd name="connsiteX2" fmla="*/ 599428 w 600949"/>
                <a:gd name="connsiteY2" fmla="*/ 141984 h 271309"/>
                <a:gd name="connsiteX3" fmla="*/ 3722 w 600949"/>
                <a:gd name="connsiteY3" fmla="*/ 271309 h 271309"/>
                <a:gd name="connsiteX4" fmla="*/ 0 w 600949"/>
                <a:gd name="connsiteY4" fmla="*/ 0 h 271309"/>
                <a:gd name="connsiteX0" fmla="*/ 0 w 599639"/>
                <a:gd name="connsiteY0" fmla="*/ 0 h 271309"/>
                <a:gd name="connsiteX1" fmla="*/ 599639 w 599639"/>
                <a:gd name="connsiteY1" fmla="*/ 0 h 271309"/>
                <a:gd name="connsiteX2" fmla="*/ 599428 w 599639"/>
                <a:gd name="connsiteY2" fmla="*/ 141984 h 271309"/>
                <a:gd name="connsiteX3" fmla="*/ 3722 w 599639"/>
                <a:gd name="connsiteY3" fmla="*/ 271309 h 271309"/>
                <a:gd name="connsiteX4" fmla="*/ 0 w 599639"/>
                <a:gd name="connsiteY4" fmla="*/ 0 h 271309"/>
                <a:gd name="connsiteX0" fmla="*/ 0 w 597018"/>
                <a:gd name="connsiteY0" fmla="*/ 0 h 271309"/>
                <a:gd name="connsiteX1" fmla="*/ 597018 w 597018"/>
                <a:gd name="connsiteY1" fmla="*/ 0 h 271309"/>
                <a:gd name="connsiteX2" fmla="*/ 596807 w 597018"/>
                <a:gd name="connsiteY2" fmla="*/ 141984 h 271309"/>
                <a:gd name="connsiteX3" fmla="*/ 1101 w 597018"/>
                <a:gd name="connsiteY3" fmla="*/ 271309 h 271309"/>
                <a:gd name="connsiteX4" fmla="*/ 0 w 597018"/>
                <a:gd name="connsiteY4" fmla="*/ 0 h 271309"/>
                <a:gd name="connsiteX0" fmla="*/ 0 w 596807"/>
                <a:gd name="connsiteY0" fmla="*/ 0 h 271309"/>
                <a:gd name="connsiteX1" fmla="*/ 591775 w 596807"/>
                <a:gd name="connsiteY1" fmla="*/ 0 h 271309"/>
                <a:gd name="connsiteX2" fmla="*/ 596807 w 596807"/>
                <a:gd name="connsiteY2" fmla="*/ 141984 h 271309"/>
                <a:gd name="connsiteX3" fmla="*/ 1101 w 596807"/>
                <a:gd name="connsiteY3" fmla="*/ 271309 h 271309"/>
                <a:gd name="connsiteX4" fmla="*/ 0 w 596807"/>
                <a:gd name="connsiteY4" fmla="*/ 0 h 271309"/>
                <a:gd name="connsiteX0" fmla="*/ 0 w 596807"/>
                <a:gd name="connsiteY0" fmla="*/ 0 h 271309"/>
                <a:gd name="connsiteX1" fmla="*/ 595708 w 596807"/>
                <a:gd name="connsiteY1" fmla="*/ 0 h 271309"/>
                <a:gd name="connsiteX2" fmla="*/ 596807 w 596807"/>
                <a:gd name="connsiteY2" fmla="*/ 141984 h 271309"/>
                <a:gd name="connsiteX3" fmla="*/ 1101 w 596807"/>
                <a:gd name="connsiteY3" fmla="*/ 271309 h 271309"/>
                <a:gd name="connsiteX4" fmla="*/ 0 w 596807"/>
                <a:gd name="connsiteY4" fmla="*/ 0 h 271309"/>
                <a:gd name="connsiteX0" fmla="*/ 0 w 595708"/>
                <a:gd name="connsiteY0" fmla="*/ 0 h 271309"/>
                <a:gd name="connsiteX1" fmla="*/ 595708 w 595708"/>
                <a:gd name="connsiteY1" fmla="*/ 0 h 271309"/>
                <a:gd name="connsiteX2" fmla="*/ 594186 w 595708"/>
                <a:gd name="connsiteY2" fmla="*/ 141985 h 271309"/>
                <a:gd name="connsiteX3" fmla="*/ 1101 w 595708"/>
                <a:gd name="connsiteY3" fmla="*/ 271309 h 271309"/>
                <a:gd name="connsiteX4" fmla="*/ 0 w 595708"/>
                <a:gd name="connsiteY4" fmla="*/ 0 h 271309"/>
                <a:gd name="connsiteX0" fmla="*/ 0 w 596439"/>
                <a:gd name="connsiteY0" fmla="*/ 109083 h 380392"/>
                <a:gd name="connsiteX1" fmla="*/ 595708 w 596439"/>
                <a:gd name="connsiteY1" fmla="*/ 109083 h 380392"/>
                <a:gd name="connsiteX2" fmla="*/ 594186 w 596439"/>
                <a:gd name="connsiteY2" fmla="*/ 251068 h 380392"/>
                <a:gd name="connsiteX3" fmla="*/ 1101 w 596439"/>
                <a:gd name="connsiteY3" fmla="*/ 380392 h 380392"/>
                <a:gd name="connsiteX4" fmla="*/ 0 w 596439"/>
                <a:gd name="connsiteY4" fmla="*/ 109083 h 380392"/>
                <a:gd name="connsiteX0" fmla="*/ 0 w 595708"/>
                <a:gd name="connsiteY0" fmla="*/ 0 h 271309"/>
                <a:gd name="connsiteX1" fmla="*/ 595708 w 595708"/>
                <a:gd name="connsiteY1" fmla="*/ 0 h 271309"/>
                <a:gd name="connsiteX2" fmla="*/ 594186 w 595708"/>
                <a:gd name="connsiteY2" fmla="*/ 141985 h 271309"/>
                <a:gd name="connsiteX3" fmla="*/ 1101 w 595708"/>
                <a:gd name="connsiteY3" fmla="*/ 271309 h 271309"/>
                <a:gd name="connsiteX4" fmla="*/ 0 w 595708"/>
                <a:gd name="connsiteY4" fmla="*/ 0 h 271309"/>
                <a:gd name="connsiteX0" fmla="*/ 0 w 596808"/>
                <a:gd name="connsiteY0" fmla="*/ 0 h 271309"/>
                <a:gd name="connsiteX1" fmla="*/ 595708 w 596808"/>
                <a:gd name="connsiteY1" fmla="*/ 0 h 271309"/>
                <a:gd name="connsiteX2" fmla="*/ 596808 w 596808"/>
                <a:gd name="connsiteY2" fmla="*/ 141985 h 271309"/>
                <a:gd name="connsiteX3" fmla="*/ 1101 w 596808"/>
                <a:gd name="connsiteY3" fmla="*/ 271309 h 271309"/>
                <a:gd name="connsiteX4" fmla="*/ 0 w 596808"/>
                <a:gd name="connsiteY4" fmla="*/ 0 h 271309"/>
                <a:gd name="connsiteX0" fmla="*/ 0 w 596808"/>
                <a:gd name="connsiteY0" fmla="*/ 0 h 271309"/>
                <a:gd name="connsiteX1" fmla="*/ 595708 w 596808"/>
                <a:gd name="connsiteY1" fmla="*/ 0 h 271309"/>
                <a:gd name="connsiteX2" fmla="*/ 596808 w 596808"/>
                <a:gd name="connsiteY2" fmla="*/ 141985 h 271309"/>
                <a:gd name="connsiteX3" fmla="*/ 1101 w 596808"/>
                <a:gd name="connsiteY3" fmla="*/ 271309 h 271309"/>
                <a:gd name="connsiteX4" fmla="*/ 0 w 596808"/>
                <a:gd name="connsiteY4" fmla="*/ 0 h 271309"/>
                <a:gd name="connsiteX0" fmla="*/ 0 w 596808"/>
                <a:gd name="connsiteY0" fmla="*/ 0 h 271309"/>
                <a:gd name="connsiteX1" fmla="*/ 595708 w 596808"/>
                <a:gd name="connsiteY1" fmla="*/ 0 h 271309"/>
                <a:gd name="connsiteX2" fmla="*/ 596808 w 596808"/>
                <a:gd name="connsiteY2" fmla="*/ 141985 h 271309"/>
                <a:gd name="connsiteX3" fmla="*/ 1101 w 596808"/>
                <a:gd name="connsiteY3" fmla="*/ 271309 h 271309"/>
                <a:gd name="connsiteX4" fmla="*/ 0 w 596808"/>
                <a:gd name="connsiteY4" fmla="*/ 0 h 271309"/>
                <a:gd name="connsiteX0" fmla="*/ 0 w 595708"/>
                <a:gd name="connsiteY0" fmla="*/ 0 h 271309"/>
                <a:gd name="connsiteX1" fmla="*/ 595708 w 595708"/>
                <a:gd name="connsiteY1" fmla="*/ 0 h 271309"/>
                <a:gd name="connsiteX2" fmla="*/ 594186 w 595708"/>
                <a:gd name="connsiteY2" fmla="*/ 141985 h 271309"/>
                <a:gd name="connsiteX3" fmla="*/ 1101 w 595708"/>
                <a:gd name="connsiteY3" fmla="*/ 271309 h 271309"/>
                <a:gd name="connsiteX4" fmla="*/ 0 w 595708"/>
                <a:gd name="connsiteY4" fmla="*/ 0 h 271309"/>
                <a:gd name="connsiteX0" fmla="*/ 0 w 595708"/>
                <a:gd name="connsiteY0" fmla="*/ 0 h 271309"/>
                <a:gd name="connsiteX1" fmla="*/ 595708 w 595708"/>
                <a:gd name="connsiteY1" fmla="*/ 0 h 271309"/>
                <a:gd name="connsiteX2" fmla="*/ 594186 w 595708"/>
                <a:gd name="connsiteY2" fmla="*/ 141985 h 271309"/>
                <a:gd name="connsiteX3" fmla="*/ 1101 w 595708"/>
                <a:gd name="connsiteY3" fmla="*/ 271309 h 271309"/>
                <a:gd name="connsiteX4" fmla="*/ 0 w 595708"/>
                <a:gd name="connsiteY4" fmla="*/ 0 h 271309"/>
                <a:gd name="connsiteX0" fmla="*/ 0 w 595936"/>
                <a:gd name="connsiteY0" fmla="*/ 0 h 271309"/>
                <a:gd name="connsiteX1" fmla="*/ 595708 w 595936"/>
                <a:gd name="connsiteY1" fmla="*/ 0 h 271309"/>
                <a:gd name="connsiteX2" fmla="*/ 594186 w 595936"/>
                <a:gd name="connsiteY2" fmla="*/ 141985 h 271309"/>
                <a:gd name="connsiteX3" fmla="*/ 1101 w 595936"/>
                <a:gd name="connsiteY3" fmla="*/ 271309 h 271309"/>
                <a:gd name="connsiteX4" fmla="*/ 0 w 595936"/>
                <a:gd name="connsiteY4" fmla="*/ 0 h 271309"/>
                <a:gd name="connsiteX0" fmla="*/ 319 w 596255"/>
                <a:gd name="connsiteY0" fmla="*/ 0 h 271309"/>
                <a:gd name="connsiteX1" fmla="*/ 596027 w 596255"/>
                <a:gd name="connsiteY1" fmla="*/ 0 h 271309"/>
                <a:gd name="connsiteX2" fmla="*/ 594505 w 596255"/>
                <a:gd name="connsiteY2" fmla="*/ 141985 h 271309"/>
                <a:gd name="connsiteX3" fmla="*/ 110 w 596255"/>
                <a:gd name="connsiteY3" fmla="*/ 271309 h 271309"/>
                <a:gd name="connsiteX4" fmla="*/ 319 w 596255"/>
                <a:gd name="connsiteY4" fmla="*/ 0 h 271309"/>
                <a:gd name="connsiteX0" fmla="*/ 0 w 595936"/>
                <a:gd name="connsiteY0" fmla="*/ 0 h 271309"/>
                <a:gd name="connsiteX1" fmla="*/ 595708 w 595936"/>
                <a:gd name="connsiteY1" fmla="*/ 0 h 271309"/>
                <a:gd name="connsiteX2" fmla="*/ 594186 w 595936"/>
                <a:gd name="connsiteY2" fmla="*/ 141985 h 271309"/>
                <a:gd name="connsiteX3" fmla="*/ 1101 w 595936"/>
                <a:gd name="connsiteY3" fmla="*/ 271309 h 271309"/>
                <a:gd name="connsiteX4" fmla="*/ 0 w 595936"/>
                <a:gd name="connsiteY4" fmla="*/ 0 h 271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5936" h="271309">
                  <a:moveTo>
                    <a:pt x="0" y="0"/>
                  </a:moveTo>
                  <a:lnTo>
                    <a:pt x="595708" y="0"/>
                  </a:lnTo>
                  <a:cubicBezTo>
                    <a:pt x="595708" y="30988"/>
                    <a:pt x="596806" y="39550"/>
                    <a:pt x="594186" y="141985"/>
                  </a:cubicBezTo>
                  <a:cubicBezTo>
                    <a:pt x="404809" y="352086"/>
                    <a:pt x="341643" y="22672"/>
                    <a:pt x="1101" y="271309"/>
                  </a:cubicBezTo>
                  <a:cubicBezTo>
                    <a:pt x="647" y="226260"/>
                    <a:pt x="454" y="45049"/>
                    <a:pt x="0" y="0"/>
                  </a:cubicBez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599" name="组合 598">
              <a:extLst>
                <a:ext uri="{FF2B5EF4-FFF2-40B4-BE49-F238E27FC236}">
                  <a16:creationId xmlns:a16="http://schemas.microsoft.com/office/drawing/2014/main" id="{886584A2-8F14-0343-BBB5-66400C61BE8D}"/>
                </a:ext>
              </a:extLst>
            </p:cNvPr>
            <p:cNvGrpSpPr/>
            <p:nvPr/>
          </p:nvGrpSpPr>
          <p:grpSpPr>
            <a:xfrm>
              <a:off x="3656357" y="6507685"/>
              <a:ext cx="621640" cy="663817"/>
              <a:chOff x="3656357" y="6507685"/>
              <a:chExt cx="621640" cy="663817"/>
            </a:xfrm>
          </p:grpSpPr>
          <p:sp>
            <p:nvSpPr>
              <p:cNvPr id="600" name="矩形 599">
                <a:extLst>
                  <a:ext uri="{FF2B5EF4-FFF2-40B4-BE49-F238E27FC236}">
                    <a16:creationId xmlns:a16="http://schemas.microsoft.com/office/drawing/2014/main" id="{2F6AB136-4DF9-AA70-40CA-8EDCA4A1FE98}"/>
                  </a:ext>
                </a:extLst>
              </p:cNvPr>
              <p:cNvSpPr/>
              <p:nvPr/>
            </p:nvSpPr>
            <p:spPr>
              <a:xfrm>
                <a:off x="3656465" y="6640950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01" name="矩形 600">
                <a:extLst>
                  <a:ext uri="{FF2B5EF4-FFF2-40B4-BE49-F238E27FC236}">
                    <a16:creationId xmlns:a16="http://schemas.microsoft.com/office/drawing/2014/main" id="{C982E763-E1FC-89BD-FB27-F448F1BC94EB}"/>
                  </a:ext>
                </a:extLst>
              </p:cNvPr>
              <p:cNvSpPr/>
              <p:nvPr/>
            </p:nvSpPr>
            <p:spPr>
              <a:xfrm>
                <a:off x="3811875" y="6640950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02" name="矩形 601">
                <a:extLst>
                  <a:ext uri="{FF2B5EF4-FFF2-40B4-BE49-F238E27FC236}">
                    <a16:creationId xmlns:a16="http://schemas.microsoft.com/office/drawing/2014/main" id="{892005E8-9890-7EEE-DF73-CF2E818B6F00}"/>
                  </a:ext>
                </a:extLst>
              </p:cNvPr>
              <p:cNvSpPr/>
              <p:nvPr/>
            </p:nvSpPr>
            <p:spPr>
              <a:xfrm>
                <a:off x="3967285" y="6640950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03" name="矩形 602">
                <a:extLst>
                  <a:ext uri="{FF2B5EF4-FFF2-40B4-BE49-F238E27FC236}">
                    <a16:creationId xmlns:a16="http://schemas.microsoft.com/office/drawing/2014/main" id="{61A23AB9-1225-584B-F902-9B329100B108}"/>
                  </a:ext>
                </a:extLst>
              </p:cNvPr>
              <p:cNvSpPr/>
              <p:nvPr/>
            </p:nvSpPr>
            <p:spPr>
              <a:xfrm>
                <a:off x="4122695" y="6640950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04" name="矩形 603">
                <a:extLst>
                  <a:ext uri="{FF2B5EF4-FFF2-40B4-BE49-F238E27FC236}">
                    <a16:creationId xmlns:a16="http://schemas.microsoft.com/office/drawing/2014/main" id="{B2BB2A90-9AC8-D6F5-61F6-B9FE661445A1}"/>
                  </a:ext>
                </a:extLst>
              </p:cNvPr>
              <p:cNvSpPr/>
              <p:nvPr/>
            </p:nvSpPr>
            <p:spPr>
              <a:xfrm>
                <a:off x="3656465" y="6773574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05" name="矩形 604">
                <a:extLst>
                  <a:ext uri="{FF2B5EF4-FFF2-40B4-BE49-F238E27FC236}">
                    <a16:creationId xmlns:a16="http://schemas.microsoft.com/office/drawing/2014/main" id="{97399F19-77FD-4D0C-89BD-177D20715424}"/>
                  </a:ext>
                </a:extLst>
              </p:cNvPr>
              <p:cNvSpPr/>
              <p:nvPr/>
            </p:nvSpPr>
            <p:spPr>
              <a:xfrm>
                <a:off x="3811875" y="6773574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06" name="矩形 605">
                <a:extLst>
                  <a:ext uri="{FF2B5EF4-FFF2-40B4-BE49-F238E27FC236}">
                    <a16:creationId xmlns:a16="http://schemas.microsoft.com/office/drawing/2014/main" id="{B3745597-7EEE-5B6E-8368-905AA95F54B2}"/>
                  </a:ext>
                </a:extLst>
              </p:cNvPr>
              <p:cNvSpPr/>
              <p:nvPr/>
            </p:nvSpPr>
            <p:spPr>
              <a:xfrm>
                <a:off x="3967285" y="6773574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07" name="矩形 606">
                <a:extLst>
                  <a:ext uri="{FF2B5EF4-FFF2-40B4-BE49-F238E27FC236}">
                    <a16:creationId xmlns:a16="http://schemas.microsoft.com/office/drawing/2014/main" id="{8AD8ADEC-A240-398B-E5E0-3602D92F07E1}"/>
                  </a:ext>
                </a:extLst>
              </p:cNvPr>
              <p:cNvSpPr/>
              <p:nvPr/>
            </p:nvSpPr>
            <p:spPr>
              <a:xfrm>
                <a:off x="4122695" y="6773574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08" name="矩形 607">
                <a:extLst>
                  <a:ext uri="{FF2B5EF4-FFF2-40B4-BE49-F238E27FC236}">
                    <a16:creationId xmlns:a16="http://schemas.microsoft.com/office/drawing/2014/main" id="{7FDACAFC-F9A5-AAD7-00BA-680264C4398C}"/>
                  </a:ext>
                </a:extLst>
              </p:cNvPr>
              <p:cNvSpPr/>
              <p:nvPr/>
            </p:nvSpPr>
            <p:spPr>
              <a:xfrm>
                <a:off x="3656357" y="690625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09" name="矩形 608">
                <a:extLst>
                  <a:ext uri="{FF2B5EF4-FFF2-40B4-BE49-F238E27FC236}">
                    <a16:creationId xmlns:a16="http://schemas.microsoft.com/office/drawing/2014/main" id="{7FD77AC2-55D6-267D-FC85-C0386F52E383}"/>
                  </a:ext>
                </a:extLst>
              </p:cNvPr>
              <p:cNvSpPr/>
              <p:nvPr/>
            </p:nvSpPr>
            <p:spPr>
              <a:xfrm>
                <a:off x="3811767" y="690625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0" name="矩形 609">
                <a:extLst>
                  <a:ext uri="{FF2B5EF4-FFF2-40B4-BE49-F238E27FC236}">
                    <a16:creationId xmlns:a16="http://schemas.microsoft.com/office/drawing/2014/main" id="{2F4429C3-A915-E5A9-AE97-B6B6310F3B74}"/>
                  </a:ext>
                </a:extLst>
              </p:cNvPr>
              <p:cNvSpPr/>
              <p:nvPr/>
            </p:nvSpPr>
            <p:spPr>
              <a:xfrm>
                <a:off x="3967177" y="690625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1" name="矩形 610">
                <a:extLst>
                  <a:ext uri="{FF2B5EF4-FFF2-40B4-BE49-F238E27FC236}">
                    <a16:creationId xmlns:a16="http://schemas.microsoft.com/office/drawing/2014/main" id="{8603E164-2A0F-0F94-7C6F-E575B286D3A4}"/>
                  </a:ext>
                </a:extLst>
              </p:cNvPr>
              <p:cNvSpPr/>
              <p:nvPr/>
            </p:nvSpPr>
            <p:spPr>
              <a:xfrm>
                <a:off x="4122587" y="690625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2" name="矩形 611">
                <a:extLst>
                  <a:ext uri="{FF2B5EF4-FFF2-40B4-BE49-F238E27FC236}">
                    <a16:creationId xmlns:a16="http://schemas.microsoft.com/office/drawing/2014/main" id="{1BC2E19B-DAAF-F176-5CD9-564B33518FB3}"/>
                  </a:ext>
                </a:extLst>
              </p:cNvPr>
              <p:cNvSpPr/>
              <p:nvPr/>
            </p:nvSpPr>
            <p:spPr>
              <a:xfrm>
                <a:off x="3656357" y="7038879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3" name="矩形 612">
                <a:extLst>
                  <a:ext uri="{FF2B5EF4-FFF2-40B4-BE49-F238E27FC236}">
                    <a16:creationId xmlns:a16="http://schemas.microsoft.com/office/drawing/2014/main" id="{9ACDC26D-3623-8362-B0F8-52BF01ACA767}"/>
                  </a:ext>
                </a:extLst>
              </p:cNvPr>
              <p:cNvSpPr/>
              <p:nvPr/>
            </p:nvSpPr>
            <p:spPr>
              <a:xfrm>
                <a:off x="3811767" y="7038879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4" name="矩形 613">
                <a:extLst>
                  <a:ext uri="{FF2B5EF4-FFF2-40B4-BE49-F238E27FC236}">
                    <a16:creationId xmlns:a16="http://schemas.microsoft.com/office/drawing/2014/main" id="{4AF5F51E-45D8-D058-0507-B6143893702C}"/>
                  </a:ext>
                </a:extLst>
              </p:cNvPr>
              <p:cNvSpPr/>
              <p:nvPr/>
            </p:nvSpPr>
            <p:spPr>
              <a:xfrm>
                <a:off x="3967177" y="7038879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5" name="矩形 614">
                <a:extLst>
                  <a:ext uri="{FF2B5EF4-FFF2-40B4-BE49-F238E27FC236}">
                    <a16:creationId xmlns:a16="http://schemas.microsoft.com/office/drawing/2014/main" id="{87DE4D0D-7583-AC0C-B789-27A568D23CDF}"/>
                  </a:ext>
                </a:extLst>
              </p:cNvPr>
              <p:cNvSpPr/>
              <p:nvPr/>
            </p:nvSpPr>
            <p:spPr>
              <a:xfrm>
                <a:off x="4122587" y="7038879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6" name="矩形 615">
                <a:extLst>
                  <a:ext uri="{FF2B5EF4-FFF2-40B4-BE49-F238E27FC236}">
                    <a16:creationId xmlns:a16="http://schemas.microsoft.com/office/drawing/2014/main" id="{24C4F8F9-5418-C8F6-71E3-7606319331C5}"/>
                  </a:ext>
                </a:extLst>
              </p:cNvPr>
              <p:cNvSpPr/>
              <p:nvPr/>
            </p:nvSpPr>
            <p:spPr>
              <a:xfrm>
                <a:off x="3656357" y="650768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7" name="矩形 616">
                <a:extLst>
                  <a:ext uri="{FF2B5EF4-FFF2-40B4-BE49-F238E27FC236}">
                    <a16:creationId xmlns:a16="http://schemas.microsoft.com/office/drawing/2014/main" id="{22A8450A-9A05-1780-BE46-D9B2B0DE9DC7}"/>
                  </a:ext>
                </a:extLst>
              </p:cNvPr>
              <p:cNvSpPr/>
              <p:nvPr/>
            </p:nvSpPr>
            <p:spPr>
              <a:xfrm>
                <a:off x="3811767" y="650768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8" name="矩形 617">
                <a:extLst>
                  <a:ext uri="{FF2B5EF4-FFF2-40B4-BE49-F238E27FC236}">
                    <a16:creationId xmlns:a16="http://schemas.microsoft.com/office/drawing/2014/main" id="{F7796BBB-1D48-96B4-B8AE-FFD73B3832BD}"/>
                  </a:ext>
                </a:extLst>
              </p:cNvPr>
              <p:cNvSpPr/>
              <p:nvPr/>
            </p:nvSpPr>
            <p:spPr>
              <a:xfrm>
                <a:off x="3967177" y="650768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9" name="矩形 618">
                <a:extLst>
                  <a:ext uri="{FF2B5EF4-FFF2-40B4-BE49-F238E27FC236}">
                    <a16:creationId xmlns:a16="http://schemas.microsoft.com/office/drawing/2014/main" id="{A70362E8-F65D-0FC6-A927-56EE86569818}"/>
                  </a:ext>
                </a:extLst>
              </p:cNvPr>
              <p:cNvSpPr/>
              <p:nvPr/>
            </p:nvSpPr>
            <p:spPr>
              <a:xfrm>
                <a:off x="4122587" y="650768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620" name="椭圆 619">
            <a:extLst>
              <a:ext uri="{FF2B5EF4-FFF2-40B4-BE49-F238E27FC236}">
                <a16:creationId xmlns:a16="http://schemas.microsoft.com/office/drawing/2014/main" id="{61B14B30-8A60-E9B8-4886-ABE891A540D2}"/>
              </a:ext>
            </a:extLst>
          </p:cNvPr>
          <p:cNvSpPr/>
          <p:nvPr/>
        </p:nvSpPr>
        <p:spPr>
          <a:xfrm rot="5400000">
            <a:off x="4799131" y="1468112"/>
            <a:ext cx="322854" cy="32384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cs typeface="Arial" panose="020B0604020202020204" pitchFamily="34" charset="0"/>
              </a:rPr>
              <a:t>1</a:t>
            </a:r>
            <a:endParaRPr lang="zh-CN" altLang="en-US" sz="2400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621" name="椭圆 620">
            <a:extLst>
              <a:ext uri="{FF2B5EF4-FFF2-40B4-BE49-F238E27FC236}">
                <a16:creationId xmlns:a16="http://schemas.microsoft.com/office/drawing/2014/main" id="{C8F8F00E-E6F4-3517-90B6-4F16CA95FFB1}"/>
              </a:ext>
            </a:extLst>
          </p:cNvPr>
          <p:cNvSpPr/>
          <p:nvPr/>
        </p:nvSpPr>
        <p:spPr>
          <a:xfrm rot="5400000">
            <a:off x="4799131" y="2169048"/>
            <a:ext cx="322854" cy="323843"/>
          </a:xfrm>
          <a:prstGeom prst="ellipse">
            <a:avLst/>
          </a:prstGeom>
          <a:noFill/>
          <a:ln w="28575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cs typeface="Arial" panose="020B0604020202020204" pitchFamily="34" charset="0"/>
              </a:rPr>
              <a:t>3</a:t>
            </a:r>
            <a:endParaRPr lang="zh-CN" altLang="en-US" sz="2400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622" name="椭圆 621">
            <a:extLst>
              <a:ext uri="{FF2B5EF4-FFF2-40B4-BE49-F238E27FC236}">
                <a16:creationId xmlns:a16="http://schemas.microsoft.com/office/drawing/2014/main" id="{CEE169B8-3F4F-BA30-2C6E-26A40FA26B21}"/>
              </a:ext>
            </a:extLst>
          </p:cNvPr>
          <p:cNvSpPr/>
          <p:nvPr/>
        </p:nvSpPr>
        <p:spPr>
          <a:xfrm rot="5400000">
            <a:off x="4137206" y="1468112"/>
            <a:ext cx="322854" cy="32384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cs typeface="Arial" panose="020B0604020202020204" pitchFamily="34" charset="0"/>
              </a:rPr>
              <a:t>0</a:t>
            </a:r>
            <a:endParaRPr lang="zh-CN" altLang="en-US" sz="2400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623" name="椭圆 622">
            <a:extLst>
              <a:ext uri="{FF2B5EF4-FFF2-40B4-BE49-F238E27FC236}">
                <a16:creationId xmlns:a16="http://schemas.microsoft.com/office/drawing/2014/main" id="{C84C3908-7C9F-5473-C82C-5BCFF2E07EC8}"/>
              </a:ext>
            </a:extLst>
          </p:cNvPr>
          <p:cNvSpPr/>
          <p:nvPr/>
        </p:nvSpPr>
        <p:spPr>
          <a:xfrm rot="5400000">
            <a:off x="4137206" y="2169048"/>
            <a:ext cx="322854" cy="323843"/>
          </a:xfrm>
          <a:prstGeom prst="ellipse">
            <a:avLst/>
          </a:prstGeom>
          <a:noFill/>
          <a:ln w="28575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cs typeface="Arial" panose="020B0604020202020204" pitchFamily="34" charset="0"/>
              </a:rPr>
              <a:t>2</a:t>
            </a:r>
            <a:endParaRPr lang="zh-CN" altLang="en-US" sz="2400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cxnSp>
        <p:nvCxnSpPr>
          <p:cNvPr id="624" name="直接连接符 510">
            <a:extLst>
              <a:ext uri="{FF2B5EF4-FFF2-40B4-BE49-F238E27FC236}">
                <a16:creationId xmlns:a16="http://schemas.microsoft.com/office/drawing/2014/main" id="{C5106AD9-7123-4D0D-601D-32ACB97A5C52}"/>
              </a:ext>
            </a:extLst>
          </p:cNvPr>
          <p:cNvCxnSpPr>
            <a:cxnSpLocks/>
          </p:cNvCxnSpPr>
          <p:nvPr/>
        </p:nvCxnSpPr>
        <p:spPr>
          <a:xfrm flipH="1">
            <a:off x="4462016" y="1630026"/>
            <a:ext cx="328224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25" name="直接连接符 511">
            <a:extLst>
              <a:ext uri="{FF2B5EF4-FFF2-40B4-BE49-F238E27FC236}">
                <a16:creationId xmlns:a16="http://schemas.microsoft.com/office/drawing/2014/main" id="{6EF9AB65-2046-24CE-7035-463E23A79672}"/>
              </a:ext>
            </a:extLst>
          </p:cNvPr>
          <p:cNvCxnSpPr>
            <a:cxnSpLocks/>
          </p:cNvCxnSpPr>
          <p:nvPr/>
        </p:nvCxnSpPr>
        <p:spPr>
          <a:xfrm>
            <a:off x="4298634" y="1791461"/>
            <a:ext cx="0" cy="378082"/>
          </a:xfrm>
          <a:prstGeom prst="line">
            <a:avLst/>
          </a:prstGeom>
          <a:ln w="28575">
            <a:solidFill>
              <a:schemeClr val="tx1"/>
            </a:solidFill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26" name="直接连接符 512">
            <a:extLst>
              <a:ext uri="{FF2B5EF4-FFF2-40B4-BE49-F238E27FC236}">
                <a16:creationId xmlns:a16="http://schemas.microsoft.com/office/drawing/2014/main" id="{975782C0-F1D0-D2EC-6EEF-4E95C7553954}"/>
              </a:ext>
            </a:extLst>
          </p:cNvPr>
          <p:cNvCxnSpPr>
            <a:cxnSpLocks/>
          </p:cNvCxnSpPr>
          <p:nvPr/>
        </p:nvCxnSpPr>
        <p:spPr>
          <a:xfrm flipV="1">
            <a:off x="4960558" y="1789280"/>
            <a:ext cx="0" cy="380257"/>
          </a:xfrm>
          <a:prstGeom prst="line">
            <a:avLst/>
          </a:prstGeom>
          <a:ln w="28575">
            <a:solidFill>
              <a:schemeClr val="tx1"/>
            </a:solidFill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27" name="直接连接符 513">
            <a:extLst>
              <a:ext uri="{FF2B5EF4-FFF2-40B4-BE49-F238E27FC236}">
                <a16:creationId xmlns:a16="http://schemas.microsoft.com/office/drawing/2014/main" id="{1CC0412A-6D55-96F0-C3BE-7D2625CF6C71}"/>
              </a:ext>
            </a:extLst>
          </p:cNvPr>
          <p:cNvCxnSpPr>
            <a:cxnSpLocks/>
            <a:stCxn id="621" idx="3"/>
            <a:endCxn id="622" idx="7"/>
          </p:cNvCxnSpPr>
          <p:nvPr/>
        </p:nvCxnSpPr>
        <p:spPr>
          <a:xfrm flipH="1" flipV="1">
            <a:off x="4413130" y="1744180"/>
            <a:ext cx="432934" cy="472644"/>
          </a:xfrm>
          <a:prstGeom prst="line">
            <a:avLst/>
          </a:prstGeom>
          <a:ln w="28575">
            <a:solidFill>
              <a:schemeClr val="tx1"/>
            </a:solidFill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660" name="组合 659">
            <a:extLst>
              <a:ext uri="{FF2B5EF4-FFF2-40B4-BE49-F238E27FC236}">
                <a16:creationId xmlns:a16="http://schemas.microsoft.com/office/drawing/2014/main" id="{9E3841E7-DCA7-3F77-B007-9A234D5F920B}"/>
              </a:ext>
            </a:extLst>
          </p:cNvPr>
          <p:cNvGrpSpPr/>
          <p:nvPr/>
        </p:nvGrpSpPr>
        <p:grpSpPr>
          <a:xfrm>
            <a:off x="3191103" y="1349068"/>
            <a:ext cx="821650" cy="536436"/>
            <a:chOff x="5408615" y="10123996"/>
            <a:chExt cx="532461" cy="339599"/>
          </a:xfrm>
        </p:grpSpPr>
        <p:grpSp>
          <p:nvGrpSpPr>
            <p:cNvPr id="661" name="组合 660">
              <a:extLst>
                <a:ext uri="{FF2B5EF4-FFF2-40B4-BE49-F238E27FC236}">
                  <a16:creationId xmlns:a16="http://schemas.microsoft.com/office/drawing/2014/main" id="{B6E19F92-59D0-3A5A-44DC-80DCE37715EE}"/>
                </a:ext>
              </a:extLst>
            </p:cNvPr>
            <p:cNvGrpSpPr/>
            <p:nvPr/>
          </p:nvGrpSpPr>
          <p:grpSpPr>
            <a:xfrm rot="5400000">
              <a:off x="5598460" y="9934151"/>
              <a:ext cx="152772" cy="532461"/>
              <a:chOff x="800913" y="5270079"/>
              <a:chExt cx="152772" cy="532461"/>
            </a:xfrm>
          </p:grpSpPr>
          <p:sp>
            <p:nvSpPr>
              <p:cNvPr id="667" name="矩形 666">
                <a:extLst>
                  <a:ext uri="{FF2B5EF4-FFF2-40B4-BE49-F238E27FC236}">
                    <a16:creationId xmlns:a16="http://schemas.microsoft.com/office/drawing/2014/main" id="{413B4C85-B83E-0766-3A5D-5B71F9029E7C}"/>
                  </a:ext>
                </a:extLst>
              </p:cNvPr>
              <p:cNvSpPr/>
              <p:nvPr/>
            </p:nvSpPr>
            <p:spPr>
              <a:xfrm flipH="1">
                <a:off x="800913" y="5270079"/>
                <a:ext cx="152769" cy="133117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68" name="矩形 667">
                <a:extLst>
                  <a:ext uri="{FF2B5EF4-FFF2-40B4-BE49-F238E27FC236}">
                    <a16:creationId xmlns:a16="http://schemas.microsoft.com/office/drawing/2014/main" id="{24BFEBF9-67BA-B220-6621-3BC8DF939590}"/>
                  </a:ext>
                </a:extLst>
              </p:cNvPr>
              <p:cNvSpPr/>
              <p:nvPr/>
            </p:nvSpPr>
            <p:spPr>
              <a:xfrm flipH="1">
                <a:off x="800918" y="5403192"/>
                <a:ext cx="152767" cy="133117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69" name="矩形 668">
                <a:extLst>
                  <a:ext uri="{FF2B5EF4-FFF2-40B4-BE49-F238E27FC236}">
                    <a16:creationId xmlns:a16="http://schemas.microsoft.com/office/drawing/2014/main" id="{09256657-33EA-32B4-1E8D-2CD8F7D017F2}"/>
                  </a:ext>
                </a:extLst>
              </p:cNvPr>
              <p:cNvSpPr/>
              <p:nvPr/>
            </p:nvSpPr>
            <p:spPr>
              <a:xfrm flipH="1">
                <a:off x="800924" y="5536310"/>
                <a:ext cx="152760" cy="133117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70" name="矩形 669">
                <a:extLst>
                  <a:ext uri="{FF2B5EF4-FFF2-40B4-BE49-F238E27FC236}">
                    <a16:creationId xmlns:a16="http://schemas.microsoft.com/office/drawing/2014/main" id="{66D853C6-03C5-8349-B103-796D75787473}"/>
                  </a:ext>
                </a:extLst>
              </p:cNvPr>
              <p:cNvSpPr/>
              <p:nvPr/>
            </p:nvSpPr>
            <p:spPr>
              <a:xfrm flipH="1">
                <a:off x="800925" y="5669423"/>
                <a:ext cx="152760" cy="133117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662" name="组合 661">
              <a:extLst>
                <a:ext uri="{FF2B5EF4-FFF2-40B4-BE49-F238E27FC236}">
                  <a16:creationId xmlns:a16="http://schemas.microsoft.com/office/drawing/2014/main" id="{A0B01061-6719-DFB1-EEFF-084ADA4E6DF6}"/>
                </a:ext>
              </a:extLst>
            </p:cNvPr>
            <p:cNvGrpSpPr/>
            <p:nvPr/>
          </p:nvGrpSpPr>
          <p:grpSpPr>
            <a:xfrm rot="5400000">
              <a:off x="5598460" y="10120978"/>
              <a:ext cx="152772" cy="532461"/>
              <a:chOff x="800913" y="5270079"/>
              <a:chExt cx="152772" cy="532461"/>
            </a:xfrm>
          </p:grpSpPr>
          <p:sp>
            <p:nvSpPr>
              <p:cNvPr id="663" name="矩形 662">
                <a:extLst>
                  <a:ext uri="{FF2B5EF4-FFF2-40B4-BE49-F238E27FC236}">
                    <a16:creationId xmlns:a16="http://schemas.microsoft.com/office/drawing/2014/main" id="{CC28B0C1-42E8-746B-4BEC-F0CABFEFFA9C}"/>
                  </a:ext>
                </a:extLst>
              </p:cNvPr>
              <p:cNvSpPr/>
              <p:nvPr/>
            </p:nvSpPr>
            <p:spPr>
              <a:xfrm flipH="1">
                <a:off x="800913" y="5270079"/>
                <a:ext cx="152769" cy="133117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64" name="矩形 663">
                <a:extLst>
                  <a:ext uri="{FF2B5EF4-FFF2-40B4-BE49-F238E27FC236}">
                    <a16:creationId xmlns:a16="http://schemas.microsoft.com/office/drawing/2014/main" id="{B40BA0C4-2885-25F8-A8AE-3425EE3D8745}"/>
                  </a:ext>
                </a:extLst>
              </p:cNvPr>
              <p:cNvSpPr/>
              <p:nvPr/>
            </p:nvSpPr>
            <p:spPr>
              <a:xfrm flipH="1">
                <a:off x="800918" y="5403192"/>
                <a:ext cx="152767" cy="133117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65" name="矩形 664">
                <a:extLst>
                  <a:ext uri="{FF2B5EF4-FFF2-40B4-BE49-F238E27FC236}">
                    <a16:creationId xmlns:a16="http://schemas.microsoft.com/office/drawing/2014/main" id="{C1EE3E03-16B7-A5C6-EB1E-977478935DA9}"/>
                  </a:ext>
                </a:extLst>
              </p:cNvPr>
              <p:cNvSpPr/>
              <p:nvPr/>
            </p:nvSpPr>
            <p:spPr>
              <a:xfrm flipH="1">
                <a:off x="800924" y="5536310"/>
                <a:ext cx="152760" cy="133117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66" name="矩形 665">
                <a:extLst>
                  <a:ext uri="{FF2B5EF4-FFF2-40B4-BE49-F238E27FC236}">
                    <a16:creationId xmlns:a16="http://schemas.microsoft.com/office/drawing/2014/main" id="{2C6800D2-1759-4940-92D0-FE9E4930FB77}"/>
                  </a:ext>
                </a:extLst>
              </p:cNvPr>
              <p:cNvSpPr/>
              <p:nvPr/>
            </p:nvSpPr>
            <p:spPr>
              <a:xfrm flipH="1">
                <a:off x="800925" y="5669423"/>
                <a:ext cx="152760" cy="133117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671" name="组合 670">
            <a:extLst>
              <a:ext uri="{FF2B5EF4-FFF2-40B4-BE49-F238E27FC236}">
                <a16:creationId xmlns:a16="http://schemas.microsoft.com/office/drawing/2014/main" id="{8AD8BCCA-205E-FF16-A797-324CEE2B4B5C}"/>
              </a:ext>
            </a:extLst>
          </p:cNvPr>
          <p:cNvGrpSpPr/>
          <p:nvPr/>
        </p:nvGrpSpPr>
        <p:grpSpPr>
          <a:xfrm>
            <a:off x="3180736" y="4342336"/>
            <a:ext cx="821650" cy="536436"/>
            <a:chOff x="5408615" y="10123996"/>
            <a:chExt cx="532461" cy="339599"/>
          </a:xfrm>
        </p:grpSpPr>
        <p:grpSp>
          <p:nvGrpSpPr>
            <p:cNvPr id="672" name="组合 671">
              <a:extLst>
                <a:ext uri="{FF2B5EF4-FFF2-40B4-BE49-F238E27FC236}">
                  <a16:creationId xmlns:a16="http://schemas.microsoft.com/office/drawing/2014/main" id="{E39FCA95-C9DD-EFD7-5DA6-BCAAE5242FF4}"/>
                </a:ext>
              </a:extLst>
            </p:cNvPr>
            <p:cNvGrpSpPr/>
            <p:nvPr/>
          </p:nvGrpSpPr>
          <p:grpSpPr>
            <a:xfrm rot="5400000">
              <a:off x="5598460" y="9934151"/>
              <a:ext cx="152772" cy="532461"/>
              <a:chOff x="800913" y="5270079"/>
              <a:chExt cx="152772" cy="532461"/>
            </a:xfrm>
          </p:grpSpPr>
          <p:sp>
            <p:nvSpPr>
              <p:cNvPr id="678" name="矩形 677">
                <a:extLst>
                  <a:ext uri="{FF2B5EF4-FFF2-40B4-BE49-F238E27FC236}">
                    <a16:creationId xmlns:a16="http://schemas.microsoft.com/office/drawing/2014/main" id="{86A6B7D6-531B-F469-60CE-E02584F53269}"/>
                  </a:ext>
                </a:extLst>
              </p:cNvPr>
              <p:cNvSpPr/>
              <p:nvPr/>
            </p:nvSpPr>
            <p:spPr>
              <a:xfrm flipH="1">
                <a:off x="800913" y="5270079"/>
                <a:ext cx="152769" cy="133117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79" name="矩形 678">
                <a:extLst>
                  <a:ext uri="{FF2B5EF4-FFF2-40B4-BE49-F238E27FC236}">
                    <a16:creationId xmlns:a16="http://schemas.microsoft.com/office/drawing/2014/main" id="{A386126E-F0C1-4D71-DEE1-FC9F46BE7D98}"/>
                  </a:ext>
                </a:extLst>
              </p:cNvPr>
              <p:cNvSpPr/>
              <p:nvPr/>
            </p:nvSpPr>
            <p:spPr>
              <a:xfrm flipH="1">
                <a:off x="800918" y="5403192"/>
                <a:ext cx="152767" cy="133117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80" name="矩形 679">
                <a:extLst>
                  <a:ext uri="{FF2B5EF4-FFF2-40B4-BE49-F238E27FC236}">
                    <a16:creationId xmlns:a16="http://schemas.microsoft.com/office/drawing/2014/main" id="{7F5B0C91-281A-68CE-3826-7F26BE1F159F}"/>
                  </a:ext>
                </a:extLst>
              </p:cNvPr>
              <p:cNvSpPr/>
              <p:nvPr/>
            </p:nvSpPr>
            <p:spPr>
              <a:xfrm flipH="1">
                <a:off x="800924" y="5536310"/>
                <a:ext cx="152760" cy="133117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81" name="矩形 680">
                <a:extLst>
                  <a:ext uri="{FF2B5EF4-FFF2-40B4-BE49-F238E27FC236}">
                    <a16:creationId xmlns:a16="http://schemas.microsoft.com/office/drawing/2014/main" id="{F2E02B0E-D48F-9524-3020-E64776428DA3}"/>
                  </a:ext>
                </a:extLst>
              </p:cNvPr>
              <p:cNvSpPr/>
              <p:nvPr/>
            </p:nvSpPr>
            <p:spPr>
              <a:xfrm flipH="1">
                <a:off x="800925" y="5669423"/>
                <a:ext cx="152760" cy="133117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673" name="组合 672">
              <a:extLst>
                <a:ext uri="{FF2B5EF4-FFF2-40B4-BE49-F238E27FC236}">
                  <a16:creationId xmlns:a16="http://schemas.microsoft.com/office/drawing/2014/main" id="{864A1A91-018D-B648-4C96-2BFE4DA3FDA3}"/>
                </a:ext>
              </a:extLst>
            </p:cNvPr>
            <p:cNvGrpSpPr/>
            <p:nvPr/>
          </p:nvGrpSpPr>
          <p:grpSpPr>
            <a:xfrm rot="5400000">
              <a:off x="5598460" y="10120978"/>
              <a:ext cx="152772" cy="532461"/>
              <a:chOff x="800913" y="5270079"/>
              <a:chExt cx="152772" cy="532461"/>
            </a:xfrm>
          </p:grpSpPr>
          <p:sp>
            <p:nvSpPr>
              <p:cNvPr id="674" name="矩形 673">
                <a:extLst>
                  <a:ext uri="{FF2B5EF4-FFF2-40B4-BE49-F238E27FC236}">
                    <a16:creationId xmlns:a16="http://schemas.microsoft.com/office/drawing/2014/main" id="{8B078FE0-ACD1-219C-AF4A-E7DA613E9962}"/>
                  </a:ext>
                </a:extLst>
              </p:cNvPr>
              <p:cNvSpPr/>
              <p:nvPr/>
            </p:nvSpPr>
            <p:spPr>
              <a:xfrm flipH="1">
                <a:off x="800913" y="5270079"/>
                <a:ext cx="152769" cy="133117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75" name="矩形 674">
                <a:extLst>
                  <a:ext uri="{FF2B5EF4-FFF2-40B4-BE49-F238E27FC236}">
                    <a16:creationId xmlns:a16="http://schemas.microsoft.com/office/drawing/2014/main" id="{74A90A3C-A303-DEF6-3594-E74D7AC02818}"/>
                  </a:ext>
                </a:extLst>
              </p:cNvPr>
              <p:cNvSpPr/>
              <p:nvPr/>
            </p:nvSpPr>
            <p:spPr>
              <a:xfrm flipH="1">
                <a:off x="800918" y="5403192"/>
                <a:ext cx="152767" cy="133117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76" name="矩形 675">
                <a:extLst>
                  <a:ext uri="{FF2B5EF4-FFF2-40B4-BE49-F238E27FC236}">
                    <a16:creationId xmlns:a16="http://schemas.microsoft.com/office/drawing/2014/main" id="{05AAEC69-EC7F-693E-8E81-86A5D243CE55}"/>
                  </a:ext>
                </a:extLst>
              </p:cNvPr>
              <p:cNvSpPr/>
              <p:nvPr/>
            </p:nvSpPr>
            <p:spPr>
              <a:xfrm flipH="1">
                <a:off x="800924" y="5536310"/>
                <a:ext cx="152760" cy="133117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77" name="矩形 676">
                <a:extLst>
                  <a:ext uri="{FF2B5EF4-FFF2-40B4-BE49-F238E27FC236}">
                    <a16:creationId xmlns:a16="http://schemas.microsoft.com/office/drawing/2014/main" id="{E81C3584-A1DE-F4B3-F334-02BEF654D8A1}"/>
                  </a:ext>
                </a:extLst>
              </p:cNvPr>
              <p:cNvSpPr/>
              <p:nvPr/>
            </p:nvSpPr>
            <p:spPr>
              <a:xfrm flipH="1">
                <a:off x="800925" y="5669423"/>
                <a:ext cx="152760" cy="133117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82" name="文本框 681">
                <a:extLst>
                  <a:ext uri="{FF2B5EF4-FFF2-40B4-BE49-F238E27FC236}">
                    <a16:creationId xmlns:a16="http://schemas.microsoft.com/office/drawing/2014/main" id="{487A5239-CF2E-91F2-1221-FB586B0C3A9B}"/>
                  </a:ext>
                </a:extLst>
              </p:cNvPr>
              <p:cNvSpPr txBox="1"/>
              <p:nvPr/>
            </p:nvSpPr>
            <p:spPr>
              <a:xfrm>
                <a:off x="3156098" y="4918088"/>
                <a:ext cx="1071288" cy="461665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1" i="1" dirty="0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altLang="zh-CN" sz="2400" b="1" i="1" dirty="0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𝑿</m:t>
                          </m:r>
                        </m:e>
                        <m:sub>
                          <m:r>
                            <a:rPr lang="en-US" altLang="zh-CN" sz="2400" b="1" i="1" dirty="0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𝟎</m:t>
                          </m:r>
                        </m:sub>
                      </m:sSub>
                    </m:oMath>
                  </m:oMathPara>
                </a14:m>
                <a:endParaRPr lang="zh-CN" altLang="en-US" sz="2400" b="1" dirty="0">
                  <a:solidFill>
                    <a:schemeClr val="accent6"/>
                  </a:solidFill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82" name="文本框 681">
                <a:extLst>
                  <a:ext uri="{FF2B5EF4-FFF2-40B4-BE49-F238E27FC236}">
                    <a16:creationId xmlns:a16="http://schemas.microsoft.com/office/drawing/2014/main" id="{487A5239-CF2E-91F2-1221-FB586B0C3A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56098" y="4918088"/>
                <a:ext cx="1071288" cy="461665"/>
              </a:xfrm>
              <a:prstGeom prst="rect">
                <a:avLst/>
              </a:prstGeom>
              <a:blipFill>
                <a:blip r:embed="rId4"/>
                <a:stretch>
                  <a:fillRect b="-1316"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83" name="直接连接符 699">
            <a:extLst>
              <a:ext uri="{FF2B5EF4-FFF2-40B4-BE49-F238E27FC236}">
                <a16:creationId xmlns:a16="http://schemas.microsoft.com/office/drawing/2014/main" id="{77CB26EC-02A6-E430-E8E8-B9706DAD462C}"/>
              </a:ext>
            </a:extLst>
          </p:cNvPr>
          <p:cNvCxnSpPr>
            <a:cxnSpLocks/>
          </p:cNvCxnSpPr>
          <p:nvPr/>
        </p:nvCxnSpPr>
        <p:spPr>
          <a:xfrm flipV="1">
            <a:off x="3335154" y="2971159"/>
            <a:ext cx="8784500" cy="22839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矩形 32">
            <a:extLst>
              <a:ext uri="{FF2B5EF4-FFF2-40B4-BE49-F238E27FC236}">
                <a16:creationId xmlns:a16="http://schemas.microsoft.com/office/drawing/2014/main" id="{EF4475DF-70D7-5275-A028-FE7CF81D4C2C}"/>
              </a:ext>
            </a:extLst>
          </p:cNvPr>
          <p:cNvSpPr/>
          <p:nvPr/>
        </p:nvSpPr>
        <p:spPr>
          <a:xfrm flipV="1">
            <a:off x="5301029" y="1212605"/>
            <a:ext cx="2096150" cy="116071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椭圆 37">
            <a:extLst>
              <a:ext uri="{FF2B5EF4-FFF2-40B4-BE49-F238E27FC236}">
                <a16:creationId xmlns:a16="http://schemas.microsoft.com/office/drawing/2014/main" id="{7FB739CD-791A-0FB3-4128-46705358A419}"/>
              </a:ext>
            </a:extLst>
          </p:cNvPr>
          <p:cNvSpPr/>
          <p:nvPr/>
        </p:nvSpPr>
        <p:spPr>
          <a:xfrm rot="5400000">
            <a:off x="6178264" y="1532683"/>
            <a:ext cx="270678" cy="277715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endParaRPr lang="zh-CN" altLang="en-US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椭圆 38">
            <a:extLst>
              <a:ext uri="{FF2B5EF4-FFF2-40B4-BE49-F238E27FC236}">
                <a16:creationId xmlns:a16="http://schemas.microsoft.com/office/drawing/2014/main" id="{DF9E74C5-C0D2-2C6F-D8AF-B3AEE1BA22B8}"/>
              </a:ext>
            </a:extLst>
          </p:cNvPr>
          <p:cNvSpPr/>
          <p:nvPr/>
        </p:nvSpPr>
        <p:spPr>
          <a:xfrm rot="5400000">
            <a:off x="6181948" y="1875873"/>
            <a:ext cx="270678" cy="277715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zh-CN" altLang="en-US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C6108A46-D6CE-E8FE-5AB1-06F729CC97C4}"/>
              </a:ext>
            </a:extLst>
          </p:cNvPr>
          <p:cNvGrpSpPr/>
          <p:nvPr/>
        </p:nvGrpSpPr>
        <p:grpSpPr>
          <a:xfrm rot="5400000">
            <a:off x="5653709" y="1338387"/>
            <a:ext cx="202322" cy="704614"/>
            <a:chOff x="800913" y="5270079"/>
            <a:chExt cx="152772" cy="532461"/>
          </a:xfrm>
        </p:grpSpPr>
        <p:sp>
          <p:nvSpPr>
            <p:cNvPr id="41" name="矩形 40">
              <a:extLst>
                <a:ext uri="{FF2B5EF4-FFF2-40B4-BE49-F238E27FC236}">
                  <a16:creationId xmlns:a16="http://schemas.microsoft.com/office/drawing/2014/main" id="{0819DEF3-2995-324F-641C-075CEA7F8119}"/>
                </a:ext>
              </a:extLst>
            </p:cNvPr>
            <p:cNvSpPr/>
            <p:nvPr/>
          </p:nvSpPr>
          <p:spPr>
            <a:xfrm flipH="1">
              <a:off x="800913" y="5270079"/>
              <a:ext cx="152769" cy="133117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" name="矩形 41">
              <a:extLst>
                <a:ext uri="{FF2B5EF4-FFF2-40B4-BE49-F238E27FC236}">
                  <a16:creationId xmlns:a16="http://schemas.microsoft.com/office/drawing/2014/main" id="{0D254249-B573-66FA-9663-D3DF525ED10D}"/>
                </a:ext>
              </a:extLst>
            </p:cNvPr>
            <p:cNvSpPr/>
            <p:nvPr/>
          </p:nvSpPr>
          <p:spPr>
            <a:xfrm flipH="1">
              <a:off x="800918" y="5403192"/>
              <a:ext cx="152767" cy="133117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" name="矩形 42">
              <a:extLst>
                <a:ext uri="{FF2B5EF4-FFF2-40B4-BE49-F238E27FC236}">
                  <a16:creationId xmlns:a16="http://schemas.microsoft.com/office/drawing/2014/main" id="{FB4C95F4-819C-65AC-F7E4-B196335B5B10}"/>
                </a:ext>
              </a:extLst>
            </p:cNvPr>
            <p:cNvSpPr/>
            <p:nvPr/>
          </p:nvSpPr>
          <p:spPr>
            <a:xfrm flipH="1">
              <a:off x="800924" y="5536310"/>
              <a:ext cx="152760" cy="133117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矩形 43">
              <a:extLst>
                <a:ext uri="{FF2B5EF4-FFF2-40B4-BE49-F238E27FC236}">
                  <a16:creationId xmlns:a16="http://schemas.microsoft.com/office/drawing/2014/main" id="{2AA405BF-82A5-C9A8-2F73-D0BADDDBA65C}"/>
                </a:ext>
              </a:extLst>
            </p:cNvPr>
            <p:cNvSpPr/>
            <p:nvPr/>
          </p:nvSpPr>
          <p:spPr>
            <a:xfrm flipH="1">
              <a:off x="800925" y="5669423"/>
              <a:ext cx="152760" cy="133117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5" name="组合 44">
            <a:extLst>
              <a:ext uri="{FF2B5EF4-FFF2-40B4-BE49-F238E27FC236}">
                <a16:creationId xmlns:a16="http://schemas.microsoft.com/office/drawing/2014/main" id="{81799FAB-789E-335B-C5CF-91DEEE167614}"/>
              </a:ext>
            </a:extLst>
          </p:cNvPr>
          <p:cNvGrpSpPr/>
          <p:nvPr/>
        </p:nvGrpSpPr>
        <p:grpSpPr>
          <a:xfrm rot="5400000">
            <a:off x="5653707" y="1687394"/>
            <a:ext cx="202322" cy="704614"/>
            <a:chOff x="800913" y="5270079"/>
            <a:chExt cx="152772" cy="532461"/>
          </a:xfrm>
        </p:grpSpPr>
        <p:sp>
          <p:nvSpPr>
            <p:cNvPr id="46" name="矩形 45">
              <a:extLst>
                <a:ext uri="{FF2B5EF4-FFF2-40B4-BE49-F238E27FC236}">
                  <a16:creationId xmlns:a16="http://schemas.microsoft.com/office/drawing/2014/main" id="{1FCB1EC8-2C11-BE77-6969-E44C6FC99CE7}"/>
                </a:ext>
              </a:extLst>
            </p:cNvPr>
            <p:cNvSpPr/>
            <p:nvPr/>
          </p:nvSpPr>
          <p:spPr>
            <a:xfrm flipH="1">
              <a:off x="800913" y="5270079"/>
              <a:ext cx="152769" cy="133117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" name="矩形 46">
              <a:extLst>
                <a:ext uri="{FF2B5EF4-FFF2-40B4-BE49-F238E27FC236}">
                  <a16:creationId xmlns:a16="http://schemas.microsoft.com/office/drawing/2014/main" id="{0F04A3EA-9A35-84B6-C27D-DEBA8B807E23}"/>
                </a:ext>
              </a:extLst>
            </p:cNvPr>
            <p:cNvSpPr/>
            <p:nvPr/>
          </p:nvSpPr>
          <p:spPr>
            <a:xfrm flipH="1">
              <a:off x="800918" y="5403192"/>
              <a:ext cx="152767" cy="133117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" name="矩形 47">
              <a:extLst>
                <a:ext uri="{FF2B5EF4-FFF2-40B4-BE49-F238E27FC236}">
                  <a16:creationId xmlns:a16="http://schemas.microsoft.com/office/drawing/2014/main" id="{710F357C-4B50-A480-C986-08351891EA84}"/>
                </a:ext>
              </a:extLst>
            </p:cNvPr>
            <p:cNvSpPr/>
            <p:nvPr/>
          </p:nvSpPr>
          <p:spPr>
            <a:xfrm flipH="1">
              <a:off x="800924" y="5536310"/>
              <a:ext cx="152760" cy="133117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" name="矩形 48">
              <a:extLst>
                <a:ext uri="{FF2B5EF4-FFF2-40B4-BE49-F238E27FC236}">
                  <a16:creationId xmlns:a16="http://schemas.microsoft.com/office/drawing/2014/main" id="{03A9F90D-EA5A-C8A8-FC4D-EB11FB38135E}"/>
                </a:ext>
              </a:extLst>
            </p:cNvPr>
            <p:cNvSpPr/>
            <p:nvPr/>
          </p:nvSpPr>
          <p:spPr>
            <a:xfrm flipH="1">
              <a:off x="800925" y="5669423"/>
              <a:ext cx="152760" cy="133117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576" name="组合 575">
            <a:extLst>
              <a:ext uri="{FF2B5EF4-FFF2-40B4-BE49-F238E27FC236}">
                <a16:creationId xmlns:a16="http://schemas.microsoft.com/office/drawing/2014/main" id="{8F61D239-6C35-9BDC-07D3-32C5ED360AAB}"/>
              </a:ext>
            </a:extLst>
          </p:cNvPr>
          <p:cNvGrpSpPr/>
          <p:nvPr/>
        </p:nvGrpSpPr>
        <p:grpSpPr>
          <a:xfrm>
            <a:off x="6696167" y="1367271"/>
            <a:ext cx="610665" cy="879151"/>
            <a:chOff x="6116209" y="1036604"/>
            <a:chExt cx="391184" cy="590828"/>
          </a:xfrm>
        </p:grpSpPr>
        <p:sp>
          <p:nvSpPr>
            <p:cNvPr id="577" name="流程图: 接点 566">
              <a:extLst>
                <a:ext uri="{FF2B5EF4-FFF2-40B4-BE49-F238E27FC236}">
                  <a16:creationId xmlns:a16="http://schemas.microsoft.com/office/drawing/2014/main" id="{4DA20133-3080-FA54-B9ED-AFE1ECCBEEB7}"/>
                </a:ext>
              </a:extLst>
            </p:cNvPr>
            <p:cNvSpPr/>
            <p:nvPr/>
          </p:nvSpPr>
          <p:spPr>
            <a:xfrm>
              <a:off x="6116209" y="1036604"/>
              <a:ext cx="125672" cy="125837"/>
            </a:xfrm>
            <a:prstGeom prst="flowChartConnector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78" name="流程图: 接点 566">
              <a:extLst>
                <a:ext uri="{FF2B5EF4-FFF2-40B4-BE49-F238E27FC236}">
                  <a16:creationId xmlns:a16="http://schemas.microsoft.com/office/drawing/2014/main" id="{56F418C4-D198-F7DF-A35A-A639198587E3}"/>
                </a:ext>
              </a:extLst>
            </p:cNvPr>
            <p:cNvSpPr/>
            <p:nvPr/>
          </p:nvSpPr>
          <p:spPr>
            <a:xfrm>
              <a:off x="6116209" y="1191601"/>
              <a:ext cx="125672" cy="125837"/>
            </a:xfrm>
            <a:prstGeom prst="flowChartConnector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79" name="流程图: 接点 566">
              <a:extLst>
                <a:ext uri="{FF2B5EF4-FFF2-40B4-BE49-F238E27FC236}">
                  <a16:creationId xmlns:a16="http://schemas.microsoft.com/office/drawing/2014/main" id="{3FC3879A-C303-1613-29F4-0AD2478BF9A6}"/>
                </a:ext>
              </a:extLst>
            </p:cNvPr>
            <p:cNvSpPr/>
            <p:nvPr/>
          </p:nvSpPr>
          <p:spPr>
            <a:xfrm>
              <a:off x="6116209" y="1501595"/>
              <a:ext cx="125672" cy="125837"/>
            </a:xfrm>
            <a:prstGeom prst="flowChartConnector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80" name="流程图: 接点 566">
              <a:extLst>
                <a:ext uri="{FF2B5EF4-FFF2-40B4-BE49-F238E27FC236}">
                  <a16:creationId xmlns:a16="http://schemas.microsoft.com/office/drawing/2014/main" id="{EA258454-784B-53BF-5A45-7AD63E8E081D}"/>
                </a:ext>
              </a:extLst>
            </p:cNvPr>
            <p:cNvSpPr/>
            <p:nvPr/>
          </p:nvSpPr>
          <p:spPr>
            <a:xfrm>
              <a:off x="6116209" y="1346598"/>
              <a:ext cx="125672" cy="125837"/>
            </a:xfrm>
            <a:prstGeom prst="flowChartConnector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81" name="流程图: 接点 566">
              <a:extLst>
                <a:ext uri="{FF2B5EF4-FFF2-40B4-BE49-F238E27FC236}">
                  <a16:creationId xmlns:a16="http://schemas.microsoft.com/office/drawing/2014/main" id="{19F69A5A-0734-ACEF-517F-BD957E07FCB0}"/>
                </a:ext>
              </a:extLst>
            </p:cNvPr>
            <p:cNvSpPr/>
            <p:nvPr/>
          </p:nvSpPr>
          <p:spPr>
            <a:xfrm>
              <a:off x="6381721" y="1191280"/>
              <a:ext cx="125672" cy="125837"/>
            </a:xfrm>
            <a:prstGeom prst="flowChartConnector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82" name="流程图: 接点 566">
              <a:extLst>
                <a:ext uri="{FF2B5EF4-FFF2-40B4-BE49-F238E27FC236}">
                  <a16:creationId xmlns:a16="http://schemas.microsoft.com/office/drawing/2014/main" id="{678416B7-C691-F54D-D798-389AA801EE08}"/>
                </a:ext>
              </a:extLst>
            </p:cNvPr>
            <p:cNvSpPr/>
            <p:nvPr/>
          </p:nvSpPr>
          <p:spPr>
            <a:xfrm>
              <a:off x="6381721" y="1346277"/>
              <a:ext cx="125672" cy="125837"/>
            </a:xfrm>
            <a:prstGeom prst="flowChartConnector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583" name="直接连接符 510">
              <a:extLst>
                <a:ext uri="{FF2B5EF4-FFF2-40B4-BE49-F238E27FC236}">
                  <a16:creationId xmlns:a16="http://schemas.microsoft.com/office/drawing/2014/main" id="{0042AB4D-A6C6-ED45-EA8D-3C0ED3F8A0C6}"/>
                </a:ext>
              </a:extLst>
            </p:cNvPr>
            <p:cNvCxnSpPr>
              <a:cxnSpLocks/>
              <a:stCxn id="581" idx="2"/>
              <a:endCxn id="577" idx="6"/>
            </p:cNvCxnSpPr>
            <p:nvPr/>
          </p:nvCxnSpPr>
          <p:spPr>
            <a:xfrm flipH="1" flipV="1">
              <a:off x="6241881" y="1099523"/>
              <a:ext cx="139840" cy="15467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84" name="直接连接符 510">
              <a:extLst>
                <a:ext uri="{FF2B5EF4-FFF2-40B4-BE49-F238E27FC236}">
                  <a16:creationId xmlns:a16="http://schemas.microsoft.com/office/drawing/2014/main" id="{5161D5A1-B491-9768-75AA-C6717CB0BD2B}"/>
                </a:ext>
              </a:extLst>
            </p:cNvPr>
            <p:cNvCxnSpPr>
              <a:cxnSpLocks/>
              <a:stCxn id="581" idx="2"/>
              <a:endCxn id="578" idx="6"/>
            </p:cNvCxnSpPr>
            <p:nvPr/>
          </p:nvCxnSpPr>
          <p:spPr>
            <a:xfrm flipH="1">
              <a:off x="6241881" y="1254199"/>
              <a:ext cx="139840" cy="321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85" name="直接连接符 510">
              <a:extLst>
                <a:ext uri="{FF2B5EF4-FFF2-40B4-BE49-F238E27FC236}">
                  <a16:creationId xmlns:a16="http://schemas.microsoft.com/office/drawing/2014/main" id="{9C715608-6D2D-1A65-5E6F-0B9B029CEA1B}"/>
                </a:ext>
              </a:extLst>
            </p:cNvPr>
            <p:cNvCxnSpPr>
              <a:cxnSpLocks/>
              <a:stCxn id="581" idx="2"/>
              <a:endCxn id="580" idx="6"/>
            </p:cNvCxnSpPr>
            <p:nvPr/>
          </p:nvCxnSpPr>
          <p:spPr>
            <a:xfrm flipH="1">
              <a:off x="6241881" y="1254199"/>
              <a:ext cx="139840" cy="15531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86" name="直接连接符 510">
              <a:extLst>
                <a:ext uri="{FF2B5EF4-FFF2-40B4-BE49-F238E27FC236}">
                  <a16:creationId xmlns:a16="http://schemas.microsoft.com/office/drawing/2014/main" id="{F210796E-FA55-CB07-1743-3426788DFF01}"/>
                </a:ext>
              </a:extLst>
            </p:cNvPr>
            <p:cNvCxnSpPr>
              <a:cxnSpLocks/>
              <a:stCxn id="582" idx="2"/>
              <a:endCxn id="579" idx="6"/>
            </p:cNvCxnSpPr>
            <p:nvPr/>
          </p:nvCxnSpPr>
          <p:spPr>
            <a:xfrm flipH="1">
              <a:off x="6241881" y="1409196"/>
              <a:ext cx="139840" cy="15531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87" name="直接连接符 510">
              <a:extLst>
                <a:ext uri="{FF2B5EF4-FFF2-40B4-BE49-F238E27FC236}">
                  <a16:creationId xmlns:a16="http://schemas.microsoft.com/office/drawing/2014/main" id="{BCD188EF-E510-0F6C-BAE5-9D7DE8F24880}"/>
                </a:ext>
              </a:extLst>
            </p:cNvPr>
            <p:cNvCxnSpPr>
              <a:cxnSpLocks/>
              <a:stCxn id="582" idx="2"/>
              <a:endCxn id="577" idx="6"/>
            </p:cNvCxnSpPr>
            <p:nvPr/>
          </p:nvCxnSpPr>
          <p:spPr>
            <a:xfrm flipH="1" flipV="1">
              <a:off x="6241881" y="1099523"/>
              <a:ext cx="139840" cy="309673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88" name="直接连接符 510">
              <a:extLst>
                <a:ext uri="{FF2B5EF4-FFF2-40B4-BE49-F238E27FC236}">
                  <a16:creationId xmlns:a16="http://schemas.microsoft.com/office/drawing/2014/main" id="{06BA7C27-26B4-9D06-6346-6C70B068B797}"/>
                </a:ext>
              </a:extLst>
            </p:cNvPr>
            <p:cNvCxnSpPr>
              <a:cxnSpLocks/>
              <a:stCxn id="582" idx="2"/>
              <a:endCxn id="578" idx="6"/>
            </p:cNvCxnSpPr>
            <p:nvPr/>
          </p:nvCxnSpPr>
          <p:spPr>
            <a:xfrm flipH="1" flipV="1">
              <a:off x="6241881" y="1254520"/>
              <a:ext cx="139840" cy="15467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89" name="直接连接符 510">
              <a:extLst>
                <a:ext uri="{FF2B5EF4-FFF2-40B4-BE49-F238E27FC236}">
                  <a16:creationId xmlns:a16="http://schemas.microsoft.com/office/drawing/2014/main" id="{AE89A6B0-3CD0-8946-D4ED-D0475375CDBB}"/>
                </a:ext>
              </a:extLst>
            </p:cNvPr>
            <p:cNvCxnSpPr>
              <a:cxnSpLocks/>
              <a:stCxn id="582" idx="2"/>
              <a:endCxn id="580" idx="6"/>
            </p:cNvCxnSpPr>
            <p:nvPr/>
          </p:nvCxnSpPr>
          <p:spPr>
            <a:xfrm flipH="1">
              <a:off x="6241881" y="1409196"/>
              <a:ext cx="139840" cy="321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90" name="直接连接符 510">
              <a:extLst>
                <a:ext uri="{FF2B5EF4-FFF2-40B4-BE49-F238E27FC236}">
                  <a16:creationId xmlns:a16="http://schemas.microsoft.com/office/drawing/2014/main" id="{7951B489-A30B-0178-58E5-1E7621175FDA}"/>
                </a:ext>
              </a:extLst>
            </p:cNvPr>
            <p:cNvCxnSpPr>
              <a:cxnSpLocks/>
              <a:stCxn id="582" idx="2"/>
              <a:endCxn id="579" idx="6"/>
            </p:cNvCxnSpPr>
            <p:nvPr/>
          </p:nvCxnSpPr>
          <p:spPr>
            <a:xfrm flipH="1">
              <a:off x="6241881" y="1409196"/>
              <a:ext cx="139840" cy="15531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644" name="矩形 643">
            <a:extLst>
              <a:ext uri="{FF2B5EF4-FFF2-40B4-BE49-F238E27FC236}">
                <a16:creationId xmlns:a16="http://schemas.microsoft.com/office/drawing/2014/main" id="{35643AC4-9CA9-C806-07F3-E2C175C9A2F5}"/>
              </a:ext>
            </a:extLst>
          </p:cNvPr>
          <p:cNvSpPr/>
          <p:nvPr/>
        </p:nvSpPr>
        <p:spPr>
          <a:xfrm flipV="1">
            <a:off x="5301028" y="3667877"/>
            <a:ext cx="2096149" cy="116071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5" name="椭圆 644">
            <a:extLst>
              <a:ext uri="{FF2B5EF4-FFF2-40B4-BE49-F238E27FC236}">
                <a16:creationId xmlns:a16="http://schemas.microsoft.com/office/drawing/2014/main" id="{2575225A-8B90-9DAC-0B9F-071C7AE83E19}"/>
              </a:ext>
            </a:extLst>
          </p:cNvPr>
          <p:cNvSpPr/>
          <p:nvPr/>
        </p:nvSpPr>
        <p:spPr>
          <a:xfrm rot="5400000">
            <a:off x="6178265" y="3987956"/>
            <a:ext cx="270678" cy="277715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zh-CN" altLang="en-US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46" name="椭圆 645">
            <a:extLst>
              <a:ext uri="{FF2B5EF4-FFF2-40B4-BE49-F238E27FC236}">
                <a16:creationId xmlns:a16="http://schemas.microsoft.com/office/drawing/2014/main" id="{255FAB0C-8207-FF66-EA0B-F34C7A9245DE}"/>
              </a:ext>
            </a:extLst>
          </p:cNvPr>
          <p:cNvSpPr/>
          <p:nvPr/>
        </p:nvSpPr>
        <p:spPr>
          <a:xfrm rot="5400000">
            <a:off x="6181949" y="4331146"/>
            <a:ext cx="270678" cy="277715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lang="zh-CN" altLang="en-US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647" name="组合 646">
            <a:extLst>
              <a:ext uri="{FF2B5EF4-FFF2-40B4-BE49-F238E27FC236}">
                <a16:creationId xmlns:a16="http://schemas.microsoft.com/office/drawing/2014/main" id="{35A4B304-989C-FCE9-0BAD-FBB6B748FFE6}"/>
              </a:ext>
            </a:extLst>
          </p:cNvPr>
          <p:cNvGrpSpPr/>
          <p:nvPr/>
        </p:nvGrpSpPr>
        <p:grpSpPr>
          <a:xfrm rot="5400000">
            <a:off x="5653709" y="3793659"/>
            <a:ext cx="202322" cy="704614"/>
            <a:chOff x="800913" y="5270079"/>
            <a:chExt cx="152772" cy="532461"/>
          </a:xfrm>
        </p:grpSpPr>
        <p:sp>
          <p:nvSpPr>
            <p:cNvPr id="648" name="矩形 647">
              <a:extLst>
                <a:ext uri="{FF2B5EF4-FFF2-40B4-BE49-F238E27FC236}">
                  <a16:creationId xmlns:a16="http://schemas.microsoft.com/office/drawing/2014/main" id="{124ED905-AB78-6392-DCA8-B2686033EC50}"/>
                </a:ext>
              </a:extLst>
            </p:cNvPr>
            <p:cNvSpPr/>
            <p:nvPr/>
          </p:nvSpPr>
          <p:spPr>
            <a:xfrm flipH="1">
              <a:off x="800913" y="5270079"/>
              <a:ext cx="152769" cy="133117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49" name="矩形 648">
              <a:extLst>
                <a:ext uri="{FF2B5EF4-FFF2-40B4-BE49-F238E27FC236}">
                  <a16:creationId xmlns:a16="http://schemas.microsoft.com/office/drawing/2014/main" id="{56C6AA77-FD46-1166-57F7-0D372C439681}"/>
                </a:ext>
              </a:extLst>
            </p:cNvPr>
            <p:cNvSpPr/>
            <p:nvPr/>
          </p:nvSpPr>
          <p:spPr>
            <a:xfrm flipH="1">
              <a:off x="800918" y="5403192"/>
              <a:ext cx="152767" cy="133117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50" name="矩形 649">
              <a:extLst>
                <a:ext uri="{FF2B5EF4-FFF2-40B4-BE49-F238E27FC236}">
                  <a16:creationId xmlns:a16="http://schemas.microsoft.com/office/drawing/2014/main" id="{815D99C1-4F44-D501-349C-0291238D7F07}"/>
                </a:ext>
              </a:extLst>
            </p:cNvPr>
            <p:cNvSpPr/>
            <p:nvPr/>
          </p:nvSpPr>
          <p:spPr>
            <a:xfrm flipH="1">
              <a:off x="800924" y="5536310"/>
              <a:ext cx="152760" cy="133117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51" name="矩形 650">
              <a:extLst>
                <a:ext uri="{FF2B5EF4-FFF2-40B4-BE49-F238E27FC236}">
                  <a16:creationId xmlns:a16="http://schemas.microsoft.com/office/drawing/2014/main" id="{4714A2C9-FF02-671A-86E1-21FFDAECAE9F}"/>
                </a:ext>
              </a:extLst>
            </p:cNvPr>
            <p:cNvSpPr/>
            <p:nvPr/>
          </p:nvSpPr>
          <p:spPr>
            <a:xfrm flipH="1">
              <a:off x="800925" y="5669423"/>
              <a:ext cx="152760" cy="133117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652" name="组合 651">
            <a:extLst>
              <a:ext uri="{FF2B5EF4-FFF2-40B4-BE49-F238E27FC236}">
                <a16:creationId xmlns:a16="http://schemas.microsoft.com/office/drawing/2014/main" id="{703D6193-468C-F148-2446-A4811A035033}"/>
              </a:ext>
            </a:extLst>
          </p:cNvPr>
          <p:cNvGrpSpPr/>
          <p:nvPr/>
        </p:nvGrpSpPr>
        <p:grpSpPr>
          <a:xfrm rot="5400000">
            <a:off x="5653708" y="4142667"/>
            <a:ext cx="202322" cy="704614"/>
            <a:chOff x="800913" y="5270079"/>
            <a:chExt cx="152772" cy="532461"/>
          </a:xfrm>
        </p:grpSpPr>
        <p:sp>
          <p:nvSpPr>
            <p:cNvPr id="653" name="矩形 652">
              <a:extLst>
                <a:ext uri="{FF2B5EF4-FFF2-40B4-BE49-F238E27FC236}">
                  <a16:creationId xmlns:a16="http://schemas.microsoft.com/office/drawing/2014/main" id="{DFC17774-C1F5-2285-C62F-540A2454B863}"/>
                </a:ext>
              </a:extLst>
            </p:cNvPr>
            <p:cNvSpPr/>
            <p:nvPr/>
          </p:nvSpPr>
          <p:spPr>
            <a:xfrm flipH="1">
              <a:off x="800913" y="5270079"/>
              <a:ext cx="152769" cy="133117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54" name="矩形 653">
              <a:extLst>
                <a:ext uri="{FF2B5EF4-FFF2-40B4-BE49-F238E27FC236}">
                  <a16:creationId xmlns:a16="http://schemas.microsoft.com/office/drawing/2014/main" id="{EEA7027E-1DFF-F384-B158-7802AFC2E20B}"/>
                </a:ext>
              </a:extLst>
            </p:cNvPr>
            <p:cNvSpPr/>
            <p:nvPr/>
          </p:nvSpPr>
          <p:spPr>
            <a:xfrm flipH="1">
              <a:off x="800918" y="5403192"/>
              <a:ext cx="152767" cy="133117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55" name="矩形 654">
              <a:extLst>
                <a:ext uri="{FF2B5EF4-FFF2-40B4-BE49-F238E27FC236}">
                  <a16:creationId xmlns:a16="http://schemas.microsoft.com/office/drawing/2014/main" id="{FA5EE400-64D9-EAA5-7B5E-F5AE1AEBF889}"/>
                </a:ext>
              </a:extLst>
            </p:cNvPr>
            <p:cNvSpPr/>
            <p:nvPr/>
          </p:nvSpPr>
          <p:spPr>
            <a:xfrm flipH="1">
              <a:off x="800924" y="5536310"/>
              <a:ext cx="152760" cy="133117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56" name="矩形 655">
              <a:extLst>
                <a:ext uri="{FF2B5EF4-FFF2-40B4-BE49-F238E27FC236}">
                  <a16:creationId xmlns:a16="http://schemas.microsoft.com/office/drawing/2014/main" id="{260B57D2-C90E-5207-9658-2687FB4804F1}"/>
                </a:ext>
              </a:extLst>
            </p:cNvPr>
            <p:cNvSpPr/>
            <p:nvPr/>
          </p:nvSpPr>
          <p:spPr>
            <a:xfrm flipH="1">
              <a:off x="800925" y="5669423"/>
              <a:ext cx="152760" cy="133117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755" name="组合 754">
            <a:extLst>
              <a:ext uri="{FF2B5EF4-FFF2-40B4-BE49-F238E27FC236}">
                <a16:creationId xmlns:a16="http://schemas.microsoft.com/office/drawing/2014/main" id="{121ABA95-4927-E4E5-B763-487F803DD898}"/>
              </a:ext>
            </a:extLst>
          </p:cNvPr>
          <p:cNvGrpSpPr/>
          <p:nvPr/>
        </p:nvGrpSpPr>
        <p:grpSpPr>
          <a:xfrm>
            <a:off x="6696167" y="3853396"/>
            <a:ext cx="610665" cy="879151"/>
            <a:chOff x="6116209" y="1036604"/>
            <a:chExt cx="391184" cy="590828"/>
          </a:xfrm>
        </p:grpSpPr>
        <p:sp>
          <p:nvSpPr>
            <p:cNvPr id="756" name="流程图: 接点 566">
              <a:extLst>
                <a:ext uri="{FF2B5EF4-FFF2-40B4-BE49-F238E27FC236}">
                  <a16:creationId xmlns:a16="http://schemas.microsoft.com/office/drawing/2014/main" id="{C41640C6-DD94-6BF5-7B6B-FB56FF085308}"/>
                </a:ext>
              </a:extLst>
            </p:cNvPr>
            <p:cNvSpPr/>
            <p:nvPr/>
          </p:nvSpPr>
          <p:spPr>
            <a:xfrm>
              <a:off x="6116209" y="1036604"/>
              <a:ext cx="125672" cy="125837"/>
            </a:xfrm>
            <a:prstGeom prst="flowChartConnector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57" name="流程图: 接点 566">
              <a:extLst>
                <a:ext uri="{FF2B5EF4-FFF2-40B4-BE49-F238E27FC236}">
                  <a16:creationId xmlns:a16="http://schemas.microsoft.com/office/drawing/2014/main" id="{60666F74-BDC5-E995-D972-2B45BE3BF64D}"/>
                </a:ext>
              </a:extLst>
            </p:cNvPr>
            <p:cNvSpPr/>
            <p:nvPr/>
          </p:nvSpPr>
          <p:spPr>
            <a:xfrm>
              <a:off x="6116209" y="1191601"/>
              <a:ext cx="125672" cy="125837"/>
            </a:xfrm>
            <a:prstGeom prst="flowChartConnector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58" name="流程图: 接点 566">
              <a:extLst>
                <a:ext uri="{FF2B5EF4-FFF2-40B4-BE49-F238E27FC236}">
                  <a16:creationId xmlns:a16="http://schemas.microsoft.com/office/drawing/2014/main" id="{A03A498C-D7F6-7078-0E34-374CA30C5C04}"/>
                </a:ext>
              </a:extLst>
            </p:cNvPr>
            <p:cNvSpPr/>
            <p:nvPr/>
          </p:nvSpPr>
          <p:spPr>
            <a:xfrm>
              <a:off x="6116209" y="1501595"/>
              <a:ext cx="125672" cy="125837"/>
            </a:xfrm>
            <a:prstGeom prst="flowChartConnector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59" name="流程图: 接点 566">
              <a:extLst>
                <a:ext uri="{FF2B5EF4-FFF2-40B4-BE49-F238E27FC236}">
                  <a16:creationId xmlns:a16="http://schemas.microsoft.com/office/drawing/2014/main" id="{951B1E8C-514D-33C9-F3BA-1A56E36A89D9}"/>
                </a:ext>
              </a:extLst>
            </p:cNvPr>
            <p:cNvSpPr/>
            <p:nvPr/>
          </p:nvSpPr>
          <p:spPr>
            <a:xfrm>
              <a:off x="6116209" y="1346598"/>
              <a:ext cx="125672" cy="125837"/>
            </a:xfrm>
            <a:prstGeom prst="flowChartConnector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60" name="流程图: 接点 566">
              <a:extLst>
                <a:ext uri="{FF2B5EF4-FFF2-40B4-BE49-F238E27FC236}">
                  <a16:creationId xmlns:a16="http://schemas.microsoft.com/office/drawing/2014/main" id="{88F1C8F6-396D-09B4-C520-8983496C6B15}"/>
                </a:ext>
              </a:extLst>
            </p:cNvPr>
            <p:cNvSpPr/>
            <p:nvPr/>
          </p:nvSpPr>
          <p:spPr>
            <a:xfrm>
              <a:off x="6381721" y="1191280"/>
              <a:ext cx="125672" cy="125837"/>
            </a:xfrm>
            <a:prstGeom prst="flowChartConnector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61" name="流程图: 接点 566">
              <a:extLst>
                <a:ext uri="{FF2B5EF4-FFF2-40B4-BE49-F238E27FC236}">
                  <a16:creationId xmlns:a16="http://schemas.microsoft.com/office/drawing/2014/main" id="{E6BA857C-3DE8-0CCF-AF6C-A5A7E513C7C9}"/>
                </a:ext>
              </a:extLst>
            </p:cNvPr>
            <p:cNvSpPr/>
            <p:nvPr/>
          </p:nvSpPr>
          <p:spPr>
            <a:xfrm>
              <a:off x="6381721" y="1346277"/>
              <a:ext cx="125672" cy="125837"/>
            </a:xfrm>
            <a:prstGeom prst="flowChartConnector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762" name="直接连接符 510">
              <a:extLst>
                <a:ext uri="{FF2B5EF4-FFF2-40B4-BE49-F238E27FC236}">
                  <a16:creationId xmlns:a16="http://schemas.microsoft.com/office/drawing/2014/main" id="{0F190098-FB24-71BE-861E-5D588573B35E}"/>
                </a:ext>
              </a:extLst>
            </p:cNvPr>
            <p:cNvCxnSpPr>
              <a:cxnSpLocks/>
              <a:stCxn id="760" idx="2"/>
              <a:endCxn id="756" idx="6"/>
            </p:cNvCxnSpPr>
            <p:nvPr/>
          </p:nvCxnSpPr>
          <p:spPr>
            <a:xfrm flipH="1" flipV="1">
              <a:off x="6241881" y="1099523"/>
              <a:ext cx="139840" cy="15467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63" name="直接连接符 510">
              <a:extLst>
                <a:ext uri="{FF2B5EF4-FFF2-40B4-BE49-F238E27FC236}">
                  <a16:creationId xmlns:a16="http://schemas.microsoft.com/office/drawing/2014/main" id="{545B518F-FB83-FC22-5CB5-6C725910DC7C}"/>
                </a:ext>
              </a:extLst>
            </p:cNvPr>
            <p:cNvCxnSpPr>
              <a:cxnSpLocks/>
              <a:stCxn id="760" idx="2"/>
              <a:endCxn id="757" idx="6"/>
            </p:cNvCxnSpPr>
            <p:nvPr/>
          </p:nvCxnSpPr>
          <p:spPr>
            <a:xfrm flipH="1">
              <a:off x="6241881" y="1254199"/>
              <a:ext cx="139840" cy="321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64" name="直接连接符 510">
              <a:extLst>
                <a:ext uri="{FF2B5EF4-FFF2-40B4-BE49-F238E27FC236}">
                  <a16:creationId xmlns:a16="http://schemas.microsoft.com/office/drawing/2014/main" id="{F1131636-61C6-CA0C-B771-E122FFD68523}"/>
                </a:ext>
              </a:extLst>
            </p:cNvPr>
            <p:cNvCxnSpPr>
              <a:cxnSpLocks/>
              <a:stCxn id="760" idx="2"/>
              <a:endCxn id="759" idx="6"/>
            </p:cNvCxnSpPr>
            <p:nvPr/>
          </p:nvCxnSpPr>
          <p:spPr>
            <a:xfrm flipH="1">
              <a:off x="6241881" y="1254199"/>
              <a:ext cx="139840" cy="15531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65" name="直接连接符 510">
              <a:extLst>
                <a:ext uri="{FF2B5EF4-FFF2-40B4-BE49-F238E27FC236}">
                  <a16:creationId xmlns:a16="http://schemas.microsoft.com/office/drawing/2014/main" id="{827C375A-D2E7-C1D4-0BA3-577C28A83B5B}"/>
                </a:ext>
              </a:extLst>
            </p:cNvPr>
            <p:cNvCxnSpPr>
              <a:cxnSpLocks/>
              <a:stCxn id="761" idx="2"/>
              <a:endCxn id="758" idx="6"/>
            </p:cNvCxnSpPr>
            <p:nvPr/>
          </p:nvCxnSpPr>
          <p:spPr>
            <a:xfrm flipH="1">
              <a:off x="6241881" y="1409196"/>
              <a:ext cx="139840" cy="15531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66" name="直接连接符 510">
              <a:extLst>
                <a:ext uri="{FF2B5EF4-FFF2-40B4-BE49-F238E27FC236}">
                  <a16:creationId xmlns:a16="http://schemas.microsoft.com/office/drawing/2014/main" id="{FBC0B243-A562-6733-1C2E-04FD9C689A50}"/>
                </a:ext>
              </a:extLst>
            </p:cNvPr>
            <p:cNvCxnSpPr>
              <a:cxnSpLocks/>
              <a:stCxn id="761" idx="2"/>
              <a:endCxn id="756" idx="6"/>
            </p:cNvCxnSpPr>
            <p:nvPr/>
          </p:nvCxnSpPr>
          <p:spPr>
            <a:xfrm flipH="1" flipV="1">
              <a:off x="6241881" y="1099523"/>
              <a:ext cx="139840" cy="309673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67" name="直接连接符 510">
              <a:extLst>
                <a:ext uri="{FF2B5EF4-FFF2-40B4-BE49-F238E27FC236}">
                  <a16:creationId xmlns:a16="http://schemas.microsoft.com/office/drawing/2014/main" id="{C9584F57-4C6A-A041-AE92-49D2121BD94B}"/>
                </a:ext>
              </a:extLst>
            </p:cNvPr>
            <p:cNvCxnSpPr>
              <a:cxnSpLocks/>
              <a:stCxn id="761" idx="2"/>
              <a:endCxn id="757" idx="6"/>
            </p:cNvCxnSpPr>
            <p:nvPr/>
          </p:nvCxnSpPr>
          <p:spPr>
            <a:xfrm flipH="1" flipV="1">
              <a:off x="6241881" y="1254520"/>
              <a:ext cx="139840" cy="15467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68" name="直接连接符 510">
              <a:extLst>
                <a:ext uri="{FF2B5EF4-FFF2-40B4-BE49-F238E27FC236}">
                  <a16:creationId xmlns:a16="http://schemas.microsoft.com/office/drawing/2014/main" id="{3C6BEFE5-208D-7160-0D48-2EDD921656CD}"/>
                </a:ext>
              </a:extLst>
            </p:cNvPr>
            <p:cNvCxnSpPr>
              <a:cxnSpLocks/>
              <a:stCxn id="761" idx="2"/>
              <a:endCxn id="759" idx="6"/>
            </p:cNvCxnSpPr>
            <p:nvPr/>
          </p:nvCxnSpPr>
          <p:spPr>
            <a:xfrm flipH="1">
              <a:off x="6241881" y="1409196"/>
              <a:ext cx="139840" cy="321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69" name="直接连接符 510">
              <a:extLst>
                <a:ext uri="{FF2B5EF4-FFF2-40B4-BE49-F238E27FC236}">
                  <a16:creationId xmlns:a16="http://schemas.microsoft.com/office/drawing/2014/main" id="{3056F9B2-F49C-3A9A-346B-462DAC9479FB}"/>
                </a:ext>
              </a:extLst>
            </p:cNvPr>
            <p:cNvCxnSpPr>
              <a:cxnSpLocks/>
              <a:stCxn id="761" idx="2"/>
              <a:endCxn id="758" idx="6"/>
            </p:cNvCxnSpPr>
            <p:nvPr/>
          </p:nvCxnSpPr>
          <p:spPr>
            <a:xfrm flipH="1">
              <a:off x="6241881" y="1409196"/>
              <a:ext cx="139840" cy="15531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770" name="椭圆 769">
            <a:extLst>
              <a:ext uri="{FF2B5EF4-FFF2-40B4-BE49-F238E27FC236}">
                <a16:creationId xmlns:a16="http://schemas.microsoft.com/office/drawing/2014/main" id="{5E9E096C-C972-EC1C-5A07-33A35B083806}"/>
              </a:ext>
            </a:extLst>
          </p:cNvPr>
          <p:cNvSpPr/>
          <p:nvPr/>
        </p:nvSpPr>
        <p:spPr>
          <a:xfrm rot="5400000">
            <a:off x="4795550" y="3797582"/>
            <a:ext cx="322854" cy="323843"/>
          </a:xfrm>
          <a:prstGeom prst="ellipse">
            <a:avLst/>
          </a:prstGeom>
          <a:noFill/>
          <a:ln w="28575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cs typeface="Arial" panose="020B0604020202020204" pitchFamily="34" charset="0"/>
              </a:rPr>
              <a:t>1</a:t>
            </a:r>
            <a:endParaRPr lang="zh-CN" altLang="en-US" sz="2400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771" name="椭圆 770">
            <a:extLst>
              <a:ext uri="{FF2B5EF4-FFF2-40B4-BE49-F238E27FC236}">
                <a16:creationId xmlns:a16="http://schemas.microsoft.com/office/drawing/2014/main" id="{C6BCBD12-A3BF-72DA-F515-9B0F5962C1E2}"/>
              </a:ext>
            </a:extLst>
          </p:cNvPr>
          <p:cNvSpPr/>
          <p:nvPr/>
        </p:nvSpPr>
        <p:spPr>
          <a:xfrm rot="5400000">
            <a:off x="4795550" y="4498518"/>
            <a:ext cx="322854" cy="32384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cs typeface="Arial" panose="020B0604020202020204" pitchFamily="34" charset="0"/>
              </a:rPr>
              <a:t>3</a:t>
            </a:r>
            <a:endParaRPr lang="zh-CN" altLang="en-US" sz="2400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772" name="椭圆 771">
            <a:extLst>
              <a:ext uri="{FF2B5EF4-FFF2-40B4-BE49-F238E27FC236}">
                <a16:creationId xmlns:a16="http://schemas.microsoft.com/office/drawing/2014/main" id="{FC693E83-E822-1536-DF15-9C2A2C02E92E}"/>
              </a:ext>
            </a:extLst>
          </p:cNvPr>
          <p:cNvSpPr/>
          <p:nvPr/>
        </p:nvSpPr>
        <p:spPr>
          <a:xfrm rot="5400000">
            <a:off x="4133625" y="3797582"/>
            <a:ext cx="322854" cy="323843"/>
          </a:xfrm>
          <a:prstGeom prst="ellipse">
            <a:avLst/>
          </a:prstGeom>
          <a:noFill/>
          <a:ln w="28575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cs typeface="Arial" panose="020B0604020202020204" pitchFamily="34" charset="0"/>
              </a:rPr>
              <a:t>0</a:t>
            </a:r>
            <a:endParaRPr lang="zh-CN" altLang="en-US" sz="2400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773" name="椭圆 772">
            <a:extLst>
              <a:ext uri="{FF2B5EF4-FFF2-40B4-BE49-F238E27FC236}">
                <a16:creationId xmlns:a16="http://schemas.microsoft.com/office/drawing/2014/main" id="{392BBB68-DF66-91CD-1BB0-808C69563565}"/>
              </a:ext>
            </a:extLst>
          </p:cNvPr>
          <p:cNvSpPr/>
          <p:nvPr/>
        </p:nvSpPr>
        <p:spPr>
          <a:xfrm rot="5400000">
            <a:off x="4133625" y="4498518"/>
            <a:ext cx="322854" cy="32384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cs typeface="Arial" panose="020B0604020202020204" pitchFamily="34" charset="0"/>
              </a:rPr>
              <a:t>2</a:t>
            </a:r>
            <a:endParaRPr lang="zh-CN" altLang="en-US" sz="2400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cxnSp>
        <p:nvCxnSpPr>
          <p:cNvPr id="774" name="直接连接符 521">
            <a:extLst>
              <a:ext uri="{FF2B5EF4-FFF2-40B4-BE49-F238E27FC236}">
                <a16:creationId xmlns:a16="http://schemas.microsoft.com/office/drawing/2014/main" id="{AB928B2A-B934-0F1C-B2AC-EED779FED800}"/>
              </a:ext>
            </a:extLst>
          </p:cNvPr>
          <p:cNvCxnSpPr>
            <a:cxnSpLocks/>
          </p:cNvCxnSpPr>
          <p:nvPr/>
        </p:nvCxnSpPr>
        <p:spPr>
          <a:xfrm>
            <a:off x="4295052" y="4120931"/>
            <a:ext cx="0" cy="378082"/>
          </a:xfrm>
          <a:prstGeom prst="line">
            <a:avLst/>
          </a:prstGeom>
          <a:ln w="28575">
            <a:solidFill>
              <a:schemeClr val="tx1"/>
            </a:solidFill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75" name="直接连接符 522">
            <a:extLst>
              <a:ext uri="{FF2B5EF4-FFF2-40B4-BE49-F238E27FC236}">
                <a16:creationId xmlns:a16="http://schemas.microsoft.com/office/drawing/2014/main" id="{CA3EFA8A-AD86-E7F1-2702-4ADD943F3B9C}"/>
              </a:ext>
            </a:extLst>
          </p:cNvPr>
          <p:cNvCxnSpPr>
            <a:cxnSpLocks/>
          </p:cNvCxnSpPr>
          <p:nvPr/>
        </p:nvCxnSpPr>
        <p:spPr>
          <a:xfrm flipV="1">
            <a:off x="4956977" y="4118750"/>
            <a:ext cx="0" cy="380257"/>
          </a:xfrm>
          <a:prstGeom prst="line">
            <a:avLst/>
          </a:prstGeom>
          <a:ln w="28575">
            <a:solidFill>
              <a:schemeClr val="tx1"/>
            </a:solidFill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76" name="直接连接符 523">
            <a:extLst>
              <a:ext uri="{FF2B5EF4-FFF2-40B4-BE49-F238E27FC236}">
                <a16:creationId xmlns:a16="http://schemas.microsoft.com/office/drawing/2014/main" id="{B90D0FC7-E21F-9A01-0872-131474AA36FF}"/>
              </a:ext>
            </a:extLst>
          </p:cNvPr>
          <p:cNvCxnSpPr>
            <a:cxnSpLocks/>
            <a:stCxn id="771" idx="3"/>
            <a:endCxn id="772" idx="7"/>
          </p:cNvCxnSpPr>
          <p:nvPr/>
        </p:nvCxnSpPr>
        <p:spPr>
          <a:xfrm flipH="1" flipV="1">
            <a:off x="4409549" y="4073650"/>
            <a:ext cx="432934" cy="472644"/>
          </a:xfrm>
          <a:prstGeom prst="line">
            <a:avLst/>
          </a:prstGeom>
          <a:ln w="28575">
            <a:solidFill>
              <a:schemeClr val="tx1"/>
            </a:solidFill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77" name="直接连接符 524">
            <a:extLst>
              <a:ext uri="{FF2B5EF4-FFF2-40B4-BE49-F238E27FC236}">
                <a16:creationId xmlns:a16="http://schemas.microsoft.com/office/drawing/2014/main" id="{E1BCF91D-6492-842B-3442-D74778F8B5B1}"/>
              </a:ext>
            </a:extLst>
          </p:cNvPr>
          <p:cNvCxnSpPr>
            <a:cxnSpLocks/>
          </p:cNvCxnSpPr>
          <p:nvPr/>
        </p:nvCxnSpPr>
        <p:spPr>
          <a:xfrm flipH="1">
            <a:off x="4455515" y="4660433"/>
            <a:ext cx="32987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78" name="文本框 777">
                <a:extLst>
                  <a:ext uri="{FF2B5EF4-FFF2-40B4-BE49-F238E27FC236}">
                    <a16:creationId xmlns:a16="http://schemas.microsoft.com/office/drawing/2014/main" id="{DEC7D14A-CFDE-A864-2F98-E7D8AB7B7B37}"/>
                  </a:ext>
                </a:extLst>
              </p:cNvPr>
              <p:cNvSpPr txBox="1"/>
              <p:nvPr/>
            </p:nvSpPr>
            <p:spPr>
              <a:xfrm>
                <a:off x="7538287" y="4918088"/>
                <a:ext cx="1071288" cy="461665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1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altLang="zh-CN" sz="2400" b="1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𝑿</m:t>
                          </m:r>
                        </m:e>
                        <m:sub>
                          <m:r>
                            <a:rPr lang="en-US" altLang="zh-CN" sz="2400" b="1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zh-CN" altLang="en-US" sz="2400" b="1" dirty="0">
                  <a:solidFill>
                    <a:schemeClr val="accent6"/>
                  </a:solidFill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778" name="文本框 777">
                <a:extLst>
                  <a:ext uri="{FF2B5EF4-FFF2-40B4-BE49-F238E27FC236}">
                    <a16:creationId xmlns:a16="http://schemas.microsoft.com/office/drawing/2014/main" id="{DEC7D14A-CFDE-A864-2F98-E7D8AB7B7B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8287" y="4918088"/>
                <a:ext cx="1071288" cy="461665"/>
              </a:xfrm>
              <a:prstGeom prst="rect">
                <a:avLst/>
              </a:prstGeom>
              <a:blipFill>
                <a:blip r:embed="rId5"/>
                <a:stretch>
                  <a:fillRect b="-1316"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79" name="组合 778">
            <a:extLst>
              <a:ext uri="{FF2B5EF4-FFF2-40B4-BE49-F238E27FC236}">
                <a16:creationId xmlns:a16="http://schemas.microsoft.com/office/drawing/2014/main" id="{AC900855-69EC-7D36-A03A-013E1B064C62}"/>
              </a:ext>
            </a:extLst>
          </p:cNvPr>
          <p:cNvGrpSpPr/>
          <p:nvPr/>
        </p:nvGrpSpPr>
        <p:grpSpPr>
          <a:xfrm>
            <a:off x="7702596" y="6071492"/>
            <a:ext cx="621640" cy="663817"/>
            <a:chOff x="4341455" y="6517035"/>
            <a:chExt cx="621640" cy="663817"/>
          </a:xfrm>
        </p:grpSpPr>
        <p:sp>
          <p:nvSpPr>
            <p:cNvPr id="780" name="矩形 1174">
              <a:extLst>
                <a:ext uri="{FF2B5EF4-FFF2-40B4-BE49-F238E27FC236}">
                  <a16:creationId xmlns:a16="http://schemas.microsoft.com/office/drawing/2014/main" id="{0498E65D-32FE-9D0B-DB90-613DBE3457EA}"/>
                </a:ext>
              </a:extLst>
            </p:cNvPr>
            <p:cNvSpPr/>
            <p:nvPr/>
          </p:nvSpPr>
          <p:spPr>
            <a:xfrm rot="10800000">
              <a:off x="4342830" y="6886022"/>
              <a:ext cx="618706" cy="226680"/>
            </a:xfrm>
            <a:custGeom>
              <a:avLst/>
              <a:gdLst>
                <a:gd name="connsiteX0" fmla="*/ 0 w 595706"/>
                <a:gd name="connsiteY0" fmla="*/ 0 h 92965"/>
                <a:gd name="connsiteX1" fmla="*/ 595706 w 595706"/>
                <a:gd name="connsiteY1" fmla="*/ 0 h 92965"/>
                <a:gd name="connsiteX2" fmla="*/ 595706 w 595706"/>
                <a:gd name="connsiteY2" fmla="*/ 92965 h 92965"/>
                <a:gd name="connsiteX3" fmla="*/ 0 w 595706"/>
                <a:gd name="connsiteY3" fmla="*/ 92965 h 92965"/>
                <a:gd name="connsiteX4" fmla="*/ 0 w 595706"/>
                <a:gd name="connsiteY4" fmla="*/ 0 h 92965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1422 w 594406"/>
                <a:gd name="connsiteY0" fmla="*/ 21376 h 135147"/>
                <a:gd name="connsiteX1" fmla="*/ 594406 w 594406"/>
                <a:gd name="connsiteY1" fmla="*/ 0 h 135147"/>
                <a:gd name="connsiteX2" fmla="*/ 594406 w 594406"/>
                <a:gd name="connsiteY2" fmla="*/ 92965 h 135147"/>
                <a:gd name="connsiteX3" fmla="*/ 61 w 594406"/>
                <a:gd name="connsiteY3" fmla="*/ 135147 h 135147"/>
                <a:gd name="connsiteX4" fmla="*/ 1422 w 594406"/>
                <a:gd name="connsiteY4" fmla="*/ 21376 h 135147"/>
                <a:gd name="connsiteX0" fmla="*/ 1422 w 594406"/>
                <a:gd name="connsiteY0" fmla="*/ 15599 h 135147"/>
                <a:gd name="connsiteX1" fmla="*/ 594406 w 594406"/>
                <a:gd name="connsiteY1" fmla="*/ 0 h 135147"/>
                <a:gd name="connsiteX2" fmla="*/ 594406 w 594406"/>
                <a:gd name="connsiteY2" fmla="*/ 92965 h 135147"/>
                <a:gd name="connsiteX3" fmla="*/ 61 w 594406"/>
                <a:gd name="connsiteY3" fmla="*/ 135147 h 135147"/>
                <a:gd name="connsiteX4" fmla="*/ 1422 w 594406"/>
                <a:gd name="connsiteY4" fmla="*/ 15599 h 135147"/>
                <a:gd name="connsiteX0" fmla="*/ 131 w 594476"/>
                <a:gd name="connsiteY0" fmla="*/ 4622 h 135147"/>
                <a:gd name="connsiteX1" fmla="*/ 594476 w 594476"/>
                <a:gd name="connsiteY1" fmla="*/ 0 h 135147"/>
                <a:gd name="connsiteX2" fmla="*/ 594476 w 594476"/>
                <a:gd name="connsiteY2" fmla="*/ 92965 h 135147"/>
                <a:gd name="connsiteX3" fmla="*/ 131 w 594476"/>
                <a:gd name="connsiteY3" fmla="*/ 135147 h 135147"/>
                <a:gd name="connsiteX4" fmla="*/ 131 w 594476"/>
                <a:gd name="connsiteY4" fmla="*/ 4622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22423 h 139660"/>
                <a:gd name="connsiteX1" fmla="*/ 595706 w 595706"/>
                <a:gd name="connsiteY1" fmla="*/ 4513 h 139660"/>
                <a:gd name="connsiteX2" fmla="*/ 595706 w 595706"/>
                <a:gd name="connsiteY2" fmla="*/ 97478 h 139660"/>
                <a:gd name="connsiteX3" fmla="*/ 1361 w 595706"/>
                <a:gd name="connsiteY3" fmla="*/ 139660 h 139660"/>
                <a:gd name="connsiteX4" fmla="*/ 0 w 595706"/>
                <a:gd name="connsiteY4" fmla="*/ 22423 h 139660"/>
                <a:gd name="connsiteX0" fmla="*/ 0 w 595706"/>
                <a:gd name="connsiteY0" fmla="*/ 26413 h 143650"/>
                <a:gd name="connsiteX1" fmla="*/ 595706 w 595706"/>
                <a:gd name="connsiteY1" fmla="*/ 8503 h 143650"/>
                <a:gd name="connsiteX2" fmla="*/ 595706 w 595706"/>
                <a:gd name="connsiteY2" fmla="*/ 101468 h 143650"/>
                <a:gd name="connsiteX3" fmla="*/ 1361 w 595706"/>
                <a:gd name="connsiteY3" fmla="*/ 143650 h 143650"/>
                <a:gd name="connsiteX4" fmla="*/ 0 w 595706"/>
                <a:gd name="connsiteY4" fmla="*/ 26413 h 143650"/>
                <a:gd name="connsiteX0" fmla="*/ 0 w 595706"/>
                <a:gd name="connsiteY0" fmla="*/ 21286 h 138523"/>
                <a:gd name="connsiteX1" fmla="*/ 595706 w 595706"/>
                <a:gd name="connsiteY1" fmla="*/ 3376 h 138523"/>
                <a:gd name="connsiteX2" fmla="*/ 595706 w 595706"/>
                <a:gd name="connsiteY2" fmla="*/ 96341 h 138523"/>
                <a:gd name="connsiteX3" fmla="*/ 1361 w 595706"/>
                <a:gd name="connsiteY3" fmla="*/ 138523 h 138523"/>
                <a:gd name="connsiteX4" fmla="*/ 0 w 595706"/>
                <a:gd name="connsiteY4" fmla="*/ 21286 h 138523"/>
                <a:gd name="connsiteX0" fmla="*/ 0 w 595706"/>
                <a:gd name="connsiteY0" fmla="*/ 22534 h 139771"/>
                <a:gd name="connsiteX1" fmla="*/ 595706 w 595706"/>
                <a:gd name="connsiteY1" fmla="*/ 4624 h 139771"/>
                <a:gd name="connsiteX2" fmla="*/ 595706 w 595706"/>
                <a:gd name="connsiteY2" fmla="*/ 97589 h 139771"/>
                <a:gd name="connsiteX3" fmla="*/ 1361 w 595706"/>
                <a:gd name="connsiteY3" fmla="*/ 139771 h 139771"/>
                <a:gd name="connsiteX4" fmla="*/ 0 w 595706"/>
                <a:gd name="connsiteY4" fmla="*/ 22534 h 139771"/>
                <a:gd name="connsiteX0" fmla="*/ 0 w 595706"/>
                <a:gd name="connsiteY0" fmla="*/ 23494 h 140731"/>
                <a:gd name="connsiteX1" fmla="*/ 595706 w 595706"/>
                <a:gd name="connsiteY1" fmla="*/ 2118 h 140731"/>
                <a:gd name="connsiteX2" fmla="*/ 595706 w 595706"/>
                <a:gd name="connsiteY2" fmla="*/ 98549 h 140731"/>
                <a:gd name="connsiteX3" fmla="*/ 1361 w 595706"/>
                <a:gd name="connsiteY3" fmla="*/ 140731 h 140731"/>
                <a:gd name="connsiteX4" fmla="*/ 0 w 595706"/>
                <a:gd name="connsiteY4" fmla="*/ 23494 h 140731"/>
                <a:gd name="connsiteX0" fmla="*/ 0 w 595706"/>
                <a:gd name="connsiteY0" fmla="*/ 23494 h 140731"/>
                <a:gd name="connsiteX1" fmla="*/ 595706 w 595706"/>
                <a:gd name="connsiteY1" fmla="*/ 2118 h 140731"/>
                <a:gd name="connsiteX2" fmla="*/ 595706 w 595706"/>
                <a:gd name="connsiteY2" fmla="*/ 98549 h 140731"/>
                <a:gd name="connsiteX3" fmla="*/ 1361 w 595706"/>
                <a:gd name="connsiteY3" fmla="*/ 140731 h 140731"/>
                <a:gd name="connsiteX4" fmla="*/ 0 w 595706"/>
                <a:gd name="connsiteY4" fmla="*/ 23494 h 140731"/>
                <a:gd name="connsiteX0" fmla="*/ 0 w 595706"/>
                <a:gd name="connsiteY0" fmla="*/ 25030 h 142267"/>
                <a:gd name="connsiteX1" fmla="*/ 595706 w 595706"/>
                <a:gd name="connsiteY1" fmla="*/ 3654 h 142267"/>
                <a:gd name="connsiteX2" fmla="*/ 595706 w 595706"/>
                <a:gd name="connsiteY2" fmla="*/ 100085 h 142267"/>
                <a:gd name="connsiteX3" fmla="*/ 1361 w 595706"/>
                <a:gd name="connsiteY3" fmla="*/ 142267 h 142267"/>
                <a:gd name="connsiteX4" fmla="*/ 0 w 595706"/>
                <a:gd name="connsiteY4" fmla="*/ 25030 h 142267"/>
                <a:gd name="connsiteX0" fmla="*/ 0 w 595706"/>
                <a:gd name="connsiteY0" fmla="*/ 22091 h 139328"/>
                <a:gd name="connsiteX1" fmla="*/ 595706 w 595706"/>
                <a:gd name="connsiteY1" fmla="*/ 715 h 139328"/>
                <a:gd name="connsiteX2" fmla="*/ 595706 w 595706"/>
                <a:gd name="connsiteY2" fmla="*/ 97146 h 139328"/>
                <a:gd name="connsiteX3" fmla="*/ 1361 w 595706"/>
                <a:gd name="connsiteY3" fmla="*/ 139328 h 139328"/>
                <a:gd name="connsiteX4" fmla="*/ 0 w 595706"/>
                <a:gd name="connsiteY4" fmla="*/ 22091 h 139328"/>
                <a:gd name="connsiteX0" fmla="*/ 0 w 595706"/>
                <a:gd name="connsiteY0" fmla="*/ 23573 h 140810"/>
                <a:gd name="connsiteX1" fmla="*/ 595706 w 595706"/>
                <a:gd name="connsiteY1" fmla="*/ 2197 h 140810"/>
                <a:gd name="connsiteX2" fmla="*/ 595706 w 595706"/>
                <a:gd name="connsiteY2" fmla="*/ 98628 h 140810"/>
                <a:gd name="connsiteX3" fmla="*/ 1361 w 595706"/>
                <a:gd name="connsiteY3" fmla="*/ 140810 h 140810"/>
                <a:gd name="connsiteX4" fmla="*/ 0 w 595706"/>
                <a:gd name="connsiteY4" fmla="*/ 23573 h 140810"/>
                <a:gd name="connsiteX0" fmla="*/ 0 w 595706"/>
                <a:gd name="connsiteY0" fmla="*/ 21908 h 139145"/>
                <a:gd name="connsiteX1" fmla="*/ 595706 w 595706"/>
                <a:gd name="connsiteY1" fmla="*/ 532 h 139145"/>
                <a:gd name="connsiteX2" fmla="*/ 595706 w 595706"/>
                <a:gd name="connsiteY2" fmla="*/ 96963 h 139145"/>
                <a:gd name="connsiteX3" fmla="*/ 1361 w 595706"/>
                <a:gd name="connsiteY3" fmla="*/ 139145 h 139145"/>
                <a:gd name="connsiteX4" fmla="*/ 0 w 595706"/>
                <a:gd name="connsiteY4" fmla="*/ 21908 h 139145"/>
                <a:gd name="connsiteX0" fmla="*/ 0 w 595706"/>
                <a:gd name="connsiteY0" fmla="*/ 23863 h 141100"/>
                <a:gd name="connsiteX1" fmla="*/ 595706 w 595706"/>
                <a:gd name="connsiteY1" fmla="*/ 2487 h 141100"/>
                <a:gd name="connsiteX2" fmla="*/ 595706 w 595706"/>
                <a:gd name="connsiteY2" fmla="*/ 98918 h 141100"/>
                <a:gd name="connsiteX3" fmla="*/ 1361 w 595706"/>
                <a:gd name="connsiteY3" fmla="*/ 141100 h 141100"/>
                <a:gd name="connsiteX4" fmla="*/ 0 w 595706"/>
                <a:gd name="connsiteY4" fmla="*/ 23863 h 141100"/>
                <a:gd name="connsiteX0" fmla="*/ 0 w 595706"/>
                <a:gd name="connsiteY0" fmla="*/ 24472 h 141709"/>
                <a:gd name="connsiteX1" fmla="*/ 595706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0 w 595706"/>
                <a:gd name="connsiteY0" fmla="*/ 24267 h 141504"/>
                <a:gd name="connsiteX1" fmla="*/ 595706 w 595706"/>
                <a:gd name="connsiteY1" fmla="*/ 2891 h 141504"/>
                <a:gd name="connsiteX2" fmla="*/ 595706 w 595706"/>
                <a:gd name="connsiteY2" fmla="*/ 99322 h 141504"/>
                <a:gd name="connsiteX3" fmla="*/ 1361 w 595706"/>
                <a:gd name="connsiteY3" fmla="*/ 141504 h 141504"/>
                <a:gd name="connsiteX4" fmla="*/ 0 w 595706"/>
                <a:gd name="connsiteY4" fmla="*/ 24267 h 141504"/>
                <a:gd name="connsiteX0" fmla="*/ 0 w 595706"/>
                <a:gd name="connsiteY0" fmla="*/ 24472 h 141709"/>
                <a:gd name="connsiteX1" fmla="*/ 595706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0 w 595706"/>
                <a:gd name="connsiteY0" fmla="*/ 24472 h 141709"/>
                <a:gd name="connsiteX1" fmla="*/ 594353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124 w 595830"/>
                <a:gd name="connsiteY0" fmla="*/ 24472 h 141709"/>
                <a:gd name="connsiteX1" fmla="*/ 594477 w 595830"/>
                <a:gd name="connsiteY1" fmla="*/ 3096 h 141709"/>
                <a:gd name="connsiteX2" fmla="*/ 595830 w 595830"/>
                <a:gd name="connsiteY2" fmla="*/ 99527 h 141709"/>
                <a:gd name="connsiteX3" fmla="*/ 131 w 595830"/>
                <a:gd name="connsiteY3" fmla="*/ 141709 h 141709"/>
                <a:gd name="connsiteX4" fmla="*/ 124 w 595830"/>
                <a:gd name="connsiteY4" fmla="*/ 24472 h 141709"/>
                <a:gd name="connsiteX0" fmla="*/ 124 w 597179"/>
                <a:gd name="connsiteY0" fmla="*/ 25207 h 142444"/>
                <a:gd name="connsiteX1" fmla="*/ 597179 w 597179"/>
                <a:gd name="connsiteY1" fmla="*/ 481 h 142444"/>
                <a:gd name="connsiteX2" fmla="*/ 595830 w 597179"/>
                <a:gd name="connsiteY2" fmla="*/ 100262 h 142444"/>
                <a:gd name="connsiteX3" fmla="*/ 131 w 597179"/>
                <a:gd name="connsiteY3" fmla="*/ 142444 h 142444"/>
                <a:gd name="connsiteX4" fmla="*/ 124 w 597179"/>
                <a:gd name="connsiteY4" fmla="*/ 25207 h 142444"/>
                <a:gd name="connsiteX0" fmla="*/ 124 w 595889"/>
                <a:gd name="connsiteY0" fmla="*/ 25842 h 143079"/>
                <a:gd name="connsiteX1" fmla="*/ 594477 w 595889"/>
                <a:gd name="connsiteY1" fmla="*/ 0 h 143079"/>
                <a:gd name="connsiteX2" fmla="*/ 595830 w 595889"/>
                <a:gd name="connsiteY2" fmla="*/ 100897 h 143079"/>
                <a:gd name="connsiteX3" fmla="*/ 131 w 595889"/>
                <a:gd name="connsiteY3" fmla="*/ 143079 h 143079"/>
                <a:gd name="connsiteX4" fmla="*/ 124 w 595889"/>
                <a:gd name="connsiteY4" fmla="*/ 25842 h 143079"/>
                <a:gd name="connsiteX0" fmla="*/ 124 w 595889"/>
                <a:gd name="connsiteY0" fmla="*/ 24713 h 141950"/>
                <a:gd name="connsiteX1" fmla="*/ 594477 w 595889"/>
                <a:gd name="connsiteY1" fmla="*/ 2221 h 141950"/>
                <a:gd name="connsiteX2" fmla="*/ 595830 w 595889"/>
                <a:gd name="connsiteY2" fmla="*/ 99768 h 141950"/>
                <a:gd name="connsiteX3" fmla="*/ 131 w 595889"/>
                <a:gd name="connsiteY3" fmla="*/ 141950 h 141950"/>
                <a:gd name="connsiteX4" fmla="*/ 124 w 595889"/>
                <a:gd name="connsiteY4" fmla="*/ 24713 h 141950"/>
                <a:gd name="connsiteX0" fmla="*/ 124 w 595959"/>
                <a:gd name="connsiteY0" fmla="*/ 24713 h 141950"/>
                <a:gd name="connsiteX1" fmla="*/ 595828 w 595959"/>
                <a:gd name="connsiteY1" fmla="*/ 2221 h 141950"/>
                <a:gd name="connsiteX2" fmla="*/ 595830 w 595959"/>
                <a:gd name="connsiteY2" fmla="*/ 99768 h 141950"/>
                <a:gd name="connsiteX3" fmla="*/ 131 w 595959"/>
                <a:gd name="connsiteY3" fmla="*/ 141950 h 141950"/>
                <a:gd name="connsiteX4" fmla="*/ 124 w 595959"/>
                <a:gd name="connsiteY4" fmla="*/ 24713 h 141950"/>
                <a:gd name="connsiteX0" fmla="*/ 124 w 595959"/>
                <a:gd name="connsiteY0" fmla="*/ 24925 h 142162"/>
                <a:gd name="connsiteX1" fmla="*/ 595828 w 595959"/>
                <a:gd name="connsiteY1" fmla="*/ 2433 h 142162"/>
                <a:gd name="connsiteX2" fmla="*/ 595830 w 595959"/>
                <a:gd name="connsiteY2" fmla="*/ 99980 h 142162"/>
                <a:gd name="connsiteX3" fmla="*/ 131 w 595959"/>
                <a:gd name="connsiteY3" fmla="*/ 142162 h 142162"/>
                <a:gd name="connsiteX4" fmla="*/ 124 w 595959"/>
                <a:gd name="connsiteY4" fmla="*/ 24925 h 142162"/>
                <a:gd name="connsiteX0" fmla="*/ 124 w 595959"/>
                <a:gd name="connsiteY0" fmla="*/ 22492 h 139729"/>
                <a:gd name="connsiteX1" fmla="*/ 595828 w 595959"/>
                <a:gd name="connsiteY1" fmla="*/ 0 h 139729"/>
                <a:gd name="connsiteX2" fmla="*/ 595830 w 595959"/>
                <a:gd name="connsiteY2" fmla="*/ 97547 h 139729"/>
                <a:gd name="connsiteX3" fmla="*/ 131 w 595959"/>
                <a:gd name="connsiteY3" fmla="*/ 139729 h 139729"/>
                <a:gd name="connsiteX4" fmla="*/ 124 w 595959"/>
                <a:gd name="connsiteY4" fmla="*/ 22492 h 139729"/>
                <a:gd name="connsiteX0" fmla="*/ 124 w 595959"/>
                <a:gd name="connsiteY0" fmla="*/ 25585 h 142822"/>
                <a:gd name="connsiteX1" fmla="*/ 595828 w 595959"/>
                <a:gd name="connsiteY1" fmla="*/ 3093 h 142822"/>
                <a:gd name="connsiteX2" fmla="*/ 595830 w 595959"/>
                <a:gd name="connsiteY2" fmla="*/ 100640 h 142822"/>
                <a:gd name="connsiteX3" fmla="*/ 131 w 595959"/>
                <a:gd name="connsiteY3" fmla="*/ 142822 h 142822"/>
                <a:gd name="connsiteX4" fmla="*/ 124 w 595959"/>
                <a:gd name="connsiteY4" fmla="*/ 25585 h 142822"/>
                <a:gd name="connsiteX0" fmla="*/ 124 w 595959"/>
                <a:gd name="connsiteY0" fmla="*/ 25585 h 142822"/>
                <a:gd name="connsiteX1" fmla="*/ 595828 w 595959"/>
                <a:gd name="connsiteY1" fmla="*/ 3093 h 142822"/>
                <a:gd name="connsiteX2" fmla="*/ 595830 w 595959"/>
                <a:gd name="connsiteY2" fmla="*/ 100640 h 142822"/>
                <a:gd name="connsiteX3" fmla="*/ 131 w 595959"/>
                <a:gd name="connsiteY3" fmla="*/ 142822 h 142822"/>
                <a:gd name="connsiteX4" fmla="*/ 124 w 595959"/>
                <a:gd name="connsiteY4" fmla="*/ 25585 h 142822"/>
                <a:gd name="connsiteX0" fmla="*/ 124 w 595959"/>
                <a:gd name="connsiteY0" fmla="*/ 26512 h 143749"/>
                <a:gd name="connsiteX1" fmla="*/ 595828 w 595959"/>
                <a:gd name="connsiteY1" fmla="*/ 4020 h 143749"/>
                <a:gd name="connsiteX2" fmla="*/ 595830 w 595959"/>
                <a:gd name="connsiteY2" fmla="*/ 101567 h 143749"/>
                <a:gd name="connsiteX3" fmla="*/ 131 w 595959"/>
                <a:gd name="connsiteY3" fmla="*/ 143749 h 143749"/>
                <a:gd name="connsiteX4" fmla="*/ 124 w 595959"/>
                <a:gd name="connsiteY4" fmla="*/ 26512 h 143749"/>
                <a:gd name="connsiteX0" fmla="*/ 124 w 595959"/>
                <a:gd name="connsiteY0" fmla="*/ 26512 h 143749"/>
                <a:gd name="connsiteX1" fmla="*/ 595828 w 595959"/>
                <a:gd name="connsiteY1" fmla="*/ 4020 h 143749"/>
                <a:gd name="connsiteX2" fmla="*/ 595830 w 595959"/>
                <a:gd name="connsiteY2" fmla="*/ 101567 h 143749"/>
                <a:gd name="connsiteX3" fmla="*/ 131 w 595959"/>
                <a:gd name="connsiteY3" fmla="*/ 143749 h 143749"/>
                <a:gd name="connsiteX4" fmla="*/ 124 w 595959"/>
                <a:gd name="connsiteY4" fmla="*/ 26512 h 143749"/>
                <a:gd name="connsiteX0" fmla="*/ 124 w 595959"/>
                <a:gd name="connsiteY0" fmla="*/ 28496 h 145733"/>
                <a:gd name="connsiteX1" fmla="*/ 595828 w 595959"/>
                <a:gd name="connsiteY1" fmla="*/ 6004 h 145733"/>
                <a:gd name="connsiteX2" fmla="*/ 595830 w 595959"/>
                <a:gd name="connsiteY2" fmla="*/ 103551 h 145733"/>
                <a:gd name="connsiteX3" fmla="*/ 131 w 595959"/>
                <a:gd name="connsiteY3" fmla="*/ 145733 h 145733"/>
                <a:gd name="connsiteX4" fmla="*/ 124 w 595959"/>
                <a:gd name="connsiteY4" fmla="*/ 28496 h 14573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856"/>
                <a:gd name="connsiteY0" fmla="*/ 41841 h 159078"/>
                <a:gd name="connsiteX1" fmla="*/ 591261 w 595856"/>
                <a:gd name="connsiteY1" fmla="*/ 0 h 159078"/>
                <a:gd name="connsiteX2" fmla="*/ 595830 w 595856"/>
                <a:gd name="connsiteY2" fmla="*/ 116896 h 159078"/>
                <a:gd name="connsiteX3" fmla="*/ 131 w 595856"/>
                <a:gd name="connsiteY3" fmla="*/ 159078 h 159078"/>
                <a:gd name="connsiteX4" fmla="*/ 124 w 595856"/>
                <a:gd name="connsiteY4" fmla="*/ 41841 h 159078"/>
                <a:gd name="connsiteX0" fmla="*/ 124 w 595959"/>
                <a:gd name="connsiteY0" fmla="*/ 41841 h 159078"/>
                <a:gd name="connsiteX1" fmla="*/ 595828 w 595959"/>
                <a:gd name="connsiteY1" fmla="*/ 0 h 159078"/>
                <a:gd name="connsiteX2" fmla="*/ 595830 w 595959"/>
                <a:gd name="connsiteY2" fmla="*/ 116896 h 159078"/>
                <a:gd name="connsiteX3" fmla="*/ 131 w 595959"/>
                <a:gd name="connsiteY3" fmla="*/ 159078 h 159078"/>
                <a:gd name="connsiteX4" fmla="*/ 124 w 595959"/>
                <a:gd name="connsiteY4" fmla="*/ 41841 h 159078"/>
                <a:gd name="connsiteX0" fmla="*/ 124 w 597349"/>
                <a:gd name="connsiteY0" fmla="*/ 42378 h 159615"/>
                <a:gd name="connsiteX1" fmla="*/ 597349 w 597349"/>
                <a:gd name="connsiteY1" fmla="*/ 0 h 159615"/>
                <a:gd name="connsiteX2" fmla="*/ 595830 w 597349"/>
                <a:gd name="connsiteY2" fmla="*/ 117433 h 159615"/>
                <a:gd name="connsiteX3" fmla="*/ 131 w 597349"/>
                <a:gd name="connsiteY3" fmla="*/ 159615 h 159615"/>
                <a:gd name="connsiteX4" fmla="*/ 124 w 597349"/>
                <a:gd name="connsiteY4" fmla="*/ 42378 h 159615"/>
                <a:gd name="connsiteX0" fmla="*/ 124 w 600443"/>
                <a:gd name="connsiteY0" fmla="*/ 42378 h 159615"/>
                <a:gd name="connsiteX1" fmla="*/ 597349 w 600443"/>
                <a:gd name="connsiteY1" fmla="*/ 0 h 159615"/>
                <a:gd name="connsiteX2" fmla="*/ 600408 w 600443"/>
                <a:gd name="connsiteY2" fmla="*/ 117433 h 159615"/>
                <a:gd name="connsiteX3" fmla="*/ 131 w 600443"/>
                <a:gd name="connsiteY3" fmla="*/ 159615 h 159615"/>
                <a:gd name="connsiteX4" fmla="*/ 124 w 600443"/>
                <a:gd name="connsiteY4" fmla="*/ 42378 h 159615"/>
                <a:gd name="connsiteX0" fmla="*/ 124 w 600537"/>
                <a:gd name="connsiteY0" fmla="*/ 42378 h 159615"/>
                <a:gd name="connsiteX1" fmla="*/ 600401 w 600537"/>
                <a:gd name="connsiteY1" fmla="*/ 0 h 159615"/>
                <a:gd name="connsiteX2" fmla="*/ 600408 w 600537"/>
                <a:gd name="connsiteY2" fmla="*/ 117433 h 159615"/>
                <a:gd name="connsiteX3" fmla="*/ 131 w 600537"/>
                <a:gd name="connsiteY3" fmla="*/ 159615 h 159615"/>
                <a:gd name="connsiteX4" fmla="*/ 124 w 600537"/>
                <a:gd name="connsiteY4" fmla="*/ 42378 h 159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0537" h="159615">
                  <a:moveTo>
                    <a:pt x="124" y="42378"/>
                  </a:moveTo>
                  <a:cubicBezTo>
                    <a:pt x="296414" y="-50243"/>
                    <a:pt x="418111" y="75773"/>
                    <a:pt x="600401" y="0"/>
                  </a:cubicBezTo>
                  <a:cubicBezTo>
                    <a:pt x="599951" y="33260"/>
                    <a:pt x="600858" y="84173"/>
                    <a:pt x="600408" y="117433"/>
                  </a:cubicBezTo>
                  <a:cubicBezTo>
                    <a:pt x="395490" y="192726"/>
                    <a:pt x="285331" y="62551"/>
                    <a:pt x="131" y="159615"/>
                  </a:cubicBezTo>
                  <a:cubicBezTo>
                    <a:pt x="-323" y="114566"/>
                    <a:pt x="578" y="87427"/>
                    <a:pt x="124" y="42378"/>
                  </a:cubicBezTo>
                  <a:close/>
                </a:path>
              </a:pathLst>
            </a:custGeom>
            <a:solidFill>
              <a:schemeClr val="accent2">
                <a:lumMod val="40000"/>
                <a:lumOff val="6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81" name="矩形 1174">
              <a:extLst>
                <a:ext uri="{FF2B5EF4-FFF2-40B4-BE49-F238E27FC236}">
                  <a16:creationId xmlns:a16="http://schemas.microsoft.com/office/drawing/2014/main" id="{D9127187-E6D7-6B0D-E296-07FDFDC9AEEB}"/>
                </a:ext>
              </a:extLst>
            </p:cNvPr>
            <p:cNvSpPr/>
            <p:nvPr/>
          </p:nvSpPr>
          <p:spPr>
            <a:xfrm rot="10800000">
              <a:off x="4342829" y="7041272"/>
              <a:ext cx="618707" cy="139508"/>
            </a:xfrm>
            <a:custGeom>
              <a:avLst/>
              <a:gdLst>
                <a:gd name="connsiteX0" fmla="*/ 0 w 595706"/>
                <a:gd name="connsiteY0" fmla="*/ 0 h 92965"/>
                <a:gd name="connsiteX1" fmla="*/ 595706 w 595706"/>
                <a:gd name="connsiteY1" fmla="*/ 0 h 92965"/>
                <a:gd name="connsiteX2" fmla="*/ 595706 w 595706"/>
                <a:gd name="connsiteY2" fmla="*/ 92965 h 92965"/>
                <a:gd name="connsiteX3" fmla="*/ 0 w 595706"/>
                <a:gd name="connsiteY3" fmla="*/ 92965 h 92965"/>
                <a:gd name="connsiteX4" fmla="*/ 0 w 595706"/>
                <a:gd name="connsiteY4" fmla="*/ 0 h 92965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131 w 595837"/>
                <a:gd name="connsiteY0" fmla="*/ 0 h 148754"/>
                <a:gd name="connsiteX1" fmla="*/ 595837 w 595837"/>
                <a:gd name="connsiteY1" fmla="*/ 0 h 148754"/>
                <a:gd name="connsiteX2" fmla="*/ 595837 w 595837"/>
                <a:gd name="connsiteY2" fmla="*/ 92965 h 148754"/>
                <a:gd name="connsiteX3" fmla="*/ 131 w 595837"/>
                <a:gd name="connsiteY3" fmla="*/ 148754 h 148754"/>
                <a:gd name="connsiteX4" fmla="*/ 131 w 595837"/>
                <a:gd name="connsiteY4" fmla="*/ 0 h 148754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56571"/>
                <a:gd name="connsiteX1" fmla="*/ 595837 w 595837"/>
                <a:gd name="connsiteY1" fmla="*/ 0 h 156571"/>
                <a:gd name="connsiteX2" fmla="*/ 594316 w 595837"/>
                <a:gd name="connsiteY2" fmla="*/ 141984 h 156571"/>
                <a:gd name="connsiteX3" fmla="*/ 131 w 595837"/>
                <a:gd name="connsiteY3" fmla="*/ 140590 h 156571"/>
                <a:gd name="connsiteX4" fmla="*/ 131 w 595837"/>
                <a:gd name="connsiteY4" fmla="*/ 0 h 156571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0 w 600949"/>
                <a:gd name="connsiteY0" fmla="*/ 0 h 271309"/>
                <a:gd name="connsiteX1" fmla="*/ 600949 w 600949"/>
                <a:gd name="connsiteY1" fmla="*/ 0 h 271309"/>
                <a:gd name="connsiteX2" fmla="*/ 599428 w 600949"/>
                <a:gd name="connsiteY2" fmla="*/ 141984 h 271309"/>
                <a:gd name="connsiteX3" fmla="*/ 3722 w 600949"/>
                <a:gd name="connsiteY3" fmla="*/ 271309 h 271309"/>
                <a:gd name="connsiteX4" fmla="*/ 0 w 600949"/>
                <a:gd name="connsiteY4" fmla="*/ 0 h 271309"/>
                <a:gd name="connsiteX0" fmla="*/ 0 w 599639"/>
                <a:gd name="connsiteY0" fmla="*/ 0 h 271309"/>
                <a:gd name="connsiteX1" fmla="*/ 599639 w 599639"/>
                <a:gd name="connsiteY1" fmla="*/ 0 h 271309"/>
                <a:gd name="connsiteX2" fmla="*/ 599428 w 599639"/>
                <a:gd name="connsiteY2" fmla="*/ 141984 h 271309"/>
                <a:gd name="connsiteX3" fmla="*/ 3722 w 599639"/>
                <a:gd name="connsiteY3" fmla="*/ 271309 h 271309"/>
                <a:gd name="connsiteX4" fmla="*/ 0 w 599639"/>
                <a:gd name="connsiteY4" fmla="*/ 0 h 271309"/>
                <a:gd name="connsiteX0" fmla="*/ 0 w 597018"/>
                <a:gd name="connsiteY0" fmla="*/ 0 h 271309"/>
                <a:gd name="connsiteX1" fmla="*/ 597018 w 597018"/>
                <a:gd name="connsiteY1" fmla="*/ 0 h 271309"/>
                <a:gd name="connsiteX2" fmla="*/ 596807 w 597018"/>
                <a:gd name="connsiteY2" fmla="*/ 141984 h 271309"/>
                <a:gd name="connsiteX3" fmla="*/ 1101 w 597018"/>
                <a:gd name="connsiteY3" fmla="*/ 271309 h 271309"/>
                <a:gd name="connsiteX4" fmla="*/ 0 w 597018"/>
                <a:gd name="connsiteY4" fmla="*/ 0 h 271309"/>
                <a:gd name="connsiteX0" fmla="*/ 0 w 596807"/>
                <a:gd name="connsiteY0" fmla="*/ 0 h 271309"/>
                <a:gd name="connsiteX1" fmla="*/ 591775 w 596807"/>
                <a:gd name="connsiteY1" fmla="*/ 0 h 271309"/>
                <a:gd name="connsiteX2" fmla="*/ 596807 w 596807"/>
                <a:gd name="connsiteY2" fmla="*/ 141984 h 271309"/>
                <a:gd name="connsiteX3" fmla="*/ 1101 w 596807"/>
                <a:gd name="connsiteY3" fmla="*/ 271309 h 271309"/>
                <a:gd name="connsiteX4" fmla="*/ 0 w 596807"/>
                <a:gd name="connsiteY4" fmla="*/ 0 h 271309"/>
                <a:gd name="connsiteX0" fmla="*/ 0 w 596807"/>
                <a:gd name="connsiteY0" fmla="*/ 0 h 271309"/>
                <a:gd name="connsiteX1" fmla="*/ 595708 w 596807"/>
                <a:gd name="connsiteY1" fmla="*/ 0 h 271309"/>
                <a:gd name="connsiteX2" fmla="*/ 596807 w 596807"/>
                <a:gd name="connsiteY2" fmla="*/ 141984 h 271309"/>
                <a:gd name="connsiteX3" fmla="*/ 1101 w 596807"/>
                <a:gd name="connsiteY3" fmla="*/ 271309 h 271309"/>
                <a:gd name="connsiteX4" fmla="*/ 0 w 596807"/>
                <a:gd name="connsiteY4" fmla="*/ 0 h 271309"/>
                <a:gd name="connsiteX0" fmla="*/ 0 w 595708"/>
                <a:gd name="connsiteY0" fmla="*/ 0 h 271309"/>
                <a:gd name="connsiteX1" fmla="*/ 595708 w 595708"/>
                <a:gd name="connsiteY1" fmla="*/ 0 h 271309"/>
                <a:gd name="connsiteX2" fmla="*/ 594186 w 595708"/>
                <a:gd name="connsiteY2" fmla="*/ 141985 h 271309"/>
                <a:gd name="connsiteX3" fmla="*/ 1101 w 595708"/>
                <a:gd name="connsiteY3" fmla="*/ 271309 h 271309"/>
                <a:gd name="connsiteX4" fmla="*/ 0 w 595708"/>
                <a:gd name="connsiteY4" fmla="*/ 0 h 271309"/>
                <a:gd name="connsiteX0" fmla="*/ 0 w 596439"/>
                <a:gd name="connsiteY0" fmla="*/ 109083 h 380392"/>
                <a:gd name="connsiteX1" fmla="*/ 595708 w 596439"/>
                <a:gd name="connsiteY1" fmla="*/ 109083 h 380392"/>
                <a:gd name="connsiteX2" fmla="*/ 594186 w 596439"/>
                <a:gd name="connsiteY2" fmla="*/ 251068 h 380392"/>
                <a:gd name="connsiteX3" fmla="*/ 1101 w 596439"/>
                <a:gd name="connsiteY3" fmla="*/ 380392 h 380392"/>
                <a:gd name="connsiteX4" fmla="*/ 0 w 596439"/>
                <a:gd name="connsiteY4" fmla="*/ 109083 h 380392"/>
                <a:gd name="connsiteX0" fmla="*/ 0 w 595708"/>
                <a:gd name="connsiteY0" fmla="*/ 0 h 271309"/>
                <a:gd name="connsiteX1" fmla="*/ 595708 w 595708"/>
                <a:gd name="connsiteY1" fmla="*/ 0 h 271309"/>
                <a:gd name="connsiteX2" fmla="*/ 594186 w 595708"/>
                <a:gd name="connsiteY2" fmla="*/ 141985 h 271309"/>
                <a:gd name="connsiteX3" fmla="*/ 1101 w 595708"/>
                <a:gd name="connsiteY3" fmla="*/ 271309 h 271309"/>
                <a:gd name="connsiteX4" fmla="*/ 0 w 595708"/>
                <a:gd name="connsiteY4" fmla="*/ 0 h 271309"/>
                <a:gd name="connsiteX0" fmla="*/ 0 w 596808"/>
                <a:gd name="connsiteY0" fmla="*/ 0 h 271309"/>
                <a:gd name="connsiteX1" fmla="*/ 595708 w 596808"/>
                <a:gd name="connsiteY1" fmla="*/ 0 h 271309"/>
                <a:gd name="connsiteX2" fmla="*/ 596808 w 596808"/>
                <a:gd name="connsiteY2" fmla="*/ 141985 h 271309"/>
                <a:gd name="connsiteX3" fmla="*/ 1101 w 596808"/>
                <a:gd name="connsiteY3" fmla="*/ 271309 h 271309"/>
                <a:gd name="connsiteX4" fmla="*/ 0 w 596808"/>
                <a:gd name="connsiteY4" fmla="*/ 0 h 271309"/>
                <a:gd name="connsiteX0" fmla="*/ 0 w 596808"/>
                <a:gd name="connsiteY0" fmla="*/ 0 h 271309"/>
                <a:gd name="connsiteX1" fmla="*/ 595708 w 596808"/>
                <a:gd name="connsiteY1" fmla="*/ 0 h 271309"/>
                <a:gd name="connsiteX2" fmla="*/ 596808 w 596808"/>
                <a:gd name="connsiteY2" fmla="*/ 141985 h 271309"/>
                <a:gd name="connsiteX3" fmla="*/ 1101 w 596808"/>
                <a:gd name="connsiteY3" fmla="*/ 271309 h 271309"/>
                <a:gd name="connsiteX4" fmla="*/ 0 w 596808"/>
                <a:gd name="connsiteY4" fmla="*/ 0 h 271309"/>
                <a:gd name="connsiteX0" fmla="*/ 0 w 596808"/>
                <a:gd name="connsiteY0" fmla="*/ 0 h 271309"/>
                <a:gd name="connsiteX1" fmla="*/ 595708 w 596808"/>
                <a:gd name="connsiteY1" fmla="*/ 0 h 271309"/>
                <a:gd name="connsiteX2" fmla="*/ 596808 w 596808"/>
                <a:gd name="connsiteY2" fmla="*/ 141985 h 271309"/>
                <a:gd name="connsiteX3" fmla="*/ 1101 w 596808"/>
                <a:gd name="connsiteY3" fmla="*/ 271309 h 271309"/>
                <a:gd name="connsiteX4" fmla="*/ 0 w 596808"/>
                <a:gd name="connsiteY4" fmla="*/ 0 h 271309"/>
                <a:gd name="connsiteX0" fmla="*/ 0 w 595708"/>
                <a:gd name="connsiteY0" fmla="*/ 0 h 271309"/>
                <a:gd name="connsiteX1" fmla="*/ 595708 w 595708"/>
                <a:gd name="connsiteY1" fmla="*/ 0 h 271309"/>
                <a:gd name="connsiteX2" fmla="*/ 594186 w 595708"/>
                <a:gd name="connsiteY2" fmla="*/ 141985 h 271309"/>
                <a:gd name="connsiteX3" fmla="*/ 1101 w 595708"/>
                <a:gd name="connsiteY3" fmla="*/ 271309 h 271309"/>
                <a:gd name="connsiteX4" fmla="*/ 0 w 595708"/>
                <a:gd name="connsiteY4" fmla="*/ 0 h 271309"/>
                <a:gd name="connsiteX0" fmla="*/ 0 w 595708"/>
                <a:gd name="connsiteY0" fmla="*/ 0 h 271309"/>
                <a:gd name="connsiteX1" fmla="*/ 595708 w 595708"/>
                <a:gd name="connsiteY1" fmla="*/ 0 h 271309"/>
                <a:gd name="connsiteX2" fmla="*/ 594186 w 595708"/>
                <a:gd name="connsiteY2" fmla="*/ 141985 h 271309"/>
                <a:gd name="connsiteX3" fmla="*/ 1101 w 595708"/>
                <a:gd name="connsiteY3" fmla="*/ 271309 h 271309"/>
                <a:gd name="connsiteX4" fmla="*/ 0 w 595708"/>
                <a:gd name="connsiteY4" fmla="*/ 0 h 271309"/>
                <a:gd name="connsiteX0" fmla="*/ 0 w 595936"/>
                <a:gd name="connsiteY0" fmla="*/ 0 h 271309"/>
                <a:gd name="connsiteX1" fmla="*/ 595708 w 595936"/>
                <a:gd name="connsiteY1" fmla="*/ 0 h 271309"/>
                <a:gd name="connsiteX2" fmla="*/ 594186 w 595936"/>
                <a:gd name="connsiteY2" fmla="*/ 141985 h 271309"/>
                <a:gd name="connsiteX3" fmla="*/ 1101 w 595936"/>
                <a:gd name="connsiteY3" fmla="*/ 271309 h 271309"/>
                <a:gd name="connsiteX4" fmla="*/ 0 w 595936"/>
                <a:gd name="connsiteY4" fmla="*/ 0 h 271309"/>
                <a:gd name="connsiteX0" fmla="*/ 319 w 596255"/>
                <a:gd name="connsiteY0" fmla="*/ 0 h 271309"/>
                <a:gd name="connsiteX1" fmla="*/ 596027 w 596255"/>
                <a:gd name="connsiteY1" fmla="*/ 0 h 271309"/>
                <a:gd name="connsiteX2" fmla="*/ 594505 w 596255"/>
                <a:gd name="connsiteY2" fmla="*/ 141985 h 271309"/>
                <a:gd name="connsiteX3" fmla="*/ 110 w 596255"/>
                <a:gd name="connsiteY3" fmla="*/ 271309 h 271309"/>
                <a:gd name="connsiteX4" fmla="*/ 319 w 596255"/>
                <a:gd name="connsiteY4" fmla="*/ 0 h 271309"/>
                <a:gd name="connsiteX0" fmla="*/ 0 w 595936"/>
                <a:gd name="connsiteY0" fmla="*/ 0 h 271309"/>
                <a:gd name="connsiteX1" fmla="*/ 595708 w 595936"/>
                <a:gd name="connsiteY1" fmla="*/ 0 h 271309"/>
                <a:gd name="connsiteX2" fmla="*/ 594186 w 595936"/>
                <a:gd name="connsiteY2" fmla="*/ 141985 h 271309"/>
                <a:gd name="connsiteX3" fmla="*/ 1101 w 595936"/>
                <a:gd name="connsiteY3" fmla="*/ 271309 h 271309"/>
                <a:gd name="connsiteX4" fmla="*/ 0 w 595936"/>
                <a:gd name="connsiteY4" fmla="*/ 0 h 271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5936" h="271309">
                  <a:moveTo>
                    <a:pt x="0" y="0"/>
                  </a:moveTo>
                  <a:lnTo>
                    <a:pt x="595708" y="0"/>
                  </a:lnTo>
                  <a:cubicBezTo>
                    <a:pt x="595708" y="30988"/>
                    <a:pt x="596806" y="39550"/>
                    <a:pt x="594186" y="141985"/>
                  </a:cubicBezTo>
                  <a:cubicBezTo>
                    <a:pt x="404809" y="352086"/>
                    <a:pt x="341643" y="22672"/>
                    <a:pt x="1101" y="271309"/>
                  </a:cubicBezTo>
                  <a:cubicBezTo>
                    <a:pt x="647" y="226260"/>
                    <a:pt x="454" y="45049"/>
                    <a:pt x="0" y="0"/>
                  </a:cubicBez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782" name="组合 781">
              <a:extLst>
                <a:ext uri="{FF2B5EF4-FFF2-40B4-BE49-F238E27FC236}">
                  <a16:creationId xmlns:a16="http://schemas.microsoft.com/office/drawing/2014/main" id="{D38EC138-2537-F5DC-0A4F-9F8C6DD6F025}"/>
                </a:ext>
              </a:extLst>
            </p:cNvPr>
            <p:cNvGrpSpPr/>
            <p:nvPr/>
          </p:nvGrpSpPr>
          <p:grpSpPr>
            <a:xfrm>
              <a:off x="4341455" y="6517035"/>
              <a:ext cx="621640" cy="663817"/>
              <a:chOff x="3656357" y="6507685"/>
              <a:chExt cx="621640" cy="663817"/>
            </a:xfrm>
          </p:grpSpPr>
          <p:sp>
            <p:nvSpPr>
              <p:cNvPr id="783" name="矩形 782">
                <a:extLst>
                  <a:ext uri="{FF2B5EF4-FFF2-40B4-BE49-F238E27FC236}">
                    <a16:creationId xmlns:a16="http://schemas.microsoft.com/office/drawing/2014/main" id="{EB429CE9-292E-F1F0-2502-A88751E4AB1A}"/>
                  </a:ext>
                </a:extLst>
              </p:cNvPr>
              <p:cNvSpPr/>
              <p:nvPr/>
            </p:nvSpPr>
            <p:spPr>
              <a:xfrm>
                <a:off x="3656465" y="6640950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84" name="矩形 783">
                <a:extLst>
                  <a:ext uri="{FF2B5EF4-FFF2-40B4-BE49-F238E27FC236}">
                    <a16:creationId xmlns:a16="http://schemas.microsoft.com/office/drawing/2014/main" id="{C0A68D6D-529C-662D-00C5-2B53978E7C3F}"/>
                  </a:ext>
                </a:extLst>
              </p:cNvPr>
              <p:cNvSpPr/>
              <p:nvPr/>
            </p:nvSpPr>
            <p:spPr>
              <a:xfrm>
                <a:off x="3811875" y="6640950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85" name="矩形 784">
                <a:extLst>
                  <a:ext uri="{FF2B5EF4-FFF2-40B4-BE49-F238E27FC236}">
                    <a16:creationId xmlns:a16="http://schemas.microsoft.com/office/drawing/2014/main" id="{AFA37F32-D643-A3B4-F6E1-207194292102}"/>
                  </a:ext>
                </a:extLst>
              </p:cNvPr>
              <p:cNvSpPr/>
              <p:nvPr/>
            </p:nvSpPr>
            <p:spPr>
              <a:xfrm>
                <a:off x="3967285" y="6640950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86" name="矩形 785">
                <a:extLst>
                  <a:ext uri="{FF2B5EF4-FFF2-40B4-BE49-F238E27FC236}">
                    <a16:creationId xmlns:a16="http://schemas.microsoft.com/office/drawing/2014/main" id="{8D3D0C5C-B5DB-FE4E-A444-73DC1C31A4F0}"/>
                  </a:ext>
                </a:extLst>
              </p:cNvPr>
              <p:cNvSpPr/>
              <p:nvPr/>
            </p:nvSpPr>
            <p:spPr>
              <a:xfrm>
                <a:off x="4122695" y="6640950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87" name="矩形 786">
                <a:extLst>
                  <a:ext uri="{FF2B5EF4-FFF2-40B4-BE49-F238E27FC236}">
                    <a16:creationId xmlns:a16="http://schemas.microsoft.com/office/drawing/2014/main" id="{F6E9DE8F-0525-2639-32F9-74AC7885416F}"/>
                  </a:ext>
                </a:extLst>
              </p:cNvPr>
              <p:cNvSpPr/>
              <p:nvPr/>
            </p:nvSpPr>
            <p:spPr>
              <a:xfrm>
                <a:off x="3656465" y="6773574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88" name="矩形 787">
                <a:extLst>
                  <a:ext uri="{FF2B5EF4-FFF2-40B4-BE49-F238E27FC236}">
                    <a16:creationId xmlns:a16="http://schemas.microsoft.com/office/drawing/2014/main" id="{BDD97986-D6E6-AB67-0C22-F2D771BCA675}"/>
                  </a:ext>
                </a:extLst>
              </p:cNvPr>
              <p:cNvSpPr/>
              <p:nvPr/>
            </p:nvSpPr>
            <p:spPr>
              <a:xfrm>
                <a:off x="3811875" y="6773574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89" name="矩形 788">
                <a:extLst>
                  <a:ext uri="{FF2B5EF4-FFF2-40B4-BE49-F238E27FC236}">
                    <a16:creationId xmlns:a16="http://schemas.microsoft.com/office/drawing/2014/main" id="{C0FBDF0B-8ECB-3BAF-1C7D-47955022CF90}"/>
                  </a:ext>
                </a:extLst>
              </p:cNvPr>
              <p:cNvSpPr/>
              <p:nvPr/>
            </p:nvSpPr>
            <p:spPr>
              <a:xfrm>
                <a:off x="3967285" y="6773574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90" name="矩形 789">
                <a:extLst>
                  <a:ext uri="{FF2B5EF4-FFF2-40B4-BE49-F238E27FC236}">
                    <a16:creationId xmlns:a16="http://schemas.microsoft.com/office/drawing/2014/main" id="{ACBBAB36-EA99-FE9B-6566-BF04EDFA5DFB}"/>
                  </a:ext>
                </a:extLst>
              </p:cNvPr>
              <p:cNvSpPr/>
              <p:nvPr/>
            </p:nvSpPr>
            <p:spPr>
              <a:xfrm>
                <a:off x="4122695" y="6773574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91" name="矩形 790">
                <a:extLst>
                  <a:ext uri="{FF2B5EF4-FFF2-40B4-BE49-F238E27FC236}">
                    <a16:creationId xmlns:a16="http://schemas.microsoft.com/office/drawing/2014/main" id="{F24F102E-A089-C00D-C2F3-B476A48CE0FC}"/>
                  </a:ext>
                </a:extLst>
              </p:cNvPr>
              <p:cNvSpPr/>
              <p:nvPr/>
            </p:nvSpPr>
            <p:spPr>
              <a:xfrm>
                <a:off x="3656357" y="690625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92" name="矩形 791">
                <a:extLst>
                  <a:ext uri="{FF2B5EF4-FFF2-40B4-BE49-F238E27FC236}">
                    <a16:creationId xmlns:a16="http://schemas.microsoft.com/office/drawing/2014/main" id="{4CD2B1A6-FF65-C5CB-9EBA-C49F50F866A9}"/>
                  </a:ext>
                </a:extLst>
              </p:cNvPr>
              <p:cNvSpPr/>
              <p:nvPr/>
            </p:nvSpPr>
            <p:spPr>
              <a:xfrm>
                <a:off x="3811767" y="690625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93" name="矩形 792">
                <a:extLst>
                  <a:ext uri="{FF2B5EF4-FFF2-40B4-BE49-F238E27FC236}">
                    <a16:creationId xmlns:a16="http://schemas.microsoft.com/office/drawing/2014/main" id="{2913C4CE-DF64-55FF-FFDC-FA2CEF374694}"/>
                  </a:ext>
                </a:extLst>
              </p:cNvPr>
              <p:cNvSpPr/>
              <p:nvPr/>
            </p:nvSpPr>
            <p:spPr>
              <a:xfrm>
                <a:off x="3967177" y="690625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94" name="矩形 793">
                <a:extLst>
                  <a:ext uri="{FF2B5EF4-FFF2-40B4-BE49-F238E27FC236}">
                    <a16:creationId xmlns:a16="http://schemas.microsoft.com/office/drawing/2014/main" id="{DEE8AA3D-2347-B240-A0EA-8FDF55A28393}"/>
                  </a:ext>
                </a:extLst>
              </p:cNvPr>
              <p:cNvSpPr/>
              <p:nvPr/>
            </p:nvSpPr>
            <p:spPr>
              <a:xfrm>
                <a:off x="4122587" y="690625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95" name="矩形 794">
                <a:extLst>
                  <a:ext uri="{FF2B5EF4-FFF2-40B4-BE49-F238E27FC236}">
                    <a16:creationId xmlns:a16="http://schemas.microsoft.com/office/drawing/2014/main" id="{1BF5D4DB-8C5F-4410-B86C-0B155078CF4E}"/>
                  </a:ext>
                </a:extLst>
              </p:cNvPr>
              <p:cNvSpPr/>
              <p:nvPr/>
            </p:nvSpPr>
            <p:spPr>
              <a:xfrm>
                <a:off x="3656357" y="7038879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96" name="矩形 795">
                <a:extLst>
                  <a:ext uri="{FF2B5EF4-FFF2-40B4-BE49-F238E27FC236}">
                    <a16:creationId xmlns:a16="http://schemas.microsoft.com/office/drawing/2014/main" id="{C9C9A8F8-3D2E-F654-F91F-D96F42C3BAC0}"/>
                  </a:ext>
                </a:extLst>
              </p:cNvPr>
              <p:cNvSpPr/>
              <p:nvPr/>
            </p:nvSpPr>
            <p:spPr>
              <a:xfrm>
                <a:off x="3811767" y="7038879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97" name="矩形 796">
                <a:extLst>
                  <a:ext uri="{FF2B5EF4-FFF2-40B4-BE49-F238E27FC236}">
                    <a16:creationId xmlns:a16="http://schemas.microsoft.com/office/drawing/2014/main" id="{1C11802B-E28D-50DF-2301-86AC965A5499}"/>
                  </a:ext>
                </a:extLst>
              </p:cNvPr>
              <p:cNvSpPr/>
              <p:nvPr/>
            </p:nvSpPr>
            <p:spPr>
              <a:xfrm>
                <a:off x="3967177" y="7038879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98" name="矩形 797">
                <a:extLst>
                  <a:ext uri="{FF2B5EF4-FFF2-40B4-BE49-F238E27FC236}">
                    <a16:creationId xmlns:a16="http://schemas.microsoft.com/office/drawing/2014/main" id="{934504A8-09BF-FB07-8E96-10CB13E999CD}"/>
                  </a:ext>
                </a:extLst>
              </p:cNvPr>
              <p:cNvSpPr/>
              <p:nvPr/>
            </p:nvSpPr>
            <p:spPr>
              <a:xfrm>
                <a:off x="4122587" y="7038879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99" name="矩形 798">
                <a:extLst>
                  <a:ext uri="{FF2B5EF4-FFF2-40B4-BE49-F238E27FC236}">
                    <a16:creationId xmlns:a16="http://schemas.microsoft.com/office/drawing/2014/main" id="{30A3AB1B-EF22-F0C3-3167-5BB1D629BD25}"/>
                  </a:ext>
                </a:extLst>
              </p:cNvPr>
              <p:cNvSpPr/>
              <p:nvPr/>
            </p:nvSpPr>
            <p:spPr>
              <a:xfrm>
                <a:off x="3656357" y="650768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00" name="矩形 799">
                <a:extLst>
                  <a:ext uri="{FF2B5EF4-FFF2-40B4-BE49-F238E27FC236}">
                    <a16:creationId xmlns:a16="http://schemas.microsoft.com/office/drawing/2014/main" id="{C0234835-ED42-BF2D-5C66-3B960BEC1213}"/>
                  </a:ext>
                </a:extLst>
              </p:cNvPr>
              <p:cNvSpPr/>
              <p:nvPr/>
            </p:nvSpPr>
            <p:spPr>
              <a:xfrm>
                <a:off x="3811767" y="650768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01" name="矩形 800">
                <a:extLst>
                  <a:ext uri="{FF2B5EF4-FFF2-40B4-BE49-F238E27FC236}">
                    <a16:creationId xmlns:a16="http://schemas.microsoft.com/office/drawing/2014/main" id="{BBE62DFD-E8C5-38F9-36BF-E9B11ABA6791}"/>
                  </a:ext>
                </a:extLst>
              </p:cNvPr>
              <p:cNvSpPr/>
              <p:nvPr/>
            </p:nvSpPr>
            <p:spPr>
              <a:xfrm>
                <a:off x="3967177" y="650768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02" name="矩形 801">
                <a:extLst>
                  <a:ext uri="{FF2B5EF4-FFF2-40B4-BE49-F238E27FC236}">
                    <a16:creationId xmlns:a16="http://schemas.microsoft.com/office/drawing/2014/main" id="{B58F8841-7D44-73DF-AF2E-BC57C9047482}"/>
                  </a:ext>
                </a:extLst>
              </p:cNvPr>
              <p:cNvSpPr/>
              <p:nvPr/>
            </p:nvSpPr>
            <p:spPr>
              <a:xfrm>
                <a:off x="4122587" y="650768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cxnSp>
        <p:nvCxnSpPr>
          <p:cNvPr id="50" name="直线箭头连接符 377">
            <a:extLst>
              <a:ext uri="{FF2B5EF4-FFF2-40B4-BE49-F238E27FC236}">
                <a16:creationId xmlns:a16="http://schemas.microsoft.com/office/drawing/2014/main" id="{056ED89E-169D-211A-54DC-2E03F32F9C58}"/>
              </a:ext>
            </a:extLst>
          </p:cNvPr>
          <p:cNvCxnSpPr>
            <a:cxnSpLocks/>
          </p:cNvCxnSpPr>
          <p:nvPr/>
        </p:nvCxnSpPr>
        <p:spPr>
          <a:xfrm>
            <a:off x="8363652" y="2157354"/>
            <a:ext cx="1104314" cy="1536016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线箭头连接符 398">
            <a:extLst>
              <a:ext uri="{FF2B5EF4-FFF2-40B4-BE49-F238E27FC236}">
                <a16:creationId xmlns:a16="http://schemas.microsoft.com/office/drawing/2014/main" id="{71598407-0301-CA2D-FF58-1177633A04C3}"/>
              </a:ext>
            </a:extLst>
          </p:cNvPr>
          <p:cNvCxnSpPr>
            <a:cxnSpLocks/>
          </p:cNvCxnSpPr>
          <p:nvPr/>
        </p:nvCxnSpPr>
        <p:spPr>
          <a:xfrm flipV="1">
            <a:off x="8363652" y="2197801"/>
            <a:ext cx="1104314" cy="176755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文本框 51">
            <a:extLst>
              <a:ext uri="{FF2B5EF4-FFF2-40B4-BE49-F238E27FC236}">
                <a16:creationId xmlns:a16="http://schemas.microsoft.com/office/drawing/2014/main" id="{553B1F6A-430E-3BF4-2DC0-FDCE2622EECB}"/>
              </a:ext>
            </a:extLst>
          </p:cNvPr>
          <p:cNvSpPr txBox="1"/>
          <p:nvPr/>
        </p:nvSpPr>
        <p:spPr>
          <a:xfrm>
            <a:off x="10386240" y="2813682"/>
            <a:ext cx="914954" cy="369332"/>
          </a:xfrm>
          <a:prstGeom prst="rect">
            <a:avLst/>
          </a:prstGeom>
          <a:solidFill>
            <a:srgbClr val="BDD7EE"/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 Task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691" name="组合 690">
            <a:extLst>
              <a:ext uri="{FF2B5EF4-FFF2-40B4-BE49-F238E27FC236}">
                <a16:creationId xmlns:a16="http://schemas.microsoft.com/office/drawing/2014/main" id="{FA3E5FB0-4356-8C29-EE19-1DC6124B1895}"/>
              </a:ext>
            </a:extLst>
          </p:cNvPr>
          <p:cNvGrpSpPr/>
          <p:nvPr/>
        </p:nvGrpSpPr>
        <p:grpSpPr>
          <a:xfrm>
            <a:off x="9641877" y="6071492"/>
            <a:ext cx="621640" cy="663817"/>
            <a:chOff x="5040167" y="6521415"/>
            <a:chExt cx="621640" cy="663817"/>
          </a:xfrm>
        </p:grpSpPr>
        <p:sp>
          <p:nvSpPr>
            <p:cNvPr id="692" name="矩形 1174">
              <a:extLst>
                <a:ext uri="{FF2B5EF4-FFF2-40B4-BE49-F238E27FC236}">
                  <a16:creationId xmlns:a16="http://schemas.microsoft.com/office/drawing/2014/main" id="{A9D82052-17EF-F950-C899-F48CA27C59D2}"/>
                </a:ext>
              </a:extLst>
            </p:cNvPr>
            <p:cNvSpPr/>
            <p:nvPr/>
          </p:nvSpPr>
          <p:spPr>
            <a:xfrm rot="10800000">
              <a:off x="5041542" y="6760560"/>
              <a:ext cx="618706" cy="201627"/>
            </a:xfrm>
            <a:custGeom>
              <a:avLst/>
              <a:gdLst>
                <a:gd name="connsiteX0" fmla="*/ 0 w 595706"/>
                <a:gd name="connsiteY0" fmla="*/ 0 h 92965"/>
                <a:gd name="connsiteX1" fmla="*/ 595706 w 595706"/>
                <a:gd name="connsiteY1" fmla="*/ 0 h 92965"/>
                <a:gd name="connsiteX2" fmla="*/ 595706 w 595706"/>
                <a:gd name="connsiteY2" fmla="*/ 92965 h 92965"/>
                <a:gd name="connsiteX3" fmla="*/ 0 w 595706"/>
                <a:gd name="connsiteY3" fmla="*/ 92965 h 92965"/>
                <a:gd name="connsiteX4" fmla="*/ 0 w 595706"/>
                <a:gd name="connsiteY4" fmla="*/ 0 h 92965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1422 w 594406"/>
                <a:gd name="connsiteY0" fmla="*/ 21376 h 135147"/>
                <a:gd name="connsiteX1" fmla="*/ 594406 w 594406"/>
                <a:gd name="connsiteY1" fmla="*/ 0 h 135147"/>
                <a:gd name="connsiteX2" fmla="*/ 594406 w 594406"/>
                <a:gd name="connsiteY2" fmla="*/ 92965 h 135147"/>
                <a:gd name="connsiteX3" fmla="*/ 61 w 594406"/>
                <a:gd name="connsiteY3" fmla="*/ 135147 h 135147"/>
                <a:gd name="connsiteX4" fmla="*/ 1422 w 594406"/>
                <a:gd name="connsiteY4" fmla="*/ 21376 h 135147"/>
                <a:gd name="connsiteX0" fmla="*/ 1422 w 594406"/>
                <a:gd name="connsiteY0" fmla="*/ 15599 h 135147"/>
                <a:gd name="connsiteX1" fmla="*/ 594406 w 594406"/>
                <a:gd name="connsiteY1" fmla="*/ 0 h 135147"/>
                <a:gd name="connsiteX2" fmla="*/ 594406 w 594406"/>
                <a:gd name="connsiteY2" fmla="*/ 92965 h 135147"/>
                <a:gd name="connsiteX3" fmla="*/ 61 w 594406"/>
                <a:gd name="connsiteY3" fmla="*/ 135147 h 135147"/>
                <a:gd name="connsiteX4" fmla="*/ 1422 w 594406"/>
                <a:gd name="connsiteY4" fmla="*/ 15599 h 135147"/>
                <a:gd name="connsiteX0" fmla="*/ 131 w 594476"/>
                <a:gd name="connsiteY0" fmla="*/ 4622 h 135147"/>
                <a:gd name="connsiteX1" fmla="*/ 594476 w 594476"/>
                <a:gd name="connsiteY1" fmla="*/ 0 h 135147"/>
                <a:gd name="connsiteX2" fmla="*/ 594476 w 594476"/>
                <a:gd name="connsiteY2" fmla="*/ 92965 h 135147"/>
                <a:gd name="connsiteX3" fmla="*/ 131 w 594476"/>
                <a:gd name="connsiteY3" fmla="*/ 135147 h 135147"/>
                <a:gd name="connsiteX4" fmla="*/ 131 w 594476"/>
                <a:gd name="connsiteY4" fmla="*/ 4622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22423 h 139660"/>
                <a:gd name="connsiteX1" fmla="*/ 595706 w 595706"/>
                <a:gd name="connsiteY1" fmla="*/ 4513 h 139660"/>
                <a:gd name="connsiteX2" fmla="*/ 595706 w 595706"/>
                <a:gd name="connsiteY2" fmla="*/ 97478 h 139660"/>
                <a:gd name="connsiteX3" fmla="*/ 1361 w 595706"/>
                <a:gd name="connsiteY3" fmla="*/ 139660 h 139660"/>
                <a:gd name="connsiteX4" fmla="*/ 0 w 595706"/>
                <a:gd name="connsiteY4" fmla="*/ 22423 h 139660"/>
                <a:gd name="connsiteX0" fmla="*/ 0 w 595706"/>
                <a:gd name="connsiteY0" fmla="*/ 26413 h 143650"/>
                <a:gd name="connsiteX1" fmla="*/ 595706 w 595706"/>
                <a:gd name="connsiteY1" fmla="*/ 8503 h 143650"/>
                <a:gd name="connsiteX2" fmla="*/ 595706 w 595706"/>
                <a:gd name="connsiteY2" fmla="*/ 101468 h 143650"/>
                <a:gd name="connsiteX3" fmla="*/ 1361 w 595706"/>
                <a:gd name="connsiteY3" fmla="*/ 143650 h 143650"/>
                <a:gd name="connsiteX4" fmla="*/ 0 w 595706"/>
                <a:gd name="connsiteY4" fmla="*/ 26413 h 143650"/>
                <a:gd name="connsiteX0" fmla="*/ 0 w 595706"/>
                <a:gd name="connsiteY0" fmla="*/ 21286 h 138523"/>
                <a:gd name="connsiteX1" fmla="*/ 595706 w 595706"/>
                <a:gd name="connsiteY1" fmla="*/ 3376 h 138523"/>
                <a:gd name="connsiteX2" fmla="*/ 595706 w 595706"/>
                <a:gd name="connsiteY2" fmla="*/ 96341 h 138523"/>
                <a:gd name="connsiteX3" fmla="*/ 1361 w 595706"/>
                <a:gd name="connsiteY3" fmla="*/ 138523 h 138523"/>
                <a:gd name="connsiteX4" fmla="*/ 0 w 595706"/>
                <a:gd name="connsiteY4" fmla="*/ 21286 h 138523"/>
                <a:gd name="connsiteX0" fmla="*/ 0 w 595706"/>
                <a:gd name="connsiteY0" fmla="*/ 22534 h 139771"/>
                <a:gd name="connsiteX1" fmla="*/ 595706 w 595706"/>
                <a:gd name="connsiteY1" fmla="*/ 4624 h 139771"/>
                <a:gd name="connsiteX2" fmla="*/ 595706 w 595706"/>
                <a:gd name="connsiteY2" fmla="*/ 97589 h 139771"/>
                <a:gd name="connsiteX3" fmla="*/ 1361 w 595706"/>
                <a:gd name="connsiteY3" fmla="*/ 139771 h 139771"/>
                <a:gd name="connsiteX4" fmla="*/ 0 w 595706"/>
                <a:gd name="connsiteY4" fmla="*/ 22534 h 139771"/>
                <a:gd name="connsiteX0" fmla="*/ 0 w 595706"/>
                <a:gd name="connsiteY0" fmla="*/ 23494 h 140731"/>
                <a:gd name="connsiteX1" fmla="*/ 595706 w 595706"/>
                <a:gd name="connsiteY1" fmla="*/ 2118 h 140731"/>
                <a:gd name="connsiteX2" fmla="*/ 595706 w 595706"/>
                <a:gd name="connsiteY2" fmla="*/ 98549 h 140731"/>
                <a:gd name="connsiteX3" fmla="*/ 1361 w 595706"/>
                <a:gd name="connsiteY3" fmla="*/ 140731 h 140731"/>
                <a:gd name="connsiteX4" fmla="*/ 0 w 595706"/>
                <a:gd name="connsiteY4" fmla="*/ 23494 h 140731"/>
                <a:gd name="connsiteX0" fmla="*/ 0 w 595706"/>
                <a:gd name="connsiteY0" fmla="*/ 23494 h 140731"/>
                <a:gd name="connsiteX1" fmla="*/ 595706 w 595706"/>
                <a:gd name="connsiteY1" fmla="*/ 2118 h 140731"/>
                <a:gd name="connsiteX2" fmla="*/ 595706 w 595706"/>
                <a:gd name="connsiteY2" fmla="*/ 98549 h 140731"/>
                <a:gd name="connsiteX3" fmla="*/ 1361 w 595706"/>
                <a:gd name="connsiteY3" fmla="*/ 140731 h 140731"/>
                <a:gd name="connsiteX4" fmla="*/ 0 w 595706"/>
                <a:gd name="connsiteY4" fmla="*/ 23494 h 140731"/>
                <a:gd name="connsiteX0" fmla="*/ 0 w 595706"/>
                <a:gd name="connsiteY0" fmla="*/ 25030 h 142267"/>
                <a:gd name="connsiteX1" fmla="*/ 595706 w 595706"/>
                <a:gd name="connsiteY1" fmla="*/ 3654 h 142267"/>
                <a:gd name="connsiteX2" fmla="*/ 595706 w 595706"/>
                <a:gd name="connsiteY2" fmla="*/ 100085 h 142267"/>
                <a:gd name="connsiteX3" fmla="*/ 1361 w 595706"/>
                <a:gd name="connsiteY3" fmla="*/ 142267 h 142267"/>
                <a:gd name="connsiteX4" fmla="*/ 0 w 595706"/>
                <a:gd name="connsiteY4" fmla="*/ 25030 h 142267"/>
                <a:gd name="connsiteX0" fmla="*/ 0 w 595706"/>
                <a:gd name="connsiteY0" fmla="*/ 22091 h 139328"/>
                <a:gd name="connsiteX1" fmla="*/ 595706 w 595706"/>
                <a:gd name="connsiteY1" fmla="*/ 715 h 139328"/>
                <a:gd name="connsiteX2" fmla="*/ 595706 w 595706"/>
                <a:gd name="connsiteY2" fmla="*/ 97146 h 139328"/>
                <a:gd name="connsiteX3" fmla="*/ 1361 w 595706"/>
                <a:gd name="connsiteY3" fmla="*/ 139328 h 139328"/>
                <a:gd name="connsiteX4" fmla="*/ 0 w 595706"/>
                <a:gd name="connsiteY4" fmla="*/ 22091 h 139328"/>
                <a:gd name="connsiteX0" fmla="*/ 0 w 595706"/>
                <a:gd name="connsiteY0" fmla="*/ 23573 h 140810"/>
                <a:gd name="connsiteX1" fmla="*/ 595706 w 595706"/>
                <a:gd name="connsiteY1" fmla="*/ 2197 h 140810"/>
                <a:gd name="connsiteX2" fmla="*/ 595706 w 595706"/>
                <a:gd name="connsiteY2" fmla="*/ 98628 h 140810"/>
                <a:gd name="connsiteX3" fmla="*/ 1361 w 595706"/>
                <a:gd name="connsiteY3" fmla="*/ 140810 h 140810"/>
                <a:gd name="connsiteX4" fmla="*/ 0 w 595706"/>
                <a:gd name="connsiteY4" fmla="*/ 23573 h 140810"/>
                <a:gd name="connsiteX0" fmla="*/ 0 w 595706"/>
                <a:gd name="connsiteY0" fmla="*/ 21908 h 139145"/>
                <a:gd name="connsiteX1" fmla="*/ 595706 w 595706"/>
                <a:gd name="connsiteY1" fmla="*/ 532 h 139145"/>
                <a:gd name="connsiteX2" fmla="*/ 595706 w 595706"/>
                <a:gd name="connsiteY2" fmla="*/ 96963 h 139145"/>
                <a:gd name="connsiteX3" fmla="*/ 1361 w 595706"/>
                <a:gd name="connsiteY3" fmla="*/ 139145 h 139145"/>
                <a:gd name="connsiteX4" fmla="*/ 0 w 595706"/>
                <a:gd name="connsiteY4" fmla="*/ 21908 h 139145"/>
                <a:gd name="connsiteX0" fmla="*/ 0 w 595706"/>
                <a:gd name="connsiteY0" fmla="*/ 23863 h 141100"/>
                <a:gd name="connsiteX1" fmla="*/ 595706 w 595706"/>
                <a:gd name="connsiteY1" fmla="*/ 2487 h 141100"/>
                <a:gd name="connsiteX2" fmla="*/ 595706 w 595706"/>
                <a:gd name="connsiteY2" fmla="*/ 98918 h 141100"/>
                <a:gd name="connsiteX3" fmla="*/ 1361 w 595706"/>
                <a:gd name="connsiteY3" fmla="*/ 141100 h 141100"/>
                <a:gd name="connsiteX4" fmla="*/ 0 w 595706"/>
                <a:gd name="connsiteY4" fmla="*/ 23863 h 141100"/>
                <a:gd name="connsiteX0" fmla="*/ 0 w 595706"/>
                <a:gd name="connsiteY0" fmla="*/ 24472 h 141709"/>
                <a:gd name="connsiteX1" fmla="*/ 595706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0 w 595706"/>
                <a:gd name="connsiteY0" fmla="*/ 24267 h 141504"/>
                <a:gd name="connsiteX1" fmla="*/ 595706 w 595706"/>
                <a:gd name="connsiteY1" fmla="*/ 2891 h 141504"/>
                <a:gd name="connsiteX2" fmla="*/ 595706 w 595706"/>
                <a:gd name="connsiteY2" fmla="*/ 99322 h 141504"/>
                <a:gd name="connsiteX3" fmla="*/ 1361 w 595706"/>
                <a:gd name="connsiteY3" fmla="*/ 141504 h 141504"/>
                <a:gd name="connsiteX4" fmla="*/ 0 w 595706"/>
                <a:gd name="connsiteY4" fmla="*/ 24267 h 141504"/>
                <a:gd name="connsiteX0" fmla="*/ 0 w 595706"/>
                <a:gd name="connsiteY0" fmla="*/ 24472 h 141709"/>
                <a:gd name="connsiteX1" fmla="*/ 595706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0 w 595706"/>
                <a:gd name="connsiteY0" fmla="*/ 24472 h 141709"/>
                <a:gd name="connsiteX1" fmla="*/ 594353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124 w 595830"/>
                <a:gd name="connsiteY0" fmla="*/ 24472 h 141709"/>
                <a:gd name="connsiteX1" fmla="*/ 594477 w 595830"/>
                <a:gd name="connsiteY1" fmla="*/ 3096 h 141709"/>
                <a:gd name="connsiteX2" fmla="*/ 595830 w 595830"/>
                <a:gd name="connsiteY2" fmla="*/ 99527 h 141709"/>
                <a:gd name="connsiteX3" fmla="*/ 131 w 595830"/>
                <a:gd name="connsiteY3" fmla="*/ 141709 h 141709"/>
                <a:gd name="connsiteX4" fmla="*/ 124 w 595830"/>
                <a:gd name="connsiteY4" fmla="*/ 24472 h 141709"/>
                <a:gd name="connsiteX0" fmla="*/ 124 w 597179"/>
                <a:gd name="connsiteY0" fmla="*/ 25207 h 142444"/>
                <a:gd name="connsiteX1" fmla="*/ 597179 w 597179"/>
                <a:gd name="connsiteY1" fmla="*/ 481 h 142444"/>
                <a:gd name="connsiteX2" fmla="*/ 595830 w 597179"/>
                <a:gd name="connsiteY2" fmla="*/ 100262 h 142444"/>
                <a:gd name="connsiteX3" fmla="*/ 131 w 597179"/>
                <a:gd name="connsiteY3" fmla="*/ 142444 h 142444"/>
                <a:gd name="connsiteX4" fmla="*/ 124 w 597179"/>
                <a:gd name="connsiteY4" fmla="*/ 25207 h 142444"/>
                <a:gd name="connsiteX0" fmla="*/ 124 w 595889"/>
                <a:gd name="connsiteY0" fmla="*/ 25842 h 143079"/>
                <a:gd name="connsiteX1" fmla="*/ 594477 w 595889"/>
                <a:gd name="connsiteY1" fmla="*/ 0 h 143079"/>
                <a:gd name="connsiteX2" fmla="*/ 595830 w 595889"/>
                <a:gd name="connsiteY2" fmla="*/ 100897 h 143079"/>
                <a:gd name="connsiteX3" fmla="*/ 131 w 595889"/>
                <a:gd name="connsiteY3" fmla="*/ 143079 h 143079"/>
                <a:gd name="connsiteX4" fmla="*/ 124 w 595889"/>
                <a:gd name="connsiteY4" fmla="*/ 25842 h 143079"/>
                <a:gd name="connsiteX0" fmla="*/ 124 w 595889"/>
                <a:gd name="connsiteY0" fmla="*/ 24713 h 141950"/>
                <a:gd name="connsiteX1" fmla="*/ 594477 w 595889"/>
                <a:gd name="connsiteY1" fmla="*/ 2221 h 141950"/>
                <a:gd name="connsiteX2" fmla="*/ 595830 w 595889"/>
                <a:gd name="connsiteY2" fmla="*/ 99768 h 141950"/>
                <a:gd name="connsiteX3" fmla="*/ 131 w 595889"/>
                <a:gd name="connsiteY3" fmla="*/ 141950 h 141950"/>
                <a:gd name="connsiteX4" fmla="*/ 124 w 595889"/>
                <a:gd name="connsiteY4" fmla="*/ 24713 h 141950"/>
                <a:gd name="connsiteX0" fmla="*/ 124 w 595959"/>
                <a:gd name="connsiteY0" fmla="*/ 24713 h 141950"/>
                <a:gd name="connsiteX1" fmla="*/ 595828 w 595959"/>
                <a:gd name="connsiteY1" fmla="*/ 2221 h 141950"/>
                <a:gd name="connsiteX2" fmla="*/ 595830 w 595959"/>
                <a:gd name="connsiteY2" fmla="*/ 99768 h 141950"/>
                <a:gd name="connsiteX3" fmla="*/ 131 w 595959"/>
                <a:gd name="connsiteY3" fmla="*/ 141950 h 141950"/>
                <a:gd name="connsiteX4" fmla="*/ 124 w 595959"/>
                <a:gd name="connsiteY4" fmla="*/ 24713 h 141950"/>
                <a:gd name="connsiteX0" fmla="*/ 124 w 595959"/>
                <a:gd name="connsiteY0" fmla="*/ 24925 h 142162"/>
                <a:gd name="connsiteX1" fmla="*/ 595828 w 595959"/>
                <a:gd name="connsiteY1" fmla="*/ 2433 h 142162"/>
                <a:gd name="connsiteX2" fmla="*/ 595830 w 595959"/>
                <a:gd name="connsiteY2" fmla="*/ 99980 h 142162"/>
                <a:gd name="connsiteX3" fmla="*/ 131 w 595959"/>
                <a:gd name="connsiteY3" fmla="*/ 142162 h 142162"/>
                <a:gd name="connsiteX4" fmla="*/ 124 w 595959"/>
                <a:gd name="connsiteY4" fmla="*/ 24925 h 142162"/>
                <a:gd name="connsiteX0" fmla="*/ 124 w 595959"/>
                <a:gd name="connsiteY0" fmla="*/ 22492 h 139729"/>
                <a:gd name="connsiteX1" fmla="*/ 595828 w 595959"/>
                <a:gd name="connsiteY1" fmla="*/ 0 h 139729"/>
                <a:gd name="connsiteX2" fmla="*/ 595830 w 595959"/>
                <a:gd name="connsiteY2" fmla="*/ 97547 h 139729"/>
                <a:gd name="connsiteX3" fmla="*/ 131 w 595959"/>
                <a:gd name="connsiteY3" fmla="*/ 139729 h 139729"/>
                <a:gd name="connsiteX4" fmla="*/ 124 w 595959"/>
                <a:gd name="connsiteY4" fmla="*/ 22492 h 139729"/>
                <a:gd name="connsiteX0" fmla="*/ 124 w 595959"/>
                <a:gd name="connsiteY0" fmla="*/ 25585 h 142822"/>
                <a:gd name="connsiteX1" fmla="*/ 595828 w 595959"/>
                <a:gd name="connsiteY1" fmla="*/ 3093 h 142822"/>
                <a:gd name="connsiteX2" fmla="*/ 595830 w 595959"/>
                <a:gd name="connsiteY2" fmla="*/ 100640 h 142822"/>
                <a:gd name="connsiteX3" fmla="*/ 131 w 595959"/>
                <a:gd name="connsiteY3" fmla="*/ 142822 h 142822"/>
                <a:gd name="connsiteX4" fmla="*/ 124 w 595959"/>
                <a:gd name="connsiteY4" fmla="*/ 25585 h 142822"/>
                <a:gd name="connsiteX0" fmla="*/ 124 w 595959"/>
                <a:gd name="connsiteY0" fmla="*/ 25585 h 142822"/>
                <a:gd name="connsiteX1" fmla="*/ 595828 w 595959"/>
                <a:gd name="connsiteY1" fmla="*/ 3093 h 142822"/>
                <a:gd name="connsiteX2" fmla="*/ 595830 w 595959"/>
                <a:gd name="connsiteY2" fmla="*/ 100640 h 142822"/>
                <a:gd name="connsiteX3" fmla="*/ 131 w 595959"/>
                <a:gd name="connsiteY3" fmla="*/ 142822 h 142822"/>
                <a:gd name="connsiteX4" fmla="*/ 124 w 595959"/>
                <a:gd name="connsiteY4" fmla="*/ 25585 h 142822"/>
                <a:gd name="connsiteX0" fmla="*/ 124 w 595959"/>
                <a:gd name="connsiteY0" fmla="*/ 26512 h 143749"/>
                <a:gd name="connsiteX1" fmla="*/ 595828 w 595959"/>
                <a:gd name="connsiteY1" fmla="*/ 4020 h 143749"/>
                <a:gd name="connsiteX2" fmla="*/ 595830 w 595959"/>
                <a:gd name="connsiteY2" fmla="*/ 101567 h 143749"/>
                <a:gd name="connsiteX3" fmla="*/ 131 w 595959"/>
                <a:gd name="connsiteY3" fmla="*/ 143749 h 143749"/>
                <a:gd name="connsiteX4" fmla="*/ 124 w 595959"/>
                <a:gd name="connsiteY4" fmla="*/ 26512 h 143749"/>
                <a:gd name="connsiteX0" fmla="*/ 124 w 595959"/>
                <a:gd name="connsiteY0" fmla="*/ 26512 h 143749"/>
                <a:gd name="connsiteX1" fmla="*/ 595828 w 595959"/>
                <a:gd name="connsiteY1" fmla="*/ 4020 h 143749"/>
                <a:gd name="connsiteX2" fmla="*/ 595830 w 595959"/>
                <a:gd name="connsiteY2" fmla="*/ 101567 h 143749"/>
                <a:gd name="connsiteX3" fmla="*/ 131 w 595959"/>
                <a:gd name="connsiteY3" fmla="*/ 143749 h 143749"/>
                <a:gd name="connsiteX4" fmla="*/ 124 w 595959"/>
                <a:gd name="connsiteY4" fmla="*/ 26512 h 143749"/>
                <a:gd name="connsiteX0" fmla="*/ 124 w 595959"/>
                <a:gd name="connsiteY0" fmla="*/ 28496 h 145733"/>
                <a:gd name="connsiteX1" fmla="*/ 595828 w 595959"/>
                <a:gd name="connsiteY1" fmla="*/ 6004 h 145733"/>
                <a:gd name="connsiteX2" fmla="*/ 595830 w 595959"/>
                <a:gd name="connsiteY2" fmla="*/ 103551 h 145733"/>
                <a:gd name="connsiteX3" fmla="*/ 131 w 595959"/>
                <a:gd name="connsiteY3" fmla="*/ 145733 h 145733"/>
                <a:gd name="connsiteX4" fmla="*/ 124 w 595959"/>
                <a:gd name="connsiteY4" fmla="*/ 28496 h 14573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856"/>
                <a:gd name="connsiteY0" fmla="*/ 41841 h 159078"/>
                <a:gd name="connsiteX1" fmla="*/ 591261 w 595856"/>
                <a:gd name="connsiteY1" fmla="*/ 0 h 159078"/>
                <a:gd name="connsiteX2" fmla="*/ 595830 w 595856"/>
                <a:gd name="connsiteY2" fmla="*/ 116896 h 159078"/>
                <a:gd name="connsiteX3" fmla="*/ 131 w 595856"/>
                <a:gd name="connsiteY3" fmla="*/ 159078 h 159078"/>
                <a:gd name="connsiteX4" fmla="*/ 124 w 595856"/>
                <a:gd name="connsiteY4" fmla="*/ 41841 h 159078"/>
                <a:gd name="connsiteX0" fmla="*/ 124 w 595959"/>
                <a:gd name="connsiteY0" fmla="*/ 41841 h 159078"/>
                <a:gd name="connsiteX1" fmla="*/ 595828 w 595959"/>
                <a:gd name="connsiteY1" fmla="*/ 0 h 159078"/>
                <a:gd name="connsiteX2" fmla="*/ 595830 w 595959"/>
                <a:gd name="connsiteY2" fmla="*/ 116896 h 159078"/>
                <a:gd name="connsiteX3" fmla="*/ 131 w 595959"/>
                <a:gd name="connsiteY3" fmla="*/ 159078 h 159078"/>
                <a:gd name="connsiteX4" fmla="*/ 124 w 595959"/>
                <a:gd name="connsiteY4" fmla="*/ 41841 h 159078"/>
                <a:gd name="connsiteX0" fmla="*/ 124 w 597349"/>
                <a:gd name="connsiteY0" fmla="*/ 42378 h 159615"/>
                <a:gd name="connsiteX1" fmla="*/ 597349 w 597349"/>
                <a:gd name="connsiteY1" fmla="*/ 0 h 159615"/>
                <a:gd name="connsiteX2" fmla="*/ 595830 w 597349"/>
                <a:gd name="connsiteY2" fmla="*/ 117433 h 159615"/>
                <a:gd name="connsiteX3" fmla="*/ 131 w 597349"/>
                <a:gd name="connsiteY3" fmla="*/ 159615 h 159615"/>
                <a:gd name="connsiteX4" fmla="*/ 124 w 597349"/>
                <a:gd name="connsiteY4" fmla="*/ 42378 h 159615"/>
                <a:gd name="connsiteX0" fmla="*/ 124 w 600443"/>
                <a:gd name="connsiteY0" fmla="*/ 42378 h 159615"/>
                <a:gd name="connsiteX1" fmla="*/ 597349 w 600443"/>
                <a:gd name="connsiteY1" fmla="*/ 0 h 159615"/>
                <a:gd name="connsiteX2" fmla="*/ 600408 w 600443"/>
                <a:gd name="connsiteY2" fmla="*/ 117433 h 159615"/>
                <a:gd name="connsiteX3" fmla="*/ 131 w 600443"/>
                <a:gd name="connsiteY3" fmla="*/ 159615 h 159615"/>
                <a:gd name="connsiteX4" fmla="*/ 124 w 600443"/>
                <a:gd name="connsiteY4" fmla="*/ 42378 h 159615"/>
                <a:gd name="connsiteX0" fmla="*/ 124 w 600537"/>
                <a:gd name="connsiteY0" fmla="*/ 42378 h 159615"/>
                <a:gd name="connsiteX1" fmla="*/ 600401 w 600537"/>
                <a:gd name="connsiteY1" fmla="*/ 0 h 159615"/>
                <a:gd name="connsiteX2" fmla="*/ 600408 w 600537"/>
                <a:gd name="connsiteY2" fmla="*/ 117433 h 159615"/>
                <a:gd name="connsiteX3" fmla="*/ 131 w 600537"/>
                <a:gd name="connsiteY3" fmla="*/ 159615 h 159615"/>
                <a:gd name="connsiteX4" fmla="*/ 124 w 600537"/>
                <a:gd name="connsiteY4" fmla="*/ 42378 h 159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0537" h="159615">
                  <a:moveTo>
                    <a:pt x="124" y="42378"/>
                  </a:moveTo>
                  <a:cubicBezTo>
                    <a:pt x="296414" y="-50243"/>
                    <a:pt x="418111" y="75773"/>
                    <a:pt x="600401" y="0"/>
                  </a:cubicBezTo>
                  <a:cubicBezTo>
                    <a:pt x="599951" y="33260"/>
                    <a:pt x="600858" y="84173"/>
                    <a:pt x="600408" y="117433"/>
                  </a:cubicBezTo>
                  <a:cubicBezTo>
                    <a:pt x="395490" y="192726"/>
                    <a:pt x="285331" y="62551"/>
                    <a:pt x="131" y="159615"/>
                  </a:cubicBezTo>
                  <a:cubicBezTo>
                    <a:pt x="-323" y="114566"/>
                    <a:pt x="578" y="87427"/>
                    <a:pt x="124" y="42378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93" name="矩形 1174">
              <a:extLst>
                <a:ext uri="{FF2B5EF4-FFF2-40B4-BE49-F238E27FC236}">
                  <a16:creationId xmlns:a16="http://schemas.microsoft.com/office/drawing/2014/main" id="{09144DBE-A832-0E0F-07AE-92C36A54707D}"/>
                </a:ext>
              </a:extLst>
            </p:cNvPr>
            <p:cNvSpPr/>
            <p:nvPr/>
          </p:nvSpPr>
          <p:spPr>
            <a:xfrm rot="10800000">
              <a:off x="5041542" y="6890402"/>
              <a:ext cx="618706" cy="226680"/>
            </a:xfrm>
            <a:custGeom>
              <a:avLst/>
              <a:gdLst>
                <a:gd name="connsiteX0" fmla="*/ 0 w 595706"/>
                <a:gd name="connsiteY0" fmla="*/ 0 h 92965"/>
                <a:gd name="connsiteX1" fmla="*/ 595706 w 595706"/>
                <a:gd name="connsiteY1" fmla="*/ 0 h 92965"/>
                <a:gd name="connsiteX2" fmla="*/ 595706 w 595706"/>
                <a:gd name="connsiteY2" fmla="*/ 92965 h 92965"/>
                <a:gd name="connsiteX3" fmla="*/ 0 w 595706"/>
                <a:gd name="connsiteY3" fmla="*/ 92965 h 92965"/>
                <a:gd name="connsiteX4" fmla="*/ 0 w 595706"/>
                <a:gd name="connsiteY4" fmla="*/ 0 h 92965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1422 w 594406"/>
                <a:gd name="connsiteY0" fmla="*/ 21376 h 135147"/>
                <a:gd name="connsiteX1" fmla="*/ 594406 w 594406"/>
                <a:gd name="connsiteY1" fmla="*/ 0 h 135147"/>
                <a:gd name="connsiteX2" fmla="*/ 594406 w 594406"/>
                <a:gd name="connsiteY2" fmla="*/ 92965 h 135147"/>
                <a:gd name="connsiteX3" fmla="*/ 61 w 594406"/>
                <a:gd name="connsiteY3" fmla="*/ 135147 h 135147"/>
                <a:gd name="connsiteX4" fmla="*/ 1422 w 594406"/>
                <a:gd name="connsiteY4" fmla="*/ 21376 h 135147"/>
                <a:gd name="connsiteX0" fmla="*/ 1422 w 594406"/>
                <a:gd name="connsiteY0" fmla="*/ 15599 h 135147"/>
                <a:gd name="connsiteX1" fmla="*/ 594406 w 594406"/>
                <a:gd name="connsiteY1" fmla="*/ 0 h 135147"/>
                <a:gd name="connsiteX2" fmla="*/ 594406 w 594406"/>
                <a:gd name="connsiteY2" fmla="*/ 92965 h 135147"/>
                <a:gd name="connsiteX3" fmla="*/ 61 w 594406"/>
                <a:gd name="connsiteY3" fmla="*/ 135147 h 135147"/>
                <a:gd name="connsiteX4" fmla="*/ 1422 w 594406"/>
                <a:gd name="connsiteY4" fmla="*/ 15599 h 135147"/>
                <a:gd name="connsiteX0" fmla="*/ 131 w 594476"/>
                <a:gd name="connsiteY0" fmla="*/ 4622 h 135147"/>
                <a:gd name="connsiteX1" fmla="*/ 594476 w 594476"/>
                <a:gd name="connsiteY1" fmla="*/ 0 h 135147"/>
                <a:gd name="connsiteX2" fmla="*/ 594476 w 594476"/>
                <a:gd name="connsiteY2" fmla="*/ 92965 h 135147"/>
                <a:gd name="connsiteX3" fmla="*/ 131 w 594476"/>
                <a:gd name="connsiteY3" fmla="*/ 135147 h 135147"/>
                <a:gd name="connsiteX4" fmla="*/ 131 w 594476"/>
                <a:gd name="connsiteY4" fmla="*/ 4622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22423 h 139660"/>
                <a:gd name="connsiteX1" fmla="*/ 595706 w 595706"/>
                <a:gd name="connsiteY1" fmla="*/ 4513 h 139660"/>
                <a:gd name="connsiteX2" fmla="*/ 595706 w 595706"/>
                <a:gd name="connsiteY2" fmla="*/ 97478 h 139660"/>
                <a:gd name="connsiteX3" fmla="*/ 1361 w 595706"/>
                <a:gd name="connsiteY3" fmla="*/ 139660 h 139660"/>
                <a:gd name="connsiteX4" fmla="*/ 0 w 595706"/>
                <a:gd name="connsiteY4" fmla="*/ 22423 h 139660"/>
                <a:gd name="connsiteX0" fmla="*/ 0 w 595706"/>
                <a:gd name="connsiteY0" fmla="*/ 26413 h 143650"/>
                <a:gd name="connsiteX1" fmla="*/ 595706 w 595706"/>
                <a:gd name="connsiteY1" fmla="*/ 8503 h 143650"/>
                <a:gd name="connsiteX2" fmla="*/ 595706 w 595706"/>
                <a:gd name="connsiteY2" fmla="*/ 101468 h 143650"/>
                <a:gd name="connsiteX3" fmla="*/ 1361 w 595706"/>
                <a:gd name="connsiteY3" fmla="*/ 143650 h 143650"/>
                <a:gd name="connsiteX4" fmla="*/ 0 w 595706"/>
                <a:gd name="connsiteY4" fmla="*/ 26413 h 143650"/>
                <a:gd name="connsiteX0" fmla="*/ 0 w 595706"/>
                <a:gd name="connsiteY0" fmla="*/ 21286 h 138523"/>
                <a:gd name="connsiteX1" fmla="*/ 595706 w 595706"/>
                <a:gd name="connsiteY1" fmla="*/ 3376 h 138523"/>
                <a:gd name="connsiteX2" fmla="*/ 595706 w 595706"/>
                <a:gd name="connsiteY2" fmla="*/ 96341 h 138523"/>
                <a:gd name="connsiteX3" fmla="*/ 1361 w 595706"/>
                <a:gd name="connsiteY3" fmla="*/ 138523 h 138523"/>
                <a:gd name="connsiteX4" fmla="*/ 0 w 595706"/>
                <a:gd name="connsiteY4" fmla="*/ 21286 h 138523"/>
                <a:gd name="connsiteX0" fmla="*/ 0 w 595706"/>
                <a:gd name="connsiteY0" fmla="*/ 22534 h 139771"/>
                <a:gd name="connsiteX1" fmla="*/ 595706 w 595706"/>
                <a:gd name="connsiteY1" fmla="*/ 4624 h 139771"/>
                <a:gd name="connsiteX2" fmla="*/ 595706 w 595706"/>
                <a:gd name="connsiteY2" fmla="*/ 97589 h 139771"/>
                <a:gd name="connsiteX3" fmla="*/ 1361 w 595706"/>
                <a:gd name="connsiteY3" fmla="*/ 139771 h 139771"/>
                <a:gd name="connsiteX4" fmla="*/ 0 w 595706"/>
                <a:gd name="connsiteY4" fmla="*/ 22534 h 139771"/>
                <a:gd name="connsiteX0" fmla="*/ 0 w 595706"/>
                <a:gd name="connsiteY0" fmla="*/ 23494 h 140731"/>
                <a:gd name="connsiteX1" fmla="*/ 595706 w 595706"/>
                <a:gd name="connsiteY1" fmla="*/ 2118 h 140731"/>
                <a:gd name="connsiteX2" fmla="*/ 595706 w 595706"/>
                <a:gd name="connsiteY2" fmla="*/ 98549 h 140731"/>
                <a:gd name="connsiteX3" fmla="*/ 1361 w 595706"/>
                <a:gd name="connsiteY3" fmla="*/ 140731 h 140731"/>
                <a:gd name="connsiteX4" fmla="*/ 0 w 595706"/>
                <a:gd name="connsiteY4" fmla="*/ 23494 h 140731"/>
                <a:gd name="connsiteX0" fmla="*/ 0 w 595706"/>
                <a:gd name="connsiteY0" fmla="*/ 23494 h 140731"/>
                <a:gd name="connsiteX1" fmla="*/ 595706 w 595706"/>
                <a:gd name="connsiteY1" fmla="*/ 2118 h 140731"/>
                <a:gd name="connsiteX2" fmla="*/ 595706 w 595706"/>
                <a:gd name="connsiteY2" fmla="*/ 98549 h 140731"/>
                <a:gd name="connsiteX3" fmla="*/ 1361 w 595706"/>
                <a:gd name="connsiteY3" fmla="*/ 140731 h 140731"/>
                <a:gd name="connsiteX4" fmla="*/ 0 w 595706"/>
                <a:gd name="connsiteY4" fmla="*/ 23494 h 140731"/>
                <a:gd name="connsiteX0" fmla="*/ 0 w 595706"/>
                <a:gd name="connsiteY0" fmla="*/ 25030 h 142267"/>
                <a:gd name="connsiteX1" fmla="*/ 595706 w 595706"/>
                <a:gd name="connsiteY1" fmla="*/ 3654 h 142267"/>
                <a:gd name="connsiteX2" fmla="*/ 595706 w 595706"/>
                <a:gd name="connsiteY2" fmla="*/ 100085 h 142267"/>
                <a:gd name="connsiteX3" fmla="*/ 1361 w 595706"/>
                <a:gd name="connsiteY3" fmla="*/ 142267 h 142267"/>
                <a:gd name="connsiteX4" fmla="*/ 0 w 595706"/>
                <a:gd name="connsiteY4" fmla="*/ 25030 h 142267"/>
                <a:gd name="connsiteX0" fmla="*/ 0 w 595706"/>
                <a:gd name="connsiteY0" fmla="*/ 22091 h 139328"/>
                <a:gd name="connsiteX1" fmla="*/ 595706 w 595706"/>
                <a:gd name="connsiteY1" fmla="*/ 715 h 139328"/>
                <a:gd name="connsiteX2" fmla="*/ 595706 w 595706"/>
                <a:gd name="connsiteY2" fmla="*/ 97146 h 139328"/>
                <a:gd name="connsiteX3" fmla="*/ 1361 w 595706"/>
                <a:gd name="connsiteY3" fmla="*/ 139328 h 139328"/>
                <a:gd name="connsiteX4" fmla="*/ 0 w 595706"/>
                <a:gd name="connsiteY4" fmla="*/ 22091 h 139328"/>
                <a:gd name="connsiteX0" fmla="*/ 0 w 595706"/>
                <a:gd name="connsiteY0" fmla="*/ 23573 h 140810"/>
                <a:gd name="connsiteX1" fmla="*/ 595706 w 595706"/>
                <a:gd name="connsiteY1" fmla="*/ 2197 h 140810"/>
                <a:gd name="connsiteX2" fmla="*/ 595706 w 595706"/>
                <a:gd name="connsiteY2" fmla="*/ 98628 h 140810"/>
                <a:gd name="connsiteX3" fmla="*/ 1361 w 595706"/>
                <a:gd name="connsiteY3" fmla="*/ 140810 h 140810"/>
                <a:gd name="connsiteX4" fmla="*/ 0 w 595706"/>
                <a:gd name="connsiteY4" fmla="*/ 23573 h 140810"/>
                <a:gd name="connsiteX0" fmla="*/ 0 w 595706"/>
                <a:gd name="connsiteY0" fmla="*/ 21908 h 139145"/>
                <a:gd name="connsiteX1" fmla="*/ 595706 w 595706"/>
                <a:gd name="connsiteY1" fmla="*/ 532 h 139145"/>
                <a:gd name="connsiteX2" fmla="*/ 595706 w 595706"/>
                <a:gd name="connsiteY2" fmla="*/ 96963 h 139145"/>
                <a:gd name="connsiteX3" fmla="*/ 1361 w 595706"/>
                <a:gd name="connsiteY3" fmla="*/ 139145 h 139145"/>
                <a:gd name="connsiteX4" fmla="*/ 0 w 595706"/>
                <a:gd name="connsiteY4" fmla="*/ 21908 h 139145"/>
                <a:gd name="connsiteX0" fmla="*/ 0 w 595706"/>
                <a:gd name="connsiteY0" fmla="*/ 23863 h 141100"/>
                <a:gd name="connsiteX1" fmla="*/ 595706 w 595706"/>
                <a:gd name="connsiteY1" fmla="*/ 2487 h 141100"/>
                <a:gd name="connsiteX2" fmla="*/ 595706 w 595706"/>
                <a:gd name="connsiteY2" fmla="*/ 98918 h 141100"/>
                <a:gd name="connsiteX3" fmla="*/ 1361 w 595706"/>
                <a:gd name="connsiteY3" fmla="*/ 141100 h 141100"/>
                <a:gd name="connsiteX4" fmla="*/ 0 w 595706"/>
                <a:gd name="connsiteY4" fmla="*/ 23863 h 141100"/>
                <a:gd name="connsiteX0" fmla="*/ 0 w 595706"/>
                <a:gd name="connsiteY0" fmla="*/ 24472 h 141709"/>
                <a:gd name="connsiteX1" fmla="*/ 595706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0 w 595706"/>
                <a:gd name="connsiteY0" fmla="*/ 24267 h 141504"/>
                <a:gd name="connsiteX1" fmla="*/ 595706 w 595706"/>
                <a:gd name="connsiteY1" fmla="*/ 2891 h 141504"/>
                <a:gd name="connsiteX2" fmla="*/ 595706 w 595706"/>
                <a:gd name="connsiteY2" fmla="*/ 99322 h 141504"/>
                <a:gd name="connsiteX3" fmla="*/ 1361 w 595706"/>
                <a:gd name="connsiteY3" fmla="*/ 141504 h 141504"/>
                <a:gd name="connsiteX4" fmla="*/ 0 w 595706"/>
                <a:gd name="connsiteY4" fmla="*/ 24267 h 141504"/>
                <a:gd name="connsiteX0" fmla="*/ 0 w 595706"/>
                <a:gd name="connsiteY0" fmla="*/ 24472 h 141709"/>
                <a:gd name="connsiteX1" fmla="*/ 595706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0 w 595706"/>
                <a:gd name="connsiteY0" fmla="*/ 24472 h 141709"/>
                <a:gd name="connsiteX1" fmla="*/ 594353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124 w 595830"/>
                <a:gd name="connsiteY0" fmla="*/ 24472 h 141709"/>
                <a:gd name="connsiteX1" fmla="*/ 594477 w 595830"/>
                <a:gd name="connsiteY1" fmla="*/ 3096 h 141709"/>
                <a:gd name="connsiteX2" fmla="*/ 595830 w 595830"/>
                <a:gd name="connsiteY2" fmla="*/ 99527 h 141709"/>
                <a:gd name="connsiteX3" fmla="*/ 131 w 595830"/>
                <a:gd name="connsiteY3" fmla="*/ 141709 h 141709"/>
                <a:gd name="connsiteX4" fmla="*/ 124 w 595830"/>
                <a:gd name="connsiteY4" fmla="*/ 24472 h 141709"/>
                <a:gd name="connsiteX0" fmla="*/ 124 w 597179"/>
                <a:gd name="connsiteY0" fmla="*/ 25207 h 142444"/>
                <a:gd name="connsiteX1" fmla="*/ 597179 w 597179"/>
                <a:gd name="connsiteY1" fmla="*/ 481 h 142444"/>
                <a:gd name="connsiteX2" fmla="*/ 595830 w 597179"/>
                <a:gd name="connsiteY2" fmla="*/ 100262 h 142444"/>
                <a:gd name="connsiteX3" fmla="*/ 131 w 597179"/>
                <a:gd name="connsiteY3" fmla="*/ 142444 h 142444"/>
                <a:gd name="connsiteX4" fmla="*/ 124 w 597179"/>
                <a:gd name="connsiteY4" fmla="*/ 25207 h 142444"/>
                <a:gd name="connsiteX0" fmla="*/ 124 w 595889"/>
                <a:gd name="connsiteY0" fmla="*/ 25842 h 143079"/>
                <a:gd name="connsiteX1" fmla="*/ 594477 w 595889"/>
                <a:gd name="connsiteY1" fmla="*/ 0 h 143079"/>
                <a:gd name="connsiteX2" fmla="*/ 595830 w 595889"/>
                <a:gd name="connsiteY2" fmla="*/ 100897 h 143079"/>
                <a:gd name="connsiteX3" fmla="*/ 131 w 595889"/>
                <a:gd name="connsiteY3" fmla="*/ 143079 h 143079"/>
                <a:gd name="connsiteX4" fmla="*/ 124 w 595889"/>
                <a:gd name="connsiteY4" fmla="*/ 25842 h 143079"/>
                <a:gd name="connsiteX0" fmla="*/ 124 w 595889"/>
                <a:gd name="connsiteY0" fmla="*/ 24713 h 141950"/>
                <a:gd name="connsiteX1" fmla="*/ 594477 w 595889"/>
                <a:gd name="connsiteY1" fmla="*/ 2221 h 141950"/>
                <a:gd name="connsiteX2" fmla="*/ 595830 w 595889"/>
                <a:gd name="connsiteY2" fmla="*/ 99768 h 141950"/>
                <a:gd name="connsiteX3" fmla="*/ 131 w 595889"/>
                <a:gd name="connsiteY3" fmla="*/ 141950 h 141950"/>
                <a:gd name="connsiteX4" fmla="*/ 124 w 595889"/>
                <a:gd name="connsiteY4" fmla="*/ 24713 h 141950"/>
                <a:gd name="connsiteX0" fmla="*/ 124 w 595959"/>
                <a:gd name="connsiteY0" fmla="*/ 24713 h 141950"/>
                <a:gd name="connsiteX1" fmla="*/ 595828 w 595959"/>
                <a:gd name="connsiteY1" fmla="*/ 2221 h 141950"/>
                <a:gd name="connsiteX2" fmla="*/ 595830 w 595959"/>
                <a:gd name="connsiteY2" fmla="*/ 99768 h 141950"/>
                <a:gd name="connsiteX3" fmla="*/ 131 w 595959"/>
                <a:gd name="connsiteY3" fmla="*/ 141950 h 141950"/>
                <a:gd name="connsiteX4" fmla="*/ 124 w 595959"/>
                <a:gd name="connsiteY4" fmla="*/ 24713 h 141950"/>
                <a:gd name="connsiteX0" fmla="*/ 124 w 595959"/>
                <a:gd name="connsiteY0" fmla="*/ 24925 h 142162"/>
                <a:gd name="connsiteX1" fmla="*/ 595828 w 595959"/>
                <a:gd name="connsiteY1" fmla="*/ 2433 h 142162"/>
                <a:gd name="connsiteX2" fmla="*/ 595830 w 595959"/>
                <a:gd name="connsiteY2" fmla="*/ 99980 h 142162"/>
                <a:gd name="connsiteX3" fmla="*/ 131 w 595959"/>
                <a:gd name="connsiteY3" fmla="*/ 142162 h 142162"/>
                <a:gd name="connsiteX4" fmla="*/ 124 w 595959"/>
                <a:gd name="connsiteY4" fmla="*/ 24925 h 142162"/>
                <a:gd name="connsiteX0" fmla="*/ 124 w 595959"/>
                <a:gd name="connsiteY0" fmla="*/ 22492 h 139729"/>
                <a:gd name="connsiteX1" fmla="*/ 595828 w 595959"/>
                <a:gd name="connsiteY1" fmla="*/ 0 h 139729"/>
                <a:gd name="connsiteX2" fmla="*/ 595830 w 595959"/>
                <a:gd name="connsiteY2" fmla="*/ 97547 h 139729"/>
                <a:gd name="connsiteX3" fmla="*/ 131 w 595959"/>
                <a:gd name="connsiteY3" fmla="*/ 139729 h 139729"/>
                <a:gd name="connsiteX4" fmla="*/ 124 w 595959"/>
                <a:gd name="connsiteY4" fmla="*/ 22492 h 139729"/>
                <a:gd name="connsiteX0" fmla="*/ 124 w 595959"/>
                <a:gd name="connsiteY0" fmla="*/ 25585 h 142822"/>
                <a:gd name="connsiteX1" fmla="*/ 595828 w 595959"/>
                <a:gd name="connsiteY1" fmla="*/ 3093 h 142822"/>
                <a:gd name="connsiteX2" fmla="*/ 595830 w 595959"/>
                <a:gd name="connsiteY2" fmla="*/ 100640 h 142822"/>
                <a:gd name="connsiteX3" fmla="*/ 131 w 595959"/>
                <a:gd name="connsiteY3" fmla="*/ 142822 h 142822"/>
                <a:gd name="connsiteX4" fmla="*/ 124 w 595959"/>
                <a:gd name="connsiteY4" fmla="*/ 25585 h 142822"/>
                <a:gd name="connsiteX0" fmla="*/ 124 w 595959"/>
                <a:gd name="connsiteY0" fmla="*/ 25585 h 142822"/>
                <a:gd name="connsiteX1" fmla="*/ 595828 w 595959"/>
                <a:gd name="connsiteY1" fmla="*/ 3093 h 142822"/>
                <a:gd name="connsiteX2" fmla="*/ 595830 w 595959"/>
                <a:gd name="connsiteY2" fmla="*/ 100640 h 142822"/>
                <a:gd name="connsiteX3" fmla="*/ 131 w 595959"/>
                <a:gd name="connsiteY3" fmla="*/ 142822 h 142822"/>
                <a:gd name="connsiteX4" fmla="*/ 124 w 595959"/>
                <a:gd name="connsiteY4" fmla="*/ 25585 h 142822"/>
                <a:gd name="connsiteX0" fmla="*/ 124 w 595959"/>
                <a:gd name="connsiteY0" fmla="*/ 26512 h 143749"/>
                <a:gd name="connsiteX1" fmla="*/ 595828 w 595959"/>
                <a:gd name="connsiteY1" fmla="*/ 4020 h 143749"/>
                <a:gd name="connsiteX2" fmla="*/ 595830 w 595959"/>
                <a:gd name="connsiteY2" fmla="*/ 101567 h 143749"/>
                <a:gd name="connsiteX3" fmla="*/ 131 w 595959"/>
                <a:gd name="connsiteY3" fmla="*/ 143749 h 143749"/>
                <a:gd name="connsiteX4" fmla="*/ 124 w 595959"/>
                <a:gd name="connsiteY4" fmla="*/ 26512 h 143749"/>
                <a:gd name="connsiteX0" fmla="*/ 124 w 595959"/>
                <a:gd name="connsiteY0" fmla="*/ 26512 h 143749"/>
                <a:gd name="connsiteX1" fmla="*/ 595828 w 595959"/>
                <a:gd name="connsiteY1" fmla="*/ 4020 h 143749"/>
                <a:gd name="connsiteX2" fmla="*/ 595830 w 595959"/>
                <a:gd name="connsiteY2" fmla="*/ 101567 h 143749"/>
                <a:gd name="connsiteX3" fmla="*/ 131 w 595959"/>
                <a:gd name="connsiteY3" fmla="*/ 143749 h 143749"/>
                <a:gd name="connsiteX4" fmla="*/ 124 w 595959"/>
                <a:gd name="connsiteY4" fmla="*/ 26512 h 143749"/>
                <a:gd name="connsiteX0" fmla="*/ 124 w 595959"/>
                <a:gd name="connsiteY0" fmla="*/ 28496 h 145733"/>
                <a:gd name="connsiteX1" fmla="*/ 595828 w 595959"/>
                <a:gd name="connsiteY1" fmla="*/ 6004 h 145733"/>
                <a:gd name="connsiteX2" fmla="*/ 595830 w 595959"/>
                <a:gd name="connsiteY2" fmla="*/ 103551 h 145733"/>
                <a:gd name="connsiteX3" fmla="*/ 131 w 595959"/>
                <a:gd name="connsiteY3" fmla="*/ 145733 h 145733"/>
                <a:gd name="connsiteX4" fmla="*/ 124 w 595959"/>
                <a:gd name="connsiteY4" fmla="*/ 28496 h 14573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856"/>
                <a:gd name="connsiteY0" fmla="*/ 41841 h 159078"/>
                <a:gd name="connsiteX1" fmla="*/ 591261 w 595856"/>
                <a:gd name="connsiteY1" fmla="*/ 0 h 159078"/>
                <a:gd name="connsiteX2" fmla="*/ 595830 w 595856"/>
                <a:gd name="connsiteY2" fmla="*/ 116896 h 159078"/>
                <a:gd name="connsiteX3" fmla="*/ 131 w 595856"/>
                <a:gd name="connsiteY3" fmla="*/ 159078 h 159078"/>
                <a:gd name="connsiteX4" fmla="*/ 124 w 595856"/>
                <a:gd name="connsiteY4" fmla="*/ 41841 h 159078"/>
                <a:gd name="connsiteX0" fmla="*/ 124 w 595959"/>
                <a:gd name="connsiteY0" fmla="*/ 41841 h 159078"/>
                <a:gd name="connsiteX1" fmla="*/ 595828 w 595959"/>
                <a:gd name="connsiteY1" fmla="*/ 0 h 159078"/>
                <a:gd name="connsiteX2" fmla="*/ 595830 w 595959"/>
                <a:gd name="connsiteY2" fmla="*/ 116896 h 159078"/>
                <a:gd name="connsiteX3" fmla="*/ 131 w 595959"/>
                <a:gd name="connsiteY3" fmla="*/ 159078 h 159078"/>
                <a:gd name="connsiteX4" fmla="*/ 124 w 595959"/>
                <a:gd name="connsiteY4" fmla="*/ 41841 h 159078"/>
                <a:gd name="connsiteX0" fmla="*/ 124 w 597349"/>
                <a:gd name="connsiteY0" fmla="*/ 42378 h 159615"/>
                <a:gd name="connsiteX1" fmla="*/ 597349 w 597349"/>
                <a:gd name="connsiteY1" fmla="*/ 0 h 159615"/>
                <a:gd name="connsiteX2" fmla="*/ 595830 w 597349"/>
                <a:gd name="connsiteY2" fmla="*/ 117433 h 159615"/>
                <a:gd name="connsiteX3" fmla="*/ 131 w 597349"/>
                <a:gd name="connsiteY3" fmla="*/ 159615 h 159615"/>
                <a:gd name="connsiteX4" fmla="*/ 124 w 597349"/>
                <a:gd name="connsiteY4" fmla="*/ 42378 h 159615"/>
                <a:gd name="connsiteX0" fmla="*/ 124 w 600443"/>
                <a:gd name="connsiteY0" fmla="*/ 42378 h 159615"/>
                <a:gd name="connsiteX1" fmla="*/ 597349 w 600443"/>
                <a:gd name="connsiteY1" fmla="*/ 0 h 159615"/>
                <a:gd name="connsiteX2" fmla="*/ 600408 w 600443"/>
                <a:gd name="connsiteY2" fmla="*/ 117433 h 159615"/>
                <a:gd name="connsiteX3" fmla="*/ 131 w 600443"/>
                <a:gd name="connsiteY3" fmla="*/ 159615 h 159615"/>
                <a:gd name="connsiteX4" fmla="*/ 124 w 600443"/>
                <a:gd name="connsiteY4" fmla="*/ 42378 h 159615"/>
                <a:gd name="connsiteX0" fmla="*/ 124 w 600537"/>
                <a:gd name="connsiteY0" fmla="*/ 42378 h 159615"/>
                <a:gd name="connsiteX1" fmla="*/ 600401 w 600537"/>
                <a:gd name="connsiteY1" fmla="*/ 0 h 159615"/>
                <a:gd name="connsiteX2" fmla="*/ 600408 w 600537"/>
                <a:gd name="connsiteY2" fmla="*/ 117433 h 159615"/>
                <a:gd name="connsiteX3" fmla="*/ 131 w 600537"/>
                <a:gd name="connsiteY3" fmla="*/ 159615 h 159615"/>
                <a:gd name="connsiteX4" fmla="*/ 124 w 600537"/>
                <a:gd name="connsiteY4" fmla="*/ 42378 h 159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0537" h="159615">
                  <a:moveTo>
                    <a:pt x="124" y="42378"/>
                  </a:moveTo>
                  <a:cubicBezTo>
                    <a:pt x="296414" y="-50243"/>
                    <a:pt x="418111" y="75773"/>
                    <a:pt x="600401" y="0"/>
                  </a:cubicBezTo>
                  <a:cubicBezTo>
                    <a:pt x="599951" y="33260"/>
                    <a:pt x="600858" y="84173"/>
                    <a:pt x="600408" y="117433"/>
                  </a:cubicBezTo>
                  <a:cubicBezTo>
                    <a:pt x="395490" y="192726"/>
                    <a:pt x="285331" y="62551"/>
                    <a:pt x="131" y="159615"/>
                  </a:cubicBezTo>
                  <a:cubicBezTo>
                    <a:pt x="-323" y="114566"/>
                    <a:pt x="578" y="87427"/>
                    <a:pt x="124" y="42378"/>
                  </a:cubicBezTo>
                  <a:close/>
                </a:path>
              </a:pathLst>
            </a:custGeom>
            <a:solidFill>
              <a:schemeClr val="accent2">
                <a:lumMod val="40000"/>
                <a:lumOff val="6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94" name="矩形 1174">
              <a:extLst>
                <a:ext uri="{FF2B5EF4-FFF2-40B4-BE49-F238E27FC236}">
                  <a16:creationId xmlns:a16="http://schemas.microsoft.com/office/drawing/2014/main" id="{04D438FE-A41D-4D6E-EACD-AE8F9526E406}"/>
                </a:ext>
              </a:extLst>
            </p:cNvPr>
            <p:cNvSpPr/>
            <p:nvPr/>
          </p:nvSpPr>
          <p:spPr>
            <a:xfrm rot="10800000">
              <a:off x="5041541" y="7045652"/>
              <a:ext cx="618707" cy="139508"/>
            </a:xfrm>
            <a:custGeom>
              <a:avLst/>
              <a:gdLst>
                <a:gd name="connsiteX0" fmla="*/ 0 w 595706"/>
                <a:gd name="connsiteY0" fmla="*/ 0 h 92965"/>
                <a:gd name="connsiteX1" fmla="*/ 595706 w 595706"/>
                <a:gd name="connsiteY1" fmla="*/ 0 h 92965"/>
                <a:gd name="connsiteX2" fmla="*/ 595706 w 595706"/>
                <a:gd name="connsiteY2" fmla="*/ 92965 h 92965"/>
                <a:gd name="connsiteX3" fmla="*/ 0 w 595706"/>
                <a:gd name="connsiteY3" fmla="*/ 92965 h 92965"/>
                <a:gd name="connsiteX4" fmla="*/ 0 w 595706"/>
                <a:gd name="connsiteY4" fmla="*/ 0 h 92965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131 w 595837"/>
                <a:gd name="connsiteY0" fmla="*/ 0 h 148754"/>
                <a:gd name="connsiteX1" fmla="*/ 595837 w 595837"/>
                <a:gd name="connsiteY1" fmla="*/ 0 h 148754"/>
                <a:gd name="connsiteX2" fmla="*/ 595837 w 595837"/>
                <a:gd name="connsiteY2" fmla="*/ 92965 h 148754"/>
                <a:gd name="connsiteX3" fmla="*/ 131 w 595837"/>
                <a:gd name="connsiteY3" fmla="*/ 148754 h 148754"/>
                <a:gd name="connsiteX4" fmla="*/ 131 w 595837"/>
                <a:gd name="connsiteY4" fmla="*/ 0 h 148754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56571"/>
                <a:gd name="connsiteX1" fmla="*/ 595837 w 595837"/>
                <a:gd name="connsiteY1" fmla="*/ 0 h 156571"/>
                <a:gd name="connsiteX2" fmla="*/ 594316 w 595837"/>
                <a:gd name="connsiteY2" fmla="*/ 141984 h 156571"/>
                <a:gd name="connsiteX3" fmla="*/ 131 w 595837"/>
                <a:gd name="connsiteY3" fmla="*/ 140590 h 156571"/>
                <a:gd name="connsiteX4" fmla="*/ 131 w 595837"/>
                <a:gd name="connsiteY4" fmla="*/ 0 h 156571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0 w 600949"/>
                <a:gd name="connsiteY0" fmla="*/ 0 h 271309"/>
                <a:gd name="connsiteX1" fmla="*/ 600949 w 600949"/>
                <a:gd name="connsiteY1" fmla="*/ 0 h 271309"/>
                <a:gd name="connsiteX2" fmla="*/ 599428 w 600949"/>
                <a:gd name="connsiteY2" fmla="*/ 141984 h 271309"/>
                <a:gd name="connsiteX3" fmla="*/ 3722 w 600949"/>
                <a:gd name="connsiteY3" fmla="*/ 271309 h 271309"/>
                <a:gd name="connsiteX4" fmla="*/ 0 w 600949"/>
                <a:gd name="connsiteY4" fmla="*/ 0 h 271309"/>
                <a:gd name="connsiteX0" fmla="*/ 0 w 599639"/>
                <a:gd name="connsiteY0" fmla="*/ 0 h 271309"/>
                <a:gd name="connsiteX1" fmla="*/ 599639 w 599639"/>
                <a:gd name="connsiteY1" fmla="*/ 0 h 271309"/>
                <a:gd name="connsiteX2" fmla="*/ 599428 w 599639"/>
                <a:gd name="connsiteY2" fmla="*/ 141984 h 271309"/>
                <a:gd name="connsiteX3" fmla="*/ 3722 w 599639"/>
                <a:gd name="connsiteY3" fmla="*/ 271309 h 271309"/>
                <a:gd name="connsiteX4" fmla="*/ 0 w 599639"/>
                <a:gd name="connsiteY4" fmla="*/ 0 h 271309"/>
                <a:gd name="connsiteX0" fmla="*/ 0 w 597018"/>
                <a:gd name="connsiteY0" fmla="*/ 0 h 271309"/>
                <a:gd name="connsiteX1" fmla="*/ 597018 w 597018"/>
                <a:gd name="connsiteY1" fmla="*/ 0 h 271309"/>
                <a:gd name="connsiteX2" fmla="*/ 596807 w 597018"/>
                <a:gd name="connsiteY2" fmla="*/ 141984 h 271309"/>
                <a:gd name="connsiteX3" fmla="*/ 1101 w 597018"/>
                <a:gd name="connsiteY3" fmla="*/ 271309 h 271309"/>
                <a:gd name="connsiteX4" fmla="*/ 0 w 597018"/>
                <a:gd name="connsiteY4" fmla="*/ 0 h 271309"/>
                <a:gd name="connsiteX0" fmla="*/ 0 w 596807"/>
                <a:gd name="connsiteY0" fmla="*/ 0 h 271309"/>
                <a:gd name="connsiteX1" fmla="*/ 591775 w 596807"/>
                <a:gd name="connsiteY1" fmla="*/ 0 h 271309"/>
                <a:gd name="connsiteX2" fmla="*/ 596807 w 596807"/>
                <a:gd name="connsiteY2" fmla="*/ 141984 h 271309"/>
                <a:gd name="connsiteX3" fmla="*/ 1101 w 596807"/>
                <a:gd name="connsiteY3" fmla="*/ 271309 h 271309"/>
                <a:gd name="connsiteX4" fmla="*/ 0 w 596807"/>
                <a:gd name="connsiteY4" fmla="*/ 0 h 271309"/>
                <a:gd name="connsiteX0" fmla="*/ 0 w 596807"/>
                <a:gd name="connsiteY0" fmla="*/ 0 h 271309"/>
                <a:gd name="connsiteX1" fmla="*/ 595708 w 596807"/>
                <a:gd name="connsiteY1" fmla="*/ 0 h 271309"/>
                <a:gd name="connsiteX2" fmla="*/ 596807 w 596807"/>
                <a:gd name="connsiteY2" fmla="*/ 141984 h 271309"/>
                <a:gd name="connsiteX3" fmla="*/ 1101 w 596807"/>
                <a:gd name="connsiteY3" fmla="*/ 271309 h 271309"/>
                <a:gd name="connsiteX4" fmla="*/ 0 w 596807"/>
                <a:gd name="connsiteY4" fmla="*/ 0 h 271309"/>
                <a:gd name="connsiteX0" fmla="*/ 0 w 595708"/>
                <a:gd name="connsiteY0" fmla="*/ 0 h 271309"/>
                <a:gd name="connsiteX1" fmla="*/ 595708 w 595708"/>
                <a:gd name="connsiteY1" fmla="*/ 0 h 271309"/>
                <a:gd name="connsiteX2" fmla="*/ 594186 w 595708"/>
                <a:gd name="connsiteY2" fmla="*/ 141985 h 271309"/>
                <a:gd name="connsiteX3" fmla="*/ 1101 w 595708"/>
                <a:gd name="connsiteY3" fmla="*/ 271309 h 271309"/>
                <a:gd name="connsiteX4" fmla="*/ 0 w 595708"/>
                <a:gd name="connsiteY4" fmla="*/ 0 h 271309"/>
                <a:gd name="connsiteX0" fmla="*/ 0 w 596439"/>
                <a:gd name="connsiteY0" fmla="*/ 109083 h 380392"/>
                <a:gd name="connsiteX1" fmla="*/ 595708 w 596439"/>
                <a:gd name="connsiteY1" fmla="*/ 109083 h 380392"/>
                <a:gd name="connsiteX2" fmla="*/ 594186 w 596439"/>
                <a:gd name="connsiteY2" fmla="*/ 251068 h 380392"/>
                <a:gd name="connsiteX3" fmla="*/ 1101 w 596439"/>
                <a:gd name="connsiteY3" fmla="*/ 380392 h 380392"/>
                <a:gd name="connsiteX4" fmla="*/ 0 w 596439"/>
                <a:gd name="connsiteY4" fmla="*/ 109083 h 380392"/>
                <a:gd name="connsiteX0" fmla="*/ 0 w 595708"/>
                <a:gd name="connsiteY0" fmla="*/ 0 h 271309"/>
                <a:gd name="connsiteX1" fmla="*/ 595708 w 595708"/>
                <a:gd name="connsiteY1" fmla="*/ 0 h 271309"/>
                <a:gd name="connsiteX2" fmla="*/ 594186 w 595708"/>
                <a:gd name="connsiteY2" fmla="*/ 141985 h 271309"/>
                <a:gd name="connsiteX3" fmla="*/ 1101 w 595708"/>
                <a:gd name="connsiteY3" fmla="*/ 271309 h 271309"/>
                <a:gd name="connsiteX4" fmla="*/ 0 w 595708"/>
                <a:gd name="connsiteY4" fmla="*/ 0 h 271309"/>
                <a:gd name="connsiteX0" fmla="*/ 0 w 596808"/>
                <a:gd name="connsiteY0" fmla="*/ 0 h 271309"/>
                <a:gd name="connsiteX1" fmla="*/ 595708 w 596808"/>
                <a:gd name="connsiteY1" fmla="*/ 0 h 271309"/>
                <a:gd name="connsiteX2" fmla="*/ 596808 w 596808"/>
                <a:gd name="connsiteY2" fmla="*/ 141985 h 271309"/>
                <a:gd name="connsiteX3" fmla="*/ 1101 w 596808"/>
                <a:gd name="connsiteY3" fmla="*/ 271309 h 271309"/>
                <a:gd name="connsiteX4" fmla="*/ 0 w 596808"/>
                <a:gd name="connsiteY4" fmla="*/ 0 h 271309"/>
                <a:gd name="connsiteX0" fmla="*/ 0 w 596808"/>
                <a:gd name="connsiteY0" fmla="*/ 0 h 271309"/>
                <a:gd name="connsiteX1" fmla="*/ 595708 w 596808"/>
                <a:gd name="connsiteY1" fmla="*/ 0 h 271309"/>
                <a:gd name="connsiteX2" fmla="*/ 596808 w 596808"/>
                <a:gd name="connsiteY2" fmla="*/ 141985 h 271309"/>
                <a:gd name="connsiteX3" fmla="*/ 1101 w 596808"/>
                <a:gd name="connsiteY3" fmla="*/ 271309 h 271309"/>
                <a:gd name="connsiteX4" fmla="*/ 0 w 596808"/>
                <a:gd name="connsiteY4" fmla="*/ 0 h 271309"/>
                <a:gd name="connsiteX0" fmla="*/ 0 w 596808"/>
                <a:gd name="connsiteY0" fmla="*/ 0 h 271309"/>
                <a:gd name="connsiteX1" fmla="*/ 595708 w 596808"/>
                <a:gd name="connsiteY1" fmla="*/ 0 h 271309"/>
                <a:gd name="connsiteX2" fmla="*/ 596808 w 596808"/>
                <a:gd name="connsiteY2" fmla="*/ 141985 h 271309"/>
                <a:gd name="connsiteX3" fmla="*/ 1101 w 596808"/>
                <a:gd name="connsiteY3" fmla="*/ 271309 h 271309"/>
                <a:gd name="connsiteX4" fmla="*/ 0 w 596808"/>
                <a:gd name="connsiteY4" fmla="*/ 0 h 271309"/>
                <a:gd name="connsiteX0" fmla="*/ 0 w 595708"/>
                <a:gd name="connsiteY0" fmla="*/ 0 h 271309"/>
                <a:gd name="connsiteX1" fmla="*/ 595708 w 595708"/>
                <a:gd name="connsiteY1" fmla="*/ 0 h 271309"/>
                <a:gd name="connsiteX2" fmla="*/ 594186 w 595708"/>
                <a:gd name="connsiteY2" fmla="*/ 141985 h 271309"/>
                <a:gd name="connsiteX3" fmla="*/ 1101 w 595708"/>
                <a:gd name="connsiteY3" fmla="*/ 271309 h 271309"/>
                <a:gd name="connsiteX4" fmla="*/ 0 w 595708"/>
                <a:gd name="connsiteY4" fmla="*/ 0 h 271309"/>
                <a:gd name="connsiteX0" fmla="*/ 0 w 595708"/>
                <a:gd name="connsiteY0" fmla="*/ 0 h 271309"/>
                <a:gd name="connsiteX1" fmla="*/ 595708 w 595708"/>
                <a:gd name="connsiteY1" fmla="*/ 0 h 271309"/>
                <a:gd name="connsiteX2" fmla="*/ 594186 w 595708"/>
                <a:gd name="connsiteY2" fmla="*/ 141985 h 271309"/>
                <a:gd name="connsiteX3" fmla="*/ 1101 w 595708"/>
                <a:gd name="connsiteY3" fmla="*/ 271309 h 271309"/>
                <a:gd name="connsiteX4" fmla="*/ 0 w 595708"/>
                <a:gd name="connsiteY4" fmla="*/ 0 h 271309"/>
                <a:gd name="connsiteX0" fmla="*/ 0 w 595936"/>
                <a:gd name="connsiteY0" fmla="*/ 0 h 271309"/>
                <a:gd name="connsiteX1" fmla="*/ 595708 w 595936"/>
                <a:gd name="connsiteY1" fmla="*/ 0 h 271309"/>
                <a:gd name="connsiteX2" fmla="*/ 594186 w 595936"/>
                <a:gd name="connsiteY2" fmla="*/ 141985 h 271309"/>
                <a:gd name="connsiteX3" fmla="*/ 1101 w 595936"/>
                <a:gd name="connsiteY3" fmla="*/ 271309 h 271309"/>
                <a:gd name="connsiteX4" fmla="*/ 0 w 595936"/>
                <a:gd name="connsiteY4" fmla="*/ 0 h 271309"/>
                <a:gd name="connsiteX0" fmla="*/ 319 w 596255"/>
                <a:gd name="connsiteY0" fmla="*/ 0 h 271309"/>
                <a:gd name="connsiteX1" fmla="*/ 596027 w 596255"/>
                <a:gd name="connsiteY1" fmla="*/ 0 h 271309"/>
                <a:gd name="connsiteX2" fmla="*/ 594505 w 596255"/>
                <a:gd name="connsiteY2" fmla="*/ 141985 h 271309"/>
                <a:gd name="connsiteX3" fmla="*/ 110 w 596255"/>
                <a:gd name="connsiteY3" fmla="*/ 271309 h 271309"/>
                <a:gd name="connsiteX4" fmla="*/ 319 w 596255"/>
                <a:gd name="connsiteY4" fmla="*/ 0 h 271309"/>
                <a:gd name="connsiteX0" fmla="*/ 0 w 595936"/>
                <a:gd name="connsiteY0" fmla="*/ 0 h 271309"/>
                <a:gd name="connsiteX1" fmla="*/ 595708 w 595936"/>
                <a:gd name="connsiteY1" fmla="*/ 0 h 271309"/>
                <a:gd name="connsiteX2" fmla="*/ 594186 w 595936"/>
                <a:gd name="connsiteY2" fmla="*/ 141985 h 271309"/>
                <a:gd name="connsiteX3" fmla="*/ 1101 w 595936"/>
                <a:gd name="connsiteY3" fmla="*/ 271309 h 271309"/>
                <a:gd name="connsiteX4" fmla="*/ 0 w 595936"/>
                <a:gd name="connsiteY4" fmla="*/ 0 h 271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5936" h="271309">
                  <a:moveTo>
                    <a:pt x="0" y="0"/>
                  </a:moveTo>
                  <a:lnTo>
                    <a:pt x="595708" y="0"/>
                  </a:lnTo>
                  <a:cubicBezTo>
                    <a:pt x="595708" y="30988"/>
                    <a:pt x="596806" y="39550"/>
                    <a:pt x="594186" y="141985"/>
                  </a:cubicBezTo>
                  <a:cubicBezTo>
                    <a:pt x="404809" y="352086"/>
                    <a:pt x="341643" y="22672"/>
                    <a:pt x="1101" y="271309"/>
                  </a:cubicBezTo>
                  <a:cubicBezTo>
                    <a:pt x="647" y="226260"/>
                    <a:pt x="454" y="45049"/>
                    <a:pt x="0" y="0"/>
                  </a:cubicBez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696" name="组合 695">
              <a:extLst>
                <a:ext uri="{FF2B5EF4-FFF2-40B4-BE49-F238E27FC236}">
                  <a16:creationId xmlns:a16="http://schemas.microsoft.com/office/drawing/2014/main" id="{C021C280-4CEE-1C54-3FAB-013FDDAD87C0}"/>
                </a:ext>
              </a:extLst>
            </p:cNvPr>
            <p:cNvGrpSpPr/>
            <p:nvPr/>
          </p:nvGrpSpPr>
          <p:grpSpPr>
            <a:xfrm>
              <a:off x="5040167" y="6521415"/>
              <a:ext cx="621640" cy="663817"/>
              <a:chOff x="3656357" y="6507685"/>
              <a:chExt cx="621640" cy="663817"/>
            </a:xfrm>
          </p:grpSpPr>
          <p:sp>
            <p:nvSpPr>
              <p:cNvPr id="704" name="矩形 703">
                <a:extLst>
                  <a:ext uri="{FF2B5EF4-FFF2-40B4-BE49-F238E27FC236}">
                    <a16:creationId xmlns:a16="http://schemas.microsoft.com/office/drawing/2014/main" id="{0925CB65-BB1C-1AA8-04E0-F30934F933A3}"/>
                  </a:ext>
                </a:extLst>
              </p:cNvPr>
              <p:cNvSpPr/>
              <p:nvPr/>
            </p:nvSpPr>
            <p:spPr>
              <a:xfrm>
                <a:off x="3656465" y="6640950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05" name="矩形 704">
                <a:extLst>
                  <a:ext uri="{FF2B5EF4-FFF2-40B4-BE49-F238E27FC236}">
                    <a16:creationId xmlns:a16="http://schemas.microsoft.com/office/drawing/2014/main" id="{0EEF1A3D-CDEA-0190-ABC5-85AA05116C74}"/>
                  </a:ext>
                </a:extLst>
              </p:cNvPr>
              <p:cNvSpPr/>
              <p:nvPr/>
            </p:nvSpPr>
            <p:spPr>
              <a:xfrm>
                <a:off x="3811875" y="6640950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06" name="矩形 705">
                <a:extLst>
                  <a:ext uri="{FF2B5EF4-FFF2-40B4-BE49-F238E27FC236}">
                    <a16:creationId xmlns:a16="http://schemas.microsoft.com/office/drawing/2014/main" id="{104A2DBE-2E3C-1CF9-25A9-FF2BC4D85C17}"/>
                  </a:ext>
                </a:extLst>
              </p:cNvPr>
              <p:cNvSpPr/>
              <p:nvPr/>
            </p:nvSpPr>
            <p:spPr>
              <a:xfrm>
                <a:off x="3967285" y="6640950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07" name="矩形 706">
                <a:extLst>
                  <a:ext uri="{FF2B5EF4-FFF2-40B4-BE49-F238E27FC236}">
                    <a16:creationId xmlns:a16="http://schemas.microsoft.com/office/drawing/2014/main" id="{3B017BC9-0618-A245-A422-D1137A690B20}"/>
                  </a:ext>
                </a:extLst>
              </p:cNvPr>
              <p:cNvSpPr/>
              <p:nvPr/>
            </p:nvSpPr>
            <p:spPr>
              <a:xfrm>
                <a:off x="4122695" y="6640950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08" name="矩形 707">
                <a:extLst>
                  <a:ext uri="{FF2B5EF4-FFF2-40B4-BE49-F238E27FC236}">
                    <a16:creationId xmlns:a16="http://schemas.microsoft.com/office/drawing/2014/main" id="{A5541330-883F-09A0-DDFB-23BDF9D5DD74}"/>
                  </a:ext>
                </a:extLst>
              </p:cNvPr>
              <p:cNvSpPr/>
              <p:nvPr/>
            </p:nvSpPr>
            <p:spPr>
              <a:xfrm>
                <a:off x="3656465" y="6773574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09" name="矩形 708">
                <a:extLst>
                  <a:ext uri="{FF2B5EF4-FFF2-40B4-BE49-F238E27FC236}">
                    <a16:creationId xmlns:a16="http://schemas.microsoft.com/office/drawing/2014/main" id="{B5BF7C6B-8776-B45F-1F8B-2A5C8B074048}"/>
                  </a:ext>
                </a:extLst>
              </p:cNvPr>
              <p:cNvSpPr/>
              <p:nvPr/>
            </p:nvSpPr>
            <p:spPr>
              <a:xfrm>
                <a:off x="3811875" y="6773574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10" name="矩形 709">
                <a:extLst>
                  <a:ext uri="{FF2B5EF4-FFF2-40B4-BE49-F238E27FC236}">
                    <a16:creationId xmlns:a16="http://schemas.microsoft.com/office/drawing/2014/main" id="{91F472D2-F07A-DFF6-BD88-BC8BD19D31A6}"/>
                  </a:ext>
                </a:extLst>
              </p:cNvPr>
              <p:cNvSpPr/>
              <p:nvPr/>
            </p:nvSpPr>
            <p:spPr>
              <a:xfrm>
                <a:off x="3967285" y="6773574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11" name="矩形 710">
                <a:extLst>
                  <a:ext uri="{FF2B5EF4-FFF2-40B4-BE49-F238E27FC236}">
                    <a16:creationId xmlns:a16="http://schemas.microsoft.com/office/drawing/2014/main" id="{18DB2E74-869C-D7F1-C503-33FD2BC50E09}"/>
                  </a:ext>
                </a:extLst>
              </p:cNvPr>
              <p:cNvSpPr/>
              <p:nvPr/>
            </p:nvSpPr>
            <p:spPr>
              <a:xfrm>
                <a:off x="4122695" y="6773574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12" name="矩形 711">
                <a:extLst>
                  <a:ext uri="{FF2B5EF4-FFF2-40B4-BE49-F238E27FC236}">
                    <a16:creationId xmlns:a16="http://schemas.microsoft.com/office/drawing/2014/main" id="{DB019D52-4825-F2EA-5D9D-5CB1E48F65C6}"/>
                  </a:ext>
                </a:extLst>
              </p:cNvPr>
              <p:cNvSpPr/>
              <p:nvPr/>
            </p:nvSpPr>
            <p:spPr>
              <a:xfrm>
                <a:off x="3656357" y="690625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13" name="矩形 712">
                <a:extLst>
                  <a:ext uri="{FF2B5EF4-FFF2-40B4-BE49-F238E27FC236}">
                    <a16:creationId xmlns:a16="http://schemas.microsoft.com/office/drawing/2014/main" id="{119144CC-73AB-F977-F02E-D22AA4B8C52D}"/>
                  </a:ext>
                </a:extLst>
              </p:cNvPr>
              <p:cNvSpPr/>
              <p:nvPr/>
            </p:nvSpPr>
            <p:spPr>
              <a:xfrm>
                <a:off x="3811767" y="690625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14" name="矩形 713">
                <a:extLst>
                  <a:ext uri="{FF2B5EF4-FFF2-40B4-BE49-F238E27FC236}">
                    <a16:creationId xmlns:a16="http://schemas.microsoft.com/office/drawing/2014/main" id="{9749B7A1-E929-BD3D-2844-26AC403D34AC}"/>
                  </a:ext>
                </a:extLst>
              </p:cNvPr>
              <p:cNvSpPr/>
              <p:nvPr/>
            </p:nvSpPr>
            <p:spPr>
              <a:xfrm>
                <a:off x="3967177" y="690625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15" name="矩形 714">
                <a:extLst>
                  <a:ext uri="{FF2B5EF4-FFF2-40B4-BE49-F238E27FC236}">
                    <a16:creationId xmlns:a16="http://schemas.microsoft.com/office/drawing/2014/main" id="{DA321C66-E38B-5A7C-4F9C-A4C390A2A3F3}"/>
                  </a:ext>
                </a:extLst>
              </p:cNvPr>
              <p:cNvSpPr/>
              <p:nvPr/>
            </p:nvSpPr>
            <p:spPr>
              <a:xfrm>
                <a:off x="4122587" y="690625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16" name="矩形 715">
                <a:extLst>
                  <a:ext uri="{FF2B5EF4-FFF2-40B4-BE49-F238E27FC236}">
                    <a16:creationId xmlns:a16="http://schemas.microsoft.com/office/drawing/2014/main" id="{367B639E-DE5A-9194-8BC8-7A4BD3E645C7}"/>
                  </a:ext>
                </a:extLst>
              </p:cNvPr>
              <p:cNvSpPr/>
              <p:nvPr/>
            </p:nvSpPr>
            <p:spPr>
              <a:xfrm>
                <a:off x="3656357" y="7038879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24" name="矩形 723">
                <a:extLst>
                  <a:ext uri="{FF2B5EF4-FFF2-40B4-BE49-F238E27FC236}">
                    <a16:creationId xmlns:a16="http://schemas.microsoft.com/office/drawing/2014/main" id="{F87F7574-D6E1-50F6-BE18-D5B8F1AA20E7}"/>
                  </a:ext>
                </a:extLst>
              </p:cNvPr>
              <p:cNvSpPr/>
              <p:nvPr/>
            </p:nvSpPr>
            <p:spPr>
              <a:xfrm>
                <a:off x="3811767" y="7038879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25" name="矩形 724">
                <a:extLst>
                  <a:ext uri="{FF2B5EF4-FFF2-40B4-BE49-F238E27FC236}">
                    <a16:creationId xmlns:a16="http://schemas.microsoft.com/office/drawing/2014/main" id="{8D8E660A-5468-698F-DB29-E2A5267A1B24}"/>
                  </a:ext>
                </a:extLst>
              </p:cNvPr>
              <p:cNvSpPr/>
              <p:nvPr/>
            </p:nvSpPr>
            <p:spPr>
              <a:xfrm>
                <a:off x="3967177" y="7038879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26" name="矩形 725">
                <a:extLst>
                  <a:ext uri="{FF2B5EF4-FFF2-40B4-BE49-F238E27FC236}">
                    <a16:creationId xmlns:a16="http://schemas.microsoft.com/office/drawing/2014/main" id="{4CEEF568-C707-6FB5-5BCD-D067E1F7E167}"/>
                  </a:ext>
                </a:extLst>
              </p:cNvPr>
              <p:cNvSpPr/>
              <p:nvPr/>
            </p:nvSpPr>
            <p:spPr>
              <a:xfrm>
                <a:off x="4122587" y="7038879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27" name="矩形 726">
                <a:extLst>
                  <a:ext uri="{FF2B5EF4-FFF2-40B4-BE49-F238E27FC236}">
                    <a16:creationId xmlns:a16="http://schemas.microsoft.com/office/drawing/2014/main" id="{3F5E0304-0DAE-4FE6-8BCA-CABACD65FDF0}"/>
                  </a:ext>
                </a:extLst>
              </p:cNvPr>
              <p:cNvSpPr/>
              <p:nvPr/>
            </p:nvSpPr>
            <p:spPr>
              <a:xfrm>
                <a:off x="3656357" y="650768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28" name="矩形 727">
                <a:extLst>
                  <a:ext uri="{FF2B5EF4-FFF2-40B4-BE49-F238E27FC236}">
                    <a16:creationId xmlns:a16="http://schemas.microsoft.com/office/drawing/2014/main" id="{3C379674-0092-40BB-1636-3CC7D8DD7694}"/>
                  </a:ext>
                </a:extLst>
              </p:cNvPr>
              <p:cNvSpPr/>
              <p:nvPr/>
            </p:nvSpPr>
            <p:spPr>
              <a:xfrm>
                <a:off x="3811767" y="650768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29" name="矩形 728">
                <a:extLst>
                  <a:ext uri="{FF2B5EF4-FFF2-40B4-BE49-F238E27FC236}">
                    <a16:creationId xmlns:a16="http://schemas.microsoft.com/office/drawing/2014/main" id="{5C405B80-EC6B-8B7C-EA33-480ECC9F1A16}"/>
                  </a:ext>
                </a:extLst>
              </p:cNvPr>
              <p:cNvSpPr/>
              <p:nvPr/>
            </p:nvSpPr>
            <p:spPr>
              <a:xfrm>
                <a:off x="3967177" y="650768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30" name="矩形 729">
                <a:extLst>
                  <a:ext uri="{FF2B5EF4-FFF2-40B4-BE49-F238E27FC236}">
                    <a16:creationId xmlns:a16="http://schemas.microsoft.com/office/drawing/2014/main" id="{9F63CC71-5E3C-B338-C352-FC38EFAE2557}"/>
                  </a:ext>
                </a:extLst>
              </p:cNvPr>
              <p:cNvSpPr/>
              <p:nvPr/>
            </p:nvSpPr>
            <p:spPr>
              <a:xfrm>
                <a:off x="4122587" y="650768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854" name="流程图: 接点 972">
            <a:extLst>
              <a:ext uri="{FF2B5EF4-FFF2-40B4-BE49-F238E27FC236}">
                <a16:creationId xmlns:a16="http://schemas.microsoft.com/office/drawing/2014/main" id="{CE36241E-95EC-72E6-8822-FFC2837DFF6B}"/>
              </a:ext>
            </a:extLst>
          </p:cNvPr>
          <p:cNvSpPr/>
          <p:nvPr/>
        </p:nvSpPr>
        <p:spPr>
          <a:xfrm>
            <a:off x="10927366" y="868616"/>
            <a:ext cx="324675" cy="322149"/>
          </a:xfrm>
          <a:prstGeom prst="flowChartConnector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endParaRPr lang="zh-CN" altLang="en-US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55" name="流程图: 接点 973">
            <a:extLst>
              <a:ext uri="{FF2B5EF4-FFF2-40B4-BE49-F238E27FC236}">
                <a16:creationId xmlns:a16="http://schemas.microsoft.com/office/drawing/2014/main" id="{4BC95CDA-FAB5-9E99-ABE2-127E26A43872}"/>
              </a:ext>
            </a:extLst>
          </p:cNvPr>
          <p:cNvSpPr/>
          <p:nvPr/>
        </p:nvSpPr>
        <p:spPr>
          <a:xfrm>
            <a:off x="10927366" y="1267384"/>
            <a:ext cx="324675" cy="322149"/>
          </a:xfrm>
          <a:prstGeom prst="flowChartConnector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zh-CN" altLang="en-US" sz="1600" dirty="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56" name="流程图: 接点 975">
            <a:extLst>
              <a:ext uri="{FF2B5EF4-FFF2-40B4-BE49-F238E27FC236}">
                <a16:creationId xmlns:a16="http://schemas.microsoft.com/office/drawing/2014/main" id="{23C7B2B7-B83F-7B04-CF4A-95FC6C35056A}"/>
              </a:ext>
            </a:extLst>
          </p:cNvPr>
          <p:cNvSpPr/>
          <p:nvPr/>
        </p:nvSpPr>
        <p:spPr>
          <a:xfrm>
            <a:off x="10939655" y="4448533"/>
            <a:ext cx="324675" cy="322149"/>
          </a:xfrm>
          <a:prstGeom prst="flowChartConnector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lang="zh-CN" altLang="en-US" sz="1600" dirty="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57" name="流程图: 接点 976">
            <a:extLst>
              <a:ext uri="{FF2B5EF4-FFF2-40B4-BE49-F238E27FC236}">
                <a16:creationId xmlns:a16="http://schemas.microsoft.com/office/drawing/2014/main" id="{59B57C1B-A36A-4EBE-A078-D8CE84B195A2}"/>
              </a:ext>
            </a:extLst>
          </p:cNvPr>
          <p:cNvSpPr/>
          <p:nvPr/>
        </p:nvSpPr>
        <p:spPr>
          <a:xfrm>
            <a:off x="10939655" y="4049761"/>
            <a:ext cx="324675" cy="322149"/>
          </a:xfrm>
          <a:prstGeom prst="flowChartConnector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zh-CN" altLang="en-US" sz="1600" dirty="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58" name="流程图: 接点 990">
            <a:extLst>
              <a:ext uri="{FF2B5EF4-FFF2-40B4-BE49-F238E27FC236}">
                <a16:creationId xmlns:a16="http://schemas.microsoft.com/office/drawing/2014/main" id="{1BCB477A-1125-76D7-2EAE-05D250C88760}"/>
              </a:ext>
            </a:extLst>
          </p:cNvPr>
          <p:cNvSpPr/>
          <p:nvPr/>
        </p:nvSpPr>
        <p:spPr>
          <a:xfrm>
            <a:off x="10061866" y="1267384"/>
            <a:ext cx="324675" cy="322149"/>
          </a:xfrm>
          <a:prstGeom prst="flowChartConnector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zh-CN" altLang="en-US" sz="1600" dirty="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59" name="流程图: 接点 991">
            <a:extLst>
              <a:ext uri="{FF2B5EF4-FFF2-40B4-BE49-F238E27FC236}">
                <a16:creationId xmlns:a16="http://schemas.microsoft.com/office/drawing/2014/main" id="{4DA2F0EA-28F2-2A76-8967-B7C1A3B06836}"/>
              </a:ext>
            </a:extLst>
          </p:cNvPr>
          <p:cNvSpPr/>
          <p:nvPr/>
        </p:nvSpPr>
        <p:spPr>
          <a:xfrm>
            <a:off x="10061866" y="1654506"/>
            <a:ext cx="324675" cy="322149"/>
          </a:xfrm>
          <a:prstGeom prst="flowChartConnector">
            <a:avLst/>
          </a:prstGeom>
          <a:noFill/>
          <a:ln w="28575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zh-CN" altLang="en-US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60" name="流程图: 接点 992">
            <a:extLst>
              <a:ext uri="{FF2B5EF4-FFF2-40B4-BE49-F238E27FC236}">
                <a16:creationId xmlns:a16="http://schemas.microsoft.com/office/drawing/2014/main" id="{6E8CCA0F-21C4-46C8-D01F-BDCE245587D0}"/>
              </a:ext>
            </a:extLst>
          </p:cNvPr>
          <p:cNvSpPr/>
          <p:nvPr/>
        </p:nvSpPr>
        <p:spPr>
          <a:xfrm>
            <a:off x="10074156" y="4436887"/>
            <a:ext cx="324675" cy="322149"/>
          </a:xfrm>
          <a:prstGeom prst="flowChartConnector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lang="zh-CN" altLang="en-US" sz="1600" dirty="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61" name="流程图: 接点 993">
            <a:extLst>
              <a:ext uri="{FF2B5EF4-FFF2-40B4-BE49-F238E27FC236}">
                <a16:creationId xmlns:a16="http://schemas.microsoft.com/office/drawing/2014/main" id="{A570CBB1-AA96-330B-18CA-687D29E01408}"/>
              </a:ext>
            </a:extLst>
          </p:cNvPr>
          <p:cNvSpPr/>
          <p:nvPr/>
        </p:nvSpPr>
        <p:spPr>
          <a:xfrm>
            <a:off x="10074156" y="4038115"/>
            <a:ext cx="324675" cy="322149"/>
          </a:xfrm>
          <a:prstGeom prst="flowChartConnector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zh-CN" altLang="en-US" sz="1600" dirty="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62" name="流程图: 接点 994">
            <a:extLst>
              <a:ext uri="{FF2B5EF4-FFF2-40B4-BE49-F238E27FC236}">
                <a16:creationId xmlns:a16="http://schemas.microsoft.com/office/drawing/2014/main" id="{239BE533-9BBF-6DCA-C23E-6CDD58D93E2F}"/>
              </a:ext>
            </a:extLst>
          </p:cNvPr>
          <p:cNvSpPr/>
          <p:nvPr/>
        </p:nvSpPr>
        <p:spPr>
          <a:xfrm>
            <a:off x="10074156" y="3639346"/>
            <a:ext cx="324675" cy="322149"/>
          </a:xfrm>
          <a:prstGeom prst="flowChartConnector">
            <a:avLst/>
          </a:prstGeom>
          <a:noFill/>
          <a:ln w="28575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zh-CN" altLang="en-US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863" name="直接连接符 995">
            <a:extLst>
              <a:ext uri="{FF2B5EF4-FFF2-40B4-BE49-F238E27FC236}">
                <a16:creationId xmlns:a16="http://schemas.microsoft.com/office/drawing/2014/main" id="{D57D630C-FE82-17FF-6189-49629E988CE0}"/>
              </a:ext>
            </a:extLst>
          </p:cNvPr>
          <p:cNvCxnSpPr>
            <a:cxnSpLocks/>
            <a:stCxn id="854" idx="2"/>
          </p:cNvCxnSpPr>
          <p:nvPr/>
        </p:nvCxnSpPr>
        <p:spPr>
          <a:xfrm flipH="1">
            <a:off x="10386547" y="1029686"/>
            <a:ext cx="540824" cy="0"/>
          </a:xfrm>
          <a:prstGeom prst="line">
            <a:avLst/>
          </a:prstGeom>
          <a:ln w="28575">
            <a:solidFill>
              <a:schemeClr val="tx1"/>
            </a:solidFill>
            <a:headEnd type="triangl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64" name="直接连接符 996">
            <a:extLst>
              <a:ext uri="{FF2B5EF4-FFF2-40B4-BE49-F238E27FC236}">
                <a16:creationId xmlns:a16="http://schemas.microsoft.com/office/drawing/2014/main" id="{C5DC29FD-830C-06FC-1670-ACC7A3B292AF}"/>
              </a:ext>
            </a:extLst>
          </p:cNvPr>
          <p:cNvCxnSpPr>
            <a:cxnSpLocks/>
            <a:stCxn id="855" idx="2"/>
            <a:endCxn id="858" idx="6"/>
          </p:cNvCxnSpPr>
          <p:nvPr/>
        </p:nvCxnSpPr>
        <p:spPr>
          <a:xfrm flipH="1">
            <a:off x="10386547" y="1428454"/>
            <a:ext cx="540824" cy="0"/>
          </a:xfrm>
          <a:prstGeom prst="line">
            <a:avLst/>
          </a:prstGeom>
          <a:ln w="28575">
            <a:solidFill>
              <a:schemeClr val="tx1"/>
            </a:solidFill>
            <a:headEnd type="triangl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65" name="直接连接符 999">
            <a:extLst>
              <a:ext uri="{FF2B5EF4-FFF2-40B4-BE49-F238E27FC236}">
                <a16:creationId xmlns:a16="http://schemas.microsoft.com/office/drawing/2014/main" id="{F380C7FA-1AAA-065F-4CE7-2698406FD293}"/>
              </a:ext>
            </a:extLst>
          </p:cNvPr>
          <p:cNvCxnSpPr>
            <a:cxnSpLocks/>
            <a:stCxn id="857" idx="2"/>
            <a:endCxn id="861" idx="6"/>
          </p:cNvCxnSpPr>
          <p:nvPr/>
        </p:nvCxnSpPr>
        <p:spPr>
          <a:xfrm flipH="1" flipV="1">
            <a:off x="10398831" y="4199190"/>
            <a:ext cx="540824" cy="11646"/>
          </a:xfrm>
          <a:prstGeom prst="line">
            <a:avLst/>
          </a:prstGeom>
          <a:ln w="28575">
            <a:solidFill>
              <a:schemeClr val="tx1"/>
            </a:solidFill>
            <a:headEnd type="triangl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66" name="直接连接符 1000">
            <a:extLst>
              <a:ext uri="{FF2B5EF4-FFF2-40B4-BE49-F238E27FC236}">
                <a16:creationId xmlns:a16="http://schemas.microsoft.com/office/drawing/2014/main" id="{5EBE8F35-9003-2449-3B19-3625CF90E797}"/>
              </a:ext>
            </a:extLst>
          </p:cNvPr>
          <p:cNvCxnSpPr>
            <a:cxnSpLocks/>
            <a:stCxn id="856" idx="2"/>
            <a:endCxn id="860" idx="6"/>
          </p:cNvCxnSpPr>
          <p:nvPr/>
        </p:nvCxnSpPr>
        <p:spPr>
          <a:xfrm flipH="1" flipV="1">
            <a:off x="10398831" y="4597962"/>
            <a:ext cx="540824" cy="11646"/>
          </a:xfrm>
          <a:prstGeom prst="line">
            <a:avLst/>
          </a:prstGeom>
          <a:ln w="28575">
            <a:solidFill>
              <a:schemeClr val="tx1"/>
            </a:solidFill>
            <a:headEnd type="triangl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67" name="直接连接符 1037">
            <a:extLst>
              <a:ext uri="{FF2B5EF4-FFF2-40B4-BE49-F238E27FC236}">
                <a16:creationId xmlns:a16="http://schemas.microsoft.com/office/drawing/2014/main" id="{0DB4FEF8-2141-A0FF-57FC-293F1F2CCE76}"/>
              </a:ext>
            </a:extLst>
          </p:cNvPr>
          <p:cNvCxnSpPr>
            <a:cxnSpLocks/>
            <a:stCxn id="854" idx="2"/>
            <a:endCxn id="858" idx="6"/>
          </p:cNvCxnSpPr>
          <p:nvPr/>
        </p:nvCxnSpPr>
        <p:spPr>
          <a:xfrm flipH="1">
            <a:off x="10386547" y="1029686"/>
            <a:ext cx="540824" cy="398768"/>
          </a:xfrm>
          <a:prstGeom prst="line">
            <a:avLst/>
          </a:prstGeom>
          <a:ln w="28575">
            <a:solidFill>
              <a:schemeClr val="tx1"/>
            </a:solidFill>
            <a:headEnd type="triangl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68" name="直接连接符 1038">
            <a:extLst>
              <a:ext uri="{FF2B5EF4-FFF2-40B4-BE49-F238E27FC236}">
                <a16:creationId xmlns:a16="http://schemas.microsoft.com/office/drawing/2014/main" id="{00A05AD7-3D12-D51E-4198-3C9FCD511F92}"/>
              </a:ext>
            </a:extLst>
          </p:cNvPr>
          <p:cNvCxnSpPr>
            <a:cxnSpLocks/>
            <a:stCxn id="854" idx="2"/>
            <a:endCxn id="859" idx="6"/>
          </p:cNvCxnSpPr>
          <p:nvPr/>
        </p:nvCxnSpPr>
        <p:spPr>
          <a:xfrm flipH="1">
            <a:off x="10386541" y="1029691"/>
            <a:ext cx="540824" cy="785890"/>
          </a:xfrm>
          <a:prstGeom prst="line">
            <a:avLst/>
          </a:prstGeom>
          <a:ln w="28575">
            <a:solidFill>
              <a:schemeClr val="tx1"/>
            </a:solidFill>
            <a:prstDash val="sysDot"/>
            <a:headEnd type="triangl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69" name="直接连接符 1039">
            <a:extLst>
              <a:ext uri="{FF2B5EF4-FFF2-40B4-BE49-F238E27FC236}">
                <a16:creationId xmlns:a16="http://schemas.microsoft.com/office/drawing/2014/main" id="{1AD9F723-D11A-2249-F5D0-1887028033BC}"/>
              </a:ext>
            </a:extLst>
          </p:cNvPr>
          <p:cNvCxnSpPr>
            <a:cxnSpLocks/>
            <a:stCxn id="855" idx="2"/>
          </p:cNvCxnSpPr>
          <p:nvPr/>
        </p:nvCxnSpPr>
        <p:spPr>
          <a:xfrm flipH="1" flipV="1">
            <a:off x="10386547" y="1029686"/>
            <a:ext cx="540824" cy="398768"/>
          </a:xfrm>
          <a:prstGeom prst="line">
            <a:avLst/>
          </a:prstGeom>
          <a:ln w="28575">
            <a:solidFill>
              <a:schemeClr val="tx1"/>
            </a:solidFill>
            <a:headEnd type="triangl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70" name="直接连接符 1042">
            <a:extLst>
              <a:ext uri="{FF2B5EF4-FFF2-40B4-BE49-F238E27FC236}">
                <a16:creationId xmlns:a16="http://schemas.microsoft.com/office/drawing/2014/main" id="{BC9BD5CC-EBF6-E083-22F8-A0FDC2DDF35E}"/>
              </a:ext>
            </a:extLst>
          </p:cNvPr>
          <p:cNvCxnSpPr>
            <a:cxnSpLocks/>
            <a:stCxn id="857" idx="2"/>
            <a:endCxn id="875" idx="6"/>
          </p:cNvCxnSpPr>
          <p:nvPr/>
        </p:nvCxnSpPr>
        <p:spPr>
          <a:xfrm flipH="1" flipV="1">
            <a:off x="10397715" y="3363589"/>
            <a:ext cx="541940" cy="847247"/>
          </a:xfrm>
          <a:prstGeom prst="line">
            <a:avLst/>
          </a:prstGeom>
          <a:ln w="28575">
            <a:solidFill>
              <a:schemeClr val="tx1"/>
            </a:solidFill>
            <a:prstDash val="sysDot"/>
            <a:headEnd type="triangl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71" name="直接连接符 1043">
            <a:extLst>
              <a:ext uri="{FF2B5EF4-FFF2-40B4-BE49-F238E27FC236}">
                <a16:creationId xmlns:a16="http://schemas.microsoft.com/office/drawing/2014/main" id="{2D3B8D00-3A38-03CE-D925-5503DB4AD0BE}"/>
              </a:ext>
            </a:extLst>
          </p:cNvPr>
          <p:cNvCxnSpPr>
            <a:cxnSpLocks/>
            <a:stCxn id="857" idx="2"/>
            <a:endCxn id="860" idx="6"/>
          </p:cNvCxnSpPr>
          <p:nvPr/>
        </p:nvCxnSpPr>
        <p:spPr>
          <a:xfrm flipH="1">
            <a:off x="10398831" y="4210836"/>
            <a:ext cx="540824" cy="387126"/>
          </a:xfrm>
          <a:prstGeom prst="line">
            <a:avLst/>
          </a:prstGeom>
          <a:ln w="28575">
            <a:solidFill>
              <a:schemeClr val="tx1"/>
            </a:solidFill>
            <a:headEnd type="triangl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72" name="直接连接符 1044">
            <a:extLst>
              <a:ext uri="{FF2B5EF4-FFF2-40B4-BE49-F238E27FC236}">
                <a16:creationId xmlns:a16="http://schemas.microsoft.com/office/drawing/2014/main" id="{C483648A-18DA-FB19-C58D-1BFF1E5B7F99}"/>
              </a:ext>
            </a:extLst>
          </p:cNvPr>
          <p:cNvCxnSpPr>
            <a:cxnSpLocks/>
            <a:stCxn id="856" idx="2"/>
            <a:endCxn id="861" idx="6"/>
          </p:cNvCxnSpPr>
          <p:nvPr/>
        </p:nvCxnSpPr>
        <p:spPr>
          <a:xfrm flipH="1" flipV="1">
            <a:off x="10398831" y="4199190"/>
            <a:ext cx="540824" cy="410418"/>
          </a:xfrm>
          <a:prstGeom prst="line">
            <a:avLst/>
          </a:prstGeom>
          <a:ln w="28575">
            <a:solidFill>
              <a:schemeClr val="tx1"/>
            </a:solidFill>
            <a:headEnd type="triangl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73" name="流程图: 接点 701">
            <a:extLst>
              <a:ext uri="{FF2B5EF4-FFF2-40B4-BE49-F238E27FC236}">
                <a16:creationId xmlns:a16="http://schemas.microsoft.com/office/drawing/2014/main" id="{27F62334-82E0-4BC6-EDAA-56BC9BD9FE8D}"/>
              </a:ext>
            </a:extLst>
          </p:cNvPr>
          <p:cNvSpPr/>
          <p:nvPr/>
        </p:nvSpPr>
        <p:spPr>
          <a:xfrm>
            <a:off x="10060319" y="875185"/>
            <a:ext cx="324675" cy="322149"/>
          </a:xfrm>
          <a:prstGeom prst="flowChartConnector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endParaRPr lang="zh-CN" altLang="en-US" sz="1600" dirty="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74" name="流程图: 接点 1118">
            <a:extLst>
              <a:ext uri="{FF2B5EF4-FFF2-40B4-BE49-F238E27FC236}">
                <a16:creationId xmlns:a16="http://schemas.microsoft.com/office/drawing/2014/main" id="{F52FB818-053A-AFAA-D2CD-0EDEDD2FAEA8}"/>
              </a:ext>
            </a:extLst>
          </p:cNvPr>
          <p:cNvSpPr/>
          <p:nvPr/>
        </p:nvSpPr>
        <p:spPr>
          <a:xfrm>
            <a:off x="10060319" y="2059406"/>
            <a:ext cx="324675" cy="322149"/>
          </a:xfrm>
          <a:prstGeom prst="flowChartConnector">
            <a:avLst/>
          </a:prstGeom>
          <a:noFill/>
          <a:ln w="28575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lang="zh-CN" altLang="en-US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75" name="流程图: 接点 1120">
            <a:extLst>
              <a:ext uri="{FF2B5EF4-FFF2-40B4-BE49-F238E27FC236}">
                <a16:creationId xmlns:a16="http://schemas.microsoft.com/office/drawing/2014/main" id="{F88FFA09-FF2C-981C-475C-398211A0E238}"/>
              </a:ext>
            </a:extLst>
          </p:cNvPr>
          <p:cNvSpPr/>
          <p:nvPr/>
        </p:nvSpPr>
        <p:spPr>
          <a:xfrm>
            <a:off x="10073040" y="3202514"/>
            <a:ext cx="324675" cy="322149"/>
          </a:xfrm>
          <a:prstGeom prst="flowChartConnector">
            <a:avLst/>
          </a:prstGeom>
          <a:noFill/>
          <a:ln w="28575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endParaRPr lang="zh-CN" altLang="en-US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876" name="直接连接符 526">
            <a:extLst>
              <a:ext uri="{FF2B5EF4-FFF2-40B4-BE49-F238E27FC236}">
                <a16:creationId xmlns:a16="http://schemas.microsoft.com/office/drawing/2014/main" id="{345962A6-6265-D5CF-CDAE-77F2D1E8870C}"/>
              </a:ext>
            </a:extLst>
          </p:cNvPr>
          <p:cNvCxnSpPr>
            <a:cxnSpLocks/>
            <a:stCxn id="854" idx="2"/>
            <a:endCxn id="874" idx="6"/>
          </p:cNvCxnSpPr>
          <p:nvPr/>
        </p:nvCxnSpPr>
        <p:spPr>
          <a:xfrm flipH="1">
            <a:off x="10384994" y="1029691"/>
            <a:ext cx="542371" cy="1190790"/>
          </a:xfrm>
          <a:prstGeom prst="line">
            <a:avLst/>
          </a:prstGeom>
          <a:ln w="28575">
            <a:solidFill>
              <a:schemeClr val="tx1"/>
            </a:solidFill>
            <a:prstDash val="sysDot"/>
            <a:headEnd type="triangl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77" name="直接连接符 528">
            <a:extLst>
              <a:ext uri="{FF2B5EF4-FFF2-40B4-BE49-F238E27FC236}">
                <a16:creationId xmlns:a16="http://schemas.microsoft.com/office/drawing/2014/main" id="{FE6959A0-B589-9B7B-2CD4-3E96DCE3ECBD}"/>
              </a:ext>
            </a:extLst>
          </p:cNvPr>
          <p:cNvCxnSpPr>
            <a:cxnSpLocks/>
            <a:stCxn id="855" idx="2"/>
            <a:endCxn id="874" idx="6"/>
          </p:cNvCxnSpPr>
          <p:nvPr/>
        </p:nvCxnSpPr>
        <p:spPr>
          <a:xfrm flipH="1">
            <a:off x="10384994" y="1428459"/>
            <a:ext cx="542371" cy="792022"/>
          </a:xfrm>
          <a:prstGeom prst="line">
            <a:avLst/>
          </a:prstGeom>
          <a:ln w="28575">
            <a:solidFill>
              <a:schemeClr val="tx1"/>
            </a:solidFill>
            <a:prstDash val="sysDot"/>
            <a:headEnd type="triangl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78" name="直接连接符 529">
            <a:extLst>
              <a:ext uri="{FF2B5EF4-FFF2-40B4-BE49-F238E27FC236}">
                <a16:creationId xmlns:a16="http://schemas.microsoft.com/office/drawing/2014/main" id="{CC4AD442-9254-E76A-23EA-03F813B63F1F}"/>
              </a:ext>
            </a:extLst>
          </p:cNvPr>
          <p:cNvCxnSpPr>
            <a:cxnSpLocks/>
            <a:stCxn id="856" idx="2"/>
            <a:endCxn id="875" idx="6"/>
          </p:cNvCxnSpPr>
          <p:nvPr/>
        </p:nvCxnSpPr>
        <p:spPr>
          <a:xfrm flipH="1" flipV="1">
            <a:off x="10397715" y="3363589"/>
            <a:ext cx="541940" cy="1246019"/>
          </a:xfrm>
          <a:prstGeom prst="line">
            <a:avLst/>
          </a:prstGeom>
          <a:ln w="28575">
            <a:solidFill>
              <a:schemeClr val="tx1"/>
            </a:solidFill>
            <a:prstDash val="sysDot"/>
            <a:headEnd type="triangl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79" name="直接连接符 530">
            <a:extLst>
              <a:ext uri="{FF2B5EF4-FFF2-40B4-BE49-F238E27FC236}">
                <a16:creationId xmlns:a16="http://schemas.microsoft.com/office/drawing/2014/main" id="{9C20E43C-20CF-DB2B-2945-13C9208D2A25}"/>
              </a:ext>
            </a:extLst>
          </p:cNvPr>
          <p:cNvCxnSpPr>
            <a:cxnSpLocks/>
            <a:stCxn id="856" idx="2"/>
            <a:endCxn id="862" idx="6"/>
          </p:cNvCxnSpPr>
          <p:nvPr/>
        </p:nvCxnSpPr>
        <p:spPr>
          <a:xfrm flipH="1" flipV="1">
            <a:off x="10398831" y="3800421"/>
            <a:ext cx="540824" cy="809187"/>
          </a:xfrm>
          <a:prstGeom prst="line">
            <a:avLst/>
          </a:prstGeom>
          <a:ln w="28575">
            <a:solidFill>
              <a:schemeClr val="tx1"/>
            </a:solidFill>
            <a:prstDash val="sysDot"/>
            <a:headEnd type="triangl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880" name="组合 879">
            <a:extLst>
              <a:ext uri="{FF2B5EF4-FFF2-40B4-BE49-F238E27FC236}">
                <a16:creationId xmlns:a16="http://schemas.microsoft.com/office/drawing/2014/main" id="{9E9F67DE-4A7B-8539-C609-684D9BEF55A0}"/>
              </a:ext>
            </a:extLst>
          </p:cNvPr>
          <p:cNvGrpSpPr/>
          <p:nvPr/>
        </p:nvGrpSpPr>
        <p:grpSpPr>
          <a:xfrm>
            <a:off x="9529449" y="936344"/>
            <a:ext cx="403556" cy="176292"/>
            <a:chOff x="6766867" y="9932442"/>
            <a:chExt cx="304958" cy="133117"/>
          </a:xfrm>
        </p:grpSpPr>
        <p:sp>
          <p:nvSpPr>
            <p:cNvPr id="881" name="矩形 880">
              <a:extLst>
                <a:ext uri="{FF2B5EF4-FFF2-40B4-BE49-F238E27FC236}">
                  <a16:creationId xmlns:a16="http://schemas.microsoft.com/office/drawing/2014/main" id="{C77C9D53-8691-ECB2-458D-84DB6D8F4758}"/>
                </a:ext>
              </a:extLst>
            </p:cNvPr>
            <p:cNvSpPr/>
            <p:nvPr/>
          </p:nvSpPr>
          <p:spPr>
            <a:xfrm>
              <a:off x="6766867" y="9932442"/>
              <a:ext cx="151932" cy="133117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82" name="矩形 881">
              <a:extLst>
                <a:ext uri="{FF2B5EF4-FFF2-40B4-BE49-F238E27FC236}">
                  <a16:creationId xmlns:a16="http://schemas.microsoft.com/office/drawing/2014/main" id="{E69985FA-DAB9-DB6B-1CFE-8C3AD3BAC728}"/>
                </a:ext>
              </a:extLst>
            </p:cNvPr>
            <p:cNvSpPr/>
            <p:nvPr/>
          </p:nvSpPr>
          <p:spPr>
            <a:xfrm>
              <a:off x="6919893" y="9932442"/>
              <a:ext cx="151932" cy="133117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883" name="组合 882">
            <a:extLst>
              <a:ext uri="{FF2B5EF4-FFF2-40B4-BE49-F238E27FC236}">
                <a16:creationId xmlns:a16="http://schemas.microsoft.com/office/drawing/2014/main" id="{F29AB2CE-2B21-0622-3F70-908807D06B71}"/>
              </a:ext>
            </a:extLst>
          </p:cNvPr>
          <p:cNvGrpSpPr/>
          <p:nvPr/>
        </p:nvGrpSpPr>
        <p:grpSpPr>
          <a:xfrm>
            <a:off x="9530145" y="1326425"/>
            <a:ext cx="403556" cy="176292"/>
            <a:chOff x="6766867" y="9932442"/>
            <a:chExt cx="304958" cy="133117"/>
          </a:xfrm>
        </p:grpSpPr>
        <p:sp>
          <p:nvSpPr>
            <p:cNvPr id="884" name="矩形 883">
              <a:extLst>
                <a:ext uri="{FF2B5EF4-FFF2-40B4-BE49-F238E27FC236}">
                  <a16:creationId xmlns:a16="http://schemas.microsoft.com/office/drawing/2014/main" id="{721003BD-53C1-1878-5F72-5F97F82E3885}"/>
                </a:ext>
              </a:extLst>
            </p:cNvPr>
            <p:cNvSpPr/>
            <p:nvPr/>
          </p:nvSpPr>
          <p:spPr>
            <a:xfrm>
              <a:off x="6766867" y="9932442"/>
              <a:ext cx="151932" cy="133117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85" name="矩形 884">
              <a:extLst>
                <a:ext uri="{FF2B5EF4-FFF2-40B4-BE49-F238E27FC236}">
                  <a16:creationId xmlns:a16="http://schemas.microsoft.com/office/drawing/2014/main" id="{9B2678C4-0A6A-AC20-8005-2BB341DACCB2}"/>
                </a:ext>
              </a:extLst>
            </p:cNvPr>
            <p:cNvSpPr/>
            <p:nvPr/>
          </p:nvSpPr>
          <p:spPr>
            <a:xfrm>
              <a:off x="6919893" y="9932442"/>
              <a:ext cx="151932" cy="133117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886" name="组合 885">
            <a:extLst>
              <a:ext uri="{FF2B5EF4-FFF2-40B4-BE49-F238E27FC236}">
                <a16:creationId xmlns:a16="http://schemas.microsoft.com/office/drawing/2014/main" id="{B5914431-6726-7BE4-DB4B-0981A9071FC2}"/>
              </a:ext>
            </a:extLst>
          </p:cNvPr>
          <p:cNvGrpSpPr/>
          <p:nvPr/>
        </p:nvGrpSpPr>
        <p:grpSpPr>
          <a:xfrm>
            <a:off x="9530953" y="1739943"/>
            <a:ext cx="403556" cy="176292"/>
            <a:chOff x="6766867" y="9932442"/>
            <a:chExt cx="304958" cy="133117"/>
          </a:xfrm>
        </p:grpSpPr>
        <p:sp>
          <p:nvSpPr>
            <p:cNvPr id="887" name="矩形 886">
              <a:extLst>
                <a:ext uri="{FF2B5EF4-FFF2-40B4-BE49-F238E27FC236}">
                  <a16:creationId xmlns:a16="http://schemas.microsoft.com/office/drawing/2014/main" id="{9AFA33BB-5526-8278-25E0-48A043894F16}"/>
                </a:ext>
              </a:extLst>
            </p:cNvPr>
            <p:cNvSpPr/>
            <p:nvPr/>
          </p:nvSpPr>
          <p:spPr>
            <a:xfrm>
              <a:off x="6766867" y="9932442"/>
              <a:ext cx="151932" cy="133117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88" name="矩形 887">
              <a:extLst>
                <a:ext uri="{FF2B5EF4-FFF2-40B4-BE49-F238E27FC236}">
                  <a16:creationId xmlns:a16="http://schemas.microsoft.com/office/drawing/2014/main" id="{73CFC704-6265-4EA7-19E2-7F90BA7E543E}"/>
                </a:ext>
              </a:extLst>
            </p:cNvPr>
            <p:cNvSpPr/>
            <p:nvPr/>
          </p:nvSpPr>
          <p:spPr>
            <a:xfrm>
              <a:off x="6919893" y="9932442"/>
              <a:ext cx="151932" cy="133117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889" name="组合 888">
            <a:extLst>
              <a:ext uri="{FF2B5EF4-FFF2-40B4-BE49-F238E27FC236}">
                <a16:creationId xmlns:a16="http://schemas.microsoft.com/office/drawing/2014/main" id="{F38CD773-BC3A-EB28-4FCE-C2046735C0B6}"/>
              </a:ext>
            </a:extLst>
          </p:cNvPr>
          <p:cNvGrpSpPr/>
          <p:nvPr/>
        </p:nvGrpSpPr>
        <p:grpSpPr>
          <a:xfrm>
            <a:off x="9529449" y="2153462"/>
            <a:ext cx="403556" cy="176292"/>
            <a:chOff x="6766867" y="9932442"/>
            <a:chExt cx="304958" cy="133117"/>
          </a:xfrm>
        </p:grpSpPr>
        <p:sp>
          <p:nvSpPr>
            <p:cNvPr id="890" name="矩形 889">
              <a:extLst>
                <a:ext uri="{FF2B5EF4-FFF2-40B4-BE49-F238E27FC236}">
                  <a16:creationId xmlns:a16="http://schemas.microsoft.com/office/drawing/2014/main" id="{D50C7F52-8AE2-6462-B810-D44895EC7C9F}"/>
                </a:ext>
              </a:extLst>
            </p:cNvPr>
            <p:cNvSpPr/>
            <p:nvPr/>
          </p:nvSpPr>
          <p:spPr>
            <a:xfrm>
              <a:off x="6766867" y="9932442"/>
              <a:ext cx="151932" cy="133117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91" name="矩形 890">
              <a:extLst>
                <a:ext uri="{FF2B5EF4-FFF2-40B4-BE49-F238E27FC236}">
                  <a16:creationId xmlns:a16="http://schemas.microsoft.com/office/drawing/2014/main" id="{CF5EFE1D-0211-AFA0-BD69-E07B30E38025}"/>
                </a:ext>
              </a:extLst>
            </p:cNvPr>
            <p:cNvSpPr/>
            <p:nvPr/>
          </p:nvSpPr>
          <p:spPr>
            <a:xfrm>
              <a:off x="6919893" y="9932442"/>
              <a:ext cx="151932" cy="133117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892" name="组合 891">
            <a:extLst>
              <a:ext uri="{FF2B5EF4-FFF2-40B4-BE49-F238E27FC236}">
                <a16:creationId xmlns:a16="http://schemas.microsoft.com/office/drawing/2014/main" id="{0A4E9DD0-5ACC-DC87-0922-A13F9F927813}"/>
              </a:ext>
            </a:extLst>
          </p:cNvPr>
          <p:cNvGrpSpPr/>
          <p:nvPr/>
        </p:nvGrpSpPr>
        <p:grpSpPr>
          <a:xfrm>
            <a:off x="9522780" y="4146243"/>
            <a:ext cx="403556" cy="176292"/>
            <a:chOff x="6766867" y="9932442"/>
            <a:chExt cx="304958" cy="133117"/>
          </a:xfrm>
        </p:grpSpPr>
        <p:sp>
          <p:nvSpPr>
            <p:cNvPr id="893" name="矩形 892">
              <a:extLst>
                <a:ext uri="{FF2B5EF4-FFF2-40B4-BE49-F238E27FC236}">
                  <a16:creationId xmlns:a16="http://schemas.microsoft.com/office/drawing/2014/main" id="{B0F18485-FDFC-87A8-A32D-EAD5DBAAE9CE}"/>
                </a:ext>
              </a:extLst>
            </p:cNvPr>
            <p:cNvSpPr/>
            <p:nvPr/>
          </p:nvSpPr>
          <p:spPr>
            <a:xfrm>
              <a:off x="6766867" y="9932442"/>
              <a:ext cx="151932" cy="133117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94" name="矩形 893">
              <a:extLst>
                <a:ext uri="{FF2B5EF4-FFF2-40B4-BE49-F238E27FC236}">
                  <a16:creationId xmlns:a16="http://schemas.microsoft.com/office/drawing/2014/main" id="{96AF99CE-7E81-948A-91EC-E85937FC024B}"/>
                </a:ext>
              </a:extLst>
            </p:cNvPr>
            <p:cNvSpPr/>
            <p:nvPr/>
          </p:nvSpPr>
          <p:spPr>
            <a:xfrm>
              <a:off x="6919893" y="9932442"/>
              <a:ext cx="151932" cy="133117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895" name="组合 894">
            <a:extLst>
              <a:ext uri="{FF2B5EF4-FFF2-40B4-BE49-F238E27FC236}">
                <a16:creationId xmlns:a16="http://schemas.microsoft.com/office/drawing/2014/main" id="{B363DA26-5525-AB9D-C93C-4DCBD1D4604C}"/>
              </a:ext>
            </a:extLst>
          </p:cNvPr>
          <p:cNvGrpSpPr/>
          <p:nvPr/>
        </p:nvGrpSpPr>
        <p:grpSpPr>
          <a:xfrm>
            <a:off x="9523476" y="4536323"/>
            <a:ext cx="403556" cy="176292"/>
            <a:chOff x="6766867" y="9932442"/>
            <a:chExt cx="304958" cy="133117"/>
          </a:xfrm>
        </p:grpSpPr>
        <p:sp>
          <p:nvSpPr>
            <p:cNvPr id="896" name="矩形 895">
              <a:extLst>
                <a:ext uri="{FF2B5EF4-FFF2-40B4-BE49-F238E27FC236}">
                  <a16:creationId xmlns:a16="http://schemas.microsoft.com/office/drawing/2014/main" id="{647344AA-76A8-F3D7-EAF2-164007A68185}"/>
                </a:ext>
              </a:extLst>
            </p:cNvPr>
            <p:cNvSpPr/>
            <p:nvPr/>
          </p:nvSpPr>
          <p:spPr>
            <a:xfrm>
              <a:off x="6766867" y="9932442"/>
              <a:ext cx="151932" cy="133117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97" name="矩形 896">
              <a:extLst>
                <a:ext uri="{FF2B5EF4-FFF2-40B4-BE49-F238E27FC236}">
                  <a16:creationId xmlns:a16="http://schemas.microsoft.com/office/drawing/2014/main" id="{41E8B63E-91EE-524F-BECE-EDFEFC8BB57A}"/>
                </a:ext>
              </a:extLst>
            </p:cNvPr>
            <p:cNvSpPr/>
            <p:nvPr/>
          </p:nvSpPr>
          <p:spPr>
            <a:xfrm>
              <a:off x="6919893" y="9932442"/>
              <a:ext cx="151932" cy="133117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898" name="组合 897">
            <a:extLst>
              <a:ext uri="{FF2B5EF4-FFF2-40B4-BE49-F238E27FC236}">
                <a16:creationId xmlns:a16="http://schemas.microsoft.com/office/drawing/2014/main" id="{BBBC036A-1050-8751-1436-821D53B832C6}"/>
              </a:ext>
            </a:extLst>
          </p:cNvPr>
          <p:cNvGrpSpPr/>
          <p:nvPr/>
        </p:nvGrpSpPr>
        <p:grpSpPr>
          <a:xfrm>
            <a:off x="9522780" y="3303044"/>
            <a:ext cx="403556" cy="176292"/>
            <a:chOff x="6766867" y="9932442"/>
            <a:chExt cx="304958" cy="133117"/>
          </a:xfrm>
        </p:grpSpPr>
        <p:sp>
          <p:nvSpPr>
            <p:cNvPr id="899" name="矩形 898">
              <a:extLst>
                <a:ext uri="{FF2B5EF4-FFF2-40B4-BE49-F238E27FC236}">
                  <a16:creationId xmlns:a16="http://schemas.microsoft.com/office/drawing/2014/main" id="{C3E80F9C-8438-9F30-442C-5E324988C778}"/>
                </a:ext>
              </a:extLst>
            </p:cNvPr>
            <p:cNvSpPr/>
            <p:nvPr/>
          </p:nvSpPr>
          <p:spPr>
            <a:xfrm>
              <a:off x="6766867" y="9932442"/>
              <a:ext cx="151932" cy="133117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00" name="矩形 899">
              <a:extLst>
                <a:ext uri="{FF2B5EF4-FFF2-40B4-BE49-F238E27FC236}">
                  <a16:creationId xmlns:a16="http://schemas.microsoft.com/office/drawing/2014/main" id="{D21701E5-8826-074A-FBE6-0DB5820084B9}"/>
                </a:ext>
              </a:extLst>
            </p:cNvPr>
            <p:cNvSpPr/>
            <p:nvPr/>
          </p:nvSpPr>
          <p:spPr>
            <a:xfrm>
              <a:off x="6919893" y="9932442"/>
              <a:ext cx="151932" cy="133117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901" name="组合 900">
            <a:extLst>
              <a:ext uri="{FF2B5EF4-FFF2-40B4-BE49-F238E27FC236}">
                <a16:creationId xmlns:a16="http://schemas.microsoft.com/office/drawing/2014/main" id="{DE0B5854-2857-C344-024E-F9C61F57FB6F}"/>
              </a:ext>
            </a:extLst>
          </p:cNvPr>
          <p:cNvGrpSpPr/>
          <p:nvPr/>
        </p:nvGrpSpPr>
        <p:grpSpPr>
          <a:xfrm>
            <a:off x="9521276" y="3716563"/>
            <a:ext cx="403556" cy="176292"/>
            <a:chOff x="6766867" y="9932442"/>
            <a:chExt cx="304958" cy="133117"/>
          </a:xfrm>
        </p:grpSpPr>
        <p:sp>
          <p:nvSpPr>
            <p:cNvPr id="902" name="矩形 901">
              <a:extLst>
                <a:ext uri="{FF2B5EF4-FFF2-40B4-BE49-F238E27FC236}">
                  <a16:creationId xmlns:a16="http://schemas.microsoft.com/office/drawing/2014/main" id="{8F19DC0C-A54D-1BAD-8769-602BA8DE4616}"/>
                </a:ext>
              </a:extLst>
            </p:cNvPr>
            <p:cNvSpPr/>
            <p:nvPr/>
          </p:nvSpPr>
          <p:spPr>
            <a:xfrm>
              <a:off x="6766867" y="9932442"/>
              <a:ext cx="151932" cy="133117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03" name="矩形 902">
              <a:extLst>
                <a:ext uri="{FF2B5EF4-FFF2-40B4-BE49-F238E27FC236}">
                  <a16:creationId xmlns:a16="http://schemas.microsoft.com/office/drawing/2014/main" id="{BCCBB5A4-A877-D188-5A87-F703753E1629}"/>
                </a:ext>
              </a:extLst>
            </p:cNvPr>
            <p:cNvSpPr/>
            <p:nvPr/>
          </p:nvSpPr>
          <p:spPr>
            <a:xfrm>
              <a:off x="6919893" y="9932442"/>
              <a:ext cx="151932" cy="133117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53" name="组合 52">
            <a:extLst>
              <a:ext uri="{FF2B5EF4-FFF2-40B4-BE49-F238E27FC236}">
                <a16:creationId xmlns:a16="http://schemas.microsoft.com/office/drawing/2014/main" id="{D4727E77-57A4-3A43-CE4C-72B04FF05925}"/>
              </a:ext>
            </a:extLst>
          </p:cNvPr>
          <p:cNvGrpSpPr/>
          <p:nvPr/>
        </p:nvGrpSpPr>
        <p:grpSpPr>
          <a:xfrm>
            <a:off x="11202612" y="6074232"/>
            <a:ext cx="621640" cy="663817"/>
            <a:chOff x="5040167" y="6521415"/>
            <a:chExt cx="621640" cy="663817"/>
          </a:xfrm>
        </p:grpSpPr>
        <p:sp>
          <p:nvSpPr>
            <p:cNvPr id="54" name="矩形 1174">
              <a:extLst>
                <a:ext uri="{FF2B5EF4-FFF2-40B4-BE49-F238E27FC236}">
                  <a16:creationId xmlns:a16="http://schemas.microsoft.com/office/drawing/2014/main" id="{C0F275F7-BBEA-AD92-9115-BB1C5EE61543}"/>
                </a:ext>
              </a:extLst>
            </p:cNvPr>
            <p:cNvSpPr/>
            <p:nvPr/>
          </p:nvSpPr>
          <p:spPr>
            <a:xfrm rot="10800000">
              <a:off x="5041542" y="6760560"/>
              <a:ext cx="618706" cy="201627"/>
            </a:xfrm>
            <a:custGeom>
              <a:avLst/>
              <a:gdLst>
                <a:gd name="connsiteX0" fmla="*/ 0 w 595706"/>
                <a:gd name="connsiteY0" fmla="*/ 0 h 92965"/>
                <a:gd name="connsiteX1" fmla="*/ 595706 w 595706"/>
                <a:gd name="connsiteY1" fmla="*/ 0 h 92965"/>
                <a:gd name="connsiteX2" fmla="*/ 595706 w 595706"/>
                <a:gd name="connsiteY2" fmla="*/ 92965 h 92965"/>
                <a:gd name="connsiteX3" fmla="*/ 0 w 595706"/>
                <a:gd name="connsiteY3" fmla="*/ 92965 h 92965"/>
                <a:gd name="connsiteX4" fmla="*/ 0 w 595706"/>
                <a:gd name="connsiteY4" fmla="*/ 0 h 92965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1422 w 594406"/>
                <a:gd name="connsiteY0" fmla="*/ 21376 h 135147"/>
                <a:gd name="connsiteX1" fmla="*/ 594406 w 594406"/>
                <a:gd name="connsiteY1" fmla="*/ 0 h 135147"/>
                <a:gd name="connsiteX2" fmla="*/ 594406 w 594406"/>
                <a:gd name="connsiteY2" fmla="*/ 92965 h 135147"/>
                <a:gd name="connsiteX3" fmla="*/ 61 w 594406"/>
                <a:gd name="connsiteY3" fmla="*/ 135147 h 135147"/>
                <a:gd name="connsiteX4" fmla="*/ 1422 w 594406"/>
                <a:gd name="connsiteY4" fmla="*/ 21376 h 135147"/>
                <a:gd name="connsiteX0" fmla="*/ 1422 w 594406"/>
                <a:gd name="connsiteY0" fmla="*/ 15599 h 135147"/>
                <a:gd name="connsiteX1" fmla="*/ 594406 w 594406"/>
                <a:gd name="connsiteY1" fmla="*/ 0 h 135147"/>
                <a:gd name="connsiteX2" fmla="*/ 594406 w 594406"/>
                <a:gd name="connsiteY2" fmla="*/ 92965 h 135147"/>
                <a:gd name="connsiteX3" fmla="*/ 61 w 594406"/>
                <a:gd name="connsiteY3" fmla="*/ 135147 h 135147"/>
                <a:gd name="connsiteX4" fmla="*/ 1422 w 594406"/>
                <a:gd name="connsiteY4" fmla="*/ 15599 h 135147"/>
                <a:gd name="connsiteX0" fmla="*/ 131 w 594476"/>
                <a:gd name="connsiteY0" fmla="*/ 4622 h 135147"/>
                <a:gd name="connsiteX1" fmla="*/ 594476 w 594476"/>
                <a:gd name="connsiteY1" fmla="*/ 0 h 135147"/>
                <a:gd name="connsiteX2" fmla="*/ 594476 w 594476"/>
                <a:gd name="connsiteY2" fmla="*/ 92965 h 135147"/>
                <a:gd name="connsiteX3" fmla="*/ 131 w 594476"/>
                <a:gd name="connsiteY3" fmla="*/ 135147 h 135147"/>
                <a:gd name="connsiteX4" fmla="*/ 131 w 594476"/>
                <a:gd name="connsiteY4" fmla="*/ 4622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22423 h 139660"/>
                <a:gd name="connsiteX1" fmla="*/ 595706 w 595706"/>
                <a:gd name="connsiteY1" fmla="*/ 4513 h 139660"/>
                <a:gd name="connsiteX2" fmla="*/ 595706 w 595706"/>
                <a:gd name="connsiteY2" fmla="*/ 97478 h 139660"/>
                <a:gd name="connsiteX3" fmla="*/ 1361 w 595706"/>
                <a:gd name="connsiteY3" fmla="*/ 139660 h 139660"/>
                <a:gd name="connsiteX4" fmla="*/ 0 w 595706"/>
                <a:gd name="connsiteY4" fmla="*/ 22423 h 139660"/>
                <a:gd name="connsiteX0" fmla="*/ 0 w 595706"/>
                <a:gd name="connsiteY0" fmla="*/ 26413 h 143650"/>
                <a:gd name="connsiteX1" fmla="*/ 595706 w 595706"/>
                <a:gd name="connsiteY1" fmla="*/ 8503 h 143650"/>
                <a:gd name="connsiteX2" fmla="*/ 595706 w 595706"/>
                <a:gd name="connsiteY2" fmla="*/ 101468 h 143650"/>
                <a:gd name="connsiteX3" fmla="*/ 1361 w 595706"/>
                <a:gd name="connsiteY3" fmla="*/ 143650 h 143650"/>
                <a:gd name="connsiteX4" fmla="*/ 0 w 595706"/>
                <a:gd name="connsiteY4" fmla="*/ 26413 h 143650"/>
                <a:gd name="connsiteX0" fmla="*/ 0 w 595706"/>
                <a:gd name="connsiteY0" fmla="*/ 21286 h 138523"/>
                <a:gd name="connsiteX1" fmla="*/ 595706 w 595706"/>
                <a:gd name="connsiteY1" fmla="*/ 3376 h 138523"/>
                <a:gd name="connsiteX2" fmla="*/ 595706 w 595706"/>
                <a:gd name="connsiteY2" fmla="*/ 96341 h 138523"/>
                <a:gd name="connsiteX3" fmla="*/ 1361 w 595706"/>
                <a:gd name="connsiteY3" fmla="*/ 138523 h 138523"/>
                <a:gd name="connsiteX4" fmla="*/ 0 w 595706"/>
                <a:gd name="connsiteY4" fmla="*/ 21286 h 138523"/>
                <a:gd name="connsiteX0" fmla="*/ 0 w 595706"/>
                <a:gd name="connsiteY0" fmla="*/ 22534 h 139771"/>
                <a:gd name="connsiteX1" fmla="*/ 595706 w 595706"/>
                <a:gd name="connsiteY1" fmla="*/ 4624 h 139771"/>
                <a:gd name="connsiteX2" fmla="*/ 595706 w 595706"/>
                <a:gd name="connsiteY2" fmla="*/ 97589 h 139771"/>
                <a:gd name="connsiteX3" fmla="*/ 1361 w 595706"/>
                <a:gd name="connsiteY3" fmla="*/ 139771 h 139771"/>
                <a:gd name="connsiteX4" fmla="*/ 0 w 595706"/>
                <a:gd name="connsiteY4" fmla="*/ 22534 h 139771"/>
                <a:gd name="connsiteX0" fmla="*/ 0 w 595706"/>
                <a:gd name="connsiteY0" fmla="*/ 23494 h 140731"/>
                <a:gd name="connsiteX1" fmla="*/ 595706 w 595706"/>
                <a:gd name="connsiteY1" fmla="*/ 2118 h 140731"/>
                <a:gd name="connsiteX2" fmla="*/ 595706 w 595706"/>
                <a:gd name="connsiteY2" fmla="*/ 98549 h 140731"/>
                <a:gd name="connsiteX3" fmla="*/ 1361 w 595706"/>
                <a:gd name="connsiteY3" fmla="*/ 140731 h 140731"/>
                <a:gd name="connsiteX4" fmla="*/ 0 w 595706"/>
                <a:gd name="connsiteY4" fmla="*/ 23494 h 140731"/>
                <a:gd name="connsiteX0" fmla="*/ 0 w 595706"/>
                <a:gd name="connsiteY0" fmla="*/ 23494 h 140731"/>
                <a:gd name="connsiteX1" fmla="*/ 595706 w 595706"/>
                <a:gd name="connsiteY1" fmla="*/ 2118 h 140731"/>
                <a:gd name="connsiteX2" fmla="*/ 595706 w 595706"/>
                <a:gd name="connsiteY2" fmla="*/ 98549 h 140731"/>
                <a:gd name="connsiteX3" fmla="*/ 1361 w 595706"/>
                <a:gd name="connsiteY3" fmla="*/ 140731 h 140731"/>
                <a:gd name="connsiteX4" fmla="*/ 0 w 595706"/>
                <a:gd name="connsiteY4" fmla="*/ 23494 h 140731"/>
                <a:gd name="connsiteX0" fmla="*/ 0 w 595706"/>
                <a:gd name="connsiteY0" fmla="*/ 25030 h 142267"/>
                <a:gd name="connsiteX1" fmla="*/ 595706 w 595706"/>
                <a:gd name="connsiteY1" fmla="*/ 3654 h 142267"/>
                <a:gd name="connsiteX2" fmla="*/ 595706 w 595706"/>
                <a:gd name="connsiteY2" fmla="*/ 100085 h 142267"/>
                <a:gd name="connsiteX3" fmla="*/ 1361 w 595706"/>
                <a:gd name="connsiteY3" fmla="*/ 142267 h 142267"/>
                <a:gd name="connsiteX4" fmla="*/ 0 w 595706"/>
                <a:gd name="connsiteY4" fmla="*/ 25030 h 142267"/>
                <a:gd name="connsiteX0" fmla="*/ 0 w 595706"/>
                <a:gd name="connsiteY0" fmla="*/ 22091 h 139328"/>
                <a:gd name="connsiteX1" fmla="*/ 595706 w 595706"/>
                <a:gd name="connsiteY1" fmla="*/ 715 h 139328"/>
                <a:gd name="connsiteX2" fmla="*/ 595706 w 595706"/>
                <a:gd name="connsiteY2" fmla="*/ 97146 h 139328"/>
                <a:gd name="connsiteX3" fmla="*/ 1361 w 595706"/>
                <a:gd name="connsiteY3" fmla="*/ 139328 h 139328"/>
                <a:gd name="connsiteX4" fmla="*/ 0 w 595706"/>
                <a:gd name="connsiteY4" fmla="*/ 22091 h 139328"/>
                <a:gd name="connsiteX0" fmla="*/ 0 w 595706"/>
                <a:gd name="connsiteY0" fmla="*/ 23573 h 140810"/>
                <a:gd name="connsiteX1" fmla="*/ 595706 w 595706"/>
                <a:gd name="connsiteY1" fmla="*/ 2197 h 140810"/>
                <a:gd name="connsiteX2" fmla="*/ 595706 w 595706"/>
                <a:gd name="connsiteY2" fmla="*/ 98628 h 140810"/>
                <a:gd name="connsiteX3" fmla="*/ 1361 w 595706"/>
                <a:gd name="connsiteY3" fmla="*/ 140810 h 140810"/>
                <a:gd name="connsiteX4" fmla="*/ 0 w 595706"/>
                <a:gd name="connsiteY4" fmla="*/ 23573 h 140810"/>
                <a:gd name="connsiteX0" fmla="*/ 0 w 595706"/>
                <a:gd name="connsiteY0" fmla="*/ 21908 h 139145"/>
                <a:gd name="connsiteX1" fmla="*/ 595706 w 595706"/>
                <a:gd name="connsiteY1" fmla="*/ 532 h 139145"/>
                <a:gd name="connsiteX2" fmla="*/ 595706 w 595706"/>
                <a:gd name="connsiteY2" fmla="*/ 96963 h 139145"/>
                <a:gd name="connsiteX3" fmla="*/ 1361 w 595706"/>
                <a:gd name="connsiteY3" fmla="*/ 139145 h 139145"/>
                <a:gd name="connsiteX4" fmla="*/ 0 w 595706"/>
                <a:gd name="connsiteY4" fmla="*/ 21908 h 139145"/>
                <a:gd name="connsiteX0" fmla="*/ 0 w 595706"/>
                <a:gd name="connsiteY0" fmla="*/ 23863 h 141100"/>
                <a:gd name="connsiteX1" fmla="*/ 595706 w 595706"/>
                <a:gd name="connsiteY1" fmla="*/ 2487 h 141100"/>
                <a:gd name="connsiteX2" fmla="*/ 595706 w 595706"/>
                <a:gd name="connsiteY2" fmla="*/ 98918 h 141100"/>
                <a:gd name="connsiteX3" fmla="*/ 1361 w 595706"/>
                <a:gd name="connsiteY3" fmla="*/ 141100 h 141100"/>
                <a:gd name="connsiteX4" fmla="*/ 0 w 595706"/>
                <a:gd name="connsiteY4" fmla="*/ 23863 h 141100"/>
                <a:gd name="connsiteX0" fmla="*/ 0 w 595706"/>
                <a:gd name="connsiteY0" fmla="*/ 24472 h 141709"/>
                <a:gd name="connsiteX1" fmla="*/ 595706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0 w 595706"/>
                <a:gd name="connsiteY0" fmla="*/ 24267 h 141504"/>
                <a:gd name="connsiteX1" fmla="*/ 595706 w 595706"/>
                <a:gd name="connsiteY1" fmla="*/ 2891 h 141504"/>
                <a:gd name="connsiteX2" fmla="*/ 595706 w 595706"/>
                <a:gd name="connsiteY2" fmla="*/ 99322 h 141504"/>
                <a:gd name="connsiteX3" fmla="*/ 1361 w 595706"/>
                <a:gd name="connsiteY3" fmla="*/ 141504 h 141504"/>
                <a:gd name="connsiteX4" fmla="*/ 0 w 595706"/>
                <a:gd name="connsiteY4" fmla="*/ 24267 h 141504"/>
                <a:gd name="connsiteX0" fmla="*/ 0 w 595706"/>
                <a:gd name="connsiteY0" fmla="*/ 24472 h 141709"/>
                <a:gd name="connsiteX1" fmla="*/ 595706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0 w 595706"/>
                <a:gd name="connsiteY0" fmla="*/ 24472 h 141709"/>
                <a:gd name="connsiteX1" fmla="*/ 594353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124 w 595830"/>
                <a:gd name="connsiteY0" fmla="*/ 24472 h 141709"/>
                <a:gd name="connsiteX1" fmla="*/ 594477 w 595830"/>
                <a:gd name="connsiteY1" fmla="*/ 3096 h 141709"/>
                <a:gd name="connsiteX2" fmla="*/ 595830 w 595830"/>
                <a:gd name="connsiteY2" fmla="*/ 99527 h 141709"/>
                <a:gd name="connsiteX3" fmla="*/ 131 w 595830"/>
                <a:gd name="connsiteY3" fmla="*/ 141709 h 141709"/>
                <a:gd name="connsiteX4" fmla="*/ 124 w 595830"/>
                <a:gd name="connsiteY4" fmla="*/ 24472 h 141709"/>
                <a:gd name="connsiteX0" fmla="*/ 124 w 597179"/>
                <a:gd name="connsiteY0" fmla="*/ 25207 h 142444"/>
                <a:gd name="connsiteX1" fmla="*/ 597179 w 597179"/>
                <a:gd name="connsiteY1" fmla="*/ 481 h 142444"/>
                <a:gd name="connsiteX2" fmla="*/ 595830 w 597179"/>
                <a:gd name="connsiteY2" fmla="*/ 100262 h 142444"/>
                <a:gd name="connsiteX3" fmla="*/ 131 w 597179"/>
                <a:gd name="connsiteY3" fmla="*/ 142444 h 142444"/>
                <a:gd name="connsiteX4" fmla="*/ 124 w 597179"/>
                <a:gd name="connsiteY4" fmla="*/ 25207 h 142444"/>
                <a:gd name="connsiteX0" fmla="*/ 124 w 595889"/>
                <a:gd name="connsiteY0" fmla="*/ 25842 h 143079"/>
                <a:gd name="connsiteX1" fmla="*/ 594477 w 595889"/>
                <a:gd name="connsiteY1" fmla="*/ 0 h 143079"/>
                <a:gd name="connsiteX2" fmla="*/ 595830 w 595889"/>
                <a:gd name="connsiteY2" fmla="*/ 100897 h 143079"/>
                <a:gd name="connsiteX3" fmla="*/ 131 w 595889"/>
                <a:gd name="connsiteY3" fmla="*/ 143079 h 143079"/>
                <a:gd name="connsiteX4" fmla="*/ 124 w 595889"/>
                <a:gd name="connsiteY4" fmla="*/ 25842 h 143079"/>
                <a:gd name="connsiteX0" fmla="*/ 124 w 595889"/>
                <a:gd name="connsiteY0" fmla="*/ 24713 h 141950"/>
                <a:gd name="connsiteX1" fmla="*/ 594477 w 595889"/>
                <a:gd name="connsiteY1" fmla="*/ 2221 h 141950"/>
                <a:gd name="connsiteX2" fmla="*/ 595830 w 595889"/>
                <a:gd name="connsiteY2" fmla="*/ 99768 h 141950"/>
                <a:gd name="connsiteX3" fmla="*/ 131 w 595889"/>
                <a:gd name="connsiteY3" fmla="*/ 141950 h 141950"/>
                <a:gd name="connsiteX4" fmla="*/ 124 w 595889"/>
                <a:gd name="connsiteY4" fmla="*/ 24713 h 141950"/>
                <a:gd name="connsiteX0" fmla="*/ 124 w 595959"/>
                <a:gd name="connsiteY0" fmla="*/ 24713 h 141950"/>
                <a:gd name="connsiteX1" fmla="*/ 595828 w 595959"/>
                <a:gd name="connsiteY1" fmla="*/ 2221 h 141950"/>
                <a:gd name="connsiteX2" fmla="*/ 595830 w 595959"/>
                <a:gd name="connsiteY2" fmla="*/ 99768 h 141950"/>
                <a:gd name="connsiteX3" fmla="*/ 131 w 595959"/>
                <a:gd name="connsiteY3" fmla="*/ 141950 h 141950"/>
                <a:gd name="connsiteX4" fmla="*/ 124 w 595959"/>
                <a:gd name="connsiteY4" fmla="*/ 24713 h 141950"/>
                <a:gd name="connsiteX0" fmla="*/ 124 w 595959"/>
                <a:gd name="connsiteY0" fmla="*/ 24925 h 142162"/>
                <a:gd name="connsiteX1" fmla="*/ 595828 w 595959"/>
                <a:gd name="connsiteY1" fmla="*/ 2433 h 142162"/>
                <a:gd name="connsiteX2" fmla="*/ 595830 w 595959"/>
                <a:gd name="connsiteY2" fmla="*/ 99980 h 142162"/>
                <a:gd name="connsiteX3" fmla="*/ 131 w 595959"/>
                <a:gd name="connsiteY3" fmla="*/ 142162 h 142162"/>
                <a:gd name="connsiteX4" fmla="*/ 124 w 595959"/>
                <a:gd name="connsiteY4" fmla="*/ 24925 h 142162"/>
                <a:gd name="connsiteX0" fmla="*/ 124 w 595959"/>
                <a:gd name="connsiteY0" fmla="*/ 22492 h 139729"/>
                <a:gd name="connsiteX1" fmla="*/ 595828 w 595959"/>
                <a:gd name="connsiteY1" fmla="*/ 0 h 139729"/>
                <a:gd name="connsiteX2" fmla="*/ 595830 w 595959"/>
                <a:gd name="connsiteY2" fmla="*/ 97547 h 139729"/>
                <a:gd name="connsiteX3" fmla="*/ 131 w 595959"/>
                <a:gd name="connsiteY3" fmla="*/ 139729 h 139729"/>
                <a:gd name="connsiteX4" fmla="*/ 124 w 595959"/>
                <a:gd name="connsiteY4" fmla="*/ 22492 h 139729"/>
                <a:gd name="connsiteX0" fmla="*/ 124 w 595959"/>
                <a:gd name="connsiteY0" fmla="*/ 25585 h 142822"/>
                <a:gd name="connsiteX1" fmla="*/ 595828 w 595959"/>
                <a:gd name="connsiteY1" fmla="*/ 3093 h 142822"/>
                <a:gd name="connsiteX2" fmla="*/ 595830 w 595959"/>
                <a:gd name="connsiteY2" fmla="*/ 100640 h 142822"/>
                <a:gd name="connsiteX3" fmla="*/ 131 w 595959"/>
                <a:gd name="connsiteY3" fmla="*/ 142822 h 142822"/>
                <a:gd name="connsiteX4" fmla="*/ 124 w 595959"/>
                <a:gd name="connsiteY4" fmla="*/ 25585 h 142822"/>
                <a:gd name="connsiteX0" fmla="*/ 124 w 595959"/>
                <a:gd name="connsiteY0" fmla="*/ 25585 h 142822"/>
                <a:gd name="connsiteX1" fmla="*/ 595828 w 595959"/>
                <a:gd name="connsiteY1" fmla="*/ 3093 h 142822"/>
                <a:gd name="connsiteX2" fmla="*/ 595830 w 595959"/>
                <a:gd name="connsiteY2" fmla="*/ 100640 h 142822"/>
                <a:gd name="connsiteX3" fmla="*/ 131 w 595959"/>
                <a:gd name="connsiteY3" fmla="*/ 142822 h 142822"/>
                <a:gd name="connsiteX4" fmla="*/ 124 w 595959"/>
                <a:gd name="connsiteY4" fmla="*/ 25585 h 142822"/>
                <a:gd name="connsiteX0" fmla="*/ 124 w 595959"/>
                <a:gd name="connsiteY0" fmla="*/ 26512 h 143749"/>
                <a:gd name="connsiteX1" fmla="*/ 595828 w 595959"/>
                <a:gd name="connsiteY1" fmla="*/ 4020 h 143749"/>
                <a:gd name="connsiteX2" fmla="*/ 595830 w 595959"/>
                <a:gd name="connsiteY2" fmla="*/ 101567 h 143749"/>
                <a:gd name="connsiteX3" fmla="*/ 131 w 595959"/>
                <a:gd name="connsiteY3" fmla="*/ 143749 h 143749"/>
                <a:gd name="connsiteX4" fmla="*/ 124 w 595959"/>
                <a:gd name="connsiteY4" fmla="*/ 26512 h 143749"/>
                <a:gd name="connsiteX0" fmla="*/ 124 w 595959"/>
                <a:gd name="connsiteY0" fmla="*/ 26512 h 143749"/>
                <a:gd name="connsiteX1" fmla="*/ 595828 w 595959"/>
                <a:gd name="connsiteY1" fmla="*/ 4020 h 143749"/>
                <a:gd name="connsiteX2" fmla="*/ 595830 w 595959"/>
                <a:gd name="connsiteY2" fmla="*/ 101567 h 143749"/>
                <a:gd name="connsiteX3" fmla="*/ 131 w 595959"/>
                <a:gd name="connsiteY3" fmla="*/ 143749 h 143749"/>
                <a:gd name="connsiteX4" fmla="*/ 124 w 595959"/>
                <a:gd name="connsiteY4" fmla="*/ 26512 h 143749"/>
                <a:gd name="connsiteX0" fmla="*/ 124 w 595959"/>
                <a:gd name="connsiteY0" fmla="*/ 28496 h 145733"/>
                <a:gd name="connsiteX1" fmla="*/ 595828 w 595959"/>
                <a:gd name="connsiteY1" fmla="*/ 6004 h 145733"/>
                <a:gd name="connsiteX2" fmla="*/ 595830 w 595959"/>
                <a:gd name="connsiteY2" fmla="*/ 103551 h 145733"/>
                <a:gd name="connsiteX3" fmla="*/ 131 w 595959"/>
                <a:gd name="connsiteY3" fmla="*/ 145733 h 145733"/>
                <a:gd name="connsiteX4" fmla="*/ 124 w 595959"/>
                <a:gd name="connsiteY4" fmla="*/ 28496 h 14573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856"/>
                <a:gd name="connsiteY0" fmla="*/ 41841 h 159078"/>
                <a:gd name="connsiteX1" fmla="*/ 591261 w 595856"/>
                <a:gd name="connsiteY1" fmla="*/ 0 h 159078"/>
                <a:gd name="connsiteX2" fmla="*/ 595830 w 595856"/>
                <a:gd name="connsiteY2" fmla="*/ 116896 h 159078"/>
                <a:gd name="connsiteX3" fmla="*/ 131 w 595856"/>
                <a:gd name="connsiteY3" fmla="*/ 159078 h 159078"/>
                <a:gd name="connsiteX4" fmla="*/ 124 w 595856"/>
                <a:gd name="connsiteY4" fmla="*/ 41841 h 159078"/>
                <a:gd name="connsiteX0" fmla="*/ 124 w 595959"/>
                <a:gd name="connsiteY0" fmla="*/ 41841 h 159078"/>
                <a:gd name="connsiteX1" fmla="*/ 595828 w 595959"/>
                <a:gd name="connsiteY1" fmla="*/ 0 h 159078"/>
                <a:gd name="connsiteX2" fmla="*/ 595830 w 595959"/>
                <a:gd name="connsiteY2" fmla="*/ 116896 h 159078"/>
                <a:gd name="connsiteX3" fmla="*/ 131 w 595959"/>
                <a:gd name="connsiteY3" fmla="*/ 159078 h 159078"/>
                <a:gd name="connsiteX4" fmla="*/ 124 w 595959"/>
                <a:gd name="connsiteY4" fmla="*/ 41841 h 159078"/>
                <a:gd name="connsiteX0" fmla="*/ 124 w 597349"/>
                <a:gd name="connsiteY0" fmla="*/ 42378 h 159615"/>
                <a:gd name="connsiteX1" fmla="*/ 597349 w 597349"/>
                <a:gd name="connsiteY1" fmla="*/ 0 h 159615"/>
                <a:gd name="connsiteX2" fmla="*/ 595830 w 597349"/>
                <a:gd name="connsiteY2" fmla="*/ 117433 h 159615"/>
                <a:gd name="connsiteX3" fmla="*/ 131 w 597349"/>
                <a:gd name="connsiteY3" fmla="*/ 159615 h 159615"/>
                <a:gd name="connsiteX4" fmla="*/ 124 w 597349"/>
                <a:gd name="connsiteY4" fmla="*/ 42378 h 159615"/>
                <a:gd name="connsiteX0" fmla="*/ 124 w 600443"/>
                <a:gd name="connsiteY0" fmla="*/ 42378 h 159615"/>
                <a:gd name="connsiteX1" fmla="*/ 597349 w 600443"/>
                <a:gd name="connsiteY1" fmla="*/ 0 h 159615"/>
                <a:gd name="connsiteX2" fmla="*/ 600408 w 600443"/>
                <a:gd name="connsiteY2" fmla="*/ 117433 h 159615"/>
                <a:gd name="connsiteX3" fmla="*/ 131 w 600443"/>
                <a:gd name="connsiteY3" fmla="*/ 159615 h 159615"/>
                <a:gd name="connsiteX4" fmla="*/ 124 w 600443"/>
                <a:gd name="connsiteY4" fmla="*/ 42378 h 159615"/>
                <a:gd name="connsiteX0" fmla="*/ 124 w 600537"/>
                <a:gd name="connsiteY0" fmla="*/ 42378 h 159615"/>
                <a:gd name="connsiteX1" fmla="*/ 600401 w 600537"/>
                <a:gd name="connsiteY1" fmla="*/ 0 h 159615"/>
                <a:gd name="connsiteX2" fmla="*/ 600408 w 600537"/>
                <a:gd name="connsiteY2" fmla="*/ 117433 h 159615"/>
                <a:gd name="connsiteX3" fmla="*/ 131 w 600537"/>
                <a:gd name="connsiteY3" fmla="*/ 159615 h 159615"/>
                <a:gd name="connsiteX4" fmla="*/ 124 w 600537"/>
                <a:gd name="connsiteY4" fmla="*/ 42378 h 159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0537" h="159615">
                  <a:moveTo>
                    <a:pt x="124" y="42378"/>
                  </a:moveTo>
                  <a:cubicBezTo>
                    <a:pt x="296414" y="-50243"/>
                    <a:pt x="418111" y="75773"/>
                    <a:pt x="600401" y="0"/>
                  </a:cubicBezTo>
                  <a:cubicBezTo>
                    <a:pt x="599951" y="33260"/>
                    <a:pt x="600858" y="84173"/>
                    <a:pt x="600408" y="117433"/>
                  </a:cubicBezTo>
                  <a:cubicBezTo>
                    <a:pt x="395490" y="192726"/>
                    <a:pt x="285331" y="62551"/>
                    <a:pt x="131" y="159615"/>
                  </a:cubicBezTo>
                  <a:cubicBezTo>
                    <a:pt x="-323" y="114566"/>
                    <a:pt x="578" y="87427"/>
                    <a:pt x="124" y="42378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5" name="矩形 1174">
              <a:extLst>
                <a:ext uri="{FF2B5EF4-FFF2-40B4-BE49-F238E27FC236}">
                  <a16:creationId xmlns:a16="http://schemas.microsoft.com/office/drawing/2014/main" id="{C8682012-ED77-363F-B90A-F668D851D3A6}"/>
                </a:ext>
              </a:extLst>
            </p:cNvPr>
            <p:cNvSpPr/>
            <p:nvPr/>
          </p:nvSpPr>
          <p:spPr>
            <a:xfrm rot="10800000">
              <a:off x="5041542" y="6890402"/>
              <a:ext cx="618706" cy="226680"/>
            </a:xfrm>
            <a:custGeom>
              <a:avLst/>
              <a:gdLst>
                <a:gd name="connsiteX0" fmla="*/ 0 w 595706"/>
                <a:gd name="connsiteY0" fmla="*/ 0 h 92965"/>
                <a:gd name="connsiteX1" fmla="*/ 595706 w 595706"/>
                <a:gd name="connsiteY1" fmla="*/ 0 h 92965"/>
                <a:gd name="connsiteX2" fmla="*/ 595706 w 595706"/>
                <a:gd name="connsiteY2" fmla="*/ 92965 h 92965"/>
                <a:gd name="connsiteX3" fmla="*/ 0 w 595706"/>
                <a:gd name="connsiteY3" fmla="*/ 92965 h 92965"/>
                <a:gd name="connsiteX4" fmla="*/ 0 w 595706"/>
                <a:gd name="connsiteY4" fmla="*/ 0 h 92965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1422 w 594406"/>
                <a:gd name="connsiteY0" fmla="*/ 21376 h 135147"/>
                <a:gd name="connsiteX1" fmla="*/ 594406 w 594406"/>
                <a:gd name="connsiteY1" fmla="*/ 0 h 135147"/>
                <a:gd name="connsiteX2" fmla="*/ 594406 w 594406"/>
                <a:gd name="connsiteY2" fmla="*/ 92965 h 135147"/>
                <a:gd name="connsiteX3" fmla="*/ 61 w 594406"/>
                <a:gd name="connsiteY3" fmla="*/ 135147 h 135147"/>
                <a:gd name="connsiteX4" fmla="*/ 1422 w 594406"/>
                <a:gd name="connsiteY4" fmla="*/ 21376 h 135147"/>
                <a:gd name="connsiteX0" fmla="*/ 1422 w 594406"/>
                <a:gd name="connsiteY0" fmla="*/ 15599 h 135147"/>
                <a:gd name="connsiteX1" fmla="*/ 594406 w 594406"/>
                <a:gd name="connsiteY1" fmla="*/ 0 h 135147"/>
                <a:gd name="connsiteX2" fmla="*/ 594406 w 594406"/>
                <a:gd name="connsiteY2" fmla="*/ 92965 h 135147"/>
                <a:gd name="connsiteX3" fmla="*/ 61 w 594406"/>
                <a:gd name="connsiteY3" fmla="*/ 135147 h 135147"/>
                <a:gd name="connsiteX4" fmla="*/ 1422 w 594406"/>
                <a:gd name="connsiteY4" fmla="*/ 15599 h 135147"/>
                <a:gd name="connsiteX0" fmla="*/ 131 w 594476"/>
                <a:gd name="connsiteY0" fmla="*/ 4622 h 135147"/>
                <a:gd name="connsiteX1" fmla="*/ 594476 w 594476"/>
                <a:gd name="connsiteY1" fmla="*/ 0 h 135147"/>
                <a:gd name="connsiteX2" fmla="*/ 594476 w 594476"/>
                <a:gd name="connsiteY2" fmla="*/ 92965 h 135147"/>
                <a:gd name="connsiteX3" fmla="*/ 131 w 594476"/>
                <a:gd name="connsiteY3" fmla="*/ 135147 h 135147"/>
                <a:gd name="connsiteX4" fmla="*/ 131 w 594476"/>
                <a:gd name="connsiteY4" fmla="*/ 4622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22423 h 139660"/>
                <a:gd name="connsiteX1" fmla="*/ 595706 w 595706"/>
                <a:gd name="connsiteY1" fmla="*/ 4513 h 139660"/>
                <a:gd name="connsiteX2" fmla="*/ 595706 w 595706"/>
                <a:gd name="connsiteY2" fmla="*/ 97478 h 139660"/>
                <a:gd name="connsiteX3" fmla="*/ 1361 w 595706"/>
                <a:gd name="connsiteY3" fmla="*/ 139660 h 139660"/>
                <a:gd name="connsiteX4" fmla="*/ 0 w 595706"/>
                <a:gd name="connsiteY4" fmla="*/ 22423 h 139660"/>
                <a:gd name="connsiteX0" fmla="*/ 0 w 595706"/>
                <a:gd name="connsiteY0" fmla="*/ 26413 h 143650"/>
                <a:gd name="connsiteX1" fmla="*/ 595706 w 595706"/>
                <a:gd name="connsiteY1" fmla="*/ 8503 h 143650"/>
                <a:gd name="connsiteX2" fmla="*/ 595706 w 595706"/>
                <a:gd name="connsiteY2" fmla="*/ 101468 h 143650"/>
                <a:gd name="connsiteX3" fmla="*/ 1361 w 595706"/>
                <a:gd name="connsiteY3" fmla="*/ 143650 h 143650"/>
                <a:gd name="connsiteX4" fmla="*/ 0 w 595706"/>
                <a:gd name="connsiteY4" fmla="*/ 26413 h 143650"/>
                <a:gd name="connsiteX0" fmla="*/ 0 w 595706"/>
                <a:gd name="connsiteY0" fmla="*/ 21286 h 138523"/>
                <a:gd name="connsiteX1" fmla="*/ 595706 w 595706"/>
                <a:gd name="connsiteY1" fmla="*/ 3376 h 138523"/>
                <a:gd name="connsiteX2" fmla="*/ 595706 w 595706"/>
                <a:gd name="connsiteY2" fmla="*/ 96341 h 138523"/>
                <a:gd name="connsiteX3" fmla="*/ 1361 w 595706"/>
                <a:gd name="connsiteY3" fmla="*/ 138523 h 138523"/>
                <a:gd name="connsiteX4" fmla="*/ 0 w 595706"/>
                <a:gd name="connsiteY4" fmla="*/ 21286 h 138523"/>
                <a:gd name="connsiteX0" fmla="*/ 0 w 595706"/>
                <a:gd name="connsiteY0" fmla="*/ 22534 h 139771"/>
                <a:gd name="connsiteX1" fmla="*/ 595706 w 595706"/>
                <a:gd name="connsiteY1" fmla="*/ 4624 h 139771"/>
                <a:gd name="connsiteX2" fmla="*/ 595706 w 595706"/>
                <a:gd name="connsiteY2" fmla="*/ 97589 h 139771"/>
                <a:gd name="connsiteX3" fmla="*/ 1361 w 595706"/>
                <a:gd name="connsiteY3" fmla="*/ 139771 h 139771"/>
                <a:gd name="connsiteX4" fmla="*/ 0 w 595706"/>
                <a:gd name="connsiteY4" fmla="*/ 22534 h 139771"/>
                <a:gd name="connsiteX0" fmla="*/ 0 w 595706"/>
                <a:gd name="connsiteY0" fmla="*/ 23494 h 140731"/>
                <a:gd name="connsiteX1" fmla="*/ 595706 w 595706"/>
                <a:gd name="connsiteY1" fmla="*/ 2118 h 140731"/>
                <a:gd name="connsiteX2" fmla="*/ 595706 w 595706"/>
                <a:gd name="connsiteY2" fmla="*/ 98549 h 140731"/>
                <a:gd name="connsiteX3" fmla="*/ 1361 w 595706"/>
                <a:gd name="connsiteY3" fmla="*/ 140731 h 140731"/>
                <a:gd name="connsiteX4" fmla="*/ 0 w 595706"/>
                <a:gd name="connsiteY4" fmla="*/ 23494 h 140731"/>
                <a:gd name="connsiteX0" fmla="*/ 0 w 595706"/>
                <a:gd name="connsiteY0" fmla="*/ 23494 h 140731"/>
                <a:gd name="connsiteX1" fmla="*/ 595706 w 595706"/>
                <a:gd name="connsiteY1" fmla="*/ 2118 h 140731"/>
                <a:gd name="connsiteX2" fmla="*/ 595706 w 595706"/>
                <a:gd name="connsiteY2" fmla="*/ 98549 h 140731"/>
                <a:gd name="connsiteX3" fmla="*/ 1361 w 595706"/>
                <a:gd name="connsiteY3" fmla="*/ 140731 h 140731"/>
                <a:gd name="connsiteX4" fmla="*/ 0 w 595706"/>
                <a:gd name="connsiteY4" fmla="*/ 23494 h 140731"/>
                <a:gd name="connsiteX0" fmla="*/ 0 w 595706"/>
                <a:gd name="connsiteY0" fmla="*/ 25030 h 142267"/>
                <a:gd name="connsiteX1" fmla="*/ 595706 w 595706"/>
                <a:gd name="connsiteY1" fmla="*/ 3654 h 142267"/>
                <a:gd name="connsiteX2" fmla="*/ 595706 w 595706"/>
                <a:gd name="connsiteY2" fmla="*/ 100085 h 142267"/>
                <a:gd name="connsiteX3" fmla="*/ 1361 w 595706"/>
                <a:gd name="connsiteY3" fmla="*/ 142267 h 142267"/>
                <a:gd name="connsiteX4" fmla="*/ 0 w 595706"/>
                <a:gd name="connsiteY4" fmla="*/ 25030 h 142267"/>
                <a:gd name="connsiteX0" fmla="*/ 0 w 595706"/>
                <a:gd name="connsiteY0" fmla="*/ 22091 h 139328"/>
                <a:gd name="connsiteX1" fmla="*/ 595706 w 595706"/>
                <a:gd name="connsiteY1" fmla="*/ 715 h 139328"/>
                <a:gd name="connsiteX2" fmla="*/ 595706 w 595706"/>
                <a:gd name="connsiteY2" fmla="*/ 97146 h 139328"/>
                <a:gd name="connsiteX3" fmla="*/ 1361 w 595706"/>
                <a:gd name="connsiteY3" fmla="*/ 139328 h 139328"/>
                <a:gd name="connsiteX4" fmla="*/ 0 w 595706"/>
                <a:gd name="connsiteY4" fmla="*/ 22091 h 139328"/>
                <a:gd name="connsiteX0" fmla="*/ 0 w 595706"/>
                <a:gd name="connsiteY0" fmla="*/ 23573 h 140810"/>
                <a:gd name="connsiteX1" fmla="*/ 595706 w 595706"/>
                <a:gd name="connsiteY1" fmla="*/ 2197 h 140810"/>
                <a:gd name="connsiteX2" fmla="*/ 595706 w 595706"/>
                <a:gd name="connsiteY2" fmla="*/ 98628 h 140810"/>
                <a:gd name="connsiteX3" fmla="*/ 1361 w 595706"/>
                <a:gd name="connsiteY3" fmla="*/ 140810 h 140810"/>
                <a:gd name="connsiteX4" fmla="*/ 0 w 595706"/>
                <a:gd name="connsiteY4" fmla="*/ 23573 h 140810"/>
                <a:gd name="connsiteX0" fmla="*/ 0 w 595706"/>
                <a:gd name="connsiteY0" fmla="*/ 21908 h 139145"/>
                <a:gd name="connsiteX1" fmla="*/ 595706 w 595706"/>
                <a:gd name="connsiteY1" fmla="*/ 532 h 139145"/>
                <a:gd name="connsiteX2" fmla="*/ 595706 w 595706"/>
                <a:gd name="connsiteY2" fmla="*/ 96963 h 139145"/>
                <a:gd name="connsiteX3" fmla="*/ 1361 w 595706"/>
                <a:gd name="connsiteY3" fmla="*/ 139145 h 139145"/>
                <a:gd name="connsiteX4" fmla="*/ 0 w 595706"/>
                <a:gd name="connsiteY4" fmla="*/ 21908 h 139145"/>
                <a:gd name="connsiteX0" fmla="*/ 0 w 595706"/>
                <a:gd name="connsiteY0" fmla="*/ 23863 h 141100"/>
                <a:gd name="connsiteX1" fmla="*/ 595706 w 595706"/>
                <a:gd name="connsiteY1" fmla="*/ 2487 h 141100"/>
                <a:gd name="connsiteX2" fmla="*/ 595706 w 595706"/>
                <a:gd name="connsiteY2" fmla="*/ 98918 h 141100"/>
                <a:gd name="connsiteX3" fmla="*/ 1361 w 595706"/>
                <a:gd name="connsiteY3" fmla="*/ 141100 h 141100"/>
                <a:gd name="connsiteX4" fmla="*/ 0 w 595706"/>
                <a:gd name="connsiteY4" fmla="*/ 23863 h 141100"/>
                <a:gd name="connsiteX0" fmla="*/ 0 w 595706"/>
                <a:gd name="connsiteY0" fmla="*/ 24472 h 141709"/>
                <a:gd name="connsiteX1" fmla="*/ 595706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0 w 595706"/>
                <a:gd name="connsiteY0" fmla="*/ 24267 h 141504"/>
                <a:gd name="connsiteX1" fmla="*/ 595706 w 595706"/>
                <a:gd name="connsiteY1" fmla="*/ 2891 h 141504"/>
                <a:gd name="connsiteX2" fmla="*/ 595706 w 595706"/>
                <a:gd name="connsiteY2" fmla="*/ 99322 h 141504"/>
                <a:gd name="connsiteX3" fmla="*/ 1361 w 595706"/>
                <a:gd name="connsiteY3" fmla="*/ 141504 h 141504"/>
                <a:gd name="connsiteX4" fmla="*/ 0 w 595706"/>
                <a:gd name="connsiteY4" fmla="*/ 24267 h 141504"/>
                <a:gd name="connsiteX0" fmla="*/ 0 w 595706"/>
                <a:gd name="connsiteY0" fmla="*/ 24472 h 141709"/>
                <a:gd name="connsiteX1" fmla="*/ 595706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0 w 595706"/>
                <a:gd name="connsiteY0" fmla="*/ 24472 h 141709"/>
                <a:gd name="connsiteX1" fmla="*/ 594353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124 w 595830"/>
                <a:gd name="connsiteY0" fmla="*/ 24472 h 141709"/>
                <a:gd name="connsiteX1" fmla="*/ 594477 w 595830"/>
                <a:gd name="connsiteY1" fmla="*/ 3096 h 141709"/>
                <a:gd name="connsiteX2" fmla="*/ 595830 w 595830"/>
                <a:gd name="connsiteY2" fmla="*/ 99527 h 141709"/>
                <a:gd name="connsiteX3" fmla="*/ 131 w 595830"/>
                <a:gd name="connsiteY3" fmla="*/ 141709 h 141709"/>
                <a:gd name="connsiteX4" fmla="*/ 124 w 595830"/>
                <a:gd name="connsiteY4" fmla="*/ 24472 h 141709"/>
                <a:gd name="connsiteX0" fmla="*/ 124 w 597179"/>
                <a:gd name="connsiteY0" fmla="*/ 25207 h 142444"/>
                <a:gd name="connsiteX1" fmla="*/ 597179 w 597179"/>
                <a:gd name="connsiteY1" fmla="*/ 481 h 142444"/>
                <a:gd name="connsiteX2" fmla="*/ 595830 w 597179"/>
                <a:gd name="connsiteY2" fmla="*/ 100262 h 142444"/>
                <a:gd name="connsiteX3" fmla="*/ 131 w 597179"/>
                <a:gd name="connsiteY3" fmla="*/ 142444 h 142444"/>
                <a:gd name="connsiteX4" fmla="*/ 124 w 597179"/>
                <a:gd name="connsiteY4" fmla="*/ 25207 h 142444"/>
                <a:gd name="connsiteX0" fmla="*/ 124 w 595889"/>
                <a:gd name="connsiteY0" fmla="*/ 25842 h 143079"/>
                <a:gd name="connsiteX1" fmla="*/ 594477 w 595889"/>
                <a:gd name="connsiteY1" fmla="*/ 0 h 143079"/>
                <a:gd name="connsiteX2" fmla="*/ 595830 w 595889"/>
                <a:gd name="connsiteY2" fmla="*/ 100897 h 143079"/>
                <a:gd name="connsiteX3" fmla="*/ 131 w 595889"/>
                <a:gd name="connsiteY3" fmla="*/ 143079 h 143079"/>
                <a:gd name="connsiteX4" fmla="*/ 124 w 595889"/>
                <a:gd name="connsiteY4" fmla="*/ 25842 h 143079"/>
                <a:gd name="connsiteX0" fmla="*/ 124 w 595889"/>
                <a:gd name="connsiteY0" fmla="*/ 24713 h 141950"/>
                <a:gd name="connsiteX1" fmla="*/ 594477 w 595889"/>
                <a:gd name="connsiteY1" fmla="*/ 2221 h 141950"/>
                <a:gd name="connsiteX2" fmla="*/ 595830 w 595889"/>
                <a:gd name="connsiteY2" fmla="*/ 99768 h 141950"/>
                <a:gd name="connsiteX3" fmla="*/ 131 w 595889"/>
                <a:gd name="connsiteY3" fmla="*/ 141950 h 141950"/>
                <a:gd name="connsiteX4" fmla="*/ 124 w 595889"/>
                <a:gd name="connsiteY4" fmla="*/ 24713 h 141950"/>
                <a:gd name="connsiteX0" fmla="*/ 124 w 595959"/>
                <a:gd name="connsiteY0" fmla="*/ 24713 h 141950"/>
                <a:gd name="connsiteX1" fmla="*/ 595828 w 595959"/>
                <a:gd name="connsiteY1" fmla="*/ 2221 h 141950"/>
                <a:gd name="connsiteX2" fmla="*/ 595830 w 595959"/>
                <a:gd name="connsiteY2" fmla="*/ 99768 h 141950"/>
                <a:gd name="connsiteX3" fmla="*/ 131 w 595959"/>
                <a:gd name="connsiteY3" fmla="*/ 141950 h 141950"/>
                <a:gd name="connsiteX4" fmla="*/ 124 w 595959"/>
                <a:gd name="connsiteY4" fmla="*/ 24713 h 141950"/>
                <a:gd name="connsiteX0" fmla="*/ 124 w 595959"/>
                <a:gd name="connsiteY0" fmla="*/ 24925 h 142162"/>
                <a:gd name="connsiteX1" fmla="*/ 595828 w 595959"/>
                <a:gd name="connsiteY1" fmla="*/ 2433 h 142162"/>
                <a:gd name="connsiteX2" fmla="*/ 595830 w 595959"/>
                <a:gd name="connsiteY2" fmla="*/ 99980 h 142162"/>
                <a:gd name="connsiteX3" fmla="*/ 131 w 595959"/>
                <a:gd name="connsiteY3" fmla="*/ 142162 h 142162"/>
                <a:gd name="connsiteX4" fmla="*/ 124 w 595959"/>
                <a:gd name="connsiteY4" fmla="*/ 24925 h 142162"/>
                <a:gd name="connsiteX0" fmla="*/ 124 w 595959"/>
                <a:gd name="connsiteY0" fmla="*/ 22492 h 139729"/>
                <a:gd name="connsiteX1" fmla="*/ 595828 w 595959"/>
                <a:gd name="connsiteY1" fmla="*/ 0 h 139729"/>
                <a:gd name="connsiteX2" fmla="*/ 595830 w 595959"/>
                <a:gd name="connsiteY2" fmla="*/ 97547 h 139729"/>
                <a:gd name="connsiteX3" fmla="*/ 131 w 595959"/>
                <a:gd name="connsiteY3" fmla="*/ 139729 h 139729"/>
                <a:gd name="connsiteX4" fmla="*/ 124 w 595959"/>
                <a:gd name="connsiteY4" fmla="*/ 22492 h 139729"/>
                <a:gd name="connsiteX0" fmla="*/ 124 w 595959"/>
                <a:gd name="connsiteY0" fmla="*/ 25585 h 142822"/>
                <a:gd name="connsiteX1" fmla="*/ 595828 w 595959"/>
                <a:gd name="connsiteY1" fmla="*/ 3093 h 142822"/>
                <a:gd name="connsiteX2" fmla="*/ 595830 w 595959"/>
                <a:gd name="connsiteY2" fmla="*/ 100640 h 142822"/>
                <a:gd name="connsiteX3" fmla="*/ 131 w 595959"/>
                <a:gd name="connsiteY3" fmla="*/ 142822 h 142822"/>
                <a:gd name="connsiteX4" fmla="*/ 124 w 595959"/>
                <a:gd name="connsiteY4" fmla="*/ 25585 h 142822"/>
                <a:gd name="connsiteX0" fmla="*/ 124 w 595959"/>
                <a:gd name="connsiteY0" fmla="*/ 25585 h 142822"/>
                <a:gd name="connsiteX1" fmla="*/ 595828 w 595959"/>
                <a:gd name="connsiteY1" fmla="*/ 3093 h 142822"/>
                <a:gd name="connsiteX2" fmla="*/ 595830 w 595959"/>
                <a:gd name="connsiteY2" fmla="*/ 100640 h 142822"/>
                <a:gd name="connsiteX3" fmla="*/ 131 w 595959"/>
                <a:gd name="connsiteY3" fmla="*/ 142822 h 142822"/>
                <a:gd name="connsiteX4" fmla="*/ 124 w 595959"/>
                <a:gd name="connsiteY4" fmla="*/ 25585 h 142822"/>
                <a:gd name="connsiteX0" fmla="*/ 124 w 595959"/>
                <a:gd name="connsiteY0" fmla="*/ 26512 h 143749"/>
                <a:gd name="connsiteX1" fmla="*/ 595828 w 595959"/>
                <a:gd name="connsiteY1" fmla="*/ 4020 h 143749"/>
                <a:gd name="connsiteX2" fmla="*/ 595830 w 595959"/>
                <a:gd name="connsiteY2" fmla="*/ 101567 h 143749"/>
                <a:gd name="connsiteX3" fmla="*/ 131 w 595959"/>
                <a:gd name="connsiteY3" fmla="*/ 143749 h 143749"/>
                <a:gd name="connsiteX4" fmla="*/ 124 w 595959"/>
                <a:gd name="connsiteY4" fmla="*/ 26512 h 143749"/>
                <a:gd name="connsiteX0" fmla="*/ 124 w 595959"/>
                <a:gd name="connsiteY0" fmla="*/ 26512 h 143749"/>
                <a:gd name="connsiteX1" fmla="*/ 595828 w 595959"/>
                <a:gd name="connsiteY1" fmla="*/ 4020 h 143749"/>
                <a:gd name="connsiteX2" fmla="*/ 595830 w 595959"/>
                <a:gd name="connsiteY2" fmla="*/ 101567 h 143749"/>
                <a:gd name="connsiteX3" fmla="*/ 131 w 595959"/>
                <a:gd name="connsiteY3" fmla="*/ 143749 h 143749"/>
                <a:gd name="connsiteX4" fmla="*/ 124 w 595959"/>
                <a:gd name="connsiteY4" fmla="*/ 26512 h 143749"/>
                <a:gd name="connsiteX0" fmla="*/ 124 w 595959"/>
                <a:gd name="connsiteY0" fmla="*/ 28496 h 145733"/>
                <a:gd name="connsiteX1" fmla="*/ 595828 w 595959"/>
                <a:gd name="connsiteY1" fmla="*/ 6004 h 145733"/>
                <a:gd name="connsiteX2" fmla="*/ 595830 w 595959"/>
                <a:gd name="connsiteY2" fmla="*/ 103551 h 145733"/>
                <a:gd name="connsiteX3" fmla="*/ 131 w 595959"/>
                <a:gd name="connsiteY3" fmla="*/ 145733 h 145733"/>
                <a:gd name="connsiteX4" fmla="*/ 124 w 595959"/>
                <a:gd name="connsiteY4" fmla="*/ 28496 h 14573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856"/>
                <a:gd name="connsiteY0" fmla="*/ 41841 h 159078"/>
                <a:gd name="connsiteX1" fmla="*/ 591261 w 595856"/>
                <a:gd name="connsiteY1" fmla="*/ 0 h 159078"/>
                <a:gd name="connsiteX2" fmla="*/ 595830 w 595856"/>
                <a:gd name="connsiteY2" fmla="*/ 116896 h 159078"/>
                <a:gd name="connsiteX3" fmla="*/ 131 w 595856"/>
                <a:gd name="connsiteY3" fmla="*/ 159078 h 159078"/>
                <a:gd name="connsiteX4" fmla="*/ 124 w 595856"/>
                <a:gd name="connsiteY4" fmla="*/ 41841 h 159078"/>
                <a:gd name="connsiteX0" fmla="*/ 124 w 595959"/>
                <a:gd name="connsiteY0" fmla="*/ 41841 h 159078"/>
                <a:gd name="connsiteX1" fmla="*/ 595828 w 595959"/>
                <a:gd name="connsiteY1" fmla="*/ 0 h 159078"/>
                <a:gd name="connsiteX2" fmla="*/ 595830 w 595959"/>
                <a:gd name="connsiteY2" fmla="*/ 116896 h 159078"/>
                <a:gd name="connsiteX3" fmla="*/ 131 w 595959"/>
                <a:gd name="connsiteY3" fmla="*/ 159078 h 159078"/>
                <a:gd name="connsiteX4" fmla="*/ 124 w 595959"/>
                <a:gd name="connsiteY4" fmla="*/ 41841 h 159078"/>
                <a:gd name="connsiteX0" fmla="*/ 124 w 597349"/>
                <a:gd name="connsiteY0" fmla="*/ 42378 h 159615"/>
                <a:gd name="connsiteX1" fmla="*/ 597349 w 597349"/>
                <a:gd name="connsiteY1" fmla="*/ 0 h 159615"/>
                <a:gd name="connsiteX2" fmla="*/ 595830 w 597349"/>
                <a:gd name="connsiteY2" fmla="*/ 117433 h 159615"/>
                <a:gd name="connsiteX3" fmla="*/ 131 w 597349"/>
                <a:gd name="connsiteY3" fmla="*/ 159615 h 159615"/>
                <a:gd name="connsiteX4" fmla="*/ 124 w 597349"/>
                <a:gd name="connsiteY4" fmla="*/ 42378 h 159615"/>
                <a:gd name="connsiteX0" fmla="*/ 124 w 600443"/>
                <a:gd name="connsiteY0" fmla="*/ 42378 h 159615"/>
                <a:gd name="connsiteX1" fmla="*/ 597349 w 600443"/>
                <a:gd name="connsiteY1" fmla="*/ 0 h 159615"/>
                <a:gd name="connsiteX2" fmla="*/ 600408 w 600443"/>
                <a:gd name="connsiteY2" fmla="*/ 117433 h 159615"/>
                <a:gd name="connsiteX3" fmla="*/ 131 w 600443"/>
                <a:gd name="connsiteY3" fmla="*/ 159615 h 159615"/>
                <a:gd name="connsiteX4" fmla="*/ 124 w 600443"/>
                <a:gd name="connsiteY4" fmla="*/ 42378 h 159615"/>
                <a:gd name="connsiteX0" fmla="*/ 124 w 600537"/>
                <a:gd name="connsiteY0" fmla="*/ 42378 h 159615"/>
                <a:gd name="connsiteX1" fmla="*/ 600401 w 600537"/>
                <a:gd name="connsiteY1" fmla="*/ 0 h 159615"/>
                <a:gd name="connsiteX2" fmla="*/ 600408 w 600537"/>
                <a:gd name="connsiteY2" fmla="*/ 117433 h 159615"/>
                <a:gd name="connsiteX3" fmla="*/ 131 w 600537"/>
                <a:gd name="connsiteY3" fmla="*/ 159615 h 159615"/>
                <a:gd name="connsiteX4" fmla="*/ 124 w 600537"/>
                <a:gd name="connsiteY4" fmla="*/ 42378 h 159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0537" h="159615">
                  <a:moveTo>
                    <a:pt x="124" y="42378"/>
                  </a:moveTo>
                  <a:cubicBezTo>
                    <a:pt x="296414" y="-50243"/>
                    <a:pt x="418111" y="75773"/>
                    <a:pt x="600401" y="0"/>
                  </a:cubicBezTo>
                  <a:cubicBezTo>
                    <a:pt x="599951" y="33260"/>
                    <a:pt x="600858" y="84173"/>
                    <a:pt x="600408" y="117433"/>
                  </a:cubicBezTo>
                  <a:cubicBezTo>
                    <a:pt x="395490" y="192726"/>
                    <a:pt x="285331" y="62551"/>
                    <a:pt x="131" y="159615"/>
                  </a:cubicBezTo>
                  <a:cubicBezTo>
                    <a:pt x="-323" y="114566"/>
                    <a:pt x="578" y="87427"/>
                    <a:pt x="124" y="42378"/>
                  </a:cubicBezTo>
                  <a:close/>
                </a:path>
              </a:pathLst>
            </a:custGeom>
            <a:solidFill>
              <a:schemeClr val="accent2">
                <a:lumMod val="40000"/>
                <a:lumOff val="6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6" name="矩形 1174">
              <a:extLst>
                <a:ext uri="{FF2B5EF4-FFF2-40B4-BE49-F238E27FC236}">
                  <a16:creationId xmlns:a16="http://schemas.microsoft.com/office/drawing/2014/main" id="{C6B5F08D-52EC-D18D-BCB0-E8FA0849CFA0}"/>
                </a:ext>
              </a:extLst>
            </p:cNvPr>
            <p:cNvSpPr/>
            <p:nvPr/>
          </p:nvSpPr>
          <p:spPr>
            <a:xfrm rot="10800000">
              <a:off x="5041541" y="7045652"/>
              <a:ext cx="618707" cy="139508"/>
            </a:xfrm>
            <a:custGeom>
              <a:avLst/>
              <a:gdLst>
                <a:gd name="connsiteX0" fmla="*/ 0 w 595706"/>
                <a:gd name="connsiteY0" fmla="*/ 0 h 92965"/>
                <a:gd name="connsiteX1" fmla="*/ 595706 w 595706"/>
                <a:gd name="connsiteY1" fmla="*/ 0 h 92965"/>
                <a:gd name="connsiteX2" fmla="*/ 595706 w 595706"/>
                <a:gd name="connsiteY2" fmla="*/ 92965 h 92965"/>
                <a:gd name="connsiteX3" fmla="*/ 0 w 595706"/>
                <a:gd name="connsiteY3" fmla="*/ 92965 h 92965"/>
                <a:gd name="connsiteX4" fmla="*/ 0 w 595706"/>
                <a:gd name="connsiteY4" fmla="*/ 0 h 92965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131 w 595837"/>
                <a:gd name="connsiteY0" fmla="*/ 0 h 148754"/>
                <a:gd name="connsiteX1" fmla="*/ 595837 w 595837"/>
                <a:gd name="connsiteY1" fmla="*/ 0 h 148754"/>
                <a:gd name="connsiteX2" fmla="*/ 595837 w 595837"/>
                <a:gd name="connsiteY2" fmla="*/ 92965 h 148754"/>
                <a:gd name="connsiteX3" fmla="*/ 131 w 595837"/>
                <a:gd name="connsiteY3" fmla="*/ 148754 h 148754"/>
                <a:gd name="connsiteX4" fmla="*/ 131 w 595837"/>
                <a:gd name="connsiteY4" fmla="*/ 0 h 148754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56571"/>
                <a:gd name="connsiteX1" fmla="*/ 595837 w 595837"/>
                <a:gd name="connsiteY1" fmla="*/ 0 h 156571"/>
                <a:gd name="connsiteX2" fmla="*/ 594316 w 595837"/>
                <a:gd name="connsiteY2" fmla="*/ 141984 h 156571"/>
                <a:gd name="connsiteX3" fmla="*/ 131 w 595837"/>
                <a:gd name="connsiteY3" fmla="*/ 140590 h 156571"/>
                <a:gd name="connsiteX4" fmla="*/ 131 w 595837"/>
                <a:gd name="connsiteY4" fmla="*/ 0 h 156571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0 w 600949"/>
                <a:gd name="connsiteY0" fmla="*/ 0 h 271309"/>
                <a:gd name="connsiteX1" fmla="*/ 600949 w 600949"/>
                <a:gd name="connsiteY1" fmla="*/ 0 h 271309"/>
                <a:gd name="connsiteX2" fmla="*/ 599428 w 600949"/>
                <a:gd name="connsiteY2" fmla="*/ 141984 h 271309"/>
                <a:gd name="connsiteX3" fmla="*/ 3722 w 600949"/>
                <a:gd name="connsiteY3" fmla="*/ 271309 h 271309"/>
                <a:gd name="connsiteX4" fmla="*/ 0 w 600949"/>
                <a:gd name="connsiteY4" fmla="*/ 0 h 271309"/>
                <a:gd name="connsiteX0" fmla="*/ 0 w 599639"/>
                <a:gd name="connsiteY0" fmla="*/ 0 h 271309"/>
                <a:gd name="connsiteX1" fmla="*/ 599639 w 599639"/>
                <a:gd name="connsiteY1" fmla="*/ 0 h 271309"/>
                <a:gd name="connsiteX2" fmla="*/ 599428 w 599639"/>
                <a:gd name="connsiteY2" fmla="*/ 141984 h 271309"/>
                <a:gd name="connsiteX3" fmla="*/ 3722 w 599639"/>
                <a:gd name="connsiteY3" fmla="*/ 271309 h 271309"/>
                <a:gd name="connsiteX4" fmla="*/ 0 w 599639"/>
                <a:gd name="connsiteY4" fmla="*/ 0 h 271309"/>
                <a:gd name="connsiteX0" fmla="*/ 0 w 597018"/>
                <a:gd name="connsiteY0" fmla="*/ 0 h 271309"/>
                <a:gd name="connsiteX1" fmla="*/ 597018 w 597018"/>
                <a:gd name="connsiteY1" fmla="*/ 0 h 271309"/>
                <a:gd name="connsiteX2" fmla="*/ 596807 w 597018"/>
                <a:gd name="connsiteY2" fmla="*/ 141984 h 271309"/>
                <a:gd name="connsiteX3" fmla="*/ 1101 w 597018"/>
                <a:gd name="connsiteY3" fmla="*/ 271309 h 271309"/>
                <a:gd name="connsiteX4" fmla="*/ 0 w 597018"/>
                <a:gd name="connsiteY4" fmla="*/ 0 h 271309"/>
                <a:gd name="connsiteX0" fmla="*/ 0 w 596807"/>
                <a:gd name="connsiteY0" fmla="*/ 0 h 271309"/>
                <a:gd name="connsiteX1" fmla="*/ 591775 w 596807"/>
                <a:gd name="connsiteY1" fmla="*/ 0 h 271309"/>
                <a:gd name="connsiteX2" fmla="*/ 596807 w 596807"/>
                <a:gd name="connsiteY2" fmla="*/ 141984 h 271309"/>
                <a:gd name="connsiteX3" fmla="*/ 1101 w 596807"/>
                <a:gd name="connsiteY3" fmla="*/ 271309 h 271309"/>
                <a:gd name="connsiteX4" fmla="*/ 0 w 596807"/>
                <a:gd name="connsiteY4" fmla="*/ 0 h 271309"/>
                <a:gd name="connsiteX0" fmla="*/ 0 w 596807"/>
                <a:gd name="connsiteY0" fmla="*/ 0 h 271309"/>
                <a:gd name="connsiteX1" fmla="*/ 595708 w 596807"/>
                <a:gd name="connsiteY1" fmla="*/ 0 h 271309"/>
                <a:gd name="connsiteX2" fmla="*/ 596807 w 596807"/>
                <a:gd name="connsiteY2" fmla="*/ 141984 h 271309"/>
                <a:gd name="connsiteX3" fmla="*/ 1101 w 596807"/>
                <a:gd name="connsiteY3" fmla="*/ 271309 h 271309"/>
                <a:gd name="connsiteX4" fmla="*/ 0 w 596807"/>
                <a:gd name="connsiteY4" fmla="*/ 0 h 271309"/>
                <a:gd name="connsiteX0" fmla="*/ 0 w 595708"/>
                <a:gd name="connsiteY0" fmla="*/ 0 h 271309"/>
                <a:gd name="connsiteX1" fmla="*/ 595708 w 595708"/>
                <a:gd name="connsiteY1" fmla="*/ 0 h 271309"/>
                <a:gd name="connsiteX2" fmla="*/ 594186 w 595708"/>
                <a:gd name="connsiteY2" fmla="*/ 141985 h 271309"/>
                <a:gd name="connsiteX3" fmla="*/ 1101 w 595708"/>
                <a:gd name="connsiteY3" fmla="*/ 271309 h 271309"/>
                <a:gd name="connsiteX4" fmla="*/ 0 w 595708"/>
                <a:gd name="connsiteY4" fmla="*/ 0 h 271309"/>
                <a:gd name="connsiteX0" fmla="*/ 0 w 596439"/>
                <a:gd name="connsiteY0" fmla="*/ 109083 h 380392"/>
                <a:gd name="connsiteX1" fmla="*/ 595708 w 596439"/>
                <a:gd name="connsiteY1" fmla="*/ 109083 h 380392"/>
                <a:gd name="connsiteX2" fmla="*/ 594186 w 596439"/>
                <a:gd name="connsiteY2" fmla="*/ 251068 h 380392"/>
                <a:gd name="connsiteX3" fmla="*/ 1101 w 596439"/>
                <a:gd name="connsiteY3" fmla="*/ 380392 h 380392"/>
                <a:gd name="connsiteX4" fmla="*/ 0 w 596439"/>
                <a:gd name="connsiteY4" fmla="*/ 109083 h 380392"/>
                <a:gd name="connsiteX0" fmla="*/ 0 w 595708"/>
                <a:gd name="connsiteY0" fmla="*/ 0 h 271309"/>
                <a:gd name="connsiteX1" fmla="*/ 595708 w 595708"/>
                <a:gd name="connsiteY1" fmla="*/ 0 h 271309"/>
                <a:gd name="connsiteX2" fmla="*/ 594186 w 595708"/>
                <a:gd name="connsiteY2" fmla="*/ 141985 h 271309"/>
                <a:gd name="connsiteX3" fmla="*/ 1101 w 595708"/>
                <a:gd name="connsiteY3" fmla="*/ 271309 h 271309"/>
                <a:gd name="connsiteX4" fmla="*/ 0 w 595708"/>
                <a:gd name="connsiteY4" fmla="*/ 0 h 271309"/>
                <a:gd name="connsiteX0" fmla="*/ 0 w 596808"/>
                <a:gd name="connsiteY0" fmla="*/ 0 h 271309"/>
                <a:gd name="connsiteX1" fmla="*/ 595708 w 596808"/>
                <a:gd name="connsiteY1" fmla="*/ 0 h 271309"/>
                <a:gd name="connsiteX2" fmla="*/ 596808 w 596808"/>
                <a:gd name="connsiteY2" fmla="*/ 141985 h 271309"/>
                <a:gd name="connsiteX3" fmla="*/ 1101 w 596808"/>
                <a:gd name="connsiteY3" fmla="*/ 271309 h 271309"/>
                <a:gd name="connsiteX4" fmla="*/ 0 w 596808"/>
                <a:gd name="connsiteY4" fmla="*/ 0 h 271309"/>
                <a:gd name="connsiteX0" fmla="*/ 0 w 596808"/>
                <a:gd name="connsiteY0" fmla="*/ 0 h 271309"/>
                <a:gd name="connsiteX1" fmla="*/ 595708 w 596808"/>
                <a:gd name="connsiteY1" fmla="*/ 0 h 271309"/>
                <a:gd name="connsiteX2" fmla="*/ 596808 w 596808"/>
                <a:gd name="connsiteY2" fmla="*/ 141985 h 271309"/>
                <a:gd name="connsiteX3" fmla="*/ 1101 w 596808"/>
                <a:gd name="connsiteY3" fmla="*/ 271309 h 271309"/>
                <a:gd name="connsiteX4" fmla="*/ 0 w 596808"/>
                <a:gd name="connsiteY4" fmla="*/ 0 h 271309"/>
                <a:gd name="connsiteX0" fmla="*/ 0 w 596808"/>
                <a:gd name="connsiteY0" fmla="*/ 0 h 271309"/>
                <a:gd name="connsiteX1" fmla="*/ 595708 w 596808"/>
                <a:gd name="connsiteY1" fmla="*/ 0 h 271309"/>
                <a:gd name="connsiteX2" fmla="*/ 596808 w 596808"/>
                <a:gd name="connsiteY2" fmla="*/ 141985 h 271309"/>
                <a:gd name="connsiteX3" fmla="*/ 1101 w 596808"/>
                <a:gd name="connsiteY3" fmla="*/ 271309 h 271309"/>
                <a:gd name="connsiteX4" fmla="*/ 0 w 596808"/>
                <a:gd name="connsiteY4" fmla="*/ 0 h 271309"/>
                <a:gd name="connsiteX0" fmla="*/ 0 w 595708"/>
                <a:gd name="connsiteY0" fmla="*/ 0 h 271309"/>
                <a:gd name="connsiteX1" fmla="*/ 595708 w 595708"/>
                <a:gd name="connsiteY1" fmla="*/ 0 h 271309"/>
                <a:gd name="connsiteX2" fmla="*/ 594186 w 595708"/>
                <a:gd name="connsiteY2" fmla="*/ 141985 h 271309"/>
                <a:gd name="connsiteX3" fmla="*/ 1101 w 595708"/>
                <a:gd name="connsiteY3" fmla="*/ 271309 h 271309"/>
                <a:gd name="connsiteX4" fmla="*/ 0 w 595708"/>
                <a:gd name="connsiteY4" fmla="*/ 0 h 271309"/>
                <a:gd name="connsiteX0" fmla="*/ 0 w 595708"/>
                <a:gd name="connsiteY0" fmla="*/ 0 h 271309"/>
                <a:gd name="connsiteX1" fmla="*/ 595708 w 595708"/>
                <a:gd name="connsiteY1" fmla="*/ 0 h 271309"/>
                <a:gd name="connsiteX2" fmla="*/ 594186 w 595708"/>
                <a:gd name="connsiteY2" fmla="*/ 141985 h 271309"/>
                <a:gd name="connsiteX3" fmla="*/ 1101 w 595708"/>
                <a:gd name="connsiteY3" fmla="*/ 271309 h 271309"/>
                <a:gd name="connsiteX4" fmla="*/ 0 w 595708"/>
                <a:gd name="connsiteY4" fmla="*/ 0 h 271309"/>
                <a:gd name="connsiteX0" fmla="*/ 0 w 595936"/>
                <a:gd name="connsiteY0" fmla="*/ 0 h 271309"/>
                <a:gd name="connsiteX1" fmla="*/ 595708 w 595936"/>
                <a:gd name="connsiteY1" fmla="*/ 0 h 271309"/>
                <a:gd name="connsiteX2" fmla="*/ 594186 w 595936"/>
                <a:gd name="connsiteY2" fmla="*/ 141985 h 271309"/>
                <a:gd name="connsiteX3" fmla="*/ 1101 w 595936"/>
                <a:gd name="connsiteY3" fmla="*/ 271309 h 271309"/>
                <a:gd name="connsiteX4" fmla="*/ 0 w 595936"/>
                <a:gd name="connsiteY4" fmla="*/ 0 h 271309"/>
                <a:gd name="connsiteX0" fmla="*/ 319 w 596255"/>
                <a:gd name="connsiteY0" fmla="*/ 0 h 271309"/>
                <a:gd name="connsiteX1" fmla="*/ 596027 w 596255"/>
                <a:gd name="connsiteY1" fmla="*/ 0 h 271309"/>
                <a:gd name="connsiteX2" fmla="*/ 594505 w 596255"/>
                <a:gd name="connsiteY2" fmla="*/ 141985 h 271309"/>
                <a:gd name="connsiteX3" fmla="*/ 110 w 596255"/>
                <a:gd name="connsiteY3" fmla="*/ 271309 h 271309"/>
                <a:gd name="connsiteX4" fmla="*/ 319 w 596255"/>
                <a:gd name="connsiteY4" fmla="*/ 0 h 271309"/>
                <a:gd name="connsiteX0" fmla="*/ 0 w 595936"/>
                <a:gd name="connsiteY0" fmla="*/ 0 h 271309"/>
                <a:gd name="connsiteX1" fmla="*/ 595708 w 595936"/>
                <a:gd name="connsiteY1" fmla="*/ 0 h 271309"/>
                <a:gd name="connsiteX2" fmla="*/ 594186 w 595936"/>
                <a:gd name="connsiteY2" fmla="*/ 141985 h 271309"/>
                <a:gd name="connsiteX3" fmla="*/ 1101 w 595936"/>
                <a:gd name="connsiteY3" fmla="*/ 271309 h 271309"/>
                <a:gd name="connsiteX4" fmla="*/ 0 w 595936"/>
                <a:gd name="connsiteY4" fmla="*/ 0 h 271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5936" h="271309">
                  <a:moveTo>
                    <a:pt x="0" y="0"/>
                  </a:moveTo>
                  <a:lnTo>
                    <a:pt x="595708" y="0"/>
                  </a:lnTo>
                  <a:cubicBezTo>
                    <a:pt x="595708" y="30988"/>
                    <a:pt x="596806" y="39550"/>
                    <a:pt x="594186" y="141985"/>
                  </a:cubicBezTo>
                  <a:cubicBezTo>
                    <a:pt x="404809" y="352086"/>
                    <a:pt x="341643" y="22672"/>
                    <a:pt x="1101" y="271309"/>
                  </a:cubicBezTo>
                  <a:cubicBezTo>
                    <a:pt x="647" y="226260"/>
                    <a:pt x="454" y="45049"/>
                    <a:pt x="0" y="0"/>
                  </a:cubicBez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7" name="矩形 1174">
              <a:extLst>
                <a:ext uri="{FF2B5EF4-FFF2-40B4-BE49-F238E27FC236}">
                  <a16:creationId xmlns:a16="http://schemas.microsoft.com/office/drawing/2014/main" id="{B02A69AF-DC58-B700-30E1-F70D1879F85E}"/>
                </a:ext>
              </a:extLst>
            </p:cNvPr>
            <p:cNvSpPr/>
            <p:nvPr/>
          </p:nvSpPr>
          <p:spPr>
            <a:xfrm rot="10800000">
              <a:off x="5041542" y="6594252"/>
              <a:ext cx="618706" cy="226680"/>
            </a:xfrm>
            <a:custGeom>
              <a:avLst/>
              <a:gdLst>
                <a:gd name="connsiteX0" fmla="*/ 0 w 595706"/>
                <a:gd name="connsiteY0" fmla="*/ 0 h 92965"/>
                <a:gd name="connsiteX1" fmla="*/ 595706 w 595706"/>
                <a:gd name="connsiteY1" fmla="*/ 0 h 92965"/>
                <a:gd name="connsiteX2" fmla="*/ 595706 w 595706"/>
                <a:gd name="connsiteY2" fmla="*/ 92965 h 92965"/>
                <a:gd name="connsiteX3" fmla="*/ 0 w 595706"/>
                <a:gd name="connsiteY3" fmla="*/ 92965 h 92965"/>
                <a:gd name="connsiteX4" fmla="*/ 0 w 595706"/>
                <a:gd name="connsiteY4" fmla="*/ 0 h 92965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1422 w 594406"/>
                <a:gd name="connsiteY0" fmla="*/ 21376 h 135147"/>
                <a:gd name="connsiteX1" fmla="*/ 594406 w 594406"/>
                <a:gd name="connsiteY1" fmla="*/ 0 h 135147"/>
                <a:gd name="connsiteX2" fmla="*/ 594406 w 594406"/>
                <a:gd name="connsiteY2" fmla="*/ 92965 h 135147"/>
                <a:gd name="connsiteX3" fmla="*/ 61 w 594406"/>
                <a:gd name="connsiteY3" fmla="*/ 135147 h 135147"/>
                <a:gd name="connsiteX4" fmla="*/ 1422 w 594406"/>
                <a:gd name="connsiteY4" fmla="*/ 21376 h 135147"/>
                <a:gd name="connsiteX0" fmla="*/ 1422 w 594406"/>
                <a:gd name="connsiteY0" fmla="*/ 15599 h 135147"/>
                <a:gd name="connsiteX1" fmla="*/ 594406 w 594406"/>
                <a:gd name="connsiteY1" fmla="*/ 0 h 135147"/>
                <a:gd name="connsiteX2" fmla="*/ 594406 w 594406"/>
                <a:gd name="connsiteY2" fmla="*/ 92965 h 135147"/>
                <a:gd name="connsiteX3" fmla="*/ 61 w 594406"/>
                <a:gd name="connsiteY3" fmla="*/ 135147 h 135147"/>
                <a:gd name="connsiteX4" fmla="*/ 1422 w 594406"/>
                <a:gd name="connsiteY4" fmla="*/ 15599 h 135147"/>
                <a:gd name="connsiteX0" fmla="*/ 131 w 594476"/>
                <a:gd name="connsiteY0" fmla="*/ 4622 h 135147"/>
                <a:gd name="connsiteX1" fmla="*/ 594476 w 594476"/>
                <a:gd name="connsiteY1" fmla="*/ 0 h 135147"/>
                <a:gd name="connsiteX2" fmla="*/ 594476 w 594476"/>
                <a:gd name="connsiteY2" fmla="*/ 92965 h 135147"/>
                <a:gd name="connsiteX3" fmla="*/ 131 w 594476"/>
                <a:gd name="connsiteY3" fmla="*/ 135147 h 135147"/>
                <a:gd name="connsiteX4" fmla="*/ 131 w 594476"/>
                <a:gd name="connsiteY4" fmla="*/ 4622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22423 h 139660"/>
                <a:gd name="connsiteX1" fmla="*/ 595706 w 595706"/>
                <a:gd name="connsiteY1" fmla="*/ 4513 h 139660"/>
                <a:gd name="connsiteX2" fmla="*/ 595706 w 595706"/>
                <a:gd name="connsiteY2" fmla="*/ 97478 h 139660"/>
                <a:gd name="connsiteX3" fmla="*/ 1361 w 595706"/>
                <a:gd name="connsiteY3" fmla="*/ 139660 h 139660"/>
                <a:gd name="connsiteX4" fmla="*/ 0 w 595706"/>
                <a:gd name="connsiteY4" fmla="*/ 22423 h 139660"/>
                <a:gd name="connsiteX0" fmla="*/ 0 w 595706"/>
                <a:gd name="connsiteY0" fmla="*/ 26413 h 143650"/>
                <a:gd name="connsiteX1" fmla="*/ 595706 w 595706"/>
                <a:gd name="connsiteY1" fmla="*/ 8503 h 143650"/>
                <a:gd name="connsiteX2" fmla="*/ 595706 w 595706"/>
                <a:gd name="connsiteY2" fmla="*/ 101468 h 143650"/>
                <a:gd name="connsiteX3" fmla="*/ 1361 w 595706"/>
                <a:gd name="connsiteY3" fmla="*/ 143650 h 143650"/>
                <a:gd name="connsiteX4" fmla="*/ 0 w 595706"/>
                <a:gd name="connsiteY4" fmla="*/ 26413 h 143650"/>
                <a:gd name="connsiteX0" fmla="*/ 0 w 595706"/>
                <a:gd name="connsiteY0" fmla="*/ 21286 h 138523"/>
                <a:gd name="connsiteX1" fmla="*/ 595706 w 595706"/>
                <a:gd name="connsiteY1" fmla="*/ 3376 h 138523"/>
                <a:gd name="connsiteX2" fmla="*/ 595706 w 595706"/>
                <a:gd name="connsiteY2" fmla="*/ 96341 h 138523"/>
                <a:gd name="connsiteX3" fmla="*/ 1361 w 595706"/>
                <a:gd name="connsiteY3" fmla="*/ 138523 h 138523"/>
                <a:gd name="connsiteX4" fmla="*/ 0 w 595706"/>
                <a:gd name="connsiteY4" fmla="*/ 21286 h 138523"/>
                <a:gd name="connsiteX0" fmla="*/ 0 w 595706"/>
                <a:gd name="connsiteY0" fmla="*/ 22534 h 139771"/>
                <a:gd name="connsiteX1" fmla="*/ 595706 w 595706"/>
                <a:gd name="connsiteY1" fmla="*/ 4624 h 139771"/>
                <a:gd name="connsiteX2" fmla="*/ 595706 w 595706"/>
                <a:gd name="connsiteY2" fmla="*/ 97589 h 139771"/>
                <a:gd name="connsiteX3" fmla="*/ 1361 w 595706"/>
                <a:gd name="connsiteY3" fmla="*/ 139771 h 139771"/>
                <a:gd name="connsiteX4" fmla="*/ 0 w 595706"/>
                <a:gd name="connsiteY4" fmla="*/ 22534 h 139771"/>
                <a:gd name="connsiteX0" fmla="*/ 0 w 595706"/>
                <a:gd name="connsiteY0" fmla="*/ 23494 h 140731"/>
                <a:gd name="connsiteX1" fmla="*/ 595706 w 595706"/>
                <a:gd name="connsiteY1" fmla="*/ 2118 h 140731"/>
                <a:gd name="connsiteX2" fmla="*/ 595706 w 595706"/>
                <a:gd name="connsiteY2" fmla="*/ 98549 h 140731"/>
                <a:gd name="connsiteX3" fmla="*/ 1361 w 595706"/>
                <a:gd name="connsiteY3" fmla="*/ 140731 h 140731"/>
                <a:gd name="connsiteX4" fmla="*/ 0 w 595706"/>
                <a:gd name="connsiteY4" fmla="*/ 23494 h 140731"/>
                <a:gd name="connsiteX0" fmla="*/ 0 w 595706"/>
                <a:gd name="connsiteY0" fmla="*/ 23494 h 140731"/>
                <a:gd name="connsiteX1" fmla="*/ 595706 w 595706"/>
                <a:gd name="connsiteY1" fmla="*/ 2118 h 140731"/>
                <a:gd name="connsiteX2" fmla="*/ 595706 w 595706"/>
                <a:gd name="connsiteY2" fmla="*/ 98549 h 140731"/>
                <a:gd name="connsiteX3" fmla="*/ 1361 w 595706"/>
                <a:gd name="connsiteY3" fmla="*/ 140731 h 140731"/>
                <a:gd name="connsiteX4" fmla="*/ 0 w 595706"/>
                <a:gd name="connsiteY4" fmla="*/ 23494 h 140731"/>
                <a:gd name="connsiteX0" fmla="*/ 0 w 595706"/>
                <a:gd name="connsiteY0" fmla="*/ 25030 h 142267"/>
                <a:gd name="connsiteX1" fmla="*/ 595706 w 595706"/>
                <a:gd name="connsiteY1" fmla="*/ 3654 h 142267"/>
                <a:gd name="connsiteX2" fmla="*/ 595706 w 595706"/>
                <a:gd name="connsiteY2" fmla="*/ 100085 h 142267"/>
                <a:gd name="connsiteX3" fmla="*/ 1361 w 595706"/>
                <a:gd name="connsiteY3" fmla="*/ 142267 h 142267"/>
                <a:gd name="connsiteX4" fmla="*/ 0 w 595706"/>
                <a:gd name="connsiteY4" fmla="*/ 25030 h 142267"/>
                <a:gd name="connsiteX0" fmla="*/ 0 w 595706"/>
                <a:gd name="connsiteY0" fmla="*/ 22091 h 139328"/>
                <a:gd name="connsiteX1" fmla="*/ 595706 w 595706"/>
                <a:gd name="connsiteY1" fmla="*/ 715 h 139328"/>
                <a:gd name="connsiteX2" fmla="*/ 595706 w 595706"/>
                <a:gd name="connsiteY2" fmla="*/ 97146 h 139328"/>
                <a:gd name="connsiteX3" fmla="*/ 1361 w 595706"/>
                <a:gd name="connsiteY3" fmla="*/ 139328 h 139328"/>
                <a:gd name="connsiteX4" fmla="*/ 0 w 595706"/>
                <a:gd name="connsiteY4" fmla="*/ 22091 h 139328"/>
                <a:gd name="connsiteX0" fmla="*/ 0 w 595706"/>
                <a:gd name="connsiteY0" fmla="*/ 23573 h 140810"/>
                <a:gd name="connsiteX1" fmla="*/ 595706 w 595706"/>
                <a:gd name="connsiteY1" fmla="*/ 2197 h 140810"/>
                <a:gd name="connsiteX2" fmla="*/ 595706 w 595706"/>
                <a:gd name="connsiteY2" fmla="*/ 98628 h 140810"/>
                <a:gd name="connsiteX3" fmla="*/ 1361 w 595706"/>
                <a:gd name="connsiteY3" fmla="*/ 140810 h 140810"/>
                <a:gd name="connsiteX4" fmla="*/ 0 w 595706"/>
                <a:gd name="connsiteY4" fmla="*/ 23573 h 140810"/>
                <a:gd name="connsiteX0" fmla="*/ 0 w 595706"/>
                <a:gd name="connsiteY0" fmla="*/ 21908 h 139145"/>
                <a:gd name="connsiteX1" fmla="*/ 595706 w 595706"/>
                <a:gd name="connsiteY1" fmla="*/ 532 h 139145"/>
                <a:gd name="connsiteX2" fmla="*/ 595706 w 595706"/>
                <a:gd name="connsiteY2" fmla="*/ 96963 h 139145"/>
                <a:gd name="connsiteX3" fmla="*/ 1361 w 595706"/>
                <a:gd name="connsiteY3" fmla="*/ 139145 h 139145"/>
                <a:gd name="connsiteX4" fmla="*/ 0 w 595706"/>
                <a:gd name="connsiteY4" fmla="*/ 21908 h 139145"/>
                <a:gd name="connsiteX0" fmla="*/ 0 w 595706"/>
                <a:gd name="connsiteY0" fmla="*/ 23863 h 141100"/>
                <a:gd name="connsiteX1" fmla="*/ 595706 w 595706"/>
                <a:gd name="connsiteY1" fmla="*/ 2487 h 141100"/>
                <a:gd name="connsiteX2" fmla="*/ 595706 w 595706"/>
                <a:gd name="connsiteY2" fmla="*/ 98918 h 141100"/>
                <a:gd name="connsiteX3" fmla="*/ 1361 w 595706"/>
                <a:gd name="connsiteY3" fmla="*/ 141100 h 141100"/>
                <a:gd name="connsiteX4" fmla="*/ 0 w 595706"/>
                <a:gd name="connsiteY4" fmla="*/ 23863 h 141100"/>
                <a:gd name="connsiteX0" fmla="*/ 0 w 595706"/>
                <a:gd name="connsiteY0" fmla="*/ 24472 h 141709"/>
                <a:gd name="connsiteX1" fmla="*/ 595706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0 w 595706"/>
                <a:gd name="connsiteY0" fmla="*/ 24267 h 141504"/>
                <a:gd name="connsiteX1" fmla="*/ 595706 w 595706"/>
                <a:gd name="connsiteY1" fmla="*/ 2891 h 141504"/>
                <a:gd name="connsiteX2" fmla="*/ 595706 w 595706"/>
                <a:gd name="connsiteY2" fmla="*/ 99322 h 141504"/>
                <a:gd name="connsiteX3" fmla="*/ 1361 w 595706"/>
                <a:gd name="connsiteY3" fmla="*/ 141504 h 141504"/>
                <a:gd name="connsiteX4" fmla="*/ 0 w 595706"/>
                <a:gd name="connsiteY4" fmla="*/ 24267 h 141504"/>
                <a:gd name="connsiteX0" fmla="*/ 0 w 595706"/>
                <a:gd name="connsiteY0" fmla="*/ 24472 h 141709"/>
                <a:gd name="connsiteX1" fmla="*/ 595706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0 w 595706"/>
                <a:gd name="connsiteY0" fmla="*/ 24472 h 141709"/>
                <a:gd name="connsiteX1" fmla="*/ 594353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124 w 595830"/>
                <a:gd name="connsiteY0" fmla="*/ 24472 h 141709"/>
                <a:gd name="connsiteX1" fmla="*/ 594477 w 595830"/>
                <a:gd name="connsiteY1" fmla="*/ 3096 h 141709"/>
                <a:gd name="connsiteX2" fmla="*/ 595830 w 595830"/>
                <a:gd name="connsiteY2" fmla="*/ 99527 h 141709"/>
                <a:gd name="connsiteX3" fmla="*/ 131 w 595830"/>
                <a:gd name="connsiteY3" fmla="*/ 141709 h 141709"/>
                <a:gd name="connsiteX4" fmla="*/ 124 w 595830"/>
                <a:gd name="connsiteY4" fmla="*/ 24472 h 141709"/>
                <a:gd name="connsiteX0" fmla="*/ 124 w 597179"/>
                <a:gd name="connsiteY0" fmla="*/ 25207 h 142444"/>
                <a:gd name="connsiteX1" fmla="*/ 597179 w 597179"/>
                <a:gd name="connsiteY1" fmla="*/ 481 h 142444"/>
                <a:gd name="connsiteX2" fmla="*/ 595830 w 597179"/>
                <a:gd name="connsiteY2" fmla="*/ 100262 h 142444"/>
                <a:gd name="connsiteX3" fmla="*/ 131 w 597179"/>
                <a:gd name="connsiteY3" fmla="*/ 142444 h 142444"/>
                <a:gd name="connsiteX4" fmla="*/ 124 w 597179"/>
                <a:gd name="connsiteY4" fmla="*/ 25207 h 142444"/>
                <a:gd name="connsiteX0" fmla="*/ 124 w 595889"/>
                <a:gd name="connsiteY0" fmla="*/ 25842 h 143079"/>
                <a:gd name="connsiteX1" fmla="*/ 594477 w 595889"/>
                <a:gd name="connsiteY1" fmla="*/ 0 h 143079"/>
                <a:gd name="connsiteX2" fmla="*/ 595830 w 595889"/>
                <a:gd name="connsiteY2" fmla="*/ 100897 h 143079"/>
                <a:gd name="connsiteX3" fmla="*/ 131 w 595889"/>
                <a:gd name="connsiteY3" fmla="*/ 143079 h 143079"/>
                <a:gd name="connsiteX4" fmla="*/ 124 w 595889"/>
                <a:gd name="connsiteY4" fmla="*/ 25842 h 143079"/>
                <a:gd name="connsiteX0" fmla="*/ 124 w 595889"/>
                <a:gd name="connsiteY0" fmla="*/ 24713 h 141950"/>
                <a:gd name="connsiteX1" fmla="*/ 594477 w 595889"/>
                <a:gd name="connsiteY1" fmla="*/ 2221 h 141950"/>
                <a:gd name="connsiteX2" fmla="*/ 595830 w 595889"/>
                <a:gd name="connsiteY2" fmla="*/ 99768 h 141950"/>
                <a:gd name="connsiteX3" fmla="*/ 131 w 595889"/>
                <a:gd name="connsiteY3" fmla="*/ 141950 h 141950"/>
                <a:gd name="connsiteX4" fmla="*/ 124 w 595889"/>
                <a:gd name="connsiteY4" fmla="*/ 24713 h 141950"/>
                <a:gd name="connsiteX0" fmla="*/ 124 w 595959"/>
                <a:gd name="connsiteY0" fmla="*/ 24713 h 141950"/>
                <a:gd name="connsiteX1" fmla="*/ 595828 w 595959"/>
                <a:gd name="connsiteY1" fmla="*/ 2221 h 141950"/>
                <a:gd name="connsiteX2" fmla="*/ 595830 w 595959"/>
                <a:gd name="connsiteY2" fmla="*/ 99768 h 141950"/>
                <a:gd name="connsiteX3" fmla="*/ 131 w 595959"/>
                <a:gd name="connsiteY3" fmla="*/ 141950 h 141950"/>
                <a:gd name="connsiteX4" fmla="*/ 124 w 595959"/>
                <a:gd name="connsiteY4" fmla="*/ 24713 h 141950"/>
                <a:gd name="connsiteX0" fmla="*/ 124 w 595959"/>
                <a:gd name="connsiteY0" fmla="*/ 24925 h 142162"/>
                <a:gd name="connsiteX1" fmla="*/ 595828 w 595959"/>
                <a:gd name="connsiteY1" fmla="*/ 2433 h 142162"/>
                <a:gd name="connsiteX2" fmla="*/ 595830 w 595959"/>
                <a:gd name="connsiteY2" fmla="*/ 99980 h 142162"/>
                <a:gd name="connsiteX3" fmla="*/ 131 w 595959"/>
                <a:gd name="connsiteY3" fmla="*/ 142162 h 142162"/>
                <a:gd name="connsiteX4" fmla="*/ 124 w 595959"/>
                <a:gd name="connsiteY4" fmla="*/ 24925 h 142162"/>
                <a:gd name="connsiteX0" fmla="*/ 124 w 595959"/>
                <a:gd name="connsiteY0" fmla="*/ 22492 h 139729"/>
                <a:gd name="connsiteX1" fmla="*/ 595828 w 595959"/>
                <a:gd name="connsiteY1" fmla="*/ 0 h 139729"/>
                <a:gd name="connsiteX2" fmla="*/ 595830 w 595959"/>
                <a:gd name="connsiteY2" fmla="*/ 97547 h 139729"/>
                <a:gd name="connsiteX3" fmla="*/ 131 w 595959"/>
                <a:gd name="connsiteY3" fmla="*/ 139729 h 139729"/>
                <a:gd name="connsiteX4" fmla="*/ 124 w 595959"/>
                <a:gd name="connsiteY4" fmla="*/ 22492 h 139729"/>
                <a:gd name="connsiteX0" fmla="*/ 124 w 595959"/>
                <a:gd name="connsiteY0" fmla="*/ 25585 h 142822"/>
                <a:gd name="connsiteX1" fmla="*/ 595828 w 595959"/>
                <a:gd name="connsiteY1" fmla="*/ 3093 h 142822"/>
                <a:gd name="connsiteX2" fmla="*/ 595830 w 595959"/>
                <a:gd name="connsiteY2" fmla="*/ 100640 h 142822"/>
                <a:gd name="connsiteX3" fmla="*/ 131 w 595959"/>
                <a:gd name="connsiteY3" fmla="*/ 142822 h 142822"/>
                <a:gd name="connsiteX4" fmla="*/ 124 w 595959"/>
                <a:gd name="connsiteY4" fmla="*/ 25585 h 142822"/>
                <a:gd name="connsiteX0" fmla="*/ 124 w 595959"/>
                <a:gd name="connsiteY0" fmla="*/ 25585 h 142822"/>
                <a:gd name="connsiteX1" fmla="*/ 595828 w 595959"/>
                <a:gd name="connsiteY1" fmla="*/ 3093 h 142822"/>
                <a:gd name="connsiteX2" fmla="*/ 595830 w 595959"/>
                <a:gd name="connsiteY2" fmla="*/ 100640 h 142822"/>
                <a:gd name="connsiteX3" fmla="*/ 131 w 595959"/>
                <a:gd name="connsiteY3" fmla="*/ 142822 h 142822"/>
                <a:gd name="connsiteX4" fmla="*/ 124 w 595959"/>
                <a:gd name="connsiteY4" fmla="*/ 25585 h 142822"/>
                <a:gd name="connsiteX0" fmla="*/ 124 w 595959"/>
                <a:gd name="connsiteY0" fmla="*/ 26512 h 143749"/>
                <a:gd name="connsiteX1" fmla="*/ 595828 w 595959"/>
                <a:gd name="connsiteY1" fmla="*/ 4020 h 143749"/>
                <a:gd name="connsiteX2" fmla="*/ 595830 w 595959"/>
                <a:gd name="connsiteY2" fmla="*/ 101567 h 143749"/>
                <a:gd name="connsiteX3" fmla="*/ 131 w 595959"/>
                <a:gd name="connsiteY3" fmla="*/ 143749 h 143749"/>
                <a:gd name="connsiteX4" fmla="*/ 124 w 595959"/>
                <a:gd name="connsiteY4" fmla="*/ 26512 h 143749"/>
                <a:gd name="connsiteX0" fmla="*/ 124 w 595959"/>
                <a:gd name="connsiteY0" fmla="*/ 26512 h 143749"/>
                <a:gd name="connsiteX1" fmla="*/ 595828 w 595959"/>
                <a:gd name="connsiteY1" fmla="*/ 4020 h 143749"/>
                <a:gd name="connsiteX2" fmla="*/ 595830 w 595959"/>
                <a:gd name="connsiteY2" fmla="*/ 101567 h 143749"/>
                <a:gd name="connsiteX3" fmla="*/ 131 w 595959"/>
                <a:gd name="connsiteY3" fmla="*/ 143749 h 143749"/>
                <a:gd name="connsiteX4" fmla="*/ 124 w 595959"/>
                <a:gd name="connsiteY4" fmla="*/ 26512 h 143749"/>
                <a:gd name="connsiteX0" fmla="*/ 124 w 595959"/>
                <a:gd name="connsiteY0" fmla="*/ 28496 h 145733"/>
                <a:gd name="connsiteX1" fmla="*/ 595828 w 595959"/>
                <a:gd name="connsiteY1" fmla="*/ 6004 h 145733"/>
                <a:gd name="connsiteX2" fmla="*/ 595830 w 595959"/>
                <a:gd name="connsiteY2" fmla="*/ 103551 h 145733"/>
                <a:gd name="connsiteX3" fmla="*/ 131 w 595959"/>
                <a:gd name="connsiteY3" fmla="*/ 145733 h 145733"/>
                <a:gd name="connsiteX4" fmla="*/ 124 w 595959"/>
                <a:gd name="connsiteY4" fmla="*/ 28496 h 14573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856"/>
                <a:gd name="connsiteY0" fmla="*/ 41841 h 159078"/>
                <a:gd name="connsiteX1" fmla="*/ 591261 w 595856"/>
                <a:gd name="connsiteY1" fmla="*/ 0 h 159078"/>
                <a:gd name="connsiteX2" fmla="*/ 595830 w 595856"/>
                <a:gd name="connsiteY2" fmla="*/ 116896 h 159078"/>
                <a:gd name="connsiteX3" fmla="*/ 131 w 595856"/>
                <a:gd name="connsiteY3" fmla="*/ 159078 h 159078"/>
                <a:gd name="connsiteX4" fmla="*/ 124 w 595856"/>
                <a:gd name="connsiteY4" fmla="*/ 41841 h 159078"/>
                <a:gd name="connsiteX0" fmla="*/ 124 w 595959"/>
                <a:gd name="connsiteY0" fmla="*/ 41841 h 159078"/>
                <a:gd name="connsiteX1" fmla="*/ 595828 w 595959"/>
                <a:gd name="connsiteY1" fmla="*/ 0 h 159078"/>
                <a:gd name="connsiteX2" fmla="*/ 595830 w 595959"/>
                <a:gd name="connsiteY2" fmla="*/ 116896 h 159078"/>
                <a:gd name="connsiteX3" fmla="*/ 131 w 595959"/>
                <a:gd name="connsiteY3" fmla="*/ 159078 h 159078"/>
                <a:gd name="connsiteX4" fmla="*/ 124 w 595959"/>
                <a:gd name="connsiteY4" fmla="*/ 41841 h 159078"/>
                <a:gd name="connsiteX0" fmla="*/ 124 w 597349"/>
                <a:gd name="connsiteY0" fmla="*/ 42378 h 159615"/>
                <a:gd name="connsiteX1" fmla="*/ 597349 w 597349"/>
                <a:gd name="connsiteY1" fmla="*/ 0 h 159615"/>
                <a:gd name="connsiteX2" fmla="*/ 595830 w 597349"/>
                <a:gd name="connsiteY2" fmla="*/ 117433 h 159615"/>
                <a:gd name="connsiteX3" fmla="*/ 131 w 597349"/>
                <a:gd name="connsiteY3" fmla="*/ 159615 h 159615"/>
                <a:gd name="connsiteX4" fmla="*/ 124 w 597349"/>
                <a:gd name="connsiteY4" fmla="*/ 42378 h 159615"/>
                <a:gd name="connsiteX0" fmla="*/ 124 w 600443"/>
                <a:gd name="connsiteY0" fmla="*/ 42378 h 159615"/>
                <a:gd name="connsiteX1" fmla="*/ 597349 w 600443"/>
                <a:gd name="connsiteY1" fmla="*/ 0 h 159615"/>
                <a:gd name="connsiteX2" fmla="*/ 600408 w 600443"/>
                <a:gd name="connsiteY2" fmla="*/ 117433 h 159615"/>
                <a:gd name="connsiteX3" fmla="*/ 131 w 600443"/>
                <a:gd name="connsiteY3" fmla="*/ 159615 h 159615"/>
                <a:gd name="connsiteX4" fmla="*/ 124 w 600443"/>
                <a:gd name="connsiteY4" fmla="*/ 42378 h 159615"/>
                <a:gd name="connsiteX0" fmla="*/ 124 w 600537"/>
                <a:gd name="connsiteY0" fmla="*/ 42378 h 159615"/>
                <a:gd name="connsiteX1" fmla="*/ 600401 w 600537"/>
                <a:gd name="connsiteY1" fmla="*/ 0 h 159615"/>
                <a:gd name="connsiteX2" fmla="*/ 600408 w 600537"/>
                <a:gd name="connsiteY2" fmla="*/ 117433 h 159615"/>
                <a:gd name="connsiteX3" fmla="*/ 131 w 600537"/>
                <a:gd name="connsiteY3" fmla="*/ 159615 h 159615"/>
                <a:gd name="connsiteX4" fmla="*/ 124 w 600537"/>
                <a:gd name="connsiteY4" fmla="*/ 42378 h 159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0537" h="159615">
                  <a:moveTo>
                    <a:pt x="124" y="42378"/>
                  </a:moveTo>
                  <a:cubicBezTo>
                    <a:pt x="296414" y="-50243"/>
                    <a:pt x="418111" y="75773"/>
                    <a:pt x="600401" y="0"/>
                  </a:cubicBezTo>
                  <a:cubicBezTo>
                    <a:pt x="599951" y="33260"/>
                    <a:pt x="600858" y="84173"/>
                    <a:pt x="600408" y="117433"/>
                  </a:cubicBezTo>
                  <a:cubicBezTo>
                    <a:pt x="395490" y="192726"/>
                    <a:pt x="285331" y="62551"/>
                    <a:pt x="131" y="159615"/>
                  </a:cubicBezTo>
                  <a:cubicBezTo>
                    <a:pt x="-323" y="114566"/>
                    <a:pt x="578" y="87427"/>
                    <a:pt x="124" y="42378"/>
                  </a:cubicBezTo>
                  <a:close/>
                </a:path>
              </a:pathLst>
            </a:custGeom>
            <a:solidFill>
              <a:schemeClr val="accent5">
                <a:lumMod val="40000"/>
                <a:lumOff val="6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58" name="组合 57">
              <a:extLst>
                <a:ext uri="{FF2B5EF4-FFF2-40B4-BE49-F238E27FC236}">
                  <a16:creationId xmlns:a16="http://schemas.microsoft.com/office/drawing/2014/main" id="{060CF41F-93D2-C061-196D-97B843814087}"/>
                </a:ext>
              </a:extLst>
            </p:cNvPr>
            <p:cNvGrpSpPr/>
            <p:nvPr/>
          </p:nvGrpSpPr>
          <p:grpSpPr>
            <a:xfrm>
              <a:off x="5040167" y="6521415"/>
              <a:ext cx="621640" cy="663817"/>
              <a:chOff x="3656357" y="6507685"/>
              <a:chExt cx="621640" cy="663817"/>
            </a:xfrm>
          </p:grpSpPr>
          <p:sp>
            <p:nvSpPr>
              <p:cNvPr id="59" name="矩形 58">
                <a:extLst>
                  <a:ext uri="{FF2B5EF4-FFF2-40B4-BE49-F238E27FC236}">
                    <a16:creationId xmlns:a16="http://schemas.microsoft.com/office/drawing/2014/main" id="{024FEA7C-20F4-7197-7BE9-E1B8BFF3874D}"/>
                  </a:ext>
                </a:extLst>
              </p:cNvPr>
              <p:cNvSpPr/>
              <p:nvPr/>
            </p:nvSpPr>
            <p:spPr>
              <a:xfrm>
                <a:off x="3656465" y="6640950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0" name="矩形 59">
                <a:extLst>
                  <a:ext uri="{FF2B5EF4-FFF2-40B4-BE49-F238E27FC236}">
                    <a16:creationId xmlns:a16="http://schemas.microsoft.com/office/drawing/2014/main" id="{A67E75BB-3F05-8B91-6DE2-DAD283D09EDD}"/>
                  </a:ext>
                </a:extLst>
              </p:cNvPr>
              <p:cNvSpPr/>
              <p:nvPr/>
            </p:nvSpPr>
            <p:spPr>
              <a:xfrm>
                <a:off x="3811875" y="6640950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" name="矩形 60">
                <a:extLst>
                  <a:ext uri="{FF2B5EF4-FFF2-40B4-BE49-F238E27FC236}">
                    <a16:creationId xmlns:a16="http://schemas.microsoft.com/office/drawing/2014/main" id="{6CD29B4A-5416-F9E4-3D2A-E40715CEF429}"/>
                  </a:ext>
                </a:extLst>
              </p:cNvPr>
              <p:cNvSpPr/>
              <p:nvPr/>
            </p:nvSpPr>
            <p:spPr>
              <a:xfrm>
                <a:off x="3967285" y="6640950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2" name="矩形 61">
                <a:extLst>
                  <a:ext uri="{FF2B5EF4-FFF2-40B4-BE49-F238E27FC236}">
                    <a16:creationId xmlns:a16="http://schemas.microsoft.com/office/drawing/2014/main" id="{94938878-9FFE-1628-EDEC-DB3DB0F99ED2}"/>
                  </a:ext>
                </a:extLst>
              </p:cNvPr>
              <p:cNvSpPr/>
              <p:nvPr/>
            </p:nvSpPr>
            <p:spPr>
              <a:xfrm>
                <a:off x="4122695" y="6640950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04" name="矩形 903">
                <a:extLst>
                  <a:ext uri="{FF2B5EF4-FFF2-40B4-BE49-F238E27FC236}">
                    <a16:creationId xmlns:a16="http://schemas.microsoft.com/office/drawing/2014/main" id="{10731FCC-49DC-F18F-12B6-CDBBE8F1D68A}"/>
                  </a:ext>
                </a:extLst>
              </p:cNvPr>
              <p:cNvSpPr/>
              <p:nvPr/>
            </p:nvSpPr>
            <p:spPr>
              <a:xfrm>
                <a:off x="3656465" y="6773574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05" name="矩形 904">
                <a:extLst>
                  <a:ext uri="{FF2B5EF4-FFF2-40B4-BE49-F238E27FC236}">
                    <a16:creationId xmlns:a16="http://schemas.microsoft.com/office/drawing/2014/main" id="{884D5049-3DBA-B281-8868-694C777EF086}"/>
                  </a:ext>
                </a:extLst>
              </p:cNvPr>
              <p:cNvSpPr/>
              <p:nvPr/>
            </p:nvSpPr>
            <p:spPr>
              <a:xfrm>
                <a:off x="3811875" y="6773574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06" name="矩形 905">
                <a:extLst>
                  <a:ext uri="{FF2B5EF4-FFF2-40B4-BE49-F238E27FC236}">
                    <a16:creationId xmlns:a16="http://schemas.microsoft.com/office/drawing/2014/main" id="{C92C0487-67DB-3741-0A69-9AA032826E85}"/>
                  </a:ext>
                </a:extLst>
              </p:cNvPr>
              <p:cNvSpPr/>
              <p:nvPr/>
            </p:nvSpPr>
            <p:spPr>
              <a:xfrm>
                <a:off x="3967285" y="6773574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07" name="矩形 906">
                <a:extLst>
                  <a:ext uri="{FF2B5EF4-FFF2-40B4-BE49-F238E27FC236}">
                    <a16:creationId xmlns:a16="http://schemas.microsoft.com/office/drawing/2014/main" id="{C28C8031-37F2-AD65-4FC1-EF92D22FB3FB}"/>
                  </a:ext>
                </a:extLst>
              </p:cNvPr>
              <p:cNvSpPr/>
              <p:nvPr/>
            </p:nvSpPr>
            <p:spPr>
              <a:xfrm>
                <a:off x="4122695" y="6773574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08" name="矩形 907">
                <a:extLst>
                  <a:ext uri="{FF2B5EF4-FFF2-40B4-BE49-F238E27FC236}">
                    <a16:creationId xmlns:a16="http://schemas.microsoft.com/office/drawing/2014/main" id="{B7779E3D-39CA-697A-4773-8C3B947DB8AD}"/>
                  </a:ext>
                </a:extLst>
              </p:cNvPr>
              <p:cNvSpPr/>
              <p:nvPr/>
            </p:nvSpPr>
            <p:spPr>
              <a:xfrm>
                <a:off x="3656357" y="690625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09" name="矩形 908">
                <a:extLst>
                  <a:ext uri="{FF2B5EF4-FFF2-40B4-BE49-F238E27FC236}">
                    <a16:creationId xmlns:a16="http://schemas.microsoft.com/office/drawing/2014/main" id="{EFA6DB75-CA01-2F26-4C65-7E0DC26AF626}"/>
                  </a:ext>
                </a:extLst>
              </p:cNvPr>
              <p:cNvSpPr/>
              <p:nvPr/>
            </p:nvSpPr>
            <p:spPr>
              <a:xfrm>
                <a:off x="3811767" y="690625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10" name="矩形 909">
                <a:extLst>
                  <a:ext uri="{FF2B5EF4-FFF2-40B4-BE49-F238E27FC236}">
                    <a16:creationId xmlns:a16="http://schemas.microsoft.com/office/drawing/2014/main" id="{039BE8A1-616D-62CD-93A6-1A32E1775EDD}"/>
                  </a:ext>
                </a:extLst>
              </p:cNvPr>
              <p:cNvSpPr/>
              <p:nvPr/>
            </p:nvSpPr>
            <p:spPr>
              <a:xfrm>
                <a:off x="3967177" y="690625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11" name="矩形 910">
                <a:extLst>
                  <a:ext uri="{FF2B5EF4-FFF2-40B4-BE49-F238E27FC236}">
                    <a16:creationId xmlns:a16="http://schemas.microsoft.com/office/drawing/2014/main" id="{7FDC3155-63C0-9D26-9970-2461F472E39E}"/>
                  </a:ext>
                </a:extLst>
              </p:cNvPr>
              <p:cNvSpPr/>
              <p:nvPr/>
            </p:nvSpPr>
            <p:spPr>
              <a:xfrm>
                <a:off x="4122587" y="690625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12" name="矩形 911">
                <a:extLst>
                  <a:ext uri="{FF2B5EF4-FFF2-40B4-BE49-F238E27FC236}">
                    <a16:creationId xmlns:a16="http://schemas.microsoft.com/office/drawing/2014/main" id="{9244DA77-5907-B838-C572-C3A0FA180BCA}"/>
                  </a:ext>
                </a:extLst>
              </p:cNvPr>
              <p:cNvSpPr/>
              <p:nvPr/>
            </p:nvSpPr>
            <p:spPr>
              <a:xfrm>
                <a:off x="3656357" y="7038879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13" name="矩形 912">
                <a:extLst>
                  <a:ext uri="{FF2B5EF4-FFF2-40B4-BE49-F238E27FC236}">
                    <a16:creationId xmlns:a16="http://schemas.microsoft.com/office/drawing/2014/main" id="{6207B73F-80C5-A55E-06C0-617D7040C006}"/>
                  </a:ext>
                </a:extLst>
              </p:cNvPr>
              <p:cNvSpPr/>
              <p:nvPr/>
            </p:nvSpPr>
            <p:spPr>
              <a:xfrm>
                <a:off x="3811767" y="7038879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14" name="矩形 913">
                <a:extLst>
                  <a:ext uri="{FF2B5EF4-FFF2-40B4-BE49-F238E27FC236}">
                    <a16:creationId xmlns:a16="http://schemas.microsoft.com/office/drawing/2014/main" id="{C7AEECA8-B318-C03A-BA41-C1AB70ADDDA0}"/>
                  </a:ext>
                </a:extLst>
              </p:cNvPr>
              <p:cNvSpPr/>
              <p:nvPr/>
            </p:nvSpPr>
            <p:spPr>
              <a:xfrm>
                <a:off x="3967177" y="7038879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15" name="矩形 914">
                <a:extLst>
                  <a:ext uri="{FF2B5EF4-FFF2-40B4-BE49-F238E27FC236}">
                    <a16:creationId xmlns:a16="http://schemas.microsoft.com/office/drawing/2014/main" id="{796797A8-7958-4B77-BAAE-38E38190F7D4}"/>
                  </a:ext>
                </a:extLst>
              </p:cNvPr>
              <p:cNvSpPr/>
              <p:nvPr/>
            </p:nvSpPr>
            <p:spPr>
              <a:xfrm>
                <a:off x="4122587" y="7038879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16" name="矩形 915">
                <a:extLst>
                  <a:ext uri="{FF2B5EF4-FFF2-40B4-BE49-F238E27FC236}">
                    <a16:creationId xmlns:a16="http://schemas.microsoft.com/office/drawing/2014/main" id="{83548880-EAB8-B070-8E17-3BFBAA2ED52C}"/>
                  </a:ext>
                </a:extLst>
              </p:cNvPr>
              <p:cNvSpPr/>
              <p:nvPr/>
            </p:nvSpPr>
            <p:spPr>
              <a:xfrm>
                <a:off x="3656357" y="650768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17" name="矩形 916">
                <a:extLst>
                  <a:ext uri="{FF2B5EF4-FFF2-40B4-BE49-F238E27FC236}">
                    <a16:creationId xmlns:a16="http://schemas.microsoft.com/office/drawing/2014/main" id="{890EB0EF-9E25-7F77-830A-0A9E4E511972}"/>
                  </a:ext>
                </a:extLst>
              </p:cNvPr>
              <p:cNvSpPr/>
              <p:nvPr/>
            </p:nvSpPr>
            <p:spPr>
              <a:xfrm>
                <a:off x="3811767" y="650768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18" name="矩形 917">
                <a:extLst>
                  <a:ext uri="{FF2B5EF4-FFF2-40B4-BE49-F238E27FC236}">
                    <a16:creationId xmlns:a16="http://schemas.microsoft.com/office/drawing/2014/main" id="{9BB706D8-D317-67A2-5032-BCBE48EEE17C}"/>
                  </a:ext>
                </a:extLst>
              </p:cNvPr>
              <p:cNvSpPr/>
              <p:nvPr/>
            </p:nvSpPr>
            <p:spPr>
              <a:xfrm>
                <a:off x="3967177" y="650768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19" name="矩形 918">
                <a:extLst>
                  <a:ext uri="{FF2B5EF4-FFF2-40B4-BE49-F238E27FC236}">
                    <a16:creationId xmlns:a16="http://schemas.microsoft.com/office/drawing/2014/main" id="{258BCCB6-8D6E-CB71-85F6-DF1BE801B167}"/>
                  </a:ext>
                </a:extLst>
              </p:cNvPr>
              <p:cNvSpPr/>
              <p:nvPr/>
            </p:nvSpPr>
            <p:spPr>
              <a:xfrm>
                <a:off x="4122587" y="650768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20" name="文本框 919">
                <a:extLst>
                  <a:ext uri="{FF2B5EF4-FFF2-40B4-BE49-F238E27FC236}">
                    <a16:creationId xmlns:a16="http://schemas.microsoft.com/office/drawing/2014/main" id="{1BC87816-AF45-473F-B46E-4A594AA78648}"/>
                  </a:ext>
                </a:extLst>
              </p:cNvPr>
              <p:cNvSpPr txBox="1"/>
              <p:nvPr/>
            </p:nvSpPr>
            <p:spPr>
              <a:xfrm>
                <a:off x="10728686" y="4929155"/>
                <a:ext cx="1071288" cy="461665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1" i="1" dirty="0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altLang="zh-CN" sz="2400" b="1" i="1" dirty="0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𝑯</m:t>
                          </m:r>
                        </m:e>
                        <m:sub>
                          <m:r>
                            <a:rPr lang="en-US" altLang="zh-CN" sz="2400" b="1" i="1" dirty="0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zh-CN" altLang="en-US" sz="2400" b="1" dirty="0">
                  <a:solidFill>
                    <a:schemeClr val="accent5"/>
                  </a:solidFill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920" name="文本框 919">
                <a:extLst>
                  <a:ext uri="{FF2B5EF4-FFF2-40B4-BE49-F238E27FC236}">
                    <a16:creationId xmlns:a16="http://schemas.microsoft.com/office/drawing/2014/main" id="{1BC87816-AF45-473F-B46E-4A594AA786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28686" y="4929155"/>
                <a:ext cx="1071288" cy="461665"/>
              </a:xfrm>
              <a:prstGeom prst="rect">
                <a:avLst/>
              </a:prstGeom>
              <a:blipFill>
                <a:blip r:embed="rId6"/>
                <a:stretch>
                  <a:fillRect b="-2667"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21" name="流程图: 接点 990">
            <a:extLst>
              <a:ext uri="{FF2B5EF4-FFF2-40B4-BE49-F238E27FC236}">
                <a16:creationId xmlns:a16="http://schemas.microsoft.com/office/drawing/2014/main" id="{C1916D2E-81D5-DC28-F7E9-25694FA65428}"/>
              </a:ext>
            </a:extLst>
          </p:cNvPr>
          <p:cNvSpPr/>
          <p:nvPr/>
        </p:nvSpPr>
        <p:spPr>
          <a:xfrm>
            <a:off x="8019945" y="1891507"/>
            <a:ext cx="324675" cy="322149"/>
          </a:xfrm>
          <a:prstGeom prst="flowChartConnector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zh-CN" altLang="en-US" sz="1600" dirty="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22" name="流程图: 接点 701">
            <a:extLst>
              <a:ext uri="{FF2B5EF4-FFF2-40B4-BE49-F238E27FC236}">
                <a16:creationId xmlns:a16="http://schemas.microsoft.com/office/drawing/2014/main" id="{599CCCFA-390F-7622-4295-F73F516C8D42}"/>
              </a:ext>
            </a:extLst>
          </p:cNvPr>
          <p:cNvSpPr/>
          <p:nvPr/>
        </p:nvSpPr>
        <p:spPr>
          <a:xfrm>
            <a:off x="8018398" y="1499308"/>
            <a:ext cx="324675" cy="322149"/>
          </a:xfrm>
          <a:prstGeom prst="flowChartConnector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endParaRPr lang="zh-CN" altLang="en-US" sz="1600" dirty="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923" name="组合 922">
            <a:extLst>
              <a:ext uri="{FF2B5EF4-FFF2-40B4-BE49-F238E27FC236}">
                <a16:creationId xmlns:a16="http://schemas.microsoft.com/office/drawing/2014/main" id="{FD29A180-F73D-3AED-9B9C-DACF4452FAF0}"/>
              </a:ext>
            </a:extLst>
          </p:cNvPr>
          <p:cNvGrpSpPr/>
          <p:nvPr/>
        </p:nvGrpSpPr>
        <p:grpSpPr>
          <a:xfrm>
            <a:off x="7487528" y="1560467"/>
            <a:ext cx="403556" cy="176292"/>
            <a:chOff x="6766867" y="9932442"/>
            <a:chExt cx="304958" cy="133117"/>
          </a:xfrm>
        </p:grpSpPr>
        <p:sp>
          <p:nvSpPr>
            <p:cNvPr id="924" name="矩形 923">
              <a:extLst>
                <a:ext uri="{FF2B5EF4-FFF2-40B4-BE49-F238E27FC236}">
                  <a16:creationId xmlns:a16="http://schemas.microsoft.com/office/drawing/2014/main" id="{ACDD4BBC-F2BD-D637-9AA5-4ACEE55AF883}"/>
                </a:ext>
              </a:extLst>
            </p:cNvPr>
            <p:cNvSpPr/>
            <p:nvPr/>
          </p:nvSpPr>
          <p:spPr>
            <a:xfrm>
              <a:off x="6766867" y="9932442"/>
              <a:ext cx="151932" cy="133117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25" name="矩形 924">
              <a:extLst>
                <a:ext uri="{FF2B5EF4-FFF2-40B4-BE49-F238E27FC236}">
                  <a16:creationId xmlns:a16="http://schemas.microsoft.com/office/drawing/2014/main" id="{AFE0ADFF-4CC4-F1BA-FA01-AE03A3A12911}"/>
                </a:ext>
              </a:extLst>
            </p:cNvPr>
            <p:cNvSpPr/>
            <p:nvPr/>
          </p:nvSpPr>
          <p:spPr>
            <a:xfrm>
              <a:off x="6919893" y="9932442"/>
              <a:ext cx="151932" cy="133117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926" name="组合 925">
            <a:extLst>
              <a:ext uri="{FF2B5EF4-FFF2-40B4-BE49-F238E27FC236}">
                <a16:creationId xmlns:a16="http://schemas.microsoft.com/office/drawing/2014/main" id="{798C998F-5C5F-5E2F-6EBE-93150B6A6023}"/>
              </a:ext>
            </a:extLst>
          </p:cNvPr>
          <p:cNvGrpSpPr/>
          <p:nvPr/>
        </p:nvGrpSpPr>
        <p:grpSpPr>
          <a:xfrm>
            <a:off x="7488224" y="1950548"/>
            <a:ext cx="403556" cy="176292"/>
            <a:chOff x="6766867" y="9932442"/>
            <a:chExt cx="304958" cy="133117"/>
          </a:xfrm>
        </p:grpSpPr>
        <p:sp>
          <p:nvSpPr>
            <p:cNvPr id="927" name="矩形 926">
              <a:extLst>
                <a:ext uri="{FF2B5EF4-FFF2-40B4-BE49-F238E27FC236}">
                  <a16:creationId xmlns:a16="http://schemas.microsoft.com/office/drawing/2014/main" id="{9FC9682F-8AA7-2A1E-80DA-01E90B003555}"/>
                </a:ext>
              </a:extLst>
            </p:cNvPr>
            <p:cNvSpPr/>
            <p:nvPr/>
          </p:nvSpPr>
          <p:spPr>
            <a:xfrm>
              <a:off x="6766867" y="9932442"/>
              <a:ext cx="151932" cy="133117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28" name="矩形 927">
              <a:extLst>
                <a:ext uri="{FF2B5EF4-FFF2-40B4-BE49-F238E27FC236}">
                  <a16:creationId xmlns:a16="http://schemas.microsoft.com/office/drawing/2014/main" id="{537584D2-455F-8A3F-F895-99D7824B3C33}"/>
                </a:ext>
              </a:extLst>
            </p:cNvPr>
            <p:cNvSpPr/>
            <p:nvPr/>
          </p:nvSpPr>
          <p:spPr>
            <a:xfrm>
              <a:off x="6919893" y="9932442"/>
              <a:ext cx="151932" cy="133117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929" name="流程图: 接点 992">
            <a:extLst>
              <a:ext uri="{FF2B5EF4-FFF2-40B4-BE49-F238E27FC236}">
                <a16:creationId xmlns:a16="http://schemas.microsoft.com/office/drawing/2014/main" id="{8330FBA2-5526-2F80-E3D9-B0164E27CB9C}"/>
              </a:ext>
            </a:extLst>
          </p:cNvPr>
          <p:cNvSpPr/>
          <p:nvPr/>
        </p:nvSpPr>
        <p:spPr>
          <a:xfrm>
            <a:off x="8022793" y="4324639"/>
            <a:ext cx="324675" cy="322149"/>
          </a:xfrm>
          <a:prstGeom prst="flowChartConnector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lang="zh-CN" altLang="en-US" sz="1600" dirty="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30" name="流程图: 接点 993">
            <a:extLst>
              <a:ext uri="{FF2B5EF4-FFF2-40B4-BE49-F238E27FC236}">
                <a16:creationId xmlns:a16="http://schemas.microsoft.com/office/drawing/2014/main" id="{291BFB38-5D94-7D0C-8EB0-82D8A11E6749}"/>
              </a:ext>
            </a:extLst>
          </p:cNvPr>
          <p:cNvSpPr/>
          <p:nvPr/>
        </p:nvSpPr>
        <p:spPr>
          <a:xfrm>
            <a:off x="8022793" y="3925867"/>
            <a:ext cx="324675" cy="322149"/>
          </a:xfrm>
          <a:prstGeom prst="flowChartConnector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zh-CN" altLang="en-US" sz="1600" dirty="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931" name="组合 930">
            <a:extLst>
              <a:ext uri="{FF2B5EF4-FFF2-40B4-BE49-F238E27FC236}">
                <a16:creationId xmlns:a16="http://schemas.microsoft.com/office/drawing/2014/main" id="{67BB28A1-BFB1-13DB-ACF8-84D8963F872E}"/>
              </a:ext>
            </a:extLst>
          </p:cNvPr>
          <p:cNvGrpSpPr/>
          <p:nvPr/>
        </p:nvGrpSpPr>
        <p:grpSpPr>
          <a:xfrm>
            <a:off x="7471417" y="4033995"/>
            <a:ext cx="403556" cy="176292"/>
            <a:chOff x="6766867" y="9932442"/>
            <a:chExt cx="304958" cy="133117"/>
          </a:xfrm>
        </p:grpSpPr>
        <p:sp>
          <p:nvSpPr>
            <p:cNvPr id="932" name="矩形 931">
              <a:extLst>
                <a:ext uri="{FF2B5EF4-FFF2-40B4-BE49-F238E27FC236}">
                  <a16:creationId xmlns:a16="http://schemas.microsoft.com/office/drawing/2014/main" id="{9D34DC40-09EE-EB6B-C732-0EABB19ED085}"/>
                </a:ext>
              </a:extLst>
            </p:cNvPr>
            <p:cNvSpPr/>
            <p:nvPr/>
          </p:nvSpPr>
          <p:spPr>
            <a:xfrm>
              <a:off x="6766867" y="9932442"/>
              <a:ext cx="151932" cy="133117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33" name="矩形 932">
              <a:extLst>
                <a:ext uri="{FF2B5EF4-FFF2-40B4-BE49-F238E27FC236}">
                  <a16:creationId xmlns:a16="http://schemas.microsoft.com/office/drawing/2014/main" id="{D61B1B59-DE50-A06D-2893-8EE472284F17}"/>
                </a:ext>
              </a:extLst>
            </p:cNvPr>
            <p:cNvSpPr/>
            <p:nvPr/>
          </p:nvSpPr>
          <p:spPr>
            <a:xfrm>
              <a:off x="6919893" y="9932442"/>
              <a:ext cx="151932" cy="133117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934" name="组合 933">
            <a:extLst>
              <a:ext uri="{FF2B5EF4-FFF2-40B4-BE49-F238E27FC236}">
                <a16:creationId xmlns:a16="http://schemas.microsoft.com/office/drawing/2014/main" id="{FE09DB27-652E-A814-57CA-0BD175FAC899}"/>
              </a:ext>
            </a:extLst>
          </p:cNvPr>
          <p:cNvGrpSpPr/>
          <p:nvPr/>
        </p:nvGrpSpPr>
        <p:grpSpPr>
          <a:xfrm>
            <a:off x="7472113" y="4424075"/>
            <a:ext cx="403556" cy="176292"/>
            <a:chOff x="6766867" y="9932442"/>
            <a:chExt cx="304958" cy="133117"/>
          </a:xfrm>
        </p:grpSpPr>
        <p:sp>
          <p:nvSpPr>
            <p:cNvPr id="935" name="矩形 934">
              <a:extLst>
                <a:ext uri="{FF2B5EF4-FFF2-40B4-BE49-F238E27FC236}">
                  <a16:creationId xmlns:a16="http://schemas.microsoft.com/office/drawing/2014/main" id="{CCD0EC27-E03F-78CB-FED7-CA9BE0EA9014}"/>
                </a:ext>
              </a:extLst>
            </p:cNvPr>
            <p:cNvSpPr/>
            <p:nvPr/>
          </p:nvSpPr>
          <p:spPr>
            <a:xfrm>
              <a:off x="6766867" y="9932442"/>
              <a:ext cx="151932" cy="133117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36" name="矩形 935">
              <a:extLst>
                <a:ext uri="{FF2B5EF4-FFF2-40B4-BE49-F238E27FC236}">
                  <a16:creationId xmlns:a16="http://schemas.microsoft.com/office/drawing/2014/main" id="{459D1E35-B52D-CFCE-1A5F-722B2FE29739}"/>
                </a:ext>
              </a:extLst>
            </p:cNvPr>
            <p:cNvSpPr/>
            <p:nvPr/>
          </p:nvSpPr>
          <p:spPr>
            <a:xfrm>
              <a:off x="6919893" y="9932442"/>
              <a:ext cx="151932" cy="133117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938" name="文本框 937">
            <a:extLst>
              <a:ext uri="{FF2B5EF4-FFF2-40B4-BE49-F238E27FC236}">
                <a16:creationId xmlns:a16="http://schemas.microsoft.com/office/drawing/2014/main" id="{C2677CEB-63F7-ECF4-40E1-7372331559F1}"/>
              </a:ext>
            </a:extLst>
          </p:cNvPr>
          <p:cNvSpPr txBox="1"/>
          <p:nvPr/>
        </p:nvSpPr>
        <p:spPr>
          <a:xfrm>
            <a:off x="6174745" y="2813682"/>
            <a:ext cx="914954" cy="369332"/>
          </a:xfrm>
          <a:prstGeom prst="rect">
            <a:avLst/>
          </a:prstGeom>
          <a:solidFill>
            <a:srgbClr val="F8CBAD"/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T Task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63" name="组合 62">
            <a:extLst>
              <a:ext uri="{FF2B5EF4-FFF2-40B4-BE49-F238E27FC236}">
                <a16:creationId xmlns:a16="http://schemas.microsoft.com/office/drawing/2014/main" id="{9584C614-582D-A1A7-6364-BADDE89FE2E3}"/>
              </a:ext>
            </a:extLst>
          </p:cNvPr>
          <p:cNvGrpSpPr/>
          <p:nvPr/>
        </p:nvGrpSpPr>
        <p:grpSpPr>
          <a:xfrm>
            <a:off x="11377521" y="936344"/>
            <a:ext cx="403556" cy="176292"/>
            <a:chOff x="6766867" y="9932442"/>
            <a:chExt cx="304958" cy="133117"/>
          </a:xfrm>
        </p:grpSpPr>
        <p:sp>
          <p:nvSpPr>
            <p:cNvPr id="937" name="矩形 936">
              <a:extLst>
                <a:ext uri="{FF2B5EF4-FFF2-40B4-BE49-F238E27FC236}">
                  <a16:creationId xmlns:a16="http://schemas.microsoft.com/office/drawing/2014/main" id="{A5BBFFAE-0E7E-F24C-92F6-E2BBA3468A1E}"/>
                </a:ext>
              </a:extLst>
            </p:cNvPr>
            <p:cNvSpPr/>
            <p:nvPr/>
          </p:nvSpPr>
          <p:spPr>
            <a:xfrm>
              <a:off x="6766867" y="9932442"/>
              <a:ext cx="151932" cy="133117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39" name="矩形 938">
              <a:extLst>
                <a:ext uri="{FF2B5EF4-FFF2-40B4-BE49-F238E27FC236}">
                  <a16:creationId xmlns:a16="http://schemas.microsoft.com/office/drawing/2014/main" id="{8D91611C-0A62-4B12-CB95-EDCB21BE4302}"/>
                </a:ext>
              </a:extLst>
            </p:cNvPr>
            <p:cNvSpPr/>
            <p:nvPr/>
          </p:nvSpPr>
          <p:spPr>
            <a:xfrm>
              <a:off x="6919893" y="9932442"/>
              <a:ext cx="151932" cy="133117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940" name="组合 939">
            <a:extLst>
              <a:ext uri="{FF2B5EF4-FFF2-40B4-BE49-F238E27FC236}">
                <a16:creationId xmlns:a16="http://schemas.microsoft.com/office/drawing/2014/main" id="{6313BDDD-1470-191F-32B1-7D6D7DD6855C}"/>
              </a:ext>
            </a:extLst>
          </p:cNvPr>
          <p:cNvGrpSpPr/>
          <p:nvPr/>
        </p:nvGrpSpPr>
        <p:grpSpPr>
          <a:xfrm>
            <a:off x="11378217" y="1326425"/>
            <a:ext cx="403556" cy="176292"/>
            <a:chOff x="6766867" y="9932442"/>
            <a:chExt cx="304958" cy="133117"/>
          </a:xfrm>
        </p:grpSpPr>
        <p:sp>
          <p:nvSpPr>
            <p:cNvPr id="941" name="矩形 940">
              <a:extLst>
                <a:ext uri="{FF2B5EF4-FFF2-40B4-BE49-F238E27FC236}">
                  <a16:creationId xmlns:a16="http://schemas.microsoft.com/office/drawing/2014/main" id="{10570CB1-15F7-6326-34C4-FA646EB5B97D}"/>
                </a:ext>
              </a:extLst>
            </p:cNvPr>
            <p:cNvSpPr/>
            <p:nvPr/>
          </p:nvSpPr>
          <p:spPr>
            <a:xfrm>
              <a:off x="6766867" y="9932442"/>
              <a:ext cx="151932" cy="133117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42" name="矩形 941">
              <a:extLst>
                <a:ext uri="{FF2B5EF4-FFF2-40B4-BE49-F238E27FC236}">
                  <a16:creationId xmlns:a16="http://schemas.microsoft.com/office/drawing/2014/main" id="{F2C39403-8641-D6CB-C9D3-A6B7963C41F7}"/>
                </a:ext>
              </a:extLst>
            </p:cNvPr>
            <p:cNvSpPr/>
            <p:nvPr/>
          </p:nvSpPr>
          <p:spPr>
            <a:xfrm>
              <a:off x="6919893" y="9932442"/>
              <a:ext cx="151932" cy="133117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943" name="组合 942">
            <a:extLst>
              <a:ext uri="{FF2B5EF4-FFF2-40B4-BE49-F238E27FC236}">
                <a16:creationId xmlns:a16="http://schemas.microsoft.com/office/drawing/2014/main" id="{EEF9CAF4-64A4-05B3-0F70-81EF9573E1F9}"/>
              </a:ext>
            </a:extLst>
          </p:cNvPr>
          <p:cNvGrpSpPr/>
          <p:nvPr/>
        </p:nvGrpSpPr>
        <p:grpSpPr>
          <a:xfrm>
            <a:off x="11370852" y="4146243"/>
            <a:ext cx="403556" cy="176292"/>
            <a:chOff x="6766867" y="9932442"/>
            <a:chExt cx="304958" cy="133117"/>
          </a:xfrm>
        </p:grpSpPr>
        <p:sp>
          <p:nvSpPr>
            <p:cNvPr id="944" name="矩形 943">
              <a:extLst>
                <a:ext uri="{FF2B5EF4-FFF2-40B4-BE49-F238E27FC236}">
                  <a16:creationId xmlns:a16="http://schemas.microsoft.com/office/drawing/2014/main" id="{6019F69E-0717-DCFA-1193-9BE3DAE89239}"/>
                </a:ext>
              </a:extLst>
            </p:cNvPr>
            <p:cNvSpPr/>
            <p:nvPr/>
          </p:nvSpPr>
          <p:spPr>
            <a:xfrm>
              <a:off x="6766867" y="9932442"/>
              <a:ext cx="151932" cy="133117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45" name="矩形 944">
              <a:extLst>
                <a:ext uri="{FF2B5EF4-FFF2-40B4-BE49-F238E27FC236}">
                  <a16:creationId xmlns:a16="http://schemas.microsoft.com/office/drawing/2014/main" id="{5AD6232B-AF3F-CC79-6F4C-A424FFE2DB1D}"/>
                </a:ext>
              </a:extLst>
            </p:cNvPr>
            <p:cNvSpPr/>
            <p:nvPr/>
          </p:nvSpPr>
          <p:spPr>
            <a:xfrm>
              <a:off x="6919893" y="9932442"/>
              <a:ext cx="151932" cy="133117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946" name="组合 945">
            <a:extLst>
              <a:ext uri="{FF2B5EF4-FFF2-40B4-BE49-F238E27FC236}">
                <a16:creationId xmlns:a16="http://schemas.microsoft.com/office/drawing/2014/main" id="{0E6729AB-A083-9E85-B770-4B39DBDBB2B8}"/>
              </a:ext>
            </a:extLst>
          </p:cNvPr>
          <p:cNvGrpSpPr/>
          <p:nvPr/>
        </p:nvGrpSpPr>
        <p:grpSpPr>
          <a:xfrm>
            <a:off x="11371548" y="4536323"/>
            <a:ext cx="403556" cy="176292"/>
            <a:chOff x="6766867" y="9932442"/>
            <a:chExt cx="304958" cy="133117"/>
          </a:xfrm>
        </p:grpSpPr>
        <p:sp>
          <p:nvSpPr>
            <p:cNvPr id="947" name="矩形 946">
              <a:extLst>
                <a:ext uri="{FF2B5EF4-FFF2-40B4-BE49-F238E27FC236}">
                  <a16:creationId xmlns:a16="http://schemas.microsoft.com/office/drawing/2014/main" id="{CB5C6D03-F7D3-3069-CA25-6808E2F9C712}"/>
                </a:ext>
              </a:extLst>
            </p:cNvPr>
            <p:cNvSpPr/>
            <p:nvPr/>
          </p:nvSpPr>
          <p:spPr>
            <a:xfrm>
              <a:off x="6766867" y="9932442"/>
              <a:ext cx="151932" cy="133117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48" name="矩形 947">
              <a:extLst>
                <a:ext uri="{FF2B5EF4-FFF2-40B4-BE49-F238E27FC236}">
                  <a16:creationId xmlns:a16="http://schemas.microsoft.com/office/drawing/2014/main" id="{01721223-E12B-6016-B03A-5A26D2EEA04C}"/>
                </a:ext>
              </a:extLst>
            </p:cNvPr>
            <p:cNvSpPr/>
            <p:nvPr/>
          </p:nvSpPr>
          <p:spPr>
            <a:xfrm>
              <a:off x="6919893" y="9932442"/>
              <a:ext cx="151932" cy="133117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949" name="直接箭头连接符 948">
            <a:extLst>
              <a:ext uri="{FF2B5EF4-FFF2-40B4-BE49-F238E27FC236}">
                <a16:creationId xmlns:a16="http://schemas.microsoft.com/office/drawing/2014/main" id="{EAD5CAA0-02FF-E98A-54F5-57BE571983A9}"/>
              </a:ext>
            </a:extLst>
          </p:cNvPr>
          <p:cNvCxnSpPr>
            <a:cxnSpLocks/>
            <a:endCxn id="61" idx="0"/>
          </p:cNvCxnSpPr>
          <p:nvPr/>
        </p:nvCxnSpPr>
        <p:spPr>
          <a:xfrm flipH="1">
            <a:off x="11591191" y="1703330"/>
            <a:ext cx="44131" cy="4504167"/>
          </a:xfrm>
          <a:prstGeom prst="straightConnector1">
            <a:avLst/>
          </a:prstGeom>
          <a:ln w="57150" cap="rnd">
            <a:solidFill>
              <a:schemeClr val="accent1"/>
            </a:solidFill>
            <a:round/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51" name="文本框 950">
            <a:extLst>
              <a:ext uri="{FF2B5EF4-FFF2-40B4-BE49-F238E27FC236}">
                <a16:creationId xmlns:a16="http://schemas.microsoft.com/office/drawing/2014/main" id="{AC9171EA-357F-0B62-93DB-A96CE8E332AA}"/>
              </a:ext>
            </a:extLst>
          </p:cNvPr>
          <p:cNvSpPr txBox="1"/>
          <p:nvPr/>
        </p:nvSpPr>
        <p:spPr>
          <a:xfrm>
            <a:off x="2637201" y="2999297"/>
            <a:ext cx="5296339" cy="400110"/>
          </a:xfrm>
          <a:prstGeom prst="rect">
            <a:avLst/>
          </a:prstGeom>
          <a:solidFill>
            <a:schemeClr val="bg1"/>
          </a:solidFill>
          <a:ln w="19050">
            <a:solidFill>
              <a:srgbClr val="FF0000"/>
            </a:solidFill>
            <a:prstDash val="solid"/>
          </a:ln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rgbClr val="FF0000"/>
                </a:solidFill>
              </a:rPr>
              <a:t>Inter-GPU Graph Partition </a:t>
            </a:r>
            <a:r>
              <a:rPr lang="en-US" altLang="zh-CN" sz="2000" dirty="0">
                <a:solidFill>
                  <a:srgbClr val="FF0000"/>
                </a:solidFill>
                <a:sym typeface="Wingdings" panose="05000000000000000000" pitchFamily="2" charset="2"/>
              </a:rPr>
              <a:t> Vertex Dependency</a:t>
            </a:r>
            <a:endParaRPr lang="zh-CN" altLang="en-US" sz="2000" dirty="0">
              <a:solidFill>
                <a:srgbClr val="FF0000"/>
              </a:solidFill>
            </a:endParaRPr>
          </a:p>
        </p:txBody>
      </p:sp>
      <p:sp>
        <p:nvSpPr>
          <p:cNvPr id="952" name="箭头: 右 1121">
            <a:extLst>
              <a:ext uri="{FF2B5EF4-FFF2-40B4-BE49-F238E27FC236}">
                <a16:creationId xmlns:a16="http://schemas.microsoft.com/office/drawing/2014/main" id="{6E00F593-B7D3-F7F1-DA15-0A6FA79EB2B1}"/>
              </a:ext>
            </a:extLst>
          </p:cNvPr>
          <p:cNvSpPr/>
          <p:nvPr/>
        </p:nvSpPr>
        <p:spPr>
          <a:xfrm rot="3284621">
            <a:off x="3899366" y="3523232"/>
            <a:ext cx="349319" cy="218689"/>
          </a:xfrm>
          <a:prstGeom prst="rightArrow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53" name="箭头: 右 1121">
            <a:extLst>
              <a:ext uri="{FF2B5EF4-FFF2-40B4-BE49-F238E27FC236}">
                <a16:creationId xmlns:a16="http://schemas.microsoft.com/office/drawing/2014/main" id="{9B946CBE-A080-9B33-0546-4DCB7AE0F790}"/>
              </a:ext>
            </a:extLst>
          </p:cNvPr>
          <p:cNvSpPr/>
          <p:nvPr/>
        </p:nvSpPr>
        <p:spPr>
          <a:xfrm rot="18843878">
            <a:off x="3892226" y="2616014"/>
            <a:ext cx="349319" cy="218689"/>
          </a:xfrm>
          <a:prstGeom prst="rightArrow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50" name="文本框 949">
            <a:extLst>
              <a:ext uri="{FF2B5EF4-FFF2-40B4-BE49-F238E27FC236}">
                <a16:creationId xmlns:a16="http://schemas.microsoft.com/office/drawing/2014/main" id="{F850B0A6-6705-011A-683C-F4968AE5D639}"/>
              </a:ext>
            </a:extLst>
          </p:cNvPr>
          <p:cNvSpPr txBox="1"/>
          <p:nvPr/>
        </p:nvSpPr>
        <p:spPr>
          <a:xfrm>
            <a:off x="8132559" y="5713448"/>
            <a:ext cx="1798887" cy="707886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b="1" dirty="0">
                <a:solidFill>
                  <a:schemeClr val="accent4">
                    <a:lumMod val="75000"/>
                  </a:schemeClr>
                </a:solidFill>
                <a:cs typeface="Arial" panose="020B0604020202020204" pitchFamily="34" charset="0"/>
              </a:rPr>
              <a:t>Neighbor Replication</a:t>
            </a:r>
            <a:endParaRPr lang="zh-CN" altLang="en-US" sz="2000" b="1" dirty="0">
              <a:solidFill>
                <a:schemeClr val="accent4">
                  <a:lumMod val="75000"/>
                </a:schemeClr>
              </a:solidFill>
              <a:cs typeface="Arial" panose="020B0604020202020204" pitchFamily="34" charset="0"/>
            </a:endParaRPr>
          </a:p>
        </p:txBody>
      </p:sp>
      <p:sp>
        <p:nvSpPr>
          <p:cNvPr id="954" name="文本框 953">
            <a:extLst>
              <a:ext uri="{FF2B5EF4-FFF2-40B4-BE49-F238E27FC236}">
                <a16:creationId xmlns:a16="http://schemas.microsoft.com/office/drawing/2014/main" id="{DD25BCB3-BD24-EC22-1AEB-92A9A23A4FF0}"/>
              </a:ext>
            </a:extLst>
          </p:cNvPr>
          <p:cNvSpPr txBox="1"/>
          <p:nvPr/>
        </p:nvSpPr>
        <p:spPr>
          <a:xfrm>
            <a:off x="6190255" y="5713448"/>
            <a:ext cx="1798887" cy="707886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b="1" i="0" dirty="0">
                <a:solidFill>
                  <a:schemeClr val="accent2"/>
                </a:solidFill>
                <a:cs typeface="Arial" panose="020B0604020202020204" pitchFamily="34" charset="0"/>
              </a:rPr>
              <a:t>Intermediate</a:t>
            </a:r>
            <a:r>
              <a:rPr lang="zh-CN" altLang="en-US" sz="2000" b="1" dirty="0">
                <a:solidFill>
                  <a:schemeClr val="accent2"/>
                </a:solidFill>
                <a:cs typeface="Arial" panose="020B0604020202020204" pitchFamily="34" charset="0"/>
              </a:rPr>
              <a:t> </a:t>
            </a:r>
            <a:r>
              <a:rPr lang="en-US" altLang="zh-CN" sz="2000" b="1" dirty="0">
                <a:solidFill>
                  <a:schemeClr val="accent2"/>
                </a:solidFill>
                <a:cs typeface="Arial" panose="020B0604020202020204" pitchFamily="34" charset="0"/>
              </a:rPr>
              <a:t>Data</a:t>
            </a:r>
            <a:endParaRPr lang="zh-CN" altLang="en-US" sz="2000" b="1" dirty="0">
              <a:solidFill>
                <a:schemeClr val="accent2"/>
              </a:solidFill>
              <a:cs typeface="Arial" panose="020B0604020202020204" pitchFamily="34" charset="0"/>
            </a:endParaRPr>
          </a:p>
        </p:txBody>
      </p:sp>
      <p:sp>
        <p:nvSpPr>
          <p:cNvPr id="955" name="文本框 954">
            <a:extLst>
              <a:ext uri="{FF2B5EF4-FFF2-40B4-BE49-F238E27FC236}">
                <a16:creationId xmlns:a16="http://schemas.microsoft.com/office/drawing/2014/main" id="{E66FB99B-B691-24AA-968B-3E1EDA03005D}"/>
              </a:ext>
            </a:extLst>
          </p:cNvPr>
          <p:cNvSpPr txBox="1"/>
          <p:nvPr/>
        </p:nvSpPr>
        <p:spPr>
          <a:xfrm>
            <a:off x="9838211" y="5695841"/>
            <a:ext cx="1798887" cy="707886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b="1" i="0" dirty="0">
                <a:solidFill>
                  <a:schemeClr val="accent5"/>
                </a:solidFill>
                <a:cs typeface="Arial" panose="020B0604020202020204" pitchFamily="34" charset="0"/>
              </a:rPr>
              <a:t>Intermediate</a:t>
            </a:r>
            <a:r>
              <a:rPr lang="zh-CN" altLang="en-US" sz="2000" b="1" dirty="0">
                <a:solidFill>
                  <a:schemeClr val="accent5"/>
                </a:solidFill>
                <a:cs typeface="Arial" panose="020B0604020202020204" pitchFamily="34" charset="0"/>
              </a:rPr>
              <a:t> </a:t>
            </a:r>
            <a:r>
              <a:rPr lang="en-US" altLang="zh-CN" sz="2000" b="1" dirty="0">
                <a:solidFill>
                  <a:schemeClr val="accent5"/>
                </a:solidFill>
                <a:cs typeface="Arial" panose="020B0604020202020204" pitchFamily="34" charset="0"/>
              </a:rPr>
              <a:t>Data</a:t>
            </a:r>
            <a:endParaRPr lang="zh-CN" altLang="en-US" sz="2000" b="1" dirty="0">
              <a:solidFill>
                <a:schemeClr val="accent5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095494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288000" y="0"/>
            <a:ext cx="11164860" cy="141763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badi" panose="020B0604020202020204" pitchFamily="34" charset="0"/>
                <a:sym typeface="+mn-ea"/>
              </a:rPr>
              <a:t>Multi-GPU GNN Systems with Data Parallelism</a:t>
            </a:r>
            <a:endParaRPr lang="en-US" altLang="zh-CN" sz="3600" dirty="0">
              <a:latin typeface="Century Gothic" panose="020B050202020202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5" name="Rectangle 10"/>
          <p:cNvSpPr/>
          <p:nvPr/>
        </p:nvSpPr>
        <p:spPr>
          <a:xfrm>
            <a:off x="0" y="420787"/>
            <a:ext cx="288000" cy="57606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657" name="矩形 656">
            <a:extLst>
              <a:ext uri="{FF2B5EF4-FFF2-40B4-BE49-F238E27FC236}">
                <a16:creationId xmlns:a16="http://schemas.microsoft.com/office/drawing/2014/main" id="{122707FE-F23D-9EC2-A658-286E52EED6F0}"/>
              </a:ext>
            </a:extLst>
          </p:cNvPr>
          <p:cNvSpPr/>
          <p:nvPr/>
        </p:nvSpPr>
        <p:spPr>
          <a:xfrm>
            <a:off x="282280" y="5640460"/>
            <a:ext cx="11668471" cy="115353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59" name="文本框 658">
            <a:extLst>
              <a:ext uri="{FF2B5EF4-FFF2-40B4-BE49-F238E27FC236}">
                <a16:creationId xmlns:a16="http://schemas.microsoft.com/office/drawing/2014/main" id="{C3325C92-8017-D209-BA86-E92D3C0460F3}"/>
              </a:ext>
            </a:extLst>
          </p:cNvPr>
          <p:cNvSpPr txBox="1"/>
          <p:nvPr/>
        </p:nvSpPr>
        <p:spPr>
          <a:xfrm>
            <a:off x="241248" y="6064139"/>
            <a:ext cx="3157268" cy="400110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FF0000"/>
                </a:solidFill>
                <a:cs typeface="Arial" panose="020B0604020202020204" pitchFamily="34" charset="0"/>
              </a:rPr>
              <a:t>The Memory of GPU 1</a:t>
            </a:r>
            <a:endParaRPr lang="zh-CN" altLang="en-US" sz="3200" b="1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  <p:grpSp>
        <p:nvGrpSpPr>
          <p:cNvPr id="597" name="组合 596">
            <a:extLst>
              <a:ext uri="{FF2B5EF4-FFF2-40B4-BE49-F238E27FC236}">
                <a16:creationId xmlns:a16="http://schemas.microsoft.com/office/drawing/2014/main" id="{A3AB9EC3-2062-BD90-4223-E74AE1176097}"/>
              </a:ext>
            </a:extLst>
          </p:cNvPr>
          <p:cNvGrpSpPr/>
          <p:nvPr/>
        </p:nvGrpSpPr>
        <p:grpSpPr>
          <a:xfrm>
            <a:off x="3460133" y="6068274"/>
            <a:ext cx="621640" cy="669775"/>
            <a:chOff x="3656357" y="6507685"/>
            <a:chExt cx="621640" cy="669775"/>
          </a:xfrm>
        </p:grpSpPr>
        <p:sp>
          <p:nvSpPr>
            <p:cNvPr id="598" name="矩形 1174">
              <a:extLst>
                <a:ext uri="{FF2B5EF4-FFF2-40B4-BE49-F238E27FC236}">
                  <a16:creationId xmlns:a16="http://schemas.microsoft.com/office/drawing/2014/main" id="{2C73A039-57CE-A483-8347-742AC622A14C}"/>
                </a:ext>
              </a:extLst>
            </p:cNvPr>
            <p:cNvSpPr/>
            <p:nvPr/>
          </p:nvSpPr>
          <p:spPr>
            <a:xfrm rot="10800000">
              <a:off x="3657805" y="7037952"/>
              <a:ext cx="618707" cy="139508"/>
            </a:xfrm>
            <a:custGeom>
              <a:avLst/>
              <a:gdLst>
                <a:gd name="connsiteX0" fmla="*/ 0 w 595706"/>
                <a:gd name="connsiteY0" fmla="*/ 0 h 92965"/>
                <a:gd name="connsiteX1" fmla="*/ 595706 w 595706"/>
                <a:gd name="connsiteY1" fmla="*/ 0 h 92965"/>
                <a:gd name="connsiteX2" fmla="*/ 595706 w 595706"/>
                <a:gd name="connsiteY2" fmla="*/ 92965 h 92965"/>
                <a:gd name="connsiteX3" fmla="*/ 0 w 595706"/>
                <a:gd name="connsiteY3" fmla="*/ 92965 h 92965"/>
                <a:gd name="connsiteX4" fmla="*/ 0 w 595706"/>
                <a:gd name="connsiteY4" fmla="*/ 0 h 92965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131 w 595837"/>
                <a:gd name="connsiteY0" fmla="*/ 0 h 148754"/>
                <a:gd name="connsiteX1" fmla="*/ 595837 w 595837"/>
                <a:gd name="connsiteY1" fmla="*/ 0 h 148754"/>
                <a:gd name="connsiteX2" fmla="*/ 595837 w 595837"/>
                <a:gd name="connsiteY2" fmla="*/ 92965 h 148754"/>
                <a:gd name="connsiteX3" fmla="*/ 131 w 595837"/>
                <a:gd name="connsiteY3" fmla="*/ 148754 h 148754"/>
                <a:gd name="connsiteX4" fmla="*/ 131 w 595837"/>
                <a:gd name="connsiteY4" fmla="*/ 0 h 148754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56571"/>
                <a:gd name="connsiteX1" fmla="*/ 595837 w 595837"/>
                <a:gd name="connsiteY1" fmla="*/ 0 h 156571"/>
                <a:gd name="connsiteX2" fmla="*/ 594316 w 595837"/>
                <a:gd name="connsiteY2" fmla="*/ 141984 h 156571"/>
                <a:gd name="connsiteX3" fmla="*/ 131 w 595837"/>
                <a:gd name="connsiteY3" fmla="*/ 140590 h 156571"/>
                <a:gd name="connsiteX4" fmla="*/ 131 w 595837"/>
                <a:gd name="connsiteY4" fmla="*/ 0 h 156571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0 w 600949"/>
                <a:gd name="connsiteY0" fmla="*/ 0 h 271309"/>
                <a:gd name="connsiteX1" fmla="*/ 600949 w 600949"/>
                <a:gd name="connsiteY1" fmla="*/ 0 h 271309"/>
                <a:gd name="connsiteX2" fmla="*/ 599428 w 600949"/>
                <a:gd name="connsiteY2" fmla="*/ 141984 h 271309"/>
                <a:gd name="connsiteX3" fmla="*/ 3722 w 600949"/>
                <a:gd name="connsiteY3" fmla="*/ 271309 h 271309"/>
                <a:gd name="connsiteX4" fmla="*/ 0 w 600949"/>
                <a:gd name="connsiteY4" fmla="*/ 0 h 271309"/>
                <a:gd name="connsiteX0" fmla="*/ 0 w 599639"/>
                <a:gd name="connsiteY0" fmla="*/ 0 h 271309"/>
                <a:gd name="connsiteX1" fmla="*/ 599639 w 599639"/>
                <a:gd name="connsiteY1" fmla="*/ 0 h 271309"/>
                <a:gd name="connsiteX2" fmla="*/ 599428 w 599639"/>
                <a:gd name="connsiteY2" fmla="*/ 141984 h 271309"/>
                <a:gd name="connsiteX3" fmla="*/ 3722 w 599639"/>
                <a:gd name="connsiteY3" fmla="*/ 271309 h 271309"/>
                <a:gd name="connsiteX4" fmla="*/ 0 w 599639"/>
                <a:gd name="connsiteY4" fmla="*/ 0 h 271309"/>
                <a:gd name="connsiteX0" fmla="*/ 0 w 597018"/>
                <a:gd name="connsiteY0" fmla="*/ 0 h 271309"/>
                <a:gd name="connsiteX1" fmla="*/ 597018 w 597018"/>
                <a:gd name="connsiteY1" fmla="*/ 0 h 271309"/>
                <a:gd name="connsiteX2" fmla="*/ 596807 w 597018"/>
                <a:gd name="connsiteY2" fmla="*/ 141984 h 271309"/>
                <a:gd name="connsiteX3" fmla="*/ 1101 w 597018"/>
                <a:gd name="connsiteY3" fmla="*/ 271309 h 271309"/>
                <a:gd name="connsiteX4" fmla="*/ 0 w 597018"/>
                <a:gd name="connsiteY4" fmla="*/ 0 h 271309"/>
                <a:gd name="connsiteX0" fmla="*/ 0 w 596807"/>
                <a:gd name="connsiteY0" fmla="*/ 0 h 271309"/>
                <a:gd name="connsiteX1" fmla="*/ 591775 w 596807"/>
                <a:gd name="connsiteY1" fmla="*/ 0 h 271309"/>
                <a:gd name="connsiteX2" fmla="*/ 596807 w 596807"/>
                <a:gd name="connsiteY2" fmla="*/ 141984 h 271309"/>
                <a:gd name="connsiteX3" fmla="*/ 1101 w 596807"/>
                <a:gd name="connsiteY3" fmla="*/ 271309 h 271309"/>
                <a:gd name="connsiteX4" fmla="*/ 0 w 596807"/>
                <a:gd name="connsiteY4" fmla="*/ 0 h 271309"/>
                <a:gd name="connsiteX0" fmla="*/ 0 w 596807"/>
                <a:gd name="connsiteY0" fmla="*/ 0 h 271309"/>
                <a:gd name="connsiteX1" fmla="*/ 595708 w 596807"/>
                <a:gd name="connsiteY1" fmla="*/ 0 h 271309"/>
                <a:gd name="connsiteX2" fmla="*/ 596807 w 596807"/>
                <a:gd name="connsiteY2" fmla="*/ 141984 h 271309"/>
                <a:gd name="connsiteX3" fmla="*/ 1101 w 596807"/>
                <a:gd name="connsiteY3" fmla="*/ 271309 h 271309"/>
                <a:gd name="connsiteX4" fmla="*/ 0 w 596807"/>
                <a:gd name="connsiteY4" fmla="*/ 0 h 271309"/>
                <a:gd name="connsiteX0" fmla="*/ 0 w 595708"/>
                <a:gd name="connsiteY0" fmla="*/ 0 h 271309"/>
                <a:gd name="connsiteX1" fmla="*/ 595708 w 595708"/>
                <a:gd name="connsiteY1" fmla="*/ 0 h 271309"/>
                <a:gd name="connsiteX2" fmla="*/ 594186 w 595708"/>
                <a:gd name="connsiteY2" fmla="*/ 141985 h 271309"/>
                <a:gd name="connsiteX3" fmla="*/ 1101 w 595708"/>
                <a:gd name="connsiteY3" fmla="*/ 271309 h 271309"/>
                <a:gd name="connsiteX4" fmla="*/ 0 w 595708"/>
                <a:gd name="connsiteY4" fmla="*/ 0 h 271309"/>
                <a:gd name="connsiteX0" fmla="*/ 0 w 596439"/>
                <a:gd name="connsiteY0" fmla="*/ 109083 h 380392"/>
                <a:gd name="connsiteX1" fmla="*/ 595708 w 596439"/>
                <a:gd name="connsiteY1" fmla="*/ 109083 h 380392"/>
                <a:gd name="connsiteX2" fmla="*/ 594186 w 596439"/>
                <a:gd name="connsiteY2" fmla="*/ 251068 h 380392"/>
                <a:gd name="connsiteX3" fmla="*/ 1101 w 596439"/>
                <a:gd name="connsiteY3" fmla="*/ 380392 h 380392"/>
                <a:gd name="connsiteX4" fmla="*/ 0 w 596439"/>
                <a:gd name="connsiteY4" fmla="*/ 109083 h 380392"/>
                <a:gd name="connsiteX0" fmla="*/ 0 w 595708"/>
                <a:gd name="connsiteY0" fmla="*/ 0 h 271309"/>
                <a:gd name="connsiteX1" fmla="*/ 595708 w 595708"/>
                <a:gd name="connsiteY1" fmla="*/ 0 h 271309"/>
                <a:gd name="connsiteX2" fmla="*/ 594186 w 595708"/>
                <a:gd name="connsiteY2" fmla="*/ 141985 h 271309"/>
                <a:gd name="connsiteX3" fmla="*/ 1101 w 595708"/>
                <a:gd name="connsiteY3" fmla="*/ 271309 h 271309"/>
                <a:gd name="connsiteX4" fmla="*/ 0 w 595708"/>
                <a:gd name="connsiteY4" fmla="*/ 0 h 271309"/>
                <a:gd name="connsiteX0" fmla="*/ 0 w 596808"/>
                <a:gd name="connsiteY0" fmla="*/ 0 h 271309"/>
                <a:gd name="connsiteX1" fmla="*/ 595708 w 596808"/>
                <a:gd name="connsiteY1" fmla="*/ 0 h 271309"/>
                <a:gd name="connsiteX2" fmla="*/ 596808 w 596808"/>
                <a:gd name="connsiteY2" fmla="*/ 141985 h 271309"/>
                <a:gd name="connsiteX3" fmla="*/ 1101 w 596808"/>
                <a:gd name="connsiteY3" fmla="*/ 271309 h 271309"/>
                <a:gd name="connsiteX4" fmla="*/ 0 w 596808"/>
                <a:gd name="connsiteY4" fmla="*/ 0 h 271309"/>
                <a:gd name="connsiteX0" fmla="*/ 0 w 596808"/>
                <a:gd name="connsiteY0" fmla="*/ 0 h 271309"/>
                <a:gd name="connsiteX1" fmla="*/ 595708 w 596808"/>
                <a:gd name="connsiteY1" fmla="*/ 0 h 271309"/>
                <a:gd name="connsiteX2" fmla="*/ 596808 w 596808"/>
                <a:gd name="connsiteY2" fmla="*/ 141985 h 271309"/>
                <a:gd name="connsiteX3" fmla="*/ 1101 w 596808"/>
                <a:gd name="connsiteY3" fmla="*/ 271309 h 271309"/>
                <a:gd name="connsiteX4" fmla="*/ 0 w 596808"/>
                <a:gd name="connsiteY4" fmla="*/ 0 h 271309"/>
                <a:gd name="connsiteX0" fmla="*/ 0 w 596808"/>
                <a:gd name="connsiteY0" fmla="*/ 0 h 271309"/>
                <a:gd name="connsiteX1" fmla="*/ 595708 w 596808"/>
                <a:gd name="connsiteY1" fmla="*/ 0 h 271309"/>
                <a:gd name="connsiteX2" fmla="*/ 596808 w 596808"/>
                <a:gd name="connsiteY2" fmla="*/ 141985 h 271309"/>
                <a:gd name="connsiteX3" fmla="*/ 1101 w 596808"/>
                <a:gd name="connsiteY3" fmla="*/ 271309 h 271309"/>
                <a:gd name="connsiteX4" fmla="*/ 0 w 596808"/>
                <a:gd name="connsiteY4" fmla="*/ 0 h 271309"/>
                <a:gd name="connsiteX0" fmla="*/ 0 w 595708"/>
                <a:gd name="connsiteY0" fmla="*/ 0 h 271309"/>
                <a:gd name="connsiteX1" fmla="*/ 595708 w 595708"/>
                <a:gd name="connsiteY1" fmla="*/ 0 h 271309"/>
                <a:gd name="connsiteX2" fmla="*/ 594186 w 595708"/>
                <a:gd name="connsiteY2" fmla="*/ 141985 h 271309"/>
                <a:gd name="connsiteX3" fmla="*/ 1101 w 595708"/>
                <a:gd name="connsiteY3" fmla="*/ 271309 h 271309"/>
                <a:gd name="connsiteX4" fmla="*/ 0 w 595708"/>
                <a:gd name="connsiteY4" fmla="*/ 0 h 271309"/>
                <a:gd name="connsiteX0" fmla="*/ 0 w 595708"/>
                <a:gd name="connsiteY0" fmla="*/ 0 h 271309"/>
                <a:gd name="connsiteX1" fmla="*/ 595708 w 595708"/>
                <a:gd name="connsiteY1" fmla="*/ 0 h 271309"/>
                <a:gd name="connsiteX2" fmla="*/ 594186 w 595708"/>
                <a:gd name="connsiteY2" fmla="*/ 141985 h 271309"/>
                <a:gd name="connsiteX3" fmla="*/ 1101 w 595708"/>
                <a:gd name="connsiteY3" fmla="*/ 271309 h 271309"/>
                <a:gd name="connsiteX4" fmla="*/ 0 w 595708"/>
                <a:gd name="connsiteY4" fmla="*/ 0 h 271309"/>
                <a:gd name="connsiteX0" fmla="*/ 0 w 595936"/>
                <a:gd name="connsiteY0" fmla="*/ 0 h 271309"/>
                <a:gd name="connsiteX1" fmla="*/ 595708 w 595936"/>
                <a:gd name="connsiteY1" fmla="*/ 0 h 271309"/>
                <a:gd name="connsiteX2" fmla="*/ 594186 w 595936"/>
                <a:gd name="connsiteY2" fmla="*/ 141985 h 271309"/>
                <a:gd name="connsiteX3" fmla="*/ 1101 w 595936"/>
                <a:gd name="connsiteY3" fmla="*/ 271309 h 271309"/>
                <a:gd name="connsiteX4" fmla="*/ 0 w 595936"/>
                <a:gd name="connsiteY4" fmla="*/ 0 h 271309"/>
                <a:gd name="connsiteX0" fmla="*/ 319 w 596255"/>
                <a:gd name="connsiteY0" fmla="*/ 0 h 271309"/>
                <a:gd name="connsiteX1" fmla="*/ 596027 w 596255"/>
                <a:gd name="connsiteY1" fmla="*/ 0 h 271309"/>
                <a:gd name="connsiteX2" fmla="*/ 594505 w 596255"/>
                <a:gd name="connsiteY2" fmla="*/ 141985 h 271309"/>
                <a:gd name="connsiteX3" fmla="*/ 110 w 596255"/>
                <a:gd name="connsiteY3" fmla="*/ 271309 h 271309"/>
                <a:gd name="connsiteX4" fmla="*/ 319 w 596255"/>
                <a:gd name="connsiteY4" fmla="*/ 0 h 271309"/>
                <a:gd name="connsiteX0" fmla="*/ 0 w 595936"/>
                <a:gd name="connsiteY0" fmla="*/ 0 h 271309"/>
                <a:gd name="connsiteX1" fmla="*/ 595708 w 595936"/>
                <a:gd name="connsiteY1" fmla="*/ 0 h 271309"/>
                <a:gd name="connsiteX2" fmla="*/ 594186 w 595936"/>
                <a:gd name="connsiteY2" fmla="*/ 141985 h 271309"/>
                <a:gd name="connsiteX3" fmla="*/ 1101 w 595936"/>
                <a:gd name="connsiteY3" fmla="*/ 271309 h 271309"/>
                <a:gd name="connsiteX4" fmla="*/ 0 w 595936"/>
                <a:gd name="connsiteY4" fmla="*/ 0 h 271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5936" h="271309">
                  <a:moveTo>
                    <a:pt x="0" y="0"/>
                  </a:moveTo>
                  <a:lnTo>
                    <a:pt x="595708" y="0"/>
                  </a:lnTo>
                  <a:cubicBezTo>
                    <a:pt x="595708" y="30988"/>
                    <a:pt x="596806" y="39550"/>
                    <a:pt x="594186" y="141985"/>
                  </a:cubicBezTo>
                  <a:cubicBezTo>
                    <a:pt x="404809" y="352086"/>
                    <a:pt x="341643" y="22672"/>
                    <a:pt x="1101" y="271309"/>
                  </a:cubicBezTo>
                  <a:cubicBezTo>
                    <a:pt x="647" y="226260"/>
                    <a:pt x="454" y="45049"/>
                    <a:pt x="0" y="0"/>
                  </a:cubicBez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599" name="组合 598">
              <a:extLst>
                <a:ext uri="{FF2B5EF4-FFF2-40B4-BE49-F238E27FC236}">
                  <a16:creationId xmlns:a16="http://schemas.microsoft.com/office/drawing/2014/main" id="{886584A2-8F14-0343-BBB5-66400C61BE8D}"/>
                </a:ext>
              </a:extLst>
            </p:cNvPr>
            <p:cNvGrpSpPr/>
            <p:nvPr/>
          </p:nvGrpSpPr>
          <p:grpSpPr>
            <a:xfrm>
              <a:off x="3656357" y="6507685"/>
              <a:ext cx="621640" cy="663817"/>
              <a:chOff x="3656357" y="6507685"/>
              <a:chExt cx="621640" cy="663817"/>
            </a:xfrm>
          </p:grpSpPr>
          <p:sp>
            <p:nvSpPr>
              <p:cNvPr id="600" name="矩形 599">
                <a:extLst>
                  <a:ext uri="{FF2B5EF4-FFF2-40B4-BE49-F238E27FC236}">
                    <a16:creationId xmlns:a16="http://schemas.microsoft.com/office/drawing/2014/main" id="{2F6AB136-4DF9-AA70-40CA-8EDCA4A1FE98}"/>
                  </a:ext>
                </a:extLst>
              </p:cNvPr>
              <p:cNvSpPr/>
              <p:nvPr/>
            </p:nvSpPr>
            <p:spPr>
              <a:xfrm>
                <a:off x="3656465" y="6640950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01" name="矩形 600">
                <a:extLst>
                  <a:ext uri="{FF2B5EF4-FFF2-40B4-BE49-F238E27FC236}">
                    <a16:creationId xmlns:a16="http://schemas.microsoft.com/office/drawing/2014/main" id="{C982E763-E1FC-89BD-FB27-F448F1BC94EB}"/>
                  </a:ext>
                </a:extLst>
              </p:cNvPr>
              <p:cNvSpPr/>
              <p:nvPr/>
            </p:nvSpPr>
            <p:spPr>
              <a:xfrm>
                <a:off x="3811875" y="6640950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02" name="矩形 601">
                <a:extLst>
                  <a:ext uri="{FF2B5EF4-FFF2-40B4-BE49-F238E27FC236}">
                    <a16:creationId xmlns:a16="http://schemas.microsoft.com/office/drawing/2014/main" id="{892005E8-9890-7EEE-DF73-CF2E818B6F00}"/>
                  </a:ext>
                </a:extLst>
              </p:cNvPr>
              <p:cNvSpPr/>
              <p:nvPr/>
            </p:nvSpPr>
            <p:spPr>
              <a:xfrm>
                <a:off x="3967285" y="6640950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03" name="矩形 602">
                <a:extLst>
                  <a:ext uri="{FF2B5EF4-FFF2-40B4-BE49-F238E27FC236}">
                    <a16:creationId xmlns:a16="http://schemas.microsoft.com/office/drawing/2014/main" id="{61A23AB9-1225-584B-F902-9B329100B108}"/>
                  </a:ext>
                </a:extLst>
              </p:cNvPr>
              <p:cNvSpPr/>
              <p:nvPr/>
            </p:nvSpPr>
            <p:spPr>
              <a:xfrm>
                <a:off x="4122695" y="6640950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04" name="矩形 603">
                <a:extLst>
                  <a:ext uri="{FF2B5EF4-FFF2-40B4-BE49-F238E27FC236}">
                    <a16:creationId xmlns:a16="http://schemas.microsoft.com/office/drawing/2014/main" id="{B2BB2A90-9AC8-D6F5-61F6-B9FE661445A1}"/>
                  </a:ext>
                </a:extLst>
              </p:cNvPr>
              <p:cNvSpPr/>
              <p:nvPr/>
            </p:nvSpPr>
            <p:spPr>
              <a:xfrm>
                <a:off x="3656465" y="6773574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05" name="矩形 604">
                <a:extLst>
                  <a:ext uri="{FF2B5EF4-FFF2-40B4-BE49-F238E27FC236}">
                    <a16:creationId xmlns:a16="http://schemas.microsoft.com/office/drawing/2014/main" id="{97399F19-77FD-4D0C-89BD-177D20715424}"/>
                  </a:ext>
                </a:extLst>
              </p:cNvPr>
              <p:cNvSpPr/>
              <p:nvPr/>
            </p:nvSpPr>
            <p:spPr>
              <a:xfrm>
                <a:off x="3811875" y="6773574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06" name="矩形 605">
                <a:extLst>
                  <a:ext uri="{FF2B5EF4-FFF2-40B4-BE49-F238E27FC236}">
                    <a16:creationId xmlns:a16="http://schemas.microsoft.com/office/drawing/2014/main" id="{B3745597-7EEE-5B6E-8368-905AA95F54B2}"/>
                  </a:ext>
                </a:extLst>
              </p:cNvPr>
              <p:cNvSpPr/>
              <p:nvPr/>
            </p:nvSpPr>
            <p:spPr>
              <a:xfrm>
                <a:off x="3967285" y="6773574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07" name="矩形 606">
                <a:extLst>
                  <a:ext uri="{FF2B5EF4-FFF2-40B4-BE49-F238E27FC236}">
                    <a16:creationId xmlns:a16="http://schemas.microsoft.com/office/drawing/2014/main" id="{8AD8ADEC-A240-398B-E5E0-3602D92F07E1}"/>
                  </a:ext>
                </a:extLst>
              </p:cNvPr>
              <p:cNvSpPr/>
              <p:nvPr/>
            </p:nvSpPr>
            <p:spPr>
              <a:xfrm>
                <a:off x="4122695" y="6773574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08" name="矩形 607">
                <a:extLst>
                  <a:ext uri="{FF2B5EF4-FFF2-40B4-BE49-F238E27FC236}">
                    <a16:creationId xmlns:a16="http://schemas.microsoft.com/office/drawing/2014/main" id="{7FDACAFC-F9A5-AAD7-00BA-680264C4398C}"/>
                  </a:ext>
                </a:extLst>
              </p:cNvPr>
              <p:cNvSpPr/>
              <p:nvPr/>
            </p:nvSpPr>
            <p:spPr>
              <a:xfrm>
                <a:off x="3656357" y="690625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09" name="矩形 608">
                <a:extLst>
                  <a:ext uri="{FF2B5EF4-FFF2-40B4-BE49-F238E27FC236}">
                    <a16:creationId xmlns:a16="http://schemas.microsoft.com/office/drawing/2014/main" id="{7FD77AC2-55D6-267D-FC85-C0386F52E383}"/>
                  </a:ext>
                </a:extLst>
              </p:cNvPr>
              <p:cNvSpPr/>
              <p:nvPr/>
            </p:nvSpPr>
            <p:spPr>
              <a:xfrm>
                <a:off x="3811767" y="690625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0" name="矩形 609">
                <a:extLst>
                  <a:ext uri="{FF2B5EF4-FFF2-40B4-BE49-F238E27FC236}">
                    <a16:creationId xmlns:a16="http://schemas.microsoft.com/office/drawing/2014/main" id="{2F4429C3-A915-E5A9-AE97-B6B6310F3B74}"/>
                  </a:ext>
                </a:extLst>
              </p:cNvPr>
              <p:cNvSpPr/>
              <p:nvPr/>
            </p:nvSpPr>
            <p:spPr>
              <a:xfrm>
                <a:off x="3967177" y="690625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1" name="矩形 610">
                <a:extLst>
                  <a:ext uri="{FF2B5EF4-FFF2-40B4-BE49-F238E27FC236}">
                    <a16:creationId xmlns:a16="http://schemas.microsoft.com/office/drawing/2014/main" id="{8603E164-2A0F-0F94-7C6F-E575B286D3A4}"/>
                  </a:ext>
                </a:extLst>
              </p:cNvPr>
              <p:cNvSpPr/>
              <p:nvPr/>
            </p:nvSpPr>
            <p:spPr>
              <a:xfrm>
                <a:off x="4122587" y="690625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2" name="矩形 611">
                <a:extLst>
                  <a:ext uri="{FF2B5EF4-FFF2-40B4-BE49-F238E27FC236}">
                    <a16:creationId xmlns:a16="http://schemas.microsoft.com/office/drawing/2014/main" id="{1BC2E19B-DAAF-F176-5CD9-564B33518FB3}"/>
                  </a:ext>
                </a:extLst>
              </p:cNvPr>
              <p:cNvSpPr/>
              <p:nvPr/>
            </p:nvSpPr>
            <p:spPr>
              <a:xfrm>
                <a:off x="3656357" y="7038879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3" name="矩形 612">
                <a:extLst>
                  <a:ext uri="{FF2B5EF4-FFF2-40B4-BE49-F238E27FC236}">
                    <a16:creationId xmlns:a16="http://schemas.microsoft.com/office/drawing/2014/main" id="{9ACDC26D-3623-8362-B0F8-52BF01ACA767}"/>
                  </a:ext>
                </a:extLst>
              </p:cNvPr>
              <p:cNvSpPr/>
              <p:nvPr/>
            </p:nvSpPr>
            <p:spPr>
              <a:xfrm>
                <a:off x="3811767" y="7038879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4" name="矩形 613">
                <a:extLst>
                  <a:ext uri="{FF2B5EF4-FFF2-40B4-BE49-F238E27FC236}">
                    <a16:creationId xmlns:a16="http://schemas.microsoft.com/office/drawing/2014/main" id="{4AF5F51E-45D8-D058-0507-B6143893702C}"/>
                  </a:ext>
                </a:extLst>
              </p:cNvPr>
              <p:cNvSpPr/>
              <p:nvPr/>
            </p:nvSpPr>
            <p:spPr>
              <a:xfrm>
                <a:off x="3967177" y="7038879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5" name="矩形 614">
                <a:extLst>
                  <a:ext uri="{FF2B5EF4-FFF2-40B4-BE49-F238E27FC236}">
                    <a16:creationId xmlns:a16="http://schemas.microsoft.com/office/drawing/2014/main" id="{87DE4D0D-7583-AC0C-B789-27A568D23CDF}"/>
                  </a:ext>
                </a:extLst>
              </p:cNvPr>
              <p:cNvSpPr/>
              <p:nvPr/>
            </p:nvSpPr>
            <p:spPr>
              <a:xfrm>
                <a:off x="4122587" y="7038879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6" name="矩形 615">
                <a:extLst>
                  <a:ext uri="{FF2B5EF4-FFF2-40B4-BE49-F238E27FC236}">
                    <a16:creationId xmlns:a16="http://schemas.microsoft.com/office/drawing/2014/main" id="{24C4F8F9-5418-C8F6-71E3-7606319331C5}"/>
                  </a:ext>
                </a:extLst>
              </p:cNvPr>
              <p:cNvSpPr/>
              <p:nvPr/>
            </p:nvSpPr>
            <p:spPr>
              <a:xfrm>
                <a:off x="3656357" y="650768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7" name="矩形 616">
                <a:extLst>
                  <a:ext uri="{FF2B5EF4-FFF2-40B4-BE49-F238E27FC236}">
                    <a16:creationId xmlns:a16="http://schemas.microsoft.com/office/drawing/2014/main" id="{22A8450A-9A05-1780-BE46-D9B2B0DE9DC7}"/>
                  </a:ext>
                </a:extLst>
              </p:cNvPr>
              <p:cNvSpPr/>
              <p:nvPr/>
            </p:nvSpPr>
            <p:spPr>
              <a:xfrm>
                <a:off x="3811767" y="650768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8" name="矩形 617">
                <a:extLst>
                  <a:ext uri="{FF2B5EF4-FFF2-40B4-BE49-F238E27FC236}">
                    <a16:creationId xmlns:a16="http://schemas.microsoft.com/office/drawing/2014/main" id="{F7796BBB-1D48-96B4-B8AE-FFD73B3832BD}"/>
                  </a:ext>
                </a:extLst>
              </p:cNvPr>
              <p:cNvSpPr/>
              <p:nvPr/>
            </p:nvSpPr>
            <p:spPr>
              <a:xfrm>
                <a:off x="3967177" y="650768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9" name="矩形 618">
                <a:extLst>
                  <a:ext uri="{FF2B5EF4-FFF2-40B4-BE49-F238E27FC236}">
                    <a16:creationId xmlns:a16="http://schemas.microsoft.com/office/drawing/2014/main" id="{A70362E8-F65D-0FC6-A927-56EE86569818}"/>
                  </a:ext>
                </a:extLst>
              </p:cNvPr>
              <p:cNvSpPr/>
              <p:nvPr/>
            </p:nvSpPr>
            <p:spPr>
              <a:xfrm>
                <a:off x="4122587" y="650768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779" name="组合 778">
            <a:extLst>
              <a:ext uri="{FF2B5EF4-FFF2-40B4-BE49-F238E27FC236}">
                <a16:creationId xmlns:a16="http://schemas.microsoft.com/office/drawing/2014/main" id="{AC900855-69EC-7D36-A03A-013E1B064C62}"/>
              </a:ext>
            </a:extLst>
          </p:cNvPr>
          <p:cNvGrpSpPr/>
          <p:nvPr/>
        </p:nvGrpSpPr>
        <p:grpSpPr>
          <a:xfrm>
            <a:off x="4623775" y="6074232"/>
            <a:ext cx="621640" cy="663817"/>
            <a:chOff x="4341455" y="6517035"/>
            <a:chExt cx="621640" cy="663817"/>
          </a:xfrm>
        </p:grpSpPr>
        <p:sp>
          <p:nvSpPr>
            <p:cNvPr id="780" name="矩形 1174">
              <a:extLst>
                <a:ext uri="{FF2B5EF4-FFF2-40B4-BE49-F238E27FC236}">
                  <a16:creationId xmlns:a16="http://schemas.microsoft.com/office/drawing/2014/main" id="{0498E65D-32FE-9D0B-DB90-613DBE3457EA}"/>
                </a:ext>
              </a:extLst>
            </p:cNvPr>
            <p:cNvSpPr/>
            <p:nvPr/>
          </p:nvSpPr>
          <p:spPr>
            <a:xfrm rot="10800000">
              <a:off x="4342830" y="6886022"/>
              <a:ext cx="618706" cy="226680"/>
            </a:xfrm>
            <a:custGeom>
              <a:avLst/>
              <a:gdLst>
                <a:gd name="connsiteX0" fmla="*/ 0 w 595706"/>
                <a:gd name="connsiteY0" fmla="*/ 0 h 92965"/>
                <a:gd name="connsiteX1" fmla="*/ 595706 w 595706"/>
                <a:gd name="connsiteY1" fmla="*/ 0 h 92965"/>
                <a:gd name="connsiteX2" fmla="*/ 595706 w 595706"/>
                <a:gd name="connsiteY2" fmla="*/ 92965 h 92965"/>
                <a:gd name="connsiteX3" fmla="*/ 0 w 595706"/>
                <a:gd name="connsiteY3" fmla="*/ 92965 h 92965"/>
                <a:gd name="connsiteX4" fmla="*/ 0 w 595706"/>
                <a:gd name="connsiteY4" fmla="*/ 0 h 92965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1422 w 594406"/>
                <a:gd name="connsiteY0" fmla="*/ 21376 h 135147"/>
                <a:gd name="connsiteX1" fmla="*/ 594406 w 594406"/>
                <a:gd name="connsiteY1" fmla="*/ 0 h 135147"/>
                <a:gd name="connsiteX2" fmla="*/ 594406 w 594406"/>
                <a:gd name="connsiteY2" fmla="*/ 92965 h 135147"/>
                <a:gd name="connsiteX3" fmla="*/ 61 w 594406"/>
                <a:gd name="connsiteY3" fmla="*/ 135147 h 135147"/>
                <a:gd name="connsiteX4" fmla="*/ 1422 w 594406"/>
                <a:gd name="connsiteY4" fmla="*/ 21376 h 135147"/>
                <a:gd name="connsiteX0" fmla="*/ 1422 w 594406"/>
                <a:gd name="connsiteY0" fmla="*/ 15599 h 135147"/>
                <a:gd name="connsiteX1" fmla="*/ 594406 w 594406"/>
                <a:gd name="connsiteY1" fmla="*/ 0 h 135147"/>
                <a:gd name="connsiteX2" fmla="*/ 594406 w 594406"/>
                <a:gd name="connsiteY2" fmla="*/ 92965 h 135147"/>
                <a:gd name="connsiteX3" fmla="*/ 61 w 594406"/>
                <a:gd name="connsiteY3" fmla="*/ 135147 h 135147"/>
                <a:gd name="connsiteX4" fmla="*/ 1422 w 594406"/>
                <a:gd name="connsiteY4" fmla="*/ 15599 h 135147"/>
                <a:gd name="connsiteX0" fmla="*/ 131 w 594476"/>
                <a:gd name="connsiteY0" fmla="*/ 4622 h 135147"/>
                <a:gd name="connsiteX1" fmla="*/ 594476 w 594476"/>
                <a:gd name="connsiteY1" fmla="*/ 0 h 135147"/>
                <a:gd name="connsiteX2" fmla="*/ 594476 w 594476"/>
                <a:gd name="connsiteY2" fmla="*/ 92965 h 135147"/>
                <a:gd name="connsiteX3" fmla="*/ 131 w 594476"/>
                <a:gd name="connsiteY3" fmla="*/ 135147 h 135147"/>
                <a:gd name="connsiteX4" fmla="*/ 131 w 594476"/>
                <a:gd name="connsiteY4" fmla="*/ 4622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22423 h 139660"/>
                <a:gd name="connsiteX1" fmla="*/ 595706 w 595706"/>
                <a:gd name="connsiteY1" fmla="*/ 4513 h 139660"/>
                <a:gd name="connsiteX2" fmla="*/ 595706 w 595706"/>
                <a:gd name="connsiteY2" fmla="*/ 97478 h 139660"/>
                <a:gd name="connsiteX3" fmla="*/ 1361 w 595706"/>
                <a:gd name="connsiteY3" fmla="*/ 139660 h 139660"/>
                <a:gd name="connsiteX4" fmla="*/ 0 w 595706"/>
                <a:gd name="connsiteY4" fmla="*/ 22423 h 139660"/>
                <a:gd name="connsiteX0" fmla="*/ 0 w 595706"/>
                <a:gd name="connsiteY0" fmla="*/ 26413 h 143650"/>
                <a:gd name="connsiteX1" fmla="*/ 595706 w 595706"/>
                <a:gd name="connsiteY1" fmla="*/ 8503 h 143650"/>
                <a:gd name="connsiteX2" fmla="*/ 595706 w 595706"/>
                <a:gd name="connsiteY2" fmla="*/ 101468 h 143650"/>
                <a:gd name="connsiteX3" fmla="*/ 1361 w 595706"/>
                <a:gd name="connsiteY3" fmla="*/ 143650 h 143650"/>
                <a:gd name="connsiteX4" fmla="*/ 0 w 595706"/>
                <a:gd name="connsiteY4" fmla="*/ 26413 h 143650"/>
                <a:gd name="connsiteX0" fmla="*/ 0 w 595706"/>
                <a:gd name="connsiteY0" fmla="*/ 21286 h 138523"/>
                <a:gd name="connsiteX1" fmla="*/ 595706 w 595706"/>
                <a:gd name="connsiteY1" fmla="*/ 3376 h 138523"/>
                <a:gd name="connsiteX2" fmla="*/ 595706 w 595706"/>
                <a:gd name="connsiteY2" fmla="*/ 96341 h 138523"/>
                <a:gd name="connsiteX3" fmla="*/ 1361 w 595706"/>
                <a:gd name="connsiteY3" fmla="*/ 138523 h 138523"/>
                <a:gd name="connsiteX4" fmla="*/ 0 w 595706"/>
                <a:gd name="connsiteY4" fmla="*/ 21286 h 138523"/>
                <a:gd name="connsiteX0" fmla="*/ 0 w 595706"/>
                <a:gd name="connsiteY0" fmla="*/ 22534 h 139771"/>
                <a:gd name="connsiteX1" fmla="*/ 595706 w 595706"/>
                <a:gd name="connsiteY1" fmla="*/ 4624 h 139771"/>
                <a:gd name="connsiteX2" fmla="*/ 595706 w 595706"/>
                <a:gd name="connsiteY2" fmla="*/ 97589 h 139771"/>
                <a:gd name="connsiteX3" fmla="*/ 1361 w 595706"/>
                <a:gd name="connsiteY3" fmla="*/ 139771 h 139771"/>
                <a:gd name="connsiteX4" fmla="*/ 0 w 595706"/>
                <a:gd name="connsiteY4" fmla="*/ 22534 h 139771"/>
                <a:gd name="connsiteX0" fmla="*/ 0 w 595706"/>
                <a:gd name="connsiteY0" fmla="*/ 23494 h 140731"/>
                <a:gd name="connsiteX1" fmla="*/ 595706 w 595706"/>
                <a:gd name="connsiteY1" fmla="*/ 2118 h 140731"/>
                <a:gd name="connsiteX2" fmla="*/ 595706 w 595706"/>
                <a:gd name="connsiteY2" fmla="*/ 98549 h 140731"/>
                <a:gd name="connsiteX3" fmla="*/ 1361 w 595706"/>
                <a:gd name="connsiteY3" fmla="*/ 140731 h 140731"/>
                <a:gd name="connsiteX4" fmla="*/ 0 w 595706"/>
                <a:gd name="connsiteY4" fmla="*/ 23494 h 140731"/>
                <a:gd name="connsiteX0" fmla="*/ 0 w 595706"/>
                <a:gd name="connsiteY0" fmla="*/ 23494 h 140731"/>
                <a:gd name="connsiteX1" fmla="*/ 595706 w 595706"/>
                <a:gd name="connsiteY1" fmla="*/ 2118 h 140731"/>
                <a:gd name="connsiteX2" fmla="*/ 595706 w 595706"/>
                <a:gd name="connsiteY2" fmla="*/ 98549 h 140731"/>
                <a:gd name="connsiteX3" fmla="*/ 1361 w 595706"/>
                <a:gd name="connsiteY3" fmla="*/ 140731 h 140731"/>
                <a:gd name="connsiteX4" fmla="*/ 0 w 595706"/>
                <a:gd name="connsiteY4" fmla="*/ 23494 h 140731"/>
                <a:gd name="connsiteX0" fmla="*/ 0 w 595706"/>
                <a:gd name="connsiteY0" fmla="*/ 25030 h 142267"/>
                <a:gd name="connsiteX1" fmla="*/ 595706 w 595706"/>
                <a:gd name="connsiteY1" fmla="*/ 3654 h 142267"/>
                <a:gd name="connsiteX2" fmla="*/ 595706 w 595706"/>
                <a:gd name="connsiteY2" fmla="*/ 100085 h 142267"/>
                <a:gd name="connsiteX3" fmla="*/ 1361 w 595706"/>
                <a:gd name="connsiteY3" fmla="*/ 142267 h 142267"/>
                <a:gd name="connsiteX4" fmla="*/ 0 w 595706"/>
                <a:gd name="connsiteY4" fmla="*/ 25030 h 142267"/>
                <a:gd name="connsiteX0" fmla="*/ 0 w 595706"/>
                <a:gd name="connsiteY0" fmla="*/ 22091 h 139328"/>
                <a:gd name="connsiteX1" fmla="*/ 595706 w 595706"/>
                <a:gd name="connsiteY1" fmla="*/ 715 h 139328"/>
                <a:gd name="connsiteX2" fmla="*/ 595706 w 595706"/>
                <a:gd name="connsiteY2" fmla="*/ 97146 h 139328"/>
                <a:gd name="connsiteX3" fmla="*/ 1361 w 595706"/>
                <a:gd name="connsiteY3" fmla="*/ 139328 h 139328"/>
                <a:gd name="connsiteX4" fmla="*/ 0 w 595706"/>
                <a:gd name="connsiteY4" fmla="*/ 22091 h 139328"/>
                <a:gd name="connsiteX0" fmla="*/ 0 w 595706"/>
                <a:gd name="connsiteY0" fmla="*/ 23573 h 140810"/>
                <a:gd name="connsiteX1" fmla="*/ 595706 w 595706"/>
                <a:gd name="connsiteY1" fmla="*/ 2197 h 140810"/>
                <a:gd name="connsiteX2" fmla="*/ 595706 w 595706"/>
                <a:gd name="connsiteY2" fmla="*/ 98628 h 140810"/>
                <a:gd name="connsiteX3" fmla="*/ 1361 w 595706"/>
                <a:gd name="connsiteY3" fmla="*/ 140810 h 140810"/>
                <a:gd name="connsiteX4" fmla="*/ 0 w 595706"/>
                <a:gd name="connsiteY4" fmla="*/ 23573 h 140810"/>
                <a:gd name="connsiteX0" fmla="*/ 0 w 595706"/>
                <a:gd name="connsiteY0" fmla="*/ 21908 h 139145"/>
                <a:gd name="connsiteX1" fmla="*/ 595706 w 595706"/>
                <a:gd name="connsiteY1" fmla="*/ 532 h 139145"/>
                <a:gd name="connsiteX2" fmla="*/ 595706 w 595706"/>
                <a:gd name="connsiteY2" fmla="*/ 96963 h 139145"/>
                <a:gd name="connsiteX3" fmla="*/ 1361 w 595706"/>
                <a:gd name="connsiteY3" fmla="*/ 139145 h 139145"/>
                <a:gd name="connsiteX4" fmla="*/ 0 w 595706"/>
                <a:gd name="connsiteY4" fmla="*/ 21908 h 139145"/>
                <a:gd name="connsiteX0" fmla="*/ 0 w 595706"/>
                <a:gd name="connsiteY0" fmla="*/ 23863 h 141100"/>
                <a:gd name="connsiteX1" fmla="*/ 595706 w 595706"/>
                <a:gd name="connsiteY1" fmla="*/ 2487 h 141100"/>
                <a:gd name="connsiteX2" fmla="*/ 595706 w 595706"/>
                <a:gd name="connsiteY2" fmla="*/ 98918 h 141100"/>
                <a:gd name="connsiteX3" fmla="*/ 1361 w 595706"/>
                <a:gd name="connsiteY3" fmla="*/ 141100 h 141100"/>
                <a:gd name="connsiteX4" fmla="*/ 0 w 595706"/>
                <a:gd name="connsiteY4" fmla="*/ 23863 h 141100"/>
                <a:gd name="connsiteX0" fmla="*/ 0 w 595706"/>
                <a:gd name="connsiteY0" fmla="*/ 24472 h 141709"/>
                <a:gd name="connsiteX1" fmla="*/ 595706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0 w 595706"/>
                <a:gd name="connsiteY0" fmla="*/ 24267 h 141504"/>
                <a:gd name="connsiteX1" fmla="*/ 595706 w 595706"/>
                <a:gd name="connsiteY1" fmla="*/ 2891 h 141504"/>
                <a:gd name="connsiteX2" fmla="*/ 595706 w 595706"/>
                <a:gd name="connsiteY2" fmla="*/ 99322 h 141504"/>
                <a:gd name="connsiteX3" fmla="*/ 1361 w 595706"/>
                <a:gd name="connsiteY3" fmla="*/ 141504 h 141504"/>
                <a:gd name="connsiteX4" fmla="*/ 0 w 595706"/>
                <a:gd name="connsiteY4" fmla="*/ 24267 h 141504"/>
                <a:gd name="connsiteX0" fmla="*/ 0 w 595706"/>
                <a:gd name="connsiteY0" fmla="*/ 24472 h 141709"/>
                <a:gd name="connsiteX1" fmla="*/ 595706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0 w 595706"/>
                <a:gd name="connsiteY0" fmla="*/ 24472 h 141709"/>
                <a:gd name="connsiteX1" fmla="*/ 594353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124 w 595830"/>
                <a:gd name="connsiteY0" fmla="*/ 24472 h 141709"/>
                <a:gd name="connsiteX1" fmla="*/ 594477 w 595830"/>
                <a:gd name="connsiteY1" fmla="*/ 3096 h 141709"/>
                <a:gd name="connsiteX2" fmla="*/ 595830 w 595830"/>
                <a:gd name="connsiteY2" fmla="*/ 99527 h 141709"/>
                <a:gd name="connsiteX3" fmla="*/ 131 w 595830"/>
                <a:gd name="connsiteY3" fmla="*/ 141709 h 141709"/>
                <a:gd name="connsiteX4" fmla="*/ 124 w 595830"/>
                <a:gd name="connsiteY4" fmla="*/ 24472 h 141709"/>
                <a:gd name="connsiteX0" fmla="*/ 124 w 597179"/>
                <a:gd name="connsiteY0" fmla="*/ 25207 h 142444"/>
                <a:gd name="connsiteX1" fmla="*/ 597179 w 597179"/>
                <a:gd name="connsiteY1" fmla="*/ 481 h 142444"/>
                <a:gd name="connsiteX2" fmla="*/ 595830 w 597179"/>
                <a:gd name="connsiteY2" fmla="*/ 100262 h 142444"/>
                <a:gd name="connsiteX3" fmla="*/ 131 w 597179"/>
                <a:gd name="connsiteY3" fmla="*/ 142444 h 142444"/>
                <a:gd name="connsiteX4" fmla="*/ 124 w 597179"/>
                <a:gd name="connsiteY4" fmla="*/ 25207 h 142444"/>
                <a:gd name="connsiteX0" fmla="*/ 124 w 595889"/>
                <a:gd name="connsiteY0" fmla="*/ 25842 h 143079"/>
                <a:gd name="connsiteX1" fmla="*/ 594477 w 595889"/>
                <a:gd name="connsiteY1" fmla="*/ 0 h 143079"/>
                <a:gd name="connsiteX2" fmla="*/ 595830 w 595889"/>
                <a:gd name="connsiteY2" fmla="*/ 100897 h 143079"/>
                <a:gd name="connsiteX3" fmla="*/ 131 w 595889"/>
                <a:gd name="connsiteY3" fmla="*/ 143079 h 143079"/>
                <a:gd name="connsiteX4" fmla="*/ 124 w 595889"/>
                <a:gd name="connsiteY4" fmla="*/ 25842 h 143079"/>
                <a:gd name="connsiteX0" fmla="*/ 124 w 595889"/>
                <a:gd name="connsiteY0" fmla="*/ 24713 h 141950"/>
                <a:gd name="connsiteX1" fmla="*/ 594477 w 595889"/>
                <a:gd name="connsiteY1" fmla="*/ 2221 h 141950"/>
                <a:gd name="connsiteX2" fmla="*/ 595830 w 595889"/>
                <a:gd name="connsiteY2" fmla="*/ 99768 h 141950"/>
                <a:gd name="connsiteX3" fmla="*/ 131 w 595889"/>
                <a:gd name="connsiteY3" fmla="*/ 141950 h 141950"/>
                <a:gd name="connsiteX4" fmla="*/ 124 w 595889"/>
                <a:gd name="connsiteY4" fmla="*/ 24713 h 141950"/>
                <a:gd name="connsiteX0" fmla="*/ 124 w 595959"/>
                <a:gd name="connsiteY0" fmla="*/ 24713 h 141950"/>
                <a:gd name="connsiteX1" fmla="*/ 595828 w 595959"/>
                <a:gd name="connsiteY1" fmla="*/ 2221 h 141950"/>
                <a:gd name="connsiteX2" fmla="*/ 595830 w 595959"/>
                <a:gd name="connsiteY2" fmla="*/ 99768 h 141950"/>
                <a:gd name="connsiteX3" fmla="*/ 131 w 595959"/>
                <a:gd name="connsiteY3" fmla="*/ 141950 h 141950"/>
                <a:gd name="connsiteX4" fmla="*/ 124 w 595959"/>
                <a:gd name="connsiteY4" fmla="*/ 24713 h 141950"/>
                <a:gd name="connsiteX0" fmla="*/ 124 w 595959"/>
                <a:gd name="connsiteY0" fmla="*/ 24925 h 142162"/>
                <a:gd name="connsiteX1" fmla="*/ 595828 w 595959"/>
                <a:gd name="connsiteY1" fmla="*/ 2433 h 142162"/>
                <a:gd name="connsiteX2" fmla="*/ 595830 w 595959"/>
                <a:gd name="connsiteY2" fmla="*/ 99980 h 142162"/>
                <a:gd name="connsiteX3" fmla="*/ 131 w 595959"/>
                <a:gd name="connsiteY3" fmla="*/ 142162 h 142162"/>
                <a:gd name="connsiteX4" fmla="*/ 124 w 595959"/>
                <a:gd name="connsiteY4" fmla="*/ 24925 h 142162"/>
                <a:gd name="connsiteX0" fmla="*/ 124 w 595959"/>
                <a:gd name="connsiteY0" fmla="*/ 22492 h 139729"/>
                <a:gd name="connsiteX1" fmla="*/ 595828 w 595959"/>
                <a:gd name="connsiteY1" fmla="*/ 0 h 139729"/>
                <a:gd name="connsiteX2" fmla="*/ 595830 w 595959"/>
                <a:gd name="connsiteY2" fmla="*/ 97547 h 139729"/>
                <a:gd name="connsiteX3" fmla="*/ 131 w 595959"/>
                <a:gd name="connsiteY3" fmla="*/ 139729 h 139729"/>
                <a:gd name="connsiteX4" fmla="*/ 124 w 595959"/>
                <a:gd name="connsiteY4" fmla="*/ 22492 h 139729"/>
                <a:gd name="connsiteX0" fmla="*/ 124 w 595959"/>
                <a:gd name="connsiteY0" fmla="*/ 25585 h 142822"/>
                <a:gd name="connsiteX1" fmla="*/ 595828 w 595959"/>
                <a:gd name="connsiteY1" fmla="*/ 3093 h 142822"/>
                <a:gd name="connsiteX2" fmla="*/ 595830 w 595959"/>
                <a:gd name="connsiteY2" fmla="*/ 100640 h 142822"/>
                <a:gd name="connsiteX3" fmla="*/ 131 w 595959"/>
                <a:gd name="connsiteY3" fmla="*/ 142822 h 142822"/>
                <a:gd name="connsiteX4" fmla="*/ 124 w 595959"/>
                <a:gd name="connsiteY4" fmla="*/ 25585 h 142822"/>
                <a:gd name="connsiteX0" fmla="*/ 124 w 595959"/>
                <a:gd name="connsiteY0" fmla="*/ 25585 h 142822"/>
                <a:gd name="connsiteX1" fmla="*/ 595828 w 595959"/>
                <a:gd name="connsiteY1" fmla="*/ 3093 h 142822"/>
                <a:gd name="connsiteX2" fmla="*/ 595830 w 595959"/>
                <a:gd name="connsiteY2" fmla="*/ 100640 h 142822"/>
                <a:gd name="connsiteX3" fmla="*/ 131 w 595959"/>
                <a:gd name="connsiteY3" fmla="*/ 142822 h 142822"/>
                <a:gd name="connsiteX4" fmla="*/ 124 w 595959"/>
                <a:gd name="connsiteY4" fmla="*/ 25585 h 142822"/>
                <a:gd name="connsiteX0" fmla="*/ 124 w 595959"/>
                <a:gd name="connsiteY0" fmla="*/ 26512 h 143749"/>
                <a:gd name="connsiteX1" fmla="*/ 595828 w 595959"/>
                <a:gd name="connsiteY1" fmla="*/ 4020 h 143749"/>
                <a:gd name="connsiteX2" fmla="*/ 595830 w 595959"/>
                <a:gd name="connsiteY2" fmla="*/ 101567 h 143749"/>
                <a:gd name="connsiteX3" fmla="*/ 131 w 595959"/>
                <a:gd name="connsiteY3" fmla="*/ 143749 h 143749"/>
                <a:gd name="connsiteX4" fmla="*/ 124 w 595959"/>
                <a:gd name="connsiteY4" fmla="*/ 26512 h 143749"/>
                <a:gd name="connsiteX0" fmla="*/ 124 w 595959"/>
                <a:gd name="connsiteY0" fmla="*/ 26512 h 143749"/>
                <a:gd name="connsiteX1" fmla="*/ 595828 w 595959"/>
                <a:gd name="connsiteY1" fmla="*/ 4020 h 143749"/>
                <a:gd name="connsiteX2" fmla="*/ 595830 w 595959"/>
                <a:gd name="connsiteY2" fmla="*/ 101567 h 143749"/>
                <a:gd name="connsiteX3" fmla="*/ 131 w 595959"/>
                <a:gd name="connsiteY3" fmla="*/ 143749 h 143749"/>
                <a:gd name="connsiteX4" fmla="*/ 124 w 595959"/>
                <a:gd name="connsiteY4" fmla="*/ 26512 h 143749"/>
                <a:gd name="connsiteX0" fmla="*/ 124 w 595959"/>
                <a:gd name="connsiteY0" fmla="*/ 28496 h 145733"/>
                <a:gd name="connsiteX1" fmla="*/ 595828 w 595959"/>
                <a:gd name="connsiteY1" fmla="*/ 6004 h 145733"/>
                <a:gd name="connsiteX2" fmla="*/ 595830 w 595959"/>
                <a:gd name="connsiteY2" fmla="*/ 103551 h 145733"/>
                <a:gd name="connsiteX3" fmla="*/ 131 w 595959"/>
                <a:gd name="connsiteY3" fmla="*/ 145733 h 145733"/>
                <a:gd name="connsiteX4" fmla="*/ 124 w 595959"/>
                <a:gd name="connsiteY4" fmla="*/ 28496 h 14573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856"/>
                <a:gd name="connsiteY0" fmla="*/ 41841 h 159078"/>
                <a:gd name="connsiteX1" fmla="*/ 591261 w 595856"/>
                <a:gd name="connsiteY1" fmla="*/ 0 h 159078"/>
                <a:gd name="connsiteX2" fmla="*/ 595830 w 595856"/>
                <a:gd name="connsiteY2" fmla="*/ 116896 h 159078"/>
                <a:gd name="connsiteX3" fmla="*/ 131 w 595856"/>
                <a:gd name="connsiteY3" fmla="*/ 159078 h 159078"/>
                <a:gd name="connsiteX4" fmla="*/ 124 w 595856"/>
                <a:gd name="connsiteY4" fmla="*/ 41841 h 159078"/>
                <a:gd name="connsiteX0" fmla="*/ 124 w 595959"/>
                <a:gd name="connsiteY0" fmla="*/ 41841 h 159078"/>
                <a:gd name="connsiteX1" fmla="*/ 595828 w 595959"/>
                <a:gd name="connsiteY1" fmla="*/ 0 h 159078"/>
                <a:gd name="connsiteX2" fmla="*/ 595830 w 595959"/>
                <a:gd name="connsiteY2" fmla="*/ 116896 h 159078"/>
                <a:gd name="connsiteX3" fmla="*/ 131 w 595959"/>
                <a:gd name="connsiteY3" fmla="*/ 159078 h 159078"/>
                <a:gd name="connsiteX4" fmla="*/ 124 w 595959"/>
                <a:gd name="connsiteY4" fmla="*/ 41841 h 159078"/>
                <a:gd name="connsiteX0" fmla="*/ 124 w 597349"/>
                <a:gd name="connsiteY0" fmla="*/ 42378 h 159615"/>
                <a:gd name="connsiteX1" fmla="*/ 597349 w 597349"/>
                <a:gd name="connsiteY1" fmla="*/ 0 h 159615"/>
                <a:gd name="connsiteX2" fmla="*/ 595830 w 597349"/>
                <a:gd name="connsiteY2" fmla="*/ 117433 h 159615"/>
                <a:gd name="connsiteX3" fmla="*/ 131 w 597349"/>
                <a:gd name="connsiteY3" fmla="*/ 159615 h 159615"/>
                <a:gd name="connsiteX4" fmla="*/ 124 w 597349"/>
                <a:gd name="connsiteY4" fmla="*/ 42378 h 159615"/>
                <a:gd name="connsiteX0" fmla="*/ 124 w 600443"/>
                <a:gd name="connsiteY0" fmla="*/ 42378 h 159615"/>
                <a:gd name="connsiteX1" fmla="*/ 597349 w 600443"/>
                <a:gd name="connsiteY1" fmla="*/ 0 h 159615"/>
                <a:gd name="connsiteX2" fmla="*/ 600408 w 600443"/>
                <a:gd name="connsiteY2" fmla="*/ 117433 h 159615"/>
                <a:gd name="connsiteX3" fmla="*/ 131 w 600443"/>
                <a:gd name="connsiteY3" fmla="*/ 159615 h 159615"/>
                <a:gd name="connsiteX4" fmla="*/ 124 w 600443"/>
                <a:gd name="connsiteY4" fmla="*/ 42378 h 159615"/>
                <a:gd name="connsiteX0" fmla="*/ 124 w 600537"/>
                <a:gd name="connsiteY0" fmla="*/ 42378 h 159615"/>
                <a:gd name="connsiteX1" fmla="*/ 600401 w 600537"/>
                <a:gd name="connsiteY1" fmla="*/ 0 h 159615"/>
                <a:gd name="connsiteX2" fmla="*/ 600408 w 600537"/>
                <a:gd name="connsiteY2" fmla="*/ 117433 h 159615"/>
                <a:gd name="connsiteX3" fmla="*/ 131 w 600537"/>
                <a:gd name="connsiteY3" fmla="*/ 159615 h 159615"/>
                <a:gd name="connsiteX4" fmla="*/ 124 w 600537"/>
                <a:gd name="connsiteY4" fmla="*/ 42378 h 159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0537" h="159615">
                  <a:moveTo>
                    <a:pt x="124" y="42378"/>
                  </a:moveTo>
                  <a:cubicBezTo>
                    <a:pt x="296414" y="-50243"/>
                    <a:pt x="418111" y="75773"/>
                    <a:pt x="600401" y="0"/>
                  </a:cubicBezTo>
                  <a:cubicBezTo>
                    <a:pt x="599951" y="33260"/>
                    <a:pt x="600858" y="84173"/>
                    <a:pt x="600408" y="117433"/>
                  </a:cubicBezTo>
                  <a:cubicBezTo>
                    <a:pt x="395490" y="192726"/>
                    <a:pt x="285331" y="62551"/>
                    <a:pt x="131" y="159615"/>
                  </a:cubicBezTo>
                  <a:cubicBezTo>
                    <a:pt x="-323" y="114566"/>
                    <a:pt x="578" y="87427"/>
                    <a:pt x="124" y="42378"/>
                  </a:cubicBezTo>
                  <a:close/>
                </a:path>
              </a:pathLst>
            </a:custGeom>
            <a:solidFill>
              <a:schemeClr val="accent2">
                <a:lumMod val="40000"/>
                <a:lumOff val="6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81" name="矩形 1174">
              <a:extLst>
                <a:ext uri="{FF2B5EF4-FFF2-40B4-BE49-F238E27FC236}">
                  <a16:creationId xmlns:a16="http://schemas.microsoft.com/office/drawing/2014/main" id="{D9127187-E6D7-6B0D-E296-07FDFDC9AEEB}"/>
                </a:ext>
              </a:extLst>
            </p:cNvPr>
            <p:cNvSpPr/>
            <p:nvPr/>
          </p:nvSpPr>
          <p:spPr>
            <a:xfrm rot="10800000">
              <a:off x="4342829" y="7041272"/>
              <a:ext cx="618707" cy="139508"/>
            </a:xfrm>
            <a:custGeom>
              <a:avLst/>
              <a:gdLst>
                <a:gd name="connsiteX0" fmla="*/ 0 w 595706"/>
                <a:gd name="connsiteY0" fmla="*/ 0 h 92965"/>
                <a:gd name="connsiteX1" fmla="*/ 595706 w 595706"/>
                <a:gd name="connsiteY1" fmla="*/ 0 h 92965"/>
                <a:gd name="connsiteX2" fmla="*/ 595706 w 595706"/>
                <a:gd name="connsiteY2" fmla="*/ 92965 h 92965"/>
                <a:gd name="connsiteX3" fmla="*/ 0 w 595706"/>
                <a:gd name="connsiteY3" fmla="*/ 92965 h 92965"/>
                <a:gd name="connsiteX4" fmla="*/ 0 w 595706"/>
                <a:gd name="connsiteY4" fmla="*/ 0 h 92965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131 w 595837"/>
                <a:gd name="connsiteY0" fmla="*/ 0 h 148754"/>
                <a:gd name="connsiteX1" fmla="*/ 595837 w 595837"/>
                <a:gd name="connsiteY1" fmla="*/ 0 h 148754"/>
                <a:gd name="connsiteX2" fmla="*/ 595837 w 595837"/>
                <a:gd name="connsiteY2" fmla="*/ 92965 h 148754"/>
                <a:gd name="connsiteX3" fmla="*/ 131 w 595837"/>
                <a:gd name="connsiteY3" fmla="*/ 148754 h 148754"/>
                <a:gd name="connsiteX4" fmla="*/ 131 w 595837"/>
                <a:gd name="connsiteY4" fmla="*/ 0 h 148754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56571"/>
                <a:gd name="connsiteX1" fmla="*/ 595837 w 595837"/>
                <a:gd name="connsiteY1" fmla="*/ 0 h 156571"/>
                <a:gd name="connsiteX2" fmla="*/ 594316 w 595837"/>
                <a:gd name="connsiteY2" fmla="*/ 141984 h 156571"/>
                <a:gd name="connsiteX3" fmla="*/ 131 w 595837"/>
                <a:gd name="connsiteY3" fmla="*/ 140590 h 156571"/>
                <a:gd name="connsiteX4" fmla="*/ 131 w 595837"/>
                <a:gd name="connsiteY4" fmla="*/ 0 h 156571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0 w 600949"/>
                <a:gd name="connsiteY0" fmla="*/ 0 h 271309"/>
                <a:gd name="connsiteX1" fmla="*/ 600949 w 600949"/>
                <a:gd name="connsiteY1" fmla="*/ 0 h 271309"/>
                <a:gd name="connsiteX2" fmla="*/ 599428 w 600949"/>
                <a:gd name="connsiteY2" fmla="*/ 141984 h 271309"/>
                <a:gd name="connsiteX3" fmla="*/ 3722 w 600949"/>
                <a:gd name="connsiteY3" fmla="*/ 271309 h 271309"/>
                <a:gd name="connsiteX4" fmla="*/ 0 w 600949"/>
                <a:gd name="connsiteY4" fmla="*/ 0 h 271309"/>
                <a:gd name="connsiteX0" fmla="*/ 0 w 599639"/>
                <a:gd name="connsiteY0" fmla="*/ 0 h 271309"/>
                <a:gd name="connsiteX1" fmla="*/ 599639 w 599639"/>
                <a:gd name="connsiteY1" fmla="*/ 0 h 271309"/>
                <a:gd name="connsiteX2" fmla="*/ 599428 w 599639"/>
                <a:gd name="connsiteY2" fmla="*/ 141984 h 271309"/>
                <a:gd name="connsiteX3" fmla="*/ 3722 w 599639"/>
                <a:gd name="connsiteY3" fmla="*/ 271309 h 271309"/>
                <a:gd name="connsiteX4" fmla="*/ 0 w 599639"/>
                <a:gd name="connsiteY4" fmla="*/ 0 h 271309"/>
                <a:gd name="connsiteX0" fmla="*/ 0 w 597018"/>
                <a:gd name="connsiteY0" fmla="*/ 0 h 271309"/>
                <a:gd name="connsiteX1" fmla="*/ 597018 w 597018"/>
                <a:gd name="connsiteY1" fmla="*/ 0 h 271309"/>
                <a:gd name="connsiteX2" fmla="*/ 596807 w 597018"/>
                <a:gd name="connsiteY2" fmla="*/ 141984 h 271309"/>
                <a:gd name="connsiteX3" fmla="*/ 1101 w 597018"/>
                <a:gd name="connsiteY3" fmla="*/ 271309 h 271309"/>
                <a:gd name="connsiteX4" fmla="*/ 0 w 597018"/>
                <a:gd name="connsiteY4" fmla="*/ 0 h 271309"/>
                <a:gd name="connsiteX0" fmla="*/ 0 w 596807"/>
                <a:gd name="connsiteY0" fmla="*/ 0 h 271309"/>
                <a:gd name="connsiteX1" fmla="*/ 591775 w 596807"/>
                <a:gd name="connsiteY1" fmla="*/ 0 h 271309"/>
                <a:gd name="connsiteX2" fmla="*/ 596807 w 596807"/>
                <a:gd name="connsiteY2" fmla="*/ 141984 h 271309"/>
                <a:gd name="connsiteX3" fmla="*/ 1101 w 596807"/>
                <a:gd name="connsiteY3" fmla="*/ 271309 h 271309"/>
                <a:gd name="connsiteX4" fmla="*/ 0 w 596807"/>
                <a:gd name="connsiteY4" fmla="*/ 0 h 271309"/>
                <a:gd name="connsiteX0" fmla="*/ 0 w 596807"/>
                <a:gd name="connsiteY0" fmla="*/ 0 h 271309"/>
                <a:gd name="connsiteX1" fmla="*/ 595708 w 596807"/>
                <a:gd name="connsiteY1" fmla="*/ 0 h 271309"/>
                <a:gd name="connsiteX2" fmla="*/ 596807 w 596807"/>
                <a:gd name="connsiteY2" fmla="*/ 141984 h 271309"/>
                <a:gd name="connsiteX3" fmla="*/ 1101 w 596807"/>
                <a:gd name="connsiteY3" fmla="*/ 271309 h 271309"/>
                <a:gd name="connsiteX4" fmla="*/ 0 w 596807"/>
                <a:gd name="connsiteY4" fmla="*/ 0 h 271309"/>
                <a:gd name="connsiteX0" fmla="*/ 0 w 595708"/>
                <a:gd name="connsiteY0" fmla="*/ 0 h 271309"/>
                <a:gd name="connsiteX1" fmla="*/ 595708 w 595708"/>
                <a:gd name="connsiteY1" fmla="*/ 0 h 271309"/>
                <a:gd name="connsiteX2" fmla="*/ 594186 w 595708"/>
                <a:gd name="connsiteY2" fmla="*/ 141985 h 271309"/>
                <a:gd name="connsiteX3" fmla="*/ 1101 w 595708"/>
                <a:gd name="connsiteY3" fmla="*/ 271309 h 271309"/>
                <a:gd name="connsiteX4" fmla="*/ 0 w 595708"/>
                <a:gd name="connsiteY4" fmla="*/ 0 h 271309"/>
                <a:gd name="connsiteX0" fmla="*/ 0 w 596439"/>
                <a:gd name="connsiteY0" fmla="*/ 109083 h 380392"/>
                <a:gd name="connsiteX1" fmla="*/ 595708 w 596439"/>
                <a:gd name="connsiteY1" fmla="*/ 109083 h 380392"/>
                <a:gd name="connsiteX2" fmla="*/ 594186 w 596439"/>
                <a:gd name="connsiteY2" fmla="*/ 251068 h 380392"/>
                <a:gd name="connsiteX3" fmla="*/ 1101 w 596439"/>
                <a:gd name="connsiteY3" fmla="*/ 380392 h 380392"/>
                <a:gd name="connsiteX4" fmla="*/ 0 w 596439"/>
                <a:gd name="connsiteY4" fmla="*/ 109083 h 380392"/>
                <a:gd name="connsiteX0" fmla="*/ 0 w 595708"/>
                <a:gd name="connsiteY0" fmla="*/ 0 h 271309"/>
                <a:gd name="connsiteX1" fmla="*/ 595708 w 595708"/>
                <a:gd name="connsiteY1" fmla="*/ 0 h 271309"/>
                <a:gd name="connsiteX2" fmla="*/ 594186 w 595708"/>
                <a:gd name="connsiteY2" fmla="*/ 141985 h 271309"/>
                <a:gd name="connsiteX3" fmla="*/ 1101 w 595708"/>
                <a:gd name="connsiteY3" fmla="*/ 271309 h 271309"/>
                <a:gd name="connsiteX4" fmla="*/ 0 w 595708"/>
                <a:gd name="connsiteY4" fmla="*/ 0 h 271309"/>
                <a:gd name="connsiteX0" fmla="*/ 0 w 596808"/>
                <a:gd name="connsiteY0" fmla="*/ 0 h 271309"/>
                <a:gd name="connsiteX1" fmla="*/ 595708 w 596808"/>
                <a:gd name="connsiteY1" fmla="*/ 0 h 271309"/>
                <a:gd name="connsiteX2" fmla="*/ 596808 w 596808"/>
                <a:gd name="connsiteY2" fmla="*/ 141985 h 271309"/>
                <a:gd name="connsiteX3" fmla="*/ 1101 w 596808"/>
                <a:gd name="connsiteY3" fmla="*/ 271309 h 271309"/>
                <a:gd name="connsiteX4" fmla="*/ 0 w 596808"/>
                <a:gd name="connsiteY4" fmla="*/ 0 h 271309"/>
                <a:gd name="connsiteX0" fmla="*/ 0 w 596808"/>
                <a:gd name="connsiteY0" fmla="*/ 0 h 271309"/>
                <a:gd name="connsiteX1" fmla="*/ 595708 w 596808"/>
                <a:gd name="connsiteY1" fmla="*/ 0 h 271309"/>
                <a:gd name="connsiteX2" fmla="*/ 596808 w 596808"/>
                <a:gd name="connsiteY2" fmla="*/ 141985 h 271309"/>
                <a:gd name="connsiteX3" fmla="*/ 1101 w 596808"/>
                <a:gd name="connsiteY3" fmla="*/ 271309 h 271309"/>
                <a:gd name="connsiteX4" fmla="*/ 0 w 596808"/>
                <a:gd name="connsiteY4" fmla="*/ 0 h 271309"/>
                <a:gd name="connsiteX0" fmla="*/ 0 w 596808"/>
                <a:gd name="connsiteY0" fmla="*/ 0 h 271309"/>
                <a:gd name="connsiteX1" fmla="*/ 595708 w 596808"/>
                <a:gd name="connsiteY1" fmla="*/ 0 h 271309"/>
                <a:gd name="connsiteX2" fmla="*/ 596808 w 596808"/>
                <a:gd name="connsiteY2" fmla="*/ 141985 h 271309"/>
                <a:gd name="connsiteX3" fmla="*/ 1101 w 596808"/>
                <a:gd name="connsiteY3" fmla="*/ 271309 h 271309"/>
                <a:gd name="connsiteX4" fmla="*/ 0 w 596808"/>
                <a:gd name="connsiteY4" fmla="*/ 0 h 271309"/>
                <a:gd name="connsiteX0" fmla="*/ 0 w 595708"/>
                <a:gd name="connsiteY0" fmla="*/ 0 h 271309"/>
                <a:gd name="connsiteX1" fmla="*/ 595708 w 595708"/>
                <a:gd name="connsiteY1" fmla="*/ 0 h 271309"/>
                <a:gd name="connsiteX2" fmla="*/ 594186 w 595708"/>
                <a:gd name="connsiteY2" fmla="*/ 141985 h 271309"/>
                <a:gd name="connsiteX3" fmla="*/ 1101 w 595708"/>
                <a:gd name="connsiteY3" fmla="*/ 271309 h 271309"/>
                <a:gd name="connsiteX4" fmla="*/ 0 w 595708"/>
                <a:gd name="connsiteY4" fmla="*/ 0 h 271309"/>
                <a:gd name="connsiteX0" fmla="*/ 0 w 595708"/>
                <a:gd name="connsiteY0" fmla="*/ 0 h 271309"/>
                <a:gd name="connsiteX1" fmla="*/ 595708 w 595708"/>
                <a:gd name="connsiteY1" fmla="*/ 0 h 271309"/>
                <a:gd name="connsiteX2" fmla="*/ 594186 w 595708"/>
                <a:gd name="connsiteY2" fmla="*/ 141985 h 271309"/>
                <a:gd name="connsiteX3" fmla="*/ 1101 w 595708"/>
                <a:gd name="connsiteY3" fmla="*/ 271309 h 271309"/>
                <a:gd name="connsiteX4" fmla="*/ 0 w 595708"/>
                <a:gd name="connsiteY4" fmla="*/ 0 h 271309"/>
                <a:gd name="connsiteX0" fmla="*/ 0 w 595936"/>
                <a:gd name="connsiteY0" fmla="*/ 0 h 271309"/>
                <a:gd name="connsiteX1" fmla="*/ 595708 w 595936"/>
                <a:gd name="connsiteY1" fmla="*/ 0 h 271309"/>
                <a:gd name="connsiteX2" fmla="*/ 594186 w 595936"/>
                <a:gd name="connsiteY2" fmla="*/ 141985 h 271309"/>
                <a:gd name="connsiteX3" fmla="*/ 1101 w 595936"/>
                <a:gd name="connsiteY3" fmla="*/ 271309 h 271309"/>
                <a:gd name="connsiteX4" fmla="*/ 0 w 595936"/>
                <a:gd name="connsiteY4" fmla="*/ 0 h 271309"/>
                <a:gd name="connsiteX0" fmla="*/ 319 w 596255"/>
                <a:gd name="connsiteY0" fmla="*/ 0 h 271309"/>
                <a:gd name="connsiteX1" fmla="*/ 596027 w 596255"/>
                <a:gd name="connsiteY1" fmla="*/ 0 h 271309"/>
                <a:gd name="connsiteX2" fmla="*/ 594505 w 596255"/>
                <a:gd name="connsiteY2" fmla="*/ 141985 h 271309"/>
                <a:gd name="connsiteX3" fmla="*/ 110 w 596255"/>
                <a:gd name="connsiteY3" fmla="*/ 271309 h 271309"/>
                <a:gd name="connsiteX4" fmla="*/ 319 w 596255"/>
                <a:gd name="connsiteY4" fmla="*/ 0 h 271309"/>
                <a:gd name="connsiteX0" fmla="*/ 0 w 595936"/>
                <a:gd name="connsiteY0" fmla="*/ 0 h 271309"/>
                <a:gd name="connsiteX1" fmla="*/ 595708 w 595936"/>
                <a:gd name="connsiteY1" fmla="*/ 0 h 271309"/>
                <a:gd name="connsiteX2" fmla="*/ 594186 w 595936"/>
                <a:gd name="connsiteY2" fmla="*/ 141985 h 271309"/>
                <a:gd name="connsiteX3" fmla="*/ 1101 w 595936"/>
                <a:gd name="connsiteY3" fmla="*/ 271309 h 271309"/>
                <a:gd name="connsiteX4" fmla="*/ 0 w 595936"/>
                <a:gd name="connsiteY4" fmla="*/ 0 h 271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5936" h="271309">
                  <a:moveTo>
                    <a:pt x="0" y="0"/>
                  </a:moveTo>
                  <a:lnTo>
                    <a:pt x="595708" y="0"/>
                  </a:lnTo>
                  <a:cubicBezTo>
                    <a:pt x="595708" y="30988"/>
                    <a:pt x="596806" y="39550"/>
                    <a:pt x="594186" y="141985"/>
                  </a:cubicBezTo>
                  <a:cubicBezTo>
                    <a:pt x="404809" y="352086"/>
                    <a:pt x="341643" y="22672"/>
                    <a:pt x="1101" y="271309"/>
                  </a:cubicBezTo>
                  <a:cubicBezTo>
                    <a:pt x="647" y="226260"/>
                    <a:pt x="454" y="45049"/>
                    <a:pt x="0" y="0"/>
                  </a:cubicBez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782" name="组合 781">
              <a:extLst>
                <a:ext uri="{FF2B5EF4-FFF2-40B4-BE49-F238E27FC236}">
                  <a16:creationId xmlns:a16="http://schemas.microsoft.com/office/drawing/2014/main" id="{D38EC138-2537-F5DC-0A4F-9F8C6DD6F025}"/>
                </a:ext>
              </a:extLst>
            </p:cNvPr>
            <p:cNvGrpSpPr/>
            <p:nvPr/>
          </p:nvGrpSpPr>
          <p:grpSpPr>
            <a:xfrm>
              <a:off x="4341455" y="6517035"/>
              <a:ext cx="621640" cy="663817"/>
              <a:chOff x="3656357" y="6507685"/>
              <a:chExt cx="621640" cy="663817"/>
            </a:xfrm>
          </p:grpSpPr>
          <p:sp>
            <p:nvSpPr>
              <p:cNvPr id="783" name="矩形 782">
                <a:extLst>
                  <a:ext uri="{FF2B5EF4-FFF2-40B4-BE49-F238E27FC236}">
                    <a16:creationId xmlns:a16="http://schemas.microsoft.com/office/drawing/2014/main" id="{EB429CE9-292E-F1F0-2502-A88751E4AB1A}"/>
                  </a:ext>
                </a:extLst>
              </p:cNvPr>
              <p:cNvSpPr/>
              <p:nvPr/>
            </p:nvSpPr>
            <p:spPr>
              <a:xfrm>
                <a:off x="3656465" y="6640950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84" name="矩形 783">
                <a:extLst>
                  <a:ext uri="{FF2B5EF4-FFF2-40B4-BE49-F238E27FC236}">
                    <a16:creationId xmlns:a16="http://schemas.microsoft.com/office/drawing/2014/main" id="{C0A68D6D-529C-662D-00C5-2B53978E7C3F}"/>
                  </a:ext>
                </a:extLst>
              </p:cNvPr>
              <p:cNvSpPr/>
              <p:nvPr/>
            </p:nvSpPr>
            <p:spPr>
              <a:xfrm>
                <a:off x="3811875" y="6640950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85" name="矩形 784">
                <a:extLst>
                  <a:ext uri="{FF2B5EF4-FFF2-40B4-BE49-F238E27FC236}">
                    <a16:creationId xmlns:a16="http://schemas.microsoft.com/office/drawing/2014/main" id="{AFA37F32-D643-A3B4-F6E1-207194292102}"/>
                  </a:ext>
                </a:extLst>
              </p:cNvPr>
              <p:cNvSpPr/>
              <p:nvPr/>
            </p:nvSpPr>
            <p:spPr>
              <a:xfrm>
                <a:off x="3967285" y="6640950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86" name="矩形 785">
                <a:extLst>
                  <a:ext uri="{FF2B5EF4-FFF2-40B4-BE49-F238E27FC236}">
                    <a16:creationId xmlns:a16="http://schemas.microsoft.com/office/drawing/2014/main" id="{8D3D0C5C-B5DB-FE4E-A444-73DC1C31A4F0}"/>
                  </a:ext>
                </a:extLst>
              </p:cNvPr>
              <p:cNvSpPr/>
              <p:nvPr/>
            </p:nvSpPr>
            <p:spPr>
              <a:xfrm>
                <a:off x="4122695" y="6640950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87" name="矩形 786">
                <a:extLst>
                  <a:ext uri="{FF2B5EF4-FFF2-40B4-BE49-F238E27FC236}">
                    <a16:creationId xmlns:a16="http://schemas.microsoft.com/office/drawing/2014/main" id="{F6E9DE8F-0525-2639-32F9-74AC7885416F}"/>
                  </a:ext>
                </a:extLst>
              </p:cNvPr>
              <p:cNvSpPr/>
              <p:nvPr/>
            </p:nvSpPr>
            <p:spPr>
              <a:xfrm>
                <a:off x="3656465" y="6773574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88" name="矩形 787">
                <a:extLst>
                  <a:ext uri="{FF2B5EF4-FFF2-40B4-BE49-F238E27FC236}">
                    <a16:creationId xmlns:a16="http://schemas.microsoft.com/office/drawing/2014/main" id="{BDD97986-D6E6-AB67-0C22-F2D771BCA675}"/>
                  </a:ext>
                </a:extLst>
              </p:cNvPr>
              <p:cNvSpPr/>
              <p:nvPr/>
            </p:nvSpPr>
            <p:spPr>
              <a:xfrm>
                <a:off x="3811875" y="6773574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89" name="矩形 788">
                <a:extLst>
                  <a:ext uri="{FF2B5EF4-FFF2-40B4-BE49-F238E27FC236}">
                    <a16:creationId xmlns:a16="http://schemas.microsoft.com/office/drawing/2014/main" id="{C0FBDF0B-8ECB-3BAF-1C7D-47955022CF90}"/>
                  </a:ext>
                </a:extLst>
              </p:cNvPr>
              <p:cNvSpPr/>
              <p:nvPr/>
            </p:nvSpPr>
            <p:spPr>
              <a:xfrm>
                <a:off x="3967285" y="6773574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90" name="矩形 789">
                <a:extLst>
                  <a:ext uri="{FF2B5EF4-FFF2-40B4-BE49-F238E27FC236}">
                    <a16:creationId xmlns:a16="http://schemas.microsoft.com/office/drawing/2014/main" id="{ACBBAB36-EA99-FE9B-6566-BF04EDFA5DFB}"/>
                  </a:ext>
                </a:extLst>
              </p:cNvPr>
              <p:cNvSpPr/>
              <p:nvPr/>
            </p:nvSpPr>
            <p:spPr>
              <a:xfrm>
                <a:off x="4122695" y="6773574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91" name="矩形 790">
                <a:extLst>
                  <a:ext uri="{FF2B5EF4-FFF2-40B4-BE49-F238E27FC236}">
                    <a16:creationId xmlns:a16="http://schemas.microsoft.com/office/drawing/2014/main" id="{F24F102E-A089-C00D-C2F3-B476A48CE0FC}"/>
                  </a:ext>
                </a:extLst>
              </p:cNvPr>
              <p:cNvSpPr/>
              <p:nvPr/>
            </p:nvSpPr>
            <p:spPr>
              <a:xfrm>
                <a:off x="3656357" y="690625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92" name="矩形 791">
                <a:extLst>
                  <a:ext uri="{FF2B5EF4-FFF2-40B4-BE49-F238E27FC236}">
                    <a16:creationId xmlns:a16="http://schemas.microsoft.com/office/drawing/2014/main" id="{4CD2B1A6-FF65-C5CB-9EBA-C49F50F866A9}"/>
                  </a:ext>
                </a:extLst>
              </p:cNvPr>
              <p:cNvSpPr/>
              <p:nvPr/>
            </p:nvSpPr>
            <p:spPr>
              <a:xfrm>
                <a:off x="3811767" y="690625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93" name="矩形 792">
                <a:extLst>
                  <a:ext uri="{FF2B5EF4-FFF2-40B4-BE49-F238E27FC236}">
                    <a16:creationId xmlns:a16="http://schemas.microsoft.com/office/drawing/2014/main" id="{2913C4CE-DF64-55FF-FFDC-FA2CEF374694}"/>
                  </a:ext>
                </a:extLst>
              </p:cNvPr>
              <p:cNvSpPr/>
              <p:nvPr/>
            </p:nvSpPr>
            <p:spPr>
              <a:xfrm>
                <a:off x="3967177" y="690625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94" name="矩形 793">
                <a:extLst>
                  <a:ext uri="{FF2B5EF4-FFF2-40B4-BE49-F238E27FC236}">
                    <a16:creationId xmlns:a16="http://schemas.microsoft.com/office/drawing/2014/main" id="{DEE8AA3D-2347-B240-A0EA-8FDF55A28393}"/>
                  </a:ext>
                </a:extLst>
              </p:cNvPr>
              <p:cNvSpPr/>
              <p:nvPr/>
            </p:nvSpPr>
            <p:spPr>
              <a:xfrm>
                <a:off x="4122587" y="690625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95" name="矩形 794">
                <a:extLst>
                  <a:ext uri="{FF2B5EF4-FFF2-40B4-BE49-F238E27FC236}">
                    <a16:creationId xmlns:a16="http://schemas.microsoft.com/office/drawing/2014/main" id="{1BF5D4DB-8C5F-4410-B86C-0B155078CF4E}"/>
                  </a:ext>
                </a:extLst>
              </p:cNvPr>
              <p:cNvSpPr/>
              <p:nvPr/>
            </p:nvSpPr>
            <p:spPr>
              <a:xfrm>
                <a:off x="3656357" y="7038879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96" name="矩形 795">
                <a:extLst>
                  <a:ext uri="{FF2B5EF4-FFF2-40B4-BE49-F238E27FC236}">
                    <a16:creationId xmlns:a16="http://schemas.microsoft.com/office/drawing/2014/main" id="{C9C9A8F8-3D2E-F654-F91F-D96F42C3BAC0}"/>
                  </a:ext>
                </a:extLst>
              </p:cNvPr>
              <p:cNvSpPr/>
              <p:nvPr/>
            </p:nvSpPr>
            <p:spPr>
              <a:xfrm>
                <a:off x="3811767" y="7038879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97" name="矩形 796">
                <a:extLst>
                  <a:ext uri="{FF2B5EF4-FFF2-40B4-BE49-F238E27FC236}">
                    <a16:creationId xmlns:a16="http://schemas.microsoft.com/office/drawing/2014/main" id="{1C11802B-E28D-50DF-2301-86AC965A5499}"/>
                  </a:ext>
                </a:extLst>
              </p:cNvPr>
              <p:cNvSpPr/>
              <p:nvPr/>
            </p:nvSpPr>
            <p:spPr>
              <a:xfrm>
                <a:off x="3967177" y="7038879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98" name="矩形 797">
                <a:extLst>
                  <a:ext uri="{FF2B5EF4-FFF2-40B4-BE49-F238E27FC236}">
                    <a16:creationId xmlns:a16="http://schemas.microsoft.com/office/drawing/2014/main" id="{934504A8-09BF-FB07-8E96-10CB13E999CD}"/>
                  </a:ext>
                </a:extLst>
              </p:cNvPr>
              <p:cNvSpPr/>
              <p:nvPr/>
            </p:nvSpPr>
            <p:spPr>
              <a:xfrm>
                <a:off x="4122587" y="7038879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99" name="矩形 798">
                <a:extLst>
                  <a:ext uri="{FF2B5EF4-FFF2-40B4-BE49-F238E27FC236}">
                    <a16:creationId xmlns:a16="http://schemas.microsoft.com/office/drawing/2014/main" id="{30A3AB1B-EF22-F0C3-3167-5BB1D629BD25}"/>
                  </a:ext>
                </a:extLst>
              </p:cNvPr>
              <p:cNvSpPr/>
              <p:nvPr/>
            </p:nvSpPr>
            <p:spPr>
              <a:xfrm>
                <a:off x="3656357" y="650768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00" name="矩形 799">
                <a:extLst>
                  <a:ext uri="{FF2B5EF4-FFF2-40B4-BE49-F238E27FC236}">
                    <a16:creationId xmlns:a16="http://schemas.microsoft.com/office/drawing/2014/main" id="{C0234835-ED42-BF2D-5C66-3B960BEC1213}"/>
                  </a:ext>
                </a:extLst>
              </p:cNvPr>
              <p:cNvSpPr/>
              <p:nvPr/>
            </p:nvSpPr>
            <p:spPr>
              <a:xfrm>
                <a:off x="3811767" y="650768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01" name="矩形 800">
                <a:extLst>
                  <a:ext uri="{FF2B5EF4-FFF2-40B4-BE49-F238E27FC236}">
                    <a16:creationId xmlns:a16="http://schemas.microsoft.com/office/drawing/2014/main" id="{BBE62DFD-E8C5-38F9-36BF-E9B11ABA6791}"/>
                  </a:ext>
                </a:extLst>
              </p:cNvPr>
              <p:cNvSpPr/>
              <p:nvPr/>
            </p:nvSpPr>
            <p:spPr>
              <a:xfrm>
                <a:off x="3967177" y="650768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02" name="矩形 801">
                <a:extLst>
                  <a:ext uri="{FF2B5EF4-FFF2-40B4-BE49-F238E27FC236}">
                    <a16:creationId xmlns:a16="http://schemas.microsoft.com/office/drawing/2014/main" id="{B58F8841-7D44-73DF-AF2E-BC57C9047482}"/>
                  </a:ext>
                </a:extLst>
              </p:cNvPr>
              <p:cNvSpPr/>
              <p:nvPr/>
            </p:nvSpPr>
            <p:spPr>
              <a:xfrm>
                <a:off x="4122587" y="650768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691" name="组合 690">
            <a:extLst>
              <a:ext uri="{FF2B5EF4-FFF2-40B4-BE49-F238E27FC236}">
                <a16:creationId xmlns:a16="http://schemas.microsoft.com/office/drawing/2014/main" id="{FA3E5FB0-4356-8C29-EE19-1DC6124B1895}"/>
              </a:ext>
            </a:extLst>
          </p:cNvPr>
          <p:cNvGrpSpPr/>
          <p:nvPr/>
        </p:nvGrpSpPr>
        <p:grpSpPr>
          <a:xfrm>
            <a:off x="5787417" y="6074232"/>
            <a:ext cx="621640" cy="663817"/>
            <a:chOff x="5040167" y="6521415"/>
            <a:chExt cx="621640" cy="663817"/>
          </a:xfrm>
        </p:grpSpPr>
        <p:sp>
          <p:nvSpPr>
            <p:cNvPr id="692" name="矩形 1174">
              <a:extLst>
                <a:ext uri="{FF2B5EF4-FFF2-40B4-BE49-F238E27FC236}">
                  <a16:creationId xmlns:a16="http://schemas.microsoft.com/office/drawing/2014/main" id="{A9D82052-17EF-F950-C899-F48CA27C59D2}"/>
                </a:ext>
              </a:extLst>
            </p:cNvPr>
            <p:cNvSpPr/>
            <p:nvPr/>
          </p:nvSpPr>
          <p:spPr>
            <a:xfrm rot="10800000">
              <a:off x="5041542" y="6760560"/>
              <a:ext cx="618706" cy="201627"/>
            </a:xfrm>
            <a:custGeom>
              <a:avLst/>
              <a:gdLst>
                <a:gd name="connsiteX0" fmla="*/ 0 w 595706"/>
                <a:gd name="connsiteY0" fmla="*/ 0 h 92965"/>
                <a:gd name="connsiteX1" fmla="*/ 595706 w 595706"/>
                <a:gd name="connsiteY1" fmla="*/ 0 h 92965"/>
                <a:gd name="connsiteX2" fmla="*/ 595706 w 595706"/>
                <a:gd name="connsiteY2" fmla="*/ 92965 h 92965"/>
                <a:gd name="connsiteX3" fmla="*/ 0 w 595706"/>
                <a:gd name="connsiteY3" fmla="*/ 92965 h 92965"/>
                <a:gd name="connsiteX4" fmla="*/ 0 w 595706"/>
                <a:gd name="connsiteY4" fmla="*/ 0 h 92965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1422 w 594406"/>
                <a:gd name="connsiteY0" fmla="*/ 21376 h 135147"/>
                <a:gd name="connsiteX1" fmla="*/ 594406 w 594406"/>
                <a:gd name="connsiteY1" fmla="*/ 0 h 135147"/>
                <a:gd name="connsiteX2" fmla="*/ 594406 w 594406"/>
                <a:gd name="connsiteY2" fmla="*/ 92965 h 135147"/>
                <a:gd name="connsiteX3" fmla="*/ 61 w 594406"/>
                <a:gd name="connsiteY3" fmla="*/ 135147 h 135147"/>
                <a:gd name="connsiteX4" fmla="*/ 1422 w 594406"/>
                <a:gd name="connsiteY4" fmla="*/ 21376 h 135147"/>
                <a:gd name="connsiteX0" fmla="*/ 1422 w 594406"/>
                <a:gd name="connsiteY0" fmla="*/ 15599 h 135147"/>
                <a:gd name="connsiteX1" fmla="*/ 594406 w 594406"/>
                <a:gd name="connsiteY1" fmla="*/ 0 h 135147"/>
                <a:gd name="connsiteX2" fmla="*/ 594406 w 594406"/>
                <a:gd name="connsiteY2" fmla="*/ 92965 h 135147"/>
                <a:gd name="connsiteX3" fmla="*/ 61 w 594406"/>
                <a:gd name="connsiteY3" fmla="*/ 135147 h 135147"/>
                <a:gd name="connsiteX4" fmla="*/ 1422 w 594406"/>
                <a:gd name="connsiteY4" fmla="*/ 15599 h 135147"/>
                <a:gd name="connsiteX0" fmla="*/ 131 w 594476"/>
                <a:gd name="connsiteY0" fmla="*/ 4622 h 135147"/>
                <a:gd name="connsiteX1" fmla="*/ 594476 w 594476"/>
                <a:gd name="connsiteY1" fmla="*/ 0 h 135147"/>
                <a:gd name="connsiteX2" fmla="*/ 594476 w 594476"/>
                <a:gd name="connsiteY2" fmla="*/ 92965 h 135147"/>
                <a:gd name="connsiteX3" fmla="*/ 131 w 594476"/>
                <a:gd name="connsiteY3" fmla="*/ 135147 h 135147"/>
                <a:gd name="connsiteX4" fmla="*/ 131 w 594476"/>
                <a:gd name="connsiteY4" fmla="*/ 4622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22423 h 139660"/>
                <a:gd name="connsiteX1" fmla="*/ 595706 w 595706"/>
                <a:gd name="connsiteY1" fmla="*/ 4513 h 139660"/>
                <a:gd name="connsiteX2" fmla="*/ 595706 w 595706"/>
                <a:gd name="connsiteY2" fmla="*/ 97478 h 139660"/>
                <a:gd name="connsiteX3" fmla="*/ 1361 w 595706"/>
                <a:gd name="connsiteY3" fmla="*/ 139660 h 139660"/>
                <a:gd name="connsiteX4" fmla="*/ 0 w 595706"/>
                <a:gd name="connsiteY4" fmla="*/ 22423 h 139660"/>
                <a:gd name="connsiteX0" fmla="*/ 0 w 595706"/>
                <a:gd name="connsiteY0" fmla="*/ 26413 h 143650"/>
                <a:gd name="connsiteX1" fmla="*/ 595706 w 595706"/>
                <a:gd name="connsiteY1" fmla="*/ 8503 h 143650"/>
                <a:gd name="connsiteX2" fmla="*/ 595706 w 595706"/>
                <a:gd name="connsiteY2" fmla="*/ 101468 h 143650"/>
                <a:gd name="connsiteX3" fmla="*/ 1361 w 595706"/>
                <a:gd name="connsiteY3" fmla="*/ 143650 h 143650"/>
                <a:gd name="connsiteX4" fmla="*/ 0 w 595706"/>
                <a:gd name="connsiteY4" fmla="*/ 26413 h 143650"/>
                <a:gd name="connsiteX0" fmla="*/ 0 w 595706"/>
                <a:gd name="connsiteY0" fmla="*/ 21286 h 138523"/>
                <a:gd name="connsiteX1" fmla="*/ 595706 w 595706"/>
                <a:gd name="connsiteY1" fmla="*/ 3376 h 138523"/>
                <a:gd name="connsiteX2" fmla="*/ 595706 w 595706"/>
                <a:gd name="connsiteY2" fmla="*/ 96341 h 138523"/>
                <a:gd name="connsiteX3" fmla="*/ 1361 w 595706"/>
                <a:gd name="connsiteY3" fmla="*/ 138523 h 138523"/>
                <a:gd name="connsiteX4" fmla="*/ 0 w 595706"/>
                <a:gd name="connsiteY4" fmla="*/ 21286 h 138523"/>
                <a:gd name="connsiteX0" fmla="*/ 0 w 595706"/>
                <a:gd name="connsiteY0" fmla="*/ 22534 h 139771"/>
                <a:gd name="connsiteX1" fmla="*/ 595706 w 595706"/>
                <a:gd name="connsiteY1" fmla="*/ 4624 h 139771"/>
                <a:gd name="connsiteX2" fmla="*/ 595706 w 595706"/>
                <a:gd name="connsiteY2" fmla="*/ 97589 h 139771"/>
                <a:gd name="connsiteX3" fmla="*/ 1361 w 595706"/>
                <a:gd name="connsiteY3" fmla="*/ 139771 h 139771"/>
                <a:gd name="connsiteX4" fmla="*/ 0 w 595706"/>
                <a:gd name="connsiteY4" fmla="*/ 22534 h 139771"/>
                <a:gd name="connsiteX0" fmla="*/ 0 w 595706"/>
                <a:gd name="connsiteY0" fmla="*/ 23494 h 140731"/>
                <a:gd name="connsiteX1" fmla="*/ 595706 w 595706"/>
                <a:gd name="connsiteY1" fmla="*/ 2118 h 140731"/>
                <a:gd name="connsiteX2" fmla="*/ 595706 w 595706"/>
                <a:gd name="connsiteY2" fmla="*/ 98549 h 140731"/>
                <a:gd name="connsiteX3" fmla="*/ 1361 w 595706"/>
                <a:gd name="connsiteY3" fmla="*/ 140731 h 140731"/>
                <a:gd name="connsiteX4" fmla="*/ 0 w 595706"/>
                <a:gd name="connsiteY4" fmla="*/ 23494 h 140731"/>
                <a:gd name="connsiteX0" fmla="*/ 0 w 595706"/>
                <a:gd name="connsiteY0" fmla="*/ 23494 h 140731"/>
                <a:gd name="connsiteX1" fmla="*/ 595706 w 595706"/>
                <a:gd name="connsiteY1" fmla="*/ 2118 h 140731"/>
                <a:gd name="connsiteX2" fmla="*/ 595706 w 595706"/>
                <a:gd name="connsiteY2" fmla="*/ 98549 h 140731"/>
                <a:gd name="connsiteX3" fmla="*/ 1361 w 595706"/>
                <a:gd name="connsiteY3" fmla="*/ 140731 h 140731"/>
                <a:gd name="connsiteX4" fmla="*/ 0 w 595706"/>
                <a:gd name="connsiteY4" fmla="*/ 23494 h 140731"/>
                <a:gd name="connsiteX0" fmla="*/ 0 w 595706"/>
                <a:gd name="connsiteY0" fmla="*/ 25030 h 142267"/>
                <a:gd name="connsiteX1" fmla="*/ 595706 w 595706"/>
                <a:gd name="connsiteY1" fmla="*/ 3654 h 142267"/>
                <a:gd name="connsiteX2" fmla="*/ 595706 w 595706"/>
                <a:gd name="connsiteY2" fmla="*/ 100085 h 142267"/>
                <a:gd name="connsiteX3" fmla="*/ 1361 w 595706"/>
                <a:gd name="connsiteY3" fmla="*/ 142267 h 142267"/>
                <a:gd name="connsiteX4" fmla="*/ 0 w 595706"/>
                <a:gd name="connsiteY4" fmla="*/ 25030 h 142267"/>
                <a:gd name="connsiteX0" fmla="*/ 0 w 595706"/>
                <a:gd name="connsiteY0" fmla="*/ 22091 h 139328"/>
                <a:gd name="connsiteX1" fmla="*/ 595706 w 595706"/>
                <a:gd name="connsiteY1" fmla="*/ 715 h 139328"/>
                <a:gd name="connsiteX2" fmla="*/ 595706 w 595706"/>
                <a:gd name="connsiteY2" fmla="*/ 97146 h 139328"/>
                <a:gd name="connsiteX3" fmla="*/ 1361 w 595706"/>
                <a:gd name="connsiteY3" fmla="*/ 139328 h 139328"/>
                <a:gd name="connsiteX4" fmla="*/ 0 w 595706"/>
                <a:gd name="connsiteY4" fmla="*/ 22091 h 139328"/>
                <a:gd name="connsiteX0" fmla="*/ 0 w 595706"/>
                <a:gd name="connsiteY0" fmla="*/ 23573 h 140810"/>
                <a:gd name="connsiteX1" fmla="*/ 595706 w 595706"/>
                <a:gd name="connsiteY1" fmla="*/ 2197 h 140810"/>
                <a:gd name="connsiteX2" fmla="*/ 595706 w 595706"/>
                <a:gd name="connsiteY2" fmla="*/ 98628 h 140810"/>
                <a:gd name="connsiteX3" fmla="*/ 1361 w 595706"/>
                <a:gd name="connsiteY3" fmla="*/ 140810 h 140810"/>
                <a:gd name="connsiteX4" fmla="*/ 0 w 595706"/>
                <a:gd name="connsiteY4" fmla="*/ 23573 h 140810"/>
                <a:gd name="connsiteX0" fmla="*/ 0 w 595706"/>
                <a:gd name="connsiteY0" fmla="*/ 21908 h 139145"/>
                <a:gd name="connsiteX1" fmla="*/ 595706 w 595706"/>
                <a:gd name="connsiteY1" fmla="*/ 532 h 139145"/>
                <a:gd name="connsiteX2" fmla="*/ 595706 w 595706"/>
                <a:gd name="connsiteY2" fmla="*/ 96963 h 139145"/>
                <a:gd name="connsiteX3" fmla="*/ 1361 w 595706"/>
                <a:gd name="connsiteY3" fmla="*/ 139145 h 139145"/>
                <a:gd name="connsiteX4" fmla="*/ 0 w 595706"/>
                <a:gd name="connsiteY4" fmla="*/ 21908 h 139145"/>
                <a:gd name="connsiteX0" fmla="*/ 0 w 595706"/>
                <a:gd name="connsiteY0" fmla="*/ 23863 h 141100"/>
                <a:gd name="connsiteX1" fmla="*/ 595706 w 595706"/>
                <a:gd name="connsiteY1" fmla="*/ 2487 h 141100"/>
                <a:gd name="connsiteX2" fmla="*/ 595706 w 595706"/>
                <a:gd name="connsiteY2" fmla="*/ 98918 h 141100"/>
                <a:gd name="connsiteX3" fmla="*/ 1361 w 595706"/>
                <a:gd name="connsiteY3" fmla="*/ 141100 h 141100"/>
                <a:gd name="connsiteX4" fmla="*/ 0 w 595706"/>
                <a:gd name="connsiteY4" fmla="*/ 23863 h 141100"/>
                <a:gd name="connsiteX0" fmla="*/ 0 w 595706"/>
                <a:gd name="connsiteY0" fmla="*/ 24472 h 141709"/>
                <a:gd name="connsiteX1" fmla="*/ 595706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0 w 595706"/>
                <a:gd name="connsiteY0" fmla="*/ 24267 h 141504"/>
                <a:gd name="connsiteX1" fmla="*/ 595706 w 595706"/>
                <a:gd name="connsiteY1" fmla="*/ 2891 h 141504"/>
                <a:gd name="connsiteX2" fmla="*/ 595706 w 595706"/>
                <a:gd name="connsiteY2" fmla="*/ 99322 h 141504"/>
                <a:gd name="connsiteX3" fmla="*/ 1361 w 595706"/>
                <a:gd name="connsiteY3" fmla="*/ 141504 h 141504"/>
                <a:gd name="connsiteX4" fmla="*/ 0 w 595706"/>
                <a:gd name="connsiteY4" fmla="*/ 24267 h 141504"/>
                <a:gd name="connsiteX0" fmla="*/ 0 w 595706"/>
                <a:gd name="connsiteY0" fmla="*/ 24472 h 141709"/>
                <a:gd name="connsiteX1" fmla="*/ 595706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0 w 595706"/>
                <a:gd name="connsiteY0" fmla="*/ 24472 h 141709"/>
                <a:gd name="connsiteX1" fmla="*/ 594353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124 w 595830"/>
                <a:gd name="connsiteY0" fmla="*/ 24472 h 141709"/>
                <a:gd name="connsiteX1" fmla="*/ 594477 w 595830"/>
                <a:gd name="connsiteY1" fmla="*/ 3096 h 141709"/>
                <a:gd name="connsiteX2" fmla="*/ 595830 w 595830"/>
                <a:gd name="connsiteY2" fmla="*/ 99527 h 141709"/>
                <a:gd name="connsiteX3" fmla="*/ 131 w 595830"/>
                <a:gd name="connsiteY3" fmla="*/ 141709 h 141709"/>
                <a:gd name="connsiteX4" fmla="*/ 124 w 595830"/>
                <a:gd name="connsiteY4" fmla="*/ 24472 h 141709"/>
                <a:gd name="connsiteX0" fmla="*/ 124 w 597179"/>
                <a:gd name="connsiteY0" fmla="*/ 25207 h 142444"/>
                <a:gd name="connsiteX1" fmla="*/ 597179 w 597179"/>
                <a:gd name="connsiteY1" fmla="*/ 481 h 142444"/>
                <a:gd name="connsiteX2" fmla="*/ 595830 w 597179"/>
                <a:gd name="connsiteY2" fmla="*/ 100262 h 142444"/>
                <a:gd name="connsiteX3" fmla="*/ 131 w 597179"/>
                <a:gd name="connsiteY3" fmla="*/ 142444 h 142444"/>
                <a:gd name="connsiteX4" fmla="*/ 124 w 597179"/>
                <a:gd name="connsiteY4" fmla="*/ 25207 h 142444"/>
                <a:gd name="connsiteX0" fmla="*/ 124 w 595889"/>
                <a:gd name="connsiteY0" fmla="*/ 25842 h 143079"/>
                <a:gd name="connsiteX1" fmla="*/ 594477 w 595889"/>
                <a:gd name="connsiteY1" fmla="*/ 0 h 143079"/>
                <a:gd name="connsiteX2" fmla="*/ 595830 w 595889"/>
                <a:gd name="connsiteY2" fmla="*/ 100897 h 143079"/>
                <a:gd name="connsiteX3" fmla="*/ 131 w 595889"/>
                <a:gd name="connsiteY3" fmla="*/ 143079 h 143079"/>
                <a:gd name="connsiteX4" fmla="*/ 124 w 595889"/>
                <a:gd name="connsiteY4" fmla="*/ 25842 h 143079"/>
                <a:gd name="connsiteX0" fmla="*/ 124 w 595889"/>
                <a:gd name="connsiteY0" fmla="*/ 24713 h 141950"/>
                <a:gd name="connsiteX1" fmla="*/ 594477 w 595889"/>
                <a:gd name="connsiteY1" fmla="*/ 2221 h 141950"/>
                <a:gd name="connsiteX2" fmla="*/ 595830 w 595889"/>
                <a:gd name="connsiteY2" fmla="*/ 99768 h 141950"/>
                <a:gd name="connsiteX3" fmla="*/ 131 w 595889"/>
                <a:gd name="connsiteY3" fmla="*/ 141950 h 141950"/>
                <a:gd name="connsiteX4" fmla="*/ 124 w 595889"/>
                <a:gd name="connsiteY4" fmla="*/ 24713 h 141950"/>
                <a:gd name="connsiteX0" fmla="*/ 124 w 595959"/>
                <a:gd name="connsiteY0" fmla="*/ 24713 h 141950"/>
                <a:gd name="connsiteX1" fmla="*/ 595828 w 595959"/>
                <a:gd name="connsiteY1" fmla="*/ 2221 h 141950"/>
                <a:gd name="connsiteX2" fmla="*/ 595830 w 595959"/>
                <a:gd name="connsiteY2" fmla="*/ 99768 h 141950"/>
                <a:gd name="connsiteX3" fmla="*/ 131 w 595959"/>
                <a:gd name="connsiteY3" fmla="*/ 141950 h 141950"/>
                <a:gd name="connsiteX4" fmla="*/ 124 w 595959"/>
                <a:gd name="connsiteY4" fmla="*/ 24713 h 141950"/>
                <a:gd name="connsiteX0" fmla="*/ 124 w 595959"/>
                <a:gd name="connsiteY0" fmla="*/ 24925 h 142162"/>
                <a:gd name="connsiteX1" fmla="*/ 595828 w 595959"/>
                <a:gd name="connsiteY1" fmla="*/ 2433 h 142162"/>
                <a:gd name="connsiteX2" fmla="*/ 595830 w 595959"/>
                <a:gd name="connsiteY2" fmla="*/ 99980 h 142162"/>
                <a:gd name="connsiteX3" fmla="*/ 131 w 595959"/>
                <a:gd name="connsiteY3" fmla="*/ 142162 h 142162"/>
                <a:gd name="connsiteX4" fmla="*/ 124 w 595959"/>
                <a:gd name="connsiteY4" fmla="*/ 24925 h 142162"/>
                <a:gd name="connsiteX0" fmla="*/ 124 w 595959"/>
                <a:gd name="connsiteY0" fmla="*/ 22492 h 139729"/>
                <a:gd name="connsiteX1" fmla="*/ 595828 w 595959"/>
                <a:gd name="connsiteY1" fmla="*/ 0 h 139729"/>
                <a:gd name="connsiteX2" fmla="*/ 595830 w 595959"/>
                <a:gd name="connsiteY2" fmla="*/ 97547 h 139729"/>
                <a:gd name="connsiteX3" fmla="*/ 131 w 595959"/>
                <a:gd name="connsiteY3" fmla="*/ 139729 h 139729"/>
                <a:gd name="connsiteX4" fmla="*/ 124 w 595959"/>
                <a:gd name="connsiteY4" fmla="*/ 22492 h 139729"/>
                <a:gd name="connsiteX0" fmla="*/ 124 w 595959"/>
                <a:gd name="connsiteY0" fmla="*/ 25585 h 142822"/>
                <a:gd name="connsiteX1" fmla="*/ 595828 w 595959"/>
                <a:gd name="connsiteY1" fmla="*/ 3093 h 142822"/>
                <a:gd name="connsiteX2" fmla="*/ 595830 w 595959"/>
                <a:gd name="connsiteY2" fmla="*/ 100640 h 142822"/>
                <a:gd name="connsiteX3" fmla="*/ 131 w 595959"/>
                <a:gd name="connsiteY3" fmla="*/ 142822 h 142822"/>
                <a:gd name="connsiteX4" fmla="*/ 124 w 595959"/>
                <a:gd name="connsiteY4" fmla="*/ 25585 h 142822"/>
                <a:gd name="connsiteX0" fmla="*/ 124 w 595959"/>
                <a:gd name="connsiteY0" fmla="*/ 25585 h 142822"/>
                <a:gd name="connsiteX1" fmla="*/ 595828 w 595959"/>
                <a:gd name="connsiteY1" fmla="*/ 3093 h 142822"/>
                <a:gd name="connsiteX2" fmla="*/ 595830 w 595959"/>
                <a:gd name="connsiteY2" fmla="*/ 100640 h 142822"/>
                <a:gd name="connsiteX3" fmla="*/ 131 w 595959"/>
                <a:gd name="connsiteY3" fmla="*/ 142822 h 142822"/>
                <a:gd name="connsiteX4" fmla="*/ 124 w 595959"/>
                <a:gd name="connsiteY4" fmla="*/ 25585 h 142822"/>
                <a:gd name="connsiteX0" fmla="*/ 124 w 595959"/>
                <a:gd name="connsiteY0" fmla="*/ 26512 h 143749"/>
                <a:gd name="connsiteX1" fmla="*/ 595828 w 595959"/>
                <a:gd name="connsiteY1" fmla="*/ 4020 h 143749"/>
                <a:gd name="connsiteX2" fmla="*/ 595830 w 595959"/>
                <a:gd name="connsiteY2" fmla="*/ 101567 h 143749"/>
                <a:gd name="connsiteX3" fmla="*/ 131 w 595959"/>
                <a:gd name="connsiteY3" fmla="*/ 143749 h 143749"/>
                <a:gd name="connsiteX4" fmla="*/ 124 w 595959"/>
                <a:gd name="connsiteY4" fmla="*/ 26512 h 143749"/>
                <a:gd name="connsiteX0" fmla="*/ 124 w 595959"/>
                <a:gd name="connsiteY0" fmla="*/ 26512 h 143749"/>
                <a:gd name="connsiteX1" fmla="*/ 595828 w 595959"/>
                <a:gd name="connsiteY1" fmla="*/ 4020 h 143749"/>
                <a:gd name="connsiteX2" fmla="*/ 595830 w 595959"/>
                <a:gd name="connsiteY2" fmla="*/ 101567 h 143749"/>
                <a:gd name="connsiteX3" fmla="*/ 131 w 595959"/>
                <a:gd name="connsiteY3" fmla="*/ 143749 h 143749"/>
                <a:gd name="connsiteX4" fmla="*/ 124 w 595959"/>
                <a:gd name="connsiteY4" fmla="*/ 26512 h 143749"/>
                <a:gd name="connsiteX0" fmla="*/ 124 w 595959"/>
                <a:gd name="connsiteY0" fmla="*/ 28496 h 145733"/>
                <a:gd name="connsiteX1" fmla="*/ 595828 w 595959"/>
                <a:gd name="connsiteY1" fmla="*/ 6004 h 145733"/>
                <a:gd name="connsiteX2" fmla="*/ 595830 w 595959"/>
                <a:gd name="connsiteY2" fmla="*/ 103551 h 145733"/>
                <a:gd name="connsiteX3" fmla="*/ 131 w 595959"/>
                <a:gd name="connsiteY3" fmla="*/ 145733 h 145733"/>
                <a:gd name="connsiteX4" fmla="*/ 124 w 595959"/>
                <a:gd name="connsiteY4" fmla="*/ 28496 h 14573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856"/>
                <a:gd name="connsiteY0" fmla="*/ 41841 h 159078"/>
                <a:gd name="connsiteX1" fmla="*/ 591261 w 595856"/>
                <a:gd name="connsiteY1" fmla="*/ 0 h 159078"/>
                <a:gd name="connsiteX2" fmla="*/ 595830 w 595856"/>
                <a:gd name="connsiteY2" fmla="*/ 116896 h 159078"/>
                <a:gd name="connsiteX3" fmla="*/ 131 w 595856"/>
                <a:gd name="connsiteY3" fmla="*/ 159078 h 159078"/>
                <a:gd name="connsiteX4" fmla="*/ 124 w 595856"/>
                <a:gd name="connsiteY4" fmla="*/ 41841 h 159078"/>
                <a:gd name="connsiteX0" fmla="*/ 124 w 595959"/>
                <a:gd name="connsiteY0" fmla="*/ 41841 h 159078"/>
                <a:gd name="connsiteX1" fmla="*/ 595828 w 595959"/>
                <a:gd name="connsiteY1" fmla="*/ 0 h 159078"/>
                <a:gd name="connsiteX2" fmla="*/ 595830 w 595959"/>
                <a:gd name="connsiteY2" fmla="*/ 116896 h 159078"/>
                <a:gd name="connsiteX3" fmla="*/ 131 w 595959"/>
                <a:gd name="connsiteY3" fmla="*/ 159078 h 159078"/>
                <a:gd name="connsiteX4" fmla="*/ 124 w 595959"/>
                <a:gd name="connsiteY4" fmla="*/ 41841 h 159078"/>
                <a:gd name="connsiteX0" fmla="*/ 124 w 597349"/>
                <a:gd name="connsiteY0" fmla="*/ 42378 h 159615"/>
                <a:gd name="connsiteX1" fmla="*/ 597349 w 597349"/>
                <a:gd name="connsiteY1" fmla="*/ 0 h 159615"/>
                <a:gd name="connsiteX2" fmla="*/ 595830 w 597349"/>
                <a:gd name="connsiteY2" fmla="*/ 117433 h 159615"/>
                <a:gd name="connsiteX3" fmla="*/ 131 w 597349"/>
                <a:gd name="connsiteY3" fmla="*/ 159615 h 159615"/>
                <a:gd name="connsiteX4" fmla="*/ 124 w 597349"/>
                <a:gd name="connsiteY4" fmla="*/ 42378 h 159615"/>
                <a:gd name="connsiteX0" fmla="*/ 124 w 600443"/>
                <a:gd name="connsiteY0" fmla="*/ 42378 h 159615"/>
                <a:gd name="connsiteX1" fmla="*/ 597349 w 600443"/>
                <a:gd name="connsiteY1" fmla="*/ 0 h 159615"/>
                <a:gd name="connsiteX2" fmla="*/ 600408 w 600443"/>
                <a:gd name="connsiteY2" fmla="*/ 117433 h 159615"/>
                <a:gd name="connsiteX3" fmla="*/ 131 w 600443"/>
                <a:gd name="connsiteY3" fmla="*/ 159615 h 159615"/>
                <a:gd name="connsiteX4" fmla="*/ 124 w 600443"/>
                <a:gd name="connsiteY4" fmla="*/ 42378 h 159615"/>
                <a:gd name="connsiteX0" fmla="*/ 124 w 600537"/>
                <a:gd name="connsiteY0" fmla="*/ 42378 h 159615"/>
                <a:gd name="connsiteX1" fmla="*/ 600401 w 600537"/>
                <a:gd name="connsiteY1" fmla="*/ 0 h 159615"/>
                <a:gd name="connsiteX2" fmla="*/ 600408 w 600537"/>
                <a:gd name="connsiteY2" fmla="*/ 117433 h 159615"/>
                <a:gd name="connsiteX3" fmla="*/ 131 w 600537"/>
                <a:gd name="connsiteY3" fmla="*/ 159615 h 159615"/>
                <a:gd name="connsiteX4" fmla="*/ 124 w 600537"/>
                <a:gd name="connsiteY4" fmla="*/ 42378 h 159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0537" h="159615">
                  <a:moveTo>
                    <a:pt x="124" y="42378"/>
                  </a:moveTo>
                  <a:cubicBezTo>
                    <a:pt x="296414" y="-50243"/>
                    <a:pt x="418111" y="75773"/>
                    <a:pt x="600401" y="0"/>
                  </a:cubicBezTo>
                  <a:cubicBezTo>
                    <a:pt x="599951" y="33260"/>
                    <a:pt x="600858" y="84173"/>
                    <a:pt x="600408" y="117433"/>
                  </a:cubicBezTo>
                  <a:cubicBezTo>
                    <a:pt x="395490" y="192726"/>
                    <a:pt x="285331" y="62551"/>
                    <a:pt x="131" y="159615"/>
                  </a:cubicBezTo>
                  <a:cubicBezTo>
                    <a:pt x="-323" y="114566"/>
                    <a:pt x="578" y="87427"/>
                    <a:pt x="124" y="42378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93" name="矩形 1174">
              <a:extLst>
                <a:ext uri="{FF2B5EF4-FFF2-40B4-BE49-F238E27FC236}">
                  <a16:creationId xmlns:a16="http://schemas.microsoft.com/office/drawing/2014/main" id="{09144DBE-A832-0E0F-07AE-92C36A54707D}"/>
                </a:ext>
              </a:extLst>
            </p:cNvPr>
            <p:cNvSpPr/>
            <p:nvPr/>
          </p:nvSpPr>
          <p:spPr>
            <a:xfrm rot="10800000">
              <a:off x="5041542" y="6890402"/>
              <a:ext cx="618706" cy="226680"/>
            </a:xfrm>
            <a:custGeom>
              <a:avLst/>
              <a:gdLst>
                <a:gd name="connsiteX0" fmla="*/ 0 w 595706"/>
                <a:gd name="connsiteY0" fmla="*/ 0 h 92965"/>
                <a:gd name="connsiteX1" fmla="*/ 595706 w 595706"/>
                <a:gd name="connsiteY1" fmla="*/ 0 h 92965"/>
                <a:gd name="connsiteX2" fmla="*/ 595706 w 595706"/>
                <a:gd name="connsiteY2" fmla="*/ 92965 h 92965"/>
                <a:gd name="connsiteX3" fmla="*/ 0 w 595706"/>
                <a:gd name="connsiteY3" fmla="*/ 92965 h 92965"/>
                <a:gd name="connsiteX4" fmla="*/ 0 w 595706"/>
                <a:gd name="connsiteY4" fmla="*/ 0 h 92965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1422 w 594406"/>
                <a:gd name="connsiteY0" fmla="*/ 21376 h 135147"/>
                <a:gd name="connsiteX1" fmla="*/ 594406 w 594406"/>
                <a:gd name="connsiteY1" fmla="*/ 0 h 135147"/>
                <a:gd name="connsiteX2" fmla="*/ 594406 w 594406"/>
                <a:gd name="connsiteY2" fmla="*/ 92965 h 135147"/>
                <a:gd name="connsiteX3" fmla="*/ 61 w 594406"/>
                <a:gd name="connsiteY3" fmla="*/ 135147 h 135147"/>
                <a:gd name="connsiteX4" fmla="*/ 1422 w 594406"/>
                <a:gd name="connsiteY4" fmla="*/ 21376 h 135147"/>
                <a:gd name="connsiteX0" fmla="*/ 1422 w 594406"/>
                <a:gd name="connsiteY0" fmla="*/ 15599 h 135147"/>
                <a:gd name="connsiteX1" fmla="*/ 594406 w 594406"/>
                <a:gd name="connsiteY1" fmla="*/ 0 h 135147"/>
                <a:gd name="connsiteX2" fmla="*/ 594406 w 594406"/>
                <a:gd name="connsiteY2" fmla="*/ 92965 h 135147"/>
                <a:gd name="connsiteX3" fmla="*/ 61 w 594406"/>
                <a:gd name="connsiteY3" fmla="*/ 135147 h 135147"/>
                <a:gd name="connsiteX4" fmla="*/ 1422 w 594406"/>
                <a:gd name="connsiteY4" fmla="*/ 15599 h 135147"/>
                <a:gd name="connsiteX0" fmla="*/ 131 w 594476"/>
                <a:gd name="connsiteY0" fmla="*/ 4622 h 135147"/>
                <a:gd name="connsiteX1" fmla="*/ 594476 w 594476"/>
                <a:gd name="connsiteY1" fmla="*/ 0 h 135147"/>
                <a:gd name="connsiteX2" fmla="*/ 594476 w 594476"/>
                <a:gd name="connsiteY2" fmla="*/ 92965 h 135147"/>
                <a:gd name="connsiteX3" fmla="*/ 131 w 594476"/>
                <a:gd name="connsiteY3" fmla="*/ 135147 h 135147"/>
                <a:gd name="connsiteX4" fmla="*/ 131 w 594476"/>
                <a:gd name="connsiteY4" fmla="*/ 4622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22423 h 139660"/>
                <a:gd name="connsiteX1" fmla="*/ 595706 w 595706"/>
                <a:gd name="connsiteY1" fmla="*/ 4513 h 139660"/>
                <a:gd name="connsiteX2" fmla="*/ 595706 w 595706"/>
                <a:gd name="connsiteY2" fmla="*/ 97478 h 139660"/>
                <a:gd name="connsiteX3" fmla="*/ 1361 w 595706"/>
                <a:gd name="connsiteY3" fmla="*/ 139660 h 139660"/>
                <a:gd name="connsiteX4" fmla="*/ 0 w 595706"/>
                <a:gd name="connsiteY4" fmla="*/ 22423 h 139660"/>
                <a:gd name="connsiteX0" fmla="*/ 0 w 595706"/>
                <a:gd name="connsiteY0" fmla="*/ 26413 h 143650"/>
                <a:gd name="connsiteX1" fmla="*/ 595706 w 595706"/>
                <a:gd name="connsiteY1" fmla="*/ 8503 h 143650"/>
                <a:gd name="connsiteX2" fmla="*/ 595706 w 595706"/>
                <a:gd name="connsiteY2" fmla="*/ 101468 h 143650"/>
                <a:gd name="connsiteX3" fmla="*/ 1361 w 595706"/>
                <a:gd name="connsiteY3" fmla="*/ 143650 h 143650"/>
                <a:gd name="connsiteX4" fmla="*/ 0 w 595706"/>
                <a:gd name="connsiteY4" fmla="*/ 26413 h 143650"/>
                <a:gd name="connsiteX0" fmla="*/ 0 w 595706"/>
                <a:gd name="connsiteY0" fmla="*/ 21286 h 138523"/>
                <a:gd name="connsiteX1" fmla="*/ 595706 w 595706"/>
                <a:gd name="connsiteY1" fmla="*/ 3376 h 138523"/>
                <a:gd name="connsiteX2" fmla="*/ 595706 w 595706"/>
                <a:gd name="connsiteY2" fmla="*/ 96341 h 138523"/>
                <a:gd name="connsiteX3" fmla="*/ 1361 w 595706"/>
                <a:gd name="connsiteY3" fmla="*/ 138523 h 138523"/>
                <a:gd name="connsiteX4" fmla="*/ 0 w 595706"/>
                <a:gd name="connsiteY4" fmla="*/ 21286 h 138523"/>
                <a:gd name="connsiteX0" fmla="*/ 0 w 595706"/>
                <a:gd name="connsiteY0" fmla="*/ 22534 h 139771"/>
                <a:gd name="connsiteX1" fmla="*/ 595706 w 595706"/>
                <a:gd name="connsiteY1" fmla="*/ 4624 h 139771"/>
                <a:gd name="connsiteX2" fmla="*/ 595706 w 595706"/>
                <a:gd name="connsiteY2" fmla="*/ 97589 h 139771"/>
                <a:gd name="connsiteX3" fmla="*/ 1361 w 595706"/>
                <a:gd name="connsiteY3" fmla="*/ 139771 h 139771"/>
                <a:gd name="connsiteX4" fmla="*/ 0 w 595706"/>
                <a:gd name="connsiteY4" fmla="*/ 22534 h 139771"/>
                <a:gd name="connsiteX0" fmla="*/ 0 w 595706"/>
                <a:gd name="connsiteY0" fmla="*/ 23494 h 140731"/>
                <a:gd name="connsiteX1" fmla="*/ 595706 w 595706"/>
                <a:gd name="connsiteY1" fmla="*/ 2118 h 140731"/>
                <a:gd name="connsiteX2" fmla="*/ 595706 w 595706"/>
                <a:gd name="connsiteY2" fmla="*/ 98549 h 140731"/>
                <a:gd name="connsiteX3" fmla="*/ 1361 w 595706"/>
                <a:gd name="connsiteY3" fmla="*/ 140731 h 140731"/>
                <a:gd name="connsiteX4" fmla="*/ 0 w 595706"/>
                <a:gd name="connsiteY4" fmla="*/ 23494 h 140731"/>
                <a:gd name="connsiteX0" fmla="*/ 0 w 595706"/>
                <a:gd name="connsiteY0" fmla="*/ 23494 h 140731"/>
                <a:gd name="connsiteX1" fmla="*/ 595706 w 595706"/>
                <a:gd name="connsiteY1" fmla="*/ 2118 h 140731"/>
                <a:gd name="connsiteX2" fmla="*/ 595706 w 595706"/>
                <a:gd name="connsiteY2" fmla="*/ 98549 h 140731"/>
                <a:gd name="connsiteX3" fmla="*/ 1361 w 595706"/>
                <a:gd name="connsiteY3" fmla="*/ 140731 h 140731"/>
                <a:gd name="connsiteX4" fmla="*/ 0 w 595706"/>
                <a:gd name="connsiteY4" fmla="*/ 23494 h 140731"/>
                <a:gd name="connsiteX0" fmla="*/ 0 w 595706"/>
                <a:gd name="connsiteY0" fmla="*/ 25030 h 142267"/>
                <a:gd name="connsiteX1" fmla="*/ 595706 w 595706"/>
                <a:gd name="connsiteY1" fmla="*/ 3654 h 142267"/>
                <a:gd name="connsiteX2" fmla="*/ 595706 w 595706"/>
                <a:gd name="connsiteY2" fmla="*/ 100085 h 142267"/>
                <a:gd name="connsiteX3" fmla="*/ 1361 w 595706"/>
                <a:gd name="connsiteY3" fmla="*/ 142267 h 142267"/>
                <a:gd name="connsiteX4" fmla="*/ 0 w 595706"/>
                <a:gd name="connsiteY4" fmla="*/ 25030 h 142267"/>
                <a:gd name="connsiteX0" fmla="*/ 0 w 595706"/>
                <a:gd name="connsiteY0" fmla="*/ 22091 h 139328"/>
                <a:gd name="connsiteX1" fmla="*/ 595706 w 595706"/>
                <a:gd name="connsiteY1" fmla="*/ 715 h 139328"/>
                <a:gd name="connsiteX2" fmla="*/ 595706 w 595706"/>
                <a:gd name="connsiteY2" fmla="*/ 97146 h 139328"/>
                <a:gd name="connsiteX3" fmla="*/ 1361 w 595706"/>
                <a:gd name="connsiteY3" fmla="*/ 139328 h 139328"/>
                <a:gd name="connsiteX4" fmla="*/ 0 w 595706"/>
                <a:gd name="connsiteY4" fmla="*/ 22091 h 139328"/>
                <a:gd name="connsiteX0" fmla="*/ 0 w 595706"/>
                <a:gd name="connsiteY0" fmla="*/ 23573 h 140810"/>
                <a:gd name="connsiteX1" fmla="*/ 595706 w 595706"/>
                <a:gd name="connsiteY1" fmla="*/ 2197 h 140810"/>
                <a:gd name="connsiteX2" fmla="*/ 595706 w 595706"/>
                <a:gd name="connsiteY2" fmla="*/ 98628 h 140810"/>
                <a:gd name="connsiteX3" fmla="*/ 1361 w 595706"/>
                <a:gd name="connsiteY3" fmla="*/ 140810 h 140810"/>
                <a:gd name="connsiteX4" fmla="*/ 0 w 595706"/>
                <a:gd name="connsiteY4" fmla="*/ 23573 h 140810"/>
                <a:gd name="connsiteX0" fmla="*/ 0 w 595706"/>
                <a:gd name="connsiteY0" fmla="*/ 21908 h 139145"/>
                <a:gd name="connsiteX1" fmla="*/ 595706 w 595706"/>
                <a:gd name="connsiteY1" fmla="*/ 532 h 139145"/>
                <a:gd name="connsiteX2" fmla="*/ 595706 w 595706"/>
                <a:gd name="connsiteY2" fmla="*/ 96963 h 139145"/>
                <a:gd name="connsiteX3" fmla="*/ 1361 w 595706"/>
                <a:gd name="connsiteY3" fmla="*/ 139145 h 139145"/>
                <a:gd name="connsiteX4" fmla="*/ 0 w 595706"/>
                <a:gd name="connsiteY4" fmla="*/ 21908 h 139145"/>
                <a:gd name="connsiteX0" fmla="*/ 0 w 595706"/>
                <a:gd name="connsiteY0" fmla="*/ 23863 h 141100"/>
                <a:gd name="connsiteX1" fmla="*/ 595706 w 595706"/>
                <a:gd name="connsiteY1" fmla="*/ 2487 h 141100"/>
                <a:gd name="connsiteX2" fmla="*/ 595706 w 595706"/>
                <a:gd name="connsiteY2" fmla="*/ 98918 h 141100"/>
                <a:gd name="connsiteX3" fmla="*/ 1361 w 595706"/>
                <a:gd name="connsiteY3" fmla="*/ 141100 h 141100"/>
                <a:gd name="connsiteX4" fmla="*/ 0 w 595706"/>
                <a:gd name="connsiteY4" fmla="*/ 23863 h 141100"/>
                <a:gd name="connsiteX0" fmla="*/ 0 w 595706"/>
                <a:gd name="connsiteY0" fmla="*/ 24472 h 141709"/>
                <a:gd name="connsiteX1" fmla="*/ 595706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0 w 595706"/>
                <a:gd name="connsiteY0" fmla="*/ 24267 h 141504"/>
                <a:gd name="connsiteX1" fmla="*/ 595706 w 595706"/>
                <a:gd name="connsiteY1" fmla="*/ 2891 h 141504"/>
                <a:gd name="connsiteX2" fmla="*/ 595706 w 595706"/>
                <a:gd name="connsiteY2" fmla="*/ 99322 h 141504"/>
                <a:gd name="connsiteX3" fmla="*/ 1361 w 595706"/>
                <a:gd name="connsiteY3" fmla="*/ 141504 h 141504"/>
                <a:gd name="connsiteX4" fmla="*/ 0 w 595706"/>
                <a:gd name="connsiteY4" fmla="*/ 24267 h 141504"/>
                <a:gd name="connsiteX0" fmla="*/ 0 w 595706"/>
                <a:gd name="connsiteY0" fmla="*/ 24472 h 141709"/>
                <a:gd name="connsiteX1" fmla="*/ 595706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0 w 595706"/>
                <a:gd name="connsiteY0" fmla="*/ 24472 h 141709"/>
                <a:gd name="connsiteX1" fmla="*/ 594353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124 w 595830"/>
                <a:gd name="connsiteY0" fmla="*/ 24472 h 141709"/>
                <a:gd name="connsiteX1" fmla="*/ 594477 w 595830"/>
                <a:gd name="connsiteY1" fmla="*/ 3096 h 141709"/>
                <a:gd name="connsiteX2" fmla="*/ 595830 w 595830"/>
                <a:gd name="connsiteY2" fmla="*/ 99527 h 141709"/>
                <a:gd name="connsiteX3" fmla="*/ 131 w 595830"/>
                <a:gd name="connsiteY3" fmla="*/ 141709 h 141709"/>
                <a:gd name="connsiteX4" fmla="*/ 124 w 595830"/>
                <a:gd name="connsiteY4" fmla="*/ 24472 h 141709"/>
                <a:gd name="connsiteX0" fmla="*/ 124 w 597179"/>
                <a:gd name="connsiteY0" fmla="*/ 25207 h 142444"/>
                <a:gd name="connsiteX1" fmla="*/ 597179 w 597179"/>
                <a:gd name="connsiteY1" fmla="*/ 481 h 142444"/>
                <a:gd name="connsiteX2" fmla="*/ 595830 w 597179"/>
                <a:gd name="connsiteY2" fmla="*/ 100262 h 142444"/>
                <a:gd name="connsiteX3" fmla="*/ 131 w 597179"/>
                <a:gd name="connsiteY3" fmla="*/ 142444 h 142444"/>
                <a:gd name="connsiteX4" fmla="*/ 124 w 597179"/>
                <a:gd name="connsiteY4" fmla="*/ 25207 h 142444"/>
                <a:gd name="connsiteX0" fmla="*/ 124 w 595889"/>
                <a:gd name="connsiteY0" fmla="*/ 25842 h 143079"/>
                <a:gd name="connsiteX1" fmla="*/ 594477 w 595889"/>
                <a:gd name="connsiteY1" fmla="*/ 0 h 143079"/>
                <a:gd name="connsiteX2" fmla="*/ 595830 w 595889"/>
                <a:gd name="connsiteY2" fmla="*/ 100897 h 143079"/>
                <a:gd name="connsiteX3" fmla="*/ 131 w 595889"/>
                <a:gd name="connsiteY3" fmla="*/ 143079 h 143079"/>
                <a:gd name="connsiteX4" fmla="*/ 124 w 595889"/>
                <a:gd name="connsiteY4" fmla="*/ 25842 h 143079"/>
                <a:gd name="connsiteX0" fmla="*/ 124 w 595889"/>
                <a:gd name="connsiteY0" fmla="*/ 24713 h 141950"/>
                <a:gd name="connsiteX1" fmla="*/ 594477 w 595889"/>
                <a:gd name="connsiteY1" fmla="*/ 2221 h 141950"/>
                <a:gd name="connsiteX2" fmla="*/ 595830 w 595889"/>
                <a:gd name="connsiteY2" fmla="*/ 99768 h 141950"/>
                <a:gd name="connsiteX3" fmla="*/ 131 w 595889"/>
                <a:gd name="connsiteY3" fmla="*/ 141950 h 141950"/>
                <a:gd name="connsiteX4" fmla="*/ 124 w 595889"/>
                <a:gd name="connsiteY4" fmla="*/ 24713 h 141950"/>
                <a:gd name="connsiteX0" fmla="*/ 124 w 595959"/>
                <a:gd name="connsiteY0" fmla="*/ 24713 h 141950"/>
                <a:gd name="connsiteX1" fmla="*/ 595828 w 595959"/>
                <a:gd name="connsiteY1" fmla="*/ 2221 h 141950"/>
                <a:gd name="connsiteX2" fmla="*/ 595830 w 595959"/>
                <a:gd name="connsiteY2" fmla="*/ 99768 h 141950"/>
                <a:gd name="connsiteX3" fmla="*/ 131 w 595959"/>
                <a:gd name="connsiteY3" fmla="*/ 141950 h 141950"/>
                <a:gd name="connsiteX4" fmla="*/ 124 w 595959"/>
                <a:gd name="connsiteY4" fmla="*/ 24713 h 141950"/>
                <a:gd name="connsiteX0" fmla="*/ 124 w 595959"/>
                <a:gd name="connsiteY0" fmla="*/ 24925 h 142162"/>
                <a:gd name="connsiteX1" fmla="*/ 595828 w 595959"/>
                <a:gd name="connsiteY1" fmla="*/ 2433 h 142162"/>
                <a:gd name="connsiteX2" fmla="*/ 595830 w 595959"/>
                <a:gd name="connsiteY2" fmla="*/ 99980 h 142162"/>
                <a:gd name="connsiteX3" fmla="*/ 131 w 595959"/>
                <a:gd name="connsiteY3" fmla="*/ 142162 h 142162"/>
                <a:gd name="connsiteX4" fmla="*/ 124 w 595959"/>
                <a:gd name="connsiteY4" fmla="*/ 24925 h 142162"/>
                <a:gd name="connsiteX0" fmla="*/ 124 w 595959"/>
                <a:gd name="connsiteY0" fmla="*/ 22492 h 139729"/>
                <a:gd name="connsiteX1" fmla="*/ 595828 w 595959"/>
                <a:gd name="connsiteY1" fmla="*/ 0 h 139729"/>
                <a:gd name="connsiteX2" fmla="*/ 595830 w 595959"/>
                <a:gd name="connsiteY2" fmla="*/ 97547 h 139729"/>
                <a:gd name="connsiteX3" fmla="*/ 131 w 595959"/>
                <a:gd name="connsiteY3" fmla="*/ 139729 h 139729"/>
                <a:gd name="connsiteX4" fmla="*/ 124 w 595959"/>
                <a:gd name="connsiteY4" fmla="*/ 22492 h 139729"/>
                <a:gd name="connsiteX0" fmla="*/ 124 w 595959"/>
                <a:gd name="connsiteY0" fmla="*/ 25585 h 142822"/>
                <a:gd name="connsiteX1" fmla="*/ 595828 w 595959"/>
                <a:gd name="connsiteY1" fmla="*/ 3093 h 142822"/>
                <a:gd name="connsiteX2" fmla="*/ 595830 w 595959"/>
                <a:gd name="connsiteY2" fmla="*/ 100640 h 142822"/>
                <a:gd name="connsiteX3" fmla="*/ 131 w 595959"/>
                <a:gd name="connsiteY3" fmla="*/ 142822 h 142822"/>
                <a:gd name="connsiteX4" fmla="*/ 124 w 595959"/>
                <a:gd name="connsiteY4" fmla="*/ 25585 h 142822"/>
                <a:gd name="connsiteX0" fmla="*/ 124 w 595959"/>
                <a:gd name="connsiteY0" fmla="*/ 25585 h 142822"/>
                <a:gd name="connsiteX1" fmla="*/ 595828 w 595959"/>
                <a:gd name="connsiteY1" fmla="*/ 3093 h 142822"/>
                <a:gd name="connsiteX2" fmla="*/ 595830 w 595959"/>
                <a:gd name="connsiteY2" fmla="*/ 100640 h 142822"/>
                <a:gd name="connsiteX3" fmla="*/ 131 w 595959"/>
                <a:gd name="connsiteY3" fmla="*/ 142822 h 142822"/>
                <a:gd name="connsiteX4" fmla="*/ 124 w 595959"/>
                <a:gd name="connsiteY4" fmla="*/ 25585 h 142822"/>
                <a:gd name="connsiteX0" fmla="*/ 124 w 595959"/>
                <a:gd name="connsiteY0" fmla="*/ 26512 h 143749"/>
                <a:gd name="connsiteX1" fmla="*/ 595828 w 595959"/>
                <a:gd name="connsiteY1" fmla="*/ 4020 h 143749"/>
                <a:gd name="connsiteX2" fmla="*/ 595830 w 595959"/>
                <a:gd name="connsiteY2" fmla="*/ 101567 h 143749"/>
                <a:gd name="connsiteX3" fmla="*/ 131 w 595959"/>
                <a:gd name="connsiteY3" fmla="*/ 143749 h 143749"/>
                <a:gd name="connsiteX4" fmla="*/ 124 w 595959"/>
                <a:gd name="connsiteY4" fmla="*/ 26512 h 143749"/>
                <a:gd name="connsiteX0" fmla="*/ 124 w 595959"/>
                <a:gd name="connsiteY0" fmla="*/ 26512 h 143749"/>
                <a:gd name="connsiteX1" fmla="*/ 595828 w 595959"/>
                <a:gd name="connsiteY1" fmla="*/ 4020 h 143749"/>
                <a:gd name="connsiteX2" fmla="*/ 595830 w 595959"/>
                <a:gd name="connsiteY2" fmla="*/ 101567 h 143749"/>
                <a:gd name="connsiteX3" fmla="*/ 131 w 595959"/>
                <a:gd name="connsiteY3" fmla="*/ 143749 h 143749"/>
                <a:gd name="connsiteX4" fmla="*/ 124 w 595959"/>
                <a:gd name="connsiteY4" fmla="*/ 26512 h 143749"/>
                <a:gd name="connsiteX0" fmla="*/ 124 w 595959"/>
                <a:gd name="connsiteY0" fmla="*/ 28496 h 145733"/>
                <a:gd name="connsiteX1" fmla="*/ 595828 w 595959"/>
                <a:gd name="connsiteY1" fmla="*/ 6004 h 145733"/>
                <a:gd name="connsiteX2" fmla="*/ 595830 w 595959"/>
                <a:gd name="connsiteY2" fmla="*/ 103551 h 145733"/>
                <a:gd name="connsiteX3" fmla="*/ 131 w 595959"/>
                <a:gd name="connsiteY3" fmla="*/ 145733 h 145733"/>
                <a:gd name="connsiteX4" fmla="*/ 124 w 595959"/>
                <a:gd name="connsiteY4" fmla="*/ 28496 h 14573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856"/>
                <a:gd name="connsiteY0" fmla="*/ 41841 h 159078"/>
                <a:gd name="connsiteX1" fmla="*/ 591261 w 595856"/>
                <a:gd name="connsiteY1" fmla="*/ 0 h 159078"/>
                <a:gd name="connsiteX2" fmla="*/ 595830 w 595856"/>
                <a:gd name="connsiteY2" fmla="*/ 116896 h 159078"/>
                <a:gd name="connsiteX3" fmla="*/ 131 w 595856"/>
                <a:gd name="connsiteY3" fmla="*/ 159078 h 159078"/>
                <a:gd name="connsiteX4" fmla="*/ 124 w 595856"/>
                <a:gd name="connsiteY4" fmla="*/ 41841 h 159078"/>
                <a:gd name="connsiteX0" fmla="*/ 124 w 595959"/>
                <a:gd name="connsiteY0" fmla="*/ 41841 h 159078"/>
                <a:gd name="connsiteX1" fmla="*/ 595828 w 595959"/>
                <a:gd name="connsiteY1" fmla="*/ 0 h 159078"/>
                <a:gd name="connsiteX2" fmla="*/ 595830 w 595959"/>
                <a:gd name="connsiteY2" fmla="*/ 116896 h 159078"/>
                <a:gd name="connsiteX3" fmla="*/ 131 w 595959"/>
                <a:gd name="connsiteY3" fmla="*/ 159078 h 159078"/>
                <a:gd name="connsiteX4" fmla="*/ 124 w 595959"/>
                <a:gd name="connsiteY4" fmla="*/ 41841 h 159078"/>
                <a:gd name="connsiteX0" fmla="*/ 124 w 597349"/>
                <a:gd name="connsiteY0" fmla="*/ 42378 h 159615"/>
                <a:gd name="connsiteX1" fmla="*/ 597349 w 597349"/>
                <a:gd name="connsiteY1" fmla="*/ 0 h 159615"/>
                <a:gd name="connsiteX2" fmla="*/ 595830 w 597349"/>
                <a:gd name="connsiteY2" fmla="*/ 117433 h 159615"/>
                <a:gd name="connsiteX3" fmla="*/ 131 w 597349"/>
                <a:gd name="connsiteY3" fmla="*/ 159615 h 159615"/>
                <a:gd name="connsiteX4" fmla="*/ 124 w 597349"/>
                <a:gd name="connsiteY4" fmla="*/ 42378 h 159615"/>
                <a:gd name="connsiteX0" fmla="*/ 124 w 600443"/>
                <a:gd name="connsiteY0" fmla="*/ 42378 h 159615"/>
                <a:gd name="connsiteX1" fmla="*/ 597349 w 600443"/>
                <a:gd name="connsiteY1" fmla="*/ 0 h 159615"/>
                <a:gd name="connsiteX2" fmla="*/ 600408 w 600443"/>
                <a:gd name="connsiteY2" fmla="*/ 117433 h 159615"/>
                <a:gd name="connsiteX3" fmla="*/ 131 w 600443"/>
                <a:gd name="connsiteY3" fmla="*/ 159615 h 159615"/>
                <a:gd name="connsiteX4" fmla="*/ 124 w 600443"/>
                <a:gd name="connsiteY4" fmla="*/ 42378 h 159615"/>
                <a:gd name="connsiteX0" fmla="*/ 124 w 600537"/>
                <a:gd name="connsiteY0" fmla="*/ 42378 h 159615"/>
                <a:gd name="connsiteX1" fmla="*/ 600401 w 600537"/>
                <a:gd name="connsiteY1" fmla="*/ 0 h 159615"/>
                <a:gd name="connsiteX2" fmla="*/ 600408 w 600537"/>
                <a:gd name="connsiteY2" fmla="*/ 117433 h 159615"/>
                <a:gd name="connsiteX3" fmla="*/ 131 w 600537"/>
                <a:gd name="connsiteY3" fmla="*/ 159615 h 159615"/>
                <a:gd name="connsiteX4" fmla="*/ 124 w 600537"/>
                <a:gd name="connsiteY4" fmla="*/ 42378 h 159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0537" h="159615">
                  <a:moveTo>
                    <a:pt x="124" y="42378"/>
                  </a:moveTo>
                  <a:cubicBezTo>
                    <a:pt x="296414" y="-50243"/>
                    <a:pt x="418111" y="75773"/>
                    <a:pt x="600401" y="0"/>
                  </a:cubicBezTo>
                  <a:cubicBezTo>
                    <a:pt x="599951" y="33260"/>
                    <a:pt x="600858" y="84173"/>
                    <a:pt x="600408" y="117433"/>
                  </a:cubicBezTo>
                  <a:cubicBezTo>
                    <a:pt x="395490" y="192726"/>
                    <a:pt x="285331" y="62551"/>
                    <a:pt x="131" y="159615"/>
                  </a:cubicBezTo>
                  <a:cubicBezTo>
                    <a:pt x="-323" y="114566"/>
                    <a:pt x="578" y="87427"/>
                    <a:pt x="124" y="42378"/>
                  </a:cubicBezTo>
                  <a:close/>
                </a:path>
              </a:pathLst>
            </a:custGeom>
            <a:solidFill>
              <a:schemeClr val="accent2">
                <a:lumMod val="40000"/>
                <a:lumOff val="6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94" name="矩形 1174">
              <a:extLst>
                <a:ext uri="{FF2B5EF4-FFF2-40B4-BE49-F238E27FC236}">
                  <a16:creationId xmlns:a16="http://schemas.microsoft.com/office/drawing/2014/main" id="{04D438FE-A41D-4D6E-EACD-AE8F9526E406}"/>
                </a:ext>
              </a:extLst>
            </p:cNvPr>
            <p:cNvSpPr/>
            <p:nvPr/>
          </p:nvSpPr>
          <p:spPr>
            <a:xfrm rot="10800000">
              <a:off x="5041541" y="7045652"/>
              <a:ext cx="618707" cy="139508"/>
            </a:xfrm>
            <a:custGeom>
              <a:avLst/>
              <a:gdLst>
                <a:gd name="connsiteX0" fmla="*/ 0 w 595706"/>
                <a:gd name="connsiteY0" fmla="*/ 0 h 92965"/>
                <a:gd name="connsiteX1" fmla="*/ 595706 w 595706"/>
                <a:gd name="connsiteY1" fmla="*/ 0 h 92965"/>
                <a:gd name="connsiteX2" fmla="*/ 595706 w 595706"/>
                <a:gd name="connsiteY2" fmla="*/ 92965 h 92965"/>
                <a:gd name="connsiteX3" fmla="*/ 0 w 595706"/>
                <a:gd name="connsiteY3" fmla="*/ 92965 h 92965"/>
                <a:gd name="connsiteX4" fmla="*/ 0 w 595706"/>
                <a:gd name="connsiteY4" fmla="*/ 0 h 92965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131 w 595837"/>
                <a:gd name="connsiteY0" fmla="*/ 0 h 148754"/>
                <a:gd name="connsiteX1" fmla="*/ 595837 w 595837"/>
                <a:gd name="connsiteY1" fmla="*/ 0 h 148754"/>
                <a:gd name="connsiteX2" fmla="*/ 595837 w 595837"/>
                <a:gd name="connsiteY2" fmla="*/ 92965 h 148754"/>
                <a:gd name="connsiteX3" fmla="*/ 131 w 595837"/>
                <a:gd name="connsiteY3" fmla="*/ 148754 h 148754"/>
                <a:gd name="connsiteX4" fmla="*/ 131 w 595837"/>
                <a:gd name="connsiteY4" fmla="*/ 0 h 148754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56571"/>
                <a:gd name="connsiteX1" fmla="*/ 595837 w 595837"/>
                <a:gd name="connsiteY1" fmla="*/ 0 h 156571"/>
                <a:gd name="connsiteX2" fmla="*/ 594316 w 595837"/>
                <a:gd name="connsiteY2" fmla="*/ 141984 h 156571"/>
                <a:gd name="connsiteX3" fmla="*/ 131 w 595837"/>
                <a:gd name="connsiteY3" fmla="*/ 140590 h 156571"/>
                <a:gd name="connsiteX4" fmla="*/ 131 w 595837"/>
                <a:gd name="connsiteY4" fmla="*/ 0 h 156571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0 w 600949"/>
                <a:gd name="connsiteY0" fmla="*/ 0 h 271309"/>
                <a:gd name="connsiteX1" fmla="*/ 600949 w 600949"/>
                <a:gd name="connsiteY1" fmla="*/ 0 h 271309"/>
                <a:gd name="connsiteX2" fmla="*/ 599428 w 600949"/>
                <a:gd name="connsiteY2" fmla="*/ 141984 h 271309"/>
                <a:gd name="connsiteX3" fmla="*/ 3722 w 600949"/>
                <a:gd name="connsiteY3" fmla="*/ 271309 h 271309"/>
                <a:gd name="connsiteX4" fmla="*/ 0 w 600949"/>
                <a:gd name="connsiteY4" fmla="*/ 0 h 271309"/>
                <a:gd name="connsiteX0" fmla="*/ 0 w 599639"/>
                <a:gd name="connsiteY0" fmla="*/ 0 h 271309"/>
                <a:gd name="connsiteX1" fmla="*/ 599639 w 599639"/>
                <a:gd name="connsiteY1" fmla="*/ 0 h 271309"/>
                <a:gd name="connsiteX2" fmla="*/ 599428 w 599639"/>
                <a:gd name="connsiteY2" fmla="*/ 141984 h 271309"/>
                <a:gd name="connsiteX3" fmla="*/ 3722 w 599639"/>
                <a:gd name="connsiteY3" fmla="*/ 271309 h 271309"/>
                <a:gd name="connsiteX4" fmla="*/ 0 w 599639"/>
                <a:gd name="connsiteY4" fmla="*/ 0 h 271309"/>
                <a:gd name="connsiteX0" fmla="*/ 0 w 597018"/>
                <a:gd name="connsiteY0" fmla="*/ 0 h 271309"/>
                <a:gd name="connsiteX1" fmla="*/ 597018 w 597018"/>
                <a:gd name="connsiteY1" fmla="*/ 0 h 271309"/>
                <a:gd name="connsiteX2" fmla="*/ 596807 w 597018"/>
                <a:gd name="connsiteY2" fmla="*/ 141984 h 271309"/>
                <a:gd name="connsiteX3" fmla="*/ 1101 w 597018"/>
                <a:gd name="connsiteY3" fmla="*/ 271309 h 271309"/>
                <a:gd name="connsiteX4" fmla="*/ 0 w 597018"/>
                <a:gd name="connsiteY4" fmla="*/ 0 h 271309"/>
                <a:gd name="connsiteX0" fmla="*/ 0 w 596807"/>
                <a:gd name="connsiteY0" fmla="*/ 0 h 271309"/>
                <a:gd name="connsiteX1" fmla="*/ 591775 w 596807"/>
                <a:gd name="connsiteY1" fmla="*/ 0 h 271309"/>
                <a:gd name="connsiteX2" fmla="*/ 596807 w 596807"/>
                <a:gd name="connsiteY2" fmla="*/ 141984 h 271309"/>
                <a:gd name="connsiteX3" fmla="*/ 1101 w 596807"/>
                <a:gd name="connsiteY3" fmla="*/ 271309 h 271309"/>
                <a:gd name="connsiteX4" fmla="*/ 0 w 596807"/>
                <a:gd name="connsiteY4" fmla="*/ 0 h 271309"/>
                <a:gd name="connsiteX0" fmla="*/ 0 w 596807"/>
                <a:gd name="connsiteY0" fmla="*/ 0 h 271309"/>
                <a:gd name="connsiteX1" fmla="*/ 595708 w 596807"/>
                <a:gd name="connsiteY1" fmla="*/ 0 h 271309"/>
                <a:gd name="connsiteX2" fmla="*/ 596807 w 596807"/>
                <a:gd name="connsiteY2" fmla="*/ 141984 h 271309"/>
                <a:gd name="connsiteX3" fmla="*/ 1101 w 596807"/>
                <a:gd name="connsiteY3" fmla="*/ 271309 h 271309"/>
                <a:gd name="connsiteX4" fmla="*/ 0 w 596807"/>
                <a:gd name="connsiteY4" fmla="*/ 0 h 271309"/>
                <a:gd name="connsiteX0" fmla="*/ 0 w 595708"/>
                <a:gd name="connsiteY0" fmla="*/ 0 h 271309"/>
                <a:gd name="connsiteX1" fmla="*/ 595708 w 595708"/>
                <a:gd name="connsiteY1" fmla="*/ 0 h 271309"/>
                <a:gd name="connsiteX2" fmla="*/ 594186 w 595708"/>
                <a:gd name="connsiteY2" fmla="*/ 141985 h 271309"/>
                <a:gd name="connsiteX3" fmla="*/ 1101 w 595708"/>
                <a:gd name="connsiteY3" fmla="*/ 271309 h 271309"/>
                <a:gd name="connsiteX4" fmla="*/ 0 w 595708"/>
                <a:gd name="connsiteY4" fmla="*/ 0 h 271309"/>
                <a:gd name="connsiteX0" fmla="*/ 0 w 596439"/>
                <a:gd name="connsiteY0" fmla="*/ 109083 h 380392"/>
                <a:gd name="connsiteX1" fmla="*/ 595708 w 596439"/>
                <a:gd name="connsiteY1" fmla="*/ 109083 h 380392"/>
                <a:gd name="connsiteX2" fmla="*/ 594186 w 596439"/>
                <a:gd name="connsiteY2" fmla="*/ 251068 h 380392"/>
                <a:gd name="connsiteX3" fmla="*/ 1101 w 596439"/>
                <a:gd name="connsiteY3" fmla="*/ 380392 h 380392"/>
                <a:gd name="connsiteX4" fmla="*/ 0 w 596439"/>
                <a:gd name="connsiteY4" fmla="*/ 109083 h 380392"/>
                <a:gd name="connsiteX0" fmla="*/ 0 w 595708"/>
                <a:gd name="connsiteY0" fmla="*/ 0 h 271309"/>
                <a:gd name="connsiteX1" fmla="*/ 595708 w 595708"/>
                <a:gd name="connsiteY1" fmla="*/ 0 h 271309"/>
                <a:gd name="connsiteX2" fmla="*/ 594186 w 595708"/>
                <a:gd name="connsiteY2" fmla="*/ 141985 h 271309"/>
                <a:gd name="connsiteX3" fmla="*/ 1101 w 595708"/>
                <a:gd name="connsiteY3" fmla="*/ 271309 h 271309"/>
                <a:gd name="connsiteX4" fmla="*/ 0 w 595708"/>
                <a:gd name="connsiteY4" fmla="*/ 0 h 271309"/>
                <a:gd name="connsiteX0" fmla="*/ 0 w 596808"/>
                <a:gd name="connsiteY0" fmla="*/ 0 h 271309"/>
                <a:gd name="connsiteX1" fmla="*/ 595708 w 596808"/>
                <a:gd name="connsiteY1" fmla="*/ 0 h 271309"/>
                <a:gd name="connsiteX2" fmla="*/ 596808 w 596808"/>
                <a:gd name="connsiteY2" fmla="*/ 141985 h 271309"/>
                <a:gd name="connsiteX3" fmla="*/ 1101 w 596808"/>
                <a:gd name="connsiteY3" fmla="*/ 271309 h 271309"/>
                <a:gd name="connsiteX4" fmla="*/ 0 w 596808"/>
                <a:gd name="connsiteY4" fmla="*/ 0 h 271309"/>
                <a:gd name="connsiteX0" fmla="*/ 0 w 596808"/>
                <a:gd name="connsiteY0" fmla="*/ 0 h 271309"/>
                <a:gd name="connsiteX1" fmla="*/ 595708 w 596808"/>
                <a:gd name="connsiteY1" fmla="*/ 0 h 271309"/>
                <a:gd name="connsiteX2" fmla="*/ 596808 w 596808"/>
                <a:gd name="connsiteY2" fmla="*/ 141985 h 271309"/>
                <a:gd name="connsiteX3" fmla="*/ 1101 w 596808"/>
                <a:gd name="connsiteY3" fmla="*/ 271309 h 271309"/>
                <a:gd name="connsiteX4" fmla="*/ 0 w 596808"/>
                <a:gd name="connsiteY4" fmla="*/ 0 h 271309"/>
                <a:gd name="connsiteX0" fmla="*/ 0 w 596808"/>
                <a:gd name="connsiteY0" fmla="*/ 0 h 271309"/>
                <a:gd name="connsiteX1" fmla="*/ 595708 w 596808"/>
                <a:gd name="connsiteY1" fmla="*/ 0 h 271309"/>
                <a:gd name="connsiteX2" fmla="*/ 596808 w 596808"/>
                <a:gd name="connsiteY2" fmla="*/ 141985 h 271309"/>
                <a:gd name="connsiteX3" fmla="*/ 1101 w 596808"/>
                <a:gd name="connsiteY3" fmla="*/ 271309 h 271309"/>
                <a:gd name="connsiteX4" fmla="*/ 0 w 596808"/>
                <a:gd name="connsiteY4" fmla="*/ 0 h 271309"/>
                <a:gd name="connsiteX0" fmla="*/ 0 w 595708"/>
                <a:gd name="connsiteY0" fmla="*/ 0 h 271309"/>
                <a:gd name="connsiteX1" fmla="*/ 595708 w 595708"/>
                <a:gd name="connsiteY1" fmla="*/ 0 h 271309"/>
                <a:gd name="connsiteX2" fmla="*/ 594186 w 595708"/>
                <a:gd name="connsiteY2" fmla="*/ 141985 h 271309"/>
                <a:gd name="connsiteX3" fmla="*/ 1101 w 595708"/>
                <a:gd name="connsiteY3" fmla="*/ 271309 h 271309"/>
                <a:gd name="connsiteX4" fmla="*/ 0 w 595708"/>
                <a:gd name="connsiteY4" fmla="*/ 0 h 271309"/>
                <a:gd name="connsiteX0" fmla="*/ 0 w 595708"/>
                <a:gd name="connsiteY0" fmla="*/ 0 h 271309"/>
                <a:gd name="connsiteX1" fmla="*/ 595708 w 595708"/>
                <a:gd name="connsiteY1" fmla="*/ 0 h 271309"/>
                <a:gd name="connsiteX2" fmla="*/ 594186 w 595708"/>
                <a:gd name="connsiteY2" fmla="*/ 141985 h 271309"/>
                <a:gd name="connsiteX3" fmla="*/ 1101 w 595708"/>
                <a:gd name="connsiteY3" fmla="*/ 271309 h 271309"/>
                <a:gd name="connsiteX4" fmla="*/ 0 w 595708"/>
                <a:gd name="connsiteY4" fmla="*/ 0 h 271309"/>
                <a:gd name="connsiteX0" fmla="*/ 0 w 595936"/>
                <a:gd name="connsiteY0" fmla="*/ 0 h 271309"/>
                <a:gd name="connsiteX1" fmla="*/ 595708 w 595936"/>
                <a:gd name="connsiteY1" fmla="*/ 0 h 271309"/>
                <a:gd name="connsiteX2" fmla="*/ 594186 w 595936"/>
                <a:gd name="connsiteY2" fmla="*/ 141985 h 271309"/>
                <a:gd name="connsiteX3" fmla="*/ 1101 w 595936"/>
                <a:gd name="connsiteY3" fmla="*/ 271309 h 271309"/>
                <a:gd name="connsiteX4" fmla="*/ 0 w 595936"/>
                <a:gd name="connsiteY4" fmla="*/ 0 h 271309"/>
                <a:gd name="connsiteX0" fmla="*/ 319 w 596255"/>
                <a:gd name="connsiteY0" fmla="*/ 0 h 271309"/>
                <a:gd name="connsiteX1" fmla="*/ 596027 w 596255"/>
                <a:gd name="connsiteY1" fmla="*/ 0 h 271309"/>
                <a:gd name="connsiteX2" fmla="*/ 594505 w 596255"/>
                <a:gd name="connsiteY2" fmla="*/ 141985 h 271309"/>
                <a:gd name="connsiteX3" fmla="*/ 110 w 596255"/>
                <a:gd name="connsiteY3" fmla="*/ 271309 h 271309"/>
                <a:gd name="connsiteX4" fmla="*/ 319 w 596255"/>
                <a:gd name="connsiteY4" fmla="*/ 0 h 271309"/>
                <a:gd name="connsiteX0" fmla="*/ 0 w 595936"/>
                <a:gd name="connsiteY0" fmla="*/ 0 h 271309"/>
                <a:gd name="connsiteX1" fmla="*/ 595708 w 595936"/>
                <a:gd name="connsiteY1" fmla="*/ 0 h 271309"/>
                <a:gd name="connsiteX2" fmla="*/ 594186 w 595936"/>
                <a:gd name="connsiteY2" fmla="*/ 141985 h 271309"/>
                <a:gd name="connsiteX3" fmla="*/ 1101 w 595936"/>
                <a:gd name="connsiteY3" fmla="*/ 271309 h 271309"/>
                <a:gd name="connsiteX4" fmla="*/ 0 w 595936"/>
                <a:gd name="connsiteY4" fmla="*/ 0 h 271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5936" h="271309">
                  <a:moveTo>
                    <a:pt x="0" y="0"/>
                  </a:moveTo>
                  <a:lnTo>
                    <a:pt x="595708" y="0"/>
                  </a:lnTo>
                  <a:cubicBezTo>
                    <a:pt x="595708" y="30988"/>
                    <a:pt x="596806" y="39550"/>
                    <a:pt x="594186" y="141985"/>
                  </a:cubicBezTo>
                  <a:cubicBezTo>
                    <a:pt x="404809" y="352086"/>
                    <a:pt x="341643" y="22672"/>
                    <a:pt x="1101" y="271309"/>
                  </a:cubicBezTo>
                  <a:cubicBezTo>
                    <a:pt x="647" y="226260"/>
                    <a:pt x="454" y="45049"/>
                    <a:pt x="0" y="0"/>
                  </a:cubicBez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696" name="组合 695">
              <a:extLst>
                <a:ext uri="{FF2B5EF4-FFF2-40B4-BE49-F238E27FC236}">
                  <a16:creationId xmlns:a16="http://schemas.microsoft.com/office/drawing/2014/main" id="{C021C280-4CEE-1C54-3FAB-013FDDAD87C0}"/>
                </a:ext>
              </a:extLst>
            </p:cNvPr>
            <p:cNvGrpSpPr/>
            <p:nvPr/>
          </p:nvGrpSpPr>
          <p:grpSpPr>
            <a:xfrm>
              <a:off x="5040167" y="6521415"/>
              <a:ext cx="621640" cy="663817"/>
              <a:chOff x="3656357" y="6507685"/>
              <a:chExt cx="621640" cy="663817"/>
            </a:xfrm>
          </p:grpSpPr>
          <p:sp>
            <p:nvSpPr>
              <p:cNvPr id="704" name="矩形 703">
                <a:extLst>
                  <a:ext uri="{FF2B5EF4-FFF2-40B4-BE49-F238E27FC236}">
                    <a16:creationId xmlns:a16="http://schemas.microsoft.com/office/drawing/2014/main" id="{0925CB65-BB1C-1AA8-04E0-F30934F933A3}"/>
                  </a:ext>
                </a:extLst>
              </p:cNvPr>
              <p:cNvSpPr/>
              <p:nvPr/>
            </p:nvSpPr>
            <p:spPr>
              <a:xfrm>
                <a:off x="3656465" y="6640950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05" name="矩形 704">
                <a:extLst>
                  <a:ext uri="{FF2B5EF4-FFF2-40B4-BE49-F238E27FC236}">
                    <a16:creationId xmlns:a16="http://schemas.microsoft.com/office/drawing/2014/main" id="{0EEF1A3D-CDEA-0190-ABC5-85AA05116C74}"/>
                  </a:ext>
                </a:extLst>
              </p:cNvPr>
              <p:cNvSpPr/>
              <p:nvPr/>
            </p:nvSpPr>
            <p:spPr>
              <a:xfrm>
                <a:off x="3811875" y="6640950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06" name="矩形 705">
                <a:extLst>
                  <a:ext uri="{FF2B5EF4-FFF2-40B4-BE49-F238E27FC236}">
                    <a16:creationId xmlns:a16="http://schemas.microsoft.com/office/drawing/2014/main" id="{104A2DBE-2E3C-1CF9-25A9-FF2BC4D85C17}"/>
                  </a:ext>
                </a:extLst>
              </p:cNvPr>
              <p:cNvSpPr/>
              <p:nvPr/>
            </p:nvSpPr>
            <p:spPr>
              <a:xfrm>
                <a:off x="3967285" y="6640950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07" name="矩形 706">
                <a:extLst>
                  <a:ext uri="{FF2B5EF4-FFF2-40B4-BE49-F238E27FC236}">
                    <a16:creationId xmlns:a16="http://schemas.microsoft.com/office/drawing/2014/main" id="{3B017BC9-0618-A245-A422-D1137A690B20}"/>
                  </a:ext>
                </a:extLst>
              </p:cNvPr>
              <p:cNvSpPr/>
              <p:nvPr/>
            </p:nvSpPr>
            <p:spPr>
              <a:xfrm>
                <a:off x="4122695" y="6640950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08" name="矩形 707">
                <a:extLst>
                  <a:ext uri="{FF2B5EF4-FFF2-40B4-BE49-F238E27FC236}">
                    <a16:creationId xmlns:a16="http://schemas.microsoft.com/office/drawing/2014/main" id="{A5541330-883F-09A0-DDFB-23BDF9D5DD74}"/>
                  </a:ext>
                </a:extLst>
              </p:cNvPr>
              <p:cNvSpPr/>
              <p:nvPr/>
            </p:nvSpPr>
            <p:spPr>
              <a:xfrm>
                <a:off x="3656465" y="6773574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09" name="矩形 708">
                <a:extLst>
                  <a:ext uri="{FF2B5EF4-FFF2-40B4-BE49-F238E27FC236}">
                    <a16:creationId xmlns:a16="http://schemas.microsoft.com/office/drawing/2014/main" id="{B5BF7C6B-8776-B45F-1F8B-2A5C8B074048}"/>
                  </a:ext>
                </a:extLst>
              </p:cNvPr>
              <p:cNvSpPr/>
              <p:nvPr/>
            </p:nvSpPr>
            <p:spPr>
              <a:xfrm>
                <a:off x="3811875" y="6773574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10" name="矩形 709">
                <a:extLst>
                  <a:ext uri="{FF2B5EF4-FFF2-40B4-BE49-F238E27FC236}">
                    <a16:creationId xmlns:a16="http://schemas.microsoft.com/office/drawing/2014/main" id="{91F472D2-F07A-DFF6-BD88-BC8BD19D31A6}"/>
                  </a:ext>
                </a:extLst>
              </p:cNvPr>
              <p:cNvSpPr/>
              <p:nvPr/>
            </p:nvSpPr>
            <p:spPr>
              <a:xfrm>
                <a:off x="3967285" y="6773574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11" name="矩形 710">
                <a:extLst>
                  <a:ext uri="{FF2B5EF4-FFF2-40B4-BE49-F238E27FC236}">
                    <a16:creationId xmlns:a16="http://schemas.microsoft.com/office/drawing/2014/main" id="{18DB2E74-869C-D7F1-C503-33FD2BC50E09}"/>
                  </a:ext>
                </a:extLst>
              </p:cNvPr>
              <p:cNvSpPr/>
              <p:nvPr/>
            </p:nvSpPr>
            <p:spPr>
              <a:xfrm>
                <a:off x="4122695" y="6773574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12" name="矩形 711">
                <a:extLst>
                  <a:ext uri="{FF2B5EF4-FFF2-40B4-BE49-F238E27FC236}">
                    <a16:creationId xmlns:a16="http://schemas.microsoft.com/office/drawing/2014/main" id="{DB019D52-4825-F2EA-5D9D-5CB1E48F65C6}"/>
                  </a:ext>
                </a:extLst>
              </p:cNvPr>
              <p:cNvSpPr/>
              <p:nvPr/>
            </p:nvSpPr>
            <p:spPr>
              <a:xfrm>
                <a:off x="3656357" y="690625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13" name="矩形 712">
                <a:extLst>
                  <a:ext uri="{FF2B5EF4-FFF2-40B4-BE49-F238E27FC236}">
                    <a16:creationId xmlns:a16="http://schemas.microsoft.com/office/drawing/2014/main" id="{119144CC-73AB-F977-F02E-D22AA4B8C52D}"/>
                  </a:ext>
                </a:extLst>
              </p:cNvPr>
              <p:cNvSpPr/>
              <p:nvPr/>
            </p:nvSpPr>
            <p:spPr>
              <a:xfrm>
                <a:off x="3811767" y="690625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14" name="矩形 713">
                <a:extLst>
                  <a:ext uri="{FF2B5EF4-FFF2-40B4-BE49-F238E27FC236}">
                    <a16:creationId xmlns:a16="http://schemas.microsoft.com/office/drawing/2014/main" id="{9749B7A1-E929-BD3D-2844-26AC403D34AC}"/>
                  </a:ext>
                </a:extLst>
              </p:cNvPr>
              <p:cNvSpPr/>
              <p:nvPr/>
            </p:nvSpPr>
            <p:spPr>
              <a:xfrm>
                <a:off x="3967177" y="690625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15" name="矩形 714">
                <a:extLst>
                  <a:ext uri="{FF2B5EF4-FFF2-40B4-BE49-F238E27FC236}">
                    <a16:creationId xmlns:a16="http://schemas.microsoft.com/office/drawing/2014/main" id="{DA321C66-E38B-5A7C-4F9C-A4C390A2A3F3}"/>
                  </a:ext>
                </a:extLst>
              </p:cNvPr>
              <p:cNvSpPr/>
              <p:nvPr/>
            </p:nvSpPr>
            <p:spPr>
              <a:xfrm>
                <a:off x="4122587" y="690625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16" name="矩形 715">
                <a:extLst>
                  <a:ext uri="{FF2B5EF4-FFF2-40B4-BE49-F238E27FC236}">
                    <a16:creationId xmlns:a16="http://schemas.microsoft.com/office/drawing/2014/main" id="{367B639E-DE5A-9194-8BC8-7A4BD3E645C7}"/>
                  </a:ext>
                </a:extLst>
              </p:cNvPr>
              <p:cNvSpPr/>
              <p:nvPr/>
            </p:nvSpPr>
            <p:spPr>
              <a:xfrm>
                <a:off x="3656357" y="7038879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24" name="矩形 723">
                <a:extLst>
                  <a:ext uri="{FF2B5EF4-FFF2-40B4-BE49-F238E27FC236}">
                    <a16:creationId xmlns:a16="http://schemas.microsoft.com/office/drawing/2014/main" id="{F87F7574-D6E1-50F6-BE18-D5B8F1AA20E7}"/>
                  </a:ext>
                </a:extLst>
              </p:cNvPr>
              <p:cNvSpPr/>
              <p:nvPr/>
            </p:nvSpPr>
            <p:spPr>
              <a:xfrm>
                <a:off x="3811767" y="7038879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25" name="矩形 724">
                <a:extLst>
                  <a:ext uri="{FF2B5EF4-FFF2-40B4-BE49-F238E27FC236}">
                    <a16:creationId xmlns:a16="http://schemas.microsoft.com/office/drawing/2014/main" id="{8D8E660A-5468-698F-DB29-E2A5267A1B24}"/>
                  </a:ext>
                </a:extLst>
              </p:cNvPr>
              <p:cNvSpPr/>
              <p:nvPr/>
            </p:nvSpPr>
            <p:spPr>
              <a:xfrm>
                <a:off x="3967177" y="7038879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26" name="矩形 725">
                <a:extLst>
                  <a:ext uri="{FF2B5EF4-FFF2-40B4-BE49-F238E27FC236}">
                    <a16:creationId xmlns:a16="http://schemas.microsoft.com/office/drawing/2014/main" id="{4CEEF568-C707-6FB5-5BCD-D067E1F7E167}"/>
                  </a:ext>
                </a:extLst>
              </p:cNvPr>
              <p:cNvSpPr/>
              <p:nvPr/>
            </p:nvSpPr>
            <p:spPr>
              <a:xfrm>
                <a:off x="4122587" y="7038879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27" name="矩形 726">
                <a:extLst>
                  <a:ext uri="{FF2B5EF4-FFF2-40B4-BE49-F238E27FC236}">
                    <a16:creationId xmlns:a16="http://schemas.microsoft.com/office/drawing/2014/main" id="{3F5E0304-0DAE-4FE6-8BCA-CABACD65FDF0}"/>
                  </a:ext>
                </a:extLst>
              </p:cNvPr>
              <p:cNvSpPr/>
              <p:nvPr/>
            </p:nvSpPr>
            <p:spPr>
              <a:xfrm>
                <a:off x="3656357" y="650768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28" name="矩形 727">
                <a:extLst>
                  <a:ext uri="{FF2B5EF4-FFF2-40B4-BE49-F238E27FC236}">
                    <a16:creationId xmlns:a16="http://schemas.microsoft.com/office/drawing/2014/main" id="{3C379674-0092-40BB-1636-3CC7D8DD7694}"/>
                  </a:ext>
                </a:extLst>
              </p:cNvPr>
              <p:cNvSpPr/>
              <p:nvPr/>
            </p:nvSpPr>
            <p:spPr>
              <a:xfrm>
                <a:off x="3811767" y="650768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29" name="矩形 728">
                <a:extLst>
                  <a:ext uri="{FF2B5EF4-FFF2-40B4-BE49-F238E27FC236}">
                    <a16:creationId xmlns:a16="http://schemas.microsoft.com/office/drawing/2014/main" id="{5C405B80-EC6B-8B7C-EA33-480ECC9F1A16}"/>
                  </a:ext>
                </a:extLst>
              </p:cNvPr>
              <p:cNvSpPr/>
              <p:nvPr/>
            </p:nvSpPr>
            <p:spPr>
              <a:xfrm>
                <a:off x="3967177" y="650768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30" name="矩形 729">
                <a:extLst>
                  <a:ext uri="{FF2B5EF4-FFF2-40B4-BE49-F238E27FC236}">
                    <a16:creationId xmlns:a16="http://schemas.microsoft.com/office/drawing/2014/main" id="{9F63CC71-5E3C-B338-C352-FC38EFAE2557}"/>
                  </a:ext>
                </a:extLst>
              </p:cNvPr>
              <p:cNvSpPr/>
              <p:nvPr/>
            </p:nvSpPr>
            <p:spPr>
              <a:xfrm>
                <a:off x="4122587" y="650768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53" name="组合 52">
            <a:extLst>
              <a:ext uri="{FF2B5EF4-FFF2-40B4-BE49-F238E27FC236}">
                <a16:creationId xmlns:a16="http://schemas.microsoft.com/office/drawing/2014/main" id="{D4727E77-57A4-3A43-CE4C-72B04FF05925}"/>
              </a:ext>
            </a:extLst>
          </p:cNvPr>
          <p:cNvGrpSpPr/>
          <p:nvPr/>
        </p:nvGrpSpPr>
        <p:grpSpPr>
          <a:xfrm>
            <a:off x="6951059" y="6074232"/>
            <a:ext cx="621640" cy="663817"/>
            <a:chOff x="5040167" y="6521415"/>
            <a:chExt cx="621640" cy="663817"/>
          </a:xfrm>
        </p:grpSpPr>
        <p:sp>
          <p:nvSpPr>
            <p:cNvPr id="54" name="矩形 1174">
              <a:extLst>
                <a:ext uri="{FF2B5EF4-FFF2-40B4-BE49-F238E27FC236}">
                  <a16:creationId xmlns:a16="http://schemas.microsoft.com/office/drawing/2014/main" id="{C0F275F7-BBEA-AD92-9115-BB1C5EE61543}"/>
                </a:ext>
              </a:extLst>
            </p:cNvPr>
            <p:cNvSpPr/>
            <p:nvPr/>
          </p:nvSpPr>
          <p:spPr>
            <a:xfrm rot="10800000">
              <a:off x="5041542" y="6760560"/>
              <a:ext cx="618706" cy="201627"/>
            </a:xfrm>
            <a:custGeom>
              <a:avLst/>
              <a:gdLst>
                <a:gd name="connsiteX0" fmla="*/ 0 w 595706"/>
                <a:gd name="connsiteY0" fmla="*/ 0 h 92965"/>
                <a:gd name="connsiteX1" fmla="*/ 595706 w 595706"/>
                <a:gd name="connsiteY1" fmla="*/ 0 h 92965"/>
                <a:gd name="connsiteX2" fmla="*/ 595706 w 595706"/>
                <a:gd name="connsiteY2" fmla="*/ 92965 h 92965"/>
                <a:gd name="connsiteX3" fmla="*/ 0 w 595706"/>
                <a:gd name="connsiteY3" fmla="*/ 92965 h 92965"/>
                <a:gd name="connsiteX4" fmla="*/ 0 w 595706"/>
                <a:gd name="connsiteY4" fmla="*/ 0 h 92965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1422 w 594406"/>
                <a:gd name="connsiteY0" fmla="*/ 21376 h 135147"/>
                <a:gd name="connsiteX1" fmla="*/ 594406 w 594406"/>
                <a:gd name="connsiteY1" fmla="*/ 0 h 135147"/>
                <a:gd name="connsiteX2" fmla="*/ 594406 w 594406"/>
                <a:gd name="connsiteY2" fmla="*/ 92965 h 135147"/>
                <a:gd name="connsiteX3" fmla="*/ 61 w 594406"/>
                <a:gd name="connsiteY3" fmla="*/ 135147 h 135147"/>
                <a:gd name="connsiteX4" fmla="*/ 1422 w 594406"/>
                <a:gd name="connsiteY4" fmla="*/ 21376 h 135147"/>
                <a:gd name="connsiteX0" fmla="*/ 1422 w 594406"/>
                <a:gd name="connsiteY0" fmla="*/ 15599 h 135147"/>
                <a:gd name="connsiteX1" fmla="*/ 594406 w 594406"/>
                <a:gd name="connsiteY1" fmla="*/ 0 h 135147"/>
                <a:gd name="connsiteX2" fmla="*/ 594406 w 594406"/>
                <a:gd name="connsiteY2" fmla="*/ 92965 h 135147"/>
                <a:gd name="connsiteX3" fmla="*/ 61 w 594406"/>
                <a:gd name="connsiteY3" fmla="*/ 135147 h 135147"/>
                <a:gd name="connsiteX4" fmla="*/ 1422 w 594406"/>
                <a:gd name="connsiteY4" fmla="*/ 15599 h 135147"/>
                <a:gd name="connsiteX0" fmla="*/ 131 w 594476"/>
                <a:gd name="connsiteY0" fmla="*/ 4622 h 135147"/>
                <a:gd name="connsiteX1" fmla="*/ 594476 w 594476"/>
                <a:gd name="connsiteY1" fmla="*/ 0 h 135147"/>
                <a:gd name="connsiteX2" fmla="*/ 594476 w 594476"/>
                <a:gd name="connsiteY2" fmla="*/ 92965 h 135147"/>
                <a:gd name="connsiteX3" fmla="*/ 131 w 594476"/>
                <a:gd name="connsiteY3" fmla="*/ 135147 h 135147"/>
                <a:gd name="connsiteX4" fmla="*/ 131 w 594476"/>
                <a:gd name="connsiteY4" fmla="*/ 4622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22423 h 139660"/>
                <a:gd name="connsiteX1" fmla="*/ 595706 w 595706"/>
                <a:gd name="connsiteY1" fmla="*/ 4513 h 139660"/>
                <a:gd name="connsiteX2" fmla="*/ 595706 w 595706"/>
                <a:gd name="connsiteY2" fmla="*/ 97478 h 139660"/>
                <a:gd name="connsiteX3" fmla="*/ 1361 w 595706"/>
                <a:gd name="connsiteY3" fmla="*/ 139660 h 139660"/>
                <a:gd name="connsiteX4" fmla="*/ 0 w 595706"/>
                <a:gd name="connsiteY4" fmla="*/ 22423 h 139660"/>
                <a:gd name="connsiteX0" fmla="*/ 0 w 595706"/>
                <a:gd name="connsiteY0" fmla="*/ 26413 h 143650"/>
                <a:gd name="connsiteX1" fmla="*/ 595706 w 595706"/>
                <a:gd name="connsiteY1" fmla="*/ 8503 h 143650"/>
                <a:gd name="connsiteX2" fmla="*/ 595706 w 595706"/>
                <a:gd name="connsiteY2" fmla="*/ 101468 h 143650"/>
                <a:gd name="connsiteX3" fmla="*/ 1361 w 595706"/>
                <a:gd name="connsiteY3" fmla="*/ 143650 h 143650"/>
                <a:gd name="connsiteX4" fmla="*/ 0 w 595706"/>
                <a:gd name="connsiteY4" fmla="*/ 26413 h 143650"/>
                <a:gd name="connsiteX0" fmla="*/ 0 w 595706"/>
                <a:gd name="connsiteY0" fmla="*/ 21286 h 138523"/>
                <a:gd name="connsiteX1" fmla="*/ 595706 w 595706"/>
                <a:gd name="connsiteY1" fmla="*/ 3376 h 138523"/>
                <a:gd name="connsiteX2" fmla="*/ 595706 w 595706"/>
                <a:gd name="connsiteY2" fmla="*/ 96341 h 138523"/>
                <a:gd name="connsiteX3" fmla="*/ 1361 w 595706"/>
                <a:gd name="connsiteY3" fmla="*/ 138523 h 138523"/>
                <a:gd name="connsiteX4" fmla="*/ 0 w 595706"/>
                <a:gd name="connsiteY4" fmla="*/ 21286 h 138523"/>
                <a:gd name="connsiteX0" fmla="*/ 0 w 595706"/>
                <a:gd name="connsiteY0" fmla="*/ 22534 h 139771"/>
                <a:gd name="connsiteX1" fmla="*/ 595706 w 595706"/>
                <a:gd name="connsiteY1" fmla="*/ 4624 h 139771"/>
                <a:gd name="connsiteX2" fmla="*/ 595706 w 595706"/>
                <a:gd name="connsiteY2" fmla="*/ 97589 h 139771"/>
                <a:gd name="connsiteX3" fmla="*/ 1361 w 595706"/>
                <a:gd name="connsiteY3" fmla="*/ 139771 h 139771"/>
                <a:gd name="connsiteX4" fmla="*/ 0 w 595706"/>
                <a:gd name="connsiteY4" fmla="*/ 22534 h 139771"/>
                <a:gd name="connsiteX0" fmla="*/ 0 w 595706"/>
                <a:gd name="connsiteY0" fmla="*/ 23494 h 140731"/>
                <a:gd name="connsiteX1" fmla="*/ 595706 w 595706"/>
                <a:gd name="connsiteY1" fmla="*/ 2118 h 140731"/>
                <a:gd name="connsiteX2" fmla="*/ 595706 w 595706"/>
                <a:gd name="connsiteY2" fmla="*/ 98549 h 140731"/>
                <a:gd name="connsiteX3" fmla="*/ 1361 w 595706"/>
                <a:gd name="connsiteY3" fmla="*/ 140731 h 140731"/>
                <a:gd name="connsiteX4" fmla="*/ 0 w 595706"/>
                <a:gd name="connsiteY4" fmla="*/ 23494 h 140731"/>
                <a:gd name="connsiteX0" fmla="*/ 0 w 595706"/>
                <a:gd name="connsiteY0" fmla="*/ 23494 h 140731"/>
                <a:gd name="connsiteX1" fmla="*/ 595706 w 595706"/>
                <a:gd name="connsiteY1" fmla="*/ 2118 h 140731"/>
                <a:gd name="connsiteX2" fmla="*/ 595706 w 595706"/>
                <a:gd name="connsiteY2" fmla="*/ 98549 h 140731"/>
                <a:gd name="connsiteX3" fmla="*/ 1361 w 595706"/>
                <a:gd name="connsiteY3" fmla="*/ 140731 h 140731"/>
                <a:gd name="connsiteX4" fmla="*/ 0 w 595706"/>
                <a:gd name="connsiteY4" fmla="*/ 23494 h 140731"/>
                <a:gd name="connsiteX0" fmla="*/ 0 w 595706"/>
                <a:gd name="connsiteY0" fmla="*/ 25030 h 142267"/>
                <a:gd name="connsiteX1" fmla="*/ 595706 w 595706"/>
                <a:gd name="connsiteY1" fmla="*/ 3654 h 142267"/>
                <a:gd name="connsiteX2" fmla="*/ 595706 w 595706"/>
                <a:gd name="connsiteY2" fmla="*/ 100085 h 142267"/>
                <a:gd name="connsiteX3" fmla="*/ 1361 w 595706"/>
                <a:gd name="connsiteY3" fmla="*/ 142267 h 142267"/>
                <a:gd name="connsiteX4" fmla="*/ 0 w 595706"/>
                <a:gd name="connsiteY4" fmla="*/ 25030 h 142267"/>
                <a:gd name="connsiteX0" fmla="*/ 0 w 595706"/>
                <a:gd name="connsiteY0" fmla="*/ 22091 h 139328"/>
                <a:gd name="connsiteX1" fmla="*/ 595706 w 595706"/>
                <a:gd name="connsiteY1" fmla="*/ 715 h 139328"/>
                <a:gd name="connsiteX2" fmla="*/ 595706 w 595706"/>
                <a:gd name="connsiteY2" fmla="*/ 97146 h 139328"/>
                <a:gd name="connsiteX3" fmla="*/ 1361 w 595706"/>
                <a:gd name="connsiteY3" fmla="*/ 139328 h 139328"/>
                <a:gd name="connsiteX4" fmla="*/ 0 w 595706"/>
                <a:gd name="connsiteY4" fmla="*/ 22091 h 139328"/>
                <a:gd name="connsiteX0" fmla="*/ 0 w 595706"/>
                <a:gd name="connsiteY0" fmla="*/ 23573 h 140810"/>
                <a:gd name="connsiteX1" fmla="*/ 595706 w 595706"/>
                <a:gd name="connsiteY1" fmla="*/ 2197 h 140810"/>
                <a:gd name="connsiteX2" fmla="*/ 595706 w 595706"/>
                <a:gd name="connsiteY2" fmla="*/ 98628 h 140810"/>
                <a:gd name="connsiteX3" fmla="*/ 1361 w 595706"/>
                <a:gd name="connsiteY3" fmla="*/ 140810 h 140810"/>
                <a:gd name="connsiteX4" fmla="*/ 0 w 595706"/>
                <a:gd name="connsiteY4" fmla="*/ 23573 h 140810"/>
                <a:gd name="connsiteX0" fmla="*/ 0 w 595706"/>
                <a:gd name="connsiteY0" fmla="*/ 21908 h 139145"/>
                <a:gd name="connsiteX1" fmla="*/ 595706 w 595706"/>
                <a:gd name="connsiteY1" fmla="*/ 532 h 139145"/>
                <a:gd name="connsiteX2" fmla="*/ 595706 w 595706"/>
                <a:gd name="connsiteY2" fmla="*/ 96963 h 139145"/>
                <a:gd name="connsiteX3" fmla="*/ 1361 w 595706"/>
                <a:gd name="connsiteY3" fmla="*/ 139145 h 139145"/>
                <a:gd name="connsiteX4" fmla="*/ 0 w 595706"/>
                <a:gd name="connsiteY4" fmla="*/ 21908 h 139145"/>
                <a:gd name="connsiteX0" fmla="*/ 0 w 595706"/>
                <a:gd name="connsiteY0" fmla="*/ 23863 h 141100"/>
                <a:gd name="connsiteX1" fmla="*/ 595706 w 595706"/>
                <a:gd name="connsiteY1" fmla="*/ 2487 h 141100"/>
                <a:gd name="connsiteX2" fmla="*/ 595706 w 595706"/>
                <a:gd name="connsiteY2" fmla="*/ 98918 h 141100"/>
                <a:gd name="connsiteX3" fmla="*/ 1361 w 595706"/>
                <a:gd name="connsiteY3" fmla="*/ 141100 h 141100"/>
                <a:gd name="connsiteX4" fmla="*/ 0 w 595706"/>
                <a:gd name="connsiteY4" fmla="*/ 23863 h 141100"/>
                <a:gd name="connsiteX0" fmla="*/ 0 w 595706"/>
                <a:gd name="connsiteY0" fmla="*/ 24472 h 141709"/>
                <a:gd name="connsiteX1" fmla="*/ 595706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0 w 595706"/>
                <a:gd name="connsiteY0" fmla="*/ 24267 h 141504"/>
                <a:gd name="connsiteX1" fmla="*/ 595706 w 595706"/>
                <a:gd name="connsiteY1" fmla="*/ 2891 h 141504"/>
                <a:gd name="connsiteX2" fmla="*/ 595706 w 595706"/>
                <a:gd name="connsiteY2" fmla="*/ 99322 h 141504"/>
                <a:gd name="connsiteX3" fmla="*/ 1361 w 595706"/>
                <a:gd name="connsiteY3" fmla="*/ 141504 h 141504"/>
                <a:gd name="connsiteX4" fmla="*/ 0 w 595706"/>
                <a:gd name="connsiteY4" fmla="*/ 24267 h 141504"/>
                <a:gd name="connsiteX0" fmla="*/ 0 w 595706"/>
                <a:gd name="connsiteY0" fmla="*/ 24472 h 141709"/>
                <a:gd name="connsiteX1" fmla="*/ 595706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0 w 595706"/>
                <a:gd name="connsiteY0" fmla="*/ 24472 h 141709"/>
                <a:gd name="connsiteX1" fmla="*/ 594353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124 w 595830"/>
                <a:gd name="connsiteY0" fmla="*/ 24472 h 141709"/>
                <a:gd name="connsiteX1" fmla="*/ 594477 w 595830"/>
                <a:gd name="connsiteY1" fmla="*/ 3096 h 141709"/>
                <a:gd name="connsiteX2" fmla="*/ 595830 w 595830"/>
                <a:gd name="connsiteY2" fmla="*/ 99527 h 141709"/>
                <a:gd name="connsiteX3" fmla="*/ 131 w 595830"/>
                <a:gd name="connsiteY3" fmla="*/ 141709 h 141709"/>
                <a:gd name="connsiteX4" fmla="*/ 124 w 595830"/>
                <a:gd name="connsiteY4" fmla="*/ 24472 h 141709"/>
                <a:gd name="connsiteX0" fmla="*/ 124 w 597179"/>
                <a:gd name="connsiteY0" fmla="*/ 25207 h 142444"/>
                <a:gd name="connsiteX1" fmla="*/ 597179 w 597179"/>
                <a:gd name="connsiteY1" fmla="*/ 481 h 142444"/>
                <a:gd name="connsiteX2" fmla="*/ 595830 w 597179"/>
                <a:gd name="connsiteY2" fmla="*/ 100262 h 142444"/>
                <a:gd name="connsiteX3" fmla="*/ 131 w 597179"/>
                <a:gd name="connsiteY3" fmla="*/ 142444 h 142444"/>
                <a:gd name="connsiteX4" fmla="*/ 124 w 597179"/>
                <a:gd name="connsiteY4" fmla="*/ 25207 h 142444"/>
                <a:gd name="connsiteX0" fmla="*/ 124 w 595889"/>
                <a:gd name="connsiteY0" fmla="*/ 25842 h 143079"/>
                <a:gd name="connsiteX1" fmla="*/ 594477 w 595889"/>
                <a:gd name="connsiteY1" fmla="*/ 0 h 143079"/>
                <a:gd name="connsiteX2" fmla="*/ 595830 w 595889"/>
                <a:gd name="connsiteY2" fmla="*/ 100897 h 143079"/>
                <a:gd name="connsiteX3" fmla="*/ 131 w 595889"/>
                <a:gd name="connsiteY3" fmla="*/ 143079 h 143079"/>
                <a:gd name="connsiteX4" fmla="*/ 124 w 595889"/>
                <a:gd name="connsiteY4" fmla="*/ 25842 h 143079"/>
                <a:gd name="connsiteX0" fmla="*/ 124 w 595889"/>
                <a:gd name="connsiteY0" fmla="*/ 24713 h 141950"/>
                <a:gd name="connsiteX1" fmla="*/ 594477 w 595889"/>
                <a:gd name="connsiteY1" fmla="*/ 2221 h 141950"/>
                <a:gd name="connsiteX2" fmla="*/ 595830 w 595889"/>
                <a:gd name="connsiteY2" fmla="*/ 99768 h 141950"/>
                <a:gd name="connsiteX3" fmla="*/ 131 w 595889"/>
                <a:gd name="connsiteY3" fmla="*/ 141950 h 141950"/>
                <a:gd name="connsiteX4" fmla="*/ 124 w 595889"/>
                <a:gd name="connsiteY4" fmla="*/ 24713 h 141950"/>
                <a:gd name="connsiteX0" fmla="*/ 124 w 595959"/>
                <a:gd name="connsiteY0" fmla="*/ 24713 h 141950"/>
                <a:gd name="connsiteX1" fmla="*/ 595828 w 595959"/>
                <a:gd name="connsiteY1" fmla="*/ 2221 h 141950"/>
                <a:gd name="connsiteX2" fmla="*/ 595830 w 595959"/>
                <a:gd name="connsiteY2" fmla="*/ 99768 h 141950"/>
                <a:gd name="connsiteX3" fmla="*/ 131 w 595959"/>
                <a:gd name="connsiteY3" fmla="*/ 141950 h 141950"/>
                <a:gd name="connsiteX4" fmla="*/ 124 w 595959"/>
                <a:gd name="connsiteY4" fmla="*/ 24713 h 141950"/>
                <a:gd name="connsiteX0" fmla="*/ 124 w 595959"/>
                <a:gd name="connsiteY0" fmla="*/ 24925 h 142162"/>
                <a:gd name="connsiteX1" fmla="*/ 595828 w 595959"/>
                <a:gd name="connsiteY1" fmla="*/ 2433 h 142162"/>
                <a:gd name="connsiteX2" fmla="*/ 595830 w 595959"/>
                <a:gd name="connsiteY2" fmla="*/ 99980 h 142162"/>
                <a:gd name="connsiteX3" fmla="*/ 131 w 595959"/>
                <a:gd name="connsiteY3" fmla="*/ 142162 h 142162"/>
                <a:gd name="connsiteX4" fmla="*/ 124 w 595959"/>
                <a:gd name="connsiteY4" fmla="*/ 24925 h 142162"/>
                <a:gd name="connsiteX0" fmla="*/ 124 w 595959"/>
                <a:gd name="connsiteY0" fmla="*/ 22492 h 139729"/>
                <a:gd name="connsiteX1" fmla="*/ 595828 w 595959"/>
                <a:gd name="connsiteY1" fmla="*/ 0 h 139729"/>
                <a:gd name="connsiteX2" fmla="*/ 595830 w 595959"/>
                <a:gd name="connsiteY2" fmla="*/ 97547 h 139729"/>
                <a:gd name="connsiteX3" fmla="*/ 131 w 595959"/>
                <a:gd name="connsiteY3" fmla="*/ 139729 h 139729"/>
                <a:gd name="connsiteX4" fmla="*/ 124 w 595959"/>
                <a:gd name="connsiteY4" fmla="*/ 22492 h 139729"/>
                <a:gd name="connsiteX0" fmla="*/ 124 w 595959"/>
                <a:gd name="connsiteY0" fmla="*/ 25585 h 142822"/>
                <a:gd name="connsiteX1" fmla="*/ 595828 w 595959"/>
                <a:gd name="connsiteY1" fmla="*/ 3093 h 142822"/>
                <a:gd name="connsiteX2" fmla="*/ 595830 w 595959"/>
                <a:gd name="connsiteY2" fmla="*/ 100640 h 142822"/>
                <a:gd name="connsiteX3" fmla="*/ 131 w 595959"/>
                <a:gd name="connsiteY3" fmla="*/ 142822 h 142822"/>
                <a:gd name="connsiteX4" fmla="*/ 124 w 595959"/>
                <a:gd name="connsiteY4" fmla="*/ 25585 h 142822"/>
                <a:gd name="connsiteX0" fmla="*/ 124 w 595959"/>
                <a:gd name="connsiteY0" fmla="*/ 25585 h 142822"/>
                <a:gd name="connsiteX1" fmla="*/ 595828 w 595959"/>
                <a:gd name="connsiteY1" fmla="*/ 3093 h 142822"/>
                <a:gd name="connsiteX2" fmla="*/ 595830 w 595959"/>
                <a:gd name="connsiteY2" fmla="*/ 100640 h 142822"/>
                <a:gd name="connsiteX3" fmla="*/ 131 w 595959"/>
                <a:gd name="connsiteY3" fmla="*/ 142822 h 142822"/>
                <a:gd name="connsiteX4" fmla="*/ 124 w 595959"/>
                <a:gd name="connsiteY4" fmla="*/ 25585 h 142822"/>
                <a:gd name="connsiteX0" fmla="*/ 124 w 595959"/>
                <a:gd name="connsiteY0" fmla="*/ 26512 h 143749"/>
                <a:gd name="connsiteX1" fmla="*/ 595828 w 595959"/>
                <a:gd name="connsiteY1" fmla="*/ 4020 h 143749"/>
                <a:gd name="connsiteX2" fmla="*/ 595830 w 595959"/>
                <a:gd name="connsiteY2" fmla="*/ 101567 h 143749"/>
                <a:gd name="connsiteX3" fmla="*/ 131 w 595959"/>
                <a:gd name="connsiteY3" fmla="*/ 143749 h 143749"/>
                <a:gd name="connsiteX4" fmla="*/ 124 w 595959"/>
                <a:gd name="connsiteY4" fmla="*/ 26512 h 143749"/>
                <a:gd name="connsiteX0" fmla="*/ 124 w 595959"/>
                <a:gd name="connsiteY0" fmla="*/ 26512 h 143749"/>
                <a:gd name="connsiteX1" fmla="*/ 595828 w 595959"/>
                <a:gd name="connsiteY1" fmla="*/ 4020 h 143749"/>
                <a:gd name="connsiteX2" fmla="*/ 595830 w 595959"/>
                <a:gd name="connsiteY2" fmla="*/ 101567 h 143749"/>
                <a:gd name="connsiteX3" fmla="*/ 131 w 595959"/>
                <a:gd name="connsiteY3" fmla="*/ 143749 h 143749"/>
                <a:gd name="connsiteX4" fmla="*/ 124 w 595959"/>
                <a:gd name="connsiteY4" fmla="*/ 26512 h 143749"/>
                <a:gd name="connsiteX0" fmla="*/ 124 w 595959"/>
                <a:gd name="connsiteY0" fmla="*/ 28496 h 145733"/>
                <a:gd name="connsiteX1" fmla="*/ 595828 w 595959"/>
                <a:gd name="connsiteY1" fmla="*/ 6004 h 145733"/>
                <a:gd name="connsiteX2" fmla="*/ 595830 w 595959"/>
                <a:gd name="connsiteY2" fmla="*/ 103551 h 145733"/>
                <a:gd name="connsiteX3" fmla="*/ 131 w 595959"/>
                <a:gd name="connsiteY3" fmla="*/ 145733 h 145733"/>
                <a:gd name="connsiteX4" fmla="*/ 124 w 595959"/>
                <a:gd name="connsiteY4" fmla="*/ 28496 h 14573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856"/>
                <a:gd name="connsiteY0" fmla="*/ 41841 h 159078"/>
                <a:gd name="connsiteX1" fmla="*/ 591261 w 595856"/>
                <a:gd name="connsiteY1" fmla="*/ 0 h 159078"/>
                <a:gd name="connsiteX2" fmla="*/ 595830 w 595856"/>
                <a:gd name="connsiteY2" fmla="*/ 116896 h 159078"/>
                <a:gd name="connsiteX3" fmla="*/ 131 w 595856"/>
                <a:gd name="connsiteY3" fmla="*/ 159078 h 159078"/>
                <a:gd name="connsiteX4" fmla="*/ 124 w 595856"/>
                <a:gd name="connsiteY4" fmla="*/ 41841 h 159078"/>
                <a:gd name="connsiteX0" fmla="*/ 124 w 595959"/>
                <a:gd name="connsiteY0" fmla="*/ 41841 h 159078"/>
                <a:gd name="connsiteX1" fmla="*/ 595828 w 595959"/>
                <a:gd name="connsiteY1" fmla="*/ 0 h 159078"/>
                <a:gd name="connsiteX2" fmla="*/ 595830 w 595959"/>
                <a:gd name="connsiteY2" fmla="*/ 116896 h 159078"/>
                <a:gd name="connsiteX3" fmla="*/ 131 w 595959"/>
                <a:gd name="connsiteY3" fmla="*/ 159078 h 159078"/>
                <a:gd name="connsiteX4" fmla="*/ 124 w 595959"/>
                <a:gd name="connsiteY4" fmla="*/ 41841 h 159078"/>
                <a:gd name="connsiteX0" fmla="*/ 124 w 597349"/>
                <a:gd name="connsiteY0" fmla="*/ 42378 h 159615"/>
                <a:gd name="connsiteX1" fmla="*/ 597349 w 597349"/>
                <a:gd name="connsiteY1" fmla="*/ 0 h 159615"/>
                <a:gd name="connsiteX2" fmla="*/ 595830 w 597349"/>
                <a:gd name="connsiteY2" fmla="*/ 117433 h 159615"/>
                <a:gd name="connsiteX3" fmla="*/ 131 w 597349"/>
                <a:gd name="connsiteY3" fmla="*/ 159615 h 159615"/>
                <a:gd name="connsiteX4" fmla="*/ 124 w 597349"/>
                <a:gd name="connsiteY4" fmla="*/ 42378 h 159615"/>
                <a:gd name="connsiteX0" fmla="*/ 124 w 600443"/>
                <a:gd name="connsiteY0" fmla="*/ 42378 h 159615"/>
                <a:gd name="connsiteX1" fmla="*/ 597349 w 600443"/>
                <a:gd name="connsiteY1" fmla="*/ 0 h 159615"/>
                <a:gd name="connsiteX2" fmla="*/ 600408 w 600443"/>
                <a:gd name="connsiteY2" fmla="*/ 117433 h 159615"/>
                <a:gd name="connsiteX3" fmla="*/ 131 w 600443"/>
                <a:gd name="connsiteY3" fmla="*/ 159615 h 159615"/>
                <a:gd name="connsiteX4" fmla="*/ 124 w 600443"/>
                <a:gd name="connsiteY4" fmla="*/ 42378 h 159615"/>
                <a:gd name="connsiteX0" fmla="*/ 124 w 600537"/>
                <a:gd name="connsiteY0" fmla="*/ 42378 h 159615"/>
                <a:gd name="connsiteX1" fmla="*/ 600401 w 600537"/>
                <a:gd name="connsiteY1" fmla="*/ 0 h 159615"/>
                <a:gd name="connsiteX2" fmla="*/ 600408 w 600537"/>
                <a:gd name="connsiteY2" fmla="*/ 117433 h 159615"/>
                <a:gd name="connsiteX3" fmla="*/ 131 w 600537"/>
                <a:gd name="connsiteY3" fmla="*/ 159615 h 159615"/>
                <a:gd name="connsiteX4" fmla="*/ 124 w 600537"/>
                <a:gd name="connsiteY4" fmla="*/ 42378 h 159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0537" h="159615">
                  <a:moveTo>
                    <a:pt x="124" y="42378"/>
                  </a:moveTo>
                  <a:cubicBezTo>
                    <a:pt x="296414" y="-50243"/>
                    <a:pt x="418111" y="75773"/>
                    <a:pt x="600401" y="0"/>
                  </a:cubicBezTo>
                  <a:cubicBezTo>
                    <a:pt x="599951" y="33260"/>
                    <a:pt x="600858" y="84173"/>
                    <a:pt x="600408" y="117433"/>
                  </a:cubicBezTo>
                  <a:cubicBezTo>
                    <a:pt x="395490" y="192726"/>
                    <a:pt x="285331" y="62551"/>
                    <a:pt x="131" y="159615"/>
                  </a:cubicBezTo>
                  <a:cubicBezTo>
                    <a:pt x="-323" y="114566"/>
                    <a:pt x="578" y="87427"/>
                    <a:pt x="124" y="42378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5" name="矩形 1174">
              <a:extLst>
                <a:ext uri="{FF2B5EF4-FFF2-40B4-BE49-F238E27FC236}">
                  <a16:creationId xmlns:a16="http://schemas.microsoft.com/office/drawing/2014/main" id="{C8682012-ED77-363F-B90A-F668D851D3A6}"/>
                </a:ext>
              </a:extLst>
            </p:cNvPr>
            <p:cNvSpPr/>
            <p:nvPr/>
          </p:nvSpPr>
          <p:spPr>
            <a:xfrm rot="10800000">
              <a:off x="5041542" y="6890402"/>
              <a:ext cx="618706" cy="226680"/>
            </a:xfrm>
            <a:custGeom>
              <a:avLst/>
              <a:gdLst>
                <a:gd name="connsiteX0" fmla="*/ 0 w 595706"/>
                <a:gd name="connsiteY0" fmla="*/ 0 h 92965"/>
                <a:gd name="connsiteX1" fmla="*/ 595706 w 595706"/>
                <a:gd name="connsiteY1" fmla="*/ 0 h 92965"/>
                <a:gd name="connsiteX2" fmla="*/ 595706 w 595706"/>
                <a:gd name="connsiteY2" fmla="*/ 92965 h 92965"/>
                <a:gd name="connsiteX3" fmla="*/ 0 w 595706"/>
                <a:gd name="connsiteY3" fmla="*/ 92965 h 92965"/>
                <a:gd name="connsiteX4" fmla="*/ 0 w 595706"/>
                <a:gd name="connsiteY4" fmla="*/ 0 h 92965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1422 w 594406"/>
                <a:gd name="connsiteY0" fmla="*/ 21376 h 135147"/>
                <a:gd name="connsiteX1" fmla="*/ 594406 w 594406"/>
                <a:gd name="connsiteY1" fmla="*/ 0 h 135147"/>
                <a:gd name="connsiteX2" fmla="*/ 594406 w 594406"/>
                <a:gd name="connsiteY2" fmla="*/ 92965 h 135147"/>
                <a:gd name="connsiteX3" fmla="*/ 61 w 594406"/>
                <a:gd name="connsiteY3" fmla="*/ 135147 h 135147"/>
                <a:gd name="connsiteX4" fmla="*/ 1422 w 594406"/>
                <a:gd name="connsiteY4" fmla="*/ 21376 h 135147"/>
                <a:gd name="connsiteX0" fmla="*/ 1422 w 594406"/>
                <a:gd name="connsiteY0" fmla="*/ 15599 h 135147"/>
                <a:gd name="connsiteX1" fmla="*/ 594406 w 594406"/>
                <a:gd name="connsiteY1" fmla="*/ 0 h 135147"/>
                <a:gd name="connsiteX2" fmla="*/ 594406 w 594406"/>
                <a:gd name="connsiteY2" fmla="*/ 92965 h 135147"/>
                <a:gd name="connsiteX3" fmla="*/ 61 w 594406"/>
                <a:gd name="connsiteY3" fmla="*/ 135147 h 135147"/>
                <a:gd name="connsiteX4" fmla="*/ 1422 w 594406"/>
                <a:gd name="connsiteY4" fmla="*/ 15599 h 135147"/>
                <a:gd name="connsiteX0" fmla="*/ 131 w 594476"/>
                <a:gd name="connsiteY0" fmla="*/ 4622 h 135147"/>
                <a:gd name="connsiteX1" fmla="*/ 594476 w 594476"/>
                <a:gd name="connsiteY1" fmla="*/ 0 h 135147"/>
                <a:gd name="connsiteX2" fmla="*/ 594476 w 594476"/>
                <a:gd name="connsiteY2" fmla="*/ 92965 h 135147"/>
                <a:gd name="connsiteX3" fmla="*/ 131 w 594476"/>
                <a:gd name="connsiteY3" fmla="*/ 135147 h 135147"/>
                <a:gd name="connsiteX4" fmla="*/ 131 w 594476"/>
                <a:gd name="connsiteY4" fmla="*/ 4622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22423 h 139660"/>
                <a:gd name="connsiteX1" fmla="*/ 595706 w 595706"/>
                <a:gd name="connsiteY1" fmla="*/ 4513 h 139660"/>
                <a:gd name="connsiteX2" fmla="*/ 595706 w 595706"/>
                <a:gd name="connsiteY2" fmla="*/ 97478 h 139660"/>
                <a:gd name="connsiteX3" fmla="*/ 1361 w 595706"/>
                <a:gd name="connsiteY3" fmla="*/ 139660 h 139660"/>
                <a:gd name="connsiteX4" fmla="*/ 0 w 595706"/>
                <a:gd name="connsiteY4" fmla="*/ 22423 h 139660"/>
                <a:gd name="connsiteX0" fmla="*/ 0 w 595706"/>
                <a:gd name="connsiteY0" fmla="*/ 26413 h 143650"/>
                <a:gd name="connsiteX1" fmla="*/ 595706 w 595706"/>
                <a:gd name="connsiteY1" fmla="*/ 8503 h 143650"/>
                <a:gd name="connsiteX2" fmla="*/ 595706 w 595706"/>
                <a:gd name="connsiteY2" fmla="*/ 101468 h 143650"/>
                <a:gd name="connsiteX3" fmla="*/ 1361 w 595706"/>
                <a:gd name="connsiteY3" fmla="*/ 143650 h 143650"/>
                <a:gd name="connsiteX4" fmla="*/ 0 w 595706"/>
                <a:gd name="connsiteY4" fmla="*/ 26413 h 143650"/>
                <a:gd name="connsiteX0" fmla="*/ 0 w 595706"/>
                <a:gd name="connsiteY0" fmla="*/ 21286 h 138523"/>
                <a:gd name="connsiteX1" fmla="*/ 595706 w 595706"/>
                <a:gd name="connsiteY1" fmla="*/ 3376 h 138523"/>
                <a:gd name="connsiteX2" fmla="*/ 595706 w 595706"/>
                <a:gd name="connsiteY2" fmla="*/ 96341 h 138523"/>
                <a:gd name="connsiteX3" fmla="*/ 1361 w 595706"/>
                <a:gd name="connsiteY3" fmla="*/ 138523 h 138523"/>
                <a:gd name="connsiteX4" fmla="*/ 0 w 595706"/>
                <a:gd name="connsiteY4" fmla="*/ 21286 h 138523"/>
                <a:gd name="connsiteX0" fmla="*/ 0 w 595706"/>
                <a:gd name="connsiteY0" fmla="*/ 22534 h 139771"/>
                <a:gd name="connsiteX1" fmla="*/ 595706 w 595706"/>
                <a:gd name="connsiteY1" fmla="*/ 4624 h 139771"/>
                <a:gd name="connsiteX2" fmla="*/ 595706 w 595706"/>
                <a:gd name="connsiteY2" fmla="*/ 97589 h 139771"/>
                <a:gd name="connsiteX3" fmla="*/ 1361 w 595706"/>
                <a:gd name="connsiteY3" fmla="*/ 139771 h 139771"/>
                <a:gd name="connsiteX4" fmla="*/ 0 w 595706"/>
                <a:gd name="connsiteY4" fmla="*/ 22534 h 139771"/>
                <a:gd name="connsiteX0" fmla="*/ 0 w 595706"/>
                <a:gd name="connsiteY0" fmla="*/ 23494 h 140731"/>
                <a:gd name="connsiteX1" fmla="*/ 595706 w 595706"/>
                <a:gd name="connsiteY1" fmla="*/ 2118 h 140731"/>
                <a:gd name="connsiteX2" fmla="*/ 595706 w 595706"/>
                <a:gd name="connsiteY2" fmla="*/ 98549 h 140731"/>
                <a:gd name="connsiteX3" fmla="*/ 1361 w 595706"/>
                <a:gd name="connsiteY3" fmla="*/ 140731 h 140731"/>
                <a:gd name="connsiteX4" fmla="*/ 0 w 595706"/>
                <a:gd name="connsiteY4" fmla="*/ 23494 h 140731"/>
                <a:gd name="connsiteX0" fmla="*/ 0 w 595706"/>
                <a:gd name="connsiteY0" fmla="*/ 23494 h 140731"/>
                <a:gd name="connsiteX1" fmla="*/ 595706 w 595706"/>
                <a:gd name="connsiteY1" fmla="*/ 2118 h 140731"/>
                <a:gd name="connsiteX2" fmla="*/ 595706 w 595706"/>
                <a:gd name="connsiteY2" fmla="*/ 98549 h 140731"/>
                <a:gd name="connsiteX3" fmla="*/ 1361 w 595706"/>
                <a:gd name="connsiteY3" fmla="*/ 140731 h 140731"/>
                <a:gd name="connsiteX4" fmla="*/ 0 w 595706"/>
                <a:gd name="connsiteY4" fmla="*/ 23494 h 140731"/>
                <a:gd name="connsiteX0" fmla="*/ 0 w 595706"/>
                <a:gd name="connsiteY0" fmla="*/ 25030 h 142267"/>
                <a:gd name="connsiteX1" fmla="*/ 595706 w 595706"/>
                <a:gd name="connsiteY1" fmla="*/ 3654 h 142267"/>
                <a:gd name="connsiteX2" fmla="*/ 595706 w 595706"/>
                <a:gd name="connsiteY2" fmla="*/ 100085 h 142267"/>
                <a:gd name="connsiteX3" fmla="*/ 1361 w 595706"/>
                <a:gd name="connsiteY3" fmla="*/ 142267 h 142267"/>
                <a:gd name="connsiteX4" fmla="*/ 0 w 595706"/>
                <a:gd name="connsiteY4" fmla="*/ 25030 h 142267"/>
                <a:gd name="connsiteX0" fmla="*/ 0 w 595706"/>
                <a:gd name="connsiteY0" fmla="*/ 22091 h 139328"/>
                <a:gd name="connsiteX1" fmla="*/ 595706 w 595706"/>
                <a:gd name="connsiteY1" fmla="*/ 715 h 139328"/>
                <a:gd name="connsiteX2" fmla="*/ 595706 w 595706"/>
                <a:gd name="connsiteY2" fmla="*/ 97146 h 139328"/>
                <a:gd name="connsiteX3" fmla="*/ 1361 w 595706"/>
                <a:gd name="connsiteY3" fmla="*/ 139328 h 139328"/>
                <a:gd name="connsiteX4" fmla="*/ 0 w 595706"/>
                <a:gd name="connsiteY4" fmla="*/ 22091 h 139328"/>
                <a:gd name="connsiteX0" fmla="*/ 0 w 595706"/>
                <a:gd name="connsiteY0" fmla="*/ 23573 h 140810"/>
                <a:gd name="connsiteX1" fmla="*/ 595706 w 595706"/>
                <a:gd name="connsiteY1" fmla="*/ 2197 h 140810"/>
                <a:gd name="connsiteX2" fmla="*/ 595706 w 595706"/>
                <a:gd name="connsiteY2" fmla="*/ 98628 h 140810"/>
                <a:gd name="connsiteX3" fmla="*/ 1361 w 595706"/>
                <a:gd name="connsiteY3" fmla="*/ 140810 h 140810"/>
                <a:gd name="connsiteX4" fmla="*/ 0 w 595706"/>
                <a:gd name="connsiteY4" fmla="*/ 23573 h 140810"/>
                <a:gd name="connsiteX0" fmla="*/ 0 w 595706"/>
                <a:gd name="connsiteY0" fmla="*/ 21908 h 139145"/>
                <a:gd name="connsiteX1" fmla="*/ 595706 w 595706"/>
                <a:gd name="connsiteY1" fmla="*/ 532 h 139145"/>
                <a:gd name="connsiteX2" fmla="*/ 595706 w 595706"/>
                <a:gd name="connsiteY2" fmla="*/ 96963 h 139145"/>
                <a:gd name="connsiteX3" fmla="*/ 1361 w 595706"/>
                <a:gd name="connsiteY3" fmla="*/ 139145 h 139145"/>
                <a:gd name="connsiteX4" fmla="*/ 0 w 595706"/>
                <a:gd name="connsiteY4" fmla="*/ 21908 h 139145"/>
                <a:gd name="connsiteX0" fmla="*/ 0 w 595706"/>
                <a:gd name="connsiteY0" fmla="*/ 23863 h 141100"/>
                <a:gd name="connsiteX1" fmla="*/ 595706 w 595706"/>
                <a:gd name="connsiteY1" fmla="*/ 2487 h 141100"/>
                <a:gd name="connsiteX2" fmla="*/ 595706 w 595706"/>
                <a:gd name="connsiteY2" fmla="*/ 98918 h 141100"/>
                <a:gd name="connsiteX3" fmla="*/ 1361 w 595706"/>
                <a:gd name="connsiteY3" fmla="*/ 141100 h 141100"/>
                <a:gd name="connsiteX4" fmla="*/ 0 w 595706"/>
                <a:gd name="connsiteY4" fmla="*/ 23863 h 141100"/>
                <a:gd name="connsiteX0" fmla="*/ 0 w 595706"/>
                <a:gd name="connsiteY0" fmla="*/ 24472 h 141709"/>
                <a:gd name="connsiteX1" fmla="*/ 595706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0 w 595706"/>
                <a:gd name="connsiteY0" fmla="*/ 24267 h 141504"/>
                <a:gd name="connsiteX1" fmla="*/ 595706 w 595706"/>
                <a:gd name="connsiteY1" fmla="*/ 2891 h 141504"/>
                <a:gd name="connsiteX2" fmla="*/ 595706 w 595706"/>
                <a:gd name="connsiteY2" fmla="*/ 99322 h 141504"/>
                <a:gd name="connsiteX3" fmla="*/ 1361 w 595706"/>
                <a:gd name="connsiteY3" fmla="*/ 141504 h 141504"/>
                <a:gd name="connsiteX4" fmla="*/ 0 w 595706"/>
                <a:gd name="connsiteY4" fmla="*/ 24267 h 141504"/>
                <a:gd name="connsiteX0" fmla="*/ 0 w 595706"/>
                <a:gd name="connsiteY0" fmla="*/ 24472 h 141709"/>
                <a:gd name="connsiteX1" fmla="*/ 595706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0 w 595706"/>
                <a:gd name="connsiteY0" fmla="*/ 24472 h 141709"/>
                <a:gd name="connsiteX1" fmla="*/ 594353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124 w 595830"/>
                <a:gd name="connsiteY0" fmla="*/ 24472 h 141709"/>
                <a:gd name="connsiteX1" fmla="*/ 594477 w 595830"/>
                <a:gd name="connsiteY1" fmla="*/ 3096 h 141709"/>
                <a:gd name="connsiteX2" fmla="*/ 595830 w 595830"/>
                <a:gd name="connsiteY2" fmla="*/ 99527 h 141709"/>
                <a:gd name="connsiteX3" fmla="*/ 131 w 595830"/>
                <a:gd name="connsiteY3" fmla="*/ 141709 h 141709"/>
                <a:gd name="connsiteX4" fmla="*/ 124 w 595830"/>
                <a:gd name="connsiteY4" fmla="*/ 24472 h 141709"/>
                <a:gd name="connsiteX0" fmla="*/ 124 w 597179"/>
                <a:gd name="connsiteY0" fmla="*/ 25207 h 142444"/>
                <a:gd name="connsiteX1" fmla="*/ 597179 w 597179"/>
                <a:gd name="connsiteY1" fmla="*/ 481 h 142444"/>
                <a:gd name="connsiteX2" fmla="*/ 595830 w 597179"/>
                <a:gd name="connsiteY2" fmla="*/ 100262 h 142444"/>
                <a:gd name="connsiteX3" fmla="*/ 131 w 597179"/>
                <a:gd name="connsiteY3" fmla="*/ 142444 h 142444"/>
                <a:gd name="connsiteX4" fmla="*/ 124 w 597179"/>
                <a:gd name="connsiteY4" fmla="*/ 25207 h 142444"/>
                <a:gd name="connsiteX0" fmla="*/ 124 w 595889"/>
                <a:gd name="connsiteY0" fmla="*/ 25842 h 143079"/>
                <a:gd name="connsiteX1" fmla="*/ 594477 w 595889"/>
                <a:gd name="connsiteY1" fmla="*/ 0 h 143079"/>
                <a:gd name="connsiteX2" fmla="*/ 595830 w 595889"/>
                <a:gd name="connsiteY2" fmla="*/ 100897 h 143079"/>
                <a:gd name="connsiteX3" fmla="*/ 131 w 595889"/>
                <a:gd name="connsiteY3" fmla="*/ 143079 h 143079"/>
                <a:gd name="connsiteX4" fmla="*/ 124 w 595889"/>
                <a:gd name="connsiteY4" fmla="*/ 25842 h 143079"/>
                <a:gd name="connsiteX0" fmla="*/ 124 w 595889"/>
                <a:gd name="connsiteY0" fmla="*/ 24713 h 141950"/>
                <a:gd name="connsiteX1" fmla="*/ 594477 w 595889"/>
                <a:gd name="connsiteY1" fmla="*/ 2221 h 141950"/>
                <a:gd name="connsiteX2" fmla="*/ 595830 w 595889"/>
                <a:gd name="connsiteY2" fmla="*/ 99768 h 141950"/>
                <a:gd name="connsiteX3" fmla="*/ 131 w 595889"/>
                <a:gd name="connsiteY3" fmla="*/ 141950 h 141950"/>
                <a:gd name="connsiteX4" fmla="*/ 124 w 595889"/>
                <a:gd name="connsiteY4" fmla="*/ 24713 h 141950"/>
                <a:gd name="connsiteX0" fmla="*/ 124 w 595959"/>
                <a:gd name="connsiteY0" fmla="*/ 24713 h 141950"/>
                <a:gd name="connsiteX1" fmla="*/ 595828 w 595959"/>
                <a:gd name="connsiteY1" fmla="*/ 2221 h 141950"/>
                <a:gd name="connsiteX2" fmla="*/ 595830 w 595959"/>
                <a:gd name="connsiteY2" fmla="*/ 99768 h 141950"/>
                <a:gd name="connsiteX3" fmla="*/ 131 w 595959"/>
                <a:gd name="connsiteY3" fmla="*/ 141950 h 141950"/>
                <a:gd name="connsiteX4" fmla="*/ 124 w 595959"/>
                <a:gd name="connsiteY4" fmla="*/ 24713 h 141950"/>
                <a:gd name="connsiteX0" fmla="*/ 124 w 595959"/>
                <a:gd name="connsiteY0" fmla="*/ 24925 h 142162"/>
                <a:gd name="connsiteX1" fmla="*/ 595828 w 595959"/>
                <a:gd name="connsiteY1" fmla="*/ 2433 h 142162"/>
                <a:gd name="connsiteX2" fmla="*/ 595830 w 595959"/>
                <a:gd name="connsiteY2" fmla="*/ 99980 h 142162"/>
                <a:gd name="connsiteX3" fmla="*/ 131 w 595959"/>
                <a:gd name="connsiteY3" fmla="*/ 142162 h 142162"/>
                <a:gd name="connsiteX4" fmla="*/ 124 w 595959"/>
                <a:gd name="connsiteY4" fmla="*/ 24925 h 142162"/>
                <a:gd name="connsiteX0" fmla="*/ 124 w 595959"/>
                <a:gd name="connsiteY0" fmla="*/ 22492 h 139729"/>
                <a:gd name="connsiteX1" fmla="*/ 595828 w 595959"/>
                <a:gd name="connsiteY1" fmla="*/ 0 h 139729"/>
                <a:gd name="connsiteX2" fmla="*/ 595830 w 595959"/>
                <a:gd name="connsiteY2" fmla="*/ 97547 h 139729"/>
                <a:gd name="connsiteX3" fmla="*/ 131 w 595959"/>
                <a:gd name="connsiteY3" fmla="*/ 139729 h 139729"/>
                <a:gd name="connsiteX4" fmla="*/ 124 w 595959"/>
                <a:gd name="connsiteY4" fmla="*/ 22492 h 139729"/>
                <a:gd name="connsiteX0" fmla="*/ 124 w 595959"/>
                <a:gd name="connsiteY0" fmla="*/ 25585 h 142822"/>
                <a:gd name="connsiteX1" fmla="*/ 595828 w 595959"/>
                <a:gd name="connsiteY1" fmla="*/ 3093 h 142822"/>
                <a:gd name="connsiteX2" fmla="*/ 595830 w 595959"/>
                <a:gd name="connsiteY2" fmla="*/ 100640 h 142822"/>
                <a:gd name="connsiteX3" fmla="*/ 131 w 595959"/>
                <a:gd name="connsiteY3" fmla="*/ 142822 h 142822"/>
                <a:gd name="connsiteX4" fmla="*/ 124 w 595959"/>
                <a:gd name="connsiteY4" fmla="*/ 25585 h 142822"/>
                <a:gd name="connsiteX0" fmla="*/ 124 w 595959"/>
                <a:gd name="connsiteY0" fmla="*/ 25585 h 142822"/>
                <a:gd name="connsiteX1" fmla="*/ 595828 w 595959"/>
                <a:gd name="connsiteY1" fmla="*/ 3093 h 142822"/>
                <a:gd name="connsiteX2" fmla="*/ 595830 w 595959"/>
                <a:gd name="connsiteY2" fmla="*/ 100640 h 142822"/>
                <a:gd name="connsiteX3" fmla="*/ 131 w 595959"/>
                <a:gd name="connsiteY3" fmla="*/ 142822 h 142822"/>
                <a:gd name="connsiteX4" fmla="*/ 124 w 595959"/>
                <a:gd name="connsiteY4" fmla="*/ 25585 h 142822"/>
                <a:gd name="connsiteX0" fmla="*/ 124 w 595959"/>
                <a:gd name="connsiteY0" fmla="*/ 26512 h 143749"/>
                <a:gd name="connsiteX1" fmla="*/ 595828 w 595959"/>
                <a:gd name="connsiteY1" fmla="*/ 4020 h 143749"/>
                <a:gd name="connsiteX2" fmla="*/ 595830 w 595959"/>
                <a:gd name="connsiteY2" fmla="*/ 101567 h 143749"/>
                <a:gd name="connsiteX3" fmla="*/ 131 w 595959"/>
                <a:gd name="connsiteY3" fmla="*/ 143749 h 143749"/>
                <a:gd name="connsiteX4" fmla="*/ 124 w 595959"/>
                <a:gd name="connsiteY4" fmla="*/ 26512 h 143749"/>
                <a:gd name="connsiteX0" fmla="*/ 124 w 595959"/>
                <a:gd name="connsiteY0" fmla="*/ 26512 h 143749"/>
                <a:gd name="connsiteX1" fmla="*/ 595828 w 595959"/>
                <a:gd name="connsiteY1" fmla="*/ 4020 h 143749"/>
                <a:gd name="connsiteX2" fmla="*/ 595830 w 595959"/>
                <a:gd name="connsiteY2" fmla="*/ 101567 h 143749"/>
                <a:gd name="connsiteX3" fmla="*/ 131 w 595959"/>
                <a:gd name="connsiteY3" fmla="*/ 143749 h 143749"/>
                <a:gd name="connsiteX4" fmla="*/ 124 w 595959"/>
                <a:gd name="connsiteY4" fmla="*/ 26512 h 143749"/>
                <a:gd name="connsiteX0" fmla="*/ 124 w 595959"/>
                <a:gd name="connsiteY0" fmla="*/ 28496 h 145733"/>
                <a:gd name="connsiteX1" fmla="*/ 595828 w 595959"/>
                <a:gd name="connsiteY1" fmla="*/ 6004 h 145733"/>
                <a:gd name="connsiteX2" fmla="*/ 595830 w 595959"/>
                <a:gd name="connsiteY2" fmla="*/ 103551 h 145733"/>
                <a:gd name="connsiteX3" fmla="*/ 131 w 595959"/>
                <a:gd name="connsiteY3" fmla="*/ 145733 h 145733"/>
                <a:gd name="connsiteX4" fmla="*/ 124 w 595959"/>
                <a:gd name="connsiteY4" fmla="*/ 28496 h 14573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856"/>
                <a:gd name="connsiteY0" fmla="*/ 41841 h 159078"/>
                <a:gd name="connsiteX1" fmla="*/ 591261 w 595856"/>
                <a:gd name="connsiteY1" fmla="*/ 0 h 159078"/>
                <a:gd name="connsiteX2" fmla="*/ 595830 w 595856"/>
                <a:gd name="connsiteY2" fmla="*/ 116896 h 159078"/>
                <a:gd name="connsiteX3" fmla="*/ 131 w 595856"/>
                <a:gd name="connsiteY3" fmla="*/ 159078 h 159078"/>
                <a:gd name="connsiteX4" fmla="*/ 124 w 595856"/>
                <a:gd name="connsiteY4" fmla="*/ 41841 h 159078"/>
                <a:gd name="connsiteX0" fmla="*/ 124 w 595959"/>
                <a:gd name="connsiteY0" fmla="*/ 41841 h 159078"/>
                <a:gd name="connsiteX1" fmla="*/ 595828 w 595959"/>
                <a:gd name="connsiteY1" fmla="*/ 0 h 159078"/>
                <a:gd name="connsiteX2" fmla="*/ 595830 w 595959"/>
                <a:gd name="connsiteY2" fmla="*/ 116896 h 159078"/>
                <a:gd name="connsiteX3" fmla="*/ 131 w 595959"/>
                <a:gd name="connsiteY3" fmla="*/ 159078 h 159078"/>
                <a:gd name="connsiteX4" fmla="*/ 124 w 595959"/>
                <a:gd name="connsiteY4" fmla="*/ 41841 h 159078"/>
                <a:gd name="connsiteX0" fmla="*/ 124 w 597349"/>
                <a:gd name="connsiteY0" fmla="*/ 42378 h 159615"/>
                <a:gd name="connsiteX1" fmla="*/ 597349 w 597349"/>
                <a:gd name="connsiteY1" fmla="*/ 0 h 159615"/>
                <a:gd name="connsiteX2" fmla="*/ 595830 w 597349"/>
                <a:gd name="connsiteY2" fmla="*/ 117433 h 159615"/>
                <a:gd name="connsiteX3" fmla="*/ 131 w 597349"/>
                <a:gd name="connsiteY3" fmla="*/ 159615 h 159615"/>
                <a:gd name="connsiteX4" fmla="*/ 124 w 597349"/>
                <a:gd name="connsiteY4" fmla="*/ 42378 h 159615"/>
                <a:gd name="connsiteX0" fmla="*/ 124 w 600443"/>
                <a:gd name="connsiteY0" fmla="*/ 42378 h 159615"/>
                <a:gd name="connsiteX1" fmla="*/ 597349 w 600443"/>
                <a:gd name="connsiteY1" fmla="*/ 0 h 159615"/>
                <a:gd name="connsiteX2" fmla="*/ 600408 w 600443"/>
                <a:gd name="connsiteY2" fmla="*/ 117433 h 159615"/>
                <a:gd name="connsiteX3" fmla="*/ 131 w 600443"/>
                <a:gd name="connsiteY3" fmla="*/ 159615 h 159615"/>
                <a:gd name="connsiteX4" fmla="*/ 124 w 600443"/>
                <a:gd name="connsiteY4" fmla="*/ 42378 h 159615"/>
                <a:gd name="connsiteX0" fmla="*/ 124 w 600537"/>
                <a:gd name="connsiteY0" fmla="*/ 42378 h 159615"/>
                <a:gd name="connsiteX1" fmla="*/ 600401 w 600537"/>
                <a:gd name="connsiteY1" fmla="*/ 0 h 159615"/>
                <a:gd name="connsiteX2" fmla="*/ 600408 w 600537"/>
                <a:gd name="connsiteY2" fmla="*/ 117433 h 159615"/>
                <a:gd name="connsiteX3" fmla="*/ 131 w 600537"/>
                <a:gd name="connsiteY3" fmla="*/ 159615 h 159615"/>
                <a:gd name="connsiteX4" fmla="*/ 124 w 600537"/>
                <a:gd name="connsiteY4" fmla="*/ 42378 h 159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0537" h="159615">
                  <a:moveTo>
                    <a:pt x="124" y="42378"/>
                  </a:moveTo>
                  <a:cubicBezTo>
                    <a:pt x="296414" y="-50243"/>
                    <a:pt x="418111" y="75773"/>
                    <a:pt x="600401" y="0"/>
                  </a:cubicBezTo>
                  <a:cubicBezTo>
                    <a:pt x="599951" y="33260"/>
                    <a:pt x="600858" y="84173"/>
                    <a:pt x="600408" y="117433"/>
                  </a:cubicBezTo>
                  <a:cubicBezTo>
                    <a:pt x="395490" y="192726"/>
                    <a:pt x="285331" y="62551"/>
                    <a:pt x="131" y="159615"/>
                  </a:cubicBezTo>
                  <a:cubicBezTo>
                    <a:pt x="-323" y="114566"/>
                    <a:pt x="578" y="87427"/>
                    <a:pt x="124" y="42378"/>
                  </a:cubicBezTo>
                  <a:close/>
                </a:path>
              </a:pathLst>
            </a:custGeom>
            <a:solidFill>
              <a:schemeClr val="accent2">
                <a:lumMod val="40000"/>
                <a:lumOff val="6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6" name="矩形 1174">
              <a:extLst>
                <a:ext uri="{FF2B5EF4-FFF2-40B4-BE49-F238E27FC236}">
                  <a16:creationId xmlns:a16="http://schemas.microsoft.com/office/drawing/2014/main" id="{C6B5F08D-52EC-D18D-BCB0-E8FA0849CFA0}"/>
                </a:ext>
              </a:extLst>
            </p:cNvPr>
            <p:cNvSpPr/>
            <p:nvPr/>
          </p:nvSpPr>
          <p:spPr>
            <a:xfrm rot="10800000">
              <a:off x="5041541" y="7045652"/>
              <a:ext cx="618707" cy="139508"/>
            </a:xfrm>
            <a:custGeom>
              <a:avLst/>
              <a:gdLst>
                <a:gd name="connsiteX0" fmla="*/ 0 w 595706"/>
                <a:gd name="connsiteY0" fmla="*/ 0 h 92965"/>
                <a:gd name="connsiteX1" fmla="*/ 595706 w 595706"/>
                <a:gd name="connsiteY1" fmla="*/ 0 h 92965"/>
                <a:gd name="connsiteX2" fmla="*/ 595706 w 595706"/>
                <a:gd name="connsiteY2" fmla="*/ 92965 h 92965"/>
                <a:gd name="connsiteX3" fmla="*/ 0 w 595706"/>
                <a:gd name="connsiteY3" fmla="*/ 92965 h 92965"/>
                <a:gd name="connsiteX4" fmla="*/ 0 w 595706"/>
                <a:gd name="connsiteY4" fmla="*/ 0 h 92965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131 w 595837"/>
                <a:gd name="connsiteY0" fmla="*/ 0 h 148754"/>
                <a:gd name="connsiteX1" fmla="*/ 595837 w 595837"/>
                <a:gd name="connsiteY1" fmla="*/ 0 h 148754"/>
                <a:gd name="connsiteX2" fmla="*/ 595837 w 595837"/>
                <a:gd name="connsiteY2" fmla="*/ 92965 h 148754"/>
                <a:gd name="connsiteX3" fmla="*/ 131 w 595837"/>
                <a:gd name="connsiteY3" fmla="*/ 148754 h 148754"/>
                <a:gd name="connsiteX4" fmla="*/ 131 w 595837"/>
                <a:gd name="connsiteY4" fmla="*/ 0 h 148754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56571"/>
                <a:gd name="connsiteX1" fmla="*/ 595837 w 595837"/>
                <a:gd name="connsiteY1" fmla="*/ 0 h 156571"/>
                <a:gd name="connsiteX2" fmla="*/ 594316 w 595837"/>
                <a:gd name="connsiteY2" fmla="*/ 141984 h 156571"/>
                <a:gd name="connsiteX3" fmla="*/ 131 w 595837"/>
                <a:gd name="connsiteY3" fmla="*/ 140590 h 156571"/>
                <a:gd name="connsiteX4" fmla="*/ 131 w 595837"/>
                <a:gd name="connsiteY4" fmla="*/ 0 h 156571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0 w 600949"/>
                <a:gd name="connsiteY0" fmla="*/ 0 h 271309"/>
                <a:gd name="connsiteX1" fmla="*/ 600949 w 600949"/>
                <a:gd name="connsiteY1" fmla="*/ 0 h 271309"/>
                <a:gd name="connsiteX2" fmla="*/ 599428 w 600949"/>
                <a:gd name="connsiteY2" fmla="*/ 141984 h 271309"/>
                <a:gd name="connsiteX3" fmla="*/ 3722 w 600949"/>
                <a:gd name="connsiteY3" fmla="*/ 271309 h 271309"/>
                <a:gd name="connsiteX4" fmla="*/ 0 w 600949"/>
                <a:gd name="connsiteY4" fmla="*/ 0 h 271309"/>
                <a:gd name="connsiteX0" fmla="*/ 0 w 599639"/>
                <a:gd name="connsiteY0" fmla="*/ 0 h 271309"/>
                <a:gd name="connsiteX1" fmla="*/ 599639 w 599639"/>
                <a:gd name="connsiteY1" fmla="*/ 0 h 271309"/>
                <a:gd name="connsiteX2" fmla="*/ 599428 w 599639"/>
                <a:gd name="connsiteY2" fmla="*/ 141984 h 271309"/>
                <a:gd name="connsiteX3" fmla="*/ 3722 w 599639"/>
                <a:gd name="connsiteY3" fmla="*/ 271309 h 271309"/>
                <a:gd name="connsiteX4" fmla="*/ 0 w 599639"/>
                <a:gd name="connsiteY4" fmla="*/ 0 h 271309"/>
                <a:gd name="connsiteX0" fmla="*/ 0 w 597018"/>
                <a:gd name="connsiteY0" fmla="*/ 0 h 271309"/>
                <a:gd name="connsiteX1" fmla="*/ 597018 w 597018"/>
                <a:gd name="connsiteY1" fmla="*/ 0 h 271309"/>
                <a:gd name="connsiteX2" fmla="*/ 596807 w 597018"/>
                <a:gd name="connsiteY2" fmla="*/ 141984 h 271309"/>
                <a:gd name="connsiteX3" fmla="*/ 1101 w 597018"/>
                <a:gd name="connsiteY3" fmla="*/ 271309 h 271309"/>
                <a:gd name="connsiteX4" fmla="*/ 0 w 597018"/>
                <a:gd name="connsiteY4" fmla="*/ 0 h 271309"/>
                <a:gd name="connsiteX0" fmla="*/ 0 w 596807"/>
                <a:gd name="connsiteY0" fmla="*/ 0 h 271309"/>
                <a:gd name="connsiteX1" fmla="*/ 591775 w 596807"/>
                <a:gd name="connsiteY1" fmla="*/ 0 h 271309"/>
                <a:gd name="connsiteX2" fmla="*/ 596807 w 596807"/>
                <a:gd name="connsiteY2" fmla="*/ 141984 h 271309"/>
                <a:gd name="connsiteX3" fmla="*/ 1101 w 596807"/>
                <a:gd name="connsiteY3" fmla="*/ 271309 h 271309"/>
                <a:gd name="connsiteX4" fmla="*/ 0 w 596807"/>
                <a:gd name="connsiteY4" fmla="*/ 0 h 271309"/>
                <a:gd name="connsiteX0" fmla="*/ 0 w 596807"/>
                <a:gd name="connsiteY0" fmla="*/ 0 h 271309"/>
                <a:gd name="connsiteX1" fmla="*/ 595708 w 596807"/>
                <a:gd name="connsiteY1" fmla="*/ 0 h 271309"/>
                <a:gd name="connsiteX2" fmla="*/ 596807 w 596807"/>
                <a:gd name="connsiteY2" fmla="*/ 141984 h 271309"/>
                <a:gd name="connsiteX3" fmla="*/ 1101 w 596807"/>
                <a:gd name="connsiteY3" fmla="*/ 271309 h 271309"/>
                <a:gd name="connsiteX4" fmla="*/ 0 w 596807"/>
                <a:gd name="connsiteY4" fmla="*/ 0 h 271309"/>
                <a:gd name="connsiteX0" fmla="*/ 0 w 595708"/>
                <a:gd name="connsiteY0" fmla="*/ 0 h 271309"/>
                <a:gd name="connsiteX1" fmla="*/ 595708 w 595708"/>
                <a:gd name="connsiteY1" fmla="*/ 0 h 271309"/>
                <a:gd name="connsiteX2" fmla="*/ 594186 w 595708"/>
                <a:gd name="connsiteY2" fmla="*/ 141985 h 271309"/>
                <a:gd name="connsiteX3" fmla="*/ 1101 w 595708"/>
                <a:gd name="connsiteY3" fmla="*/ 271309 h 271309"/>
                <a:gd name="connsiteX4" fmla="*/ 0 w 595708"/>
                <a:gd name="connsiteY4" fmla="*/ 0 h 271309"/>
                <a:gd name="connsiteX0" fmla="*/ 0 w 596439"/>
                <a:gd name="connsiteY0" fmla="*/ 109083 h 380392"/>
                <a:gd name="connsiteX1" fmla="*/ 595708 w 596439"/>
                <a:gd name="connsiteY1" fmla="*/ 109083 h 380392"/>
                <a:gd name="connsiteX2" fmla="*/ 594186 w 596439"/>
                <a:gd name="connsiteY2" fmla="*/ 251068 h 380392"/>
                <a:gd name="connsiteX3" fmla="*/ 1101 w 596439"/>
                <a:gd name="connsiteY3" fmla="*/ 380392 h 380392"/>
                <a:gd name="connsiteX4" fmla="*/ 0 w 596439"/>
                <a:gd name="connsiteY4" fmla="*/ 109083 h 380392"/>
                <a:gd name="connsiteX0" fmla="*/ 0 w 595708"/>
                <a:gd name="connsiteY0" fmla="*/ 0 h 271309"/>
                <a:gd name="connsiteX1" fmla="*/ 595708 w 595708"/>
                <a:gd name="connsiteY1" fmla="*/ 0 h 271309"/>
                <a:gd name="connsiteX2" fmla="*/ 594186 w 595708"/>
                <a:gd name="connsiteY2" fmla="*/ 141985 h 271309"/>
                <a:gd name="connsiteX3" fmla="*/ 1101 w 595708"/>
                <a:gd name="connsiteY3" fmla="*/ 271309 h 271309"/>
                <a:gd name="connsiteX4" fmla="*/ 0 w 595708"/>
                <a:gd name="connsiteY4" fmla="*/ 0 h 271309"/>
                <a:gd name="connsiteX0" fmla="*/ 0 w 596808"/>
                <a:gd name="connsiteY0" fmla="*/ 0 h 271309"/>
                <a:gd name="connsiteX1" fmla="*/ 595708 w 596808"/>
                <a:gd name="connsiteY1" fmla="*/ 0 h 271309"/>
                <a:gd name="connsiteX2" fmla="*/ 596808 w 596808"/>
                <a:gd name="connsiteY2" fmla="*/ 141985 h 271309"/>
                <a:gd name="connsiteX3" fmla="*/ 1101 w 596808"/>
                <a:gd name="connsiteY3" fmla="*/ 271309 h 271309"/>
                <a:gd name="connsiteX4" fmla="*/ 0 w 596808"/>
                <a:gd name="connsiteY4" fmla="*/ 0 h 271309"/>
                <a:gd name="connsiteX0" fmla="*/ 0 w 596808"/>
                <a:gd name="connsiteY0" fmla="*/ 0 h 271309"/>
                <a:gd name="connsiteX1" fmla="*/ 595708 w 596808"/>
                <a:gd name="connsiteY1" fmla="*/ 0 h 271309"/>
                <a:gd name="connsiteX2" fmla="*/ 596808 w 596808"/>
                <a:gd name="connsiteY2" fmla="*/ 141985 h 271309"/>
                <a:gd name="connsiteX3" fmla="*/ 1101 w 596808"/>
                <a:gd name="connsiteY3" fmla="*/ 271309 h 271309"/>
                <a:gd name="connsiteX4" fmla="*/ 0 w 596808"/>
                <a:gd name="connsiteY4" fmla="*/ 0 h 271309"/>
                <a:gd name="connsiteX0" fmla="*/ 0 w 596808"/>
                <a:gd name="connsiteY0" fmla="*/ 0 h 271309"/>
                <a:gd name="connsiteX1" fmla="*/ 595708 w 596808"/>
                <a:gd name="connsiteY1" fmla="*/ 0 h 271309"/>
                <a:gd name="connsiteX2" fmla="*/ 596808 w 596808"/>
                <a:gd name="connsiteY2" fmla="*/ 141985 h 271309"/>
                <a:gd name="connsiteX3" fmla="*/ 1101 w 596808"/>
                <a:gd name="connsiteY3" fmla="*/ 271309 h 271309"/>
                <a:gd name="connsiteX4" fmla="*/ 0 w 596808"/>
                <a:gd name="connsiteY4" fmla="*/ 0 h 271309"/>
                <a:gd name="connsiteX0" fmla="*/ 0 w 595708"/>
                <a:gd name="connsiteY0" fmla="*/ 0 h 271309"/>
                <a:gd name="connsiteX1" fmla="*/ 595708 w 595708"/>
                <a:gd name="connsiteY1" fmla="*/ 0 h 271309"/>
                <a:gd name="connsiteX2" fmla="*/ 594186 w 595708"/>
                <a:gd name="connsiteY2" fmla="*/ 141985 h 271309"/>
                <a:gd name="connsiteX3" fmla="*/ 1101 w 595708"/>
                <a:gd name="connsiteY3" fmla="*/ 271309 h 271309"/>
                <a:gd name="connsiteX4" fmla="*/ 0 w 595708"/>
                <a:gd name="connsiteY4" fmla="*/ 0 h 271309"/>
                <a:gd name="connsiteX0" fmla="*/ 0 w 595708"/>
                <a:gd name="connsiteY0" fmla="*/ 0 h 271309"/>
                <a:gd name="connsiteX1" fmla="*/ 595708 w 595708"/>
                <a:gd name="connsiteY1" fmla="*/ 0 h 271309"/>
                <a:gd name="connsiteX2" fmla="*/ 594186 w 595708"/>
                <a:gd name="connsiteY2" fmla="*/ 141985 h 271309"/>
                <a:gd name="connsiteX3" fmla="*/ 1101 w 595708"/>
                <a:gd name="connsiteY3" fmla="*/ 271309 h 271309"/>
                <a:gd name="connsiteX4" fmla="*/ 0 w 595708"/>
                <a:gd name="connsiteY4" fmla="*/ 0 h 271309"/>
                <a:gd name="connsiteX0" fmla="*/ 0 w 595936"/>
                <a:gd name="connsiteY0" fmla="*/ 0 h 271309"/>
                <a:gd name="connsiteX1" fmla="*/ 595708 w 595936"/>
                <a:gd name="connsiteY1" fmla="*/ 0 h 271309"/>
                <a:gd name="connsiteX2" fmla="*/ 594186 w 595936"/>
                <a:gd name="connsiteY2" fmla="*/ 141985 h 271309"/>
                <a:gd name="connsiteX3" fmla="*/ 1101 w 595936"/>
                <a:gd name="connsiteY3" fmla="*/ 271309 h 271309"/>
                <a:gd name="connsiteX4" fmla="*/ 0 w 595936"/>
                <a:gd name="connsiteY4" fmla="*/ 0 h 271309"/>
                <a:gd name="connsiteX0" fmla="*/ 319 w 596255"/>
                <a:gd name="connsiteY0" fmla="*/ 0 h 271309"/>
                <a:gd name="connsiteX1" fmla="*/ 596027 w 596255"/>
                <a:gd name="connsiteY1" fmla="*/ 0 h 271309"/>
                <a:gd name="connsiteX2" fmla="*/ 594505 w 596255"/>
                <a:gd name="connsiteY2" fmla="*/ 141985 h 271309"/>
                <a:gd name="connsiteX3" fmla="*/ 110 w 596255"/>
                <a:gd name="connsiteY3" fmla="*/ 271309 h 271309"/>
                <a:gd name="connsiteX4" fmla="*/ 319 w 596255"/>
                <a:gd name="connsiteY4" fmla="*/ 0 h 271309"/>
                <a:gd name="connsiteX0" fmla="*/ 0 w 595936"/>
                <a:gd name="connsiteY0" fmla="*/ 0 h 271309"/>
                <a:gd name="connsiteX1" fmla="*/ 595708 w 595936"/>
                <a:gd name="connsiteY1" fmla="*/ 0 h 271309"/>
                <a:gd name="connsiteX2" fmla="*/ 594186 w 595936"/>
                <a:gd name="connsiteY2" fmla="*/ 141985 h 271309"/>
                <a:gd name="connsiteX3" fmla="*/ 1101 w 595936"/>
                <a:gd name="connsiteY3" fmla="*/ 271309 h 271309"/>
                <a:gd name="connsiteX4" fmla="*/ 0 w 595936"/>
                <a:gd name="connsiteY4" fmla="*/ 0 h 271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5936" h="271309">
                  <a:moveTo>
                    <a:pt x="0" y="0"/>
                  </a:moveTo>
                  <a:lnTo>
                    <a:pt x="595708" y="0"/>
                  </a:lnTo>
                  <a:cubicBezTo>
                    <a:pt x="595708" y="30988"/>
                    <a:pt x="596806" y="39550"/>
                    <a:pt x="594186" y="141985"/>
                  </a:cubicBezTo>
                  <a:cubicBezTo>
                    <a:pt x="404809" y="352086"/>
                    <a:pt x="341643" y="22672"/>
                    <a:pt x="1101" y="271309"/>
                  </a:cubicBezTo>
                  <a:cubicBezTo>
                    <a:pt x="647" y="226260"/>
                    <a:pt x="454" y="45049"/>
                    <a:pt x="0" y="0"/>
                  </a:cubicBez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7" name="矩形 1174">
              <a:extLst>
                <a:ext uri="{FF2B5EF4-FFF2-40B4-BE49-F238E27FC236}">
                  <a16:creationId xmlns:a16="http://schemas.microsoft.com/office/drawing/2014/main" id="{B02A69AF-DC58-B700-30E1-F70D1879F85E}"/>
                </a:ext>
              </a:extLst>
            </p:cNvPr>
            <p:cNvSpPr/>
            <p:nvPr/>
          </p:nvSpPr>
          <p:spPr>
            <a:xfrm rot="10800000">
              <a:off x="5041542" y="6594252"/>
              <a:ext cx="618706" cy="226680"/>
            </a:xfrm>
            <a:custGeom>
              <a:avLst/>
              <a:gdLst>
                <a:gd name="connsiteX0" fmla="*/ 0 w 595706"/>
                <a:gd name="connsiteY0" fmla="*/ 0 h 92965"/>
                <a:gd name="connsiteX1" fmla="*/ 595706 w 595706"/>
                <a:gd name="connsiteY1" fmla="*/ 0 h 92965"/>
                <a:gd name="connsiteX2" fmla="*/ 595706 w 595706"/>
                <a:gd name="connsiteY2" fmla="*/ 92965 h 92965"/>
                <a:gd name="connsiteX3" fmla="*/ 0 w 595706"/>
                <a:gd name="connsiteY3" fmla="*/ 92965 h 92965"/>
                <a:gd name="connsiteX4" fmla="*/ 0 w 595706"/>
                <a:gd name="connsiteY4" fmla="*/ 0 h 92965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1422 w 594406"/>
                <a:gd name="connsiteY0" fmla="*/ 21376 h 135147"/>
                <a:gd name="connsiteX1" fmla="*/ 594406 w 594406"/>
                <a:gd name="connsiteY1" fmla="*/ 0 h 135147"/>
                <a:gd name="connsiteX2" fmla="*/ 594406 w 594406"/>
                <a:gd name="connsiteY2" fmla="*/ 92965 h 135147"/>
                <a:gd name="connsiteX3" fmla="*/ 61 w 594406"/>
                <a:gd name="connsiteY3" fmla="*/ 135147 h 135147"/>
                <a:gd name="connsiteX4" fmla="*/ 1422 w 594406"/>
                <a:gd name="connsiteY4" fmla="*/ 21376 h 135147"/>
                <a:gd name="connsiteX0" fmla="*/ 1422 w 594406"/>
                <a:gd name="connsiteY0" fmla="*/ 15599 h 135147"/>
                <a:gd name="connsiteX1" fmla="*/ 594406 w 594406"/>
                <a:gd name="connsiteY1" fmla="*/ 0 h 135147"/>
                <a:gd name="connsiteX2" fmla="*/ 594406 w 594406"/>
                <a:gd name="connsiteY2" fmla="*/ 92965 h 135147"/>
                <a:gd name="connsiteX3" fmla="*/ 61 w 594406"/>
                <a:gd name="connsiteY3" fmla="*/ 135147 h 135147"/>
                <a:gd name="connsiteX4" fmla="*/ 1422 w 594406"/>
                <a:gd name="connsiteY4" fmla="*/ 15599 h 135147"/>
                <a:gd name="connsiteX0" fmla="*/ 131 w 594476"/>
                <a:gd name="connsiteY0" fmla="*/ 4622 h 135147"/>
                <a:gd name="connsiteX1" fmla="*/ 594476 w 594476"/>
                <a:gd name="connsiteY1" fmla="*/ 0 h 135147"/>
                <a:gd name="connsiteX2" fmla="*/ 594476 w 594476"/>
                <a:gd name="connsiteY2" fmla="*/ 92965 h 135147"/>
                <a:gd name="connsiteX3" fmla="*/ 131 w 594476"/>
                <a:gd name="connsiteY3" fmla="*/ 135147 h 135147"/>
                <a:gd name="connsiteX4" fmla="*/ 131 w 594476"/>
                <a:gd name="connsiteY4" fmla="*/ 4622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22423 h 139660"/>
                <a:gd name="connsiteX1" fmla="*/ 595706 w 595706"/>
                <a:gd name="connsiteY1" fmla="*/ 4513 h 139660"/>
                <a:gd name="connsiteX2" fmla="*/ 595706 w 595706"/>
                <a:gd name="connsiteY2" fmla="*/ 97478 h 139660"/>
                <a:gd name="connsiteX3" fmla="*/ 1361 w 595706"/>
                <a:gd name="connsiteY3" fmla="*/ 139660 h 139660"/>
                <a:gd name="connsiteX4" fmla="*/ 0 w 595706"/>
                <a:gd name="connsiteY4" fmla="*/ 22423 h 139660"/>
                <a:gd name="connsiteX0" fmla="*/ 0 w 595706"/>
                <a:gd name="connsiteY0" fmla="*/ 26413 h 143650"/>
                <a:gd name="connsiteX1" fmla="*/ 595706 w 595706"/>
                <a:gd name="connsiteY1" fmla="*/ 8503 h 143650"/>
                <a:gd name="connsiteX2" fmla="*/ 595706 w 595706"/>
                <a:gd name="connsiteY2" fmla="*/ 101468 h 143650"/>
                <a:gd name="connsiteX3" fmla="*/ 1361 w 595706"/>
                <a:gd name="connsiteY3" fmla="*/ 143650 h 143650"/>
                <a:gd name="connsiteX4" fmla="*/ 0 w 595706"/>
                <a:gd name="connsiteY4" fmla="*/ 26413 h 143650"/>
                <a:gd name="connsiteX0" fmla="*/ 0 w 595706"/>
                <a:gd name="connsiteY0" fmla="*/ 21286 h 138523"/>
                <a:gd name="connsiteX1" fmla="*/ 595706 w 595706"/>
                <a:gd name="connsiteY1" fmla="*/ 3376 h 138523"/>
                <a:gd name="connsiteX2" fmla="*/ 595706 w 595706"/>
                <a:gd name="connsiteY2" fmla="*/ 96341 h 138523"/>
                <a:gd name="connsiteX3" fmla="*/ 1361 w 595706"/>
                <a:gd name="connsiteY3" fmla="*/ 138523 h 138523"/>
                <a:gd name="connsiteX4" fmla="*/ 0 w 595706"/>
                <a:gd name="connsiteY4" fmla="*/ 21286 h 138523"/>
                <a:gd name="connsiteX0" fmla="*/ 0 w 595706"/>
                <a:gd name="connsiteY0" fmla="*/ 22534 h 139771"/>
                <a:gd name="connsiteX1" fmla="*/ 595706 w 595706"/>
                <a:gd name="connsiteY1" fmla="*/ 4624 h 139771"/>
                <a:gd name="connsiteX2" fmla="*/ 595706 w 595706"/>
                <a:gd name="connsiteY2" fmla="*/ 97589 h 139771"/>
                <a:gd name="connsiteX3" fmla="*/ 1361 w 595706"/>
                <a:gd name="connsiteY3" fmla="*/ 139771 h 139771"/>
                <a:gd name="connsiteX4" fmla="*/ 0 w 595706"/>
                <a:gd name="connsiteY4" fmla="*/ 22534 h 139771"/>
                <a:gd name="connsiteX0" fmla="*/ 0 w 595706"/>
                <a:gd name="connsiteY0" fmla="*/ 23494 h 140731"/>
                <a:gd name="connsiteX1" fmla="*/ 595706 w 595706"/>
                <a:gd name="connsiteY1" fmla="*/ 2118 h 140731"/>
                <a:gd name="connsiteX2" fmla="*/ 595706 w 595706"/>
                <a:gd name="connsiteY2" fmla="*/ 98549 h 140731"/>
                <a:gd name="connsiteX3" fmla="*/ 1361 w 595706"/>
                <a:gd name="connsiteY3" fmla="*/ 140731 h 140731"/>
                <a:gd name="connsiteX4" fmla="*/ 0 w 595706"/>
                <a:gd name="connsiteY4" fmla="*/ 23494 h 140731"/>
                <a:gd name="connsiteX0" fmla="*/ 0 w 595706"/>
                <a:gd name="connsiteY0" fmla="*/ 23494 h 140731"/>
                <a:gd name="connsiteX1" fmla="*/ 595706 w 595706"/>
                <a:gd name="connsiteY1" fmla="*/ 2118 h 140731"/>
                <a:gd name="connsiteX2" fmla="*/ 595706 w 595706"/>
                <a:gd name="connsiteY2" fmla="*/ 98549 h 140731"/>
                <a:gd name="connsiteX3" fmla="*/ 1361 w 595706"/>
                <a:gd name="connsiteY3" fmla="*/ 140731 h 140731"/>
                <a:gd name="connsiteX4" fmla="*/ 0 w 595706"/>
                <a:gd name="connsiteY4" fmla="*/ 23494 h 140731"/>
                <a:gd name="connsiteX0" fmla="*/ 0 w 595706"/>
                <a:gd name="connsiteY0" fmla="*/ 25030 h 142267"/>
                <a:gd name="connsiteX1" fmla="*/ 595706 w 595706"/>
                <a:gd name="connsiteY1" fmla="*/ 3654 h 142267"/>
                <a:gd name="connsiteX2" fmla="*/ 595706 w 595706"/>
                <a:gd name="connsiteY2" fmla="*/ 100085 h 142267"/>
                <a:gd name="connsiteX3" fmla="*/ 1361 w 595706"/>
                <a:gd name="connsiteY3" fmla="*/ 142267 h 142267"/>
                <a:gd name="connsiteX4" fmla="*/ 0 w 595706"/>
                <a:gd name="connsiteY4" fmla="*/ 25030 h 142267"/>
                <a:gd name="connsiteX0" fmla="*/ 0 w 595706"/>
                <a:gd name="connsiteY0" fmla="*/ 22091 h 139328"/>
                <a:gd name="connsiteX1" fmla="*/ 595706 w 595706"/>
                <a:gd name="connsiteY1" fmla="*/ 715 h 139328"/>
                <a:gd name="connsiteX2" fmla="*/ 595706 w 595706"/>
                <a:gd name="connsiteY2" fmla="*/ 97146 h 139328"/>
                <a:gd name="connsiteX3" fmla="*/ 1361 w 595706"/>
                <a:gd name="connsiteY3" fmla="*/ 139328 h 139328"/>
                <a:gd name="connsiteX4" fmla="*/ 0 w 595706"/>
                <a:gd name="connsiteY4" fmla="*/ 22091 h 139328"/>
                <a:gd name="connsiteX0" fmla="*/ 0 w 595706"/>
                <a:gd name="connsiteY0" fmla="*/ 23573 h 140810"/>
                <a:gd name="connsiteX1" fmla="*/ 595706 w 595706"/>
                <a:gd name="connsiteY1" fmla="*/ 2197 h 140810"/>
                <a:gd name="connsiteX2" fmla="*/ 595706 w 595706"/>
                <a:gd name="connsiteY2" fmla="*/ 98628 h 140810"/>
                <a:gd name="connsiteX3" fmla="*/ 1361 w 595706"/>
                <a:gd name="connsiteY3" fmla="*/ 140810 h 140810"/>
                <a:gd name="connsiteX4" fmla="*/ 0 w 595706"/>
                <a:gd name="connsiteY4" fmla="*/ 23573 h 140810"/>
                <a:gd name="connsiteX0" fmla="*/ 0 w 595706"/>
                <a:gd name="connsiteY0" fmla="*/ 21908 h 139145"/>
                <a:gd name="connsiteX1" fmla="*/ 595706 w 595706"/>
                <a:gd name="connsiteY1" fmla="*/ 532 h 139145"/>
                <a:gd name="connsiteX2" fmla="*/ 595706 w 595706"/>
                <a:gd name="connsiteY2" fmla="*/ 96963 h 139145"/>
                <a:gd name="connsiteX3" fmla="*/ 1361 w 595706"/>
                <a:gd name="connsiteY3" fmla="*/ 139145 h 139145"/>
                <a:gd name="connsiteX4" fmla="*/ 0 w 595706"/>
                <a:gd name="connsiteY4" fmla="*/ 21908 h 139145"/>
                <a:gd name="connsiteX0" fmla="*/ 0 w 595706"/>
                <a:gd name="connsiteY0" fmla="*/ 23863 h 141100"/>
                <a:gd name="connsiteX1" fmla="*/ 595706 w 595706"/>
                <a:gd name="connsiteY1" fmla="*/ 2487 h 141100"/>
                <a:gd name="connsiteX2" fmla="*/ 595706 w 595706"/>
                <a:gd name="connsiteY2" fmla="*/ 98918 h 141100"/>
                <a:gd name="connsiteX3" fmla="*/ 1361 w 595706"/>
                <a:gd name="connsiteY3" fmla="*/ 141100 h 141100"/>
                <a:gd name="connsiteX4" fmla="*/ 0 w 595706"/>
                <a:gd name="connsiteY4" fmla="*/ 23863 h 141100"/>
                <a:gd name="connsiteX0" fmla="*/ 0 w 595706"/>
                <a:gd name="connsiteY0" fmla="*/ 24472 h 141709"/>
                <a:gd name="connsiteX1" fmla="*/ 595706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0 w 595706"/>
                <a:gd name="connsiteY0" fmla="*/ 24267 h 141504"/>
                <a:gd name="connsiteX1" fmla="*/ 595706 w 595706"/>
                <a:gd name="connsiteY1" fmla="*/ 2891 h 141504"/>
                <a:gd name="connsiteX2" fmla="*/ 595706 w 595706"/>
                <a:gd name="connsiteY2" fmla="*/ 99322 h 141504"/>
                <a:gd name="connsiteX3" fmla="*/ 1361 w 595706"/>
                <a:gd name="connsiteY3" fmla="*/ 141504 h 141504"/>
                <a:gd name="connsiteX4" fmla="*/ 0 w 595706"/>
                <a:gd name="connsiteY4" fmla="*/ 24267 h 141504"/>
                <a:gd name="connsiteX0" fmla="*/ 0 w 595706"/>
                <a:gd name="connsiteY0" fmla="*/ 24472 h 141709"/>
                <a:gd name="connsiteX1" fmla="*/ 595706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0 w 595706"/>
                <a:gd name="connsiteY0" fmla="*/ 24472 h 141709"/>
                <a:gd name="connsiteX1" fmla="*/ 594353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124 w 595830"/>
                <a:gd name="connsiteY0" fmla="*/ 24472 h 141709"/>
                <a:gd name="connsiteX1" fmla="*/ 594477 w 595830"/>
                <a:gd name="connsiteY1" fmla="*/ 3096 h 141709"/>
                <a:gd name="connsiteX2" fmla="*/ 595830 w 595830"/>
                <a:gd name="connsiteY2" fmla="*/ 99527 h 141709"/>
                <a:gd name="connsiteX3" fmla="*/ 131 w 595830"/>
                <a:gd name="connsiteY3" fmla="*/ 141709 h 141709"/>
                <a:gd name="connsiteX4" fmla="*/ 124 w 595830"/>
                <a:gd name="connsiteY4" fmla="*/ 24472 h 141709"/>
                <a:gd name="connsiteX0" fmla="*/ 124 w 597179"/>
                <a:gd name="connsiteY0" fmla="*/ 25207 h 142444"/>
                <a:gd name="connsiteX1" fmla="*/ 597179 w 597179"/>
                <a:gd name="connsiteY1" fmla="*/ 481 h 142444"/>
                <a:gd name="connsiteX2" fmla="*/ 595830 w 597179"/>
                <a:gd name="connsiteY2" fmla="*/ 100262 h 142444"/>
                <a:gd name="connsiteX3" fmla="*/ 131 w 597179"/>
                <a:gd name="connsiteY3" fmla="*/ 142444 h 142444"/>
                <a:gd name="connsiteX4" fmla="*/ 124 w 597179"/>
                <a:gd name="connsiteY4" fmla="*/ 25207 h 142444"/>
                <a:gd name="connsiteX0" fmla="*/ 124 w 595889"/>
                <a:gd name="connsiteY0" fmla="*/ 25842 h 143079"/>
                <a:gd name="connsiteX1" fmla="*/ 594477 w 595889"/>
                <a:gd name="connsiteY1" fmla="*/ 0 h 143079"/>
                <a:gd name="connsiteX2" fmla="*/ 595830 w 595889"/>
                <a:gd name="connsiteY2" fmla="*/ 100897 h 143079"/>
                <a:gd name="connsiteX3" fmla="*/ 131 w 595889"/>
                <a:gd name="connsiteY3" fmla="*/ 143079 h 143079"/>
                <a:gd name="connsiteX4" fmla="*/ 124 w 595889"/>
                <a:gd name="connsiteY4" fmla="*/ 25842 h 143079"/>
                <a:gd name="connsiteX0" fmla="*/ 124 w 595889"/>
                <a:gd name="connsiteY0" fmla="*/ 24713 h 141950"/>
                <a:gd name="connsiteX1" fmla="*/ 594477 w 595889"/>
                <a:gd name="connsiteY1" fmla="*/ 2221 h 141950"/>
                <a:gd name="connsiteX2" fmla="*/ 595830 w 595889"/>
                <a:gd name="connsiteY2" fmla="*/ 99768 h 141950"/>
                <a:gd name="connsiteX3" fmla="*/ 131 w 595889"/>
                <a:gd name="connsiteY3" fmla="*/ 141950 h 141950"/>
                <a:gd name="connsiteX4" fmla="*/ 124 w 595889"/>
                <a:gd name="connsiteY4" fmla="*/ 24713 h 141950"/>
                <a:gd name="connsiteX0" fmla="*/ 124 w 595959"/>
                <a:gd name="connsiteY0" fmla="*/ 24713 h 141950"/>
                <a:gd name="connsiteX1" fmla="*/ 595828 w 595959"/>
                <a:gd name="connsiteY1" fmla="*/ 2221 h 141950"/>
                <a:gd name="connsiteX2" fmla="*/ 595830 w 595959"/>
                <a:gd name="connsiteY2" fmla="*/ 99768 h 141950"/>
                <a:gd name="connsiteX3" fmla="*/ 131 w 595959"/>
                <a:gd name="connsiteY3" fmla="*/ 141950 h 141950"/>
                <a:gd name="connsiteX4" fmla="*/ 124 w 595959"/>
                <a:gd name="connsiteY4" fmla="*/ 24713 h 141950"/>
                <a:gd name="connsiteX0" fmla="*/ 124 w 595959"/>
                <a:gd name="connsiteY0" fmla="*/ 24925 h 142162"/>
                <a:gd name="connsiteX1" fmla="*/ 595828 w 595959"/>
                <a:gd name="connsiteY1" fmla="*/ 2433 h 142162"/>
                <a:gd name="connsiteX2" fmla="*/ 595830 w 595959"/>
                <a:gd name="connsiteY2" fmla="*/ 99980 h 142162"/>
                <a:gd name="connsiteX3" fmla="*/ 131 w 595959"/>
                <a:gd name="connsiteY3" fmla="*/ 142162 h 142162"/>
                <a:gd name="connsiteX4" fmla="*/ 124 w 595959"/>
                <a:gd name="connsiteY4" fmla="*/ 24925 h 142162"/>
                <a:gd name="connsiteX0" fmla="*/ 124 w 595959"/>
                <a:gd name="connsiteY0" fmla="*/ 22492 h 139729"/>
                <a:gd name="connsiteX1" fmla="*/ 595828 w 595959"/>
                <a:gd name="connsiteY1" fmla="*/ 0 h 139729"/>
                <a:gd name="connsiteX2" fmla="*/ 595830 w 595959"/>
                <a:gd name="connsiteY2" fmla="*/ 97547 h 139729"/>
                <a:gd name="connsiteX3" fmla="*/ 131 w 595959"/>
                <a:gd name="connsiteY3" fmla="*/ 139729 h 139729"/>
                <a:gd name="connsiteX4" fmla="*/ 124 w 595959"/>
                <a:gd name="connsiteY4" fmla="*/ 22492 h 139729"/>
                <a:gd name="connsiteX0" fmla="*/ 124 w 595959"/>
                <a:gd name="connsiteY0" fmla="*/ 25585 h 142822"/>
                <a:gd name="connsiteX1" fmla="*/ 595828 w 595959"/>
                <a:gd name="connsiteY1" fmla="*/ 3093 h 142822"/>
                <a:gd name="connsiteX2" fmla="*/ 595830 w 595959"/>
                <a:gd name="connsiteY2" fmla="*/ 100640 h 142822"/>
                <a:gd name="connsiteX3" fmla="*/ 131 w 595959"/>
                <a:gd name="connsiteY3" fmla="*/ 142822 h 142822"/>
                <a:gd name="connsiteX4" fmla="*/ 124 w 595959"/>
                <a:gd name="connsiteY4" fmla="*/ 25585 h 142822"/>
                <a:gd name="connsiteX0" fmla="*/ 124 w 595959"/>
                <a:gd name="connsiteY0" fmla="*/ 25585 h 142822"/>
                <a:gd name="connsiteX1" fmla="*/ 595828 w 595959"/>
                <a:gd name="connsiteY1" fmla="*/ 3093 h 142822"/>
                <a:gd name="connsiteX2" fmla="*/ 595830 w 595959"/>
                <a:gd name="connsiteY2" fmla="*/ 100640 h 142822"/>
                <a:gd name="connsiteX3" fmla="*/ 131 w 595959"/>
                <a:gd name="connsiteY3" fmla="*/ 142822 h 142822"/>
                <a:gd name="connsiteX4" fmla="*/ 124 w 595959"/>
                <a:gd name="connsiteY4" fmla="*/ 25585 h 142822"/>
                <a:gd name="connsiteX0" fmla="*/ 124 w 595959"/>
                <a:gd name="connsiteY0" fmla="*/ 26512 h 143749"/>
                <a:gd name="connsiteX1" fmla="*/ 595828 w 595959"/>
                <a:gd name="connsiteY1" fmla="*/ 4020 h 143749"/>
                <a:gd name="connsiteX2" fmla="*/ 595830 w 595959"/>
                <a:gd name="connsiteY2" fmla="*/ 101567 h 143749"/>
                <a:gd name="connsiteX3" fmla="*/ 131 w 595959"/>
                <a:gd name="connsiteY3" fmla="*/ 143749 h 143749"/>
                <a:gd name="connsiteX4" fmla="*/ 124 w 595959"/>
                <a:gd name="connsiteY4" fmla="*/ 26512 h 143749"/>
                <a:gd name="connsiteX0" fmla="*/ 124 w 595959"/>
                <a:gd name="connsiteY0" fmla="*/ 26512 h 143749"/>
                <a:gd name="connsiteX1" fmla="*/ 595828 w 595959"/>
                <a:gd name="connsiteY1" fmla="*/ 4020 h 143749"/>
                <a:gd name="connsiteX2" fmla="*/ 595830 w 595959"/>
                <a:gd name="connsiteY2" fmla="*/ 101567 h 143749"/>
                <a:gd name="connsiteX3" fmla="*/ 131 w 595959"/>
                <a:gd name="connsiteY3" fmla="*/ 143749 h 143749"/>
                <a:gd name="connsiteX4" fmla="*/ 124 w 595959"/>
                <a:gd name="connsiteY4" fmla="*/ 26512 h 143749"/>
                <a:gd name="connsiteX0" fmla="*/ 124 w 595959"/>
                <a:gd name="connsiteY0" fmla="*/ 28496 h 145733"/>
                <a:gd name="connsiteX1" fmla="*/ 595828 w 595959"/>
                <a:gd name="connsiteY1" fmla="*/ 6004 h 145733"/>
                <a:gd name="connsiteX2" fmla="*/ 595830 w 595959"/>
                <a:gd name="connsiteY2" fmla="*/ 103551 h 145733"/>
                <a:gd name="connsiteX3" fmla="*/ 131 w 595959"/>
                <a:gd name="connsiteY3" fmla="*/ 145733 h 145733"/>
                <a:gd name="connsiteX4" fmla="*/ 124 w 595959"/>
                <a:gd name="connsiteY4" fmla="*/ 28496 h 14573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856"/>
                <a:gd name="connsiteY0" fmla="*/ 41841 h 159078"/>
                <a:gd name="connsiteX1" fmla="*/ 591261 w 595856"/>
                <a:gd name="connsiteY1" fmla="*/ 0 h 159078"/>
                <a:gd name="connsiteX2" fmla="*/ 595830 w 595856"/>
                <a:gd name="connsiteY2" fmla="*/ 116896 h 159078"/>
                <a:gd name="connsiteX3" fmla="*/ 131 w 595856"/>
                <a:gd name="connsiteY3" fmla="*/ 159078 h 159078"/>
                <a:gd name="connsiteX4" fmla="*/ 124 w 595856"/>
                <a:gd name="connsiteY4" fmla="*/ 41841 h 159078"/>
                <a:gd name="connsiteX0" fmla="*/ 124 w 595959"/>
                <a:gd name="connsiteY0" fmla="*/ 41841 h 159078"/>
                <a:gd name="connsiteX1" fmla="*/ 595828 w 595959"/>
                <a:gd name="connsiteY1" fmla="*/ 0 h 159078"/>
                <a:gd name="connsiteX2" fmla="*/ 595830 w 595959"/>
                <a:gd name="connsiteY2" fmla="*/ 116896 h 159078"/>
                <a:gd name="connsiteX3" fmla="*/ 131 w 595959"/>
                <a:gd name="connsiteY3" fmla="*/ 159078 h 159078"/>
                <a:gd name="connsiteX4" fmla="*/ 124 w 595959"/>
                <a:gd name="connsiteY4" fmla="*/ 41841 h 159078"/>
                <a:gd name="connsiteX0" fmla="*/ 124 w 597349"/>
                <a:gd name="connsiteY0" fmla="*/ 42378 h 159615"/>
                <a:gd name="connsiteX1" fmla="*/ 597349 w 597349"/>
                <a:gd name="connsiteY1" fmla="*/ 0 h 159615"/>
                <a:gd name="connsiteX2" fmla="*/ 595830 w 597349"/>
                <a:gd name="connsiteY2" fmla="*/ 117433 h 159615"/>
                <a:gd name="connsiteX3" fmla="*/ 131 w 597349"/>
                <a:gd name="connsiteY3" fmla="*/ 159615 h 159615"/>
                <a:gd name="connsiteX4" fmla="*/ 124 w 597349"/>
                <a:gd name="connsiteY4" fmla="*/ 42378 h 159615"/>
                <a:gd name="connsiteX0" fmla="*/ 124 w 600443"/>
                <a:gd name="connsiteY0" fmla="*/ 42378 h 159615"/>
                <a:gd name="connsiteX1" fmla="*/ 597349 w 600443"/>
                <a:gd name="connsiteY1" fmla="*/ 0 h 159615"/>
                <a:gd name="connsiteX2" fmla="*/ 600408 w 600443"/>
                <a:gd name="connsiteY2" fmla="*/ 117433 h 159615"/>
                <a:gd name="connsiteX3" fmla="*/ 131 w 600443"/>
                <a:gd name="connsiteY3" fmla="*/ 159615 h 159615"/>
                <a:gd name="connsiteX4" fmla="*/ 124 w 600443"/>
                <a:gd name="connsiteY4" fmla="*/ 42378 h 159615"/>
                <a:gd name="connsiteX0" fmla="*/ 124 w 600537"/>
                <a:gd name="connsiteY0" fmla="*/ 42378 h 159615"/>
                <a:gd name="connsiteX1" fmla="*/ 600401 w 600537"/>
                <a:gd name="connsiteY1" fmla="*/ 0 h 159615"/>
                <a:gd name="connsiteX2" fmla="*/ 600408 w 600537"/>
                <a:gd name="connsiteY2" fmla="*/ 117433 h 159615"/>
                <a:gd name="connsiteX3" fmla="*/ 131 w 600537"/>
                <a:gd name="connsiteY3" fmla="*/ 159615 h 159615"/>
                <a:gd name="connsiteX4" fmla="*/ 124 w 600537"/>
                <a:gd name="connsiteY4" fmla="*/ 42378 h 159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0537" h="159615">
                  <a:moveTo>
                    <a:pt x="124" y="42378"/>
                  </a:moveTo>
                  <a:cubicBezTo>
                    <a:pt x="296414" y="-50243"/>
                    <a:pt x="418111" y="75773"/>
                    <a:pt x="600401" y="0"/>
                  </a:cubicBezTo>
                  <a:cubicBezTo>
                    <a:pt x="599951" y="33260"/>
                    <a:pt x="600858" y="84173"/>
                    <a:pt x="600408" y="117433"/>
                  </a:cubicBezTo>
                  <a:cubicBezTo>
                    <a:pt x="395490" y="192726"/>
                    <a:pt x="285331" y="62551"/>
                    <a:pt x="131" y="159615"/>
                  </a:cubicBezTo>
                  <a:cubicBezTo>
                    <a:pt x="-323" y="114566"/>
                    <a:pt x="578" y="87427"/>
                    <a:pt x="124" y="42378"/>
                  </a:cubicBezTo>
                  <a:close/>
                </a:path>
              </a:pathLst>
            </a:custGeom>
            <a:solidFill>
              <a:schemeClr val="accent5">
                <a:lumMod val="40000"/>
                <a:lumOff val="6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58" name="组合 57">
              <a:extLst>
                <a:ext uri="{FF2B5EF4-FFF2-40B4-BE49-F238E27FC236}">
                  <a16:creationId xmlns:a16="http://schemas.microsoft.com/office/drawing/2014/main" id="{060CF41F-93D2-C061-196D-97B843814087}"/>
                </a:ext>
              </a:extLst>
            </p:cNvPr>
            <p:cNvGrpSpPr/>
            <p:nvPr/>
          </p:nvGrpSpPr>
          <p:grpSpPr>
            <a:xfrm>
              <a:off x="5040167" y="6521415"/>
              <a:ext cx="621640" cy="663817"/>
              <a:chOff x="3656357" y="6507685"/>
              <a:chExt cx="621640" cy="663817"/>
            </a:xfrm>
          </p:grpSpPr>
          <p:sp>
            <p:nvSpPr>
              <p:cNvPr id="59" name="矩形 58">
                <a:extLst>
                  <a:ext uri="{FF2B5EF4-FFF2-40B4-BE49-F238E27FC236}">
                    <a16:creationId xmlns:a16="http://schemas.microsoft.com/office/drawing/2014/main" id="{024FEA7C-20F4-7197-7BE9-E1B8BFF3874D}"/>
                  </a:ext>
                </a:extLst>
              </p:cNvPr>
              <p:cNvSpPr/>
              <p:nvPr/>
            </p:nvSpPr>
            <p:spPr>
              <a:xfrm>
                <a:off x="3656465" y="6640950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0" name="矩形 59">
                <a:extLst>
                  <a:ext uri="{FF2B5EF4-FFF2-40B4-BE49-F238E27FC236}">
                    <a16:creationId xmlns:a16="http://schemas.microsoft.com/office/drawing/2014/main" id="{A67E75BB-3F05-8B91-6DE2-DAD283D09EDD}"/>
                  </a:ext>
                </a:extLst>
              </p:cNvPr>
              <p:cNvSpPr/>
              <p:nvPr/>
            </p:nvSpPr>
            <p:spPr>
              <a:xfrm>
                <a:off x="3811875" y="6640950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" name="矩形 60">
                <a:extLst>
                  <a:ext uri="{FF2B5EF4-FFF2-40B4-BE49-F238E27FC236}">
                    <a16:creationId xmlns:a16="http://schemas.microsoft.com/office/drawing/2014/main" id="{6CD29B4A-5416-F9E4-3D2A-E40715CEF429}"/>
                  </a:ext>
                </a:extLst>
              </p:cNvPr>
              <p:cNvSpPr/>
              <p:nvPr/>
            </p:nvSpPr>
            <p:spPr>
              <a:xfrm>
                <a:off x="3967285" y="6640950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2" name="矩形 61">
                <a:extLst>
                  <a:ext uri="{FF2B5EF4-FFF2-40B4-BE49-F238E27FC236}">
                    <a16:creationId xmlns:a16="http://schemas.microsoft.com/office/drawing/2014/main" id="{94938878-9FFE-1628-EDEC-DB3DB0F99ED2}"/>
                  </a:ext>
                </a:extLst>
              </p:cNvPr>
              <p:cNvSpPr/>
              <p:nvPr/>
            </p:nvSpPr>
            <p:spPr>
              <a:xfrm>
                <a:off x="4122695" y="6640950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04" name="矩形 903">
                <a:extLst>
                  <a:ext uri="{FF2B5EF4-FFF2-40B4-BE49-F238E27FC236}">
                    <a16:creationId xmlns:a16="http://schemas.microsoft.com/office/drawing/2014/main" id="{10731FCC-49DC-F18F-12B6-CDBBE8F1D68A}"/>
                  </a:ext>
                </a:extLst>
              </p:cNvPr>
              <p:cNvSpPr/>
              <p:nvPr/>
            </p:nvSpPr>
            <p:spPr>
              <a:xfrm>
                <a:off x="3656465" y="6773574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05" name="矩形 904">
                <a:extLst>
                  <a:ext uri="{FF2B5EF4-FFF2-40B4-BE49-F238E27FC236}">
                    <a16:creationId xmlns:a16="http://schemas.microsoft.com/office/drawing/2014/main" id="{884D5049-3DBA-B281-8868-694C777EF086}"/>
                  </a:ext>
                </a:extLst>
              </p:cNvPr>
              <p:cNvSpPr/>
              <p:nvPr/>
            </p:nvSpPr>
            <p:spPr>
              <a:xfrm>
                <a:off x="3811875" y="6773574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06" name="矩形 905">
                <a:extLst>
                  <a:ext uri="{FF2B5EF4-FFF2-40B4-BE49-F238E27FC236}">
                    <a16:creationId xmlns:a16="http://schemas.microsoft.com/office/drawing/2014/main" id="{C92C0487-67DB-3741-0A69-9AA032826E85}"/>
                  </a:ext>
                </a:extLst>
              </p:cNvPr>
              <p:cNvSpPr/>
              <p:nvPr/>
            </p:nvSpPr>
            <p:spPr>
              <a:xfrm>
                <a:off x="3967285" y="6773574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07" name="矩形 906">
                <a:extLst>
                  <a:ext uri="{FF2B5EF4-FFF2-40B4-BE49-F238E27FC236}">
                    <a16:creationId xmlns:a16="http://schemas.microsoft.com/office/drawing/2014/main" id="{C28C8031-37F2-AD65-4FC1-EF92D22FB3FB}"/>
                  </a:ext>
                </a:extLst>
              </p:cNvPr>
              <p:cNvSpPr/>
              <p:nvPr/>
            </p:nvSpPr>
            <p:spPr>
              <a:xfrm>
                <a:off x="4122695" y="6773574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08" name="矩形 907">
                <a:extLst>
                  <a:ext uri="{FF2B5EF4-FFF2-40B4-BE49-F238E27FC236}">
                    <a16:creationId xmlns:a16="http://schemas.microsoft.com/office/drawing/2014/main" id="{B7779E3D-39CA-697A-4773-8C3B947DB8AD}"/>
                  </a:ext>
                </a:extLst>
              </p:cNvPr>
              <p:cNvSpPr/>
              <p:nvPr/>
            </p:nvSpPr>
            <p:spPr>
              <a:xfrm>
                <a:off x="3656357" y="690625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09" name="矩形 908">
                <a:extLst>
                  <a:ext uri="{FF2B5EF4-FFF2-40B4-BE49-F238E27FC236}">
                    <a16:creationId xmlns:a16="http://schemas.microsoft.com/office/drawing/2014/main" id="{EFA6DB75-CA01-2F26-4C65-7E0DC26AF626}"/>
                  </a:ext>
                </a:extLst>
              </p:cNvPr>
              <p:cNvSpPr/>
              <p:nvPr/>
            </p:nvSpPr>
            <p:spPr>
              <a:xfrm>
                <a:off x="3811767" y="690625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10" name="矩形 909">
                <a:extLst>
                  <a:ext uri="{FF2B5EF4-FFF2-40B4-BE49-F238E27FC236}">
                    <a16:creationId xmlns:a16="http://schemas.microsoft.com/office/drawing/2014/main" id="{039BE8A1-616D-62CD-93A6-1A32E1775EDD}"/>
                  </a:ext>
                </a:extLst>
              </p:cNvPr>
              <p:cNvSpPr/>
              <p:nvPr/>
            </p:nvSpPr>
            <p:spPr>
              <a:xfrm>
                <a:off x="3967177" y="690625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11" name="矩形 910">
                <a:extLst>
                  <a:ext uri="{FF2B5EF4-FFF2-40B4-BE49-F238E27FC236}">
                    <a16:creationId xmlns:a16="http://schemas.microsoft.com/office/drawing/2014/main" id="{7FDC3155-63C0-9D26-9970-2461F472E39E}"/>
                  </a:ext>
                </a:extLst>
              </p:cNvPr>
              <p:cNvSpPr/>
              <p:nvPr/>
            </p:nvSpPr>
            <p:spPr>
              <a:xfrm>
                <a:off x="4122587" y="690625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12" name="矩形 911">
                <a:extLst>
                  <a:ext uri="{FF2B5EF4-FFF2-40B4-BE49-F238E27FC236}">
                    <a16:creationId xmlns:a16="http://schemas.microsoft.com/office/drawing/2014/main" id="{9244DA77-5907-B838-C572-C3A0FA180BCA}"/>
                  </a:ext>
                </a:extLst>
              </p:cNvPr>
              <p:cNvSpPr/>
              <p:nvPr/>
            </p:nvSpPr>
            <p:spPr>
              <a:xfrm>
                <a:off x="3656357" y="7038879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13" name="矩形 912">
                <a:extLst>
                  <a:ext uri="{FF2B5EF4-FFF2-40B4-BE49-F238E27FC236}">
                    <a16:creationId xmlns:a16="http://schemas.microsoft.com/office/drawing/2014/main" id="{6207B73F-80C5-A55E-06C0-617D7040C006}"/>
                  </a:ext>
                </a:extLst>
              </p:cNvPr>
              <p:cNvSpPr/>
              <p:nvPr/>
            </p:nvSpPr>
            <p:spPr>
              <a:xfrm>
                <a:off x="3811767" y="7038879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14" name="矩形 913">
                <a:extLst>
                  <a:ext uri="{FF2B5EF4-FFF2-40B4-BE49-F238E27FC236}">
                    <a16:creationId xmlns:a16="http://schemas.microsoft.com/office/drawing/2014/main" id="{C7AEECA8-B318-C03A-BA41-C1AB70ADDDA0}"/>
                  </a:ext>
                </a:extLst>
              </p:cNvPr>
              <p:cNvSpPr/>
              <p:nvPr/>
            </p:nvSpPr>
            <p:spPr>
              <a:xfrm>
                <a:off x="3967177" y="7038879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15" name="矩形 914">
                <a:extLst>
                  <a:ext uri="{FF2B5EF4-FFF2-40B4-BE49-F238E27FC236}">
                    <a16:creationId xmlns:a16="http://schemas.microsoft.com/office/drawing/2014/main" id="{796797A8-7958-4B77-BAAE-38E38190F7D4}"/>
                  </a:ext>
                </a:extLst>
              </p:cNvPr>
              <p:cNvSpPr/>
              <p:nvPr/>
            </p:nvSpPr>
            <p:spPr>
              <a:xfrm>
                <a:off x="4122587" y="7038879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16" name="矩形 915">
                <a:extLst>
                  <a:ext uri="{FF2B5EF4-FFF2-40B4-BE49-F238E27FC236}">
                    <a16:creationId xmlns:a16="http://schemas.microsoft.com/office/drawing/2014/main" id="{83548880-EAB8-B070-8E17-3BFBAA2ED52C}"/>
                  </a:ext>
                </a:extLst>
              </p:cNvPr>
              <p:cNvSpPr/>
              <p:nvPr/>
            </p:nvSpPr>
            <p:spPr>
              <a:xfrm>
                <a:off x="3656357" y="650768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17" name="矩形 916">
                <a:extLst>
                  <a:ext uri="{FF2B5EF4-FFF2-40B4-BE49-F238E27FC236}">
                    <a16:creationId xmlns:a16="http://schemas.microsoft.com/office/drawing/2014/main" id="{890EB0EF-9E25-7F77-830A-0A9E4E511972}"/>
                  </a:ext>
                </a:extLst>
              </p:cNvPr>
              <p:cNvSpPr/>
              <p:nvPr/>
            </p:nvSpPr>
            <p:spPr>
              <a:xfrm>
                <a:off x="3811767" y="650768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18" name="矩形 917">
                <a:extLst>
                  <a:ext uri="{FF2B5EF4-FFF2-40B4-BE49-F238E27FC236}">
                    <a16:creationId xmlns:a16="http://schemas.microsoft.com/office/drawing/2014/main" id="{9BB706D8-D317-67A2-5032-BCBE48EEE17C}"/>
                  </a:ext>
                </a:extLst>
              </p:cNvPr>
              <p:cNvSpPr/>
              <p:nvPr/>
            </p:nvSpPr>
            <p:spPr>
              <a:xfrm>
                <a:off x="3967177" y="650768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19" name="矩形 918">
                <a:extLst>
                  <a:ext uri="{FF2B5EF4-FFF2-40B4-BE49-F238E27FC236}">
                    <a16:creationId xmlns:a16="http://schemas.microsoft.com/office/drawing/2014/main" id="{258BCCB6-8D6E-CB71-85F6-DF1BE801B167}"/>
                  </a:ext>
                </a:extLst>
              </p:cNvPr>
              <p:cNvSpPr/>
              <p:nvPr/>
            </p:nvSpPr>
            <p:spPr>
              <a:xfrm>
                <a:off x="4122587" y="650768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938" name="组合 937">
            <a:extLst>
              <a:ext uri="{FF2B5EF4-FFF2-40B4-BE49-F238E27FC236}">
                <a16:creationId xmlns:a16="http://schemas.microsoft.com/office/drawing/2014/main" id="{391FB3D2-08DA-4792-8F06-8A9F35F509F2}"/>
              </a:ext>
            </a:extLst>
          </p:cNvPr>
          <p:cNvGrpSpPr/>
          <p:nvPr/>
        </p:nvGrpSpPr>
        <p:grpSpPr>
          <a:xfrm>
            <a:off x="3041171" y="2236284"/>
            <a:ext cx="734881" cy="457486"/>
            <a:chOff x="3262267" y="3927547"/>
            <a:chExt cx="599802" cy="343893"/>
          </a:xfrm>
        </p:grpSpPr>
        <p:sp>
          <p:nvSpPr>
            <p:cNvPr id="939" name="矩形: 圆角 938">
              <a:extLst>
                <a:ext uri="{FF2B5EF4-FFF2-40B4-BE49-F238E27FC236}">
                  <a16:creationId xmlns:a16="http://schemas.microsoft.com/office/drawing/2014/main" id="{DBD26964-4080-5F1E-62BC-149FB5913F77}"/>
                </a:ext>
              </a:extLst>
            </p:cNvPr>
            <p:cNvSpPr/>
            <p:nvPr/>
          </p:nvSpPr>
          <p:spPr>
            <a:xfrm>
              <a:off x="3337478" y="3927547"/>
              <a:ext cx="393114" cy="343893"/>
            </a:xfrm>
            <a:prstGeom prst="roundRect">
              <a:avLst>
                <a:gd name="adj" fmla="val 31589"/>
              </a:avLst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40" name="矩形 939">
                  <a:extLst>
                    <a:ext uri="{FF2B5EF4-FFF2-40B4-BE49-F238E27FC236}">
                      <a16:creationId xmlns:a16="http://schemas.microsoft.com/office/drawing/2014/main" id="{0D870B33-4F24-B64D-F4B5-9EFE6A4FB429}"/>
                    </a:ext>
                  </a:extLst>
                </p:cNvPr>
                <p:cNvSpPr/>
                <p:nvPr/>
              </p:nvSpPr>
              <p:spPr>
                <a:xfrm>
                  <a:off x="3262267" y="3956287"/>
                  <a:ext cx="599802" cy="27762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dirty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altLang="zh-CN" i="1" dirty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𝑊</m:t>
                            </m:r>
                          </m:sub>
                        </m:s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()</m:t>
                        </m:r>
                      </m:oMath>
                    </m:oMathPara>
                  </a14:m>
                  <a:endParaRPr lang="zh-CN" altLang="en-US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744" name="矩形 743">
                  <a:extLst>
                    <a:ext uri="{FF2B5EF4-FFF2-40B4-BE49-F238E27FC236}">
                      <a16:creationId xmlns:a16="http://schemas.microsoft.com/office/drawing/2014/main" id="{6DD87F4D-7CF6-EBAE-A2AB-0D441457B57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62267" y="3956287"/>
                  <a:ext cx="599802" cy="277627"/>
                </a:xfrm>
                <a:prstGeom prst="rect">
                  <a:avLst/>
                </a:prstGeom>
                <a:blipFill>
                  <a:blip r:embed="rId4"/>
                  <a:stretch>
                    <a:fillRect b="-1475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41" name="组合 940">
            <a:extLst>
              <a:ext uri="{FF2B5EF4-FFF2-40B4-BE49-F238E27FC236}">
                <a16:creationId xmlns:a16="http://schemas.microsoft.com/office/drawing/2014/main" id="{F35EEFFF-D27D-DA1C-94C2-5B4FCF71B15E}"/>
              </a:ext>
            </a:extLst>
          </p:cNvPr>
          <p:cNvGrpSpPr/>
          <p:nvPr/>
        </p:nvGrpSpPr>
        <p:grpSpPr>
          <a:xfrm>
            <a:off x="2145112" y="2208160"/>
            <a:ext cx="723869" cy="479642"/>
            <a:chOff x="2692563" y="3943241"/>
            <a:chExt cx="523260" cy="289098"/>
          </a:xfrm>
        </p:grpSpPr>
        <p:sp>
          <p:nvSpPr>
            <p:cNvPr id="942" name="椭圆 941">
              <a:extLst>
                <a:ext uri="{FF2B5EF4-FFF2-40B4-BE49-F238E27FC236}">
                  <a16:creationId xmlns:a16="http://schemas.microsoft.com/office/drawing/2014/main" id="{99C5B602-D463-7425-87B2-15B83B77141B}"/>
                </a:ext>
              </a:extLst>
            </p:cNvPr>
            <p:cNvSpPr/>
            <p:nvPr/>
          </p:nvSpPr>
          <p:spPr>
            <a:xfrm>
              <a:off x="2692563" y="3963677"/>
              <a:ext cx="477615" cy="268662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43" name="矩形 942">
                  <a:extLst>
                    <a:ext uri="{FF2B5EF4-FFF2-40B4-BE49-F238E27FC236}">
                      <a16:creationId xmlns:a16="http://schemas.microsoft.com/office/drawing/2014/main" id="{122D247E-8F33-1B80-8EF0-A4A93051E698}"/>
                    </a:ext>
                  </a:extLst>
                </p:cNvPr>
                <p:cNvSpPr/>
                <p:nvPr/>
              </p:nvSpPr>
              <p:spPr>
                <a:xfrm>
                  <a:off x="2760246" y="3943241"/>
                  <a:ext cx="455577" cy="27826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70AD47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altLang="zh-CN" sz="2400" b="1" i="1" dirty="0">
                                <a:solidFill>
                                  <a:srgbClr val="70AD47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𝑿</m:t>
                            </m:r>
                          </m:e>
                          <m:sub>
                            <m:r>
                              <a:rPr lang="en-US" altLang="zh-CN" sz="2400" b="1" i="1" dirty="0">
                                <a:solidFill>
                                  <a:srgbClr val="70AD47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𝟎</m:t>
                            </m:r>
                          </m:sub>
                        </m:sSub>
                      </m:oMath>
                    </m:oMathPara>
                  </a14:m>
                  <a:endParaRPr lang="zh-CN" altLang="en-US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943" name="矩形 942">
                  <a:extLst>
                    <a:ext uri="{FF2B5EF4-FFF2-40B4-BE49-F238E27FC236}">
                      <a16:creationId xmlns:a16="http://schemas.microsoft.com/office/drawing/2014/main" id="{122D247E-8F33-1B80-8EF0-A4A93051E69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60246" y="3943241"/>
                  <a:ext cx="455577" cy="278262"/>
                </a:xfrm>
                <a:prstGeom prst="rect">
                  <a:avLst/>
                </a:prstGeom>
                <a:blipFill>
                  <a:blip r:embed="rId5"/>
                  <a:stretch>
                    <a:fillRect l="-1923" b="-526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944" name="矩形 943">
            <a:extLst>
              <a:ext uri="{FF2B5EF4-FFF2-40B4-BE49-F238E27FC236}">
                <a16:creationId xmlns:a16="http://schemas.microsoft.com/office/drawing/2014/main" id="{ED0ACBB3-5769-6CC8-8107-CF60C4B0E0CE}"/>
              </a:ext>
            </a:extLst>
          </p:cNvPr>
          <p:cNvSpPr/>
          <p:nvPr/>
        </p:nvSpPr>
        <p:spPr>
          <a:xfrm>
            <a:off x="1162176" y="2286520"/>
            <a:ext cx="10310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i="0" dirty="0">
                <a:latin typeface="Arial" panose="020B0604020202020204" pitchFamily="34" charset="0"/>
                <a:cs typeface="Arial" panose="020B0604020202020204" pitchFamily="34" charset="0"/>
              </a:rPr>
              <a:t>Forward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47" name="矩形 946">
            <a:extLst>
              <a:ext uri="{FF2B5EF4-FFF2-40B4-BE49-F238E27FC236}">
                <a16:creationId xmlns:a16="http://schemas.microsoft.com/office/drawing/2014/main" id="{F7C6E80A-4697-E4C6-DBD5-09F43A555DAD}"/>
              </a:ext>
            </a:extLst>
          </p:cNvPr>
          <p:cNvSpPr/>
          <p:nvPr/>
        </p:nvSpPr>
        <p:spPr>
          <a:xfrm>
            <a:off x="3764217" y="1451132"/>
            <a:ext cx="852774" cy="3684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200" dirty="0">
                <a:latin typeface="Arial" panose="020B0604020202020204" pitchFamily="34" charset="0"/>
                <a:cs typeface="Arial" panose="020B0604020202020204" pitchFamily="34" charset="0"/>
              </a:rPr>
              <a:t>Layer 1</a:t>
            </a:r>
            <a:endParaRPr lang="zh-CN" alt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49" name="椭圆 948">
            <a:extLst>
              <a:ext uri="{FF2B5EF4-FFF2-40B4-BE49-F238E27FC236}">
                <a16:creationId xmlns:a16="http://schemas.microsoft.com/office/drawing/2014/main" id="{818AD21A-CAE0-D4BC-9C80-6E067A23187D}"/>
              </a:ext>
            </a:extLst>
          </p:cNvPr>
          <p:cNvSpPr/>
          <p:nvPr/>
        </p:nvSpPr>
        <p:spPr>
          <a:xfrm>
            <a:off x="3948243" y="2242432"/>
            <a:ext cx="660722" cy="44573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951" name="组合 950">
            <a:extLst>
              <a:ext uri="{FF2B5EF4-FFF2-40B4-BE49-F238E27FC236}">
                <a16:creationId xmlns:a16="http://schemas.microsoft.com/office/drawing/2014/main" id="{E5E75A57-6557-9A66-C5AA-7EB86C98D168}"/>
              </a:ext>
            </a:extLst>
          </p:cNvPr>
          <p:cNvGrpSpPr/>
          <p:nvPr/>
        </p:nvGrpSpPr>
        <p:grpSpPr>
          <a:xfrm>
            <a:off x="4936437" y="2238788"/>
            <a:ext cx="481646" cy="457486"/>
            <a:chOff x="4842156" y="3773497"/>
            <a:chExt cx="393114" cy="343893"/>
          </a:xfrm>
        </p:grpSpPr>
        <p:grpSp>
          <p:nvGrpSpPr>
            <p:cNvPr id="952" name="组合 951">
              <a:extLst>
                <a:ext uri="{FF2B5EF4-FFF2-40B4-BE49-F238E27FC236}">
                  <a16:creationId xmlns:a16="http://schemas.microsoft.com/office/drawing/2014/main" id="{791A5E5C-9CA9-F511-2A17-8783E84B22AC}"/>
                </a:ext>
              </a:extLst>
            </p:cNvPr>
            <p:cNvGrpSpPr/>
            <p:nvPr/>
          </p:nvGrpSpPr>
          <p:grpSpPr>
            <a:xfrm>
              <a:off x="4937067" y="3821336"/>
              <a:ext cx="261952" cy="260359"/>
              <a:chOff x="5436287" y="3505571"/>
              <a:chExt cx="336942" cy="321770"/>
            </a:xfrm>
          </p:grpSpPr>
          <p:sp>
            <p:nvSpPr>
              <p:cNvPr id="954" name="流程图: 接点 953">
                <a:extLst>
                  <a:ext uri="{FF2B5EF4-FFF2-40B4-BE49-F238E27FC236}">
                    <a16:creationId xmlns:a16="http://schemas.microsoft.com/office/drawing/2014/main" id="{F4545866-31AE-9193-9A44-B42755D8A1BE}"/>
                  </a:ext>
                </a:extLst>
              </p:cNvPr>
              <p:cNvSpPr/>
              <p:nvPr/>
            </p:nvSpPr>
            <p:spPr>
              <a:xfrm>
                <a:off x="5436288" y="3505571"/>
                <a:ext cx="96883" cy="88611"/>
              </a:xfrm>
              <a:prstGeom prst="flowChartConnector">
                <a:avLst/>
              </a:prstGeom>
              <a:noFill/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500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955" name="流程图: 接点 954">
                <a:extLst>
                  <a:ext uri="{FF2B5EF4-FFF2-40B4-BE49-F238E27FC236}">
                    <a16:creationId xmlns:a16="http://schemas.microsoft.com/office/drawing/2014/main" id="{E25326A8-31B9-88B7-6260-B33F7FA7B91E}"/>
                  </a:ext>
                </a:extLst>
              </p:cNvPr>
              <p:cNvSpPr/>
              <p:nvPr/>
            </p:nvSpPr>
            <p:spPr>
              <a:xfrm>
                <a:off x="5436288" y="3623512"/>
                <a:ext cx="96883" cy="88611"/>
              </a:xfrm>
              <a:prstGeom prst="flowChartConnector">
                <a:avLst/>
              </a:prstGeom>
              <a:noFill/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500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956" name="流程图: 接点 955">
                <a:extLst>
                  <a:ext uri="{FF2B5EF4-FFF2-40B4-BE49-F238E27FC236}">
                    <a16:creationId xmlns:a16="http://schemas.microsoft.com/office/drawing/2014/main" id="{47AAA29F-B7A0-6CFB-C948-983EB10D0626}"/>
                  </a:ext>
                </a:extLst>
              </p:cNvPr>
              <p:cNvSpPr/>
              <p:nvPr/>
            </p:nvSpPr>
            <p:spPr>
              <a:xfrm>
                <a:off x="5436287" y="3738730"/>
                <a:ext cx="96883" cy="88611"/>
              </a:xfrm>
              <a:prstGeom prst="flowChartConnector">
                <a:avLst/>
              </a:prstGeom>
              <a:noFill/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500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957" name="流程图: 接点 956">
                <a:extLst>
                  <a:ext uri="{FF2B5EF4-FFF2-40B4-BE49-F238E27FC236}">
                    <a16:creationId xmlns:a16="http://schemas.microsoft.com/office/drawing/2014/main" id="{EA45D55B-3E07-1767-5FCB-0B9BCF00F861}"/>
                  </a:ext>
                </a:extLst>
              </p:cNvPr>
              <p:cNvSpPr/>
              <p:nvPr/>
            </p:nvSpPr>
            <p:spPr>
              <a:xfrm>
                <a:off x="5676346" y="3623512"/>
                <a:ext cx="96883" cy="88611"/>
              </a:xfrm>
              <a:prstGeom prst="flowChartConnector">
                <a:avLst/>
              </a:prstGeom>
              <a:noFill/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500" dirty="0">
                  <a:solidFill>
                    <a:sysClr val="windowText" lastClr="000000"/>
                  </a:solidFill>
                </a:endParaRPr>
              </a:p>
            </p:txBody>
          </p:sp>
          <p:cxnSp>
            <p:nvCxnSpPr>
              <p:cNvPr id="958" name="直接箭头连接符 957">
                <a:extLst>
                  <a:ext uri="{FF2B5EF4-FFF2-40B4-BE49-F238E27FC236}">
                    <a16:creationId xmlns:a16="http://schemas.microsoft.com/office/drawing/2014/main" id="{428BE267-E236-F160-E1E0-E23A2DB1A5A2}"/>
                  </a:ext>
                </a:extLst>
              </p:cNvPr>
              <p:cNvCxnSpPr>
                <a:cxnSpLocks/>
                <a:stCxn id="954" idx="6"/>
                <a:endCxn id="957" idx="2"/>
              </p:cNvCxnSpPr>
              <p:nvPr/>
            </p:nvCxnSpPr>
            <p:spPr>
              <a:xfrm>
                <a:off x="5533171" y="3549877"/>
                <a:ext cx="143175" cy="117941"/>
              </a:xfrm>
              <a:prstGeom prst="straightConnector1">
                <a:avLst/>
              </a:prstGeom>
              <a:ln w="12700">
                <a:tailEnd type="triangle" w="sm" len="sm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59" name="直接箭头连接符 958">
                <a:extLst>
                  <a:ext uri="{FF2B5EF4-FFF2-40B4-BE49-F238E27FC236}">
                    <a16:creationId xmlns:a16="http://schemas.microsoft.com/office/drawing/2014/main" id="{BB0168F8-4653-0BEF-0658-BE386BF8550F}"/>
                  </a:ext>
                </a:extLst>
              </p:cNvPr>
              <p:cNvCxnSpPr>
                <a:cxnSpLocks/>
                <a:stCxn id="955" idx="6"/>
                <a:endCxn id="957" idx="2"/>
              </p:cNvCxnSpPr>
              <p:nvPr/>
            </p:nvCxnSpPr>
            <p:spPr>
              <a:xfrm>
                <a:off x="5533171" y="3667818"/>
                <a:ext cx="143175" cy="0"/>
              </a:xfrm>
              <a:prstGeom prst="straightConnector1">
                <a:avLst/>
              </a:prstGeom>
              <a:ln w="12700">
                <a:tailEnd type="triangle" w="sm" len="sm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91" name="直接箭头连接符 590">
                <a:extLst>
                  <a:ext uri="{FF2B5EF4-FFF2-40B4-BE49-F238E27FC236}">
                    <a16:creationId xmlns:a16="http://schemas.microsoft.com/office/drawing/2014/main" id="{2293BBB7-B187-B99B-F16B-5BCF59A35116}"/>
                  </a:ext>
                </a:extLst>
              </p:cNvPr>
              <p:cNvCxnSpPr>
                <a:cxnSpLocks/>
                <a:stCxn id="956" idx="6"/>
                <a:endCxn id="957" idx="2"/>
              </p:cNvCxnSpPr>
              <p:nvPr/>
            </p:nvCxnSpPr>
            <p:spPr>
              <a:xfrm flipV="1">
                <a:off x="5533170" y="3667818"/>
                <a:ext cx="143176" cy="115218"/>
              </a:xfrm>
              <a:prstGeom prst="straightConnector1">
                <a:avLst/>
              </a:prstGeom>
              <a:ln w="12700">
                <a:tailEnd type="triangle" w="sm" len="sm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953" name="矩形: 圆角 952">
              <a:extLst>
                <a:ext uri="{FF2B5EF4-FFF2-40B4-BE49-F238E27FC236}">
                  <a16:creationId xmlns:a16="http://schemas.microsoft.com/office/drawing/2014/main" id="{005CC2A4-3AC6-92D0-8491-ED17CE3C584B}"/>
                </a:ext>
              </a:extLst>
            </p:cNvPr>
            <p:cNvSpPr/>
            <p:nvPr/>
          </p:nvSpPr>
          <p:spPr>
            <a:xfrm>
              <a:off x="4842156" y="3773497"/>
              <a:ext cx="393114" cy="343893"/>
            </a:xfrm>
            <a:prstGeom prst="roundRect">
              <a:avLst>
                <a:gd name="adj" fmla="val 31589"/>
              </a:avLst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593" name="椭圆 592">
            <a:extLst>
              <a:ext uri="{FF2B5EF4-FFF2-40B4-BE49-F238E27FC236}">
                <a16:creationId xmlns:a16="http://schemas.microsoft.com/office/drawing/2014/main" id="{71D04AB9-B73E-5324-6191-7A6D0120FF8F}"/>
              </a:ext>
            </a:extLst>
          </p:cNvPr>
          <p:cNvSpPr/>
          <p:nvPr/>
        </p:nvSpPr>
        <p:spPr>
          <a:xfrm>
            <a:off x="5750164" y="2247480"/>
            <a:ext cx="660724" cy="44573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595" name="组合 594">
            <a:extLst>
              <a:ext uri="{FF2B5EF4-FFF2-40B4-BE49-F238E27FC236}">
                <a16:creationId xmlns:a16="http://schemas.microsoft.com/office/drawing/2014/main" id="{9FC51C82-3821-42E6-8D8D-809604E65E0B}"/>
              </a:ext>
            </a:extLst>
          </p:cNvPr>
          <p:cNvGrpSpPr/>
          <p:nvPr/>
        </p:nvGrpSpPr>
        <p:grpSpPr>
          <a:xfrm>
            <a:off x="6658518" y="2249670"/>
            <a:ext cx="734881" cy="457486"/>
            <a:chOff x="3262267" y="3927547"/>
            <a:chExt cx="599802" cy="343893"/>
          </a:xfrm>
        </p:grpSpPr>
        <p:sp>
          <p:nvSpPr>
            <p:cNvPr id="596" name="矩形: 圆角 595">
              <a:extLst>
                <a:ext uri="{FF2B5EF4-FFF2-40B4-BE49-F238E27FC236}">
                  <a16:creationId xmlns:a16="http://schemas.microsoft.com/office/drawing/2014/main" id="{16F99BF4-1C95-CD83-7EAB-9E8A6423AF3A}"/>
                </a:ext>
              </a:extLst>
            </p:cNvPr>
            <p:cNvSpPr/>
            <p:nvPr/>
          </p:nvSpPr>
          <p:spPr>
            <a:xfrm>
              <a:off x="3337478" y="3927547"/>
              <a:ext cx="393114" cy="343893"/>
            </a:xfrm>
            <a:prstGeom prst="roundRect">
              <a:avLst>
                <a:gd name="adj" fmla="val 31589"/>
              </a:avLst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8" name="矩形 627">
                  <a:extLst>
                    <a:ext uri="{FF2B5EF4-FFF2-40B4-BE49-F238E27FC236}">
                      <a16:creationId xmlns:a16="http://schemas.microsoft.com/office/drawing/2014/main" id="{AEFC0BF3-2086-2A8B-C8F7-4A98B8CB03D2}"/>
                    </a:ext>
                  </a:extLst>
                </p:cNvPr>
                <p:cNvSpPr/>
                <p:nvPr/>
              </p:nvSpPr>
              <p:spPr>
                <a:xfrm>
                  <a:off x="3262267" y="3956287"/>
                  <a:ext cx="599802" cy="27762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dirty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altLang="zh-CN" i="1" dirty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𝑊</m:t>
                            </m:r>
                          </m:sub>
                        </m:s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()</m:t>
                        </m:r>
                      </m:oMath>
                    </m:oMathPara>
                  </a14:m>
                  <a:endParaRPr lang="zh-CN" altLang="en-US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727" name="矩形 726">
                  <a:extLst>
                    <a:ext uri="{FF2B5EF4-FFF2-40B4-BE49-F238E27FC236}">
                      <a16:creationId xmlns:a16="http://schemas.microsoft.com/office/drawing/2014/main" id="{C93EC40D-74C7-130C-25BA-67268259231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62267" y="3956287"/>
                  <a:ext cx="599802" cy="277627"/>
                </a:xfrm>
                <a:prstGeom prst="rect">
                  <a:avLst/>
                </a:prstGeom>
                <a:blipFill>
                  <a:blip r:embed="rId8"/>
                  <a:stretch>
                    <a:fillRect b="-1475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631" name="椭圆 630">
            <a:extLst>
              <a:ext uri="{FF2B5EF4-FFF2-40B4-BE49-F238E27FC236}">
                <a16:creationId xmlns:a16="http://schemas.microsoft.com/office/drawing/2014/main" id="{AF060704-C7F1-8D1C-4B1A-F76477ED719A}"/>
              </a:ext>
            </a:extLst>
          </p:cNvPr>
          <p:cNvSpPr/>
          <p:nvPr/>
        </p:nvSpPr>
        <p:spPr>
          <a:xfrm>
            <a:off x="7565590" y="2255817"/>
            <a:ext cx="660722" cy="44573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633" name="组合 632">
            <a:extLst>
              <a:ext uri="{FF2B5EF4-FFF2-40B4-BE49-F238E27FC236}">
                <a16:creationId xmlns:a16="http://schemas.microsoft.com/office/drawing/2014/main" id="{AFECA9DB-73BA-EFB6-9994-2CEFAB1500CE}"/>
              </a:ext>
            </a:extLst>
          </p:cNvPr>
          <p:cNvGrpSpPr/>
          <p:nvPr/>
        </p:nvGrpSpPr>
        <p:grpSpPr>
          <a:xfrm>
            <a:off x="8553784" y="2252174"/>
            <a:ext cx="481646" cy="457486"/>
            <a:chOff x="4842156" y="3773497"/>
            <a:chExt cx="393114" cy="343893"/>
          </a:xfrm>
        </p:grpSpPr>
        <p:grpSp>
          <p:nvGrpSpPr>
            <p:cNvPr id="634" name="组合 633">
              <a:extLst>
                <a:ext uri="{FF2B5EF4-FFF2-40B4-BE49-F238E27FC236}">
                  <a16:creationId xmlns:a16="http://schemas.microsoft.com/office/drawing/2014/main" id="{D60DB2A4-2836-3205-7C2D-758AE6ECDD20}"/>
                </a:ext>
              </a:extLst>
            </p:cNvPr>
            <p:cNvGrpSpPr/>
            <p:nvPr/>
          </p:nvGrpSpPr>
          <p:grpSpPr>
            <a:xfrm>
              <a:off x="4937067" y="3821336"/>
              <a:ext cx="261952" cy="260359"/>
              <a:chOff x="5436287" y="3505571"/>
              <a:chExt cx="336942" cy="321770"/>
            </a:xfrm>
          </p:grpSpPr>
          <p:sp>
            <p:nvSpPr>
              <p:cNvPr id="636" name="流程图: 接点 635">
                <a:extLst>
                  <a:ext uri="{FF2B5EF4-FFF2-40B4-BE49-F238E27FC236}">
                    <a16:creationId xmlns:a16="http://schemas.microsoft.com/office/drawing/2014/main" id="{A0D79A93-37FD-B8BF-F952-5AD3D4BC84DC}"/>
                  </a:ext>
                </a:extLst>
              </p:cNvPr>
              <p:cNvSpPr/>
              <p:nvPr/>
            </p:nvSpPr>
            <p:spPr>
              <a:xfrm>
                <a:off x="5436288" y="3505571"/>
                <a:ext cx="96883" cy="88611"/>
              </a:xfrm>
              <a:prstGeom prst="flowChartConnector">
                <a:avLst/>
              </a:prstGeom>
              <a:noFill/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500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637" name="流程图: 接点 636">
                <a:extLst>
                  <a:ext uri="{FF2B5EF4-FFF2-40B4-BE49-F238E27FC236}">
                    <a16:creationId xmlns:a16="http://schemas.microsoft.com/office/drawing/2014/main" id="{168BF05F-5639-D16A-388A-CCC459FF5449}"/>
                  </a:ext>
                </a:extLst>
              </p:cNvPr>
              <p:cNvSpPr/>
              <p:nvPr/>
            </p:nvSpPr>
            <p:spPr>
              <a:xfrm>
                <a:off x="5436288" y="3623512"/>
                <a:ext cx="96883" cy="88611"/>
              </a:xfrm>
              <a:prstGeom prst="flowChartConnector">
                <a:avLst/>
              </a:prstGeom>
              <a:noFill/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500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638" name="流程图: 接点 637">
                <a:extLst>
                  <a:ext uri="{FF2B5EF4-FFF2-40B4-BE49-F238E27FC236}">
                    <a16:creationId xmlns:a16="http://schemas.microsoft.com/office/drawing/2014/main" id="{5B1BD912-022A-F8DF-538D-CC6C8131FCDA}"/>
                  </a:ext>
                </a:extLst>
              </p:cNvPr>
              <p:cNvSpPr/>
              <p:nvPr/>
            </p:nvSpPr>
            <p:spPr>
              <a:xfrm>
                <a:off x="5436287" y="3738730"/>
                <a:ext cx="96883" cy="88611"/>
              </a:xfrm>
              <a:prstGeom prst="flowChartConnector">
                <a:avLst/>
              </a:prstGeom>
              <a:noFill/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500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639" name="流程图: 接点 638">
                <a:extLst>
                  <a:ext uri="{FF2B5EF4-FFF2-40B4-BE49-F238E27FC236}">
                    <a16:creationId xmlns:a16="http://schemas.microsoft.com/office/drawing/2014/main" id="{7F73837D-B587-CD5F-2A9B-FFFB45E37C1A}"/>
                  </a:ext>
                </a:extLst>
              </p:cNvPr>
              <p:cNvSpPr/>
              <p:nvPr/>
            </p:nvSpPr>
            <p:spPr>
              <a:xfrm>
                <a:off x="5676346" y="3623512"/>
                <a:ext cx="96883" cy="88611"/>
              </a:xfrm>
              <a:prstGeom prst="flowChartConnector">
                <a:avLst/>
              </a:prstGeom>
              <a:noFill/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500" dirty="0">
                  <a:solidFill>
                    <a:sysClr val="windowText" lastClr="000000"/>
                  </a:solidFill>
                </a:endParaRPr>
              </a:p>
            </p:txBody>
          </p:sp>
          <p:cxnSp>
            <p:nvCxnSpPr>
              <p:cNvPr id="640" name="直接箭头连接符 639">
                <a:extLst>
                  <a:ext uri="{FF2B5EF4-FFF2-40B4-BE49-F238E27FC236}">
                    <a16:creationId xmlns:a16="http://schemas.microsoft.com/office/drawing/2014/main" id="{363F39EE-AB2F-412F-D228-04E8AA6A7E7C}"/>
                  </a:ext>
                </a:extLst>
              </p:cNvPr>
              <p:cNvCxnSpPr>
                <a:cxnSpLocks/>
                <a:stCxn id="636" idx="6"/>
                <a:endCxn id="639" idx="2"/>
              </p:cNvCxnSpPr>
              <p:nvPr/>
            </p:nvCxnSpPr>
            <p:spPr>
              <a:xfrm>
                <a:off x="5533171" y="3549877"/>
                <a:ext cx="143175" cy="117941"/>
              </a:xfrm>
              <a:prstGeom prst="straightConnector1">
                <a:avLst/>
              </a:prstGeom>
              <a:ln w="12700">
                <a:tailEnd type="triangle" w="sm" len="sm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41" name="直接箭头连接符 640">
                <a:extLst>
                  <a:ext uri="{FF2B5EF4-FFF2-40B4-BE49-F238E27FC236}">
                    <a16:creationId xmlns:a16="http://schemas.microsoft.com/office/drawing/2014/main" id="{9829A5DC-26F2-D341-A7E6-08B461D1E4EC}"/>
                  </a:ext>
                </a:extLst>
              </p:cNvPr>
              <p:cNvCxnSpPr>
                <a:cxnSpLocks/>
                <a:stCxn id="637" idx="6"/>
                <a:endCxn id="639" idx="2"/>
              </p:cNvCxnSpPr>
              <p:nvPr/>
            </p:nvCxnSpPr>
            <p:spPr>
              <a:xfrm>
                <a:off x="5533171" y="3667818"/>
                <a:ext cx="143175" cy="0"/>
              </a:xfrm>
              <a:prstGeom prst="straightConnector1">
                <a:avLst/>
              </a:prstGeom>
              <a:ln w="12700">
                <a:tailEnd type="triangle" w="sm" len="sm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42" name="直接箭头连接符 641">
                <a:extLst>
                  <a:ext uri="{FF2B5EF4-FFF2-40B4-BE49-F238E27FC236}">
                    <a16:creationId xmlns:a16="http://schemas.microsoft.com/office/drawing/2014/main" id="{43CB39C9-DE06-93DF-60DD-F7DE9CEF12AE}"/>
                  </a:ext>
                </a:extLst>
              </p:cNvPr>
              <p:cNvCxnSpPr>
                <a:cxnSpLocks/>
                <a:stCxn id="638" idx="6"/>
                <a:endCxn id="639" idx="2"/>
              </p:cNvCxnSpPr>
              <p:nvPr/>
            </p:nvCxnSpPr>
            <p:spPr>
              <a:xfrm flipV="1">
                <a:off x="5533170" y="3667818"/>
                <a:ext cx="143176" cy="115218"/>
              </a:xfrm>
              <a:prstGeom prst="straightConnector1">
                <a:avLst/>
              </a:prstGeom>
              <a:ln w="12700">
                <a:tailEnd type="triangle" w="sm" len="sm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635" name="矩形: 圆角 634">
              <a:extLst>
                <a:ext uri="{FF2B5EF4-FFF2-40B4-BE49-F238E27FC236}">
                  <a16:creationId xmlns:a16="http://schemas.microsoft.com/office/drawing/2014/main" id="{9316CFCA-7977-2493-4590-83ABF7952FB7}"/>
                </a:ext>
              </a:extLst>
            </p:cNvPr>
            <p:cNvSpPr/>
            <p:nvPr/>
          </p:nvSpPr>
          <p:spPr>
            <a:xfrm>
              <a:off x="4842156" y="3773497"/>
              <a:ext cx="393114" cy="343893"/>
            </a:xfrm>
            <a:prstGeom prst="roundRect">
              <a:avLst>
                <a:gd name="adj" fmla="val 31589"/>
              </a:avLst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658" name="椭圆 657">
            <a:extLst>
              <a:ext uri="{FF2B5EF4-FFF2-40B4-BE49-F238E27FC236}">
                <a16:creationId xmlns:a16="http://schemas.microsoft.com/office/drawing/2014/main" id="{0313ED1B-D6DC-96A2-9B12-D7B3528CA3D6}"/>
              </a:ext>
            </a:extLst>
          </p:cNvPr>
          <p:cNvSpPr/>
          <p:nvPr/>
        </p:nvSpPr>
        <p:spPr>
          <a:xfrm>
            <a:off x="9367511" y="2260866"/>
            <a:ext cx="660724" cy="44573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88" name="矩形 687">
            <a:extLst>
              <a:ext uri="{FF2B5EF4-FFF2-40B4-BE49-F238E27FC236}">
                <a16:creationId xmlns:a16="http://schemas.microsoft.com/office/drawing/2014/main" id="{771B9DCA-8E62-7E7A-443B-5301EB34126E}"/>
              </a:ext>
            </a:extLst>
          </p:cNvPr>
          <p:cNvSpPr/>
          <p:nvPr/>
        </p:nvSpPr>
        <p:spPr>
          <a:xfrm>
            <a:off x="7697258" y="1444382"/>
            <a:ext cx="852774" cy="3684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200" dirty="0">
                <a:latin typeface="Arial" panose="020B0604020202020204" pitchFamily="34" charset="0"/>
                <a:cs typeface="Arial" panose="020B0604020202020204" pitchFamily="34" charset="0"/>
              </a:rPr>
              <a:t>Layer 2</a:t>
            </a:r>
            <a:endParaRPr lang="zh-CN" alt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89" name="直接箭头连接符 688">
            <a:extLst>
              <a:ext uri="{FF2B5EF4-FFF2-40B4-BE49-F238E27FC236}">
                <a16:creationId xmlns:a16="http://schemas.microsoft.com/office/drawing/2014/main" id="{CE2B0B79-8453-7E79-C90B-AFE03C8B1F73}"/>
              </a:ext>
            </a:extLst>
          </p:cNvPr>
          <p:cNvCxnSpPr>
            <a:cxnSpLocks/>
            <a:stCxn id="942" idx="6"/>
            <a:endCxn id="939" idx="1"/>
          </p:cNvCxnSpPr>
          <p:nvPr/>
        </p:nvCxnSpPr>
        <p:spPr>
          <a:xfrm>
            <a:off x="2805827" y="2464946"/>
            <a:ext cx="327498" cy="82"/>
          </a:xfrm>
          <a:prstGeom prst="straightConnector1">
            <a:avLst/>
          </a:prstGeom>
          <a:ln w="19050"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90" name="直接箭头连接符 689">
            <a:extLst>
              <a:ext uri="{FF2B5EF4-FFF2-40B4-BE49-F238E27FC236}">
                <a16:creationId xmlns:a16="http://schemas.microsoft.com/office/drawing/2014/main" id="{3D9F5547-9B67-71D1-C0DD-6152FF23CB9B}"/>
              </a:ext>
            </a:extLst>
          </p:cNvPr>
          <p:cNvCxnSpPr>
            <a:cxnSpLocks/>
            <a:stCxn id="949" idx="6"/>
            <a:endCxn id="953" idx="1"/>
          </p:cNvCxnSpPr>
          <p:nvPr/>
        </p:nvCxnSpPr>
        <p:spPr>
          <a:xfrm>
            <a:off x="4608974" y="2465308"/>
            <a:ext cx="327462" cy="2224"/>
          </a:xfrm>
          <a:prstGeom prst="straightConnector1">
            <a:avLst/>
          </a:prstGeom>
          <a:ln w="19050"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95" name="直接箭头连接符 694">
            <a:extLst>
              <a:ext uri="{FF2B5EF4-FFF2-40B4-BE49-F238E27FC236}">
                <a16:creationId xmlns:a16="http://schemas.microsoft.com/office/drawing/2014/main" id="{602CDC0C-FD33-219A-3FAC-0D449DB8FA24}"/>
              </a:ext>
            </a:extLst>
          </p:cNvPr>
          <p:cNvCxnSpPr>
            <a:cxnSpLocks/>
            <a:stCxn id="947" idx="1"/>
          </p:cNvCxnSpPr>
          <p:nvPr/>
        </p:nvCxnSpPr>
        <p:spPr>
          <a:xfrm flipH="1">
            <a:off x="2194750" y="1635381"/>
            <a:ext cx="1569467" cy="0"/>
          </a:xfrm>
          <a:prstGeom prst="straightConnector1">
            <a:avLst/>
          </a:prstGeom>
          <a:ln w="19050"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97" name="直接箭头连接符 696">
            <a:extLst>
              <a:ext uri="{FF2B5EF4-FFF2-40B4-BE49-F238E27FC236}">
                <a16:creationId xmlns:a16="http://schemas.microsoft.com/office/drawing/2014/main" id="{53241C87-5BAC-604A-A6BA-ADD40D8A312E}"/>
              </a:ext>
            </a:extLst>
          </p:cNvPr>
          <p:cNvCxnSpPr>
            <a:cxnSpLocks/>
            <a:stCxn id="947" idx="3"/>
          </p:cNvCxnSpPr>
          <p:nvPr/>
        </p:nvCxnSpPr>
        <p:spPr>
          <a:xfrm>
            <a:off x="4616991" y="1635381"/>
            <a:ext cx="1448335" cy="0"/>
          </a:xfrm>
          <a:prstGeom prst="straightConnector1">
            <a:avLst/>
          </a:prstGeom>
          <a:ln w="19050"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98" name="直接箭头连接符 697">
            <a:extLst>
              <a:ext uri="{FF2B5EF4-FFF2-40B4-BE49-F238E27FC236}">
                <a16:creationId xmlns:a16="http://schemas.microsoft.com/office/drawing/2014/main" id="{2235710B-E4A4-5B15-B829-8BF511436A42}"/>
              </a:ext>
            </a:extLst>
          </p:cNvPr>
          <p:cNvCxnSpPr>
            <a:cxnSpLocks/>
            <a:stCxn id="939" idx="3"/>
            <a:endCxn id="949" idx="2"/>
          </p:cNvCxnSpPr>
          <p:nvPr/>
        </p:nvCxnSpPr>
        <p:spPr>
          <a:xfrm>
            <a:off x="3614971" y="2465028"/>
            <a:ext cx="333280" cy="279"/>
          </a:xfrm>
          <a:prstGeom prst="straightConnector1">
            <a:avLst/>
          </a:prstGeom>
          <a:ln w="19050"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99" name="直接箭头连接符 698">
            <a:extLst>
              <a:ext uri="{FF2B5EF4-FFF2-40B4-BE49-F238E27FC236}">
                <a16:creationId xmlns:a16="http://schemas.microsoft.com/office/drawing/2014/main" id="{32B78F36-B604-C7A3-518C-26E499D54BB1}"/>
              </a:ext>
            </a:extLst>
          </p:cNvPr>
          <p:cNvCxnSpPr>
            <a:cxnSpLocks/>
            <a:stCxn id="953" idx="3"/>
            <a:endCxn id="593" idx="2"/>
          </p:cNvCxnSpPr>
          <p:nvPr/>
        </p:nvCxnSpPr>
        <p:spPr>
          <a:xfrm>
            <a:off x="5418083" y="2467532"/>
            <a:ext cx="332075" cy="2818"/>
          </a:xfrm>
          <a:prstGeom prst="straightConnector1">
            <a:avLst/>
          </a:prstGeom>
          <a:ln w="19050"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00" name="直接箭头连接符 699">
            <a:extLst>
              <a:ext uri="{FF2B5EF4-FFF2-40B4-BE49-F238E27FC236}">
                <a16:creationId xmlns:a16="http://schemas.microsoft.com/office/drawing/2014/main" id="{D8873C8D-72C9-DC8E-9929-0D8AC5C42C6C}"/>
              </a:ext>
            </a:extLst>
          </p:cNvPr>
          <p:cNvCxnSpPr>
            <a:cxnSpLocks/>
            <a:stCxn id="631" idx="6"/>
            <a:endCxn id="635" idx="1"/>
          </p:cNvCxnSpPr>
          <p:nvPr/>
        </p:nvCxnSpPr>
        <p:spPr>
          <a:xfrm>
            <a:off x="8226322" y="2478693"/>
            <a:ext cx="327462" cy="2224"/>
          </a:xfrm>
          <a:prstGeom prst="straightConnector1">
            <a:avLst/>
          </a:prstGeom>
          <a:ln w="19050"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01" name="直接箭头连接符 700">
            <a:extLst>
              <a:ext uri="{FF2B5EF4-FFF2-40B4-BE49-F238E27FC236}">
                <a16:creationId xmlns:a16="http://schemas.microsoft.com/office/drawing/2014/main" id="{BE62346D-C77A-5CF6-8C08-48378F9293B1}"/>
              </a:ext>
            </a:extLst>
          </p:cNvPr>
          <p:cNvCxnSpPr>
            <a:cxnSpLocks/>
            <a:stCxn id="596" idx="3"/>
            <a:endCxn id="631" idx="2"/>
          </p:cNvCxnSpPr>
          <p:nvPr/>
        </p:nvCxnSpPr>
        <p:spPr>
          <a:xfrm>
            <a:off x="7232318" y="2478414"/>
            <a:ext cx="333280" cy="279"/>
          </a:xfrm>
          <a:prstGeom prst="straightConnector1">
            <a:avLst/>
          </a:prstGeom>
          <a:ln w="19050"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02" name="直接箭头连接符 701">
            <a:extLst>
              <a:ext uri="{FF2B5EF4-FFF2-40B4-BE49-F238E27FC236}">
                <a16:creationId xmlns:a16="http://schemas.microsoft.com/office/drawing/2014/main" id="{0F7D6FF3-DE41-F429-EACE-1AFE8E7E7C2F}"/>
              </a:ext>
            </a:extLst>
          </p:cNvPr>
          <p:cNvCxnSpPr>
            <a:cxnSpLocks/>
            <a:stCxn id="635" idx="3"/>
            <a:endCxn id="658" idx="2"/>
          </p:cNvCxnSpPr>
          <p:nvPr/>
        </p:nvCxnSpPr>
        <p:spPr>
          <a:xfrm>
            <a:off x="9035430" y="2480918"/>
            <a:ext cx="332075" cy="2818"/>
          </a:xfrm>
          <a:prstGeom prst="straightConnector1">
            <a:avLst/>
          </a:prstGeom>
          <a:ln w="19050"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03" name="直接箭头连接符 702">
            <a:extLst>
              <a:ext uri="{FF2B5EF4-FFF2-40B4-BE49-F238E27FC236}">
                <a16:creationId xmlns:a16="http://schemas.microsoft.com/office/drawing/2014/main" id="{DB5F739F-3C0B-48C9-78BE-C53228032CBE}"/>
              </a:ext>
            </a:extLst>
          </p:cNvPr>
          <p:cNvCxnSpPr>
            <a:cxnSpLocks/>
            <a:stCxn id="593" idx="6"/>
            <a:endCxn id="596" idx="1"/>
          </p:cNvCxnSpPr>
          <p:nvPr/>
        </p:nvCxnSpPr>
        <p:spPr>
          <a:xfrm>
            <a:off x="6410882" y="2470350"/>
            <a:ext cx="339790" cy="8064"/>
          </a:xfrm>
          <a:prstGeom prst="straightConnector1">
            <a:avLst/>
          </a:prstGeom>
          <a:ln w="19050"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18" name="直接箭头连接符 717">
            <a:extLst>
              <a:ext uri="{FF2B5EF4-FFF2-40B4-BE49-F238E27FC236}">
                <a16:creationId xmlns:a16="http://schemas.microsoft.com/office/drawing/2014/main" id="{297DAA03-5651-4DBC-5ABE-85F6A453FF91}"/>
              </a:ext>
            </a:extLst>
          </p:cNvPr>
          <p:cNvCxnSpPr>
            <a:cxnSpLocks/>
            <a:stCxn id="688" idx="1"/>
          </p:cNvCxnSpPr>
          <p:nvPr/>
        </p:nvCxnSpPr>
        <p:spPr>
          <a:xfrm flipH="1">
            <a:off x="6127790" y="1628631"/>
            <a:ext cx="1569467" cy="0"/>
          </a:xfrm>
          <a:prstGeom prst="straightConnector1">
            <a:avLst/>
          </a:prstGeom>
          <a:ln w="19050"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19" name="直接箭头连接符 718">
            <a:extLst>
              <a:ext uri="{FF2B5EF4-FFF2-40B4-BE49-F238E27FC236}">
                <a16:creationId xmlns:a16="http://schemas.microsoft.com/office/drawing/2014/main" id="{7543D4AF-2919-D2AE-929C-1B8EEE95B49B}"/>
              </a:ext>
            </a:extLst>
          </p:cNvPr>
          <p:cNvCxnSpPr>
            <a:cxnSpLocks/>
            <a:stCxn id="688" idx="3"/>
          </p:cNvCxnSpPr>
          <p:nvPr/>
        </p:nvCxnSpPr>
        <p:spPr>
          <a:xfrm>
            <a:off x="8550031" y="1628631"/>
            <a:ext cx="1448335" cy="0"/>
          </a:xfrm>
          <a:prstGeom prst="straightConnector1">
            <a:avLst/>
          </a:prstGeom>
          <a:ln w="19050"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23" name="文本框 722">
                <a:extLst>
                  <a:ext uri="{FF2B5EF4-FFF2-40B4-BE49-F238E27FC236}">
                    <a16:creationId xmlns:a16="http://schemas.microsoft.com/office/drawing/2014/main" id="{5025BB57-FAAF-4B61-7BB9-29663CE28B41}"/>
                  </a:ext>
                </a:extLst>
              </p:cNvPr>
              <p:cNvSpPr txBox="1"/>
              <p:nvPr/>
            </p:nvSpPr>
            <p:spPr>
              <a:xfrm>
                <a:off x="3774833" y="2231552"/>
                <a:ext cx="1071288" cy="461665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1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altLang="zh-CN" sz="2400" b="1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𝑿</m:t>
                          </m:r>
                        </m:e>
                        <m:sub>
                          <m:r>
                            <a:rPr lang="en-US" altLang="zh-CN" sz="2400" b="1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zh-CN" altLang="en-US" sz="2400" b="1" dirty="0">
                  <a:solidFill>
                    <a:schemeClr val="accent6"/>
                  </a:solidFill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723" name="文本框 722">
                <a:extLst>
                  <a:ext uri="{FF2B5EF4-FFF2-40B4-BE49-F238E27FC236}">
                    <a16:creationId xmlns:a16="http://schemas.microsoft.com/office/drawing/2014/main" id="{5025BB57-FAAF-4B61-7BB9-29663CE28B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4833" y="2231552"/>
                <a:ext cx="1071288" cy="461665"/>
              </a:xfrm>
              <a:prstGeom prst="rect">
                <a:avLst/>
              </a:prstGeom>
              <a:blipFill>
                <a:blip r:embed="rId12"/>
                <a:stretch>
                  <a:fillRect b="-2632"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1" name="文本框 730">
                <a:extLst>
                  <a:ext uri="{FF2B5EF4-FFF2-40B4-BE49-F238E27FC236}">
                    <a16:creationId xmlns:a16="http://schemas.microsoft.com/office/drawing/2014/main" id="{B267F1F4-1244-17C0-277E-74E9C8D7AEB9}"/>
                  </a:ext>
                </a:extLst>
              </p:cNvPr>
              <p:cNvSpPr txBox="1"/>
              <p:nvPr/>
            </p:nvSpPr>
            <p:spPr>
              <a:xfrm>
                <a:off x="5562214" y="2221549"/>
                <a:ext cx="1071288" cy="461665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1" i="1" dirty="0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altLang="zh-CN" sz="2400" b="1" i="1" dirty="0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𝑯</m:t>
                          </m:r>
                        </m:e>
                        <m:sub>
                          <m:r>
                            <a:rPr lang="en-US" altLang="zh-CN" sz="2400" b="1" i="1" dirty="0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zh-CN" altLang="en-US" sz="2400" b="1" dirty="0">
                  <a:solidFill>
                    <a:schemeClr val="accent5"/>
                  </a:solidFill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731" name="文本框 730">
                <a:extLst>
                  <a:ext uri="{FF2B5EF4-FFF2-40B4-BE49-F238E27FC236}">
                    <a16:creationId xmlns:a16="http://schemas.microsoft.com/office/drawing/2014/main" id="{B267F1F4-1244-17C0-277E-74E9C8D7AE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2214" y="2221549"/>
                <a:ext cx="1071288" cy="461665"/>
              </a:xfrm>
              <a:prstGeom prst="rect">
                <a:avLst/>
              </a:prstGeom>
              <a:blipFill>
                <a:blip r:embed="rId13"/>
                <a:stretch>
                  <a:fillRect b="-2632"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2" name="文本框 731">
                <a:extLst>
                  <a:ext uri="{FF2B5EF4-FFF2-40B4-BE49-F238E27FC236}">
                    <a16:creationId xmlns:a16="http://schemas.microsoft.com/office/drawing/2014/main" id="{CCE7606F-93DA-0F8E-2985-B287AA770876}"/>
                  </a:ext>
                </a:extLst>
              </p:cNvPr>
              <p:cNvSpPr txBox="1"/>
              <p:nvPr/>
            </p:nvSpPr>
            <p:spPr>
              <a:xfrm>
                <a:off x="7403462" y="2238788"/>
                <a:ext cx="1071288" cy="461665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1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altLang="zh-CN" sz="2400" b="1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𝑿</m:t>
                          </m:r>
                        </m:e>
                        <m:sub>
                          <m:r>
                            <a:rPr lang="en-US" altLang="zh-CN" sz="2400" b="1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zh-CN" altLang="en-US" sz="2400" b="1" dirty="0">
                  <a:solidFill>
                    <a:schemeClr val="accent6"/>
                  </a:solidFill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732" name="文本框 731">
                <a:extLst>
                  <a:ext uri="{FF2B5EF4-FFF2-40B4-BE49-F238E27FC236}">
                    <a16:creationId xmlns:a16="http://schemas.microsoft.com/office/drawing/2014/main" id="{CCE7606F-93DA-0F8E-2985-B287AA7708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03462" y="2238788"/>
                <a:ext cx="1071288" cy="461665"/>
              </a:xfrm>
              <a:prstGeom prst="rect">
                <a:avLst/>
              </a:prstGeom>
              <a:blipFill>
                <a:blip r:embed="rId14"/>
                <a:stretch>
                  <a:fillRect b="-2632"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3" name="文本框 732">
                <a:extLst>
                  <a:ext uri="{FF2B5EF4-FFF2-40B4-BE49-F238E27FC236}">
                    <a16:creationId xmlns:a16="http://schemas.microsoft.com/office/drawing/2014/main" id="{38625109-3FFF-3160-5BF0-3E232EF17847}"/>
                  </a:ext>
                </a:extLst>
              </p:cNvPr>
              <p:cNvSpPr txBox="1"/>
              <p:nvPr/>
            </p:nvSpPr>
            <p:spPr>
              <a:xfrm>
                <a:off x="9179561" y="2243549"/>
                <a:ext cx="1071288" cy="461665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1" i="1" dirty="0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altLang="zh-CN" sz="2400" b="1" i="1" dirty="0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𝑯</m:t>
                          </m:r>
                        </m:e>
                        <m:sub>
                          <m:r>
                            <a:rPr lang="en-US" altLang="zh-CN" sz="2400" b="1" i="1" dirty="0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zh-CN" altLang="en-US" sz="2400" b="1" dirty="0">
                  <a:solidFill>
                    <a:schemeClr val="accent5"/>
                  </a:solidFill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733" name="文本框 732">
                <a:extLst>
                  <a:ext uri="{FF2B5EF4-FFF2-40B4-BE49-F238E27FC236}">
                    <a16:creationId xmlns:a16="http://schemas.microsoft.com/office/drawing/2014/main" id="{38625109-3FFF-3160-5BF0-3E232EF178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79561" y="2243549"/>
                <a:ext cx="1071288" cy="461665"/>
              </a:xfrm>
              <a:prstGeom prst="rect">
                <a:avLst/>
              </a:prstGeom>
              <a:blipFill>
                <a:blip r:embed="rId15"/>
                <a:stretch>
                  <a:fillRect b="-2632"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34" name="组合 733">
            <a:extLst>
              <a:ext uri="{FF2B5EF4-FFF2-40B4-BE49-F238E27FC236}">
                <a16:creationId xmlns:a16="http://schemas.microsoft.com/office/drawing/2014/main" id="{07DE8C35-A87C-E22C-485E-A926497315A0}"/>
              </a:ext>
            </a:extLst>
          </p:cNvPr>
          <p:cNvGrpSpPr/>
          <p:nvPr/>
        </p:nvGrpSpPr>
        <p:grpSpPr>
          <a:xfrm>
            <a:off x="8114701" y="6002924"/>
            <a:ext cx="621640" cy="735125"/>
            <a:chOff x="5766806" y="6445933"/>
            <a:chExt cx="621640" cy="735125"/>
          </a:xfrm>
        </p:grpSpPr>
        <p:sp>
          <p:nvSpPr>
            <p:cNvPr id="735" name="矩形 1174">
              <a:extLst>
                <a:ext uri="{FF2B5EF4-FFF2-40B4-BE49-F238E27FC236}">
                  <a16:creationId xmlns:a16="http://schemas.microsoft.com/office/drawing/2014/main" id="{A967C7DD-3494-F2C5-E139-3CCEFDF6652A}"/>
                </a:ext>
              </a:extLst>
            </p:cNvPr>
            <p:cNvSpPr/>
            <p:nvPr/>
          </p:nvSpPr>
          <p:spPr>
            <a:xfrm rot="10800000">
              <a:off x="5768235" y="6445933"/>
              <a:ext cx="618706" cy="226680"/>
            </a:xfrm>
            <a:custGeom>
              <a:avLst/>
              <a:gdLst>
                <a:gd name="connsiteX0" fmla="*/ 0 w 595706"/>
                <a:gd name="connsiteY0" fmla="*/ 0 h 92965"/>
                <a:gd name="connsiteX1" fmla="*/ 595706 w 595706"/>
                <a:gd name="connsiteY1" fmla="*/ 0 h 92965"/>
                <a:gd name="connsiteX2" fmla="*/ 595706 w 595706"/>
                <a:gd name="connsiteY2" fmla="*/ 92965 h 92965"/>
                <a:gd name="connsiteX3" fmla="*/ 0 w 595706"/>
                <a:gd name="connsiteY3" fmla="*/ 92965 h 92965"/>
                <a:gd name="connsiteX4" fmla="*/ 0 w 595706"/>
                <a:gd name="connsiteY4" fmla="*/ 0 h 92965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1422 w 594406"/>
                <a:gd name="connsiteY0" fmla="*/ 21376 h 135147"/>
                <a:gd name="connsiteX1" fmla="*/ 594406 w 594406"/>
                <a:gd name="connsiteY1" fmla="*/ 0 h 135147"/>
                <a:gd name="connsiteX2" fmla="*/ 594406 w 594406"/>
                <a:gd name="connsiteY2" fmla="*/ 92965 h 135147"/>
                <a:gd name="connsiteX3" fmla="*/ 61 w 594406"/>
                <a:gd name="connsiteY3" fmla="*/ 135147 h 135147"/>
                <a:gd name="connsiteX4" fmla="*/ 1422 w 594406"/>
                <a:gd name="connsiteY4" fmla="*/ 21376 h 135147"/>
                <a:gd name="connsiteX0" fmla="*/ 1422 w 594406"/>
                <a:gd name="connsiteY0" fmla="*/ 15599 h 135147"/>
                <a:gd name="connsiteX1" fmla="*/ 594406 w 594406"/>
                <a:gd name="connsiteY1" fmla="*/ 0 h 135147"/>
                <a:gd name="connsiteX2" fmla="*/ 594406 w 594406"/>
                <a:gd name="connsiteY2" fmla="*/ 92965 h 135147"/>
                <a:gd name="connsiteX3" fmla="*/ 61 w 594406"/>
                <a:gd name="connsiteY3" fmla="*/ 135147 h 135147"/>
                <a:gd name="connsiteX4" fmla="*/ 1422 w 594406"/>
                <a:gd name="connsiteY4" fmla="*/ 15599 h 135147"/>
                <a:gd name="connsiteX0" fmla="*/ 131 w 594476"/>
                <a:gd name="connsiteY0" fmla="*/ 4622 h 135147"/>
                <a:gd name="connsiteX1" fmla="*/ 594476 w 594476"/>
                <a:gd name="connsiteY1" fmla="*/ 0 h 135147"/>
                <a:gd name="connsiteX2" fmla="*/ 594476 w 594476"/>
                <a:gd name="connsiteY2" fmla="*/ 92965 h 135147"/>
                <a:gd name="connsiteX3" fmla="*/ 131 w 594476"/>
                <a:gd name="connsiteY3" fmla="*/ 135147 h 135147"/>
                <a:gd name="connsiteX4" fmla="*/ 131 w 594476"/>
                <a:gd name="connsiteY4" fmla="*/ 4622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22423 h 139660"/>
                <a:gd name="connsiteX1" fmla="*/ 595706 w 595706"/>
                <a:gd name="connsiteY1" fmla="*/ 4513 h 139660"/>
                <a:gd name="connsiteX2" fmla="*/ 595706 w 595706"/>
                <a:gd name="connsiteY2" fmla="*/ 97478 h 139660"/>
                <a:gd name="connsiteX3" fmla="*/ 1361 w 595706"/>
                <a:gd name="connsiteY3" fmla="*/ 139660 h 139660"/>
                <a:gd name="connsiteX4" fmla="*/ 0 w 595706"/>
                <a:gd name="connsiteY4" fmla="*/ 22423 h 139660"/>
                <a:gd name="connsiteX0" fmla="*/ 0 w 595706"/>
                <a:gd name="connsiteY0" fmla="*/ 26413 h 143650"/>
                <a:gd name="connsiteX1" fmla="*/ 595706 w 595706"/>
                <a:gd name="connsiteY1" fmla="*/ 8503 h 143650"/>
                <a:gd name="connsiteX2" fmla="*/ 595706 w 595706"/>
                <a:gd name="connsiteY2" fmla="*/ 101468 h 143650"/>
                <a:gd name="connsiteX3" fmla="*/ 1361 w 595706"/>
                <a:gd name="connsiteY3" fmla="*/ 143650 h 143650"/>
                <a:gd name="connsiteX4" fmla="*/ 0 w 595706"/>
                <a:gd name="connsiteY4" fmla="*/ 26413 h 143650"/>
                <a:gd name="connsiteX0" fmla="*/ 0 w 595706"/>
                <a:gd name="connsiteY0" fmla="*/ 21286 h 138523"/>
                <a:gd name="connsiteX1" fmla="*/ 595706 w 595706"/>
                <a:gd name="connsiteY1" fmla="*/ 3376 h 138523"/>
                <a:gd name="connsiteX2" fmla="*/ 595706 w 595706"/>
                <a:gd name="connsiteY2" fmla="*/ 96341 h 138523"/>
                <a:gd name="connsiteX3" fmla="*/ 1361 w 595706"/>
                <a:gd name="connsiteY3" fmla="*/ 138523 h 138523"/>
                <a:gd name="connsiteX4" fmla="*/ 0 w 595706"/>
                <a:gd name="connsiteY4" fmla="*/ 21286 h 138523"/>
                <a:gd name="connsiteX0" fmla="*/ 0 w 595706"/>
                <a:gd name="connsiteY0" fmla="*/ 22534 h 139771"/>
                <a:gd name="connsiteX1" fmla="*/ 595706 w 595706"/>
                <a:gd name="connsiteY1" fmla="*/ 4624 h 139771"/>
                <a:gd name="connsiteX2" fmla="*/ 595706 w 595706"/>
                <a:gd name="connsiteY2" fmla="*/ 97589 h 139771"/>
                <a:gd name="connsiteX3" fmla="*/ 1361 w 595706"/>
                <a:gd name="connsiteY3" fmla="*/ 139771 h 139771"/>
                <a:gd name="connsiteX4" fmla="*/ 0 w 595706"/>
                <a:gd name="connsiteY4" fmla="*/ 22534 h 139771"/>
                <a:gd name="connsiteX0" fmla="*/ 0 w 595706"/>
                <a:gd name="connsiteY0" fmla="*/ 23494 h 140731"/>
                <a:gd name="connsiteX1" fmla="*/ 595706 w 595706"/>
                <a:gd name="connsiteY1" fmla="*/ 2118 h 140731"/>
                <a:gd name="connsiteX2" fmla="*/ 595706 w 595706"/>
                <a:gd name="connsiteY2" fmla="*/ 98549 h 140731"/>
                <a:gd name="connsiteX3" fmla="*/ 1361 w 595706"/>
                <a:gd name="connsiteY3" fmla="*/ 140731 h 140731"/>
                <a:gd name="connsiteX4" fmla="*/ 0 w 595706"/>
                <a:gd name="connsiteY4" fmla="*/ 23494 h 140731"/>
                <a:gd name="connsiteX0" fmla="*/ 0 w 595706"/>
                <a:gd name="connsiteY0" fmla="*/ 23494 h 140731"/>
                <a:gd name="connsiteX1" fmla="*/ 595706 w 595706"/>
                <a:gd name="connsiteY1" fmla="*/ 2118 h 140731"/>
                <a:gd name="connsiteX2" fmla="*/ 595706 w 595706"/>
                <a:gd name="connsiteY2" fmla="*/ 98549 h 140731"/>
                <a:gd name="connsiteX3" fmla="*/ 1361 w 595706"/>
                <a:gd name="connsiteY3" fmla="*/ 140731 h 140731"/>
                <a:gd name="connsiteX4" fmla="*/ 0 w 595706"/>
                <a:gd name="connsiteY4" fmla="*/ 23494 h 140731"/>
                <a:gd name="connsiteX0" fmla="*/ 0 w 595706"/>
                <a:gd name="connsiteY0" fmla="*/ 25030 h 142267"/>
                <a:gd name="connsiteX1" fmla="*/ 595706 w 595706"/>
                <a:gd name="connsiteY1" fmla="*/ 3654 h 142267"/>
                <a:gd name="connsiteX2" fmla="*/ 595706 w 595706"/>
                <a:gd name="connsiteY2" fmla="*/ 100085 h 142267"/>
                <a:gd name="connsiteX3" fmla="*/ 1361 w 595706"/>
                <a:gd name="connsiteY3" fmla="*/ 142267 h 142267"/>
                <a:gd name="connsiteX4" fmla="*/ 0 w 595706"/>
                <a:gd name="connsiteY4" fmla="*/ 25030 h 142267"/>
                <a:gd name="connsiteX0" fmla="*/ 0 w 595706"/>
                <a:gd name="connsiteY0" fmla="*/ 22091 h 139328"/>
                <a:gd name="connsiteX1" fmla="*/ 595706 w 595706"/>
                <a:gd name="connsiteY1" fmla="*/ 715 h 139328"/>
                <a:gd name="connsiteX2" fmla="*/ 595706 w 595706"/>
                <a:gd name="connsiteY2" fmla="*/ 97146 h 139328"/>
                <a:gd name="connsiteX3" fmla="*/ 1361 w 595706"/>
                <a:gd name="connsiteY3" fmla="*/ 139328 h 139328"/>
                <a:gd name="connsiteX4" fmla="*/ 0 w 595706"/>
                <a:gd name="connsiteY4" fmla="*/ 22091 h 139328"/>
                <a:gd name="connsiteX0" fmla="*/ 0 w 595706"/>
                <a:gd name="connsiteY0" fmla="*/ 23573 h 140810"/>
                <a:gd name="connsiteX1" fmla="*/ 595706 w 595706"/>
                <a:gd name="connsiteY1" fmla="*/ 2197 h 140810"/>
                <a:gd name="connsiteX2" fmla="*/ 595706 w 595706"/>
                <a:gd name="connsiteY2" fmla="*/ 98628 h 140810"/>
                <a:gd name="connsiteX3" fmla="*/ 1361 w 595706"/>
                <a:gd name="connsiteY3" fmla="*/ 140810 h 140810"/>
                <a:gd name="connsiteX4" fmla="*/ 0 w 595706"/>
                <a:gd name="connsiteY4" fmla="*/ 23573 h 140810"/>
                <a:gd name="connsiteX0" fmla="*/ 0 w 595706"/>
                <a:gd name="connsiteY0" fmla="*/ 21908 h 139145"/>
                <a:gd name="connsiteX1" fmla="*/ 595706 w 595706"/>
                <a:gd name="connsiteY1" fmla="*/ 532 h 139145"/>
                <a:gd name="connsiteX2" fmla="*/ 595706 w 595706"/>
                <a:gd name="connsiteY2" fmla="*/ 96963 h 139145"/>
                <a:gd name="connsiteX3" fmla="*/ 1361 w 595706"/>
                <a:gd name="connsiteY3" fmla="*/ 139145 h 139145"/>
                <a:gd name="connsiteX4" fmla="*/ 0 w 595706"/>
                <a:gd name="connsiteY4" fmla="*/ 21908 h 139145"/>
                <a:gd name="connsiteX0" fmla="*/ 0 w 595706"/>
                <a:gd name="connsiteY0" fmla="*/ 23863 h 141100"/>
                <a:gd name="connsiteX1" fmla="*/ 595706 w 595706"/>
                <a:gd name="connsiteY1" fmla="*/ 2487 h 141100"/>
                <a:gd name="connsiteX2" fmla="*/ 595706 w 595706"/>
                <a:gd name="connsiteY2" fmla="*/ 98918 h 141100"/>
                <a:gd name="connsiteX3" fmla="*/ 1361 w 595706"/>
                <a:gd name="connsiteY3" fmla="*/ 141100 h 141100"/>
                <a:gd name="connsiteX4" fmla="*/ 0 w 595706"/>
                <a:gd name="connsiteY4" fmla="*/ 23863 h 141100"/>
                <a:gd name="connsiteX0" fmla="*/ 0 w 595706"/>
                <a:gd name="connsiteY0" fmla="*/ 24472 h 141709"/>
                <a:gd name="connsiteX1" fmla="*/ 595706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0 w 595706"/>
                <a:gd name="connsiteY0" fmla="*/ 24267 h 141504"/>
                <a:gd name="connsiteX1" fmla="*/ 595706 w 595706"/>
                <a:gd name="connsiteY1" fmla="*/ 2891 h 141504"/>
                <a:gd name="connsiteX2" fmla="*/ 595706 w 595706"/>
                <a:gd name="connsiteY2" fmla="*/ 99322 h 141504"/>
                <a:gd name="connsiteX3" fmla="*/ 1361 w 595706"/>
                <a:gd name="connsiteY3" fmla="*/ 141504 h 141504"/>
                <a:gd name="connsiteX4" fmla="*/ 0 w 595706"/>
                <a:gd name="connsiteY4" fmla="*/ 24267 h 141504"/>
                <a:gd name="connsiteX0" fmla="*/ 0 w 595706"/>
                <a:gd name="connsiteY0" fmla="*/ 24472 h 141709"/>
                <a:gd name="connsiteX1" fmla="*/ 595706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0 w 595706"/>
                <a:gd name="connsiteY0" fmla="*/ 24472 h 141709"/>
                <a:gd name="connsiteX1" fmla="*/ 594353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124 w 595830"/>
                <a:gd name="connsiteY0" fmla="*/ 24472 h 141709"/>
                <a:gd name="connsiteX1" fmla="*/ 594477 w 595830"/>
                <a:gd name="connsiteY1" fmla="*/ 3096 h 141709"/>
                <a:gd name="connsiteX2" fmla="*/ 595830 w 595830"/>
                <a:gd name="connsiteY2" fmla="*/ 99527 h 141709"/>
                <a:gd name="connsiteX3" fmla="*/ 131 w 595830"/>
                <a:gd name="connsiteY3" fmla="*/ 141709 h 141709"/>
                <a:gd name="connsiteX4" fmla="*/ 124 w 595830"/>
                <a:gd name="connsiteY4" fmla="*/ 24472 h 141709"/>
                <a:gd name="connsiteX0" fmla="*/ 124 w 597179"/>
                <a:gd name="connsiteY0" fmla="*/ 25207 h 142444"/>
                <a:gd name="connsiteX1" fmla="*/ 597179 w 597179"/>
                <a:gd name="connsiteY1" fmla="*/ 481 h 142444"/>
                <a:gd name="connsiteX2" fmla="*/ 595830 w 597179"/>
                <a:gd name="connsiteY2" fmla="*/ 100262 h 142444"/>
                <a:gd name="connsiteX3" fmla="*/ 131 w 597179"/>
                <a:gd name="connsiteY3" fmla="*/ 142444 h 142444"/>
                <a:gd name="connsiteX4" fmla="*/ 124 w 597179"/>
                <a:gd name="connsiteY4" fmla="*/ 25207 h 142444"/>
                <a:gd name="connsiteX0" fmla="*/ 124 w 595889"/>
                <a:gd name="connsiteY0" fmla="*/ 25842 h 143079"/>
                <a:gd name="connsiteX1" fmla="*/ 594477 w 595889"/>
                <a:gd name="connsiteY1" fmla="*/ 0 h 143079"/>
                <a:gd name="connsiteX2" fmla="*/ 595830 w 595889"/>
                <a:gd name="connsiteY2" fmla="*/ 100897 h 143079"/>
                <a:gd name="connsiteX3" fmla="*/ 131 w 595889"/>
                <a:gd name="connsiteY3" fmla="*/ 143079 h 143079"/>
                <a:gd name="connsiteX4" fmla="*/ 124 w 595889"/>
                <a:gd name="connsiteY4" fmla="*/ 25842 h 143079"/>
                <a:gd name="connsiteX0" fmla="*/ 124 w 595889"/>
                <a:gd name="connsiteY0" fmla="*/ 24713 h 141950"/>
                <a:gd name="connsiteX1" fmla="*/ 594477 w 595889"/>
                <a:gd name="connsiteY1" fmla="*/ 2221 h 141950"/>
                <a:gd name="connsiteX2" fmla="*/ 595830 w 595889"/>
                <a:gd name="connsiteY2" fmla="*/ 99768 h 141950"/>
                <a:gd name="connsiteX3" fmla="*/ 131 w 595889"/>
                <a:gd name="connsiteY3" fmla="*/ 141950 h 141950"/>
                <a:gd name="connsiteX4" fmla="*/ 124 w 595889"/>
                <a:gd name="connsiteY4" fmla="*/ 24713 h 141950"/>
                <a:gd name="connsiteX0" fmla="*/ 124 w 595959"/>
                <a:gd name="connsiteY0" fmla="*/ 24713 h 141950"/>
                <a:gd name="connsiteX1" fmla="*/ 595828 w 595959"/>
                <a:gd name="connsiteY1" fmla="*/ 2221 h 141950"/>
                <a:gd name="connsiteX2" fmla="*/ 595830 w 595959"/>
                <a:gd name="connsiteY2" fmla="*/ 99768 h 141950"/>
                <a:gd name="connsiteX3" fmla="*/ 131 w 595959"/>
                <a:gd name="connsiteY3" fmla="*/ 141950 h 141950"/>
                <a:gd name="connsiteX4" fmla="*/ 124 w 595959"/>
                <a:gd name="connsiteY4" fmla="*/ 24713 h 141950"/>
                <a:gd name="connsiteX0" fmla="*/ 124 w 595959"/>
                <a:gd name="connsiteY0" fmla="*/ 24925 h 142162"/>
                <a:gd name="connsiteX1" fmla="*/ 595828 w 595959"/>
                <a:gd name="connsiteY1" fmla="*/ 2433 h 142162"/>
                <a:gd name="connsiteX2" fmla="*/ 595830 w 595959"/>
                <a:gd name="connsiteY2" fmla="*/ 99980 h 142162"/>
                <a:gd name="connsiteX3" fmla="*/ 131 w 595959"/>
                <a:gd name="connsiteY3" fmla="*/ 142162 h 142162"/>
                <a:gd name="connsiteX4" fmla="*/ 124 w 595959"/>
                <a:gd name="connsiteY4" fmla="*/ 24925 h 142162"/>
                <a:gd name="connsiteX0" fmla="*/ 124 w 595959"/>
                <a:gd name="connsiteY0" fmla="*/ 22492 h 139729"/>
                <a:gd name="connsiteX1" fmla="*/ 595828 w 595959"/>
                <a:gd name="connsiteY1" fmla="*/ 0 h 139729"/>
                <a:gd name="connsiteX2" fmla="*/ 595830 w 595959"/>
                <a:gd name="connsiteY2" fmla="*/ 97547 h 139729"/>
                <a:gd name="connsiteX3" fmla="*/ 131 w 595959"/>
                <a:gd name="connsiteY3" fmla="*/ 139729 h 139729"/>
                <a:gd name="connsiteX4" fmla="*/ 124 w 595959"/>
                <a:gd name="connsiteY4" fmla="*/ 22492 h 139729"/>
                <a:gd name="connsiteX0" fmla="*/ 124 w 595959"/>
                <a:gd name="connsiteY0" fmla="*/ 25585 h 142822"/>
                <a:gd name="connsiteX1" fmla="*/ 595828 w 595959"/>
                <a:gd name="connsiteY1" fmla="*/ 3093 h 142822"/>
                <a:gd name="connsiteX2" fmla="*/ 595830 w 595959"/>
                <a:gd name="connsiteY2" fmla="*/ 100640 h 142822"/>
                <a:gd name="connsiteX3" fmla="*/ 131 w 595959"/>
                <a:gd name="connsiteY3" fmla="*/ 142822 h 142822"/>
                <a:gd name="connsiteX4" fmla="*/ 124 w 595959"/>
                <a:gd name="connsiteY4" fmla="*/ 25585 h 142822"/>
                <a:gd name="connsiteX0" fmla="*/ 124 w 595959"/>
                <a:gd name="connsiteY0" fmla="*/ 25585 h 142822"/>
                <a:gd name="connsiteX1" fmla="*/ 595828 w 595959"/>
                <a:gd name="connsiteY1" fmla="*/ 3093 h 142822"/>
                <a:gd name="connsiteX2" fmla="*/ 595830 w 595959"/>
                <a:gd name="connsiteY2" fmla="*/ 100640 h 142822"/>
                <a:gd name="connsiteX3" fmla="*/ 131 w 595959"/>
                <a:gd name="connsiteY3" fmla="*/ 142822 h 142822"/>
                <a:gd name="connsiteX4" fmla="*/ 124 w 595959"/>
                <a:gd name="connsiteY4" fmla="*/ 25585 h 142822"/>
                <a:gd name="connsiteX0" fmla="*/ 124 w 595959"/>
                <a:gd name="connsiteY0" fmla="*/ 26512 h 143749"/>
                <a:gd name="connsiteX1" fmla="*/ 595828 w 595959"/>
                <a:gd name="connsiteY1" fmla="*/ 4020 h 143749"/>
                <a:gd name="connsiteX2" fmla="*/ 595830 w 595959"/>
                <a:gd name="connsiteY2" fmla="*/ 101567 h 143749"/>
                <a:gd name="connsiteX3" fmla="*/ 131 w 595959"/>
                <a:gd name="connsiteY3" fmla="*/ 143749 h 143749"/>
                <a:gd name="connsiteX4" fmla="*/ 124 w 595959"/>
                <a:gd name="connsiteY4" fmla="*/ 26512 h 143749"/>
                <a:gd name="connsiteX0" fmla="*/ 124 w 595959"/>
                <a:gd name="connsiteY0" fmla="*/ 26512 h 143749"/>
                <a:gd name="connsiteX1" fmla="*/ 595828 w 595959"/>
                <a:gd name="connsiteY1" fmla="*/ 4020 h 143749"/>
                <a:gd name="connsiteX2" fmla="*/ 595830 w 595959"/>
                <a:gd name="connsiteY2" fmla="*/ 101567 h 143749"/>
                <a:gd name="connsiteX3" fmla="*/ 131 w 595959"/>
                <a:gd name="connsiteY3" fmla="*/ 143749 h 143749"/>
                <a:gd name="connsiteX4" fmla="*/ 124 w 595959"/>
                <a:gd name="connsiteY4" fmla="*/ 26512 h 143749"/>
                <a:gd name="connsiteX0" fmla="*/ 124 w 595959"/>
                <a:gd name="connsiteY0" fmla="*/ 28496 h 145733"/>
                <a:gd name="connsiteX1" fmla="*/ 595828 w 595959"/>
                <a:gd name="connsiteY1" fmla="*/ 6004 h 145733"/>
                <a:gd name="connsiteX2" fmla="*/ 595830 w 595959"/>
                <a:gd name="connsiteY2" fmla="*/ 103551 h 145733"/>
                <a:gd name="connsiteX3" fmla="*/ 131 w 595959"/>
                <a:gd name="connsiteY3" fmla="*/ 145733 h 145733"/>
                <a:gd name="connsiteX4" fmla="*/ 124 w 595959"/>
                <a:gd name="connsiteY4" fmla="*/ 28496 h 14573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856"/>
                <a:gd name="connsiteY0" fmla="*/ 41841 h 159078"/>
                <a:gd name="connsiteX1" fmla="*/ 591261 w 595856"/>
                <a:gd name="connsiteY1" fmla="*/ 0 h 159078"/>
                <a:gd name="connsiteX2" fmla="*/ 595830 w 595856"/>
                <a:gd name="connsiteY2" fmla="*/ 116896 h 159078"/>
                <a:gd name="connsiteX3" fmla="*/ 131 w 595856"/>
                <a:gd name="connsiteY3" fmla="*/ 159078 h 159078"/>
                <a:gd name="connsiteX4" fmla="*/ 124 w 595856"/>
                <a:gd name="connsiteY4" fmla="*/ 41841 h 159078"/>
                <a:gd name="connsiteX0" fmla="*/ 124 w 595959"/>
                <a:gd name="connsiteY0" fmla="*/ 41841 h 159078"/>
                <a:gd name="connsiteX1" fmla="*/ 595828 w 595959"/>
                <a:gd name="connsiteY1" fmla="*/ 0 h 159078"/>
                <a:gd name="connsiteX2" fmla="*/ 595830 w 595959"/>
                <a:gd name="connsiteY2" fmla="*/ 116896 h 159078"/>
                <a:gd name="connsiteX3" fmla="*/ 131 w 595959"/>
                <a:gd name="connsiteY3" fmla="*/ 159078 h 159078"/>
                <a:gd name="connsiteX4" fmla="*/ 124 w 595959"/>
                <a:gd name="connsiteY4" fmla="*/ 41841 h 159078"/>
                <a:gd name="connsiteX0" fmla="*/ 124 w 597349"/>
                <a:gd name="connsiteY0" fmla="*/ 42378 h 159615"/>
                <a:gd name="connsiteX1" fmla="*/ 597349 w 597349"/>
                <a:gd name="connsiteY1" fmla="*/ 0 h 159615"/>
                <a:gd name="connsiteX2" fmla="*/ 595830 w 597349"/>
                <a:gd name="connsiteY2" fmla="*/ 117433 h 159615"/>
                <a:gd name="connsiteX3" fmla="*/ 131 w 597349"/>
                <a:gd name="connsiteY3" fmla="*/ 159615 h 159615"/>
                <a:gd name="connsiteX4" fmla="*/ 124 w 597349"/>
                <a:gd name="connsiteY4" fmla="*/ 42378 h 159615"/>
                <a:gd name="connsiteX0" fmla="*/ 124 w 600443"/>
                <a:gd name="connsiteY0" fmla="*/ 42378 h 159615"/>
                <a:gd name="connsiteX1" fmla="*/ 597349 w 600443"/>
                <a:gd name="connsiteY1" fmla="*/ 0 h 159615"/>
                <a:gd name="connsiteX2" fmla="*/ 600408 w 600443"/>
                <a:gd name="connsiteY2" fmla="*/ 117433 h 159615"/>
                <a:gd name="connsiteX3" fmla="*/ 131 w 600443"/>
                <a:gd name="connsiteY3" fmla="*/ 159615 h 159615"/>
                <a:gd name="connsiteX4" fmla="*/ 124 w 600443"/>
                <a:gd name="connsiteY4" fmla="*/ 42378 h 159615"/>
                <a:gd name="connsiteX0" fmla="*/ 124 w 600537"/>
                <a:gd name="connsiteY0" fmla="*/ 42378 h 159615"/>
                <a:gd name="connsiteX1" fmla="*/ 600401 w 600537"/>
                <a:gd name="connsiteY1" fmla="*/ 0 h 159615"/>
                <a:gd name="connsiteX2" fmla="*/ 600408 w 600537"/>
                <a:gd name="connsiteY2" fmla="*/ 117433 h 159615"/>
                <a:gd name="connsiteX3" fmla="*/ 131 w 600537"/>
                <a:gd name="connsiteY3" fmla="*/ 159615 h 159615"/>
                <a:gd name="connsiteX4" fmla="*/ 124 w 600537"/>
                <a:gd name="connsiteY4" fmla="*/ 42378 h 159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0537" h="159615">
                  <a:moveTo>
                    <a:pt x="124" y="42378"/>
                  </a:moveTo>
                  <a:cubicBezTo>
                    <a:pt x="296414" y="-50243"/>
                    <a:pt x="418111" y="75773"/>
                    <a:pt x="600401" y="0"/>
                  </a:cubicBezTo>
                  <a:cubicBezTo>
                    <a:pt x="599951" y="33260"/>
                    <a:pt x="600858" y="84173"/>
                    <a:pt x="600408" y="117433"/>
                  </a:cubicBezTo>
                  <a:cubicBezTo>
                    <a:pt x="395490" y="192726"/>
                    <a:pt x="285331" y="62551"/>
                    <a:pt x="131" y="159615"/>
                  </a:cubicBezTo>
                  <a:cubicBezTo>
                    <a:pt x="-323" y="114566"/>
                    <a:pt x="578" y="87427"/>
                    <a:pt x="124" y="42378"/>
                  </a:cubicBezTo>
                  <a:close/>
                </a:path>
              </a:pathLst>
            </a:custGeom>
            <a:solidFill>
              <a:schemeClr val="accent2">
                <a:lumMod val="40000"/>
                <a:lumOff val="6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736" name="组合 735">
              <a:extLst>
                <a:ext uri="{FF2B5EF4-FFF2-40B4-BE49-F238E27FC236}">
                  <a16:creationId xmlns:a16="http://schemas.microsoft.com/office/drawing/2014/main" id="{B71A8AC7-7811-AF76-486E-2E2EA239EBBA}"/>
                </a:ext>
              </a:extLst>
            </p:cNvPr>
            <p:cNvGrpSpPr/>
            <p:nvPr/>
          </p:nvGrpSpPr>
          <p:grpSpPr>
            <a:xfrm>
              <a:off x="5766806" y="6517241"/>
              <a:ext cx="621640" cy="663817"/>
              <a:chOff x="5040167" y="6521415"/>
              <a:chExt cx="621640" cy="663817"/>
            </a:xfrm>
          </p:grpSpPr>
          <p:sp>
            <p:nvSpPr>
              <p:cNvPr id="737" name="矩形 1174">
                <a:extLst>
                  <a:ext uri="{FF2B5EF4-FFF2-40B4-BE49-F238E27FC236}">
                    <a16:creationId xmlns:a16="http://schemas.microsoft.com/office/drawing/2014/main" id="{FD5CA058-D9E5-B1EE-C732-9AAA840594C0}"/>
                  </a:ext>
                </a:extLst>
              </p:cNvPr>
              <p:cNvSpPr/>
              <p:nvPr/>
            </p:nvSpPr>
            <p:spPr>
              <a:xfrm rot="10800000">
                <a:off x="5041542" y="6760560"/>
                <a:ext cx="618706" cy="201627"/>
              </a:xfrm>
              <a:custGeom>
                <a:avLst/>
                <a:gdLst>
                  <a:gd name="connsiteX0" fmla="*/ 0 w 595706"/>
                  <a:gd name="connsiteY0" fmla="*/ 0 h 92965"/>
                  <a:gd name="connsiteX1" fmla="*/ 595706 w 595706"/>
                  <a:gd name="connsiteY1" fmla="*/ 0 h 92965"/>
                  <a:gd name="connsiteX2" fmla="*/ 595706 w 595706"/>
                  <a:gd name="connsiteY2" fmla="*/ 92965 h 92965"/>
                  <a:gd name="connsiteX3" fmla="*/ 0 w 595706"/>
                  <a:gd name="connsiteY3" fmla="*/ 92965 h 92965"/>
                  <a:gd name="connsiteX4" fmla="*/ 0 w 595706"/>
                  <a:gd name="connsiteY4" fmla="*/ 0 h 92965"/>
                  <a:gd name="connsiteX0" fmla="*/ 0 w 595706"/>
                  <a:gd name="connsiteY0" fmla="*/ 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0 h 135147"/>
                  <a:gd name="connsiteX0" fmla="*/ 0 w 595706"/>
                  <a:gd name="connsiteY0" fmla="*/ 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0 h 135147"/>
                  <a:gd name="connsiteX0" fmla="*/ 0 w 595706"/>
                  <a:gd name="connsiteY0" fmla="*/ 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0 h 135147"/>
                  <a:gd name="connsiteX0" fmla="*/ 0 w 595706"/>
                  <a:gd name="connsiteY0" fmla="*/ 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0 h 135147"/>
                  <a:gd name="connsiteX0" fmla="*/ 1422 w 594406"/>
                  <a:gd name="connsiteY0" fmla="*/ 21376 h 135147"/>
                  <a:gd name="connsiteX1" fmla="*/ 594406 w 594406"/>
                  <a:gd name="connsiteY1" fmla="*/ 0 h 135147"/>
                  <a:gd name="connsiteX2" fmla="*/ 594406 w 594406"/>
                  <a:gd name="connsiteY2" fmla="*/ 92965 h 135147"/>
                  <a:gd name="connsiteX3" fmla="*/ 61 w 594406"/>
                  <a:gd name="connsiteY3" fmla="*/ 135147 h 135147"/>
                  <a:gd name="connsiteX4" fmla="*/ 1422 w 594406"/>
                  <a:gd name="connsiteY4" fmla="*/ 21376 h 135147"/>
                  <a:gd name="connsiteX0" fmla="*/ 1422 w 594406"/>
                  <a:gd name="connsiteY0" fmla="*/ 15599 h 135147"/>
                  <a:gd name="connsiteX1" fmla="*/ 594406 w 594406"/>
                  <a:gd name="connsiteY1" fmla="*/ 0 h 135147"/>
                  <a:gd name="connsiteX2" fmla="*/ 594406 w 594406"/>
                  <a:gd name="connsiteY2" fmla="*/ 92965 h 135147"/>
                  <a:gd name="connsiteX3" fmla="*/ 61 w 594406"/>
                  <a:gd name="connsiteY3" fmla="*/ 135147 h 135147"/>
                  <a:gd name="connsiteX4" fmla="*/ 1422 w 594406"/>
                  <a:gd name="connsiteY4" fmla="*/ 15599 h 135147"/>
                  <a:gd name="connsiteX0" fmla="*/ 131 w 594476"/>
                  <a:gd name="connsiteY0" fmla="*/ 4622 h 135147"/>
                  <a:gd name="connsiteX1" fmla="*/ 594476 w 594476"/>
                  <a:gd name="connsiteY1" fmla="*/ 0 h 135147"/>
                  <a:gd name="connsiteX2" fmla="*/ 594476 w 594476"/>
                  <a:gd name="connsiteY2" fmla="*/ 92965 h 135147"/>
                  <a:gd name="connsiteX3" fmla="*/ 131 w 594476"/>
                  <a:gd name="connsiteY3" fmla="*/ 135147 h 135147"/>
                  <a:gd name="connsiteX4" fmla="*/ 131 w 594476"/>
                  <a:gd name="connsiteY4" fmla="*/ 4622 h 135147"/>
                  <a:gd name="connsiteX0" fmla="*/ 0 w 595706"/>
                  <a:gd name="connsiteY0" fmla="*/ 1791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17910 h 135147"/>
                  <a:gd name="connsiteX0" fmla="*/ 0 w 595706"/>
                  <a:gd name="connsiteY0" fmla="*/ 1791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17910 h 135147"/>
                  <a:gd name="connsiteX0" fmla="*/ 0 w 595706"/>
                  <a:gd name="connsiteY0" fmla="*/ 1791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17910 h 135147"/>
                  <a:gd name="connsiteX0" fmla="*/ 0 w 595706"/>
                  <a:gd name="connsiteY0" fmla="*/ 1791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17910 h 135147"/>
                  <a:gd name="connsiteX0" fmla="*/ 0 w 595706"/>
                  <a:gd name="connsiteY0" fmla="*/ 22423 h 139660"/>
                  <a:gd name="connsiteX1" fmla="*/ 595706 w 595706"/>
                  <a:gd name="connsiteY1" fmla="*/ 4513 h 139660"/>
                  <a:gd name="connsiteX2" fmla="*/ 595706 w 595706"/>
                  <a:gd name="connsiteY2" fmla="*/ 97478 h 139660"/>
                  <a:gd name="connsiteX3" fmla="*/ 1361 w 595706"/>
                  <a:gd name="connsiteY3" fmla="*/ 139660 h 139660"/>
                  <a:gd name="connsiteX4" fmla="*/ 0 w 595706"/>
                  <a:gd name="connsiteY4" fmla="*/ 22423 h 139660"/>
                  <a:gd name="connsiteX0" fmla="*/ 0 w 595706"/>
                  <a:gd name="connsiteY0" fmla="*/ 26413 h 143650"/>
                  <a:gd name="connsiteX1" fmla="*/ 595706 w 595706"/>
                  <a:gd name="connsiteY1" fmla="*/ 8503 h 143650"/>
                  <a:gd name="connsiteX2" fmla="*/ 595706 w 595706"/>
                  <a:gd name="connsiteY2" fmla="*/ 101468 h 143650"/>
                  <a:gd name="connsiteX3" fmla="*/ 1361 w 595706"/>
                  <a:gd name="connsiteY3" fmla="*/ 143650 h 143650"/>
                  <a:gd name="connsiteX4" fmla="*/ 0 w 595706"/>
                  <a:gd name="connsiteY4" fmla="*/ 26413 h 143650"/>
                  <a:gd name="connsiteX0" fmla="*/ 0 w 595706"/>
                  <a:gd name="connsiteY0" fmla="*/ 21286 h 138523"/>
                  <a:gd name="connsiteX1" fmla="*/ 595706 w 595706"/>
                  <a:gd name="connsiteY1" fmla="*/ 3376 h 138523"/>
                  <a:gd name="connsiteX2" fmla="*/ 595706 w 595706"/>
                  <a:gd name="connsiteY2" fmla="*/ 96341 h 138523"/>
                  <a:gd name="connsiteX3" fmla="*/ 1361 w 595706"/>
                  <a:gd name="connsiteY3" fmla="*/ 138523 h 138523"/>
                  <a:gd name="connsiteX4" fmla="*/ 0 w 595706"/>
                  <a:gd name="connsiteY4" fmla="*/ 21286 h 138523"/>
                  <a:gd name="connsiteX0" fmla="*/ 0 w 595706"/>
                  <a:gd name="connsiteY0" fmla="*/ 22534 h 139771"/>
                  <a:gd name="connsiteX1" fmla="*/ 595706 w 595706"/>
                  <a:gd name="connsiteY1" fmla="*/ 4624 h 139771"/>
                  <a:gd name="connsiteX2" fmla="*/ 595706 w 595706"/>
                  <a:gd name="connsiteY2" fmla="*/ 97589 h 139771"/>
                  <a:gd name="connsiteX3" fmla="*/ 1361 w 595706"/>
                  <a:gd name="connsiteY3" fmla="*/ 139771 h 139771"/>
                  <a:gd name="connsiteX4" fmla="*/ 0 w 595706"/>
                  <a:gd name="connsiteY4" fmla="*/ 22534 h 139771"/>
                  <a:gd name="connsiteX0" fmla="*/ 0 w 595706"/>
                  <a:gd name="connsiteY0" fmla="*/ 23494 h 140731"/>
                  <a:gd name="connsiteX1" fmla="*/ 595706 w 595706"/>
                  <a:gd name="connsiteY1" fmla="*/ 2118 h 140731"/>
                  <a:gd name="connsiteX2" fmla="*/ 595706 w 595706"/>
                  <a:gd name="connsiteY2" fmla="*/ 98549 h 140731"/>
                  <a:gd name="connsiteX3" fmla="*/ 1361 w 595706"/>
                  <a:gd name="connsiteY3" fmla="*/ 140731 h 140731"/>
                  <a:gd name="connsiteX4" fmla="*/ 0 w 595706"/>
                  <a:gd name="connsiteY4" fmla="*/ 23494 h 140731"/>
                  <a:gd name="connsiteX0" fmla="*/ 0 w 595706"/>
                  <a:gd name="connsiteY0" fmla="*/ 23494 h 140731"/>
                  <a:gd name="connsiteX1" fmla="*/ 595706 w 595706"/>
                  <a:gd name="connsiteY1" fmla="*/ 2118 h 140731"/>
                  <a:gd name="connsiteX2" fmla="*/ 595706 w 595706"/>
                  <a:gd name="connsiteY2" fmla="*/ 98549 h 140731"/>
                  <a:gd name="connsiteX3" fmla="*/ 1361 w 595706"/>
                  <a:gd name="connsiteY3" fmla="*/ 140731 h 140731"/>
                  <a:gd name="connsiteX4" fmla="*/ 0 w 595706"/>
                  <a:gd name="connsiteY4" fmla="*/ 23494 h 140731"/>
                  <a:gd name="connsiteX0" fmla="*/ 0 w 595706"/>
                  <a:gd name="connsiteY0" fmla="*/ 25030 h 142267"/>
                  <a:gd name="connsiteX1" fmla="*/ 595706 w 595706"/>
                  <a:gd name="connsiteY1" fmla="*/ 3654 h 142267"/>
                  <a:gd name="connsiteX2" fmla="*/ 595706 w 595706"/>
                  <a:gd name="connsiteY2" fmla="*/ 100085 h 142267"/>
                  <a:gd name="connsiteX3" fmla="*/ 1361 w 595706"/>
                  <a:gd name="connsiteY3" fmla="*/ 142267 h 142267"/>
                  <a:gd name="connsiteX4" fmla="*/ 0 w 595706"/>
                  <a:gd name="connsiteY4" fmla="*/ 25030 h 142267"/>
                  <a:gd name="connsiteX0" fmla="*/ 0 w 595706"/>
                  <a:gd name="connsiteY0" fmla="*/ 22091 h 139328"/>
                  <a:gd name="connsiteX1" fmla="*/ 595706 w 595706"/>
                  <a:gd name="connsiteY1" fmla="*/ 715 h 139328"/>
                  <a:gd name="connsiteX2" fmla="*/ 595706 w 595706"/>
                  <a:gd name="connsiteY2" fmla="*/ 97146 h 139328"/>
                  <a:gd name="connsiteX3" fmla="*/ 1361 w 595706"/>
                  <a:gd name="connsiteY3" fmla="*/ 139328 h 139328"/>
                  <a:gd name="connsiteX4" fmla="*/ 0 w 595706"/>
                  <a:gd name="connsiteY4" fmla="*/ 22091 h 139328"/>
                  <a:gd name="connsiteX0" fmla="*/ 0 w 595706"/>
                  <a:gd name="connsiteY0" fmla="*/ 23573 h 140810"/>
                  <a:gd name="connsiteX1" fmla="*/ 595706 w 595706"/>
                  <a:gd name="connsiteY1" fmla="*/ 2197 h 140810"/>
                  <a:gd name="connsiteX2" fmla="*/ 595706 w 595706"/>
                  <a:gd name="connsiteY2" fmla="*/ 98628 h 140810"/>
                  <a:gd name="connsiteX3" fmla="*/ 1361 w 595706"/>
                  <a:gd name="connsiteY3" fmla="*/ 140810 h 140810"/>
                  <a:gd name="connsiteX4" fmla="*/ 0 w 595706"/>
                  <a:gd name="connsiteY4" fmla="*/ 23573 h 140810"/>
                  <a:gd name="connsiteX0" fmla="*/ 0 w 595706"/>
                  <a:gd name="connsiteY0" fmla="*/ 21908 h 139145"/>
                  <a:gd name="connsiteX1" fmla="*/ 595706 w 595706"/>
                  <a:gd name="connsiteY1" fmla="*/ 532 h 139145"/>
                  <a:gd name="connsiteX2" fmla="*/ 595706 w 595706"/>
                  <a:gd name="connsiteY2" fmla="*/ 96963 h 139145"/>
                  <a:gd name="connsiteX3" fmla="*/ 1361 w 595706"/>
                  <a:gd name="connsiteY3" fmla="*/ 139145 h 139145"/>
                  <a:gd name="connsiteX4" fmla="*/ 0 w 595706"/>
                  <a:gd name="connsiteY4" fmla="*/ 21908 h 139145"/>
                  <a:gd name="connsiteX0" fmla="*/ 0 w 595706"/>
                  <a:gd name="connsiteY0" fmla="*/ 23863 h 141100"/>
                  <a:gd name="connsiteX1" fmla="*/ 595706 w 595706"/>
                  <a:gd name="connsiteY1" fmla="*/ 2487 h 141100"/>
                  <a:gd name="connsiteX2" fmla="*/ 595706 w 595706"/>
                  <a:gd name="connsiteY2" fmla="*/ 98918 h 141100"/>
                  <a:gd name="connsiteX3" fmla="*/ 1361 w 595706"/>
                  <a:gd name="connsiteY3" fmla="*/ 141100 h 141100"/>
                  <a:gd name="connsiteX4" fmla="*/ 0 w 595706"/>
                  <a:gd name="connsiteY4" fmla="*/ 23863 h 141100"/>
                  <a:gd name="connsiteX0" fmla="*/ 0 w 595706"/>
                  <a:gd name="connsiteY0" fmla="*/ 24472 h 141709"/>
                  <a:gd name="connsiteX1" fmla="*/ 595706 w 595706"/>
                  <a:gd name="connsiteY1" fmla="*/ 3096 h 141709"/>
                  <a:gd name="connsiteX2" fmla="*/ 595706 w 595706"/>
                  <a:gd name="connsiteY2" fmla="*/ 99527 h 141709"/>
                  <a:gd name="connsiteX3" fmla="*/ 1361 w 595706"/>
                  <a:gd name="connsiteY3" fmla="*/ 141709 h 141709"/>
                  <a:gd name="connsiteX4" fmla="*/ 0 w 595706"/>
                  <a:gd name="connsiteY4" fmla="*/ 24472 h 141709"/>
                  <a:gd name="connsiteX0" fmla="*/ 0 w 595706"/>
                  <a:gd name="connsiteY0" fmla="*/ 24267 h 141504"/>
                  <a:gd name="connsiteX1" fmla="*/ 595706 w 595706"/>
                  <a:gd name="connsiteY1" fmla="*/ 2891 h 141504"/>
                  <a:gd name="connsiteX2" fmla="*/ 595706 w 595706"/>
                  <a:gd name="connsiteY2" fmla="*/ 99322 h 141504"/>
                  <a:gd name="connsiteX3" fmla="*/ 1361 w 595706"/>
                  <a:gd name="connsiteY3" fmla="*/ 141504 h 141504"/>
                  <a:gd name="connsiteX4" fmla="*/ 0 w 595706"/>
                  <a:gd name="connsiteY4" fmla="*/ 24267 h 141504"/>
                  <a:gd name="connsiteX0" fmla="*/ 0 w 595706"/>
                  <a:gd name="connsiteY0" fmla="*/ 24472 h 141709"/>
                  <a:gd name="connsiteX1" fmla="*/ 595706 w 595706"/>
                  <a:gd name="connsiteY1" fmla="*/ 3096 h 141709"/>
                  <a:gd name="connsiteX2" fmla="*/ 595706 w 595706"/>
                  <a:gd name="connsiteY2" fmla="*/ 99527 h 141709"/>
                  <a:gd name="connsiteX3" fmla="*/ 1361 w 595706"/>
                  <a:gd name="connsiteY3" fmla="*/ 141709 h 141709"/>
                  <a:gd name="connsiteX4" fmla="*/ 0 w 595706"/>
                  <a:gd name="connsiteY4" fmla="*/ 24472 h 141709"/>
                  <a:gd name="connsiteX0" fmla="*/ 0 w 595706"/>
                  <a:gd name="connsiteY0" fmla="*/ 24472 h 141709"/>
                  <a:gd name="connsiteX1" fmla="*/ 594353 w 595706"/>
                  <a:gd name="connsiteY1" fmla="*/ 3096 h 141709"/>
                  <a:gd name="connsiteX2" fmla="*/ 595706 w 595706"/>
                  <a:gd name="connsiteY2" fmla="*/ 99527 h 141709"/>
                  <a:gd name="connsiteX3" fmla="*/ 1361 w 595706"/>
                  <a:gd name="connsiteY3" fmla="*/ 141709 h 141709"/>
                  <a:gd name="connsiteX4" fmla="*/ 0 w 595706"/>
                  <a:gd name="connsiteY4" fmla="*/ 24472 h 141709"/>
                  <a:gd name="connsiteX0" fmla="*/ 124 w 595830"/>
                  <a:gd name="connsiteY0" fmla="*/ 24472 h 141709"/>
                  <a:gd name="connsiteX1" fmla="*/ 594477 w 595830"/>
                  <a:gd name="connsiteY1" fmla="*/ 3096 h 141709"/>
                  <a:gd name="connsiteX2" fmla="*/ 595830 w 595830"/>
                  <a:gd name="connsiteY2" fmla="*/ 99527 h 141709"/>
                  <a:gd name="connsiteX3" fmla="*/ 131 w 595830"/>
                  <a:gd name="connsiteY3" fmla="*/ 141709 h 141709"/>
                  <a:gd name="connsiteX4" fmla="*/ 124 w 595830"/>
                  <a:gd name="connsiteY4" fmla="*/ 24472 h 141709"/>
                  <a:gd name="connsiteX0" fmla="*/ 124 w 597179"/>
                  <a:gd name="connsiteY0" fmla="*/ 25207 h 142444"/>
                  <a:gd name="connsiteX1" fmla="*/ 597179 w 597179"/>
                  <a:gd name="connsiteY1" fmla="*/ 481 h 142444"/>
                  <a:gd name="connsiteX2" fmla="*/ 595830 w 597179"/>
                  <a:gd name="connsiteY2" fmla="*/ 100262 h 142444"/>
                  <a:gd name="connsiteX3" fmla="*/ 131 w 597179"/>
                  <a:gd name="connsiteY3" fmla="*/ 142444 h 142444"/>
                  <a:gd name="connsiteX4" fmla="*/ 124 w 597179"/>
                  <a:gd name="connsiteY4" fmla="*/ 25207 h 142444"/>
                  <a:gd name="connsiteX0" fmla="*/ 124 w 595889"/>
                  <a:gd name="connsiteY0" fmla="*/ 25842 h 143079"/>
                  <a:gd name="connsiteX1" fmla="*/ 594477 w 595889"/>
                  <a:gd name="connsiteY1" fmla="*/ 0 h 143079"/>
                  <a:gd name="connsiteX2" fmla="*/ 595830 w 595889"/>
                  <a:gd name="connsiteY2" fmla="*/ 100897 h 143079"/>
                  <a:gd name="connsiteX3" fmla="*/ 131 w 595889"/>
                  <a:gd name="connsiteY3" fmla="*/ 143079 h 143079"/>
                  <a:gd name="connsiteX4" fmla="*/ 124 w 595889"/>
                  <a:gd name="connsiteY4" fmla="*/ 25842 h 143079"/>
                  <a:gd name="connsiteX0" fmla="*/ 124 w 595889"/>
                  <a:gd name="connsiteY0" fmla="*/ 24713 h 141950"/>
                  <a:gd name="connsiteX1" fmla="*/ 594477 w 595889"/>
                  <a:gd name="connsiteY1" fmla="*/ 2221 h 141950"/>
                  <a:gd name="connsiteX2" fmla="*/ 595830 w 595889"/>
                  <a:gd name="connsiteY2" fmla="*/ 99768 h 141950"/>
                  <a:gd name="connsiteX3" fmla="*/ 131 w 595889"/>
                  <a:gd name="connsiteY3" fmla="*/ 141950 h 141950"/>
                  <a:gd name="connsiteX4" fmla="*/ 124 w 595889"/>
                  <a:gd name="connsiteY4" fmla="*/ 24713 h 141950"/>
                  <a:gd name="connsiteX0" fmla="*/ 124 w 595959"/>
                  <a:gd name="connsiteY0" fmla="*/ 24713 h 141950"/>
                  <a:gd name="connsiteX1" fmla="*/ 595828 w 595959"/>
                  <a:gd name="connsiteY1" fmla="*/ 2221 h 141950"/>
                  <a:gd name="connsiteX2" fmla="*/ 595830 w 595959"/>
                  <a:gd name="connsiteY2" fmla="*/ 99768 h 141950"/>
                  <a:gd name="connsiteX3" fmla="*/ 131 w 595959"/>
                  <a:gd name="connsiteY3" fmla="*/ 141950 h 141950"/>
                  <a:gd name="connsiteX4" fmla="*/ 124 w 595959"/>
                  <a:gd name="connsiteY4" fmla="*/ 24713 h 141950"/>
                  <a:gd name="connsiteX0" fmla="*/ 124 w 595959"/>
                  <a:gd name="connsiteY0" fmla="*/ 24925 h 142162"/>
                  <a:gd name="connsiteX1" fmla="*/ 595828 w 595959"/>
                  <a:gd name="connsiteY1" fmla="*/ 2433 h 142162"/>
                  <a:gd name="connsiteX2" fmla="*/ 595830 w 595959"/>
                  <a:gd name="connsiteY2" fmla="*/ 99980 h 142162"/>
                  <a:gd name="connsiteX3" fmla="*/ 131 w 595959"/>
                  <a:gd name="connsiteY3" fmla="*/ 142162 h 142162"/>
                  <a:gd name="connsiteX4" fmla="*/ 124 w 595959"/>
                  <a:gd name="connsiteY4" fmla="*/ 24925 h 142162"/>
                  <a:gd name="connsiteX0" fmla="*/ 124 w 595959"/>
                  <a:gd name="connsiteY0" fmla="*/ 22492 h 139729"/>
                  <a:gd name="connsiteX1" fmla="*/ 595828 w 595959"/>
                  <a:gd name="connsiteY1" fmla="*/ 0 h 139729"/>
                  <a:gd name="connsiteX2" fmla="*/ 595830 w 595959"/>
                  <a:gd name="connsiteY2" fmla="*/ 97547 h 139729"/>
                  <a:gd name="connsiteX3" fmla="*/ 131 w 595959"/>
                  <a:gd name="connsiteY3" fmla="*/ 139729 h 139729"/>
                  <a:gd name="connsiteX4" fmla="*/ 124 w 595959"/>
                  <a:gd name="connsiteY4" fmla="*/ 22492 h 139729"/>
                  <a:gd name="connsiteX0" fmla="*/ 124 w 595959"/>
                  <a:gd name="connsiteY0" fmla="*/ 25585 h 142822"/>
                  <a:gd name="connsiteX1" fmla="*/ 595828 w 595959"/>
                  <a:gd name="connsiteY1" fmla="*/ 3093 h 142822"/>
                  <a:gd name="connsiteX2" fmla="*/ 595830 w 595959"/>
                  <a:gd name="connsiteY2" fmla="*/ 100640 h 142822"/>
                  <a:gd name="connsiteX3" fmla="*/ 131 w 595959"/>
                  <a:gd name="connsiteY3" fmla="*/ 142822 h 142822"/>
                  <a:gd name="connsiteX4" fmla="*/ 124 w 595959"/>
                  <a:gd name="connsiteY4" fmla="*/ 25585 h 142822"/>
                  <a:gd name="connsiteX0" fmla="*/ 124 w 595959"/>
                  <a:gd name="connsiteY0" fmla="*/ 25585 h 142822"/>
                  <a:gd name="connsiteX1" fmla="*/ 595828 w 595959"/>
                  <a:gd name="connsiteY1" fmla="*/ 3093 h 142822"/>
                  <a:gd name="connsiteX2" fmla="*/ 595830 w 595959"/>
                  <a:gd name="connsiteY2" fmla="*/ 100640 h 142822"/>
                  <a:gd name="connsiteX3" fmla="*/ 131 w 595959"/>
                  <a:gd name="connsiteY3" fmla="*/ 142822 h 142822"/>
                  <a:gd name="connsiteX4" fmla="*/ 124 w 595959"/>
                  <a:gd name="connsiteY4" fmla="*/ 25585 h 142822"/>
                  <a:gd name="connsiteX0" fmla="*/ 124 w 595959"/>
                  <a:gd name="connsiteY0" fmla="*/ 26512 h 143749"/>
                  <a:gd name="connsiteX1" fmla="*/ 595828 w 595959"/>
                  <a:gd name="connsiteY1" fmla="*/ 4020 h 143749"/>
                  <a:gd name="connsiteX2" fmla="*/ 595830 w 595959"/>
                  <a:gd name="connsiteY2" fmla="*/ 101567 h 143749"/>
                  <a:gd name="connsiteX3" fmla="*/ 131 w 595959"/>
                  <a:gd name="connsiteY3" fmla="*/ 143749 h 143749"/>
                  <a:gd name="connsiteX4" fmla="*/ 124 w 595959"/>
                  <a:gd name="connsiteY4" fmla="*/ 26512 h 143749"/>
                  <a:gd name="connsiteX0" fmla="*/ 124 w 595959"/>
                  <a:gd name="connsiteY0" fmla="*/ 26512 h 143749"/>
                  <a:gd name="connsiteX1" fmla="*/ 595828 w 595959"/>
                  <a:gd name="connsiteY1" fmla="*/ 4020 h 143749"/>
                  <a:gd name="connsiteX2" fmla="*/ 595830 w 595959"/>
                  <a:gd name="connsiteY2" fmla="*/ 101567 h 143749"/>
                  <a:gd name="connsiteX3" fmla="*/ 131 w 595959"/>
                  <a:gd name="connsiteY3" fmla="*/ 143749 h 143749"/>
                  <a:gd name="connsiteX4" fmla="*/ 124 w 595959"/>
                  <a:gd name="connsiteY4" fmla="*/ 26512 h 143749"/>
                  <a:gd name="connsiteX0" fmla="*/ 124 w 595959"/>
                  <a:gd name="connsiteY0" fmla="*/ 28496 h 145733"/>
                  <a:gd name="connsiteX1" fmla="*/ 595828 w 595959"/>
                  <a:gd name="connsiteY1" fmla="*/ 6004 h 145733"/>
                  <a:gd name="connsiteX2" fmla="*/ 595830 w 595959"/>
                  <a:gd name="connsiteY2" fmla="*/ 103551 h 145733"/>
                  <a:gd name="connsiteX3" fmla="*/ 131 w 595959"/>
                  <a:gd name="connsiteY3" fmla="*/ 145733 h 145733"/>
                  <a:gd name="connsiteX4" fmla="*/ 124 w 595959"/>
                  <a:gd name="connsiteY4" fmla="*/ 28496 h 14573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856"/>
                  <a:gd name="connsiteY0" fmla="*/ 41841 h 159078"/>
                  <a:gd name="connsiteX1" fmla="*/ 591261 w 595856"/>
                  <a:gd name="connsiteY1" fmla="*/ 0 h 159078"/>
                  <a:gd name="connsiteX2" fmla="*/ 595830 w 595856"/>
                  <a:gd name="connsiteY2" fmla="*/ 116896 h 159078"/>
                  <a:gd name="connsiteX3" fmla="*/ 131 w 595856"/>
                  <a:gd name="connsiteY3" fmla="*/ 159078 h 159078"/>
                  <a:gd name="connsiteX4" fmla="*/ 124 w 595856"/>
                  <a:gd name="connsiteY4" fmla="*/ 41841 h 159078"/>
                  <a:gd name="connsiteX0" fmla="*/ 124 w 595959"/>
                  <a:gd name="connsiteY0" fmla="*/ 41841 h 159078"/>
                  <a:gd name="connsiteX1" fmla="*/ 595828 w 595959"/>
                  <a:gd name="connsiteY1" fmla="*/ 0 h 159078"/>
                  <a:gd name="connsiteX2" fmla="*/ 595830 w 595959"/>
                  <a:gd name="connsiteY2" fmla="*/ 116896 h 159078"/>
                  <a:gd name="connsiteX3" fmla="*/ 131 w 595959"/>
                  <a:gd name="connsiteY3" fmla="*/ 159078 h 159078"/>
                  <a:gd name="connsiteX4" fmla="*/ 124 w 595959"/>
                  <a:gd name="connsiteY4" fmla="*/ 41841 h 159078"/>
                  <a:gd name="connsiteX0" fmla="*/ 124 w 597349"/>
                  <a:gd name="connsiteY0" fmla="*/ 42378 h 159615"/>
                  <a:gd name="connsiteX1" fmla="*/ 597349 w 597349"/>
                  <a:gd name="connsiteY1" fmla="*/ 0 h 159615"/>
                  <a:gd name="connsiteX2" fmla="*/ 595830 w 597349"/>
                  <a:gd name="connsiteY2" fmla="*/ 117433 h 159615"/>
                  <a:gd name="connsiteX3" fmla="*/ 131 w 597349"/>
                  <a:gd name="connsiteY3" fmla="*/ 159615 h 159615"/>
                  <a:gd name="connsiteX4" fmla="*/ 124 w 597349"/>
                  <a:gd name="connsiteY4" fmla="*/ 42378 h 159615"/>
                  <a:gd name="connsiteX0" fmla="*/ 124 w 600443"/>
                  <a:gd name="connsiteY0" fmla="*/ 42378 h 159615"/>
                  <a:gd name="connsiteX1" fmla="*/ 597349 w 600443"/>
                  <a:gd name="connsiteY1" fmla="*/ 0 h 159615"/>
                  <a:gd name="connsiteX2" fmla="*/ 600408 w 600443"/>
                  <a:gd name="connsiteY2" fmla="*/ 117433 h 159615"/>
                  <a:gd name="connsiteX3" fmla="*/ 131 w 600443"/>
                  <a:gd name="connsiteY3" fmla="*/ 159615 h 159615"/>
                  <a:gd name="connsiteX4" fmla="*/ 124 w 600443"/>
                  <a:gd name="connsiteY4" fmla="*/ 42378 h 159615"/>
                  <a:gd name="connsiteX0" fmla="*/ 124 w 600537"/>
                  <a:gd name="connsiteY0" fmla="*/ 42378 h 159615"/>
                  <a:gd name="connsiteX1" fmla="*/ 600401 w 600537"/>
                  <a:gd name="connsiteY1" fmla="*/ 0 h 159615"/>
                  <a:gd name="connsiteX2" fmla="*/ 600408 w 600537"/>
                  <a:gd name="connsiteY2" fmla="*/ 117433 h 159615"/>
                  <a:gd name="connsiteX3" fmla="*/ 131 w 600537"/>
                  <a:gd name="connsiteY3" fmla="*/ 159615 h 159615"/>
                  <a:gd name="connsiteX4" fmla="*/ 124 w 600537"/>
                  <a:gd name="connsiteY4" fmla="*/ 42378 h 1596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00537" h="159615">
                    <a:moveTo>
                      <a:pt x="124" y="42378"/>
                    </a:moveTo>
                    <a:cubicBezTo>
                      <a:pt x="296414" y="-50243"/>
                      <a:pt x="418111" y="75773"/>
                      <a:pt x="600401" y="0"/>
                    </a:cubicBezTo>
                    <a:cubicBezTo>
                      <a:pt x="599951" y="33260"/>
                      <a:pt x="600858" y="84173"/>
                      <a:pt x="600408" y="117433"/>
                    </a:cubicBezTo>
                    <a:cubicBezTo>
                      <a:pt x="395490" y="192726"/>
                      <a:pt x="285331" y="62551"/>
                      <a:pt x="131" y="159615"/>
                    </a:cubicBezTo>
                    <a:cubicBezTo>
                      <a:pt x="-323" y="114566"/>
                      <a:pt x="578" y="87427"/>
                      <a:pt x="124" y="42378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</a:schemeClr>
              </a:solidFill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38" name="矩形 1174">
                <a:extLst>
                  <a:ext uri="{FF2B5EF4-FFF2-40B4-BE49-F238E27FC236}">
                    <a16:creationId xmlns:a16="http://schemas.microsoft.com/office/drawing/2014/main" id="{74CB673C-C0D4-7EDF-FB01-710931A7A813}"/>
                  </a:ext>
                </a:extLst>
              </p:cNvPr>
              <p:cNvSpPr/>
              <p:nvPr/>
            </p:nvSpPr>
            <p:spPr>
              <a:xfrm rot="10800000">
                <a:off x="5041542" y="6890402"/>
                <a:ext cx="618706" cy="226680"/>
              </a:xfrm>
              <a:custGeom>
                <a:avLst/>
                <a:gdLst>
                  <a:gd name="connsiteX0" fmla="*/ 0 w 595706"/>
                  <a:gd name="connsiteY0" fmla="*/ 0 h 92965"/>
                  <a:gd name="connsiteX1" fmla="*/ 595706 w 595706"/>
                  <a:gd name="connsiteY1" fmla="*/ 0 h 92965"/>
                  <a:gd name="connsiteX2" fmla="*/ 595706 w 595706"/>
                  <a:gd name="connsiteY2" fmla="*/ 92965 h 92965"/>
                  <a:gd name="connsiteX3" fmla="*/ 0 w 595706"/>
                  <a:gd name="connsiteY3" fmla="*/ 92965 h 92965"/>
                  <a:gd name="connsiteX4" fmla="*/ 0 w 595706"/>
                  <a:gd name="connsiteY4" fmla="*/ 0 h 92965"/>
                  <a:gd name="connsiteX0" fmla="*/ 0 w 595706"/>
                  <a:gd name="connsiteY0" fmla="*/ 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0 h 135147"/>
                  <a:gd name="connsiteX0" fmla="*/ 0 w 595706"/>
                  <a:gd name="connsiteY0" fmla="*/ 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0 h 135147"/>
                  <a:gd name="connsiteX0" fmla="*/ 0 w 595706"/>
                  <a:gd name="connsiteY0" fmla="*/ 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0 h 135147"/>
                  <a:gd name="connsiteX0" fmla="*/ 0 w 595706"/>
                  <a:gd name="connsiteY0" fmla="*/ 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0 h 135147"/>
                  <a:gd name="connsiteX0" fmla="*/ 1422 w 594406"/>
                  <a:gd name="connsiteY0" fmla="*/ 21376 h 135147"/>
                  <a:gd name="connsiteX1" fmla="*/ 594406 w 594406"/>
                  <a:gd name="connsiteY1" fmla="*/ 0 h 135147"/>
                  <a:gd name="connsiteX2" fmla="*/ 594406 w 594406"/>
                  <a:gd name="connsiteY2" fmla="*/ 92965 h 135147"/>
                  <a:gd name="connsiteX3" fmla="*/ 61 w 594406"/>
                  <a:gd name="connsiteY3" fmla="*/ 135147 h 135147"/>
                  <a:gd name="connsiteX4" fmla="*/ 1422 w 594406"/>
                  <a:gd name="connsiteY4" fmla="*/ 21376 h 135147"/>
                  <a:gd name="connsiteX0" fmla="*/ 1422 w 594406"/>
                  <a:gd name="connsiteY0" fmla="*/ 15599 h 135147"/>
                  <a:gd name="connsiteX1" fmla="*/ 594406 w 594406"/>
                  <a:gd name="connsiteY1" fmla="*/ 0 h 135147"/>
                  <a:gd name="connsiteX2" fmla="*/ 594406 w 594406"/>
                  <a:gd name="connsiteY2" fmla="*/ 92965 h 135147"/>
                  <a:gd name="connsiteX3" fmla="*/ 61 w 594406"/>
                  <a:gd name="connsiteY3" fmla="*/ 135147 h 135147"/>
                  <a:gd name="connsiteX4" fmla="*/ 1422 w 594406"/>
                  <a:gd name="connsiteY4" fmla="*/ 15599 h 135147"/>
                  <a:gd name="connsiteX0" fmla="*/ 131 w 594476"/>
                  <a:gd name="connsiteY0" fmla="*/ 4622 h 135147"/>
                  <a:gd name="connsiteX1" fmla="*/ 594476 w 594476"/>
                  <a:gd name="connsiteY1" fmla="*/ 0 h 135147"/>
                  <a:gd name="connsiteX2" fmla="*/ 594476 w 594476"/>
                  <a:gd name="connsiteY2" fmla="*/ 92965 h 135147"/>
                  <a:gd name="connsiteX3" fmla="*/ 131 w 594476"/>
                  <a:gd name="connsiteY3" fmla="*/ 135147 h 135147"/>
                  <a:gd name="connsiteX4" fmla="*/ 131 w 594476"/>
                  <a:gd name="connsiteY4" fmla="*/ 4622 h 135147"/>
                  <a:gd name="connsiteX0" fmla="*/ 0 w 595706"/>
                  <a:gd name="connsiteY0" fmla="*/ 1791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17910 h 135147"/>
                  <a:gd name="connsiteX0" fmla="*/ 0 w 595706"/>
                  <a:gd name="connsiteY0" fmla="*/ 1791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17910 h 135147"/>
                  <a:gd name="connsiteX0" fmla="*/ 0 w 595706"/>
                  <a:gd name="connsiteY0" fmla="*/ 1791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17910 h 135147"/>
                  <a:gd name="connsiteX0" fmla="*/ 0 w 595706"/>
                  <a:gd name="connsiteY0" fmla="*/ 1791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17910 h 135147"/>
                  <a:gd name="connsiteX0" fmla="*/ 0 w 595706"/>
                  <a:gd name="connsiteY0" fmla="*/ 22423 h 139660"/>
                  <a:gd name="connsiteX1" fmla="*/ 595706 w 595706"/>
                  <a:gd name="connsiteY1" fmla="*/ 4513 h 139660"/>
                  <a:gd name="connsiteX2" fmla="*/ 595706 w 595706"/>
                  <a:gd name="connsiteY2" fmla="*/ 97478 h 139660"/>
                  <a:gd name="connsiteX3" fmla="*/ 1361 w 595706"/>
                  <a:gd name="connsiteY3" fmla="*/ 139660 h 139660"/>
                  <a:gd name="connsiteX4" fmla="*/ 0 w 595706"/>
                  <a:gd name="connsiteY4" fmla="*/ 22423 h 139660"/>
                  <a:gd name="connsiteX0" fmla="*/ 0 w 595706"/>
                  <a:gd name="connsiteY0" fmla="*/ 26413 h 143650"/>
                  <a:gd name="connsiteX1" fmla="*/ 595706 w 595706"/>
                  <a:gd name="connsiteY1" fmla="*/ 8503 h 143650"/>
                  <a:gd name="connsiteX2" fmla="*/ 595706 w 595706"/>
                  <a:gd name="connsiteY2" fmla="*/ 101468 h 143650"/>
                  <a:gd name="connsiteX3" fmla="*/ 1361 w 595706"/>
                  <a:gd name="connsiteY3" fmla="*/ 143650 h 143650"/>
                  <a:gd name="connsiteX4" fmla="*/ 0 w 595706"/>
                  <a:gd name="connsiteY4" fmla="*/ 26413 h 143650"/>
                  <a:gd name="connsiteX0" fmla="*/ 0 w 595706"/>
                  <a:gd name="connsiteY0" fmla="*/ 21286 h 138523"/>
                  <a:gd name="connsiteX1" fmla="*/ 595706 w 595706"/>
                  <a:gd name="connsiteY1" fmla="*/ 3376 h 138523"/>
                  <a:gd name="connsiteX2" fmla="*/ 595706 w 595706"/>
                  <a:gd name="connsiteY2" fmla="*/ 96341 h 138523"/>
                  <a:gd name="connsiteX3" fmla="*/ 1361 w 595706"/>
                  <a:gd name="connsiteY3" fmla="*/ 138523 h 138523"/>
                  <a:gd name="connsiteX4" fmla="*/ 0 w 595706"/>
                  <a:gd name="connsiteY4" fmla="*/ 21286 h 138523"/>
                  <a:gd name="connsiteX0" fmla="*/ 0 w 595706"/>
                  <a:gd name="connsiteY0" fmla="*/ 22534 h 139771"/>
                  <a:gd name="connsiteX1" fmla="*/ 595706 w 595706"/>
                  <a:gd name="connsiteY1" fmla="*/ 4624 h 139771"/>
                  <a:gd name="connsiteX2" fmla="*/ 595706 w 595706"/>
                  <a:gd name="connsiteY2" fmla="*/ 97589 h 139771"/>
                  <a:gd name="connsiteX3" fmla="*/ 1361 w 595706"/>
                  <a:gd name="connsiteY3" fmla="*/ 139771 h 139771"/>
                  <a:gd name="connsiteX4" fmla="*/ 0 w 595706"/>
                  <a:gd name="connsiteY4" fmla="*/ 22534 h 139771"/>
                  <a:gd name="connsiteX0" fmla="*/ 0 w 595706"/>
                  <a:gd name="connsiteY0" fmla="*/ 23494 h 140731"/>
                  <a:gd name="connsiteX1" fmla="*/ 595706 w 595706"/>
                  <a:gd name="connsiteY1" fmla="*/ 2118 h 140731"/>
                  <a:gd name="connsiteX2" fmla="*/ 595706 w 595706"/>
                  <a:gd name="connsiteY2" fmla="*/ 98549 h 140731"/>
                  <a:gd name="connsiteX3" fmla="*/ 1361 w 595706"/>
                  <a:gd name="connsiteY3" fmla="*/ 140731 h 140731"/>
                  <a:gd name="connsiteX4" fmla="*/ 0 w 595706"/>
                  <a:gd name="connsiteY4" fmla="*/ 23494 h 140731"/>
                  <a:gd name="connsiteX0" fmla="*/ 0 w 595706"/>
                  <a:gd name="connsiteY0" fmla="*/ 23494 h 140731"/>
                  <a:gd name="connsiteX1" fmla="*/ 595706 w 595706"/>
                  <a:gd name="connsiteY1" fmla="*/ 2118 h 140731"/>
                  <a:gd name="connsiteX2" fmla="*/ 595706 w 595706"/>
                  <a:gd name="connsiteY2" fmla="*/ 98549 h 140731"/>
                  <a:gd name="connsiteX3" fmla="*/ 1361 w 595706"/>
                  <a:gd name="connsiteY3" fmla="*/ 140731 h 140731"/>
                  <a:gd name="connsiteX4" fmla="*/ 0 w 595706"/>
                  <a:gd name="connsiteY4" fmla="*/ 23494 h 140731"/>
                  <a:gd name="connsiteX0" fmla="*/ 0 w 595706"/>
                  <a:gd name="connsiteY0" fmla="*/ 25030 h 142267"/>
                  <a:gd name="connsiteX1" fmla="*/ 595706 w 595706"/>
                  <a:gd name="connsiteY1" fmla="*/ 3654 h 142267"/>
                  <a:gd name="connsiteX2" fmla="*/ 595706 w 595706"/>
                  <a:gd name="connsiteY2" fmla="*/ 100085 h 142267"/>
                  <a:gd name="connsiteX3" fmla="*/ 1361 w 595706"/>
                  <a:gd name="connsiteY3" fmla="*/ 142267 h 142267"/>
                  <a:gd name="connsiteX4" fmla="*/ 0 w 595706"/>
                  <a:gd name="connsiteY4" fmla="*/ 25030 h 142267"/>
                  <a:gd name="connsiteX0" fmla="*/ 0 w 595706"/>
                  <a:gd name="connsiteY0" fmla="*/ 22091 h 139328"/>
                  <a:gd name="connsiteX1" fmla="*/ 595706 w 595706"/>
                  <a:gd name="connsiteY1" fmla="*/ 715 h 139328"/>
                  <a:gd name="connsiteX2" fmla="*/ 595706 w 595706"/>
                  <a:gd name="connsiteY2" fmla="*/ 97146 h 139328"/>
                  <a:gd name="connsiteX3" fmla="*/ 1361 w 595706"/>
                  <a:gd name="connsiteY3" fmla="*/ 139328 h 139328"/>
                  <a:gd name="connsiteX4" fmla="*/ 0 w 595706"/>
                  <a:gd name="connsiteY4" fmla="*/ 22091 h 139328"/>
                  <a:gd name="connsiteX0" fmla="*/ 0 w 595706"/>
                  <a:gd name="connsiteY0" fmla="*/ 23573 h 140810"/>
                  <a:gd name="connsiteX1" fmla="*/ 595706 w 595706"/>
                  <a:gd name="connsiteY1" fmla="*/ 2197 h 140810"/>
                  <a:gd name="connsiteX2" fmla="*/ 595706 w 595706"/>
                  <a:gd name="connsiteY2" fmla="*/ 98628 h 140810"/>
                  <a:gd name="connsiteX3" fmla="*/ 1361 w 595706"/>
                  <a:gd name="connsiteY3" fmla="*/ 140810 h 140810"/>
                  <a:gd name="connsiteX4" fmla="*/ 0 w 595706"/>
                  <a:gd name="connsiteY4" fmla="*/ 23573 h 140810"/>
                  <a:gd name="connsiteX0" fmla="*/ 0 w 595706"/>
                  <a:gd name="connsiteY0" fmla="*/ 21908 h 139145"/>
                  <a:gd name="connsiteX1" fmla="*/ 595706 w 595706"/>
                  <a:gd name="connsiteY1" fmla="*/ 532 h 139145"/>
                  <a:gd name="connsiteX2" fmla="*/ 595706 w 595706"/>
                  <a:gd name="connsiteY2" fmla="*/ 96963 h 139145"/>
                  <a:gd name="connsiteX3" fmla="*/ 1361 w 595706"/>
                  <a:gd name="connsiteY3" fmla="*/ 139145 h 139145"/>
                  <a:gd name="connsiteX4" fmla="*/ 0 w 595706"/>
                  <a:gd name="connsiteY4" fmla="*/ 21908 h 139145"/>
                  <a:gd name="connsiteX0" fmla="*/ 0 w 595706"/>
                  <a:gd name="connsiteY0" fmla="*/ 23863 h 141100"/>
                  <a:gd name="connsiteX1" fmla="*/ 595706 w 595706"/>
                  <a:gd name="connsiteY1" fmla="*/ 2487 h 141100"/>
                  <a:gd name="connsiteX2" fmla="*/ 595706 w 595706"/>
                  <a:gd name="connsiteY2" fmla="*/ 98918 h 141100"/>
                  <a:gd name="connsiteX3" fmla="*/ 1361 w 595706"/>
                  <a:gd name="connsiteY3" fmla="*/ 141100 h 141100"/>
                  <a:gd name="connsiteX4" fmla="*/ 0 w 595706"/>
                  <a:gd name="connsiteY4" fmla="*/ 23863 h 141100"/>
                  <a:gd name="connsiteX0" fmla="*/ 0 w 595706"/>
                  <a:gd name="connsiteY0" fmla="*/ 24472 h 141709"/>
                  <a:gd name="connsiteX1" fmla="*/ 595706 w 595706"/>
                  <a:gd name="connsiteY1" fmla="*/ 3096 h 141709"/>
                  <a:gd name="connsiteX2" fmla="*/ 595706 w 595706"/>
                  <a:gd name="connsiteY2" fmla="*/ 99527 h 141709"/>
                  <a:gd name="connsiteX3" fmla="*/ 1361 w 595706"/>
                  <a:gd name="connsiteY3" fmla="*/ 141709 h 141709"/>
                  <a:gd name="connsiteX4" fmla="*/ 0 w 595706"/>
                  <a:gd name="connsiteY4" fmla="*/ 24472 h 141709"/>
                  <a:gd name="connsiteX0" fmla="*/ 0 w 595706"/>
                  <a:gd name="connsiteY0" fmla="*/ 24267 h 141504"/>
                  <a:gd name="connsiteX1" fmla="*/ 595706 w 595706"/>
                  <a:gd name="connsiteY1" fmla="*/ 2891 h 141504"/>
                  <a:gd name="connsiteX2" fmla="*/ 595706 w 595706"/>
                  <a:gd name="connsiteY2" fmla="*/ 99322 h 141504"/>
                  <a:gd name="connsiteX3" fmla="*/ 1361 w 595706"/>
                  <a:gd name="connsiteY3" fmla="*/ 141504 h 141504"/>
                  <a:gd name="connsiteX4" fmla="*/ 0 w 595706"/>
                  <a:gd name="connsiteY4" fmla="*/ 24267 h 141504"/>
                  <a:gd name="connsiteX0" fmla="*/ 0 w 595706"/>
                  <a:gd name="connsiteY0" fmla="*/ 24472 h 141709"/>
                  <a:gd name="connsiteX1" fmla="*/ 595706 w 595706"/>
                  <a:gd name="connsiteY1" fmla="*/ 3096 h 141709"/>
                  <a:gd name="connsiteX2" fmla="*/ 595706 w 595706"/>
                  <a:gd name="connsiteY2" fmla="*/ 99527 h 141709"/>
                  <a:gd name="connsiteX3" fmla="*/ 1361 w 595706"/>
                  <a:gd name="connsiteY3" fmla="*/ 141709 h 141709"/>
                  <a:gd name="connsiteX4" fmla="*/ 0 w 595706"/>
                  <a:gd name="connsiteY4" fmla="*/ 24472 h 141709"/>
                  <a:gd name="connsiteX0" fmla="*/ 0 w 595706"/>
                  <a:gd name="connsiteY0" fmla="*/ 24472 h 141709"/>
                  <a:gd name="connsiteX1" fmla="*/ 594353 w 595706"/>
                  <a:gd name="connsiteY1" fmla="*/ 3096 h 141709"/>
                  <a:gd name="connsiteX2" fmla="*/ 595706 w 595706"/>
                  <a:gd name="connsiteY2" fmla="*/ 99527 h 141709"/>
                  <a:gd name="connsiteX3" fmla="*/ 1361 w 595706"/>
                  <a:gd name="connsiteY3" fmla="*/ 141709 h 141709"/>
                  <a:gd name="connsiteX4" fmla="*/ 0 w 595706"/>
                  <a:gd name="connsiteY4" fmla="*/ 24472 h 141709"/>
                  <a:gd name="connsiteX0" fmla="*/ 124 w 595830"/>
                  <a:gd name="connsiteY0" fmla="*/ 24472 h 141709"/>
                  <a:gd name="connsiteX1" fmla="*/ 594477 w 595830"/>
                  <a:gd name="connsiteY1" fmla="*/ 3096 h 141709"/>
                  <a:gd name="connsiteX2" fmla="*/ 595830 w 595830"/>
                  <a:gd name="connsiteY2" fmla="*/ 99527 h 141709"/>
                  <a:gd name="connsiteX3" fmla="*/ 131 w 595830"/>
                  <a:gd name="connsiteY3" fmla="*/ 141709 h 141709"/>
                  <a:gd name="connsiteX4" fmla="*/ 124 w 595830"/>
                  <a:gd name="connsiteY4" fmla="*/ 24472 h 141709"/>
                  <a:gd name="connsiteX0" fmla="*/ 124 w 597179"/>
                  <a:gd name="connsiteY0" fmla="*/ 25207 h 142444"/>
                  <a:gd name="connsiteX1" fmla="*/ 597179 w 597179"/>
                  <a:gd name="connsiteY1" fmla="*/ 481 h 142444"/>
                  <a:gd name="connsiteX2" fmla="*/ 595830 w 597179"/>
                  <a:gd name="connsiteY2" fmla="*/ 100262 h 142444"/>
                  <a:gd name="connsiteX3" fmla="*/ 131 w 597179"/>
                  <a:gd name="connsiteY3" fmla="*/ 142444 h 142444"/>
                  <a:gd name="connsiteX4" fmla="*/ 124 w 597179"/>
                  <a:gd name="connsiteY4" fmla="*/ 25207 h 142444"/>
                  <a:gd name="connsiteX0" fmla="*/ 124 w 595889"/>
                  <a:gd name="connsiteY0" fmla="*/ 25842 h 143079"/>
                  <a:gd name="connsiteX1" fmla="*/ 594477 w 595889"/>
                  <a:gd name="connsiteY1" fmla="*/ 0 h 143079"/>
                  <a:gd name="connsiteX2" fmla="*/ 595830 w 595889"/>
                  <a:gd name="connsiteY2" fmla="*/ 100897 h 143079"/>
                  <a:gd name="connsiteX3" fmla="*/ 131 w 595889"/>
                  <a:gd name="connsiteY3" fmla="*/ 143079 h 143079"/>
                  <a:gd name="connsiteX4" fmla="*/ 124 w 595889"/>
                  <a:gd name="connsiteY4" fmla="*/ 25842 h 143079"/>
                  <a:gd name="connsiteX0" fmla="*/ 124 w 595889"/>
                  <a:gd name="connsiteY0" fmla="*/ 24713 h 141950"/>
                  <a:gd name="connsiteX1" fmla="*/ 594477 w 595889"/>
                  <a:gd name="connsiteY1" fmla="*/ 2221 h 141950"/>
                  <a:gd name="connsiteX2" fmla="*/ 595830 w 595889"/>
                  <a:gd name="connsiteY2" fmla="*/ 99768 h 141950"/>
                  <a:gd name="connsiteX3" fmla="*/ 131 w 595889"/>
                  <a:gd name="connsiteY3" fmla="*/ 141950 h 141950"/>
                  <a:gd name="connsiteX4" fmla="*/ 124 w 595889"/>
                  <a:gd name="connsiteY4" fmla="*/ 24713 h 141950"/>
                  <a:gd name="connsiteX0" fmla="*/ 124 w 595959"/>
                  <a:gd name="connsiteY0" fmla="*/ 24713 h 141950"/>
                  <a:gd name="connsiteX1" fmla="*/ 595828 w 595959"/>
                  <a:gd name="connsiteY1" fmla="*/ 2221 h 141950"/>
                  <a:gd name="connsiteX2" fmla="*/ 595830 w 595959"/>
                  <a:gd name="connsiteY2" fmla="*/ 99768 h 141950"/>
                  <a:gd name="connsiteX3" fmla="*/ 131 w 595959"/>
                  <a:gd name="connsiteY3" fmla="*/ 141950 h 141950"/>
                  <a:gd name="connsiteX4" fmla="*/ 124 w 595959"/>
                  <a:gd name="connsiteY4" fmla="*/ 24713 h 141950"/>
                  <a:gd name="connsiteX0" fmla="*/ 124 w 595959"/>
                  <a:gd name="connsiteY0" fmla="*/ 24925 h 142162"/>
                  <a:gd name="connsiteX1" fmla="*/ 595828 w 595959"/>
                  <a:gd name="connsiteY1" fmla="*/ 2433 h 142162"/>
                  <a:gd name="connsiteX2" fmla="*/ 595830 w 595959"/>
                  <a:gd name="connsiteY2" fmla="*/ 99980 h 142162"/>
                  <a:gd name="connsiteX3" fmla="*/ 131 w 595959"/>
                  <a:gd name="connsiteY3" fmla="*/ 142162 h 142162"/>
                  <a:gd name="connsiteX4" fmla="*/ 124 w 595959"/>
                  <a:gd name="connsiteY4" fmla="*/ 24925 h 142162"/>
                  <a:gd name="connsiteX0" fmla="*/ 124 w 595959"/>
                  <a:gd name="connsiteY0" fmla="*/ 22492 h 139729"/>
                  <a:gd name="connsiteX1" fmla="*/ 595828 w 595959"/>
                  <a:gd name="connsiteY1" fmla="*/ 0 h 139729"/>
                  <a:gd name="connsiteX2" fmla="*/ 595830 w 595959"/>
                  <a:gd name="connsiteY2" fmla="*/ 97547 h 139729"/>
                  <a:gd name="connsiteX3" fmla="*/ 131 w 595959"/>
                  <a:gd name="connsiteY3" fmla="*/ 139729 h 139729"/>
                  <a:gd name="connsiteX4" fmla="*/ 124 w 595959"/>
                  <a:gd name="connsiteY4" fmla="*/ 22492 h 139729"/>
                  <a:gd name="connsiteX0" fmla="*/ 124 w 595959"/>
                  <a:gd name="connsiteY0" fmla="*/ 25585 h 142822"/>
                  <a:gd name="connsiteX1" fmla="*/ 595828 w 595959"/>
                  <a:gd name="connsiteY1" fmla="*/ 3093 h 142822"/>
                  <a:gd name="connsiteX2" fmla="*/ 595830 w 595959"/>
                  <a:gd name="connsiteY2" fmla="*/ 100640 h 142822"/>
                  <a:gd name="connsiteX3" fmla="*/ 131 w 595959"/>
                  <a:gd name="connsiteY3" fmla="*/ 142822 h 142822"/>
                  <a:gd name="connsiteX4" fmla="*/ 124 w 595959"/>
                  <a:gd name="connsiteY4" fmla="*/ 25585 h 142822"/>
                  <a:gd name="connsiteX0" fmla="*/ 124 w 595959"/>
                  <a:gd name="connsiteY0" fmla="*/ 25585 h 142822"/>
                  <a:gd name="connsiteX1" fmla="*/ 595828 w 595959"/>
                  <a:gd name="connsiteY1" fmla="*/ 3093 h 142822"/>
                  <a:gd name="connsiteX2" fmla="*/ 595830 w 595959"/>
                  <a:gd name="connsiteY2" fmla="*/ 100640 h 142822"/>
                  <a:gd name="connsiteX3" fmla="*/ 131 w 595959"/>
                  <a:gd name="connsiteY3" fmla="*/ 142822 h 142822"/>
                  <a:gd name="connsiteX4" fmla="*/ 124 w 595959"/>
                  <a:gd name="connsiteY4" fmla="*/ 25585 h 142822"/>
                  <a:gd name="connsiteX0" fmla="*/ 124 w 595959"/>
                  <a:gd name="connsiteY0" fmla="*/ 26512 h 143749"/>
                  <a:gd name="connsiteX1" fmla="*/ 595828 w 595959"/>
                  <a:gd name="connsiteY1" fmla="*/ 4020 h 143749"/>
                  <a:gd name="connsiteX2" fmla="*/ 595830 w 595959"/>
                  <a:gd name="connsiteY2" fmla="*/ 101567 h 143749"/>
                  <a:gd name="connsiteX3" fmla="*/ 131 w 595959"/>
                  <a:gd name="connsiteY3" fmla="*/ 143749 h 143749"/>
                  <a:gd name="connsiteX4" fmla="*/ 124 w 595959"/>
                  <a:gd name="connsiteY4" fmla="*/ 26512 h 143749"/>
                  <a:gd name="connsiteX0" fmla="*/ 124 w 595959"/>
                  <a:gd name="connsiteY0" fmla="*/ 26512 h 143749"/>
                  <a:gd name="connsiteX1" fmla="*/ 595828 w 595959"/>
                  <a:gd name="connsiteY1" fmla="*/ 4020 h 143749"/>
                  <a:gd name="connsiteX2" fmla="*/ 595830 w 595959"/>
                  <a:gd name="connsiteY2" fmla="*/ 101567 h 143749"/>
                  <a:gd name="connsiteX3" fmla="*/ 131 w 595959"/>
                  <a:gd name="connsiteY3" fmla="*/ 143749 h 143749"/>
                  <a:gd name="connsiteX4" fmla="*/ 124 w 595959"/>
                  <a:gd name="connsiteY4" fmla="*/ 26512 h 143749"/>
                  <a:gd name="connsiteX0" fmla="*/ 124 w 595959"/>
                  <a:gd name="connsiteY0" fmla="*/ 28496 h 145733"/>
                  <a:gd name="connsiteX1" fmla="*/ 595828 w 595959"/>
                  <a:gd name="connsiteY1" fmla="*/ 6004 h 145733"/>
                  <a:gd name="connsiteX2" fmla="*/ 595830 w 595959"/>
                  <a:gd name="connsiteY2" fmla="*/ 103551 h 145733"/>
                  <a:gd name="connsiteX3" fmla="*/ 131 w 595959"/>
                  <a:gd name="connsiteY3" fmla="*/ 145733 h 145733"/>
                  <a:gd name="connsiteX4" fmla="*/ 124 w 595959"/>
                  <a:gd name="connsiteY4" fmla="*/ 28496 h 14573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856"/>
                  <a:gd name="connsiteY0" fmla="*/ 41841 h 159078"/>
                  <a:gd name="connsiteX1" fmla="*/ 591261 w 595856"/>
                  <a:gd name="connsiteY1" fmla="*/ 0 h 159078"/>
                  <a:gd name="connsiteX2" fmla="*/ 595830 w 595856"/>
                  <a:gd name="connsiteY2" fmla="*/ 116896 h 159078"/>
                  <a:gd name="connsiteX3" fmla="*/ 131 w 595856"/>
                  <a:gd name="connsiteY3" fmla="*/ 159078 h 159078"/>
                  <a:gd name="connsiteX4" fmla="*/ 124 w 595856"/>
                  <a:gd name="connsiteY4" fmla="*/ 41841 h 159078"/>
                  <a:gd name="connsiteX0" fmla="*/ 124 w 595959"/>
                  <a:gd name="connsiteY0" fmla="*/ 41841 h 159078"/>
                  <a:gd name="connsiteX1" fmla="*/ 595828 w 595959"/>
                  <a:gd name="connsiteY1" fmla="*/ 0 h 159078"/>
                  <a:gd name="connsiteX2" fmla="*/ 595830 w 595959"/>
                  <a:gd name="connsiteY2" fmla="*/ 116896 h 159078"/>
                  <a:gd name="connsiteX3" fmla="*/ 131 w 595959"/>
                  <a:gd name="connsiteY3" fmla="*/ 159078 h 159078"/>
                  <a:gd name="connsiteX4" fmla="*/ 124 w 595959"/>
                  <a:gd name="connsiteY4" fmla="*/ 41841 h 159078"/>
                  <a:gd name="connsiteX0" fmla="*/ 124 w 597349"/>
                  <a:gd name="connsiteY0" fmla="*/ 42378 h 159615"/>
                  <a:gd name="connsiteX1" fmla="*/ 597349 w 597349"/>
                  <a:gd name="connsiteY1" fmla="*/ 0 h 159615"/>
                  <a:gd name="connsiteX2" fmla="*/ 595830 w 597349"/>
                  <a:gd name="connsiteY2" fmla="*/ 117433 h 159615"/>
                  <a:gd name="connsiteX3" fmla="*/ 131 w 597349"/>
                  <a:gd name="connsiteY3" fmla="*/ 159615 h 159615"/>
                  <a:gd name="connsiteX4" fmla="*/ 124 w 597349"/>
                  <a:gd name="connsiteY4" fmla="*/ 42378 h 159615"/>
                  <a:gd name="connsiteX0" fmla="*/ 124 w 600443"/>
                  <a:gd name="connsiteY0" fmla="*/ 42378 h 159615"/>
                  <a:gd name="connsiteX1" fmla="*/ 597349 w 600443"/>
                  <a:gd name="connsiteY1" fmla="*/ 0 h 159615"/>
                  <a:gd name="connsiteX2" fmla="*/ 600408 w 600443"/>
                  <a:gd name="connsiteY2" fmla="*/ 117433 h 159615"/>
                  <a:gd name="connsiteX3" fmla="*/ 131 w 600443"/>
                  <a:gd name="connsiteY3" fmla="*/ 159615 h 159615"/>
                  <a:gd name="connsiteX4" fmla="*/ 124 w 600443"/>
                  <a:gd name="connsiteY4" fmla="*/ 42378 h 159615"/>
                  <a:gd name="connsiteX0" fmla="*/ 124 w 600537"/>
                  <a:gd name="connsiteY0" fmla="*/ 42378 h 159615"/>
                  <a:gd name="connsiteX1" fmla="*/ 600401 w 600537"/>
                  <a:gd name="connsiteY1" fmla="*/ 0 h 159615"/>
                  <a:gd name="connsiteX2" fmla="*/ 600408 w 600537"/>
                  <a:gd name="connsiteY2" fmla="*/ 117433 h 159615"/>
                  <a:gd name="connsiteX3" fmla="*/ 131 w 600537"/>
                  <a:gd name="connsiteY3" fmla="*/ 159615 h 159615"/>
                  <a:gd name="connsiteX4" fmla="*/ 124 w 600537"/>
                  <a:gd name="connsiteY4" fmla="*/ 42378 h 1596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00537" h="159615">
                    <a:moveTo>
                      <a:pt x="124" y="42378"/>
                    </a:moveTo>
                    <a:cubicBezTo>
                      <a:pt x="296414" y="-50243"/>
                      <a:pt x="418111" y="75773"/>
                      <a:pt x="600401" y="0"/>
                    </a:cubicBezTo>
                    <a:cubicBezTo>
                      <a:pt x="599951" y="33260"/>
                      <a:pt x="600858" y="84173"/>
                      <a:pt x="600408" y="117433"/>
                    </a:cubicBezTo>
                    <a:cubicBezTo>
                      <a:pt x="395490" y="192726"/>
                      <a:pt x="285331" y="62551"/>
                      <a:pt x="131" y="159615"/>
                    </a:cubicBezTo>
                    <a:cubicBezTo>
                      <a:pt x="-323" y="114566"/>
                      <a:pt x="578" y="87427"/>
                      <a:pt x="124" y="42378"/>
                    </a:cubicBezTo>
                    <a:close/>
                  </a:path>
                </a:pathLst>
              </a:custGeom>
              <a:solidFill>
                <a:schemeClr val="accent2">
                  <a:lumMod val="40000"/>
                  <a:lumOff val="60000"/>
                </a:schemeClr>
              </a:solidFill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39" name="矩形 1174">
                <a:extLst>
                  <a:ext uri="{FF2B5EF4-FFF2-40B4-BE49-F238E27FC236}">
                    <a16:creationId xmlns:a16="http://schemas.microsoft.com/office/drawing/2014/main" id="{B217019E-479F-C93F-8C59-B443936DF58A}"/>
                  </a:ext>
                </a:extLst>
              </p:cNvPr>
              <p:cNvSpPr/>
              <p:nvPr/>
            </p:nvSpPr>
            <p:spPr>
              <a:xfrm rot="10800000">
                <a:off x="5041541" y="7045652"/>
                <a:ext cx="618707" cy="139508"/>
              </a:xfrm>
              <a:custGeom>
                <a:avLst/>
                <a:gdLst>
                  <a:gd name="connsiteX0" fmla="*/ 0 w 595706"/>
                  <a:gd name="connsiteY0" fmla="*/ 0 h 92965"/>
                  <a:gd name="connsiteX1" fmla="*/ 595706 w 595706"/>
                  <a:gd name="connsiteY1" fmla="*/ 0 h 92965"/>
                  <a:gd name="connsiteX2" fmla="*/ 595706 w 595706"/>
                  <a:gd name="connsiteY2" fmla="*/ 92965 h 92965"/>
                  <a:gd name="connsiteX3" fmla="*/ 0 w 595706"/>
                  <a:gd name="connsiteY3" fmla="*/ 92965 h 92965"/>
                  <a:gd name="connsiteX4" fmla="*/ 0 w 595706"/>
                  <a:gd name="connsiteY4" fmla="*/ 0 h 92965"/>
                  <a:gd name="connsiteX0" fmla="*/ 0 w 595706"/>
                  <a:gd name="connsiteY0" fmla="*/ 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0 h 135147"/>
                  <a:gd name="connsiteX0" fmla="*/ 0 w 595706"/>
                  <a:gd name="connsiteY0" fmla="*/ 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0 h 135147"/>
                  <a:gd name="connsiteX0" fmla="*/ 0 w 595706"/>
                  <a:gd name="connsiteY0" fmla="*/ 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0 h 135147"/>
                  <a:gd name="connsiteX0" fmla="*/ 0 w 595706"/>
                  <a:gd name="connsiteY0" fmla="*/ 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0 h 135147"/>
                  <a:gd name="connsiteX0" fmla="*/ 131 w 595837"/>
                  <a:gd name="connsiteY0" fmla="*/ 0 h 148754"/>
                  <a:gd name="connsiteX1" fmla="*/ 595837 w 595837"/>
                  <a:gd name="connsiteY1" fmla="*/ 0 h 148754"/>
                  <a:gd name="connsiteX2" fmla="*/ 595837 w 595837"/>
                  <a:gd name="connsiteY2" fmla="*/ 92965 h 148754"/>
                  <a:gd name="connsiteX3" fmla="*/ 131 w 595837"/>
                  <a:gd name="connsiteY3" fmla="*/ 148754 h 148754"/>
                  <a:gd name="connsiteX4" fmla="*/ 131 w 595837"/>
                  <a:gd name="connsiteY4" fmla="*/ 0 h 148754"/>
                  <a:gd name="connsiteX0" fmla="*/ 131 w 595837"/>
                  <a:gd name="connsiteY0" fmla="*/ 0 h 140590"/>
                  <a:gd name="connsiteX1" fmla="*/ 595837 w 595837"/>
                  <a:gd name="connsiteY1" fmla="*/ 0 h 140590"/>
                  <a:gd name="connsiteX2" fmla="*/ 595837 w 595837"/>
                  <a:gd name="connsiteY2" fmla="*/ 92965 h 140590"/>
                  <a:gd name="connsiteX3" fmla="*/ 131 w 595837"/>
                  <a:gd name="connsiteY3" fmla="*/ 140590 h 140590"/>
                  <a:gd name="connsiteX4" fmla="*/ 131 w 595837"/>
                  <a:gd name="connsiteY4" fmla="*/ 0 h 140590"/>
                  <a:gd name="connsiteX0" fmla="*/ 131 w 595837"/>
                  <a:gd name="connsiteY0" fmla="*/ 0 h 140590"/>
                  <a:gd name="connsiteX1" fmla="*/ 595837 w 595837"/>
                  <a:gd name="connsiteY1" fmla="*/ 0 h 140590"/>
                  <a:gd name="connsiteX2" fmla="*/ 595837 w 595837"/>
                  <a:gd name="connsiteY2" fmla="*/ 92965 h 140590"/>
                  <a:gd name="connsiteX3" fmla="*/ 131 w 595837"/>
                  <a:gd name="connsiteY3" fmla="*/ 140590 h 140590"/>
                  <a:gd name="connsiteX4" fmla="*/ 131 w 595837"/>
                  <a:gd name="connsiteY4" fmla="*/ 0 h 140590"/>
                  <a:gd name="connsiteX0" fmla="*/ 131 w 595837"/>
                  <a:gd name="connsiteY0" fmla="*/ 0 h 140590"/>
                  <a:gd name="connsiteX1" fmla="*/ 595837 w 595837"/>
                  <a:gd name="connsiteY1" fmla="*/ 0 h 140590"/>
                  <a:gd name="connsiteX2" fmla="*/ 595837 w 595837"/>
                  <a:gd name="connsiteY2" fmla="*/ 92965 h 140590"/>
                  <a:gd name="connsiteX3" fmla="*/ 131 w 595837"/>
                  <a:gd name="connsiteY3" fmla="*/ 140590 h 140590"/>
                  <a:gd name="connsiteX4" fmla="*/ 131 w 595837"/>
                  <a:gd name="connsiteY4" fmla="*/ 0 h 140590"/>
                  <a:gd name="connsiteX0" fmla="*/ 131 w 595837"/>
                  <a:gd name="connsiteY0" fmla="*/ 0 h 140590"/>
                  <a:gd name="connsiteX1" fmla="*/ 595837 w 595837"/>
                  <a:gd name="connsiteY1" fmla="*/ 0 h 140590"/>
                  <a:gd name="connsiteX2" fmla="*/ 595837 w 595837"/>
                  <a:gd name="connsiteY2" fmla="*/ 92965 h 140590"/>
                  <a:gd name="connsiteX3" fmla="*/ 131 w 595837"/>
                  <a:gd name="connsiteY3" fmla="*/ 140590 h 140590"/>
                  <a:gd name="connsiteX4" fmla="*/ 131 w 595837"/>
                  <a:gd name="connsiteY4" fmla="*/ 0 h 140590"/>
                  <a:gd name="connsiteX0" fmla="*/ 131 w 595837"/>
                  <a:gd name="connsiteY0" fmla="*/ 0 h 140590"/>
                  <a:gd name="connsiteX1" fmla="*/ 595837 w 595837"/>
                  <a:gd name="connsiteY1" fmla="*/ 0 h 140590"/>
                  <a:gd name="connsiteX2" fmla="*/ 595837 w 595837"/>
                  <a:gd name="connsiteY2" fmla="*/ 92965 h 140590"/>
                  <a:gd name="connsiteX3" fmla="*/ 131 w 595837"/>
                  <a:gd name="connsiteY3" fmla="*/ 140590 h 140590"/>
                  <a:gd name="connsiteX4" fmla="*/ 131 w 595837"/>
                  <a:gd name="connsiteY4" fmla="*/ 0 h 140590"/>
                  <a:gd name="connsiteX0" fmla="*/ 131 w 595837"/>
                  <a:gd name="connsiteY0" fmla="*/ 0 h 156571"/>
                  <a:gd name="connsiteX1" fmla="*/ 595837 w 595837"/>
                  <a:gd name="connsiteY1" fmla="*/ 0 h 156571"/>
                  <a:gd name="connsiteX2" fmla="*/ 594316 w 595837"/>
                  <a:gd name="connsiteY2" fmla="*/ 141984 h 156571"/>
                  <a:gd name="connsiteX3" fmla="*/ 131 w 595837"/>
                  <a:gd name="connsiteY3" fmla="*/ 140590 h 156571"/>
                  <a:gd name="connsiteX4" fmla="*/ 131 w 595837"/>
                  <a:gd name="connsiteY4" fmla="*/ 0 h 156571"/>
                  <a:gd name="connsiteX0" fmla="*/ 1577 w 597283"/>
                  <a:gd name="connsiteY0" fmla="*/ 0 h 271309"/>
                  <a:gd name="connsiteX1" fmla="*/ 597283 w 597283"/>
                  <a:gd name="connsiteY1" fmla="*/ 0 h 271309"/>
                  <a:gd name="connsiteX2" fmla="*/ 595762 w 597283"/>
                  <a:gd name="connsiteY2" fmla="*/ 141984 h 271309"/>
                  <a:gd name="connsiteX3" fmla="*/ 56 w 597283"/>
                  <a:gd name="connsiteY3" fmla="*/ 271309 h 271309"/>
                  <a:gd name="connsiteX4" fmla="*/ 1577 w 597283"/>
                  <a:gd name="connsiteY4" fmla="*/ 0 h 271309"/>
                  <a:gd name="connsiteX0" fmla="*/ 1577 w 597283"/>
                  <a:gd name="connsiteY0" fmla="*/ 0 h 271309"/>
                  <a:gd name="connsiteX1" fmla="*/ 597283 w 597283"/>
                  <a:gd name="connsiteY1" fmla="*/ 0 h 271309"/>
                  <a:gd name="connsiteX2" fmla="*/ 595762 w 597283"/>
                  <a:gd name="connsiteY2" fmla="*/ 141984 h 271309"/>
                  <a:gd name="connsiteX3" fmla="*/ 56 w 597283"/>
                  <a:gd name="connsiteY3" fmla="*/ 271309 h 271309"/>
                  <a:gd name="connsiteX4" fmla="*/ 1577 w 597283"/>
                  <a:gd name="connsiteY4" fmla="*/ 0 h 271309"/>
                  <a:gd name="connsiteX0" fmla="*/ 1577 w 597283"/>
                  <a:gd name="connsiteY0" fmla="*/ 0 h 271309"/>
                  <a:gd name="connsiteX1" fmla="*/ 597283 w 597283"/>
                  <a:gd name="connsiteY1" fmla="*/ 0 h 271309"/>
                  <a:gd name="connsiteX2" fmla="*/ 595762 w 597283"/>
                  <a:gd name="connsiteY2" fmla="*/ 141984 h 271309"/>
                  <a:gd name="connsiteX3" fmla="*/ 56 w 597283"/>
                  <a:gd name="connsiteY3" fmla="*/ 271309 h 271309"/>
                  <a:gd name="connsiteX4" fmla="*/ 1577 w 597283"/>
                  <a:gd name="connsiteY4" fmla="*/ 0 h 271309"/>
                  <a:gd name="connsiteX0" fmla="*/ 1577 w 597283"/>
                  <a:gd name="connsiteY0" fmla="*/ 0 h 271309"/>
                  <a:gd name="connsiteX1" fmla="*/ 597283 w 597283"/>
                  <a:gd name="connsiteY1" fmla="*/ 0 h 271309"/>
                  <a:gd name="connsiteX2" fmla="*/ 595762 w 597283"/>
                  <a:gd name="connsiteY2" fmla="*/ 141984 h 271309"/>
                  <a:gd name="connsiteX3" fmla="*/ 56 w 597283"/>
                  <a:gd name="connsiteY3" fmla="*/ 271309 h 271309"/>
                  <a:gd name="connsiteX4" fmla="*/ 1577 w 597283"/>
                  <a:gd name="connsiteY4" fmla="*/ 0 h 271309"/>
                  <a:gd name="connsiteX0" fmla="*/ 1577 w 597283"/>
                  <a:gd name="connsiteY0" fmla="*/ 0 h 271309"/>
                  <a:gd name="connsiteX1" fmla="*/ 597283 w 597283"/>
                  <a:gd name="connsiteY1" fmla="*/ 0 h 271309"/>
                  <a:gd name="connsiteX2" fmla="*/ 595762 w 597283"/>
                  <a:gd name="connsiteY2" fmla="*/ 141984 h 271309"/>
                  <a:gd name="connsiteX3" fmla="*/ 56 w 597283"/>
                  <a:gd name="connsiteY3" fmla="*/ 271309 h 271309"/>
                  <a:gd name="connsiteX4" fmla="*/ 1577 w 597283"/>
                  <a:gd name="connsiteY4" fmla="*/ 0 h 271309"/>
                  <a:gd name="connsiteX0" fmla="*/ 0 w 600949"/>
                  <a:gd name="connsiteY0" fmla="*/ 0 h 271309"/>
                  <a:gd name="connsiteX1" fmla="*/ 600949 w 600949"/>
                  <a:gd name="connsiteY1" fmla="*/ 0 h 271309"/>
                  <a:gd name="connsiteX2" fmla="*/ 599428 w 600949"/>
                  <a:gd name="connsiteY2" fmla="*/ 141984 h 271309"/>
                  <a:gd name="connsiteX3" fmla="*/ 3722 w 600949"/>
                  <a:gd name="connsiteY3" fmla="*/ 271309 h 271309"/>
                  <a:gd name="connsiteX4" fmla="*/ 0 w 600949"/>
                  <a:gd name="connsiteY4" fmla="*/ 0 h 271309"/>
                  <a:gd name="connsiteX0" fmla="*/ 0 w 599639"/>
                  <a:gd name="connsiteY0" fmla="*/ 0 h 271309"/>
                  <a:gd name="connsiteX1" fmla="*/ 599639 w 599639"/>
                  <a:gd name="connsiteY1" fmla="*/ 0 h 271309"/>
                  <a:gd name="connsiteX2" fmla="*/ 599428 w 599639"/>
                  <a:gd name="connsiteY2" fmla="*/ 141984 h 271309"/>
                  <a:gd name="connsiteX3" fmla="*/ 3722 w 599639"/>
                  <a:gd name="connsiteY3" fmla="*/ 271309 h 271309"/>
                  <a:gd name="connsiteX4" fmla="*/ 0 w 599639"/>
                  <a:gd name="connsiteY4" fmla="*/ 0 h 271309"/>
                  <a:gd name="connsiteX0" fmla="*/ 0 w 597018"/>
                  <a:gd name="connsiteY0" fmla="*/ 0 h 271309"/>
                  <a:gd name="connsiteX1" fmla="*/ 597018 w 597018"/>
                  <a:gd name="connsiteY1" fmla="*/ 0 h 271309"/>
                  <a:gd name="connsiteX2" fmla="*/ 596807 w 597018"/>
                  <a:gd name="connsiteY2" fmla="*/ 141984 h 271309"/>
                  <a:gd name="connsiteX3" fmla="*/ 1101 w 597018"/>
                  <a:gd name="connsiteY3" fmla="*/ 271309 h 271309"/>
                  <a:gd name="connsiteX4" fmla="*/ 0 w 597018"/>
                  <a:gd name="connsiteY4" fmla="*/ 0 h 271309"/>
                  <a:gd name="connsiteX0" fmla="*/ 0 w 596807"/>
                  <a:gd name="connsiteY0" fmla="*/ 0 h 271309"/>
                  <a:gd name="connsiteX1" fmla="*/ 591775 w 596807"/>
                  <a:gd name="connsiteY1" fmla="*/ 0 h 271309"/>
                  <a:gd name="connsiteX2" fmla="*/ 596807 w 596807"/>
                  <a:gd name="connsiteY2" fmla="*/ 141984 h 271309"/>
                  <a:gd name="connsiteX3" fmla="*/ 1101 w 596807"/>
                  <a:gd name="connsiteY3" fmla="*/ 271309 h 271309"/>
                  <a:gd name="connsiteX4" fmla="*/ 0 w 596807"/>
                  <a:gd name="connsiteY4" fmla="*/ 0 h 271309"/>
                  <a:gd name="connsiteX0" fmla="*/ 0 w 596807"/>
                  <a:gd name="connsiteY0" fmla="*/ 0 h 271309"/>
                  <a:gd name="connsiteX1" fmla="*/ 595708 w 596807"/>
                  <a:gd name="connsiteY1" fmla="*/ 0 h 271309"/>
                  <a:gd name="connsiteX2" fmla="*/ 596807 w 596807"/>
                  <a:gd name="connsiteY2" fmla="*/ 141984 h 271309"/>
                  <a:gd name="connsiteX3" fmla="*/ 1101 w 596807"/>
                  <a:gd name="connsiteY3" fmla="*/ 271309 h 271309"/>
                  <a:gd name="connsiteX4" fmla="*/ 0 w 596807"/>
                  <a:gd name="connsiteY4" fmla="*/ 0 h 271309"/>
                  <a:gd name="connsiteX0" fmla="*/ 0 w 595708"/>
                  <a:gd name="connsiteY0" fmla="*/ 0 h 271309"/>
                  <a:gd name="connsiteX1" fmla="*/ 595708 w 595708"/>
                  <a:gd name="connsiteY1" fmla="*/ 0 h 271309"/>
                  <a:gd name="connsiteX2" fmla="*/ 594186 w 595708"/>
                  <a:gd name="connsiteY2" fmla="*/ 141985 h 271309"/>
                  <a:gd name="connsiteX3" fmla="*/ 1101 w 595708"/>
                  <a:gd name="connsiteY3" fmla="*/ 271309 h 271309"/>
                  <a:gd name="connsiteX4" fmla="*/ 0 w 595708"/>
                  <a:gd name="connsiteY4" fmla="*/ 0 h 271309"/>
                  <a:gd name="connsiteX0" fmla="*/ 0 w 596439"/>
                  <a:gd name="connsiteY0" fmla="*/ 109083 h 380392"/>
                  <a:gd name="connsiteX1" fmla="*/ 595708 w 596439"/>
                  <a:gd name="connsiteY1" fmla="*/ 109083 h 380392"/>
                  <a:gd name="connsiteX2" fmla="*/ 594186 w 596439"/>
                  <a:gd name="connsiteY2" fmla="*/ 251068 h 380392"/>
                  <a:gd name="connsiteX3" fmla="*/ 1101 w 596439"/>
                  <a:gd name="connsiteY3" fmla="*/ 380392 h 380392"/>
                  <a:gd name="connsiteX4" fmla="*/ 0 w 596439"/>
                  <a:gd name="connsiteY4" fmla="*/ 109083 h 380392"/>
                  <a:gd name="connsiteX0" fmla="*/ 0 w 595708"/>
                  <a:gd name="connsiteY0" fmla="*/ 0 h 271309"/>
                  <a:gd name="connsiteX1" fmla="*/ 595708 w 595708"/>
                  <a:gd name="connsiteY1" fmla="*/ 0 h 271309"/>
                  <a:gd name="connsiteX2" fmla="*/ 594186 w 595708"/>
                  <a:gd name="connsiteY2" fmla="*/ 141985 h 271309"/>
                  <a:gd name="connsiteX3" fmla="*/ 1101 w 595708"/>
                  <a:gd name="connsiteY3" fmla="*/ 271309 h 271309"/>
                  <a:gd name="connsiteX4" fmla="*/ 0 w 595708"/>
                  <a:gd name="connsiteY4" fmla="*/ 0 h 271309"/>
                  <a:gd name="connsiteX0" fmla="*/ 0 w 596808"/>
                  <a:gd name="connsiteY0" fmla="*/ 0 h 271309"/>
                  <a:gd name="connsiteX1" fmla="*/ 595708 w 596808"/>
                  <a:gd name="connsiteY1" fmla="*/ 0 h 271309"/>
                  <a:gd name="connsiteX2" fmla="*/ 596808 w 596808"/>
                  <a:gd name="connsiteY2" fmla="*/ 141985 h 271309"/>
                  <a:gd name="connsiteX3" fmla="*/ 1101 w 596808"/>
                  <a:gd name="connsiteY3" fmla="*/ 271309 h 271309"/>
                  <a:gd name="connsiteX4" fmla="*/ 0 w 596808"/>
                  <a:gd name="connsiteY4" fmla="*/ 0 h 271309"/>
                  <a:gd name="connsiteX0" fmla="*/ 0 w 596808"/>
                  <a:gd name="connsiteY0" fmla="*/ 0 h 271309"/>
                  <a:gd name="connsiteX1" fmla="*/ 595708 w 596808"/>
                  <a:gd name="connsiteY1" fmla="*/ 0 h 271309"/>
                  <a:gd name="connsiteX2" fmla="*/ 596808 w 596808"/>
                  <a:gd name="connsiteY2" fmla="*/ 141985 h 271309"/>
                  <a:gd name="connsiteX3" fmla="*/ 1101 w 596808"/>
                  <a:gd name="connsiteY3" fmla="*/ 271309 h 271309"/>
                  <a:gd name="connsiteX4" fmla="*/ 0 w 596808"/>
                  <a:gd name="connsiteY4" fmla="*/ 0 h 271309"/>
                  <a:gd name="connsiteX0" fmla="*/ 0 w 596808"/>
                  <a:gd name="connsiteY0" fmla="*/ 0 h 271309"/>
                  <a:gd name="connsiteX1" fmla="*/ 595708 w 596808"/>
                  <a:gd name="connsiteY1" fmla="*/ 0 h 271309"/>
                  <a:gd name="connsiteX2" fmla="*/ 596808 w 596808"/>
                  <a:gd name="connsiteY2" fmla="*/ 141985 h 271309"/>
                  <a:gd name="connsiteX3" fmla="*/ 1101 w 596808"/>
                  <a:gd name="connsiteY3" fmla="*/ 271309 h 271309"/>
                  <a:gd name="connsiteX4" fmla="*/ 0 w 596808"/>
                  <a:gd name="connsiteY4" fmla="*/ 0 h 271309"/>
                  <a:gd name="connsiteX0" fmla="*/ 0 w 595708"/>
                  <a:gd name="connsiteY0" fmla="*/ 0 h 271309"/>
                  <a:gd name="connsiteX1" fmla="*/ 595708 w 595708"/>
                  <a:gd name="connsiteY1" fmla="*/ 0 h 271309"/>
                  <a:gd name="connsiteX2" fmla="*/ 594186 w 595708"/>
                  <a:gd name="connsiteY2" fmla="*/ 141985 h 271309"/>
                  <a:gd name="connsiteX3" fmla="*/ 1101 w 595708"/>
                  <a:gd name="connsiteY3" fmla="*/ 271309 h 271309"/>
                  <a:gd name="connsiteX4" fmla="*/ 0 w 595708"/>
                  <a:gd name="connsiteY4" fmla="*/ 0 h 271309"/>
                  <a:gd name="connsiteX0" fmla="*/ 0 w 595708"/>
                  <a:gd name="connsiteY0" fmla="*/ 0 h 271309"/>
                  <a:gd name="connsiteX1" fmla="*/ 595708 w 595708"/>
                  <a:gd name="connsiteY1" fmla="*/ 0 h 271309"/>
                  <a:gd name="connsiteX2" fmla="*/ 594186 w 595708"/>
                  <a:gd name="connsiteY2" fmla="*/ 141985 h 271309"/>
                  <a:gd name="connsiteX3" fmla="*/ 1101 w 595708"/>
                  <a:gd name="connsiteY3" fmla="*/ 271309 h 271309"/>
                  <a:gd name="connsiteX4" fmla="*/ 0 w 595708"/>
                  <a:gd name="connsiteY4" fmla="*/ 0 h 271309"/>
                  <a:gd name="connsiteX0" fmla="*/ 0 w 595936"/>
                  <a:gd name="connsiteY0" fmla="*/ 0 h 271309"/>
                  <a:gd name="connsiteX1" fmla="*/ 595708 w 595936"/>
                  <a:gd name="connsiteY1" fmla="*/ 0 h 271309"/>
                  <a:gd name="connsiteX2" fmla="*/ 594186 w 595936"/>
                  <a:gd name="connsiteY2" fmla="*/ 141985 h 271309"/>
                  <a:gd name="connsiteX3" fmla="*/ 1101 w 595936"/>
                  <a:gd name="connsiteY3" fmla="*/ 271309 h 271309"/>
                  <a:gd name="connsiteX4" fmla="*/ 0 w 595936"/>
                  <a:gd name="connsiteY4" fmla="*/ 0 h 271309"/>
                  <a:gd name="connsiteX0" fmla="*/ 319 w 596255"/>
                  <a:gd name="connsiteY0" fmla="*/ 0 h 271309"/>
                  <a:gd name="connsiteX1" fmla="*/ 596027 w 596255"/>
                  <a:gd name="connsiteY1" fmla="*/ 0 h 271309"/>
                  <a:gd name="connsiteX2" fmla="*/ 594505 w 596255"/>
                  <a:gd name="connsiteY2" fmla="*/ 141985 h 271309"/>
                  <a:gd name="connsiteX3" fmla="*/ 110 w 596255"/>
                  <a:gd name="connsiteY3" fmla="*/ 271309 h 271309"/>
                  <a:gd name="connsiteX4" fmla="*/ 319 w 596255"/>
                  <a:gd name="connsiteY4" fmla="*/ 0 h 271309"/>
                  <a:gd name="connsiteX0" fmla="*/ 0 w 595936"/>
                  <a:gd name="connsiteY0" fmla="*/ 0 h 271309"/>
                  <a:gd name="connsiteX1" fmla="*/ 595708 w 595936"/>
                  <a:gd name="connsiteY1" fmla="*/ 0 h 271309"/>
                  <a:gd name="connsiteX2" fmla="*/ 594186 w 595936"/>
                  <a:gd name="connsiteY2" fmla="*/ 141985 h 271309"/>
                  <a:gd name="connsiteX3" fmla="*/ 1101 w 595936"/>
                  <a:gd name="connsiteY3" fmla="*/ 271309 h 271309"/>
                  <a:gd name="connsiteX4" fmla="*/ 0 w 595936"/>
                  <a:gd name="connsiteY4" fmla="*/ 0 h 2713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5936" h="271309">
                    <a:moveTo>
                      <a:pt x="0" y="0"/>
                    </a:moveTo>
                    <a:lnTo>
                      <a:pt x="595708" y="0"/>
                    </a:lnTo>
                    <a:cubicBezTo>
                      <a:pt x="595708" y="30988"/>
                      <a:pt x="596806" y="39550"/>
                      <a:pt x="594186" y="141985"/>
                    </a:cubicBezTo>
                    <a:cubicBezTo>
                      <a:pt x="404809" y="352086"/>
                      <a:pt x="341643" y="22672"/>
                      <a:pt x="1101" y="271309"/>
                    </a:cubicBezTo>
                    <a:cubicBezTo>
                      <a:pt x="647" y="226260"/>
                      <a:pt x="454" y="45049"/>
                      <a:pt x="0" y="0"/>
                    </a:cubicBezTo>
                    <a:close/>
                  </a:path>
                </a:pathLst>
              </a:custGeom>
              <a:solidFill>
                <a:schemeClr val="accent6">
                  <a:lumMod val="20000"/>
                  <a:lumOff val="80000"/>
                </a:schemeClr>
              </a:solidFill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40" name="矩形 1174">
                <a:extLst>
                  <a:ext uri="{FF2B5EF4-FFF2-40B4-BE49-F238E27FC236}">
                    <a16:creationId xmlns:a16="http://schemas.microsoft.com/office/drawing/2014/main" id="{117A019A-F986-53F7-A9D2-85E109981912}"/>
                  </a:ext>
                </a:extLst>
              </p:cNvPr>
              <p:cNvSpPr/>
              <p:nvPr/>
            </p:nvSpPr>
            <p:spPr>
              <a:xfrm rot="10800000">
                <a:off x="5041542" y="6594252"/>
                <a:ext cx="618706" cy="226680"/>
              </a:xfrm>
              <a:custGeom>
                <a:avLst/>
                <a:gdLst>
                  <a:gd name="connsiteX0" fmla="*/ 0 w 595706"/>
                  <a:gd name="connsiteY0" fmla="*/ 0 h 92965"/>
                  <a:gd name="connsiteX1" fmla="*/ 595706 w 595706"/>
                  <a:gd name="connsiteY1" fmla="*/ 0 h 92965"/>
                  <a:gd name="connsiteX2" fmla="*/ 595706 w 595706"/>
                  <a:gd name="connsiteY2" fmla="*/ 92965 h 92965"/>
                  <a:gd name="connsiteX3" fmla="*/ 0 w 595706"/>
                  <a:gd name="connsiteY3" fmla="*/ 92965 h 92965"/>
                  <a:gd name="connsiteX4" fmla="*/ 0 w 595706"/>
                  <a:gd name="connsiteY4" fmla="*/ 0 h 92965"/>
                  <a:gd name="connsiteX0" fmla="*/ 0 w 595706"/>
                  <a:gd name="connsiteY0" fmla="*/ 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0 h 135147"/>
                  <a:gd name="connsiteX0" fmla="*/ 0 w 595706"/>
                  <a:gd name="connsiteY0" fmla="*/ 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0 h 135147"/>
                  <a:gd name="connsiteX0" fmla="*/ 0 w 595706"/>
                  <a:gd name="connsiteY0" fmla="*/ 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0 h 135147"/>
                  <a:gd name="connsiteX0" fmla="*/ 0 w 595706"/>
                  <a:gd name="connsiteY0" fmla="*/ 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0 h 135147"/>
                  <a:gd name="connsiteX0" fmla="*/ 1422 w 594406"/>
                  <a:gd name="connsiteY0" fmla="*/ 21376 h 135147"/>
                  <a:gd name="connsiteX1" fmla="*/ 594406 w 594406"/>
                  <a:gd name="connsiteY1" fmla="*/ 0 h 135147"/>
                  <a:gd name="connsiteX2" fmla="*/ 594406 w 594406"/>
                  <a:gd name="connsiteY2" fmla="*/ 92965 h 135147"/>
                  <a:gd name="connsiteX3" fmla="*/ 61 w 594406"/>
                  <a:gd name="connsiteY3" fmla="*/ 135147 h 135147"/>
                  <a:gd name="connsiteX4" fmla="*/ 1422 w 594406"/>
                  <a:gd name="connsiteY4" fmla="*/ 21376 h 135147"/>
                  <a:gd name="connsiteX0" fmla="*/ 1422 w 594406"/>
                  <a:gd name="connsiteY0" fmla="*/ 15599 h 135147"/>
                  <a:gd name="connsiteX1" fmla="*/ 594406 w 594406"/>
                  <a:gd name="connsiteY1" fmla="*/ 0 h 135147"/>
                  <a:gd name="connsiteX2" fmla="*/ 594406 w 594406"/>
                  <a:gd name="connsiteY2" fmla="*/ 92965 h 135147"/>
                  <a:gd name="connsiteX3" fmla="*/ 61 w 594406"/>
                  <a:gd name="connsiteY3" fmla="*/ 135147 h 135147"/>
                  <a:gd name="connsiteX4" fmla="*/ 1422 w 594406"/>
                  <a:gd name="connsiteY4" fmla="*/ 15599 h 135147"/>
                  <a:gd name="connsiteX0" fmla="*/ 131 w 594476"/>
                  <a:gd name="connsiteY0" fmla="*/ 4622 h 135147"/>
                  <a:gd name="connsiteX1" fmla="*/ 594476 w 594476"/>
                  <a:gd name="connsiteY1" fmla="*/ 0 h 135147"/>
                  <a:gd name="connsiteX2" fmla="*/ 594476 w 594476"/>
                  <a:gd name="connsiteY2" fmla="*/ 92965 h 135147"/>
                  <a:gd name="connsiteX3" fmla="*/ 131 w 594476"/>
                  <a:gd name="connsiteY3" fmla="*/ 135147 h 135147"/>
                  <a:gd name="connsiteX4" fmla="*/ 131 w 594476"/>
                  <a:gd name="connsiteY4" fmla="*/ 4622 h 135147"/>
                  <a:gd name="connsiteX0" fmla="*/ 0 w 595706"/>
                  <a:gd name="connsiteY0" fmla="*/ 1791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17910 h 135147"/>
                  <a:gd name="connsiteX0" fmla="*/ 0 w 595706"/>
                  <a:gd name="connsiteY0" fmla="*/ 1791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17910 h 135147"/>
                  <a:gd name="connsiteX0" fmla="*/ 0 w 595706"/>
                  <a:gd name="connsiteY0" fmla="*/ 1791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17910 h 135147"/>
                  <a:gd name="connsiteX0" fmla="*/ 0 w 595706"/>
                  <a:gd name="connsiteY0" fmla="*/ 1791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17910 h 135147"/>
                  <a:gd name="connsiteX0" fmla="*/ 0 w 595706"/>
                  <a:gd name="connsiteY0" fmla="*/ 22423 h 139660"/>
                  <a:gd name="connsiteX1" fmla="*/ 595706 w 595706"/>
                  <a:gd name="connsiteY1" fmla="*/ 4513 h 139660"/>
                  <a:gd name="connsiteX2" fmla="*/ 595706 w 595706"/>
                  <a:gd name="connsiteY2" fmla="*/ 97478 h 139660"/>
                  <a:gd name="connsiteX3" fmla="*/ 1361 w 595706"/>
                  <a:gd name="connsiteY3" fmla="*/ 139660 h 139660"/>
                  <a:gd name="connsiteX4" fmla="*/ 0 w 595706"/>
                  <a:gd name="connsiteY4" fmla="*/ 22423 h 139660"/>
                  <a:gd name="connsiteX0" fmla="*/ 0 w 595706"/>
                  <a:gd name="connsiteY0" fmla="*/ 26413 h 143650"/>
                  <a:gd name="connsiteX1" fmla="*/ 595706 w 595706"/>
                  <a:gd name="connsiteY1" fmla="*/ 8503 h 143650"/>
                  <a:gd name="connsiteX2" fmla="*/ 595706 w 595706"/>
                  <a:gd name="connsiteY2" fmla="*/ 101468 h 143650"/>
                  <a:gd name="connsiteX3" fmla="*/ 1361 w 595706"/>
                  <a:gd name="connsiteY3" fmla="*/ 143650 h 143650"/>
                  <a:gd name="connsiteX4" fmla="*/ 0 w 595706"/>
                  <a:gd name="connsiteY4" fmla="*/ 26413 h 143650"/>
                  <a:gd name="connsiteX0" fmla="*/ 0 w 595706"/>
                  <a:gd name="connsiteY0" fmla="*/ 21286 h 138523"/>
                  <a:gd name="connsiteX1" fmla="*/ 595706 w 595706"/>
                  <a:gd name="connsiteY1" fmla="*/ 3376 h 138523"/>
                  <a:gd name="connsiteX2" fmla="*/ 595706 w 595706"/>
                  <a:gd name="connsiteY2" fmla="*/ 96341 h 138523"/>
                  <a:gd name="connsiteX3" fmla="*/ 1361 w 595706"/>
                  <a:gd name="connsiteY3" fmla="*/ 138523 h 138523"/>
                  <a:gd name="connsiteX4" fmla="*/ 0 w 595706"/>
                  <a:gd name="connsiteY4" fmla="*/ 21286 h 138523"/>
                  <a:gd name="connsiteX0" fmla="*/ 0 w 595706"/>
                  <a:gd name="connsiteY0" fmla="*/ 22534 h 139771"/>
                  <a:gd name="connsiteX1" fmla="*/ 595706 w 595706"/>
                  <a:gd name="connsiteY1" fmla="*/ 4624 h 139771"/>
                  <a:gd name="connsiteX2" fmla="*/ 595706 w 595706"/>
                  <a:gd name="connsiteY2" fmla="*/ 97589 h 139771"/>
                  <a:gd name="connsiteX3" fmla="*/ 1361 w 595706"/>
                  <a:gd name="connsiteY3" fmla="*/ 139771 h 139771"/>
                  <a:gd name="connsiteX4" fmla="*/ 0 w 595706"/>
                  <a:gd name="connsiteY4" fmla="*/ 22534 h 139771"/>
                  <a:gd name="connsiteX0" fmla="*/ 0 w 595706"/>
                  <a:gd name="connsiteY0" fmla="*/ 23494 h 140731"/>
                  <a:gd name="connsiteX1" fmla="*/ 595706 w 595706"/>
                  <a:gd name="connsiteY1" fmla="*/ 2118 h 140731"/>
                  <a:gd name="connsiteX2" fmla="*/ 595706 w 595706"/>
                  <a:gd name="connsiteY2" fmla="*/ 98549 h 140731"/>
                  <a:gd name="connsiteX3" fmla="*/ 1361 w 595706"/>
                  <a:gd name="connsiteY3" fmla="*/ 140731 h 140731"/>
                  <a:gd name="connsiteX4" fmla="*/ 0 w 595706"/>
                  <a:gd name="connsiteY4" fmla="*/ 23494 h 140731"/>
                  <a:gd name="connsiteX0" fmla="*/ 0 w 595706"/>
                  <a:gd name="connsiteY0" fmla="*/ 23494 h 140731"/>
                  <a:gd name="connsiteX1" fmla="*/ 595706 w 595706"/>
                  <a:gd name="connsiteY1" fmla="*/ 2118 h 140731"/>
                  <a:gd name="connsiteX2" fmla="*/ 595706 w 595706"/>
                  <a:gd name="connsiteY2" fmla="*/ 98549 h 140731"/>
                  <a:gd name="connsiteX3" fmla="*/ 1361 w 595706"/>
                  <a:gd name="connsiteY3" fmla="*/ 140731 h 140731"/>
                  <a:gd name="connsiteX4" fmla="*/ 0 w 595706"/>
                  <a:gd name="connsiteY4" fmla="*/ 23494 h 140731"/>
                  <a:gd name="connsiteX0" fmla="*/ 0 w 595706"/>
                  <a:gd name="connsiteY0" fmla="*/ 25030 h 142267"/>
                  <a:gd name="connsiteX1" fmla="*/ 595706 w 595706"/>
                  <a:gd name="connsiteY1" fmla="*/ 3654 h 142267"/>
                  <a:gd name="connsiteX2" fmla="*/ 595706 w 595706"/>
                  <a:gd name="connsiteY2" fmla="*/ 100085 h 142267"/>
                  <a:gd name="connsiteX3" fmla="*/ 1361 w 595706"/>
                  <a:gd name="connsiteY3" fmla="*/ 142267 h 142267"/>
                  <a:gd name="connsiteX4" fmla="*/ 0 w 595706"/>
                  <a:gd name="connsiteY4" fmla="*/ 25030 h 142267"/>
                  <a:gd name="connsiteX0" fmla="*/ 0 w 595706"/>
                  <a:gd name="connsiteY0" fmla="*/ 22091 h 139328"/>
                  <a:gd name="connsiteX1" fmla="*/ 595706 w 595706"/>
                  <a:gd name="connsiteY1" fmla="*/ 715 h 139328"/>
                  <a:gd name="connsiteX2" fmla="*/ 595706 w 595706"/>
                  <a:gd name="connsiteY2" fmla="*/ 97146 h 139328"/>
                  <a:gd name="connsiteX3" fmla="*/ 1361 w 595706"/>
                  <a:gd name="connsiteY3" fmla="*/ 139328 h 139328"/>
                  <a:gd name="connsiteX4" fmla="*/ 0 w 595706"/>
                  <a:gd name="connsiteY4" fmla="*/ 22091 h 139328"/>
                  <a:gd name="connsiteX0" fmla="*/ 0 w 595706"/>
                  <a:gd name="connsiteY0" fmla="*/ 23573 h 140810"/>
                  <a:gd name="connsiteX1" fmla="*/ 595706 w 595706"/>
                  <a:gd name="connsiteY1" fmla="*/ 2197 h 140810"/>
                  <a:gd name="connsiteX2" fmla="*/ 595706 w 595706"/>
                  <a:gd name="connsiteY2" fmla="*/ 98628 h 140810"/>
                  <a:gd name="connsiteX3" fmla="*/ 1361 w 595706"/>
                  <a:gd name="connsiteY3" fmla="*/ 140810 h 140810"/>
                  <a:gd name="connsiteX4" fmla="*/ 0 w 595706"/>
                  <a:gd name="connsiteY4" fmla="*/ 23573 h 140810"/>
                  <a:gd name="connsiteX0" fmla="*/ 0 w 595706"/>
                  <a:gd name="connsiteY0" fmla="*/ 21908 h 139145"/>
                  <a:gd name="connsiteX1" fmla="*/ 595706 w 595706"/>
                  <a:gd name="connsiteY1" fmla="*/ 532 h 139145"/>
                  <a:gd name="connsiteX2" fmla="*/ 595706 w 595706"/>
                  <a:gd name="connsiteY2" fmla="*/ 96963 h 139145"/>
                  <a:gd name="connsiteX3" fmla="*/ 1361 w 595706"/>
                  <a:gd name="connsiteY3" fmla="*/ 139145 h 139145"/>
                  <a:gd name="connsiteX4" fmla="*/ 0 w 595706"/>
                  <a:gd name="connsiteY4" fmla="*/ 21908 h 139145"/>
                  <a:gd name="connsiteX0" fmla="*/ 0 w 595706"/>
                  <a:gd name="connsiteY0" fmla="*/ 23863 h 141100"/>
                  <a:gd name="connsiteX1" fmla="*/ 595706 w 595706"/>
                  <a:gd name="connsiteY1" fmla="*/ 2487 h 141100"/>
                  <a:gd name="connsiteX2" fmla="*/ 595706 w 595706"/>
                  <a:gd name="connsiteY2" fmla="*/ 98918 h 141100"/>
                  <a:gd name="connsiteX3" fmla="*/ 1361 w 595706"/>
                  <a:gd name="connsiteY3" fmla="*/ 141100 h 141100"/>
                  <a:gd name="connsiteX4" fmla="*/ 0 w 595706"/>
                  <a:gd name="connsiteY4" fmla="*/ 23863 h 141100"/>
                  <a:gd name="connsiteX0" fmla="*/ 0 w 595706"/>
                  <a:gd name="connsiteY0" fmla="*/ 24472 h 141709"/>
                  <a:gd name="connsiteX1" fmla="*/ 595706 w 595706"/>
                  <a:gd name="connsiteY1" fmla="*/ 3096 h 141709"/>
                  <a:gd name="connsiteX2" fmla="*/ 595706 w 595706"/>
                  <a:gd name="connsiteY2" fmla="*/ 99527 h 141709"/>
                  <a:gd name="connsiteX3" fmla="*/ 1361 w 595706"/>
                  <a:gd name="connsiteY3" fmla="*/ 141709 h 141709"/>
                  <a:gd name="connsiteX4" fmla="*/ 0 w 595706"/>
                  <a:gd name="connsiteY4" fmla="*/ 24472 h 141709"/>
                  <a:gd name="connsiteX0" fmla="*/ 0 w 595706"/>
                  <a:gd name="connsiteY0" fmla="*/ 24267 h 141504"/>
                  <a:gd name="connsiteX1" fmla="*/ 595706 w 595706"/>
                  <a:gd name="connsiteY1" fmla="*/ 2891 h 141504"/>
                  <a:gd name="connsiteX2" fmla="*/ 595706 w 595706"/>
                  <a:gd name="connsiteY2" fmla="*/ 99322 h 141504"/>
                  <a:gd name="connsiteX3" fmla="*/ 1361 w 595706"/>
                  <a:gd name="connsiteY3" fmla="*/ 141504 h 141504"/>
                  <a:gd name="connsiteX4" fmla="*/ 0 w 595706"/>
                  <a:gd name="connsiteY4" fmla="*/ 24267 h 141504"/>
                  <a:gd name="connsiteX0" fmla="*/ 0 w 595706"/>
                  <a:gd name="connsiteY0" fmla="*/ 24472 h 141709"/>
                  <a:gd name="connsiteX1" fmla="*/ 595706 w 595706"/>
                  <a:gd name="connsiteY1" fmla="*/ 3096 h 141709"/>
                  <a:gd name="connsiteX2" fmla="*/ 595706 w 595706"/>
                  <a:gd name="connsiteY2" fmla="*/ 99527 h 141709"/>
                  <a:gd name="connsiteX3" fmla="*/ 1361 w 595706"/>
                  <a:gd name="connsiteY3" fmla="*/ 141709 h 141709"/>
                  <a:gd name="connsiteX4" fmla="*/ 0 w 595706"/>
                  <a:gd name="connsiteY4" fmla="*/ 24472 h 141709"/>
                  <a:gd name="connsiteX0" fmla="*/ 0 w 595706"/>
                  <a:gd name="connsiteY0" fmla="*/ 24472 h 141709"/>
                  <a:gd name="connsiteX1" fmla="*/ 594353 w 595706"/>
                  <a:gd name="connsiteY1" fmla="*/ 3096 h 141709"/>
                  <a:gd name="connsiteX2" fmla="*/ 595706 w 595706"/>
                  <a:gd name="connsiteY2" fmla="*/ 99527 h 141709"/>
                  <a:gd name="connsiteX3" fmla="*/ 1361 w 595706"/>
                  <a:gd name="connsiteY3" fmla="*/ 141709 h 141709"/>
                  <a:gd name="connsiteX4" fmla="*/ 0 w 595706"/>
                  <a:gd name="connsiteY4" fmla="*/ 24472 h 141709"/>
                  <a:gd name="connsiteX0" fmla="*/ 124 w 595830"/>
                  <a:gd name="connsiteY0" fmla="*/ 24472 h 141709"/>
                  <a:gd name="connsiteX1" fmla="*/ 594477 w 595830"/>
                  <a:gd name="connsiteY1" fmla="*/ 3096 h 141709"/>
                  <a:gd name="connsiteX2" fmla="*/ 595830 w 595830"/>
                  <a:gd name="connsiteY2" fmla="*/ 99527 h 141709"/>
                  <a:gd name="connsiteX3" fmla="*/ 131 w 595830"/>
                  <a:gd name="connsiteY3" fmla="*/ 141709 h 141709"/>
                  <a:gd name="connsiteX4" fmla="*/ 124 w 595830"/>
                  <a:gd name="connsiteY4" fmla="*/ 24472 h 141709"/>
                  <a:gd name="connsiteX0" fmla="*/ 124 w 597179"/>
                  <a:gd name="connsiteY0" fmla="*/ 25207 h 142444"/>
                  <a:gd name="connsiteX1" fmla="*/ 597179 w 597179"/>
                  <a:gd name="connsiteY1" fmla="*/ 481 h 142444"/>
                  <a:gd name="connsiteX2" fmla="*/ 595830 w 597179"/>
                  <a:gd name="connsiteY2" fmla="*/ 100262 h 142444"/>
                  <a:gd name="connsiteX3" fmla="*/ 131 w 597179"/>
                  <a:gd name="connsiteY3" fmla="*/ 142444 h 142444"/>
                  <a:gd name="connsiteX4" fmla="*/ 124 w 597179"/>
                  <a:gd name="connsiteY4" fmla="*/ 25207 h 142444"/>
                  <a:gd name="connsiteX0" fmla="*/ 124 w 595889"/>
                  <a:gd name="connsiteY0" fmla="*/ 25842 h 143079"/>
                  <a:gd name="connsiteX1" fmla="*/ 594477 w 595889"/>
                  <a:gd name="connsiteY1" fmla="*/ 0 h 143079"/>
                  <a:gd name="connsiteX2" fmla="*/ 595830 w 595889"/>
                  <a:gd name="connsiteY2" fmla="*/ 100897 h 143079"/>
                  <a:gd name="connsiteX3" fmla="*/ 131 w 595889"/>
                  <a:gd name="connsiteY3" fmla="*/ 143079 h 143079"/>
                  <a:gd name="connsiteX4" fmla="*/ 124 w 595889"/>
                  <a:gd name="connsiteY4" fmla="*/ 25842 h 143079"/>
                  <a:gd name="connsiteX0" fmla="*/ 124 w 595889"/>
                  <a:gd name="connsiteY0" fmla="*/ 24713 h 141950"/>
                  <a:gd name="connsiteX1" fmla="*/ 594477 w 595889"/>
                  <a:gd name="connsiteY1" fmla="*/ 2221 h 141950"/>
                  <a:gd name="connsiteX2" fmla="*/ 595830 w 595889"/>
                  <a:gd name="connsiteY2" fmla="*/ 99768 h 141950"/>
                  <a:gd name="connsiteX3" fmla="*/ 131 w 595889"/>
                  <a:gd name="connsiteY3" fmla="*/ 141950 h 141950"/>
                  <a:gd name="connsiteX4" fmla="*/ 124 w 595889"/>
                  <a:gd name="connsiteY4" fmla="*/ 24713 h 141950"/>
                  <a:gd name="connsiteX0" fmla="*/ 124 w 595959"/>
                  <a:gd name="connsiteY0" fmla="*/ 24713 h 141950"/>
                  <a:gd name="connsiteX1" fmla="*/ 595828 w 595959"/>
                  <a:gd name="connsiteY1" fmla="*/ 2221 h 141950"/>
                  <a:gd name="connsiteX2" fmla="*/ 595830 w 595959"/>
                  <a:gd name="connsiteY2" fmla="*/ 99768 h 141950"/>
                  <a:gd name="connsiteX3" fmla="*/ 131 w 595959"/>
                  <a:gd name="connsiteY3" fmla="*/ 141950 h 141950"/>
                  <a:gd name="connsiteX4" fmla="*/ 124 w 595959"/>
                  <a:gd name="connsiteY4" fmla="*/ 24713 h 141950"/>
                  <a:gd name="connsiteX0" fmla="*/ 124 w 595959"/>
                  <a:gd name="connsiteY0" fmla="*/ 24925 h 142162"/>
                  <a:gd name="connsiteX1" fmla="*/ 595828 w 595959"/>
                  <a:gd name="connsiteY1" fmla="*/ 2433 h 142162"/>
                  <a:gd name="connsiteX2" fmla="*/ 595830 w 595959"/>
                  <a:gd name="connsiteY2" fmla="*/ 99980 h 142162"/>
                  <a:gd name="connsiteX3" fmla="*/ 131 w 595959"/>
                  <a:gd name="connsiteY3" fmla="*/ 142162 h 142162"/>
                  <a:gd name="connsiteX4" fmla="*/ 124 w 595959"/>
                  <a:gd name="connsiteY4" fmla="*/ 24925 h 142162"/>
                  <a:gd name="connsiteX0" fmla="*/ 124 w 595959"/>
                  <a:gd name="connsiteY0" fmla="*/ 22492 h 139729"/>
                  <a:gd name="connsiteX1" fmla="*/ 595828 w 595959"/>
                  <a:gd name="connsiteY1" fmla="*/ 0 h 139729"/>
                  <a:gd name="connsiteX2" fmla="*/ 595830 w 595959"/>
                  <a:gd name="connsiteY2" fmla="*/ 97547 h 139729"/>
                  <a:gd name="connsiteX3" fmla="*/ 131 w 595959"/>
                  <a:gd name="connsiteY3" fmla="*/ 139729 h 139729"/>
                  <a:gd name="connsiteX4" fmla="*/ 124 w 595959"/>
                  <a:gd name="connsiteY4" fmla="*/ 22492 h 139729"/>
                  <a:gd name="connsiteX0" fmla="*/ 124 w 595959"/>
                  <a:gd name="connsiteY0" fmla="*/ 25585 h 142822"/>
                  <a:gd name="connsiteX1" fmla="*/ 595828 w 595959"/>
                  <a:gd name="connsiteY1" fmla="*/ 3093 h 142822"/>
                  <a:gd name="connsiteX2" fmla="*/ 595830 w 595959"/>
                  <a:gd name="connsiteY2" fmla="*/ 100640 h 142822"/>
                  <a:gd name="connsiteX3" fmla="*/ 131 w 595959"/>
                  <a:gd name="connsiteY3" fmla="*/ 142822 h 142822"/>
                  <a:gd name="connsiteX4" fmla="*/ 124 w 595959"/>
                  <a:gd name="connsiteY4" fmla="*/ 25585 h 142822"/>
                  <a:gd name="connsiteX0" fmla="*/ 124 w 595959"/>
                  <a:gd name="connsiteY0" fmla="*/ 25585 h 142822"/>
                  <a:gd name="connsiteX1" fmla="*/ 595828 w 595959"/>
                  <a:gd name="connsiteY1" fmla="*/ 3093 h 142822"/>
                  <a:gd name="connsiteX2" fmla="*/ 595830 w 595959"/>
                  <a:gd name="connsiteY2" fmla="*/ 100640 h 142822"/>
                  <a:gd name="connsiteX3" fmla="*/ 131 w 595959"/>
                  <a:gd name="connsiteY3" fmla="*/ 142822 h 142822"/>
                  <a:gd name="connsiteX4" fmla="*/ 124 w 595959"/>
                  <a:gd name="connsiteY4" fmla="*/ 25585 h 142822"/>
                  <a:gd name="connsiteX0" fmla="*/ 124 w 595959"/>
                  <a:gd name="connsiteY0" fmla="*/ 26512 h 143749"/>
                  <a:gd name="connsiteX1" fmla="*/ 595828 w 595959"/>
                  <a:gd name="connsiteY1" fmla="*/ 4020 h 143749"/>
                  <a:gd name="connsiteX2" fmla="*/ 595830 w 595959"/>
                  <a:gd name="connsiteY2" fmla="*/ 101567 h 143749"/>
                  <a:gd name="connsiteX3" fmla="*/ 131 w 595959"/>
                  <a:gd name="connsiteY3" fmla="*/ 143749 h 143749"/>
                  <a:gd name="connsiteX4" fmla="*/ 124 w 595959"/>
                  <a:gd name="connsiteY4" fmla="*/ 26512 h 143749"/>
                  <a:gd name="connsiteX0" fmla="*/ 124 w 595959"/>
                  <a:gd name="connsiteY0" fmla="*/ 26512 h 143749"/>
                  <a:gd name="connsiteX1" fmla="*/ 595828 w 595959"/>
                  <a:gd name="connsiteY1" fmla="*/ 4020 h 143749"/>
                  <a:gd name="connsiteX2" fmla="*/ 595830 w 595959"/>
                  <a:gd name="connsiteY2" fmla="*/ 101567 h 143749"/>
                  <a:gd name="connsiteX3" fmla="*/ 131 w 595959"/>
                  <a:gd name="connsiteY3" fmla="*/ 143749 h 143749"/>
                  <a:gd name="connsiteX4" fmla="*/ 124 w 595959"/>
                  <a:gd name="connsiteY4" fmla="*/ 26512 h 143749"/>
                  <a:gd name="connsiteX0" fmla="*/ 124 w 595959"/>
                  <a:gd name="connsiteY0" fmla="*/ 28496 h 145733"/>
                  <a:gd name="connsiteX1" fmla="*/ 595828 w 595959"/>
                  <a:gd name="connsiteY1" fmla="*/ 6004 h 145733"/>
                  <a:gd name="connsiteX2" fmla="*/ 595830 w 595959"/>
                  <a:gd name="connsiteY2" fmla="*/ 103551 h 145733"/>
                  <a:gd name="connsiteX3" fmla="*/ 131 w 595959"/>
                  <a:gd name="connsiteY3" fmla="*/ 145733 h 145733"/>
                  <a:gd name="connsiteX4" fmla="*/ 124 w 595959"/>
                  <a:gd name="connsiteY4" fmla="*/ 28496 h 14573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856"/>
                  <a:gd name="connsiteY0" fmla="*/ 41841 h 159078"/>
                  <a:gd name="connsiteX1" fmla="*/ 591261 w 595856"/>
                  <a:gd name="connsiteY1" fmla="*/ 0 h 159078"/>
                  <a:gd name="connsiteX2" fmla="*/ 595830 w 595856"/>
                  <a:gd name="connsiteY2" fmla="*/ 116896 h 159078"/>
                  <a:gd name="connsiteX3" fmla="*/ 131 w 595856"/>
                  <a:gd name="connsiteY3" fmla="*/ 159078 h 159078"/>
                  <a:gd name="connsiteX4" fmla="*/ 124 w 595856"/>
                  <a:gd name="connsiteY4" fmla="*/ 41841 h 159078"/>
                  <a:gd name="connsiteX0" fmla="*/ 124 w 595959"/>
                  <a:gd name="connsiteY0" fmla="*/ 41841 h 159078"/>
                  <a:gd name="connsiteX1" fmla="*/ 595828 w 595959"/>
                  <a:gd name="connsiteY1" fmla="*/ 0 h 159078"/>
                  <a:gd name="connsiteX2" fmla="*/ 595830 w 595959"/>
                  <a:gd name="connsiteY2" fmla="*/ 116896 h 159078"/>
                  <a:gd name="connsiteX3" fmla="*/ 131 w 595959"/>
                  <a:gd name="connsiteY3" fmla="*/ 159078 h 159078"/>
                  <a:gd name="connsiteX4" fmla="*/ 124 w 595959"/>
                  <a:gd name="connsiteY4" fmla="*/ 41841 h 159078"/>
                  <a:gd name="connsiteX0" fmla="*/ 124 w 597349"/>
                  <a:gd name="connsiteY0" fmla="*/ 42378 h 159615"/>
                  <a:gd name="connsiteX1" fmla="*/ 597349 w 597349"/>
                  <a:gd name="connsiteY1" fmla="*/ 0 h 159615"/>
                  <a:gd name="connsiteX2" fmla="*/ 595830 w 597349"/>
                  <a:gd name="connsiteY2" fmla="*/ 117433 h 159615"/>
                  <a:gd name="connsiteX3" fmla="*/ 131 w 597349"/>
                  <a:gd name="connsiteY3" fmla="*/ 159615 h 159615"/>
                  <a:gd name="connsiteX4" fmla="*/ 124 w 597349"/>
                  <a:gd name="connsiteY4" fmla="*/ 42378 h 159615"/>
                  <a:gd name="connsiteX0" fmla="*/ 124 w 600443"/>
                  <a:gd name="connsiteY0" fmla="*/ 42378 h 159615"/>
                  <a:gd name="connsiteX1" fmla="*/ 597349 w 600443"/>
                  <a:gd name="connsiteY1" fmla="*/ 0 h 159615"/>
                  <a:gd name="connsiteX2" fmla="*/ 600408 w 600443"/>
                  <a:gd name="connsiteY2" fmla="*/ 117433 h 159615"/>
                  <a:gd name="connsiteX3" fmla="*/ 131 w 600443"/>
                  <a:gd name="connsiteY3" fmla="*/ 159615 h 159615"/>
                  <a:gd name="connsiteX4" fmla="*/ 124 w 600443"/>
                  <a:gd name="connsiteY4" fmla="*/ 42378 h 159615"/>
                  <a:gd name="connsiteX0" fmla="*/ 124 w 600537"/>
                  <a:gd name="connsiteY0" fmla="*/ 42378 h 159615"/>
                  <a:gd name="connsiteX1" fmla="*/ 600401 w 600537"/>
                  <a:gd name="connsiteY1" fmla="*/ 0 h 159615"/>
                  <a:gd name="connsiteX2" fmla="*/ 600408 w 600537"/>
                  <a:gd name="connsiteY2" fmla="*/ 117433 h 159615"/>
                  <a:gd name="connsiteX3" fmla="*/ 131 w 600537"/>
                  <a:gd name="connsiteY3" fmla="*/ 159615 h 159615"/>
                  <a:gd name="connsiteX4" fmla="*/ 124 w 600537"/>
                  <a:gd name="connsiteY4" fmla="*/ 42378 h 1596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00537" h="159615">
                    <a:moveTo>
                      <a:pt x="124" y="42378"/>
                    </a:moveTo>
                    <a:cubicBezTo>
                      <a:pt x="296414" y="-50243"/>
                      <a:pt x="418111" y="75773"/>
                      <a:pt x="600401" y="0"/>
                    </a:cubicBezTo>
                    <a:cubicBezTo>
                      <a:pt x="599951" y="33260"/>
                      <a:pt x="600858" y="84173"/>
                      <a:pt x="600408" y="117433"/>
                    </a:cubicBezTo>
                    <a:cubicBezTo>
                      <a:pt x="395490" y="192726"/>
                      <a:pt x="285331" y="62551"/>
                      <a:pt x="131" y="159615"/>
                    </a:cubicBezTo>
                    <a:cubicBezTo>
                      <a:pt x="-323" y="114566"/>
                      <a:pt x="578" y="87427"/>
                      <a:pt x="124" y="42378"/>
                    </a:cubicBezTo>
                    <a:close/>
                  </a:path>
                </a:pathLst>
              </a:custGeom>
              <a:solidFill>
                <a:schemeClr val="accent5">
                  <a:lumMod val="40000"/>
                  <a:lumOff val="60000"/>
                </a:schemeClr>
              </a:solidFill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grpSp>
            <p:nvGrpSpPr>
              <p:cNvPr id="741" name="组合 740">
                <a:extLst>
                  <a:ext uri="{FF2B5EF4-FFF2-40B4-BE49-F238E27FC236}">
                    <a16:creationId xmlns:a16="http://schemas.microsoft.com/office/drawing/2014/main" id="{DF8CC6E8-9575-CA4D-6E94-6535355DD547}"/>
                  </a:ext>
                </a:extLst>
              </p:cNvPr>
              <p:cNvGrpSpPr/>
              <p:nvPr/>
            </p:nvGrpSpPr>
            <p:grpSpPr>
              <a:xfrm>
                <a:off x="5040167" y="6521415"/>
                <a:ext cx="621640" cy="663817"/>
                <a:chOff x="3656357" y="6507685"/>
                <a:chExt cx="621640" cy="663817"/>
              </a:xfrm>
            </p:grpSpPr>
            <p:sp>
              <p:nvSpPr>
                <p:cNvPr id="742" name="矩形 741">
                  <a:extLst>
                    <a:ext uri="{FF2B5EF4-FFF2-40B4-BE49-F238E27FC236}">
                      <a16:creationId xmlns:a16="http://schemas.microsoft.com/office/drawing/2014/main" id="{1435B8A9-1813-53AC-006C-602A1A3C7ED0}"/>
                    </a:ext>
                  </a:extLst>
                </p:cNvPr>
                <p:cNvSpPr/>
                <p:nvPr/>
              </p:nvSpPr>
              <p:spPr>
                <a:xfrm>
                  <a:off x="3656465" y="6640950"/>
                  <a:ext cx="155302" cy="132623"/>
                </a:xfrm>
                <a:prstGeom prst="rect">
                  <a:avLst/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43" name="矩形 742">
                  <a:extLst>
                    <a:ext uri="{FF2B5EF4-FFF2-40B4-BE49-F238E27FC236}">
                      <a16:creationId xmlns:a16="http://schemas.microsoft.com/office/drawing/2014/main" id="{D4B3FDBF-1CF9-9507-3FB7-96CF77618EED}"/>
                    </a:ext>
                  </a:extLst>
                </p:cNvPr>
                <p:cNvSpPr/>
                <p:nvPr/>
              </p:nvSpPr>
              <p:spPr>
                <a:xfrm>
                  <a:off x="3811875" y="6640950"/>
                  <a:ext cx="155302" cy="132623"/>
                </a:xfrm>
                <a:prstGeom prst="rect">
                  <a:avLst/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44" name="矩形 743">
                  <a:extLst>
                    <a:ext uri="{FF2B5EF4-FFF2-40B4-BE49-F238E27FC236}">
                      <a16:creationId xmlns:a16="http://schemas.microsoft.com/office/drawing/2014/main" id="{0D75CB3B-8582-F695-B440-67D35FE5C8A0}"/>
                    </a:ext>
                  </a:extLst>
                </p:cNvPr>
                <p:cNvSpPr/>
                <p:nvPr/>
              </p:nvSpPr>
              <p:spPr>
                <a:xfrm>
                  <a:off x="3967285" y="6640950"/>
                  <a:ext cx="155302" cy="132623"/>
                </a:xfrm>
                <a:prstGeom prst="rect">
                  <a:avLst/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45" name="矩形 744">
                  <a:extLst>
                    <a:ext uri="{FF2B5EF4-FFF2-40B4-BE49-F238E27FC236}">
                      <a16:creationId xmlns:a16="http://schemas.microsoft.com/office/drawing/2014/main" id="{C028862E-65D0-95F0-C226-92709D777212}"/>
                    </a:ext>
                  </a:extLst>
                </p:cNvPr>
                <p:cNvSpPr/>
                <p:nvPr/>
              </p:nvSpPr>
              <p:spPr>
                <a:xfrm>
                  <a:off x="4122695" y="6640950"/>
                  <a:ext cx="155302" cy="132623"/>
                </a:xfrm>
                <a:prstGeom prst="rect">
                  <a:avLst/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46" name="矩形 745">
                  <a:extLst>
                    <a:ext uri="{FF2B5EF4-FFF2-40B4-BE49-F238E27FC236}">
                      <a16:creationId xmlns:a16="http://schemas.microsoft.com/office/drawing/2014/main" id="{2F8842D0-0522-6D4C-D967-65EC42F04B40}"/>
                    </a:ext>
                  </a:extLst>
                </p:cNvPr>
                <p:cNvSpPr/>
                <p:nvPr/>
              </p:nvSpPr>
              <p:spPr>
                <a:xfrm>
                  <a:off x="3656465" y="6773574"/>
                  <a:ext cx="155302" cy="132623"/>
                </a:xfrm>
                <a:prstGeom prst="rect">
                  <a:avLst/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47" name="矩形 746">
                  <a:extLst>
                    <a:ext uri="{FF2B5EF4-FFF2-40B4-BE49-F238E27FC236}">
                      <a16:creationId xmlns:a16="http://schemas.microsoft.com/office/drawing/2014/main" id="{8351540B-E2E8-390D-B47E-D2BB391E823F}"/>
                    </a:ext>
                  </a:extLst>
                </p:cNvPr>
                <p:cNvSpPr/>
                <p:nvPr/>
              </p:nvSpPr>
              <p:spPr>
                <a:xfrm>
                  <a:off x="3811875" y="6773574"/>
                  <a:ext cx="155302" cy="132623"/>
                </a:xfrm>
                <a:prstGeom prst="rect">
                  <a:avLst/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48" name="矩形 747">
                  <a:extLst>
                    <a:ext uri="{FF2B5EF4-FFF2-40B4-BE49-F238E27FC236}">
                      <a16:creationId xmlns:a16="http://schemas.microsoft.com/office/drawing/2014/main" id="{29F96FFD-D73D-192A-ECBD-8AE667CF3DB7}"/>
                    </a:ext>
                  </a:extLst>
                </p:cNvPr>
                <p:cNvSpPr/>
                <p:nvPr/>
              </p:nvSpPr>
              <p:spPr>
                <a:xfrm>
                  <a:off x="3967285" y="6773574"/>
                  <a:ext cx="155302" cy="132623"/>
                </a:xfrm>
                <a:prstGeom prst="rect">
                  <a:avLst/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49" name="矩形 748">
                  <a:extLst>
                    <a:ext uri="{FF2B5EF4-FFF2-40B4-BE49-F238E27FC236}">
                      <a16:creationId xmlns:a16="http://schemas.microsoft.com/office/drawing/2014/main" id="{479E535E-437C-6E8B-4E7F-DB8BC63616BB}"/>
                    </a:ext>
                  </a:extLst>
                </p:cNvPr>
                <p:cNvSpPr/>
                <p:nvPr/>
              </p:nvSpPr>
              <p:spPr>
                <a:xfrm>
                  <a:off x="4122695" y="6773574"/>
                  <a:ext cx="155302" cy="132623"/>
                </a:xfrm>
                <a:prstGeom prst="rect">
                  <a:avLst/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50" name="矩形 749">
                  <a:extLst>
                    <a:ext uri="{FF2B5EF4-FFF2-40B4-BE49-F238E27FC236}">
                      <a16:creationId xmlns:a16="http://schemas.microsoft.com/office/drawing/2014/main" id="{FEE59B1F-D8B1-399D-9354-413406D921CC}"/>
                    </a:ext>
                  </a:extLst>
                </p:cNvPr>
                <p:cNvSpPr/>
                <p:nvPr/>
              </p:nvSpPr>
              <p:spPr>
                <a:xfrm>
                  <a:off x="3656357" y="6906255"/>
                  <a:ext cx="155302" cy="132623"/>
                </a:xfrm>
                <a:prstGeom prst="rect">
                  <a:avLst/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51" name="矩形 750">
                  <a:extLst>
                    <a:ext uri="{FF2B5EF4-FFF2-40B4-BE49-F238E27FC236}">
                      <a16:creationId xmlns:a16="http://schemas.microsoft.com/office/drawing/2014/main" id="{FDD07DBE-6E77-D37F-2031-E3ACE922D7D7}"/>
                    </a:ext>
                  </a:extLst>
                </p:cNvPr>
                <p:cNvSpPr/>
                <p:nvPr/>
              </p:nvSpPr>
              <p:spPr>
                <a:xfrm>
                  <a:off x="3811767" y="6906255"/>
                  <a:ext cx="155302" cy="132623"/>
                </a:xfrm>
                <a:prstGeom prst="rect">
                  <a:avLst/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52" name="矩形 751">
                  <a:extLst>
                    <a:ext uri="{FF2B5EF4-FFF2-40B4-BE49-F238E27FC236}">
                      <a16:creationId xmlns:a16="http://schemas.microsoft.com/office/drawing/2014/main" id="{D63E8D40-7087-9DB9-06AC-97C81113E4F6}"/>
                    </a:ext>
                  </a:extLst>
                </p:cNvPr>
                <p:cNvSpPr/>
                <p:nvPr/>
              </p:nvSpPr>
              <p:spPr>
                <a:xfrm>
                  <a:off x="3967177" y="6906255"/>
                  <a:ext cx="155302" cy="132623"/>
                </a:xfrm>
                <a:prstGeom prst="rect">
                  <a:avLst/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53" name="矩形 752">
                  <a:extLst>
                    <a:ext uri="{FF2B5EF4-FFF2-40B4-BE49-F238E27FC236}">
                      <a16:creationId xmlns:a16="http://schemas.microsoft.com/office/drawing/2014/main" id="{8AE01846-1F51-C590-B65F-792D2BD9490B}"/>
                    </a:ext>
                  </a:extLst>
                </p:cNvPr>
                <p:cNvSpPr/>
                <p:nvPr/>
              </p:nvSpPr>
              <p:spPr>
                <a:xfrm>
                  <a:off x="4122587" y="6906255"/>
                  <a:ext cx="155302" cy="132623"/>
                </a:xfrm>
                <a:prstGeom prst="rect">
                  <a:avLst/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54" name="矩形 753">
                  <a:extLst>
                    <a:ext uri="{FF2B5EF4-FFF2-40B4-BE49-F238E27FC236}">
                      <a16:creationId xmlns:a16="http://schemas.microsoft.com/office/drawing/2014/main" id="{F178F084-3B05-176D-D259-E6DF0AC6110E}"/>
                    </a:ext>
                  </a:extLst>
                </p:cNvPr>
                <p:cNvSpPr/>
                <p:nvPr/>
              </p:nvSpPr>
              <p:spPr>
                <a:xfrm>
                  <a:off x="3656357" y="7038879"/>
                  <a:ext cx="155302" cy="132623"/>
                </a:xfrm>
                <a:prstGeom prst="rect">
                  <a:avLst/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803" name="矩形 802">
                  <a:extLst>
                    <a:ext uri="{FF2B5EF4-FFF2-40B4-BE49-F238E27FC236}">
                      <a16:creationId xmlns:a16="http://schemas.microsoft.com/office/drawing/2014/main" id="{15C518EC-5FD5-B0A5-3BAA-DE5D9301EAC2}"/>
                    </a:ext>
                  </a:extLst>
                </p:cNvPr>
                <p:cNvSpPr/>
                <p:nvPr/>
              </p:nvSpPr>
              <p:spPr>
                <a:xfrm>
                  <a:off x="3811767" y="7038879"/>
                  <a:ext cx="155302" cy="132623"/>
                </a:xfrm>
                <a:prstGeom prst="rect">
                  <a:avLst/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804" name="矩形 803">
                  <a:extLst>
                    <a:ext uri="{FF2B5EF4-FFF2-40B4-BE49-F238E27FC236}">
                      <a16:creationId xmlns:a16="http://schemas.microsoft.com/office/drawing/2014/main" id="{3932B514-09B6-6DCF-CF5D-2989E07AE42B}"/>
                    </a:ext>
                  </a:extLst>
                </p:cNvPr>
                <p:cNvSpPr/>
                <p:nvPr/>
              </p:nvSpPr>
              <p:spPr>
                <a:xfrm>
                  <a:off x="3967177" y="7038879"/>
                  <a:ext cx="155302" cy="132623"/>
                </a:xfrm>
                <a:prstGeom prst="rect">
                  <a:avLst/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805" name="矩形 804">
                  <a:extLst>
                    <a:ext uri="{FF2B5EF4-FFF2-40B4-BE49-F238E27FC236}">
                      <a16:creationId xmlns:a16="http://schemas.microsoft.com/office/drawing/2014/main" id="{6F24A74E-287A-35DF-46BF-7F937CC89A28}"/>
                    </a:ext>
                  </a:extLst>
                </p:cNvPr>
                <p:cNvSpPr/>
                <p:nvPr/>
              </p:nvSpPr>
              <p:spPr>
                <a:xfrm>
                  <a:off x="4122587" y="7038879"/>
                  <a:ext cx="155302" cy="132623"/>
                </a:xfrm>
                <a:prstGeom prst="rect">
                  <a:avLst/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806" name="矩形 805">
                  <a:extLst>
                    <a:ext uri="{FF2B5EF4-FFF2-40B4-BE49-F238E27FC236}">
                      <a16:creationId xmlns:a16="http://schemas.microsoft.com/office/drawing/2014/main" id="{1FFF0D0C-154B-5D1B-E5C5-28BBCE2FA4C0}"/>
                    </a:ext>
                  </a:extLst>
                </p:cNvPr>
                <p:cNvSpPr/>
                <p:nvPr/>
              </p:nvSpPr>
              <p:spPr>
                <a:xfrm>
                  <a:off x="3656357" y="6507685"/>
                  <a:ext cx="155302" cy="132623"/>
                </a:xfrm>
                <a:prstGeom prst="rect">
                  <a:avLst/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807" name="矩形 806">
                  <a:extLst>
                    <a:ext uri="{FF2B5EF4-FFF2-40B4-BE49-F238E27FC236}">
                      <a16:creationId xmlns:a16="http://schemas.microsoft.com/office/drawing/2014/main" id="{F1FA3708-5282-746F-6052-7D8DF5C07406}"/>
                    </a:ext>
                  </a:extLst>
                </p:cNvPr>
                <p:cNvSpPr/>
                <p:nvPr/>
              </p:nvSpPr>
              <p:spPr>
                <a:xfrm>
                  <a:off x="3811767" y="6507685"/>
                  <a:ext cx="155302" cy="132623"/>
                </a:xfrm>
                <a:prstGeom prst="rect">
                  <a:avLst/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808" name="矩形 807">
                  <a:extLst>
                    <a:ext uri="{FF2B5EF4-FFF2-40B4-BE49-F238E27FC236}">
                      <a16:creationId xmlns:a16="http://schemas.microsoft.com/office/drawing/2014/main" id="{EDF3530E-7950-DCD3-FDCB-235EB46C0B41}"/>
                    </a:ext>
                  </a:extLst>
                </p:cNvPr>
                <p:cNvSpPr/>
                <p:nvPr/>
              </p:nvSpPr>
              <p:spPr>
                <a:xfrm>
                  <a:off x="3967177" y="6507685"/>
                  <a:ext cx="155302" cy="132623"/>
                </a:xfrm>
                <a:prstGeom prst="rect">
                  <a:avLst/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809" name="矩形 808">
                  <a:extLst>
                    <a:ext uri="{FF2B5EF4-FFF2-40B4-BE49-F238E27FC236}">
                      <a16:creationId xmlns:a16="http://schemas.microsoft.com/office/drawing/2014/main" id="{336BE9C1-8DC0-5467-5617-5C8C0C86E646}"/>
                    </a:ext>
                  </a:extLst>
                </p:cNvPr>
                <p:cNvSpPr/>
                <p:nvPr/>
              </p:nvSpPr>
              <p:spPr>
                <a:xfrm>
                  <a:off x="4122587" y="6507685"/>
                  <a:ext cx="155302" cy="132623"/>
                </a:xfrm>
                <a:prstGeom prst="rect">
                  <a:avLst/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</p:grpSp>
      </p:grpSp>
      <p:grpSp>
        <p:nvGrpSpPr>
          <p:cNvPr id="810" name="组合 809">
            <a:extLst>
              <a:ext uri="{FF2B5EF4-FFF2-40B4-BE49-F238E27FC236}">
                <a16:creationId xmlns:a16="http://schemas.microsoft.com/office/drawing/2014/main" id="{9CD46A6D-0CF4-F551-076D-F646CFD59B46}"/>
              </a:ext>
            </a:extLst>
          </p:cNvPr>
          <p:cNvGrpSpPr/>
          <p:nvPr/>
        </p:nvGrpSpPr>
        <p:grpSpPr>
          <a:xfrm>
            <a:off x="9278344" y="5698278"/>
            <a:ext cx="621640" cy="1039771"/>
            <a:chOff x="6489710" y="6141287"/>
            <a:chExt cx="621640" cy="1039771"/>
          </a:xfrm>
        </p:grpSpPr>
        <p:sp>
          <p:nvSpPr>
            <p:cNvPr id="811" name="矩形 1174">
              <a:extLst>
                <a:ext uri="{FF2B5EF4-FFF2-40B4-BE49-F238E27FC236}">
                  <a16:creationId xmlns:a16="http://schemas.microsoft.com/office/drawing/2014/main" id="{B41C59C4-0E7F-5E39-F66E-CAE68F0D2378}"/>
                </a:ext>
              </a:extLst>
            </p:cNvPr>
            <p:cNvSpPr/>
            <p:nvPr/>
          </p:nvSpPr>
          <p:spPr>
            <a:xfrm rot="10800000">
              <a:off x="6490934" y="6307595"/>
              <a:ext cx="618706" cy="201627"/>
            </a:xfrm>
            <a:custGeom>
              <a:avLst/>
              <a:gdLst>
                <a:gd name="connsiteX0" fmla="*/ 0 w 595706"/>
                <a:gd name="connsiteY0" fmla="*/ 0 h 92965"/>
                <a:gd name="connsiteX1" fmla="*/ 595706 w 595706"/>
                <a:gd name="connsiteY1" fmla="*/ 0 h 92965"/>
                <a:gd name="connsiteX2" fmla="*/ 595706 w 595706"/>
                <a:gd name="connsiteY2" fmla="*/ 92965 h 92965"/>
                <a:gd name="connsiteX3" fmla="*/ 0 w 595706"/>
                <a:gd name="connsiteY3" fmla="*/ 92965 h 92965"/>
                <a:gd name="connsiteX4" fmla="*/ 0 w 595706"/>
                <a:gd name="connsiteY4" fmla="*/ 0 h 92965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1422 w 594406"/>
                <a:gd name="connsiteY0" fmla="*/ 21376 h 135147"/>
                <a:gd name="connsiteX1" fmla="*/ 594406 w 594406"/>
                <a:gd name="connsiteY1" fmla="*/ 0 h 135147"/>
                <a:gd name="connsiteX2" fmla="*/ 594406 w 594406"/>
                <a:gd name="connsiteY2" fmla="*/ 92965 h 135147"/>
                <a:gd name="connsiteX3" fmla="*/ 61 w 594406"/>
                <a:gd name="connsiteY3" fmla="*/ 135147 h 135147"/>
                <a:gd name="connsiteX4" fmla="*/ 1422 w 594406"/>
                <a:gd name="connsiteY4" fmla="*/ 21376 h 135147"/>
                <a:gd name="connsiteX0" fmla="*/ 1422 w 594406"/>
                <a:gd name="connsiteY0" fmla="*/ 15599 h 135147"/>
                <a:gd name="connsiteX1" fmla="*/ 594406 w 594406"/>
                <a:gd name="connsiteY1" fmla="*/ 0 h 135147"/>
                <a:gd name="connsiteX2" fmla="*/ 594406 w 594406"/>
                <a:gd name="connsiteY2" fmla="*/ 92965 h 135147"/>
                <a:gd name="connsiteX3" fmla="*/ 61 w 594406"/>
                <a:gd name="connsiteY3" fmla="*/ 135147 h 135147"/>
                <a:gd name="connsiteX4" fmla="*/ 1422 w 594406"/>
                <a:gd name="connsiteY4" fmla="*/ 15599 h 135147"/>
                <a:gd name="connsiteX0" fmla="*/ 131 w 594476"/>
                <a:gd name="connsiteY0" fmla="*/ 4622 h 135147"/>
                <a:gd name="connsiteX1" fmla="*/ 594476 w 594476"/>
                <a:gd name="connsiteY1" fmla="*/ 0 h 135147"/>
                <a:gd name="connsiteX2" fmla="*/ 594476 w 594476"/>
                <a:gd name="connsiteY2" fmla="*/ 92965 h 135147"/>
                <a:gd name="connsiteX3" fmla="*/ 131 w 594476"/>
                <a:gd name="connsiteY3" fmla="*/ 135147 h 135147"/>
                <a:gd name="connsiteX4" fmla="*/ 131 w 594476"/>
                <a:gd name="connsiteY4" fmla="*/ 4622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22423 h 139660"/>
                <a:gd name="connsiteX1" fmla="*/ 595706 w 595706"/>
                <a:gd name="connsiteY1" fmla="*/ 4513 h 139660"/>
                <a:gd name="connsiteX2" fmla="*/ 595706 w 595706"/>
                <a:gd name="connsiteY2" fmla="*/ 97478 h 139660"/>
                <a:gd name="connsiteX3" fmla="*/ 1361 w 595706"/>
                <a:gd name="connsiteY3" fmla="*/ 139660 h 139660"/>
                <a:gd name="connsiteX4" fmla="*/ 0 w 595706"/>
                <a:gd name="connsiteY4" fmla="*/ 22423 h 139660"/>
                <a:gd name="connsiteX0" fmla="*/ 0 w 595706"/>
                <a:gd name="connsiteY0" fmla="*/ 26413 h 143650"/>
                <a:gd name="connsiteX1" fmla="*/ 595706 w 595706"/>
                <a:gd name="connsiteY1" fmla="*/ 8503 h 143650"/>
                <a:gd name="connsiteX2" fmla="*/ 595706 w 595706"/>
                <a:gd name="connsiteY2" fmla="*/ 101468 h 143650"/>
                <a:gd name="connsiteX3" fmla="*/ 1361 w 595706"/>
                <a:gd name="connsiteY3" fmla="*/ 143650 h 143650"/>
                <a:gd name="connsiteX4" fmla="*/ 0 w 595706"/>
                <a:gd name="connsiteY4" fmla="*/ 26413 h 143650"/>
                <a:gd name="connsiteX0" fmla="*/ 0 w 595706"/>
                <a:gd name="connsiteY0" fmla="*/ 21286 h 138523"/>
                <a:gd name="connsiteX1" fmla="*/ 595706 w 595706"/>
                <a:gd name="connsiteY1" fmla="*/ 3376 h 138523"/>
                <a:gd name="connsiteX2" fmla="*/ 595706 w 595706"/>
                <a:gd name="connsiteY2" fmla="*/ 96341 h 138523"/>
                <a:gd name="connsiteX3" fmla="*/ 1361 w 595706"/>
                <a:gd name="connsiteY3" fmla="*/ 138523 h 138523"/>
                <a:gd name="connsiteX4" fmla="*/ 0 w 595706"/>
                <a:gd name="connsiteY4" fmla="*/ 21286 h 138523"/>
                <a:gd name="connsiteX0" fmla="*/ 0 w 595706"/>
                <a:gd name="connsiteY0" fmla="*/ 22534 h 139771"/>
                <a:gd name="connsiteX1" fmla="*/ 595706 w 595706"/>
                <a:gd name="connsiteY1" fmla="*/ 4624 h 139771"/>
                <a:gd name="connsiteX2" fmla="*/ 595706 w 595706"/>
                <a:gd name="connsiteY2" fmla="*/ 97589 h 139771"/>
                <a:gd name="connsiteX3" fmla="*/ 1361 w 595706"/>
                <a:gd name="connsiteY3" fmla="*/ 139771 h 139771"/>
                <a:gd name="connsiteX4" fmla="*/ 0 w 595706"/>
                <a:gd name="connsiteY4" fmla="*/ 22534 h 139771"/>
                <a:gd name="connsiteX0" fmla="*/ 0 w 595706"/>
                <a:gd name="connsiteY0" fmla="*/ 23494 h 140731"/>
                <a:gd name="connsiteX1" fmla="*/ 595706 w 595706"/>
                <a:gd name="connsiteY1" fmla="*/ 2118 h 140731"/>
                <a:gd name="connsiteX2" fmla="*/ 595706 w 595706"/>
                <a:gd name="connsiteY2" fmla="*/ 98549 h 140731"/>
                <a:gd name="connsiteX3" fmla="*/ 1361 w 595706"/>
                <a:gd name="connsiteY3" fmla="*/ 140731 h 140731"/>
                <a:gd name="connsiteX4" fmla="*/ 0 w 595706"/>
                <a:gd name="connsiteY4" fmla="*/ 23494 h 140731"/>
                <a:gd name="connsiteX0" fmla="*/ 0 w 595706"/>
                <a:gd name="connsiteY0" fmla="*/ 23494 h 140731"/>
                <a:gd name="connsiteX1" fmla="*/ 595706 w 595706"/>
                <a:gd name="connsiteY1" fmla="*/ 2118 h 140731"/>
                <a:gd name="connsiteX2" fmla="*/ 595706 w 595706"/>
                <a:gd name="connsiteY2" fmla="*/ 98549 h 140731"/>
                <a:gd name="connsiteX3" fmla="*/ 1361 w 595706"/>
                <a:gd name="connsiteY3" fmla="*/ 140731 h 140731"/>
                <a:gd name="connsiteX4" fmla="*/ 0 w 595706"/>
                <a:gd name="connsiteY4" fmla="*/ 23494 h 140731"/>
                <a:gd name="connsiteX0" fmla="*/ 0 w 595706"/>
                <a:gd name="connsiteY0" fmla="*/ 25030 h 142267"/>
                <a:gd name="connsiteX1" fmla="*/ 595706 w 595706"/>
                <a:gd name="connsiteY1" fmla="*/ 3654 h 142267"/>
                <a:gd name="connsiteX2" fmla="*/ 595706 w 595706"/>
                <a:gd name="connsiteY2" fmla="*/ 100085 h 142267"/>
                <a:gd name="connsiteX3" fmla="*/ 1361 w 595706"/>
                <a:gd name="connsiteY3" fmla="*/ 142267 h 142267"/>
                <a:gd name="connsiteX4" fmla="*/ 0 w 595706"/>
                <a:gd name="connsiteY4" fmla="*/ 25030 h 142267"/>
                <a:gd name="connsiteX0" fmla="*/ 0 w 595706"/>
                <a:gd name="connsiteY0" fmla="*/ 22091 h 139328"/>
                <a:gd name="connsiteX1" fmla="*/ 595706 w 595706"/>
                <a:gd name="connsiteY1" fmla="*/ 715 h 139328"/>
                <a:gd name="connsiteX2" fmla="*/ 595706 w 595706"/>
                <a:gd name="connsiteY2" fmla="*/ 97146 h 139328"/>
                <a:gd name="connsiteX3" fmla="*/ 1361 w 595706"/>
                <a:gd name="connsiteY3" fmla="*/ 139328 h 139328"/>
                <a:gd name="connsiteX4" fmla="*/ 0 w 595706"/>
                <a:gd name="connsiteY4" fmla="*/ 22091 h 139328"/>
                <a:gd name="connsiteX0" fmla="*/ 0 w 595706"/>
                <a:gd name="connsiteY0" fmla="*/ 23573 h 140810"/>
                <a:gd name="connsiteX1" fmla="*/ 595706 w 595706"/>
                <a:gd name="connsiteY1" fmla="*/ 2197 h 140810"/>
                <a:gd name="connsiteX2" fmla="*/ 595706 w 595706"/>
                <a:gd name="connsiteY2" fmla="*/ 98628 h 140810"/>
                <a:gd name="connsiteX3" fmla="*/ 1361 w 595706"/>
                <a:gd name="connsiteY3" fmla="*/ 140810 h 140810"/>
                <a:gd name="connsiteX4" fmla="*/ 0 w 595706"/>
                <a:gd name="connsiteY4" fmla="*/ 23573 h 140810"/>
                <a:gd name="connsiteX0" fmla="*/ 0 w 595706"/>
                <a:gd name="connsiteY0" fmla="*/ 21908 h 139145"/>
                <a:gd name="connsiteX1" fmla="*/ 595706 w 595706"/>
                <a:gd name="connsiteY1" fmla="*/ 532 h 139145"/>
                <a:gd name="connsiteX2" fmla="*/ 595706 w 595706"/>
                <a:gd name="connsiteY2" fmla="*/ 96963 h 139145"/>
                <a:gd name="connsiteX3" fmla="*/ 1361 w 595706"/>
                <a:gd name="connsiteY3" fmla="*/ 139145 h 139145"/>
                <a:gd name="connsiteX4" fmla="*/ 0 w 595706"/>
                <a:gd name="connsiteY4" fmla="*/ 21908 h 139145"/>
                <a:gd name="connsiteX0" fmla="*/ 0 w 595706"/>
                <a:gd name="connsiteY0" fmla="*/ 23863 h 141100"/>
                <a:gd name="connsiteX1" fmla="*/ 595706 w 595706"/>
                <a:gd name="connsiteY1" fmla="*/ 2487 h 141100"/>
                <a:gd name="connsiteX2" fmla="*/ 595706 w 595706"/>
                <a:gd name="connsiteY2" fmla="*/ 98918 h 141100"/>
                <a:gd name="connsiteX3" fmla="*/ 1361 w 595706"/>
                <a:gd name="connsiteY3" fmla="*/ 141100 h 141100"/>
                <a:gd name="connsiteX4" fmla="*/ 0 w 595706"/>
                <a:gd name="connsiteY4" fmla="*/ 23863 h 141100"/>
                <a:gd name="connsiteX0" fmla="*/ 0 w 595706"/>
                <a:gd name="connsiteY0" fmla="*/ 24472 h 141709"/>
                <a:gd name="connsiteX1" fmla="*/ 595706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0 w 595706"/>
                <a:gd name="connsiteY0" fmla="*/ 24267 h 141504"/>
                <a:gd name="connsiteX1" fmla="*/ 595706 w 595706"/>
                <a:gd name="connsiteY1" fmla="*/ 2891 h 141504"/>
                <a:gd name="connsiteX2" fmla="*/ 595706 w 595706"/>
                <a:gd name="connsiteY2" fmla="*/ 99322 h 141504"/>
                <a:gd name="connsiteX3" fmla="*/ 1361 w 595706"/>
                <a:gd name="connsiteY3" fmla="*/ 141504 h 141504"/>
                <a:gd name="connsiteX4" fmla="*/ 0 w 595706"/>
                <a:gd name="connsiteY4" fmla="*/ 24267 h 141504"/>
                <a:gd name="connsiteX0" fmla="*/ 0 w 595706"/>
                <a:gd name="connsiteY0" fmla="*/ 24472 h 141709"/>
                <a:gd name="connsiteX1" fmla="*/ 595706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0 w 595706"/>
                <a:gd name="connsiteY0" fmla="*/ 24472 h 141709"/>
                <a:gd name="connsiteX1" fmla="*/ 594353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124 w 595830"/>
                <a:gd name="connsiteY0" fmla="*/ 24472 h 141709"/>
                <a:gd name="connsiteX1" fmla="*/ 594477 w 595830"/>
                <a:gd name="connsiteY1" fmla="*/ 3096 h 141709"/>
                <a:gd name="connsiteX2" fmla="*/ 595830 w 595830"/>
                <a:gd name="connsiteY2" fmla="*/ 99527 h 141709"/>
                <a:gd name="connsiteX3" fmla="*/ 131 w 595830"/>
                <a:gd name="connsiteY3" fmla="*/ 141709 h 141709"/>
                <a:gd name="connsiteX4" fmla="*/ 124 w 595830"/>
                <a:gd name="connsiteY4" fmla="*/ 24472 h 141709"/>
                <a:gd name="connsiteX0" fmla="*/ 124 w 597179"/>
                <a:gd name="connsiteY0" fmla="*/ 25207 h 142444"/>
                <a:gd name="connsiteX1" fmla="*/ 597179 w 597179"/>
                <a:gd name="connsiteY1" fmla="*/ 481 h 142444"/>
                <a:gd name="connsiteX2" fmla="*/ 595830 w 597179"/>
                <a:gd name="connsiteY2" fmla="*/ 100262 h 142444"/>
                <a:gd name="connsiteX3" fmla="*/ 131 w 597179"/>
                <a:gd name="connsiteY3" fmla="*/ 142444 h 142444"/>
                <a:gd name="connsiteX4" fmla="*/ 124 w 597179"/>
                <a:gd name="connsiteY4" fmla="*/ 25207 h 142444"/>
                <a:gd name="connsiteX0" fmla="*/ 124 w 595889"/>
                <a:gd name="connsiteY0" fmla="*/ 25842 h 143079"/>
                <a:gd name="connsiteX1" fmla="*/ 594477 w 595889"/>
                <a:gd name="connsiteY1" fmla="*/ 0 h 143079"/>
                <a:gd name="connsiteX2" fmla="*/ 595830 w 595889"/>
                <a:gd name="connsiteY2" fmla="*/ 100897 h 143079"/>
                <a:gd name="connsiteX3" fmla="*/ 131 w 595889"/>
                <a:gd name="connsiteY3" fmla="*/ 143079 h 143079"/>
                <a:gd name="connsiteX4" fmla="*/ 124 w 595889"/>
                <a:gd name="connsiteY4" fmla="*/ 25842 h 143079"/>
                <a:gd name="connsiteX0" fmla="*/ 124 w 595889"/>
                <a:gd name="connsiteY0" fmla="*/ 24713 h 141950"/>
                <a:gd name="connsiteX1" fmla="*/ 594477 w 595889"/>
                <a:gd name="connsiteY1" fmla="*/ 2221 h 141950"/>
                <a:gd name="connsiteX2" fmla="*/ 595830 w 595889"/>
                <a:gd name="connsiteY2" fmla="*/ 99768 h 141950"/>
                <a:gd name="connsiteX3" fmla="*/ 131 w 595889"/>
                <a:gd name="connsiteY3" fmla="*/ 141950 h 141950"/>
                <a:gd name="connsiteX4" fmla="*/ 124 w 595889"/>
                <a:gd name="connsiteY4" fmla="*/ 24713 h 141950"/>
                <a:gd name="connsiteX0" fmla="*/ 124 w 595959"/>
                <a:gd name="connsiteY0" fmla="*/ 24713 h 141950"/>
                <a:gd name="connsiteX1" fmla="*/ 595828 w 595959"/>
                <a:gd name="connsiteY1" fmla="*/ 2221 h 141950"/>
                <a:gd name="connsiteX2" fmla="*/ 595830 w 595959"/>
                <a:gd name="connsiteY2" fmla="*/ 99768 h 141950"/>
                <a:gd name="connsiteX3" fmla="*/ 131 w 595959"/>
                <a:gd name="connsiteY3" fmla="*/ 141950 h 141950"/>
                <a:gd name="connsiteX4" fmla="*/ 124 w 595959"/>
                <a:gd name="connsiteY4" fmla="*/ 24713 h 141950"/>
                <a:gd name="connsiteX0" fmla="*/ 124 w 595959"/>
                <a:gd name="connsiteY0" fmla="*/ 24925 h 142162"/>
                <a:gd name="connsiteX1" fmla="*/ 595828 w 595959"/>
                <a:gd name="connsiteY1" fmla="*/ 2433 h 142162"/>
                <a:gd name="connsiteX2" fmla="*/ 595830 w 595959"/>
                <a:gd name="connsiteY2" fmla="*/ 99980 h 142162"/>
                <a:gd name="connsiteX3" fmla="*/ 131 w 595959"/>
                <a:gd name="connsiteY3" fmla="*/ 142162 h 142162"/>
                <a:gd name="connsiteX4" fmla="*/ 124 w 595959"/>
                <a:gd name="connsiteY4" fmla="*/ 24925 h 142162"/>
                <a:gd name="connsiteX0" fmla="*/ 124 w 595959"/>
                <a:gd name="connsiteY0" fmla="*/ 22492 h 139729"/>
                <a:gd name="connsiteX1" fmla="*/ 595828 w 595959"/>
                <a:gd name="connsiteY1" fmla="*/ 0 h 139729"/>
                <a:gd name="connsiteX2" fmla="*/ 595830 w 595959"/>
                <a:gd name="connsiteY2" fmla="*/ 97547 h 139729"/>
                <a:gd name="connsiteX3" fmla="*/ 131 w 595959"/>
                <a:gd name="connsiteY3" fmla="*/ 139729 h 139729"/>
                <a:gd name="connsiteX4" fmla="*/ 124 w 595959"/>
                <a:gd name="connsiteY4" fmla="*/ 22492 h 139729"/>
                <a:gd name="connsiteX0" fmla="*/ 124 w 595959"/>
                <a:gd name="connsiteY0" fmla="*/ 25585 h 142822"/>
                <a:gd name="connsiteX1" fmla="*/ 595828 w 595959"/>
                <a:gd name="connsiteY1" fmla="*/ 3093 h 142822"/>
                <a:gd name="connsiteX2" fmla="*/ 595830 w 595959"/>
                <a:gd name="connsiteY2" fmla="*/ 100640 h 142822"/>
                <a:gd name="connsiteX3" fmla="*/ 131 w 595959"/>
                <a:gd name="connsiteY3" fmla="*/ 142822 h 142822"/>
                <a:gd name="connsiteX4" fmla="*/ 124 w 595959"/>
                <a:gd name="connsiteY4" fmla="*/ 25585 h 142822"/>
                <a:gd name="connsiteX0" fmla="*/ 124 w 595959"/>
                <a:gd name="connsiteY0" fmla="*/ 25585 h 142822"/>
                <a:gd name="connsiteX1" fmla="*/ 595828 w 595959"/>
                <a:gd name="connsiteY1" fmla="*/ 3093 h 142822"/>
                <a:gd name="connsiteX2" fmla="*/ 595830 w 595959"/>
                <a:gd name="connsiteY2" fmla="*/ 100640 h 142822"/>
                <a:gd name="connsiteX3" fmla="*/ 131 w 595959"/>
                <a:gd name="connsiteY3" fmla="*/ 142822 h 142822"/>
                <a:gd name="connsiteX4" fmla="*/ 124 w 595959"/>
                <a:gd name="connsiteY4" fmla="*/ 25585 h 142822"/>
                <a:gd name="connsiteX0" fmla="*/ 124 w 595959"/>
                <a:gd name="connsiteY0" fmla="*/ 26512 h 143749"/>
                <a:gd name="connsiteX1" fmla="*/ 595828 w 595959"/>
                <a:gd name="connsiteY1" fmla="*/ 4020 h 143749"/>
                <a:gd name="connsiteX2" fmla="*/ 595830 w 595959"/>
                <a:gd name="connsiteY2" fmla="*/ 101567 h 143749"/>
                <a:gd name="connsiteX3" fmla="*/ 131 w 595959"/>
                <a:gd name="connsiteY3" fmla="*/ 143749 h 143749"/>
                <a:gd name="connsiteX4" fmla="*/ 124 w 595959"/>
                <a:gd name="connsiteY4" fmla="*/ 26512 h 143749"/>
                <a:gd name="connsiteX0" fmla="*/ 124 w 595959"/>
                <a:gd name="connsiteY0" fmla="*/ 26512 h 143749"/>
                <a:gd name="connsiteX1" fmla="*/ 595828 w 595959"/>
                <a:gd name="connsiteY1" fmla="*/ 4020 h 143749"/>
                <a:gd name="connsiteX2" fmla="*/ 595830 w 595959"/>
                <a:gd name="connsiteY2" fmla="*/ 101567 h 143749"/>
                <a:gd name="connsiteX3" fmla="*/ 131 w 595959"/>
                <a:gd name="connsiteY3" fmla="*/ 143749 h 143749"/>
                <a:gd name="connsiteX4" fmla="*/ 124 w 595959"/>
                <a:gd name="connsiteY4" fmla="*/ 26512 h 143749"/>
                <a:gd name="connsiteX0" fmla="*/ 124 w 595959"/>
                <a:gd name="connsiteY0" fmla="*/ 28496 h 145733"/>
                <a:gd name="connsiteX1" fmla="*/ 595828 w 595959"/>
                <a:gd name="connsiteY1" fmla="*/ 6004 h 145733"/>
                <a:gd name="connsiteX2" fmla="*/ 595830 w 595959"/>
                <a:gd name="connsiteY2" fmla="*/ 103551 h 145733"/>
                <a:gd name="connsiteX3" fmla="*/ 131 w 595959"/>
                <a:gd name="connsiteY3" fmla="*/ 145733 h 145733"/>
                <a:gd name="connsiteX4" fmla="*/ 124 w 595959"/>
                <a:gd name="connsiteY4" fmla="*/ 28496 h 14573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856"/>
                <a:gd name="connsiteY0" fmla="*/ 41841 h 159078"/>
                <a:gd name="connsiteX1" fmla="*/ 591261 w 595856"/>
                <a:gd name="connsiteY1" fmla="*/ 0 h 159078"/>
                <a:gd name="connsiteX2" fmla="*/ 595830 w 595856"/>
                <a:gd name="connsiteY2" fmla="*/ 116896 h 159078"/>
                <a:gd name="connsiteX3" fmla="*/ 131 w 595856"/>
                <a:gd name="connsiteY3" fmla="*/ 159078 h 159078"/>
                <a:gd name="connsiteX4" fmla="*/ 124 w 595856"/>
                <a:gd name="connsiteY4" fmla="*/ 41841 h 159078"/>
                <a:gd name="connsiteX0" fmla="*/ 124 w 595959"/>
                <a:gd name="connsiteY0" fmla="*/ 41841 h 159078"/>
                <a:gd name="connsiteX1" fmla="*/ 595828 w 595959"/>
                <a:gd name="connsiteY1" fmla="*/ 0 h 159078"/>
                <a:gd name="connsiteX2" fmla="*/ 595830 w 595959"/>
                <a:gd name="connsiteY2" fmla="*/ 116896 h 159078"/>
                <a:gd name="connsiteX3" fmla="*/ 131 w 595959"/>
                <a:gd name="connsiteY3" fmla="*/ 159078 h 159078"/>
                <a:gd name="connsiteX4" fmla="*/ 124 w 595959"/>
                <a:gd name="connsiteY4" fmla="*/ 41841 h 159078"/>
                <a:gd name="connsiteX0" fmla="*/ 124 w 597349"/>
                <a:gd name="connsiteY0" fmla="*/ 42378 h 159615"/>
                <a:gd name="connsiteX1" fmla="*/ 597349 w 597349"/>
                <a:gd name="connsiteY1" fmla="*/ 0 h 159615"/>
                <a:gd name="connsiteX2" fmla="*/ 595830 w 597349"/>
                <a:gd name="connsiteY2" fmla="*/ 117433 h 159615"/>
                <a:gd name="connsiteX3" fmla="*/ 131 w 597349"/>
                <a:gd name="connsiteY3" fmla="*/ 159615 h 159615"/>
                <a:gd name="connsiteX4" fmla="*/ 124 w 597349"/>
                <a:gd name="connsiteY4" fmla="*/ 42378 h 159615"/>
                <a:gd name="connsiteX0" fmla="*/ 124 w 600443"/>
                <a:gd name="connsiteY0" fmla="*/ 42378 h 159615"/>
                <a:gd name="connsiteX1" fmla="*/ 597349 w 600443"/>
                <a:gd name="connsiteY1" fmla="*/ 0 h 159615"/>
                <a:gd name="connsiteX2" fmla="*/ 600408 w 600443"/>
                <a:gd name="connsiteY2" fmla="*/ 117433 h 159615"/>
                <a:gd name="connsiteX3" fmla="*/ 131 w 600443"/>
                <a:gd name="connsiteY3" fmla="*/ 159615 h 159615"/>
                <a:gd name="connsiteX4" fmla="*/ 124 w 600443"/>
                <a:gd name="connsiteY4" fmla="*/ 42378 h 159615"/>
                <a:gd name="connsiteX0" fmla="*/ 124 w 600537"/>
                <a:gd name="connsiteY0" fmla="*/ 42378 h 159615"/>
                <a:gd name="connsiteX1" fmla="*/ 600401 w 600537"/>
                <a:gd name="connsiteY1" fmla="*/ 0 h 159615"/>
                <a:gd name="connsiteX2" fmla="*/ 600408 w 600537"/>
                <a:gd name="connsiteY2" fmla="*/ 117433 h 159615"/>
                <a:gd name="connsiteX3" fmla="*/ 131 w 600537"/>
                <a:gd name="connsiteY3" fmla="*/ 159615 h 159615"/>
                <a:gd name="connsiteX4" fmla="*/ 124 w 600537"/>
                <a:gd name="connsiteY4" fmla="*/ 42378 h 159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0537" h="159615">
                  <a:moveTo>
                    <a:pt x="124" y="42378"/>
                  </a:moveTo>
                  <a:cubicBezTo>
                    <a:pt x="296414" y="-50243"/>
                    <a:pt x="418111" y="75773"/>
                    <a:pt x="600401" y="0"/>
                  </a:cubicBezTo>
                  <a:cubicBezTo>
                    <a:pt x="599951" y="33260"/>
                    <a:pt x="600858" y="84173"/>
                    <a:pt x="600408" y="117433"/>
                  </a:cubicBezTo>
                  <a:cubicBezTo>
                    <a:pt x="395490" y="192726"/>
                    <a:pt x="285331" y="62551"/>
                    <a:pt x="131" y="159615"/>
                  </a:cubicBezTo>
                  <a:cubicBezTo>
                    <a:pt x="-323" y="114566"/>
                    <a:pt x="578" y="87427"/>
                    <a:pt x="124" y="42378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12" name="矩形 1174">
              <a:extLst>
                <a:ext uri="{FF2B5EF4-FFF2-40B4-BE49-F238E27FC236}">
                  <a16:creationId xmlns:a16="http://schemas.microsoft.com/office/drawing/2014/main" id="{530EAA4D-D330-C1FE-5258-D9EF854235E3}"/>
                </a:ext>
              </a:extLst>
            </p:cNvPr>
            <p:cNvSpPr/>
            <p:nvPr/>
          </p:nvSpPr>
          <p:spPr>
            <a:xfrm rot="10800000">
              <a:off x="6490934" y="6141287"/>
              <a:ext cx="618706" cy="226680"/>
            </a:xfrm>
            <a:custGeom>
              <a:avLst/>
              <a:gdLst>
                <a:gd name="connsiteX0" fmla="*/ 0 w 595706"/>
                <a:gd name="connsiteY0" fmla="*/ 0 h 92965"/>
                <a:gd name="connsiteX1" fmla="*/ 595706 w 595706"/>
                <a:gd name="connsiteY1" fmla="*/ 0 h 92965"/>
                <a:gd name="connsiteX2" fmla="*/ 595706 w 595706"/>
                <a:gd name="connsiteY2" fmla="*/ 92965 h 92965"/>
                <a:gd name="connsiteX3" fmla="*/ 0 w 595706"/>
                <a:gd name="connsiteY3" fmla="*/ 92965 h 92965"/>
                <a:gd name="connsiteX4" fmla="*/ 0 w 595706"/>
                <a:gd name="connsiteY4" fmla="*/ 0 h 92965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1422 w 594406"/>
                <a:gd name="connsiteY0" fmla="*/ 21376 h 135147"/>
                <a:gd name="connsiteX1" fmla="*/ 594406 w 594406"/>
                <a:gd name="connsiteY1" fmla="*/ 0 h 135147"/>
                <a:gd name="connsiteX2" fmla="*/ 594406 w 594406"/>
                <a:gd name="connsiteY2" fmla="*/ 92965 h 135147"/>
                <a:gd name="connsiteX3" fmla="*/ 61 w 594406"/>
                <a:gd name="connsiteY3" fmla="*/ 135147 h 135147"/>
                <a:gd name="connsiteX4" fmla="*/ 1422 w 594406"/>
                <a:gd name="connsiteY4" fmla="*/ 21376 h 135147"/>
                <a:gd name="connsiteX0" fmla="*/ 1422 w 594406"/>
                <a:gd name="connsiteY0" fmla="*/ 15599 h 135147"/>
                <a:gd name="connsiteX1" fmla="*/ 594406 w 594406"/>
                <a:gd name="connsiteY1" fmla="*/ 0 h 135147"/>
                <a:gd name="connsiteX2" fmla="*/ 594406 w 594406"/>
                <a:gd name="connsiteY2" fmla="*/ 92965 h 135147"/>
                <a:gd name="connsiteX3" fmla="*/ 61 w 594406"/>
                <a:gd name="connsiteY3" fmla="*/ 135147 h 135147"/>
                <a:gd name="connsiteX4" fmla="*/ 1422 w 594406"/>
                <a:gd name="connsiteY4" fmla="*/ 15599 h 135147"/>
                <a:gd name="connsiteX0" fmla="*/ 131 w 594476"/>
                <a:gd name="connsiteY0" fmla="*/ 4622 h 135147"/>
                <a:gd name="connsiteX1" fmla="*/ 594476 w 594476"/>
                <a:gd name="connsiteY1" fmla="*/ 0 h 135147"/>
                <a:gd name="connsiteX2" fmla="*/ 594476 w 594476"/>
                <a:gd name="connsiteY2" fmla="*/ 92965 h 135147"/>
                <a:gd name="connsiteX3" fmla="*/ 131 w 594476"/>
                <a:gd name="connsiteY3" fmla="*/ 135147 h 135147"/>
                <a:gd name="connsiteX4" fmla="*/ 131 w 594476"/>
                <a:gd name="connsiteY4" fmla="*/ 4622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22423 h 139660"/>
                <a:gd name="connsiteX1" fmla="*/ 595706 w 595706"/>
                <a:gd name="connsiteY1" fmla="*/ 4513 h 139660"/>
                <a:gd name="connsiteX2" fmla="*/ 595706 w 595706"/>
                <a:gd name="connsiteY2" fmla="*/ 97478 h 139660"/>
                <a:gd name="connsiteX3" fmla="*/ 1361 w 595706"/>
                <a:gd name="connsiteY3" fmla="*/ 139660 h 139660"/>
                <a:gd name="connsiteX4" fmla="*/ 0 w 595706"/>
                <a:gd name="connsiteY4" fmla="*/ 22423 h 139660"/>
                <a:gd name="connsiteX0" fmla="*/ 0 w 595706"/>
                <a:gd name="connsiteY0" fmla="*/ 26413 h 143650"/>
                <a:gd name="connsiteX1" fmla="*/ 595706 w 595706"/>
                <a:gd name="connsiteY1" fmla="*/ 8503 h 143650"/>
                <a:gd name="connsiteX2" fmla="*/ 595706 w 595706"/>
                <a:gd name="connsiteY2" fmla="*/ 101468 h 143650"/>
                <a:gd name="connsiteX3" fmla="*/ 1361 w 595706"/>
                <a:gd name="connsiteY3" fmla="*/ 143650 h 143650"/>
                <a:gd name="connsiteX4" fmla="*/ 0 w 595706"/>
                <a:gd name="connsiteY4" fmla="*/ 26413 h 143650"/>
                <a:gd name="connsiteX0" fmla="*/ 0 w 595706"/>
                <a:gd name="connsiteY0" fmla="*/ 21286 h 138523"/>
                <a:gd name="connsiteX1" fmla="*/ 595706 w 595706"/>
                <a:gd name="connsiteY1" fmla="*/ 3376 h 138523"/>
                <a:gd name="connsiteX2" fmla="*/ 595706 w 595706"/>
                <a:gd name="connsiteY2" fmla="*/ 96341 h 138523"/>
                <a:gd name="connsiteX3" fmla="*/ 1361 w 595706"/>
                <a:gd name="connsiteY3" fmla="*/ 138523 h 138523"/>
                <a:gd name="connsiteX4" fmla="*/ 0 w 595706"/>
                <a:gd name="connsiteY4" fmla="*/ 21286 h 138523"/>
                <a:gd name="connsiteX0" fmla="*/ 0 w 595706"/>
                <a:gd name="connsiteY0" fmla="*/ 22534 h 139771"/>
                <a:gd name="connsiteX1" fmla="*/ 595706 w 595706"/>
                <a:gd name="connsiteY1" fmla="*/ 4624 h 139771"/>
                <a:gd name="connsiteX2" fmla="*/ 595706 w 595706"/>
                <a:gd name="connsiteY2" fmla="*/ 97589 h 139771"/>
                <a:gd name="connsiteX3" fmla="*/ 1361 w 595706"/>
                <a:gd name="connsiteY3" fmla="*/ 139771 h 139771"/>
                <a:gd name="connsiteX4" fmla="*/ 0 w 595706"/>
                <a:gd name="connsiteY4" fmla="*/ 22534 h 139771"/>
                <a:gd name="connsiteX0" fmla="*/ 0 w 595706"/>
                <a:gd name="connsiteY0" fmla="*/ 23494 h 140731"/>
                <a:gd name="connsiteX1" fmla="*/ 595706 w 595706"/>
                <a:gd name="connsiteY1" fmla="*/ 2118 h 140731"/>
                <a:gd name="connsiteX2" fmla="*/ 595706 w 595706"/>
                <a:gd name="connsiteY2" fmla="*/ 98549 h 140731"/>
                <a:gd name="connsiteX3" fmla="*/ 1361 w 595706"/>
                <a:gd name="connsiteY3" fmla="*/ 140731 h 140731"/>
                <a:gd name="connsiteX4" fmla="*/ 0 w 595706"/>
                <a:gd name="connsiteY4" fmla="*/ 23494 h 140731"/>
                <a:gd name="connsiteX0" fmla="*/ 0 w 595706"/>
                <a:gd name="connsiteY0" fmla="*/ 23494 h 140731"/>
                <a:gd name="connsiteX1" fmla="*/ 595706 w 595706"/>
                <a:gd name="connsiteY1" fmla="*/ 2118 h 140731"/>
                <a:gd name="connsiteX2" fmla="*/ 595706 w 595706"/>
                <a:gd name="connsiteY2" fmla="*/ 98549 h 140731"/>
                <a:gd name="connsiteX3" fmla="*/ 1361 w 595706"/>
                <a:gd name="connsiteY3" fmla="*/ 140731 h 140731"/>
                <a:gd name="connsiteX4" fmla="*/ 0 w 595706"/>
                <a:gd name="connsiteY4" fmla="*/ 23494 h 140731"/>
                <a:gd name="connsiteX0" fmla="*/ 0 w 595706"/>
                <a:gd name="connsiteY0" fmla="*/ 25030 h 142267"/>
                <a:gd name="connsiteX1" fmla="*/ 595706 w 595706"/>
                <a:gd name="connsiteY1" fmla="*/ 3654 h 142267"/>
                <a:gd name="connsiteX2" fmla="*/ 595706 w 595706"/>
                <a:gd name="connsiteY2" fmla="*/ 100085 h 142267"/>
                <a:gd name="connsiteX3" fmla="*/ 1361 w 595706"/>
                <a:gd name="connsiteY3" fmla="*/ 142267 h 142267"/>
                <a:gd name="connsiteX4" fmla="*/ 0 w 595706"/>
                <a:gd name="connsiteY4" fmla="*/ 25030 h 142267"/>
                <a:gd name="connsiteX0" fmla="*/ 0 w 595706"/>
                <a:gd name="connsiteY0" fmla="*/ 22091 h 139328"/>
                <a:gd name="connsiteX1" fmla="*/ 595706 w 595706"/>
                <a:gd name="connsiteY1" fmla="*/ 715 h 139328"/>
                <a:gd name="connsiteX2" fmla="*/ 595706 w 595706"/>
                <a:gd name="connsiteY2" fmla="*/ 97146 h 139328"/>
                <a:gd name="connsiteX3" fmla="*/ 1361 w 595706"/>
                <a:gd name="connsiteY3" fmla="*/ 139328 h 139328"/>
                <a:gd name="connsiteX4" fmla="*/ 0 w 595706"/>
                <a:gd name="connsiteY4" fmla="*/ 22091 h 139328"/>
                <a:gd name="connsiteX0" fmla="*/ 0 w 595706"/>
                <a:gd name="connsiteY0" fmla="*/ 23573 h 140810"/>
                <a:gd name="connsiteX1" fmla="*/ 595706 w 595706"/>
                <a:gd name="connsiteY1" fmla="*/ 2197 h 140810"/>
                <a:gd name="connsiteX2" fmla="*/ 595706 w 595706"/>
                <a:gd name="connsiteY2" fmla="*/ 98628 h 140810"/>
                <a:gd name="connsiteX3" fmla="*/ 1361 w 595706"/>
                <a:gd name="connsiteY3" fmla="*/ 140810 h 140810"/>
                <a:gd name="connsiteX4" fmla="*/ 0 w 595706"/>
                <a:gd name="connsiteY4" fmla="*/ 23573 h 140810"/>
                <a:gd name="connsiteX0" fmla="*/ 0 w 595706"/>
                <a:gd name="connsiteY0" fmla="*/ 21908 h 139145"/>
                <a:gd name="connsiteX1" fmla="*/ 595706 w 595706"/>
                <a:gd name="connsiteY1" fmla="*/ 532 h 139145"/>
                <a:gd name="connsiteX2" fmla="*/ 595706 w 595706"/>
                <a:gd name="connsiteY2" fmla="*/ 96963 h 139145"/>
                <a:gd name="connsiteX3" fmla="*/ 1361 w 595706"/>
                <a:gd name="connsiteY3" fmla="*/ 139145 h 139145"/>
                <a:gd name="connsiteX4" fmla="*/ 0 w 595706"/>
                <a:gd name="connsiteY4" fmla="*/ 21908 h 139145"/>
                <a:gd name="connsiteX0" fmla="*/ 0 w 595706"/>
                <a:gd name="connsiteY0" fmla="*/ 23863 h 141100"/>
                <a:gd name="connsiteX1" fmla="*/ 595706 w 595706"/>
                <a:gd name="connsiteY1" fmla="*/ 2487 h 141100"/>
                <a:gd name="connsiteX2" fmla="*/ 595706 w 595706"/>
                <a:gd name="connsiteY2" fmla="*/ 98918 h 141100"/>
                <a:gd name="connsiteX3" fmla="*/ 1361 w 595706"/>
                <a:gd name="connsiteY3" fmla="*/ 141100 h 141100"/>
                <a:gd name="connsiteX4" fmla="*/ 0 w 595706"/>
                <a:gd name="connsiteY4" fmla="*/ 23863 h 141100"/>
                <a:gd name="connsiteX0" fmla="*/ 0 w 595706"/>
                <a:gd name="connsiteY0" fmla="*/ 24472 h 141709"/>
                <a:gd name="connsiteX1" fmla="*/ 595706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0 w 595706"/>
                <a:gd name="connsiteY0" fmla="*/ 24267 h 141504"/>
                <a:gd name="connsiteX1" fmla="*/ 595706 w 595706"/>
                <a:gd name="connsiteY1" fmla="*/ 2891 h 141504"/>
                <a:gd name="connsiteX2" fmla="*/ 595706 w 595706"/>
                <a:gd name="connsiteY2" fmla="*/ 99322 h 141504"/>
                <a:gd name="connsiteX3" fmla="*/ 1361 w 595706"/>
                <a:gd name="connsiteY3" fmla="*/ 141504 h 141504"/>
                <a:gd name="connsiteX4" fmla="*/ 0 w 595706"/>
                <a:gd name="connsiteY4" fmla="*/ 24267 h 141504"/>
                <a:gd name="connsiteX0" fmla="*/ 0 w 595706"/>
                <a:gd name="connsiteY0" fmla="*/ 24472 h 141709"/>
                <a:gd name="connsiteX1" fmla="*/ 595706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0 w 595706"/>
                <a:gd name="connsiteY0" fmla="*/ 24472 h 141709"/>
                <a:gd name="connsiteX1" fmla="*/ 594353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124 w 595830"/>
                <a:gd name="connsiteY0" fmla="*/ 24472 h 141709"/>
                <a:gd name="connsiteX1" fmla="*/ 594477 w 595830"/>
                <a:gd name="connsiteY1" fmla="*/ 3096 h 141709"/>
                <a:gd name="connsiteX2" fmla="*/ 595830 w 595830"/>
                <a:gd name="connsiteY2" fmla="*/ 99527 h 141709"/>
                <a:gd name="connsiteX3" fmla="*/ 131 w 595830"/>
                <a:gd name="connsiteY3" fmla="*/ 141709 h 141709"/>
                <a:gd name="connsiteX4" fmla="*/ 124 w 595830"/>
                <a:gd name="connsiteY4" fmla="*/ 24472 h 141709"/>
                <a:gd name="connsiteX0" fmla="*/ 124 w 597179"/>
                <a:gd name="connsiteY0" fmla="*/ 25207 h 142444"/>
                <a:gd name="connsiteX1" fmla="*/ 597179 w 597179"/>
                <a:gd name="connsiteY1" fmla="*/ 481 h 142444"/>
                <a:gd name="connsiteX2" fmla="*/ 595830 w 597179"/>
                <a:gd name="connsiteY2" fmla="*/ 100262 h 142444"/>
                <a:gd name="connsiteX3" fmla="*/ 131 w 597179"/>
                <a:gd name="connsiteY3" fmla="*/ 142444 h 142444"/>
                <a:gd name="connsiteX4" fmla="*/ 124 w 597179"/>
                <a:gd name="connsiteY4" fmla="*/ 25207 h 142444"/>
                <a:gd name="connsiteX0" fmla="*/ 124 w 595889"/>
                <a:gd name="connsiteY0" fmla="*/ 25842 h 143079"/>
                <a:gd name="connsiteX1" fmla="*/ 594477 w 595889"/>
                <a:gd name="connsiteY1" fmla="*/ 0 h 143079"/>
                <a:gd name="connsiteX2" fmla="*/ 595830 w 595889"/>
                <a:gd name="connsiteY2" fmla="*/ 100897 h 143079"/>
                <a:gd name="connsiteX3" fmla="*/ 131 w 595889"/>
                <a:gd name="connsiteY3" fmla="*/ 143079 h 143079"/>
                <a:gd name="connsiteX4" fmla="*/ 124 w 595889"/>
                <a:gd name="connsiteY4" fmla="*/ 25842 h 143079"/>
                <a:gd name="connsiteX0" fmla="*/ 124 w 595889"/>
                <a:gd name="connsiteY0" fmla="*/ 24713 h 141950"/>
                <a:gd name="connsiteX1" fmla="*/ 594477 w 595889"/>
                <a:gd name="connsiteY1" fmla="*/ 2221 h 141950"/>
                <a:gd name="connsiteX2" fmla="*/ 595830 w 595889"/>
                <a:gd name="connsiteY2" fmla="*/ 99768 h 141950"/>
                <a:gd name="connsiteX3" fmla="*/ 131 w 595889"/>
                <a:gd name="connsiteY3" fmla="*/ 141950 h 141950"/>
                <a:gd name="connsiteX4" fmla="*/ 124 w 595889"/>
                <a:gd name="connsiteY4" fmla="*/ 24713 h 141950"/>
                <a:gd name="connsiteX0" fmla="*/ 124 w 595959"/>
                <a:gd name="connsiteY0" fmla="*/ 24713 h 141950"/>
                <a:gd name="connsiteX1" fmla="*/ 595828 w 595959"/>
                <a:gd name="connsiteY1" fmla="*/ 2221 h 141950"/>
                <a:gd name="connsiteX2" fmla="*/ 595830 w 595959"/>
                <a:gd name="connsiteY2" fmla="*/ 99768 h 141950"/>
                <a:gd name="connsiteX3" fmla="*/ 131 w 595959"/>
                <a:gd name="connsiteY3" fmla="*/ 141950 h 141950"/>
                <a:gd name="connsiteX4" fmla="*/ 124 w 595959"/>
                <a:gd name="connsiteY4" fmla="*/ 24713 h 141950"/>
                <a:gd name="connsiteX0" fmla="*/ 124 w 595959"/>
                <a:gd name="connsiteY0" fmla="*/ 24925 h 142162"/>
                <a:gd name="connsiteX1" fmla="*/ 595828 w 595959"/>
                <a:gd name="connsiteY1" fmla="*/ 2433 h 142162"/>
                <a:gd name="connsiteX2" fmla="*/ 595830 w 595959"/>
                <a:gd name="connsiteY2" fmla="*/ 99980 h 142162"/>
                <a:gd name="connsiteX3" fmla="*/ 131 w 595959"/>
                <a:gd name="connsiteY3" fmla="*/ 142162 h 142162"/>
                <a:gd name="connsiteX4" fmla="*/ 124 w 595959"/>
                <a:gd name="connsiteY4" fmla="*/ 24925 h 142162"/>
                <a:gd name="connsiteX0" fmla="*/ 124 w 595959"/>
                <a:gd name="connsiteY0" fmla="*/ 22492 h 139729"/>
                <a:gd name="connsiteX1" fmla="*/ 595828 w 595959"/>
                <a:gd name="connsiteY1" fmla="*/ 0 h 139729"/>
                <a:gd name="connsiteX2" fmla="*/ 595830 w 595959"/>
                <a:gd name="connsiteY2" fmla="*/ 97547 h 139729"/>
                <a:gd name="connsiteX3" fmla="*/ 131 w 595959"/>
                <a:gd name="connsiteY3" fmla="*/ 139729 h 139729"/>
                <a:gd name="connsiteX4" fmla="*/ 124 w 595959"/>
                <a:gd name="connsiteY4" fmla="*/ 22492 h 139729"/>
                <a:gd name="connsiteX0" fmla="*/ 124 w 595959"/>
                <a:gd name="connsiteY0" fmla="*/ 25585 h 142822"/>
                <a:gd name="connsiteX1" fmla="*/ 595828 w 595959"/>
                <a:gd name="connsiteY1" fmla="*/ 3093 h 142822"/>
                <a:gd name="connsiteX2" fmla="*/ 595830 w 595959"/>
                <a:gd name="connsiteY2" fmla="*/ 100640 h 142822"/>
                <a:gd name="connsiteX3" fmla="*/ 131 w 595959"/>
                <a:gd name="connsiteY3" fmla="*/ 142822 h 142822"/>
                <a:gd name="connsiteX4" fmla="*/ 124 w 595959"/>
                <a:gd name="connsiteY4" fmla="*/ 25585 h 142822"/>
                <a:gd name="connsiteX0" fmla="*/ 124 w 595959"/>
                <a:gd name="connsiteY0" fmla="*/ 25585 h 142822"/>
                <a:gd name="connsiteX1" fmla="*/ 595828 w 595959"/>
                <a:gd name="connsiteY1" fmla="*/ 3093 h 142822"/>
                <a:gd name="connsiteX2" fmla="*/ 595830 w 595959"/>
                <a:gd name="connsiteY2" fmla="*/ 100640 h 142822"/>
                <a:gd name="connsiteX3" fmla="*/ 131 w 595959"/>
                <a:gd name="connsiteY3" fmla="*/ 142822 h 142822"/>
                <a:gd name="connsiteX4" fmla="*/ 124 w 595959"/>
                <a:gd name="connsiteY4" fmla="*/ 25585 h 142822"/>
                <a:gd name="connsiteX0" fmla="*/ 124 w 595959"/>
                <a:gd name="connsiteY0" fmla="*/ 26512 h 143749"/>
                <a:gd name="connsiteX1" fmla="*/ 595828 w 595959"/>
                <a:gd name="connsiteY1" fmla="*/ 4020 h 143749"/>
                <a:gd name="connsiteX2" fmla="*/ 595830 w 595959"/>
                <a:gd name="connsiteY2" fmla="*/ 101567 h 143749"/>
                <a:gd name="connsiteX3" fmla="*/ 131 w 595959"/>
                <a:gd name="connsiteY3" fmla="*/ 143749 h 143749"/>
                <a:gd name="connsiteX4" fmla="*/ 124 w 595959"/>
                <a:gd name="connsiteY4" fmla="*/ 26512 h 143749"/>
                <a:gd name="connsiteX0" fmla="*/ 124 w 595959"/>
                <a:gd name="connsiteY0" fmla="*/ 26512 h 143749"/>
                <a:gd name="connsiteX1" fmla="*/ 595828 w 595959"/>
                <a:gd name="connsiteY1" fmla="*/ 4020 h 143749"/>
                <a:gd name="connsiteX2" fmla="*/ 595830 w 595959"/>
                <a:gd name="connsiteY2" fmla="*/ 101567 h 143749"/>
                <a:gd name="connsiteX3" fmla="*/ 131 w 595959"/>
                <a:gd name="connsiteY3" fmla="*/ 143749 h 143749"/>
                <a:gd name="connsiteX4" fmla="*/ 124 w 595959"/>
                <a:gd name="connsiteY4" fmla="*/ 26512 h 143749"/>
                <a:gd name="connsiteX0" fmla="*/ 124 w 595959"/>
                <a:gd name="connsiteY0" fmla="*/ 28496 h 145733"/>
                <a:gd name="connsiteX1" fmla="*/ 595828 w 595959"/>
                <a:gd name="connsiteY1" fmla="*/ 6004 h 145733"/>
                <a:gd name="connsiteX2" fmla="*/ 595830 w 595959"/>
                <a:gd name="connsiteY2" fmla="*/ 103551 h 145733"/>
                <a:gd name="connsiteX3" fmla="*/ 131 w 595959"/>
                <a:gd name="connsiteY3" fmla="*/ 145733 h 145733"/>
                <a:gd name="connsiteX4" fmla="*/ 124 w 595959"/>
                <a:gd name="connsiteY4" fmla="*/ 28496 h 14573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856"/>
                <a:gd name="connsiteY0" fmla="*/ 41841 h 159078"/>
                <a:gd name="connsiteX1" fmla="*/ 591261 w 595856"/>
                <a:gd name="connsiteY1" fmla="*/ 0 h 159078"/>
                <a:gd name="connsiteX2" fmla="*/ 595830 w 595856"/>
                <a:gd name="connsiteY2" fmla="*/ 116896 h 159078"/>
                <a:gd name="connsiteX3" fmla="*/ 131 w 595856"/>
                <a:gd name="connsiteY3" fmla="*/ 159078 h 159078"/>
                <a:gd name="connsiteX4" fmla="*/ 124 w 595856"/>
                <a:gd name="connsiteY4" fmla="*/ 41841 h 159078"/>
                <a:gd name="connsiteX0" fmla="*/ 124 w 595959"/>
                <a:gd name="connsiteY0" fmla="*/ 41841 h 159078"/>
                <a:gd name="connsiteX1" fmla="*/ 595828 w 595959"/>
                <a:gd name="connsiteY1" fmla="*/ 0 h 159078"/>
                <a:gd name="connsiteX2" fmla="*/ 595830 w 595959"/>
                <a:gd name="connsiteY2" fmla="*/ 116896 h 159078"/>
                <a:gd name="connsiteX3" fmla="*/ 131 w 595959"/>
                <a:gd name="connsiteY3" fmla="*/ 159078 h 159078"/>
                <a:gd name="connsiteX4" fmla="*/ 124 w 595959"/>
                <a:gd name="connsiteY4" fmla="*/ 41841 h 159078"/>
                <a:gd name="connsiteX0" fmla="*/ 124 w 597349"/>
                <a:gd name="connsiteY0" fmla="*/ 42378 h 159615"/>
                <a:gd name="connsiteX1" fmla="*/ 597349 w 597349"/>
                <a:gd name="connsiteY1" fmla="*/ 0 h 159615"/>
                <a:gd name="connsiteX2" fmla="*/ 595830 w 597349"/>
                <a:gd name="connsiteY2" fmla="*/ 117433 h 159615"/>
                <a:gd name="connsiteX3" fmla="*/ 131 w 597349"/>
                <a:gd name="connsiteY3" fmla="*/ 159615 h 159615"/>
                <a:gd name="connsiteX4" fmla="*/ 124 w 597349"/>
                <a:gd name="connsiteY4" fmla="*/ 42378 h 159615"/>
                <a:gd name="connsiteX0" fmla="*/ 124 w 600443"/>
                <a:gd name="connsiteY0" fmla="*/ 42378 h 159615"/>
                <a:gd name="connsiteX1" fmla="*/ 597349 w 600443"/>
                <a:gd name="connsiteY1" fmla="*/ 0 h 159615"/>
                <a:gd name="connsiteX2" fmla="*/ 600408 w 600443"/>
                <a:gd name="connsiteY2" fmla="*/ 117433 h 159615"/>
                <a:gd name="connsiteX3" fmla="*/ 131 w 600443"/>
                <a:gd name="connsiteY3" fmla="*/ 159615 h 159615"/>
                <a:gd name="connsiteX4" fmla="*/ 124 w 600443"/>
                <a:gd name="connsiteY4" fmla="*/ 42378 h 159615"/>
                <a:gd name="connsiteX0" fmla="*/ 124 w 600537"/>
                <a:gd name="connsiteY0" fmla="*/ 42378 h 159615"/>
                <a:gd name="connsiteX1" fmla="*/ 600401 w 600537"/>
                <a:gd name="connsiteY1" fmla="*/ 0 h 159615"/>
                <a:gd name="connsiteX2" fmla="*/ 600408 w 600537"/>
                <a:gd name="connsiteY2" fmla="*/ 117433 h 159615"/>
                <a:gd name="connsiteX3" fmla="*/ 131 w 600537"/>
                <a:gd name="connsiteY3" fmla="*/ 159615 h 159615"/>
                <a:gd name="connsiteX4" fmla="*/ 124 w 600537"/>
                <a:gd name="connsiteY4" fmla="*/ 42378 h 159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0537" h="159615">
                  <a:moveTo>
                    <a:pt x="124" y="42378"/>
                  </a:moveTo>
                  <a:cubicBezTo>
                    <a:pt x="296414" y="-50243"/>
                    <a:pt x="418111" y="75773"/>
                    <a:pt x="600401" y="0"/>
                  </a:cubicBezTo>
                  <a:cubicBezTo>
                    <a:pt x="599951" y="33260"/>
                    <a:pt x="600858" y="84173"/>
                    <a:pt x="600408" y="117433"/>
                  </a:cubicBezTo>
                  <a:cubicBezTo>
                    <a:pt x="395490" y="192726"/>
                    <a:pt x="285331" y="62551"/>
                    <a:pt x="131" y="159615"/>
                  </a:cubicBezTo>
                  <a:cubicBezTo>
                    <a:pt x="-323" y="114566"/>
                    <a:pt x="578" y="87427"/>
                    <a:pt x="124" y="42378"/>
                  </a:cubicBezTo>
                  <a:close/>
                </a:path>
              </a:pathLst>
            </a:custGeom>
            <a:solidFill>
              <a:schemeClr val="accent5">
                <a:lumMod val="40000"/>
                <a:lumOff val="6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813" name="组合 812">
              <a:extLst>
                <a:ext uri="{FF2B5EF4-FFF2-40B4-BE49-F238E27FC236}">
                  <a16:creationId xmlns:a16="http://schemas.microsoft.com/office/drawing/2014/main" id="{A7B164DB-2948-3657-C7BA-DF5BE0FE510F}"/>
                </a:ext>
              </a:extLst>
            </p:cNvPr>
            <p:cNvGrpSpPr/>
            <p:nvPr/>
          </p:nvGrpSpPr>
          <p:grpSpPr>
            <a:xfrm>
              <a:off x="6489710" y="6445933"/>
              <a:ext cx="621640" cy="735125"/>
              <a:chOff x="5766806" y="6445933"/>
              <a:chExt cx="621640" cy="735125"/>
            </a:xfrm>
          </p:grpSpPr>
          <p:sp>
            <p:nvSpPr>
              <p:cNvPr id="814" name="矩形 1174">
                <a:extLst>
                  <a:ext uri="{FF2B5EF4-FFF2-40B4-BE49-F238E27FC236}">
                    <a16:creationId xmlns:a16="http://schemas.microsoft.com/office/drawing/2014/main" id="{3DB8F40C-E5C9-9CC9-0708-5D20DAC6CDC1}"/>
                  </a:ext>
                </a:extLst>
              </p:cNvPr>
              <p:cNvSpPr/>
              <p:nvPr/>
            </p:nvSpPr>
            <p:spPr>
              <a:xfrm rot="10800000">
                <a:off x="5768235" y="6445933"/>
                <a:ext cx="618706" cy="226680"/>
              </a:xfrm>
              <a:custGeom>
                <a:avLst/>
                <a:gdLst>
                  <a:gd name="connsiteX0" fmla="*/ 0 w 595706"/>
                  <a:gd name="connsiteY0" fmla="*/ 0 h 92965"/>
                  <a:gd name="connsiteX1" fmla="*/ 595706 w 595706"/>
                  <a:gd name="connsiteY1" fmla="*/ 0 h 92965"/>
                  <a:gd name="connsiteX2" fmla="*/ 595706 w 595706"/>
                  <a:gd name="connsiteY2" fmla="*/ 92965 h 92965"/>
                  <a:gd name="connsiteX3" fmla="*/ 0 w 595706"/>
                  <a:gd name="connsiteY3" fmla="*/ 92965 h 92965"/>
                  <a:gd name="connsiteX4" fmla="*/ 0 w 595706"/>
                  <a:gd name="connsiteY4" fmla="*/ 0 h 92965"/>
                  <a:gd name="connsiteX0" fmla="*/ 0 w 595706"/>
                  <a:gd name="connsiteY0" fmla="*/ 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0 h 135147"/>
                  <a:gd name="connsiteX0" fmla="*/ 0 w 595706"/>
                  <a:gd name="connsiteY0" fmla="*/ 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0 h 135147"/>
                  <a:gd name="connsiteX0" fmla="*/ 0 w 595706"/>
                  <a:gd name="connsiteY0" fmla="*/ 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0 h 135147"/>
                  <a:gd name="connsiteX0" fmla="*/ 0 w 595706"/>
                  <a:gd name="connsiteY0" fmla="*/ 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0 h 135147"/>
                  <a:gd name="connsiteX0" fmla="*/ 1422 w 594406"/>
                  <a:gd name="connsiteY0" fmla="*/ 21376 h 135147"/>
                  <a:gd name="connsiteX1" fmla="*/ 594406 w 594406"/>
                  <a:gd name="connsiteY1" fmla="*/ 0 h 135147"/>
                  <a:gd name="connsiteX2" fmla="*/ 594406 w 594406"/>
                  <a:gd name="connsiteY2" fmla="*/ 92965 h 135147"/>
                  <a:gd name="connsiteX3" fmla="*/ 61 w 594406"/>
                  <a:gd name="connsiteY3" fmla="*/ 135147 h 135147"/>
                  <a:gd name="connsiteX4" fmla="*/ 1422 w 594406"/>
                  <a:gd name="connsiteY4" fmla="*/ 21376 h 135147"/>
                  <a:gd name="connsiteX0" fmla="*/ 1422 w 594406"/>
                  <a:gd name="connsiteY0" fmla="*/ 15599 h 135147"/>
                  <a:gd name="connsiteX1" fmla="*/ 594406 w 594406"/>
                  <a:gd name="connsiteY1" fmla="*/ 0 h 135147"/>
                  <a:gd name="connsiteX2" fmla="*/ 594406 w 594406"/>
                  <a:gd name="connsiteY2" fmla="*/ 92965 h 135147"/>
                  <a:gd name="connsiteX3" fmla="*/ 61 w 594406"/>
                  <a:gd name="connsiteY3" fmla="*/ 135147 h 135147"/>
                  <a:gd name="connsiteX4" fmla="*/ 1422 w 594406"/>
                  <a:gd name="connsiteY4" fmla="*/ 15599 h 135147"/>
                  <a:gd name="connsiteX0" fmla="*/ 131 w 594476"/>
                  <a:gd name="connsiteY0" fmla="*/ 4622 h 135147"/>
                  <a:gd name="connsiteX1" fmla="*/ 594476 w 594476"/>
                  <a:gd name="connsiteY1" fmla="*/ 0 h 135147"/>
                  <a:gd name="connsiteX2" fmla="*/ 594476 w 594476"/>
                  <a:gd name="connsiteY2" fmla="*/ 92965 h 135147"/>
                  <a:gd name="connsiteX3" fmla="*/ 131 w 594476"/>
                  <a:gd name="connsiteY3" fmla="*/ 135147 h 135147"/>
                  <a:gd name="connsiteX4" fmla="*/ 131 w 594476"/>
                  <a:gd name="connsiteY4" fmla="*/ 4622 h 135147"/>
                  <a:gd name="connsiteX0" fmla="*/ 0 w 595706"/>
                  <a:gd name="connsiteY0" fmla="*/ 1791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17910 h 135147"/>
                  <a:gd name="connsiteX0" fmla="*/ 0 w 595706"/>
                  <a:gd name="connsiteY0" fmla="*/ 1791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17910 h 135147"/>
                  <a:gd name="connsiteX0" fmla="*/ 0 w 595706"/>
                  <a:gd name="connsiteY0" fmla="*/ 1791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17910 h 135147"/>
                  <a:gd name="connsiteX0" fmla="*/ 0 w 595706"/>
                  <a:gd name="connsiteY0" fmla="*/ 1791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17910 h 135147"/>
                  <a:gd name="connsiteX0" fmla="*/ 0 w 595706"/>
                  <a:gd name="connsiteY0" fmla="*/ 22423 h 139660"/>
                  <a:gd name="connsiteX1" fmla="*/ 595706 w 595706"/>
                  <a:gd name="connsiteY1" fmla="*/ 4513 h 139660"/>
                  <a:gd name="connsiteX2" fmla="*/ 595706 w 595706"/>
                  <a:gd name="connsiteY2" fmla="*/ 97478 h 139660"/>
                  <a:gd name="connsiteX3" fmla="*/ 1361 w 595706"/>
                  <a:gd name="connsiteY3" fmla="*/ 139660 h 139660"/>
                  <a:gd name="connsiteX4" fmla="*/ 0 w 595706"/>
                  <a:gd name="connsiteY4" fmla="*/ 22423 h 139660"/>
                  <a:gd name="connsiteX0" fmla="*/ 0 w 595706"/>
                  <a:gd name="connsiteY0" fmla="*/ 26413 h 143650"/>
                  <a:gd name="connsiteX1" fmla="*/ 595706 w 595706"/>
                  <a:gd name="connsiteY1" fmla="*/ 8503 h 143650"/>
                  <a:gd name="connsiteX2" fmla="*/ 595706 w 595706"/>
                  <a:gd name="connsiteY2" fmla="*/ 101468 h 143650"/>
                  <a:gd name="connsiteX3" fmla="*/ 1361 w 595706"/>
                  <a:gd name="connsiteY3" fmla="*/ 143650 h 143650"/>
                  <a:gd name="connsiteX4" fmla="*/ 0 w 595706"/>
                  <a:gd name="connsiteY4" fmla="*/ 26413 h 143650"/>
                  <a:gd name="connsiteX0" fmla="*/ 0 w 595706"/>
                  <a:gd name="connsiteY0" fmla="*/ 21286 h 138523"/>
                  <a:gd name="connsiteX1" fmla="*/ 595706 w 595706"/>
                  <a:gd name="connsiteY1" fmla="*/ 3376 h 138523"/>
                  <a:gd name="connsiteX2" fmla="*/ 595706 w 595706"/>
                  <a:gd name="connsiteY2" fmla="*/ 96341 h 138523"/>
                  <a:gd name="connsiteX3" fmla="*/ 1361 w 595706"/>
                  <a:gd name="connsiteY3" fmla="*/ 138523 h 138523"/>
                  <a:gd name="connsiteX4" fmla="*/ 0 w 595706"/>
                  <a:gd name="connsiteY4" fmla="*/ 21286 h 138523"/>
                  <a:gd name="connsiteX0" fmla="*/ 0 w 595706"/>
                  <a:gd name="connsiteY0" fmla="*/ 22534 h 139771"/>
                  <a:gd name="connsiteX1" fmla="*/ 595706 w 595706"/>
                  <a:gd name="connsiteY1" fmla="*/ 4624 h 139771"/>
                  <a:gd name="connsiteX2" fmla="*/ 595706 w 595706"/>
                  <a:gd name="connsiteY2" fmla="*/ 97589 h 139771"/>
                  <a:gd name="connsiteX3" fmla="*/ 1361 w 595706"/>
                  <a:gd name="connsiteY3" fmla="*/ 139771 h 139771"/>
                  <a:gd name="connsiteX4" fmla="*/ 0 w 595706"/>
                  <a:gd name="connsiteY4" fmla="*/ 22534 h 139771"/>
                  <a:gd name="connsiteX0" fmla="*/ 0 w 595706"/>
                  <a:gd name="connsiteY0" fmla="*/ 23494 h 140731"/>
                  <a:gd name="connsiteX1" fmla="*/ 595706 w 595706"/>
                  <a:gd name="connsiteY1" fmla="*/ 2118 h 140731"/>
                  <a:gd name="connsiteX2" fmla="*/ 595706 w 595706"/>
                  <a:gd name="connsiteY2" fmla="*/ 98549 h 140731"/>
                  <a:gd name="connsiteX3" fmla="*/ 1361 w 595706"/>
                  <a:gd name="connsiteY3" fmla="*/ 140731 h 140731"/>
                  <a:gd name="connsiteX4" fmla="*/ 0 w 595706"/>
                  <a:gd name="connsiteY4" fmla="*/ 23494 h 140731"/>
                  <a:gd name="connsiteX0" fmla="*/ 0 w 595706"/>
                  <a:gd name="connsiteY0" fmla="*/ 23494 h 140731"/>
                  <a:gd name="connsiteX1" fmla="*/ 595706 w 595706"/>
                  <a:gd name="connsiteY1" fmla="*/ 2118 h 140731"/>
                  <a:gd name="connsiteX2" fmla="*/ 595706 w 595706"/>
                  <a:gd name="connsiteY2" fmla="*/ 98549 h 140731"/>
                  <a:gd name="connsiteX3" fmla="*/ 1361 w 595706"/>
                  <a:gd name="connsiteY3" fmla="*/ 140731 h 140731"/>
                  <a:gd name="connsiteX4" fmla="*/ 0 w 595706"/>
                  <a:gd name="connsiteY4" fmla="*/ 23494 h 140731"/>
                  <a:gd name="connsiteX0" fmla="*/ 0 w 595706"/>
                  <a:gd name="connsiteY0" fmla="*/ 25030 h 142267"/>
                  <a:gd name="connsiteX1" fmla="*/ 595706 w 595706"/>
                  <a:gd name="connsiteY1" fmla="*/ 3654 h 142267"/>
                  <a:gd name="connsiteX2" fmla="*/ 595706 w 595706"/>
                  <a:gd name="connsiteY2" fmla="*/ 100085 h 142267"/>
                  <a:gd name="connsiteX3" fmla="*/ 1361 w 595706"/>
                  <a:gd name="connsiteY3" fmla="*/ 142267 h 142267"/>
                  <a:gd name="connsiteX4" fmla="*/ 0 w 595706"/>
                  <a:gd name="connsiteY4" fmla="*/ 25030 h 142267"/>
                  <a:gd name="connsiteX0" fmla="*/ 0 w 595706"/>
                  <a:gd name="connsiteY0" fmla="*/ 22091 h 139328"/>
                  <a:gd name="connsiteX1" fmla="*/ 595706 w 595706"/>
                  <a:gd name="connsiteY1" fmla="*/ 715 h 139328"/>
                  <a:gd name="connsiteX2" fmla="*/ 595706 w 595706"/>
                  <a:gd name="connsiteY2" fmla="*/ 97146 h 139328"/>
                  <a:gd name="connsiteX3" fmla="*/ 1361 w 595706"/>
                  <a:gd name="connsiteY3" fmla="*/ 139328 h 139328"/>
                  <a:gd name="connsiteX4" fmla="*/ 0 w 595706"/>
                  <a:gd name="connsiteY4" fmla="*/ 22091 h 139328"/>
                  <a:gd name="connsiteX0" fmla="*/ 0 w 595706"/>
                  <a:gd name="connsiteY0" fmla="*/ 23573 h 140810"/>
                  <a:gd name="connsiteX1" fmla="*/ 595706 w 595706"/>
                  <a:gd name="connsiteY1" fmla="*/ 2197 h 140810"/>
                  <a:gd name="connsiteX2" fmla="*/ 595706 w 595706"/>
                  <a:gd name="connsiteY2" fmla="*/ 98628 h 140810"/>
                  <a:gd name="connsiteX3" fmla="*/ 1361 w 595706"/>
                  <a:gd name="connsiteY3" fmla="*/ 140810 h 140810"/>
                  <a:gd name="connsiteX4" fmla="*/ 0 w 595706"/>
                  <a:gd name="connsiteY4" fmla="*/ 23573 h 140810"/>
                  <a:gd name="connsiteX0" fmla="*/ 0 w 595706"/>
                  <a:gd name="connsiteY0" fmla="*/ 21908 h 139145"/>
                  <a:gd name="connsiteX1" fmla="*/ 595706 w 595706"/>
                  <a:gd name="connsiteY1" fmla="*/ 532 h 139145"/>
                  <a:gd name="connsiteX2" fmla="*/ 595706 w 595706"/>
                  <a:gd name="connsiteY2" fmla="*/ 96963 h 139145"/>
                  <a:gd name="connsiteX3" fmla="*/ 1361 w 595706"/>
                  <a:gd name="connsiteY3" fmla="*/ 139145 h 139145"/>
                  <a:gd name="connsiteX4" fmla="*/ 0 w 595706"/>
                  <a:gd name="connsiteY4" fmla="*/ 21908 h 139145"/>
                  <a:gd name="connsiteX0" fmla="*/ 0 w 595706"/>
                  <a:gd name="connsiteY0" fmla="*/ 23863 h 141100"/>
                  <a:gd name="connsiteX1" fmla="*/ 595706 w 595706"/>
                  <a:gd name="connsiteY1" fmla="*/ 2487 h 141100"/>
                  <a:gd name="connsiteX2" fmla="*/ 595706 w 595706"/>
                  <a:gd name="connsiteY2" fmla="*/ 98918 h 141100"/>
                  <a:gd name="connsiteX3" fmla="*/ 1361 w 595706"/>
                  <a:gd name="connsiteY3" fmla="*/ 141100 h 141100"/>
                  <a:gd name="connsiteX4" fmla="*/ 0 w 595706"/>
                  <a:gd name="connsiteY4" fmla="*/ 23863 h 141100"/>
                  <a:gd name="connsiteX0" fmla="*/ 0 w 595706"/>
                  <a:gd name="connsiteY0" fmla="*/ 24472 h 141709"/>
                  <a:gd name="connsiteX1" fmla="*/ 595706 w 595706"/>
                  <a:gd name="connsiteY1" fmla="*/ 3096 h 141709"/>
                  <a:gd name="connsiteX2" fmla="*/ 595706 w 595706"/>
                  <a:gd name="connsiteY2" fmla="*/ 99527 h 141709"/>
                  <a:gd name="connsiteX3" fmla="*/ 1361 w 595706"/>
                  <a:gd name="connsiteY3" fmla="*/ 141709 h 141709"/>
                  <a:gd name="connsiteX4" fmla="*/ 0 w 595706"/>
                  <a:gd name="connsiteY4" fmla="*/ 24472 h 141709"/>
                  <a:gd name="connsiteX0" fmla="*/ 0 w 595706"/>
                  <a:gd name="connsiteY0" fmla="*/ 24267 h 141504"/>
                  <a:gd name="connsiteX1" fmla="*/ 595706 w 595706"/>
                  <a:gd name="connsiteY1" fmla="*/ 2891 h 141504"/>
                  <a:gd name="connsiteX2" fmla="*/ 595706 w 595706"/>
                  <a:gd name="connsiteY2" fmla="*/ 99322 h 141504"/>
                  <a:gd name="connsiteX3" fmla="*/ 1361 w 595706"/>
                  <a:gd name="connsiteY3" fmla="*/ 141504 h 141504"/>
                  <a:gd name="connsiteX4" fmla="*/ 0 w 595706"/>
                  <a:gd name="connsiteY4" fmla="*/ 24267 h 141504"/>
                  <a:gd name="connsiteX0" fmla="*/ 0 w 595706"/>
                  <a:gd name="connsiteY0" fmla="*/ 24472 h 141709"/>
                  <a:gd name="connsiteX1" fmla="*/ 595706 w 595706"/>
                  <a:gd name="connsiteY1" fmla="*/ 3096 h 141709"/>
                  <a:gd name="connsiteX2" fmla="*/ 595706 w 595706"/>
                  <a:gd name="connsiteY2" fmla="*/ 99527 h 141709"/>
                  <a:gd name="connsiteX3" fmla="*/ 1361 w 595706"/>
                  <a:gd name="connsiteY3" fmla="*/ 141709 h 141709"/>
                  <a:gd name="connsiteX4" fmla="*/ 0 w 595706"/>
                  <a:gd name="connsiteY4" fmla="*/ 24472 h 141709"/>
                  <a:gd name="connsiteX0" fmla="*/ 0 w 595706"/>
                  <a:gd name="connsiteY0" fmla="*/ 24472 h 141709"/>
                  <a:gd name="connsiteX1" fmla="*/ 594353 w 595706"/>
                  <a:gd name="connsiteY1" fmla="*/ 3096 h 141709"/>
                  <a:gd name="connsiteX2" fmla="*/ 595706 w 595706"/>
                  <a:gd name="connsiteY2" fmla="*/ 99527 h 141709"/>
                  <a:gd name="connsiteX3" fmla="*/ 1361 w 595706"/>
                  <a:gd name="connsiteY3" fmla="*/ 141709 h 141709"/>
                  <a:gd name="connsiteX4" fmla="*/ 0 w 595706"/>
                  <a:gd name="connsiteY4" fmla="*/ 24472 h 141709"/>
                  <a:gd name="connsiteX0" fmla="*/ 124 w 595830"/>
                  <a:gd name="connsiteY0" fmla="*/ 24472 h 141709"/>
                  <a:gd name="connsiteX1" fmla="*/ 594477 w 595830"/>
                  <a:gd name="connsiteY1" fmla="*/ 3096 h 141709"/>
                  <a:gd name="connsiteX2" fmla="*/ 595830 w 595830"/>
                  <a:gd name="connsiteY2" fmla="*/ 99527 h 141709"/>
                  <a:gd name="connsiteX3" fmla="*/ 131 w 595830"/>
                  <a:gd name="connsiteY3" fmla="*/ 141709 h 141709"/>
                  <a:gd name="connsiteX4" fmla="*/ 124 w 595830"/>
                  <a:gd name="connsiteY4" fmla="*/ 24472 h 141709"/>
                  <a:gd name="connsiteX0" fmla="*/ 124 w 597179"/>
                  <a:gd name="connsiteY0" fmla="*/ 25207 h 142444"/>
                  <a:gd name="connsiteX1" fmla="*/ 597179 w 597179"/>
                  <a:gd name="connsiteY1" fmla="*/ 481 h 142444"/>
                  <a:gd name="connsiteX2" fmla="*/ 595830 w 597179"/>
                  <a:gd name="connsiteY2" fmla="*/ 100262 h 142444"/>
                  <a:gd name="connsiteX3" fmla="*/ 131 w 597179"/>
                  <a:gd name="connsiteY3" fmla="*/ 142444 h 142444"/>
                  <a:gd name="connsiteX4" fmla="*/ 124 w 597179"/>
                  <a:gd name="connsiteY4" fmla="*/ 25207 h 142444"/>
                  <a:gd name="connsiteX0" fmla="*/ 124 w 595889"/>
                  <a:gd name="connsiteY0" fmla="*/ 25842 h 143079"/>
                  <a:gd name="connsiteX1" fmla="*/ 594477 w 595889"/>
                  <a:gd name="connsiteY1" fmla="*/ 0 h 143079"/>
                  <a:gd name="connsiteX2" fmla="*/ 595830 w 595889"/>
                  <a:gd name="connsiteY2" fmla="*/ 100897 h 143079"/>
                  <a:gd name="connsiteX3" fmla="*/ 131 w 595889"/>
                  <a:gd name="connsiteY3" fmla="*/ 143079 h 143079"/>
                  <a:gd name="connsiteX4" fmla="*/ 124 w 595889"/>
                  <a:gd name="connsiteY4" fmla="*/ 25842 h 143079"/>
                  <a:gd name="connsiteX0" fmla="*/ 124 w 595889"/>
                  <a:gd name="connsiteY0" fmla="*/ 24713 h 141950"/>
                  <a:gd name="connsiteX1" fmla="*/ 594477 w 595889"/>
                  <a:gd name="connsiteY1" fmla="*/ 2221 h 141950"/>
                  <a:gd name="connsiteX2" fmla="*/ 595830 w 595889"/>
                  <a:gd name="connsiteY2" fmla="*/ 99768 h 141950"/>
                  <a:gd name="connsiteX3" fmla="*/ 131 w 595889"/>
                  <a:gd name="connsiteY3" fmla="*/ 141950 h 141950"/>
                  <a:gd name="connsiteX4" fmla="*/ 124 w 595889"/>
                  <a:gd name="connsiteY4" fmla="*/ 24713 h 141950"/>
                  <a:gd name="connsiteX0" fmla="*/ 124 w 595959"/>
                  <a:gd name="connsiteY0" fmla="*/ 24713 h 141950"/>
                  <a:gd name="connsiteX1" fmla="*/ 595828 w 595959"/>
                  <a:gd name="connsiteY1" fmla="*/ 2221 h 141950"/>
                  <a:gd name="connsiteX2" fmla="*/ 595830 w 595959"/>
                  <a:gd name="connsiteY2" fmla="*/ 99768 h 141950"/>
                  <a:gd name="connsiteX3" fmla="*/ 131 w 595959"/>
                  <a:gd name="connsiteY3" fmla="*/ 141950 h 141950"/>
                  <a:gd name="connsiteX4" fmla="*/ 124 w 595959"/>
                  <a:gd name="connsiteY4" fmla="*/ 24713 h 141950"/>
                  <a:gd name="connsiteX0" fmla="*/ 124 w 595959"/>
                  <a:gd name="connsiteY0" fmla="*/ 24925 h 142162"/>
                  <a:gd name="connsiteX1" fmla="*/ 595828 w 595959"/>
                  <a:gd name="connsiteY1" fmla="*/ 2433 h 142162"/>
                  <a:gd name="connsiteX2" fmla="*/ 595830 w 595959"/>
                  <a:gd name="connsiteY2" fmla="*/ 99980 h 142162"/>
                  <a:gd name="connsiteX3" fmla="*/ 131 w 595959"/>
                  <a:gd name="connsiteY3" fmla="*/ 142162 h 142162"/>
                  <a:gd name="connsiteX4" fmla="*/ 124 w 595959"/>
                  <a:gd name="connsiteY4" fmla="*/ 24925 h 142162"/>
                  <a:gd name="connsiteX0" fmla="*/ 124 w 595959"/>
                  <a:gd name="connsiteY0" fmla="*/ 22492 h 139729"/>
                  <a:gd name="connsiteX1" fmla="*/ 595828 w 595959"/>
                  <a:gd name="connsiteY1" fmla="*/ 0 h 139729"/>
                  <a:gd name="connsiteX2" fmla="*/ 595830 w 595959"/>
                  <a:gd name="connsiteY2" fmla="*/ 97547 h 139729"/>
                  <a:gd name="connsiteX3" fmla="*/ 131 w 595959"/>
                  <a:gd name="connsiteY3" fmla="*/ 139729 h 139729"/>
                  <a:gd name="connsiteX4" fmla="*/ 124 w 595959"/>
                  <a:gd name="connsiteY4" fmla="*/ 22492 h 139729"/>
                  <a:gd name="connsiteX0" fmla="*/ 124 w 595959"/>
                  <a:gd name="connsiteY0" fmla="*/ 25585 h 142822"/>
                  <a:gd name="connsiteX1" fmla="*/ 595828 w 595959"/>
                  <a:gd name="connsiteY1" fmla="*/ 3093 h 142822"/>
                  <a:gd name="connsiteX2" fmla="*/ 595830 w 595959"/>
                  <a:gd name="connsiteY2" fmla="*/ 100640 h 142822"/>
                  <a:gd name="connsiteX3" fmla="*/ 131 w 595959"/>
                  <a:gd name="connsiteY3" fmla="*/ 142822 h 142822"/>
                  <a:gd name="connsiteX4" fmla="*/ 124 w 595959"/>
                  <a:gd name="connsiteY4" fmla="*/ 25585 h 142822"/>
                  <a:gd name="connsiteX0" fmla="*/ 124 w 595959"/>
                  <a:gd name="connsiteY0" fmla="*/ 25585 h 142822"/>
                  <a:gd name="connsiteX1" fmla="*/ 595828 w 595959"/>
                  <a:gd name="connsiteY1" fmla="*/ 3093 h 142822"/>
                  <a:gd name="connsiteX2" fmla="*/ 595830 w 595959"/>
                  <a:gd name="connsiteY2" fmla="*/ 100640 h 142822"/>
                  <a:gd name="connsiteX3" fmla="*/ 131 w 595959"/>
                  <a:gd name="connsiteY3" fmla="*/ 142822 h 142822"/>
                  <a:gd name="connsiteX4" fmla="*/ 124 w 595959"/>
                  <a:gd name="connsiteY4" fmla="*/ 25585 h 142822"/>
                  <a:gd name="connsiteX0" fmla="*/ 124 w 595959"/>
                  <a:gd name="connsiteY0" fmla="*/ 26512 h 143749"/>
                  <a:gd name="connsiteX1" fmla="*/ 595828 w 595959"/>
                  <a:gd name="connsiteY1" fmla="*/ 4020 h 143749"/>
                  <a:gd name="connsiteX2" fmla="*/ 595830 w 595959"/>
                  <a:gd name="connsiteY2" fmla="*/ 101567 h 143749"/>
                  <a:gd name="connsiteX3" fmla="*/ 131 w 595959"/>
                  <a:gd name="connsiteY3" fmla="*/ 143749 h 143749"/>
                  <a:gd name="connsiteX4" fmla="*/ 124 w 595959"/>
                  <a:gd name="connsiteY4" fmla="*/ 26512 h 143749"/>
                  <a:gd name="connsiteX0" fmla="*/ 124 w 595959"/>
                  <a:gd name="connsiteY0" fmla="*/ 26512 h 143749"/>
                  <a:gd name="connsiteX1" fmla="*/ 595828 w 595959"/>
                  <a:gd name="connsiteY1" fmla="*/ 4020 h 143749"/>
                  <a:gd name="connsiteX2" fmla="*/ 595830 w 595959"/>
                  <a:gd name="connsiteY2" fmla="*/ 101567 h 143749"/>
                  <a:gd name="connsiteX3" fmla="*/ 131 w 595959"/>
                  <a:gd name="connsiteY3" fmla="*/ 143749 h 143749"/>
                  <a:gd name="connsiteX4" fmla="*/ 124 w 595959"/>
                  <a:gd name="connsiteY4" fmla="*/ 26512 h 143749"/>
                  <a:gd name="connsiteX0" fmla="*/ 124 w 595959"/>
                  <a:gd name="connsiteY0" fmla="*/ 28496 h 145733"/>
                  <a:gd name="connsiteX1" fmla="*/ 595828 w 595959"/>
                  <a:gd name="connsiteY1" fmla="*/ 6004 h 145733"/>
                  <a:gd name="connsiteX2" fmla="*/ 595830 w 595959"/>
                  <a:gd name="connsiteY2" fmla="*/ 103551 h 145733"/>
                  <a:gd name="connsiteX3" fmla="*/ 131 w 595959"/>
                  <a:gd name="connsiteY3" fmla="*/ 145733 h 145733"/>
                  <a:gd name="connsiteX4" fmla="*/ 124 w 595959"/>
                  <a:gd name="connsiteY4" fmla="*/ 28496 h 14573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856"/>
                  <a:gd name="connsiteY0" fmla="*/ 41841 h 159078"/>
                  <a:gd name="connsiteX1" fmla="*/ 591261 w 595856"/>
                  <a:gd name="connsiteY1" fmla="*/ 0 h 159078"/>
                  <a:gd name="connsiteX2" fmla="*/ 595830 w 595856"/>
                  <a:gd name="connsiteY2" fmla="*/ 116896 h 159078"/>
                  <a:gd name="connsiteX3" fmla="*/ 131 w 595856"/>
                  <a:gd name="connsiteY3" fmla="*/ 159078 h 159078"/>
                  <a:gd name="connsiteX4" fmla="*/ 124 w 595856"/>
                  <a:gd name="connsiteY4" fmla="*/ 41841 h 159078"/>
                  <a:gd name="connsiteX0" fmla="*/ 124 w 595959"/>
                  <a:gd name="connsiteY0" fmla="*/ 41841 h 159078"/>
                  <a:gd name="connsiteX1" fmla="*/ 595828 w 595959"/>
                  <a:gd name="connsiteY1" fmla="*/ 0 h 159078"/>
                  <a:gd name="connsiteX2" fmla="*/ 595830 w 595959"/>
                  <a:gd name="connsiteY2" fmla="*/ 116896 h 159078"/>
                  <a:gd name="connsiteX3" fmla="*/ 131 w 595959"/>
                  <a:gd name="connsiteY3" fmla="*/ 159078 h 159078"/>
                  <a:gd name="connsiteX4" fmla="*/ 124 w 595959"/>
                  <a:gd name="connsiteY4" fmla="*/ 41841 h 159078"/>
                  <a:gd name="connsiteX0" fmla="*/ 124 w 597349"/>
                  <a:gd name="connsiteY0" fmla="*/ 42378 h 159615"/>
                  <a:gd name="connsiteX1" fmla="*/ 597349 w 597349"/>
                  <a:gd name="connsiteY1" fmla="*/ 0 h 159615"/>
                  <a:gd name="connsiteX2" fmla="*/ 595830 w 597349"/>
                  <a:gd name="connsiteY2" fmla="*/ 117433 h 159615"/>
                  <a:gd name="connsiteX3" fmla="*/ 131 w 597349"/>
                  <a:gd name="connsiteY3" fmla="*/ 159615 h 159615"/>
                  <a:gd name="connsiteX4" fmla="*/ 124 w 597349"/>
                  <a:gd name="connsiteY4" fmla="*/ 42378 h 159615"/>
                  <a:gd name="connsiteX0" fmla="*/ 124 w 600443"/>
                  <a:gd name="connsiteY0" fmla="*/ 42378 h 159615"/>
                  <a:gd name="connsiteX1" fmla="*/ 597349 w 600443"/>
                  <a:gd name="connsiteY1" fmla="*/ 0 h 159615"/>
                  <a:gd name="connsiteX2" fmla="*/ 600408 w 600443"/>
                  <a:gd name="connsiteY2" fmla="*/ 117433 h 159615"/>
                  <a:gd name="connsiteX3" fmla="*/ 131 w 600443"/>
                  <a:gd name="connsiteY3" fmla="*/ 159615 h 159615"/>
                  <a:gd name="connsiteX4" fmla="*/ 124 w 600443"/>
                  <a:gd name="connsiteY4" fmla="*/ 42378 h 159615"/>
                  <a:gd name="connsiteX0" fmla="*/ 124 w 600537"/>
                  <a:gd name="connsiteY0" fmla="*/ 42378 h 159615"/>
                  <a:gd name="connsiteX1" fmla="*/ 600401 w 600537"/>
                  <a:gd name="connsiteY1" fmla="*/ 0 h 159615"/>
                  <a:gd name="connsiteX2" fmla="*/ 600408 w 600537"/>
                  <a:gd name="connsiteY2" fmla="*/ 117433 h 159615"/>
                  <a:gd name="connsiteX3" fmla="*/ 131 w 600537"/>
                  <a:gd name="connsiteY3" fmla="*/ 159615 h 159615"/>
                  <a:gd name="connsiteX4" fmla="*/ 124 w 600537"/>
                  <a:gd name="connsiteY4" fmla="*/ 42378 h 1596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00537" h="159615">
                    <a:moveTo>
                      <a:pt x="124" y="42378"/>
                    </a:moveTo>
                    <a:cubicBezTo>
                      <a:pt x="296414" y="-50243"/>
                      <a:pt x="418111" y="75773"/>
                      <a:pt x="600401" y="0"/>
                    </a:cubicBezTo>
                    <a:cubicBezTo>
                      <a:pt x="599951" y="33260"/>
                      <a:pt x="600858" y="84173"/>
                      <a:pt x="600408" y="117433"/>
                    </a:cubicBezTo>
                    <a:cubicBezTo>
                      <a:pt x="395490" y="192726"/>
                      <a:pt x="285331" y="62551"/>
                      <a:pt x="131" y="159615"/>
                    </a:cubicBezTo>
                    <a:cubicBezTo>
                      <a:pt x="-323" y="114566"/>
                      <a:pt x="578" y="87427"/>
                      <a:pt x="124" y="42378"/>
                    </a:cubicBezTo>
                    <a:close/>
                  </a:path>
                </a:pathLst>
              </a:custGeom>
              <a:solidFill>
                <a:schemeClr val="accent2">
                  <a:lumMod val="40000"/>
                  <a:lumOff val="60000"/>
                </a:schemeClr>
              </a:solidFill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grpSp>
            <p:nvGrpSpPr>
              <p:cNvPr id="815" name="组合 814">
                <a:extLst>
                  <a:ext uri="{FF2B5EF4-FFF2-40B4-BE49-F238E27FC236}">
                    <a16:creationId xmlns:a16="http://schemas.microsoft.com/office/drawing/2014/main" id="{BD621120-FBF2-BF60-551B-376B7E2791C8}"/>
                  </a:ext>
                </a:extLst>
              </p:cNvPr>
              <p:cNvGrpSpPr/>
              <p:nvPr/>
            </p:nvGrpSpPr>
            <p:grpSpPr>
              <a:xfrm>
                <a:off x="5766806" y="6517241"/>
                <a:ext cx="621640" cy="663817"/>
                <a:chOff x="5040167" y="6521415"/>
                <a:chExt cx="621640" cy="663817"/>
              </a:xfrm>
            </p:grpSpPr>
            <p:sp>
              <p:nvSpPr>
                <p:cNvPr id="816" name="矩形 1174">
                  <a:extLst>
                    <a:ext uri="{FF2B5EF4-FFF2-40B4-BE49-F238E27FC236}">
                      <a16:creationId xmlns:a16="http://schemas.microsoft.com/office/drawing/2014/main" id="{A4A9384D-F4D2-513D-74E9-929BCA2A5854}"/>
                    </a:ext>
                  </a:extLst>
                </p:cNvPr>
                <p:cNvSpPr/>
                <p:nvPr/>
              </p:nvSpPr>
              <p:spPr>
                <a:xfrm rot="10800000">
                  <a:off x="5041542" y="6760560"/>
                  <a:ext cx="618706" cy="201627"/>
                </a:xfrm>
                <a:custGeom>
                  <a:avLst/>
                  <a:gdLst>
                    <a:gd name="connsiteX0" fmla="*/ 0 w 595706"/>
                    <a:gd name="connsiteY0" fmla="*/ 0 h 92965"/>
                    <a:gd name="connsiteX1" fmla="*/ 595706 w 595706"/>
                    <a:gd name="connsiteY1" fmla="*/ 0 h 92965"/>
                    <a:gd name="connsiteX2" fmla="*/ 595706 w 595706"/>
                    <a:gd name="connsiteY2" fmla="*/ 92965 h 92965"/>
                    <a:gd name="connsiteX3" fmla="*/ 0 w 595706"/>
                    <a:gd name="connsiteY3" fmla="*/ 92965 h 92965"/>
                    <a:gd name="connsiteX4" fmla="*/ 0 w 595706"/>
                    <a:gd name="connsiteY4" fmla="*/ 0 h 92965"/>
                    <a:gd name="connsiteX0" fmla="*/ 0 w 595706"/>
                    <a:gd name="connsiteY0" fmla="*/ 0 h 135147"/>
                    <a:gd name="connsiteX1" fmla="*/ 595706 w 595706"/>
                    <a:gd name="connsiteY1" fmla="*/ 0 h 135147"/>
                    <a:gd name="connsiteX2" fmla="*/ 595706 w 595706"/>
                    <a:gd name="connsiteY2" fmla="*/ 92965 h 135147"/>
                    <a:gd name="connsiteX3" fmla="*/ 1361 w 595706"/>
                    <a:gd name="connsiteY3" fmla="*/ 135147 h 135147"/>
                    <a:gd name="connsiteX4" fmla="*/ 0 w 595706"/>
                    <a:gd name="connsiteY4" fmla="*/ 0 h 135147"/>
                    <a:gd name="connsiteX0" fmla="*/ 0 w 595706"/>
                    <a:gd name="connsiteY0" fmla="*/ 0 h 135147"/>
                    <a:gd name="connsiteX1" fmla="*/ 595706 w 595706"/>
                    <a:gd name="connsiteY1" fmla="*/ 0 h 135147"/>
                    <a:gd name="connsiteX2" fmla="*/ 595706 w 595706"/>
                    <a:gd name="connsiteY2" fmla="*/ 92965 h 135147"/>
                    <a:gd name="connsiteX3" fmla="*/ 1361 w 595706"/>
                    <a:gd name="connsiteY3" fmla="*/ 135147 h 135147"/>
                    <a:gd name="connsiteX4" fmla="*/ 0 w 595706"/>
                    <a:gd name="connsiteY4" fmla="*/ 0 h 135147"/>
                    <a:gd name="connsiteX0" fmla="*/ 0 w 595706"/>
                    <a:gd name="connsiteY0" fmla="*/ 0 h 135147"/>
                    <a:gd name="connsiteX1" fmla="*/ 595706 w 595706"/>
                    <a:gd name="connsiteY1" fmla="*/ 0 h 135147"/>
                    <a:gd name="connsiteX2" fmla="*/ 595706 w 595706"/>
                    <a:gd name="connsiteY2" fmla="*/ 92965 h 135147"/>
                    <a:gd name="connsiteX3" fmla="*/ 1361 w 595706"/>
                    <a:gd name="connsiteY3" fmla="*/ 135147 h 135147"/>
                    <a:gd name="connsiteX4" fmla="*/ 0 w 595706"/>
                    <a:gd name="connsiteY4" fmla="*/ 0 h 135147"/>
                    <a:gd name="connsiteX0" fmla="*/ 0 w 595706"/>
                    <a:gd name="connsiteY0" fmla="*/ 0 h 135147"/>
                    <a:gd name="connsiteX1" fmla="*/ 595706 w 595706"/>
                    <a:gd name="connsiteY1" fmla="*/ 0 h 135147"/>
                    <a:gd name="connsiteX2" fmla="*/ 595706 w 595706"/>
                    <a:gd name="connsiteY2" fmla="*/ 92965 h 135147"/>
                    <a:gd name="connsiteX3" fmla="*/ 1361 w 595706"/>
                    <a:gd name="connsiteY3" fmla="*/ 135147 h 135147"/>
                    <a:gd name="connsiteX4" fmla="*/ 0 w 595706"/>
                    <a:gd name="connsiteY4" fmla="*/ 0 h 135147"/>
                    <a:gd name="connsiteX0" fmla="*/ 1422 w 594406"/>
                    <a:gd name="connsiteY0" fmla="*/ 21376 h 135147"/>
                    <a:gd name="connsiteX1" fmla="*/ 594406 w 594406"/>
                    <a:gd name="connsiteY1" fmla="*/ 0 h 135147"/>
                    <a:gd name="connsiteX2" fmla="*/ 594406 w 594406"/>
                    <a:gd name="connsiteY2" fmla="*/ 92965 h 135147"/>
                    <a:gd name="connsiteX3" fmla="*/ 61 w 594406"/>
                    <a:gd name="connsiteY3" fmla="*/ 135147 h 135147"/>
                    <a:gd name="connsiteX4" fmla="*/ 1422 w 594406"/>
                    <a:gd name="connsiteY4" fmla="*/ 21376 h 135147"/>
                    <a:gd name="connsiteX0" fmla="*/ 1422 w 594406"/>
                    <a:gd name="connsiteY0" fmla="*/ 15599 h 135147"/>
                    <a:gd name="connsiteX1" fmla="*/ 594406 w 594406"/>
                    <a:gd name="connsiteY1" fmla="*/ 0 h 135147"/>
                    <a:gd name="connsiteX2" fmla="*/ 594406 w 594406"/>
                    <a:gd name="connsiteY2" fmla="*/ 92965 h 135147"/>
                    <a:gd name="connsiteX3" fmla="*/ 61 w 594406"/>
                    <a:gd name="connsiteY3" fmla="*/ 135147 h 135147"/>
                    <a:gd name="connsiteX4" fmla="*/ 1422 w 594406"/>
                    <a:gd name="connsiteY4" fmla="*/ 15599 h 135147"/>
                    <a:gd name="connsiteX0" fmla="*/ 131 w 594476"/>
                    <a:gd name="connsiteY0" fmla="*/ 4622 h 135147"/>
                    <a:gd name="connsiteX1" fmla="*/ 594476 w 594476"/>
                    <a:gd name="connsiteY1" fmla="*/ 0 h 135147"/>
                    <a:gd name="connsiteX2" fmla="*/ 594476 w 594476"/>
                    <a:gd name="connsiteY2" fmla="*/ 92965 h 135147"/>
                    <a:gd name="connsiteX3" fmla="*/ 131 w 594476"/>
                    <a:gd name="connsiteY3" fmla="*/ 135147 h 135147"/>
                    <a:gd name="connsiteX4" fmla="*/ 131 w 594476"/>
                    <a:gd name="connsiteY4" fmla="*/ 4622 h 135147"/>
                    <a:gd name="connsiteX0" fmla="*/ 0 w 595706"/>
                    <a:gd name="connsiteY0" fmla="*/ 17910 h 135147"/>
                    <a:gd name="connsiteX1" fmla="*/ 595706 w 595706"/>
                    <a:gd name="connsiteY1" fmla="*/ 0 h 135147"/>
                    <a:gd name="connsiteX2" fmla="*/ 595706 w 595706"/>
                    <a:gd name="connsiteY2" fmla="*/ 92965 h 135147"/>
                    <a:gd name="connsiteX3" fmla="*/ 1361 w 595706"/>
                    <a:gd name="connsiteY3" fmla="*/ 135147 h 135147"/>
                    <a:gd name="connsiteX4" fmla="*/ 0 w 595706"/>
                    <a:gd name="connsiteY4" fmla="*/ 17910 h 135147"/>
                    <a:gd name="connsiteX0" fmla="*/ 0 w 595706"/>
                    <a:gd name="connsiteY0" fmla="*/ 17910 h 135147"/>
                    <a:gd name="connsiteX1" fmla="*/ 595706 w 595706"/>
                    <a:gd name="connsiteY1" fmla="*/ 0 h 135147"/>
                    <a:gd name="connsiteX2" fmla="*/ 595706 w 595706"/>
                    <a:gd name="connsiteY2" fmla="*/ 92965 h 135147"/>
                    <a:gd name="connsiteX3" fmla="*/ 1361 w 595706"/>
                    <a:gd name="connsiteY3" fmla="*/ 135147 h 135147"/>
                    <a:gd name="connsiteX4" fmla="*/ 0 w 595706"/>
                    <a:gd name="connsiteY4" fmla="*/ 17910 h 135147"/>
                    <a:gd name="connsiteX0" fmla="*/ 0 w 595706"/>
                    <a:gd name="connsiteY0" fmla="*/ 17910 h 135147"/>
                    <a:gd name="connsiteX1" fmla="*/ 595706 w 595706"/>
                    <a:gd name="connsiteY1" fmla="*/ 0 h 135147"/>
                    <a:gd name="connsiteX2" fmla="*/ 595706 w 595706"/>
                    <a:gd name="connsiteY2" fmla="*/ 92965 h 135147"/>
                    <a:gd name="connsiteX3" fmla="*/ 1361 w 595706"/>
                    <a:gd name="connsiteY3" fmla="*/ 135147 h 135147"/>
                    <a:gd name="connsiteX4" fmla="*/ 0 w 595706"/>
                    <a:gd name="connsiteY4" fmla="*/ 17910 h 135147"/>
                    <a:gd name="connsiteX0" fmla="*/ 0 w 595706"/>
                    <a:gd name="connsiteY0" fmla="*/ 17910 h 135147"/>
                    <a:gd name="connsiteX1" fmla="*/ 595706 w 595706"/>
                    <a:gd name="connsiteY1" fmla="*/ 0 h 135147"/>
                    <a:gd name="connsiteX2" fmla="*/ 595706 w 595706"/>
                    <a:gd name="connsiteY2" fmla="*/ 92965 h 135147"/>
                    <a:gd name="connsiteX3" fmla="*/ 1361 w 595706"/>
                    <a:gd name="connsiteY3" fmla="*/ 135147 h 135147"/>
                    <a:gd name="connsiteX4" fmla="*/ 0 w 595706"/>
                    <a:gd name="connsiteY4" fmla="*/ 17910 h 135147"/>
                    <a:gd name="connsiteX0" fmla="*/ 0 w 595706"/>
                    <a:gd name="connsiteY0" fmla="*/ 22423 h 139660"/>
                    <a:gd name="connsiteX1" fmla="*/ 595706 w 595706"/>
                    <a:gd name="connsiteY1" fmla="*/ 4513 h 139660"/>
                    <a:gd name="connsiteX2" fmla="*/ 595706 w 595706"/>
                    <a:gd name="connsiteY2" fmla="*/ 97478 h 139660"/>
                    <a:gd name="connsiteX3" fmla="*/ 1361 w 595706"/>
                    <a:gd name="connsiteY3" fmla="*/ 139660 h 139660"/>
                    <a:gd name="connsiteX4" fmla="*/ 0 w 595706"/>
                    <a:gd name="connsiteY4" fmla="*/ 22423 h 139660"/>
                    <a:gd name="connsiteX0" fmla="*/ 0 w 595706"/>
                    <a:gd name="connsiteY0" fmla="*/ 26413 h 143650"/>
                    <a:gd name="connsiteX1" fmla="*/ 595706 w 595706"/>
                    <a:gd name="connsiteY1" fmla="*/ 8503 h 143650"/>
                    <a:gd name="connsiteX2" fmla="*/ 595706 w 595706"/>
                    <a:gd name="connsiteY2" fmla="*/ 101468 h 143650"/>
                    <a:gd name="connsiteX3" fmla="*/ 1361 w 595706"/>
                    <a:gd name="connsiteY3" fmla="*/ 143650 h 143650"/>
                    <a:gd name="connsiteX4" fmla="*/ 0 w 595706"/>
                    <a:gd name="connsiteY4" fmla="*/ 26413 h 143650"/>
                    <a:gd name="connsiteX0" fmla="*/ 0 w 595706"/>
                    <a:gd name="connsiteY0" fmla="*/ 21286 h 138523"/>
                    <a:gd name="connsiteX1" fmla="*/ 595706 w 595706"/>
                    <a:gd name="connsiteY1" fmla="*/ 3376 h 138523"/>
                    <a:gd name="connsiteX2" fmla="*/ 595706 w 595706"/>
                    <a:gd name="connsiteY2" fmla="*/ 96341 h 138523"/>
                    <a:gd name="connsiteX3" fmla="*/ 1361 w 595706"/>
                    <a:gd name="connsiteY3" fmla="*/ 138523 h 138523"/>
                    <a:gd name="connsiteX4" fmla="*/ 0 w 595706"/>
                    <a:gd name="connsiteY4" fmla="*/ 21286 h 138523"/>
                    <a:gd name="connsiteX0" fmla="*/ 0 w 595706"/>
                    <a:gd name="connsiteY0" fmla="*/ 22534 h 139771"/>
                    <a:gd name="connsiteX1" fmla="*/ 595706 w 595706"/>
                    <a:gd name="connsiteY1" fmla="*/ 4624 h 139771"/>
                    <a:gd name="connsiteX2" fmla="*/ 595706 w 595706"/>
                    <a:gd name="connsiteY2" fmla="*/ 97589 h 139771"/>
                    <a:gd name="connsiteX3" fmla="*/ 1361 w 595706"/>
                    <a:gd name="connsiteY3" fmla="*/ 139771 h 139771"/>
                    <a:gd name="connsiteX4" fmla="*/ 0 w 595706"/>
                    <a:gd name="connsiteY4" fmla="*/ 22534 h 139771"/>
                    <a:gd name="connsiteX0" fmla="*/ 0 w 595706"/>
                    <a:gd name="connsiteY0" fmla="*/ 23494 h 140731"/>
                    <a:gd name="connsiteX1" fmla="*/ 595706 w 595706"/>
                    <a:gd name="connsiteY1" fmla="*/ 2118 h 140731"/>
                    <a:gd name="connsiteX2" fmla="*/ 595706 w 595706"/>
                    <a:gd name="connsiteY2" fmla="*/ 98549 h 140731"/>
                    <a:gd name="connsiteX3" fmla="*/ 1361 w 595706"/>
                    <a:gd name="connsiteY3" fmla="*/ 140731 h 140731"/>
                    <a:gd name="connsiteX4" fmla="*/ 0 w 595706"/>
                    <a:gd name="connsiteY4" fmla="*/ 23494 h 140731"/>
                    <a:gd name="connsiteX0" fmla="*/ 0 w 595706"/>
                    <a:gd name="connsiteY0" fmla="*/ 23494 h 140731"/>
                    <a:gd name="connsiteX1" fmla="*/ 595706 w 595706"/>
                    <a:gd name="connsiteY1" fmla="*/ 2118 h 140731"/>
                    <a:gd name="connsiteX2" fmla="*/ 595706 w 595706"/>
                    <a:gd name="connsiteY2" fmla="*/ 98549 h 140731"/>
                    <a:gd name="connsiteX3" fmla="*/ 1361 w 595706"/>
                    <a:gd name="connsiteY3" fmla="*/ 140731 h 140731"/>
                    <a:gd name="connsiteX4" fmla="*/ 0 w 595706"/>
                    <a:gd name="connsiteY4" fmla="*/ 23494 h 140731"/>
                    <a:gd name="connsiteX0" fmla="*/ 0 w 595706"/>
                    <a:gd name="connsiteY0" fmla="*/ 25030 h 142267"/>
                    <a:gd name="connsiteX1" fmla="*/ 595706 w 595706"/>
                    <a:gd name="connsiteY1" fmla="*/ 3654 h 142267"/>
                    <a:gd name="connsiteX2" fmla="*/ 595706 w 595706"/>
                    <a:gd name="connsiteY2" fmla="*/ 100085 h 142267"/>
                    <a:gd name="connsiteX3" fmla="*/ 1361 w 595706"/>
                    <a:gd name="connsiteY3" fmla="*/ 142267 h 142267"/>
                    <a:gd name="connsiteX4" fmla="*/ 0 w 595706"/>
                    <a:gd name="connsiteY4" fmla="*/ 25030 h 142267"/>
                    <a:gd name="connsiteX0" fmla="*/ 0 w 595706"/>
                    <a:gd name="connsiteY0" fmla="*/ 22091 h 139328"/>
                    <a:gd name="connsiteX1" fmla="*/ 595706 w 595706"/>
                    <a:gd name="connsiteY1" fmla="*/ 715 h 139328"/>
                    <a:gd name="connsiteX2" fmla="*/ 595706 w 595706"/>
                    <a:gd name="connsiteY2" fmla="*/ 97146 h 139328"/>
                    <a:gd name="connsiteX3" fmla="*/ 1361 w 595706"/>
                    <a:gd name="connsiteY3" fmla="*/ 139328 h 139328"/>
                    <a:gd name="connsiteX4" fmla="*/ 0 w 595706"/>
                    <a:gd name="connsiteY4" fmla="*/ 22091 h 139328"/>
                    <a:gd name="connsiteX0" fmla="*/ 0 w 595706"/>
                    <a:gd name="connsiteY0" fmla="*/ 23573 h 140810"/>
                    <a:gd name="connsiteX1" fmla="*/ 595706 w 595706"/>
                    <a:gd name="connsiteY1" fmla="*/ 2197 h 140810"/>
                    <a:gd name="connsiteX2" fmla="*/ 595706 w 595706"/>
                    <a:gd name="connsiteY2" fmla="*/ 98628 h 140810"/>
                    <a:gd name="connsiteX3" fmla="*/ 1361 w 595706"/>
                    <a:gd name="connsiteY3" fmla="*/ 140810 h 140810"/>
                    <a:gd name="connsiteX4" fmla="*/ 0 w 595706"/>
                    <a:gd name="connsiteY4" fmla="*/ 23573 h 140810"/>
                    <a:gd name="connsiteX0" fmla="*/ 0 w 595706"/>
                    <a:gd name="connsiteY0" fmla="*/ 21908 h 139145"/>
                    <a:gd name="connsiteX1" fmla="*/ 595706 w 595706"/>
                    <a:gd name="connsiteY1" fmla="*/ 532 h 139145"/>
                    <a:gd name="connsiteX2" fmla="*/ 595706 w 595706"/>
                    <a:gd name="connsiteY2" fmla="*/ 96963 h 139145"/>
                    <a:gd name="connsiteX3" fmla="*/ 1361 w 595706"/>
                    <a:gd name="connsiteY3" fmla="*/ 139145 h 139145"/>
                    <a:gd name="connsiteX4" fmla="*/ 0 w 595706"/>
                    <a:gd name="connsiteY4" fmla="*/ 21908 h 139145"/>
                    <a:gd name="connsiteX0" fmla="*/ 0 w 595706"/>
                    <a:gd name="connsiteY0" fmla="*/ 23863 h 141100"/>
                    <a:gd name="connsiteX1" fmla="*/ 595706 w 595706"/>
                    <a:gd name="connsiteY1" fmla="*/ 2487 h 141100"/>
                    <a:gd name="connsiteX2" fmla="*/ 595706 w 595706"/>
                    <a:gd name="connsiteY2" fmla="*/ 98918 h 141100"/>
                    <a:gd name="connsiteX3" fmla="*/ 1361 w 595706"/>
                    <a:gd name="connsiteY3" fmla="*/ 141100 h 141100"/>
                    <a:gd name="connsiteX4" fmla="*/ 0 w 595706"/>
                    <a:gd name="connsiteY4" fmla="*/ 23863 h 141100"/>
                    <a:gd name="connsiteX0" fmla="*/ 0 w 595706"/>
                    <a:gd name="connsiteY0" fmla="*/ 24472 h 141709"/>
                    <a:gd name="connsiteX1" fmla="*/ 595706 w 595706"/>
                    <a:gd name="connsiteY1" fmla="*/ 3096 h 141709"/>
                    <a:gd name="connsiteX2" fmla="*/ 595706 w 595706"/>
                    <a:gd name="connsiteY2" fmla="*/ 99527 h 141709"/>
                    <a:gd name="connsiteX3" fmla="*/ 1361 w 595706"/>
                    <a:gd name="connsiteY3" fmla="*/ 141709 h 141709"/>
                    <a:gd name="connsiteX4" fmla="*/ 0 w 595706"/>
                    <a:gd name="connsiteY4" fmla="*/ 24472 h 141709"/>
                    <a:gd name="connsiteX0" fmla="*/ 0 w 595706"/>
                    <a:gd name="connsiteY0" fmla="*/ 24267 h 141504"/>
                    <a:gd name="connsiteX1" fmla="*/ 595706 w 595706"/>
                    <a:gd name="connsiteY1" fmla="*/ 2891 h 141504"/>
                    <a:gd name="connsiteX2" fmla="*/ 595706 w 595706"/>
                    <a:gd name="connsiteY2" fmla="*/ 99322 h 141504"/>
                    <a:gd name="connsiteX3" fmla="*/ 1361 w 595706"/>
                    <a:gd name="connsiteY3" fmla="*/ 141504 h 141504"/>
                    <a:gd name="connsiteX4" fmla="*/ 0 w 595706"/>
                    <a:gd name="connsiteY4" fmla="*/ 24267 h 141504"/>
                    <a:gd name="connsiteX0" fmla="*/ 0 w 595706"/>
                    <a:gd name="connsiteY0" fmla="*/ 24472 h 141709"/>
                    <a:gd name="connsiteX1" fmla="*/ 595706 w 595706"/>
                    <a:gd name="connsiteY1" fmla="*/ 3096 h 141709"/>
                    <a:gd name="connsiteX2" fmla="*/ 595706 w 595706"/>
                    <a:gd name="connsiteY2" fmla="*/ 99527 h 141709"/>
                    <a:gd name="connsiteX3" fmla="*/ 1361 w 595706"/>
                    <a:gd name="connsiteY3" fmla="*/ 141709 h 141709"/>
                    <a:gd name="connsiteX4" fmla="*/ 0 w 595706"/>
                    <a:gd name="connsiteY4" fmla="*/ 24472 h 141709"/>
                    <a:gd name="connsiteX0" fmla="*/ 0 w 595706"/>
                    <a:gd name="connsiteY0" fmla="*/ 24472 h 141709"/>
                    <a:gd name="connsiteX1" fmla="*/ 594353 w 595706"/>
                    <a:gd name="connsiteY1" fmla="*/ 3096 h 141709"/>
                    <a:gd name="connsiteX2" fmla="*/ 595706 w 595706"/>
                    <a:gd name="connsiteY2" fmla="*/ 99527 h 141709"/>
                    <a:gd name="connsiteX3" fmla="*/ 1361 w 595706"/>
                    <a:gd name="connsiteY3" fmla="*/ 141709 h 141709"/>
                    <a:gd name="connsiteX4" fmla="*/ 0 w 595706"/>
                    <a:gd name="connsiteY4" fmla="*/ 24472 h 141709"/>
                    <a:gd name="connsiteX0" fmla="*/ 124 w 595830"/>
                    <a:gd name="connsiteY0" fmla="*/ 24472 h 141709"/>
                    <a:gd name="connsiteX1" fmla="*/ 594477 w 595830"/>
                    <a:gd name="connsiteY1" fmla="*/ 3096 h 141709"/>
                    <a:gd name="connsiteX2" fmla="*/ 595830 w 595830"/>
                    <a:gd name="connsiteY2" fmla="*/ 99527 h 141709"/>
                    <a:gd name="connsiteX3" fmla="*/ 131 w 595830"/>
                    <a:gd name="connsiteY3" fmla="*/ 141709 h 141709"/>
                    <a:gd name="connsiteX4" fmla="*/ 124 w 595830"/>
                    <a:gd name="connsiteY4" fmla="*/ 24472 h 141709"/>
                    <a:gd name="connsiteX0" fmla="*/ 124 w 597179"/>
                    <a:gd name="connsiteY0" fmla="*/ 25207 h 142444"/>
                    <a:gd name="connsiteX1" fmla="*/ 597179 w 597179"/>
                    <a:gd name="connsiteY1" fmla="*/ 481 h 142444"/>
                    <a:gd name="connsiteX2" fmla="*/ 595830 w 597179"/>
                    <a:gd name="connsiteY2" fmla="*/ 100262 h 142444"/>
                    <a:gd name="connsiteX3" fmla="*/ 131 w 597179"/>
                    <a:gd name="connsiteY3" fmla="*/ 142444 h 142444"/>
                    <a:gd name="connsiteX4" fmla="*/ 124 w 597179"/>
                    <a:gd name="connsiteY4" fmla="*/ 25207 h 142444"/>
                    <a:gd name="connsiteX0" fmla="*/ 124 w 595889"/>
                    <a:gd name="connsiteY0" fmla="*/ 25842 h 143079"/>
                    <a:gd name="connsiteX1" fmla="*/ 594477 w 595889"/>
                    <a:gd name="connsiteY1" fmla="*/ 0 h 143079"/>
                    <a:gd name="connsiteX2" fmla="*/ 595830 w 595889"/>
                    <a:gd name="connsiteY2" fmla="*/ 100897 h 143079"/>
                    <a:gd name="connsiteX3" fmla="*/ 131 w 595889"/>
                    <a:gd name="connsiteY3" fmla="*/ 143079 h 143079"/>
                    <a:gd name="connsiteX4" fmla="*/ 124 w 595889"/>
                    <a:gd name="connsiteY4" fmla="*/ 25842 h 143079"/>
                    <a:gd name="connsiteX0" fmla="*/ 124 w 595889"/>
                    <a:gd name="connsiteY0" fmla="*/ 24713 h 141950"/>
                    <a:gd name="connsiteX1" fmla="*/ 594477 w 595889"/>
                    <a:gd name="connsiteY1" fmla="*/ 2221 h 141950"/>
                    <a:gd name="connsiteX2" fmla="*/ 595830 w 595889"/>
                    <a:gd name="connsiteY2" fmla="*/ 99768 h 141950"/>
                    <a:gd name="connsiteX3" fmla="*/ 131 w 595889"/>
                    <a:gd name="connsiteY3" fmla="*/ 141950 h 141950"/>
                    <a:gd name="connsiteX4" fmla="*/ 124 w 595889"/>
                    <a:gd name="connsiteY4" fmla="*/ 24713 h 141950"/>
                    <a:gd name="connsiteX0" fmla="*/ 124 w 595959"/>
                    <a:gd name="connsiteY0" fmla="*/ 24713 h 141950"/>
                    <a:gd name="connsiteX1" fmla="*/ 595828 w 595959"/>
                    <a:gd name="connsiteY1" fmla="*/ 2221 h 141950"/>
                    <a:gd name="connsiteX2" fmla="*/ 595830 w 595959"/>
                    <a:gd name="connsiteY2" fmla="*/ 99768 h 141950"/>
                    <a:gd name="connsiteX3" fmla="*/ 131 w 595959"/>
                    <a:gd name="connsiteY3" fmla="*/ 141950 h 141950"/>
                    <a:gd name="connsiteX4" fmla="*/ 124 w 595959"/>
                    <a:gd name="connsiteY4" fmla="*/ 24713 h 141950"/>
                    <a:gd name="connsiteX0" fmla="*/ 124 w 595959"/>
                    <a:gd name="connsiteY0" fmla="*/ 24925 h 142162"/>
                    <a:gd name="connsiteX1" fmla="*/ 595828 w 595959"/>
                    <a:gd name="connsiteY1" fmla="*/ 2433 h 142162"/>
                    <a:gd name="connsiteX2" fmla="*/ 595830 w 595959"/>
                    <a:gd name="connsiteY2" fmla="*/ 99980 h 142162"/>
                    <a:gd name="connsiteX3" fmla="*/ 131 w 595959"/>
                    <a:gd name="connsiteY3" fmla="*/ 142162 h 142162"/>
                    <a:gd name="connsiteX4" fmla="*/ 124 w 595959"/>
                    <a:gd name="connsiteY4" fmla="*/ 24925 h 142162"/>
                    <a:gd name="connsiteX0" fmla="*/ 124 w 595959"/>
                    <a:gd name="connsiteY0" fmla="*/ 22492 h 139729"/>
                    <a:gd name="connsiteX1" fmla="*/ 595828 w 595959"/>
                    <a:gd name="connsiteY1" fmla="*/ 0 h 139729"/>
                    <a:gd name="connsiteX2" fmla="*/ 595830 w 595959"/>
                    <a:gd name="connsiteY2" fmla="*/ 97547 h 139729"/>
                    <a:gd name="connsiteX3" fmla="*/ 131 w 595959"/>
                    <a:gd name="connsiteY3" fmla="*/ 139729 h 139729"/>
                    <a:gd name="connsiteX4" fmla="*/ 124 w 595959"/>
                    <a:gd name="connsiteY4" fmla="*/ 22492 h 139729"/>
                    <a:gd name="connsiteX0" fmla="*/ 124 w 595959"/>
                    <a:gd name="connsiteY0" fmla="*/ 25585 h 142822"/>
                    <a:gd name="connsiteX1" fmla="*/ 595828 w 595959"/>
                    <a:gd name="connsiteY1" fmla="*/ 3093 h 142822"/>
                    <a:gd name="connsiteX2" fmla="*/ 595830 w 595959"/>
                    <a:gd name="connsiteY2" fmla="*/ 100640 h 142822"/>
                    <a:gd name="connsiteX3" fmla="*/ 131 w 595959"/>
                    <a:gd name="connsiteY3" fmla="*/ 142822 h 142822"/>
                    <a:gd name="connsiteX4" fmla="*/ 124 w 595959"/>
                    <a:gd name="connsiteY4" fmla="*/ 25585 h 142822"/>
                    <a:gd name="connsiteX0" fmla="*/ 124 w 595959"/>
                    <a:gd name="connsiteY0" fmla="*/ 25585 h 142822"/>
                    <a:gd name="connsiteX1" fmla="*/ 595828 w 595959"/>
                    <a:gd name="connsiteY1" fmla="*/ 3093 h 142822"/>
                    <a:gd name="connsiteX2" fmla="*/ 595830 w 595959"/>
                    <a:gd name="connsiteY2" fmla="*/ 100640 h 142822"/>
                    <a:gd name="connsiteX3" fmla="*/ 131 w 595959"/>
                    <a:gd name="connsiteY3" fmla="*/ 142822 h 142822"/>
                    <a:gd name="connsiteX4" fmla="*/ 124 w 595959"/>
                    <a:gd name="connsiteY4" fmla="*/ 25585 h 142822"/>
                    <a:gd name="connsiteX0" fmla="*/ 124 w 595959"/>
                    <a:gd name="connsiteY0" fmla="*/ 26512 h 143749"/>
                    <a:gd name="connsiteX1" fmla="*/ 595828 w 595959"/>
                    <a:gd name="connsiteY1" fmla="*/ 4020 h 143749"/>
                    <a:gd name="connsiteX2" fmla="*/ 595830 w 595959"/>
                    <a:gd name="connsiteY2" fmla="*/ 101567 h 143749"/>
                    <a:gd name="connsiteX3" fmla="*/ 131 w 595959"/>
                    <a:gd name="connsiteY3" fmla="*/ 143749 h 143749"/>
                    <a:gd name="connsiteX4" fmla="*/ 124 w 595959"/>
                    <a:gd name="connsiteY4" fmla="*/ 26512 h 143749"/>
                    <a:gd name="connsiteX0" fmla="*/ 124 w 595959"/>
                    <a:gd name="connsiteY0" fmla="*/ 26512 h 143749"/>
                    <a:gd name="connsiteX1" fmla="*/ 595828 w 595959"/>
                    <a:gd name="connsiteY1" fmla="*/ 4020 h 143749"/>
                    <a:gd name="connsiteX2" fmla="*/ 595830 w 595959"/>
                    <a:gd name="connsiteY2" fmla="*/ 101567 h 143749"/>
                    <a:gd name="connsiteX3" fmla="*/ 131 w 595959"/>
                    <a:gd name="connsiteY3" fmla="*/ 143749 h 143749"/>
                    <a:gd name="connsiteX4" fmla="*/ 124 w 595959"/>
                    <a:gd name="connsiteY4" fmla="*/ 26512 h 143749"/>
                    <a:gd name="connsiteX0" fmla="*/ 124 w 595959"/>
                    <a:gd name="connsiteY0" fmla="*/ 28496 h 145733"/>
                    <a:gd name="connsiteX1" fmla="*/ 595828 w 595959"/>
                    <a:gd name="connsiteY1" fmla="*/ 6004 h 145733"/>
                    <a:gd name="connsiteX2" fmla="*/ 595830 w 595959"/>
                    <a:gd name="connsiteY2" fmla="*/ 103551 h 145733"/>
                    <a:gd name="connsiteX3" fmla="*/ 131 w 595959"/>
                    <a:gd name="connsiteY3" fmla="*/ 145733 h 145733"/>
                    <a:gd name="connsiteX4" fmla="*/ 124 w 595959"/>
                    <a:gd name="connsiteY4" fmla="*/ 28496 h 145733"/>
                    <a:gd name="connsiteX0" fmla="*/ 124 w 595959"/>
                    <a:gd name="connsiteY0" fmla="*/ 40766 h 158003"/>
                    <a:gd name="connsiteX1" fmla="*/ 595828 w 595959"/>
                    <a:gd name="connsiteY1" fmla="*/ 0 h 158003"/>
                    <a:gd name="connsiteX2" fmla="*/ 595830 w 595959"/>
                    <a:gd name="connsiteY2" fmla="*/ 115821 h 158003"/>
                    <a:gd name="connsiteX3" fmla="*/ 131 w 595959"/>
                    <a:gd name="connsiteY3" fmla="*/ 158003 h 158003"/>
                    <a:gd name="connsiteX4" fmla="*/ 124 w 595959"/>
                    <a:gd name="connsiteY4" fmla="*/ 40766 h 158003"/>
                    <a:gd name="connsiteX0" fmla="*/ 124 w 595959"/>
                    <a:gd name="connsiteY0" fmla="*/ 40766 h 158003"/>
                    <a:gd name="connsiteX1" fmla="*/ 595828 w 595959"/>
                    <a:gd name="connsiteY1" fmla="*/ 0 h 158003"/>
                    <a:gd name="connsiteX2" fmla="*/ 595830 w 595959"/>
                    <a:gd name="connsiteY2" fmla="*/ 115821 h 158003"/>
                    <a:gd name="connsiteX3" fmla="*/ 131 w 595959"/>
                    <a:gd name="connsiteY3" fmla="*/ 158003 h 158003"/>
                    <a:gd name="connsiteX4" fmla="*/ 124 w 595959"/>
                    <a:gd name="connsiteY4" fmla="*/ 40766 h 158003"/>
                    <a:gd name="connsiteX0" fmla="*/ 124 w 595959"/>
                    <a:gd name="connsiteY0" fmla="*/ 40766 h 158003"/>
                    <a:gd name="connsiteX1" fmla="*/ 595828 w 595959"/>
                    <a:gd name="connsiteY1" fmla="*/ 0 h 158003"/>
                    <a:gd name="connsiteX2" fmla="*/ 595830 w 595959"/>
                    <a:gd name="connsiteY2" fmla="*/ 115821 h 158003"/>
                    <a:gd name="connsiteX3" fmla="*/ 131 w 595959"/>
                    <a:gd name="connsiteY3" fmla="*/ 158003 h 158003"/>
                    <a:gd name="connsiteX4" fmla="*/ 124 w 595959"/>
                    <a:gd name="connsiteY4" fmla="*/ 40766 h 158003"/>
                    <a:gd name="connsiteX0" fmla="*/ 124 w 595959"/>
                    <a:gd name="connsiteY0" fmla="*/ 40766 h 158003"/>
                    <a:gd name="connsiteX1" fmla="*/ 595828 w 595959"/>
                    <a:gd name="connsiteY1" fmla="*/ 0 h 158003"/>
                    <a:gd name="connsiteX2" fmla="*/ 595830 w 595959"/>
                    <a:gd name="connsiteY2" fmla="*/ 115821 h 158003"/>
                    <a:gd name="connsiteX3" fmla="*/ 131 w 595959"/>
                    <a:gd name="connsiteY3" fmla="*/ 158003 h 158003"/>
                    <a:gd name="connsiteX4" fmla="*/ 124 w 595959"/>
                    <a:gd name="connsiteY4" fmla="*/ 40766 h 158003"/>
                    <a:gd name="connsiteX0" fmla="*/ 124 w 595959"/>
                    <a:gd name="connsiteY0" fmla="*/ 40766 h 158003"/>
                    <a:gd name="connsiteX1" fmla="*/ 595828 w 595959"/>
                    <a:gd name="connsiteY1" fmla="*/ 0 h 158003"/>
                    <a:gd name="connsiteX2" fmla="*/ 595830 w 595959"/>
                    <a:gd name="connsiteY2" fmla="*/ 115821 h 158003"/>
                    <a:gd name="connsiteX3" fmla="*/ 131 w 595959"/>
                    <a:gd name="connsiteY3" fmla="*/ 158003 h 158003"/>
                    <a:gd name="connsiteX4" fmla="*/ 124 w 595959"/>
                    <a:gd name="connsiteY4" fmla="*/ 40766 h 158003"/>
                    <a:gd name="connsiteX0" fmla="*/ 124 w 595959"/>
                    <a:gd name="connsiteY0" fmla="*/ 40766 h 158003"/>
                    <a:gd name="connsiteX1" fmla="*/ 595828 w 595959"/>
                    <a:gd name="connsiteY1" fmla="*/ 0 h 158003"/>
                    <a:gd name="connsiteX2" fmla="*/ 595830 w 595959"/>
                    <a:gd name="connsiteY2" fmla="*/ 115821 h 158003"/>
                    <a:gd name="connsiteX3" fmla="*/ 131 w 595959"/>
                    <a:gd name="connsiteY3" fmla="*/ 158003 h 158003"/>
                    <a:gd name="connsiteX4" fmla="*/ 124 w 595959"/>
                    <a:gd name="connsiteY4" fmla="*/ 40766 h 158003"/>
                    <a:gd name="connsiteX0" fmla="*/ 124 w 595959"/>
                    <a:gd name="connsiteY0" fmla="*/ 40766 h 158003"/>
                    <a:gd name="connsiteX1" fmla="*/ 595828 w 595959"/>
                    <a:gd name="connsiteY1" fmla="*/ 0 h 158003"/>
                    <a:gd name="connsiteX2" fmla="*/ 595830 w 595959"/>
                    <a:gd name="connsiteY2" fmla="*/ 115821 h 158003"/>
                    <a:gd name="connsiteX3" fmla="*/ 131 w 595959"/>
                    <a:gd name="connsiteY3" fmla="*/ 158003 h 158003"/>
                    <a:gd name="connsiteX4" fmla="*/ 124 w 595959"/>
                    <a:gd name="connsiteY4" fmla="*/ 40766 h 158003"/>
                    <a:gd name="connsiteX0" fmla="*/ 124 w 595959"/>
                    <a:gd name="connsiteY0" fmla="*/ 40766 h 158003"/>
                    <a:gd name="connsiteX1" fmla="*/ 595828 w 595959"/>
                    <a:gd name="connsiteY1" fmla="*/ 0 h 158003"/>
                    <a:gd name="connsiteX2" fmla="*/ 595830 w 595959"/>
                    <a:gd name="connsiteY2" fmla="*/ 115821 h 158003"/>
                    <a:gd name="connsiteX3" fmla="*/ 131 w 595959"/>
                    <a:gd name="connsiteY3" fmla="*/ 158003 h 158003"/>
                    <a:gd name="connsiteX4" fmla="*/ 124 w 595959"/>
                    <a:gd name="connsiteY4" fmla="*/ 40766 h 158003"/>
                    <a:gd name="connsiteX0" fmla="*/ 124 w 595959"/>
                    <a:gd name="connsiteY0" fmla="*/ 40766 h 158003"/>
                    <a:gd name="connsiteX1" fmla="*/ 595828 w 595959"/>
                    <a:gd name="connsiteY1" fmla="*/ 0 h 158003"/>
                    <a:gd name="connsiteX2" fmla="*/ 595830 w 595959"/>
                    <a:gd name="connsiteY2" fmla="*/ 115821 h 158003"/>
                    <a:gd name="connsiteX3" fmla="*/ 131 w 595959"/>
                    <a:gd name="connsiteY3" fmla="*/ 158003 h 158003"/>
                    <a:gd name="connsiteX4" fmla="*/ 124 w 595959"/>
                    <a:gd name="connsiteY4" fmla="*/ 40766 h 158003"/>
                    <a:gd name="connsiteX0" fmla="*/ 124 w 595856"/>
                    <a:gd name="connsiteY0" fmla="*/ 41841 h 159078"/>
                    <a:gd name="connsiteX1" fmla="*/ 591261 w 595856"/>
                    <a:gd name="connsiteY1" fmla="*/ 0 h 159078"/>
                    <a:gd name="connsiteX2" fmla="*/ 595830 w 595856"/>
                    <a:gd name="connsiteY2" fmla="*/ 116896 h 159078"/>
                    <a:gd name="connsiteX3" fmla="*/ 131 w 595856"/>
                    <a:gd name="connsiteY3" fmla="*/ 159078 h 159078"/>
                    <a:gd name="connsiteX4" fmla="*/ 124 w 595856"/>
                    <a:gd name="connsiteY4" fmla="*/ 41841 h 159078"/>
                    <a:gd name="connsiteX0" fmla="*/ 124 w 595959"/>
                    <a:gd name="connsiteY0" fmla="*/ 41841 h 159078"/>
                    <a:gd name="connsiteX1" fmla="*/ 595828 w 595959"/>
                    <a:gd name="connsiteY1" fmla="*/ 0 h 159078"/>
                    <a:gd name="connsiteX2" fmla="*/ 595830 w 595959"/>
                    <a:gd name="connsiteY2" fmla="*/ 116896 h 159078"/>
                    <a:gd name="connsiteX3" fmla="*/ 131 w 595959"/>
                    <a:gd name="connsiteY3" fmla="*/ 159078 h 159078"/>
                    <a:gd name="connsiteX4" fmla="*/ 124 w 595959"/>
                    <a:gd name="connsiteY4" fmla="*/ 41841 h 159078"/>
                    <a:gd name="connsiteX0" fmla="*/ 124 w 597349"/>
                    <a:gd name="connsiteY0" fmla="*/ 42378 h 159615"/>
                    <a:gd name="connsiteX1" fmla="*/ 597349 w 597349"/>
                    <a:gd name="connsiteY1" fmla="*/ 0 h 159615"/>
                    <a:gd name="connsiteX2" fmla="*/ 595830 w 597349"/>
                    <a:gd name="connsiteY2" fmla="*/ 117433 h 159615"/>
                    <a:gd name="connsiteX3" fmla="*/ 131 w 597349"/>
                    <a:gd name="connsiteY3" fmla="*/ 159615 h 159615"/>
                    <a:gd name="connsiteX4" fmla="*/ 124 w 597349"/>
                    <a:gd name="connsiteY4" fmla="*/ 42378 h 159615"/>
                    <a:gd name="connsiteX0" fmla="*/ 124 w 600443"/>
                    <a:gd name="connsiteY0" fmla="*/ 42378 h 159615"/>
                    <a:gd name="connsiteX1" fmla="*/ 597349 w 600443"/>
                    <a:gd name="connsiteY1" fmla="*/ 0 h 159615"/>
                    <a:gd name="connsiteX2" fmla="*/ 600408 w 600443"/>
                    <a:gd name="connsiteY2" fmla="*/ 117433 h 159615"/>
                    <a:gd name="connsiteX3" fmla="*/ 131 w 600443"/>
                    <a:gd name="connsiteY3" fmla="*/ 159615 h 159615"/>
                    <a:gd name="connsiteX4" fmla="*/ 124 w 600443"/>
                    <a:gd name="connsiteY4" fmla="*/ 42378 h 159615"/>
                    <a:gd name="connsiteX0" fmla="*/ 124 w 600537"/>
                    <a:gd name="connsiteY0" fmla="*/ 42378 h 159615"/>
                    <a:gd name="connsiteX1" fmla="*/ 600401 w 600537"/>
                    <a:gd name="connsiteY1" fmla="*/ 0 h 159615"/>
                    <a:gd name="connsiteX2" fmla="*/ 600408 w 600537"/>
                    <a:gd name="connsiteY2" fmla="*/ 117433 h 159615"/>
                    <a:gd name="connsiteX3" fmla="*/ 131 w 600537"/>
                    <a:gd name="connsiteY3" fmla="*/ 159615 h 159615"/>
                    <a:gd name="connsiteX4" fmla="*/ 124 w 600537"/>
                    <a:gd name="connsiteY4" fmla="*/ 42378 h 15961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00537" h="159615">
                      <a:moveTo>
                        <a:pt x="124" y="42378"/>
                      </a:moveTo>
                      <a:cubicBezTo>
                        <a:pt x="296414" y="-50243"/>
                        <a:pt x="418111" y="75773"/>
                        <a:pt x="600401" y="0"/>
                      </a:cubicBezTo>
                      <a:cubicBezTo>
                        <a:pt x="599951" y="33260"/>
                        <a:pt x="600858" y="84173"/>
                        <a:pt x="600408" y="117433"/>
                      </a:cubicBezTo>
                      <a:cubicBezTo>
                        <a:pt x="395490" y="192726"/>
                        <a:pt x="285331" y="62551"/>
                        <a:pt x="131" y="159615"/>
                      </a:cubicBezTo>
                      <a:cubicBezTo>
                        <a:pt x="-323" y="114566"/>
                        <a:pt x="578" y="87427"/>
                        <a:pt x="124" y="42378"/>
                      </a:cubicBezTo>
                      <a:close/>
                    </a:path>
                  </a:pathLst>
                </a:custGeom>
                <a:solidFill>
                  <a:schemeClr val="accent4">
                    <a:lumMod val="60000"/>
                    <a:lumOff val="40000"/>
                  </a:schemeClr>
                </a:solidFill>
                <a:ln w="1270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817" name="矩形 1174">
                  <a:extLst>
                    <a:ext uri="{FF2B5EF4-FFF2-40B4-BE49-F238E27FC236}">
                      <a16:creationId xmlns:a16="http://schemas.microsoft.com/office/drawing/2014/main" id="{8400E767-5D1D-F9D9-ECEF-E583D778EEC5}"/>
                    </a:ext>
                  </a:extLst>
                </p:cNvPr>
                <p:cNvSpPr/>
                <p:nvPr/>
              </p:nvSpPr>
              <p:spPr>
                <a:xfrm rot="10800000">
                  <a:off x="5041542" y="6890402"/>
                  <a:ext cx="618706" cy="226680"/>
                </a:xfrm>
                <a:custGeom>
                  <a:avLst/>
                  <a:gdLst>
                    <a:gd name="connsiteX0" fmla="*/ 0 w 595706"/>
                    <a:gd name="connsiteY0" fmla="*/ 0 h 92965"/>
                    <a:gd name="connsiteX1" fmla="*/ 595706 w 595706"/>
                    <a:gd name="connsiteY1" fmla="*/ 0 h 92965"/>
                    <a:gd name="connsiteX2" fmla="*/ 595706 w 595706"/>
                    <a:gd name="connsiteY2" fmla="*/ 92965 h 92965"/>
                    <a:gd name="connsiteX3" fmla="*/ 0 w 595706"/>
                    <a:gd name="connsiteY3" fmla="*/ 92965 h 92965"/>
                    <a:gd name="connsiteX4" fmla="*/ 0 w 595706"/>
                    <a:gd name="connsiteY4" fmla="*/ 0 h 92965"/>
                    <a:gd name="connsiteX0" fmla="*/ 0 w 595706"/>
                    <a:gd name="connsiteY0" fmla="*/ 0 h 135147"/>
                    <a:gd name="connsiteX1" fmla="*/ 595706 w 595706"/>
                    <a:gd name="connsiteY1" fmla="*/ 0 h 135147"/>
                    <a:gd name="connsiteX2" fmla="*/ 595706 w 595706"/>
                    <a:gd name="connsiteY2" fmla="*/ 92965 h 135147"/>
                    <a:gd name="connsiteX3" fmla="*/ 1361 w 595706"/>
                    <a:gd name="connsiteY3" fmla="*/ 135147 h 135147"/>
                    <a:gd name="connsiteX4" fmla="*/ 0 w 595706"/>
                    <a:gd name="connsiteY4" fmla="*/ 0 h 135147"/>
                    <a:gd name="connsiteX0" fmla="*/ 0 w 595706"/>
                    <a:gd name="connsiteY0" fmla="*/ 0 h 135147"/>
                    <a:gd name="connsiteX1" fmla="*/ 595706 w 595706"/>
                    <a:gd name="connsiteY1" fmla="*/ 0 h 135147"/>
                    <a:gd name="connsiteX2" fmla="*/ 595706 w 595706"/>
                    <a:gd name="connsiteY2" fmla="*/ 92965 h 135147"/>
                    <a:gd name="connsiteX3" fmla="*/ 1361 w 595706"/>
                    <a:gd name="connsiteY3" fmla="*/ 135147 h 135147"/>
                    <a:gd name="connsiteX4" fmla="*/ 0 w 595706"/>
                    <a:gd name="connsiteY4" fmla="*/ 0 h 135147"/>
                    <a:gd name="connsiteX0" fmla="*/ 0 w 595706"/>
                    <a:gd name="connsiteY0" fmla="*/ 0 h 135147"/>
                    <a:gd name="connsiteX1" fmla="*/ 595706 w 595706"/>
                    <a:gd name="connsiteY1" fmla="*/ 0 h 135147"/>
                    <a:gd name="connsiteX2" fmla="*/ 595706 w 595706"/>
                    <a:gd name="connsiteY2" fmla="*/ 92965 h 135147"/>
                    <a:gd name="connsiteX3" fmla="*/ 1361 w 595706"/>
                    <a:gd name="connsiteY3" fmla="*/ 135147 h 135147"/>
                    <a:gd name="connsiteX4" fmla="*/ 0 w 595706"/>
                    <a:gd name="connsiteY4" fmla="*/ 0 h 135147"/>
                    <a:gd name="connsiteX0" fmla="*/ 0 w 595706"/>
                    <a:gd name="connsiteY0" fmla="*/ 0 h 135147"/>
                    <a:gd name="connsiteX1" fmla="*/ 595706 w 595706"/>
                    <a:gd name="connsiteY1" fmla="*/ 0 h 135147"/>
                    <a:gd name="connsiteX2" fmla="*/ 595706 w 595706"/>
                    <a:gd name="connsiteY2" fmla="*/ 92965 h 135147"/>
                    <a:gd name="connsiteX3" fmla="*/ 1361 w 595706"/>
                    <a:gd name="connsiteY3" fmla="*/ 135147 h 135147"/>
                    <a:gd name="connsiteX4" fmla="*/ 0 w 595706"/>
                    <a:gd name="connsiteY4" fmla="*/ 0 h 135147"/>
                    <a:gd name="connsiteX0" fmla="*/ 1422 w 594406"/>
                    <a:gd name="connsiteY0" fmla="*/ 21376 h 135147"/>
                    <a:gd name="connsiteX1" fmla="*/ 594406 w 594406"/>
                    <a:gd name="connsiteY1" fmla="*/ 0 h 135147"/>
                    <a:gd name="connsiteX2" fmla="*/ 594406 w 594406"/>
                    <a:gd name="connsiteY2" fmla="*/ 92965 h 135147"/>
                    <a:gd name="connsiteX3" fmla="*/ 61 w 594406"/>
                    <a:gd name="connsiteY3" fmla="*/ 135147 h 135147"/>
                    <a:gd name="connsiteX4" fmla="*/ 1422 w 594406"/>
                    <a:gd name="connsiteY4" fmla="*/ 21376 h 135147"/>
                    <a:gd name="connsiteX0" fmla="*/ 1422 w 594406"/>
                    <a:gd name="connsiteY0" fmla="*/ 15599 h 135147"/>
                    <a:gd name="connsiteX1" fmla="*/ 594406 w 594406"/>
                    <a:gd name="connsiteY1" fmla="*/ 0 h 135147"/>
                    <a:gd name="connsiteX2" fmla="*/ 594406 w 594406"/>
                    <a:gd name="connsiteY2" fmla="*/ 92965 h 135147"/>
                    <a:gd name="connsiteX3" fmla="*/ 61 w 594406"/>
                    <a:gd name="connsiteY3" fmla="*/ 135147 h 135147"/>
                    <a:gd name="connsiteX4" fmla="*/ 1422 w 594406"/>
                    <a:gd name="connsiteY4" fmla="*/ 15599 h 135147"/>
                    <a:gd name="connsiteX0" fmla="*/ 131 w 594476"/>
                    <a:gd name="connsiteY0" fmla="*/ 4622 h 135147"/>
                    <a:gd name="connsiteX1" fmla="*/ 594476 w 594476"/>
                    <a:gd name="connsiteY1" fmla="*/ 0 h 135147"/>
                    <a:gd name="connsiteX2" fmla="*/ 594476 w 594476"/>
                    <a:gd name="connsiteY2" fmla="*/ 92965 h 135147"/>
                    <a:gd name="connsiteX3" fmla="*/ 131 w 594476"/>
                    <a:gd name="connsiteY3" fmla="*/ 135147 h 135147"/>
                    <a:gd name="connsiteX4" fmla="*/ 131 w 594476"/>
                    <a:gd name="connsiteY4" fmla="*/ 4622 h 135147"/>
                    <a:gd name="connsiteX0" fmla="*/ 0 w 595706"/>
                    <a:gd name="connsiteY0" fmla="*/ 17910 h 135147"/>
                    <a:gd name="connsiteX1" fmla="*/ 595706 w 595706"/>
                    <a:gd name="connsiteY1" fmla="*/ 0 h 135147"/>
                    <a:gd name="connsiteX2" fmla="*/ 595706 w 595706"/>
                    <a:gd name="connsiteY2" fmla="*/ 92965 h 135147"/>
                    <a:gd name="connsiteX3" fmla="*/ 1361 w 595706"/>
                    <a:gd name="connsiteY3" fmla="*/ 135147 h 135147"/>
                    <a:gd name="connsiteX4" fmla="*/ 0 w 595706"/>
                    <a:gd name="connsiteY4" fmla="*/ 17910 h 135147"/>
                    <a:gd name="connsiteX0" fmla="*/ 0 w 595706"/>
                    <a:gd name="connsiteY0" fmla="*/ 17910 h 135147"/>
                    <a:gd name="connsiteX1" fmla="*/ 595706 w 595706"/>
                    <a:gd name="connsiteY1" fmla="*/ 0 h 135147"/>
                    <a:gd name="connsiteX2" fmla="*/ 595706 w 595706"/>
                    <a:gd name="connsiteY2" fmla="*/ 92965 h 135147"/>
                    <a:gd name="connsiteX3" fmla="*/ 1361 w 595706"/>
                    <a:gd name="connsiteY3" fmla="*/ 135147 h 135147"/>
                    <a:gd name="connsiteX4" fmla="*/ 0 w 595706"/>
                    <a:gd name="connsiteY4" fmla="*/ 17910 h 135147"/>
                    <a:gd name="connsiteX0" fmla="*/ 0 w 595706"/>
                    <a:gd name="connsiteY0" fmla="*/ 17910 h 135147"/>
                    <a:gd name="connsiteX1" fmla="*/ 595706 w 595706"/>
                    <a:gd name="connsiteY1" fmla="*/ 0 h 135147"/>
                    <a:gd name="connsiteX2" fmla="*/ 595706 w 595706"/>
                    <a:gd name="connsiteY2" fmla="*/ 92965 h 135147"/>
                    <a:gd name="connsiteX3" fmla="*/ 1361 w 595706"/>
                    <a:gd name="connsiteY3" fmla="*/ 135147 h 135147"/>
                    <a:gd name="connsiteX4" fmla="*/ 0 w 595706"/>
                    <a:gd name="connsiteY4" fmla="*/ 17910 h 135147"/>
                    <a:gd name="connsiteX0" fmla="*/ 0 w 595706"/>
                    <a:gd name="connsiteY0" fmla="*/ 17910 h 135147"/>
                    <a:gd name="connsiteX1" fmla="*/ 595706 w 595706"/>
                    <a:gd name="connsiteY1" fmla="*/ 0 h 135147"/>
                    <a:gd name="connsiteX2" fmla="*/ 595706 w 595706"/>
                    <a:gd name="connsiteY2" fmla="*/ 92965 h 135147"/>
                    <a:gd name="connsiteX3" fmla="*/ 1361 w 595706"/>
                    <a:gd name="connsiteY3" fmla="*/ 135147 h 135147"/>
                    <a:gd name="connsiteX4" fmla="*/ 0 w 595706"/>
                    <a:gd name="connsiteY4" fmla="*/ 17910 h 135147"/>
                    <a:gd name="connsiteX0" fmla="*/ 0 w 595706"/>
                    <a:gd name="connsiteY0" fmla="*/ 22423 h 139660"/>
                    <a:gd name="connsiteX1" fmla="*/ 595706 w 595706"/>
                    <a:gd name="connsiteY1" fmla="*/ 4513 h 139660"/>
                    <a:gd name="connsiteX2" fmla="*/ 595706 w 595706"/>
                    <a:gd name="connsiteY2" fmla="*/ 97478 h 139660"/>
                    <a:gd name="connsiteX3" fmla="*/ 1361 w 595706"/>
                    <a:gd name="connsiteY3" fmla="*/ 139660 h 139660"/>
                    <a:gd name="connsiteX4" fmla="*/ 0 w 595706"/>
                    <a:gd name="connsiteY4" fmla="*/ 22423 h 139660"/>
                    <a:gd name="connsiteX0" fmla="*/ 0 w 595706"/>
                    <a:gd name="connsiteY0" fmla="*/ 26413 h 143650"/>
                    <a:gd name="connsiteX1" fmla="*/ 595706 w 595706"/>
                    <a:gd name="connsiteY1" fmla="*/ 8503 h 143650"/>
                    <a:gd name="connsiteX2" fmla="*/ 595706 w 595706"/>
                    <a:gd name="connsiteY2" fmla="*/ 101468 h 143650"/>
                    <a:gd name="connsiteX3" fmla="*/ 1361 w 595706"/>
                    <a:gd name="connsiteY3" fmla="*/ 143650 h 143650"/>
                    <a:gd name="connsiteX4" fmla="*/ 0 w 595706"/>
                    <a:gd name="connsiteY4" fmla="*/ 26413 h 143650"/>
                    <a:gd name="connsiteX0" fmla="*/ 0 w 595706"/>
                    <a:gd name="connsiteY0" fmla="*/ 21286 h 138523"/>
                    <a:gd name="connsiteX1" fmla="*/ 595706 w 595706"/>
                    <a:gd name="connsiteY1" fmla="*/ 3376 h 138523"/>
                    <a:gd name="connsiteX2" fmla="*/ 595706 w 595706"/>
                    <a:gd name="connsiteY2" fmla="*/ 96341 h 138523"/>
                    <a:gd name="connsiteX3" fmla="*/ 1361 w 595706"/>
                    <a:gd name="connsiteY3" fmla="*/ 138523 h 138523"/>
                    <a:gd name="connsiteX4" fmla="*/ 0 w 595706"/>
                    <a:gd name="connsiteY4" fmla="*/ 21286 h 138523"/>
                    <a:gd name="connsiteX0" fmla="*/ 0 w 595706"/>
                    <a:gd name="connsiteY0" fmla="*/ 22534 h 139771"/>
                    <a:gd name="connsiteX1" fmla="*/ 595706 w 595706"/>
                    <a:gd name="connsiteY1" fmla="*/ 4624 h 139771"/>
                    <a:gd name="connsiteX2" fmla="*/ 595706 w 595706"/>
                    <a:gd name="connsiteY2" fmla="*/ 97589 h 139771"/>
                    <a:gd name="connsiteX3" fmla="*/ 1361 w 595706"/>
                    <a:gd name="connsiteY3" fmla="*/ 139771 h 139771"/>
                    <a:gd name="connsiteX4" fmla="*/ 0 w 595706"/>
                    <a:gd name="connsiteY4" fmla="*/ 22534 h 139771"/>
                    <a:gd name="connsiteX0" fmla="*/ 0 w 595706"/>
                    <a:gd name="connsiteY0" fmla="*/ 23494 h 140731"/>
                    <a:gd name="connsiteX1" fmla="*/ 595706 w 595706"/>
                    <a:gd name="connsiteY1" fmla="*/ 2118 h 140731"/>
                    <a:gd name="connsiteX2" fmla="*/ 595706 w 595706"/>
                    <a:gd name="connsiteY2" fmla="*/ 98549 h 140731"/>
                    <a:gd name="connsiteX3" fmla="*/ 1361 w 595706"/>
                    <a:gd name="connsiteY3" fmla="*/ 140731 h 140731"/>
                    <a:gd name="connsiteX4" fmla="*/ 0 w 595706"/>
                    <a:gd name="connsiteY4" fmla="*/ 23494 h 140731"/>
                    <a:gd name="connsiteX0" fmla="*/ 0 w 595706"/>
                    <a:gd name="connsiteY0" fmla="*/ 23494 h 140731"/>
                    <a:gd name="connsiteX1" fmla="*/ 595706 w 595706"/>
                    <a:gd name="connsiteY1" fmla="*/ 2118 h 140731"/>
                    <a:gd name="connsiteX2" fmla="*/ 595706 w 595706"/>
                    <a:gd name="connsiteY2" fmla="*/ 98549 h 140731"/>
                    <a:gd name="connsiteX3" fmla="*/ 1361 w 595706"/>
                    <a:gd name="connsiteY3" fmla="*/ 140731 h 140731"/>
                    <a:gd name="connsiteX4" fmla="*/ 0 w 595706"/>
                    <a:gd name="connsiteY4" fmla="*/ 23494 h 140731"/>
                    <a:gd name="connsiteX0" fmla="*/ 0 w 595706"/>
                    <a:gd name="connsiteY0" fmla="*/ 25030 h 142267"/>
                    <a:gd name="connsiteX1" fmla="*/ 595706 w 595706"/>
                    <a:gd name="connsiteY1" fmla="*/ 3654 h 142267"/>
                    <a:gd name="connsiteX2" fmla="*/ 595706 w 595706"/>
                    <a:gd name="connsiteY2" fmla="*/ 100085 h 142267"/>
                    <a:gd name="connsiteX3" fmla="*/ 1361 w 595706"/>
                    <a:gd name="connsiteY3" fmla="*/ 142267 h 142267"/>
                    <a:gd name="connsiteX4" fmla="*/ 0 w 595706"/>
                    <a:gd name="connsiteY4" fmla="*/ 25030 h 142267"/>
                    <a:gd name="connsiteX0" fmla="*/ 0 w 595706"/>
                    <a:gd name="connsiteY0" fmla="*/ 22091 h 139328"/>
                    <a:gd name="connsiteX1" fmla="*/ 595706 w 595706"/>
                    <a:gd name="connsiteY1" fmla="*/ 715 h 139328"/>
                    <a:gd name="connsiteX2" fmla="*/ 595706 w 595706"/>
                    <a:gd name="connsiteY2" fmla="*/ 97146 h 139328"/>
                    <a:gd name="connsiteX3" fmla="*/ 1361 w 595706"/>
                    <a:gd name="connsiteY3" fmla="*/ 139328 h 139328"/>
                    <a:gd name="connsiteX4" fmla="*/ 0 w 595706"/>
                    <a:gd name="connsiteY4" fmla="*/ 22091 h 139328"/>
                    <a:gd name="connsiteX0" fmla="*/ 0 w 595706"/>
                    <a:gd name="connsiteY0" fmla="*/ 23573 h 140810"/>
                    <a:gd name="connsiteX1" fmla="*/ 595706 w 595706"/>
                    <a:gd name="connsiteY1" fmla="*/ 2197 h 140810"/>
                    <a:gd name="connsiteX2" fmla="*/ 595706 w 595706"/>
                    <a:gd name="connsiteY2" fmla="*/ 98628 h 140810"/>
                    <a:gd name="connsiteX3" fmla="*/ 1361 w 595706"/>
                    <a:gd name="connsiteY3" fmla="*/ 140810 h 140810"/>
                    <a:gd name="connsiteX4" fmla="*/ 0 w 595706"/>
                    <a:gd name="connsiteY4" fmla="*/ 23573 h 140810"/>
                    <a:gd name="connsiteX0" fmla="*/ 0 w 595706"/>
                    <a:gd name="connsiteY0" fmla="*/ 21908 h 139145"/>
                    <a:gd name="connsiteX1" fmla="*/ 595706 w 595706"/>
                    <a:gd name="connsiteY1" fmla="*/ 532 h 139145"/>
                    <a:gd name="connsiteX2" fmla="*/ 595706 w 595706"/>
                    <a:gd name="connsiteY2" fmla="*/ 96963 h 139145"/>
                    <a:gd name="connsiteX3" fmla="*/ 1361 w 595706"/>
                    <a:gd name="connsiteY3" fmla="*/ 139145 h 139145"/>
                    <a:gd name="connsiteX4" fmla="*/ 0 w 595706"/>
                    <a:gd name="connsiteY4" fmla="*/ 21908 h 139145"/>
                    <a:gd name="connsiteX0" fmla="*/ 0 w 595706"/>
                    <a:gd name="connsiteY0" fmla="*/ 23863 h 141100"/>
                    <a:gd name="connsiteX1" fmla="*/ 595706 w 595706"/>
                    <a:gd name="connsiteY1" fmla="*/ 2487 h 141100"/>
                    <a:gd name="connsiteX2" fmla="*/ 595706 w 595706"/>
                    <a:gd name="connsiteY2" fmla="*/ 98918 h 141100"/>
                    <a:gd name="connsiteX3" fmla="*/ 1361 w 595706"/>
                    <a:gd name="connsiteY3" fmla="*/ 141100 h 141100"/>
                    <a:gd name="connsiteX4" fmla="*/ 0 w 595706"/>
                    <a:gd name="connsiteY4" fmla="*/ 23863 h 141100"/>
                    <a:gd name="connsiteX0" fmla="*/ 0 w 595706"/>
                    <a:gd name="connsiteY0" fmla="*/ 24472 h 141709"/>
                    <a:gd name="connsiteX1" fmla="*/ 595706 w 595706"/>
                    <a:gd name="connsiteY1" fmla="*/ 3096 h 141709"/>
                    <a:gd name="connsiteX2" fmla="*/ 595706 w 595706"/>
                    <a:gd name="connsiteY2" fmla="*/ 99527 h 141709"/>
                    <a:gd name="connsiteX3" fmla="*/ 1361 w 595706"/>
                    <a:gd name="connsiteY3" fmla="*/ 141709 h 141709"/>
                    <a:gd name="connsiteX4" fmla="*/ 0 w 595706"/>
                    <a:gd name="connsiteY4" fmla="*/ 24472 h 141709"/>
                    <a:gd name="connsiteX0" fmla="*/ 0 w 595706"/>
                    <a:gd name="connsiteY0" fmla="*/ 24267 h 141504"/>
                    <a:gd name="connsiteX1" fmla="*/ 595706 w 595706"/>
                    <a:gd name="connsiteY1" fmla="*/ 2891 h 141504"/>
                    <a:gd name="connsiteX2" fmla="*/ 595706 w 595706"/>
                    <a:gd name="connsiteY2" fmla="*/ 99322 h 141504"/>
                    <a:gd name="connsiteX3" fmla="*/ 1361 w 595706"/>
                    <a:gd name="connsiteY3" fmla="*/ 141504 h 141504"/>
                    <a:gd name="connsiteX4" fmla="*/ 0 w 595706"/>
                    <a:gd name="connsiteY4" fmla="*/ 24267 h 141504"/>
                    <a:gd name="connsiteX0" fmla="*/ 0 w 595706"/>
                    <a:gd name="connsiteY0" fmla="*/ 24472 h 141709"/>
                    <a:gd name="connsiteX1" fmla="*/ 595706 w 595706"/>
                    <a:gd name="connsiteY1" fmla="*/ 3096 h 141709"/>
                    <a:gd name="connsiteX2" fmla="*/ 595706 w 595706"/>
                    <a:gd name="connsiteY2" fmla="*/ 99527 h 141709"/>
                    <a:gd name="connsiteX3" fmla="*/ 1361 w 595706"/>
                    <a:gd name="connsiteY3" fmla="*/ 141709 h 141709"/>
                    <a:gd name="connsiteX4" fmla="*/ 0 w 595706"/>
                    <a:gd name="connsiteY4" fmla="*/ 24472 h 141709"/>
                    <a:gd name="connsiteX0" fmla="*/ 0 w 595706"/>
                    <a:gd name="connsiteY0" fmla="*/ 24472 h 141709"/>
                    <a:gd name="connsiteX1" fmla="*/ 594353 w 595706"/>
                    <a:gd name="connsiteY1" fmla="*/ 3096 h 141709"/>
                    <a:gd name="connsiteX2" fmla="*/ 595706 w 595706"/>
                    <a:gd name="connsiteY2" fmla="*/ 99527 h 141709"/>
                    <a:gd name="connsiteX3" fmla="*/ 1361 w 595706"/>
                    <a:gd name="connsiteY3" fmla="*/ 141709 h 141709"/>
                    <a:gd name="connsiteX4" fmla="*/ 0 w 595706"/>
                    <a:gd name="connsiteY4" fmla="*/ 24472 h 141709"/>
                    <a:gd name="connsiteX0" fmla="*/ 124 w 595830"/>
                    <a:gd name="connsiteY0" fmla="*/ 24472 h 141709"/>
                    <a:gd name="connsiteX1" fmla="*/ 594477 w 595830"/>
                    <a:gd name="connsiteY1" fmla="*/ 3096 h 141709"/>
                    <a:gd name="connsiteX2" fmla="*/ 595830 w 595830"/>
                    <a:gd name="connsiteY2" fmla="*/ 99527 h 141709"/>
                    <a:gd name="connsiteX3" fmla="*/ 131 w 595830"/>
                    <a:gd name="connsiteY3" fmla="*/ 141709 h 141709"/>
                    <a:gd name="connsiteX4" fmla="*/ 124 w 595830"/>
                    <a:gd name="connsiteY4" fmla="*/ 24472 h 141709"/>
                    <a:gd name="connsiteX0" fmla="*/ 124 w 597179"/>
                    <a:gd name="connsiteY0" fmla="*/ 25207 h 142444"/>
                    <a:gd name="connsiteX1" fmla="*/ 597179 w 597179"/>
                    <a:gd name="connsiteY1" fmla="*/ 481 h 142444"/>
                    <a:gd name="connsiteX2" fmla="*/ 595830 w 597179"/>
                    <a:gd name="connsiteY2" fmla="*/ 100262 h 142444"/>
                    <a:gd name="connsiteX3" fmla="*/ 131 w 597179"/>
                    <a:gd name="connsiteY3" fmla="*/ 142444 h 142444"/>
                    <a:gd name="connsiteX4" fmla="*/ 124 w 597179"/>
                    <a:gd name="connsiteY4" fmla="*/ 25207 h 142444"/>
                    <a:gd name="connsiteX0" fmla="*/ 124 w 595889"/>
                    <a:gd name="connsiteY0" fmla="*/ 25842 h 143079"/>
                    <a:gd name="connsiteX1" fmla="*/ 594477 w 595889"/>
                    <a:gd name="connsiteY1" fmla="*/ 0 h 143079"/>
                    <a:gd name="connsiteX2" fmla="*/ 595830 w 595889"/>
                    <a:gd name="connsiteY2" fmla="*/ 100897 h 143079"/>
                    <a:gd name="connsiteX3" fmla="*/ 131 w 595889"/>
                    <a:gd name="connsiteY3" fmla="*/ 143079 h 143079"/>
                    <a:gd name="connsiteX4" fmla="*/ 124 w 595889"/>
                    <a:gd name="connsiteY4" fmla="*/ 25842 h 143079"/>
                    <a:gd name="connsiteX0" fmla="*/ 124 w 595889"/>
                    <a:gd name="connsiteY0" fmla="*/ 24713 h 141950"/>
                    <a:gd name="connsiteX1" fmla="*/ 594477 w 595889"/>
                    <a:gd name="connsiteY1" fmla="*/ 2221 h 141950"/>
                    <a:gd name="connsiteX2" fmla="*/ 595830 w 595889"/>
                    <a:gd name="connsiteY2" fmla="*/ 99768 h 141950"/>
                    <a:gd name="connsiteX3" fmla="*/ 131 w 595889"/>
                    <a:gd name="connsiteY3" fmla="*/ 141950 h 141950"/>
                    <a:gd name="connsiteX4" fmla="*/ 124 w 595889"/>
                    <a:gd name="connsiteY4" fmla="*/ 24713 h 141950"/>
                    <a:gd name="connsiteX0" fmla="*/ 124 w 595959"/>
                    <a:gd name="connsiteY0" fmla="*/ 24713 h 141950"/>
                    <a:gd name="connsiteX1" fmla="*/ 595828 w 595959"/>
                    <a:gd name="connsiteY1" fmla="*/ 2221 h 141950"/>
                    <a:gd name="connsiteX2" fmla="*/ 595830 w 595959"/>
                    <a:gd name="connsiteY2" fmla="*/ 99768 h 141950"/>
                    <a:gd name="connsiteX3" fmla="*/ 131 w 595959"/>
                    <a:gd name="connsiteY3" fmla="*/ 141950 h 141950"/>
                    <a:gd name="connsiteX4" fmla="*/ 124 w 595959"/>
                    <a:gd name="connsiteY4" fmla="*/ 24713 h 141950"/>
                    <a:gd name="connsiteX0" fmla="*/ 124 w 595959"/>
                    <a:gd name="connsiteY0" fmla="*/ 24925 h 142162"/>
                    <a:gd name="connsiteX1" fmla="*/ 595828 w 595959"/>
                    <a:gd name="connsiteY1" fmla="*/ 2433 h 142162"/>
                    <a:gd name="connsiteX2" fmla="*/ 595830 w 595959"/>
                    <a:gd name="connsiteY2" fmla="*/ 99980 h 142162"/>
                    <a:gd name="connsiteX3" fmla="*/ 131 w 595959"/>
                    <a:gd name="connsiteY3" fmla="*/ 142162 h 142162"/>
                    <a:gd name="connsiteX4" fmla="*/ 124 w 595959"/>
                    <a:gd name="connsiteY4" fmla="*/ 24925 h 142162"/>
                    <a:gd name="connsiteX0" fmla="*/ 124 w 595959"/>
                    <a:gd name="connsiteY0" fmla="*/ 22492 h 139729"/>
                    <a:gd name="connsiteX1" fmla="*/ 595828 w 595959"/>
                    <a:gd name="connsiteY1" fmla="*/ 0 h 139729"/>
                    <a:gd name="connsiteX2" fmla="*/ 595830 w 595959"/>
                    <a:gd name="connsiteY2" fmla="*/ 97547 h 139729"/>
                    <a:gd name="connsiteX3" fmla="*/ 131 w 595959"/>
                    <a:gd name="connsiteY3" fmla="*/ 139729 h 139729"/>
                    <a:gd name="connsiteX4" fmla="*/ 124 w 595959"/>
                    <a:gd name="connsiteY4" fmla="*/ 22492 h 139729"/>
                    <a:gd name="connsiteX0" fmla="*/ 124 w 595959"/>
                    <a:gd name="connsiteY0" fmla="*/ 25585 h 142822"/>
                    <a:gd name="connsiteX1" fmla="*/ 595828 w 595959"/>
                    <a:gd name="connsiteY1" fmla="*/ 3093 h 142822"/>
                    <a:gd name="connsiteX2" fmla="*/ 595830 w 595959"/>
                    <a:gd name="connsiteY2" fmla="*/ 100640 h 142822"/>
                    <a:gd name="connsiteX3" fmla="*/ 131 w 595959"/>
                    <a:gd name="connsiteY3" fmla="*/ 142822 h 142822"/>
                    <a:gd name="connsiteX4" fmla="*/ 124 w 595959"/>
                    <a:gd name="connsiteY4" fmla="*/ 25585 h 142822"/>
                    <a:gd name="connsiteX0" fmla="*/ 124 w 595959"/>
                    <a:gd name="connsiteY0" fmla="*/ 25585 h 142822"/>
                    <a:gd name="connsiteX1" fmla="*/ 595828 w 595959"/>
                    <a:gd name="connsiteY1" fmla="*/ 3093 h 142822"/>
                    <a:gd name="connsiteX2" fmla="*/ 595830 w 595959"/>
                    <a:gd name="connsiteY2" fmla="*/ 100640 h 142822"/>
                    <a:gd name="connsiteX3" fmla="*/ 131 w 595959"/>
                    <a:gd name="connsiteY3" fmla="*/ 142822 h 142822"/>
                    <a:gd name="connsiteX4" fmla="*/ 124 w 595959"/>
                    <a:gd name="connsiteY4" fmla="*/ 25585 h 142822"/>
                    <a:gd name="connsiteX0" fmla="*/ 124 w 595959"/>
                    <a:gd name="connsiteY0" fmla="*/ 26512 h 143749"/>
                    <a:gd name="connsiteX1" fmla="*/ 595828 w 595959"/>
                    <a:gd name="connsiteY1" fmla="*/ 4020 h 143749"/>
                    <a:gd name="connsiteX2" fmla="*/ 595830 w 595959"/>
                    <a:gd name="connsiteY2" fmla="*/ 101567 h 143749"/>
                    <a:gd name="connsiteX3" fmla="*/ 131 w 595959"/>
                    <a:gd name="connsiteY3" fmla="*/ 143749 h 143749"/>
                    <a:gd name="connsiteX4" fmla="*/ 124 w 595959"/>
                    <a:gd name="connsiteY4" fmla="*/ 26512 h 143749"/>
                    <a:gd name="connsiteX0" fmla="*/ 124 w 595959"/>
                    <a:gd name="connsiteY0" fmla="*/ 26512 h 143749"/>
                    <a:gd name="connsiteX1" fmla="*/ 595828 w 595959"/>
                    <a:gd name="connsiteY1" fmla="*/ 4020 h 143749"/>
                    <a:gd name="connsiteX2" fmla="*/ 595830 w 595959"/>
                    <a:gd name="connsiteY2" fmla="*/ 101567 h 143749"/>
                    <a:gd name="connsiteX3" fmla="*/ 131 w 595959"/>
                    <a:gd name="connsiteY3" fmla="*/ 143749 h 143749"/>
                    <a:gd name="connsiteX4" fmla="*/ 124 w 595959"/>
                    <a:gd name="connsiteY4" fmla="*/ 26512 h 143749"/>
                    <a:gd name="connsiteX0" fmla="*/ 124 w 595959"/>
                    <a:gd name="connsiteY0" fmla="*/ 28496 h 145733"/>
                    <a:gd name="connsiteX1" fmla="*/ 595828 w 595959"/>
                    <a:gd name="connsiteY1" fmla="*/ 6004 h 145733"/>
                    <a:gd name="connsiteX2" fmla="*/ 595830 w 595959"/>
                    <a:gd name="connsiteY2" fmla="*/ 103551 h 145733"/>
                    <a:gd name="connsiteX3" fmla="*/ 131 w 595959"/>
                    <a:gd name="connsiteY3" fmla="*/ 145733 h 145733"/>
                    <a:gd name="connsiteX4" fmla="*/ 124 w 595959"/>
                    <a:gd name="connsiteY4" fmla="*/ 28496 h 145733"/>
                    <a:gd name="connsiteX0" fmla="*/ 124 w 595959"/>
                    <a:gd name="connsiteY0" fmla="*/ 40766 h 158003"/>
                    <a:gd name="connsiteX1" fmla="*/ 595828 w 595959"/>
                    <a:gd name="connsiteY1" fmla="*/ 0 h 158003"/>
                    <a:gd name="connsiteX2" fmla="*/ 595830 w 595959"/>
                    <a:gd name="connsiteY2" fmla="*/ 115821 h 158003"/>
                    <a:gd name="connsiteX3" fmla="*/ 131 w 595959"/>
                    <a:gd name="connsiteY3" fmla="*/ 158003 h 158003"/>
                    <a:gd name="connsiteX4" fmla="*/ 124 w 595959"/>
                    <a:gd name="connsiteY4" fmla="*/ 40766 h 158003"/>
                    <a:gd name="connsiteX0" fmla="*/ 124 w 595959"/>
                    <a:gd name="connsiteY0" fmla="*/ 40766 h 158003"/>
                    <a:gd name="connsiteX1" fmla="*/ 595828 w 595959"/>
                    <a:gd name="connsiteY1" fmla="*/ 0 h 158003"/>
                    <a:gd name="connsiteX2" fmla="*/ 595830 w 595959"/>
                    <a:gd name="connsiteY2" fmla="*/ 115821 h 158003"/>
                    <a:gd name="connsiteX3" fmla="*/ 131 w 595959"/>
                    <a:gd name="connsiteY3" fmla="*/ 158003 h 158003"/>
                    <a:gd name="connsiteX4" fmla="*/ 124 w 595959"/>
                    <a:gd name="connsiteY4" fmla="*/ 40766 h 158003"/>
                    <a:gd name="connsiteX0" fmla="*/ 124 w 595959"/>
                    <a:gd name="connsiteY0" fmla="*/ 40766 h 158003"/>
                    <a:gd name="connsiteX1" fmla="*/ 595828 w 595959"/>
                    <a:gd name="connsiteY1" fmla="*/ 0 h 158003"/>
                    <a:gd name="connsiteX2" fmla="*/ 595830 w 595959"/>
                    <a:gd name="connsiteY2" fmla="*/ 115821 h 158003"/>
                    <a:gd name="connsiteX3" fmla="*/ 131 w 595959"/>
                    <a:gd name="connsiteY3" fmla="*/ 158003 h 158003"/>
                    <a:gd name="connsiteX4" fmla="*/ 124 w 595959"/>
                    <a:gd name="connsiteY4" fmla="*/ 40766 h 158003"/>
                    <a:gd name="connsiteX0" fmla="*/ 124 w 595959"/>
                    <a:gd name="connsiteY0" fmla="*/ 40766 h 158003"/>
                    <a:gd name="connsiteX1" fmla="*/ 595828 w 595959"/>
                    <a:gd name="connsiteY1" fmla="*/ 0 h 158003"/>
                    <a:gd name="connsiteX2" fmla="*/ 595830 w 595959"/>
                    <a:gd name="connsiteY2" fmla="*/ 115821 h 158003"/>
                    <a:gd name="connsiteX3" fmla="*/ 131 w 595959"/>
                    <a:gd name="connsiteY3" fmla="*/ 158003 h 158003"/>
                    <a:gd name="connsiteX4" fmla="*/ 124 w 595959"/>
                    <a:gd name="connsiteY4" fmla="*/ 40766 h 158003"/>
                    <a:gd name="connsiteX0" fmla="*/ 124 w 595959"/>
                    <a:gd name="connsiteY0" fmla="*/ 40766 h 158003"/>
                    <a:gd name="connsiteX1" fmla="*/ 595828 w 595959"/>
                    <a:gd name="connsiteY1" fmla="*/ 0 h 158003"/>
                    <a:gd name="connsiteX2" fmla="*/ 595830 w 595959"/>
                    <a:gd name="connsiteY2" fmla="*/ 115821 h 158003"/>
                    <a:gd name="connsiteX3" fmla="*/ 131 w 595959"/>
                    <a:gd name="connsiteY3" fmla="*/ 158003 h 158003"/>
                    <a:gd name="connsiteX4" fmla="*/ 124 w 595959"/>
                    <a:gd name="connsiteY4" fmla="*/ 40766 h 158003"/>
                    <a:gd name="connsiteX0" fmla="*/ 124 w 595959"/>
                    <a:gd name="connsiteY0" fmla="*/ 40766 h 158003"/>
                    <a:gd name="connsiteX1" fmla="*/ 595828 w 595959"/>
                    <a:gd name="connsiteY1" fmla="*/ 0 h 158003"/>
                    <a:gd name="connsiteX2" fmla="*/ 595830 w 595959"/>
                    <a:gd name="connsiteY2" fmla="*/ 115821 h 158003"/>
                    <a:gd name="connsiteX3" fmla="*/ 131 w 595959"/>
                    <a:gd name="connsiteY3" fmla="*/ 158003 h 158003"/>
                    <a:gd name="connsiteX4" fmla="*/ 124 w 595959"/>
                    <a:gd name="connsiteY4" fmla="*/ 40766 h 158003"/>
                    <a:gd name="connsiteX0" fmla="*/ 124 w 595959"/>
                    <a:gd name="connsiteY0" fmla="*/ 40766 h 158003"/>
                    <a:gd name="connsiteX1" fmla="*/ 595828 w 595959"/>
                    <a:gd name="connsiteY1" fmla="*/ 0 h 158003"/>
                    <a:gd name="connsiteX2" fmla="*/ 595830 w 595959"/>
                    <a:gd name="connsiteY2" fmla="*/ 115821 h 158003"/>
                    <a:gd name="connsiteX3" fmla="*/ 131 w 595959"/>
                    <a:gd name="connsiteY3" fmla="*/ 158003 h 158003"/>
                    <a:gd name="connsiteX4" fmla="*/ 124 w 595959"/>
                    <a:gd name="connsiteY4" fmla="*/ 40766 h 158003"/>
                    <a:gd name="connsiteX0" fmla="*/ 124 w 595959"/>
                    <a:gd name="connsiteY0" fmla="*/ 40766 h 158003"/>
                    <a:gd name="connsiteX1" fmla="*/ 595828 w 595959"/>
                    <a:gd name="connsiteY1" fmla="*/ 0 h 158003"/>
                    <a:gd name="connsiteX2" fmla="*/ 595830 w 595959"/>
                    <a:gd name="connsiteY2" fmla="*/ 115821 h 158003"/>
                    <a:gd name="connsiteX3" fmla="*/ 131 w 595959"/>
                    <a:gd name="connsiteY3" fmla="*/ 158003 h 158003"/>
                    <a:gd name="connsiteX4" fmla="*/ 124 w 595959"/>
                    <a:gd name="connsiteY4" fmla="*/ 40766 h 158003"/>
                    <a:gd name="connsiteX0" fmla="*/ 124 w 595959"/>
                    <a:gd name="connsiteY0" fmla="*/ 40766 h 158003"/>
                    <a:gd name="connsiteX1" fmla="*/ 595828 w 595959"/>
                    <a:gd name="connsiteY1" fmla="*/ 0 h 158003"/>
                    <a:gd name="connsiteX2" fmla="*/ 595830 w 595959"/>
                    <a:gd name="connsiteY2" fmla="*/ 115821 h 158003"/>
                    <a:gd name="connsiteX3" fmla="*/ 131 w 595959"/>
                    <a:gd name="connsiteY3" fmla="*/ 158003 h 158003"/>
                    <a:gd name="connsiteX4" fmla="*/ 124 w 595959"/>
                    <a:gd name="connsiteY4" fmla="*/ 40766 h 158003"/>
                    <a:gd name="connsiteX0" fmla="*/ 124 w 595856"/>
                    <a:gd name="connsiteY0" fmla="*/ 41841 h 159078"/>
                    <a:gd name="connsiteX1" fmla="*/ 591261 w 595856"/>
                    <a:gd name="connsiteY1" fmla="*/ 0 h 159078"/>
                    <a:gd name="connsiteX2" fmla="*/ 595830 w 595856"/>
                    <a:gd name="connsiteY2" fmla="*/ 116896 h 159078"/>
                    <a:gd name="connsiteX3" fmla="*/ 131 w 595856"/>
                    <a:gd name="connsiteY3" fmla="*/ 159078 h 159078"/>
                    <a:gd name="connsiteX4" fmla="*/ 124 w 595856"/>
                    <a:gd name="connsiteY4" fmla="*/ 41841 h 159078"/>
                    <a:gd name="connsiteX0" fmla="*/ 124 w 595959"/>
                    <a:gd name="connsiteY0" fmla="*/ 41841 h 159078"/>
                    <a:gd name="connsiteX1" fmla="*/ 595828 w 595959"/>
                    <a:gd name="connsiteY1" fmla="*/ 0 h 159078"/>
                    <a:gd name="connsiteX2" fmla="*/ 595830 w 595959"/>
                    <a:gd name="connsiteY2" fmla="*/ 116896 h 159078"/>
                    <a:gd name="connsiteX3" fmla="*/ 131 w 595959"/>
                    <a:gd name="connsiteY3" fmla="*/ 159078 h 159078"/>
                    <a:gd name="connsiteX4" fmla="*/ 124 w 595959"/>
                    <a:gd name="connsiteY4" fmla="*/ 41841 h 159078"/>
                    <a:gd name="connsiteX0" fmla="*/ 124 w 597349"/>
                    <a:gd name="connsiteY0" fmla="*/ 42378 h 159615"/>
                    <a:gd name="connsiteX1" fmla="*/ 597349 w 597349"/>
                    <a:gd name="connsiteY1" fmla="*/ 0 h 159615"/>
                    <a:gd name="connsiteX2" fmla="*/ 595830 w 597349"/>
                    <a:gd name="connsiteY2" fmla="*/ 117433 h 159615"/>
                    <a:gd name="connsiteX3" fmla="*/ 131 w 597349"/>
                    <a:gd name="connsiteY3" fmla="*/ 159615 h 159615"/>
                    <a:gd name="connsiteX4" fmla="*/ 124 w 597349"/>
                    <a:gd name="connsiteY4" fmla="*/ 42378 h 159615"/>
                    <a:gd name="connsiteX0" fmla="*/ 124 w 600443"/>
                    <a:gd name="connsiteY0" fmla="*/ 42378 h 159615"/>
                    <a:gd name="connsiteX1" fmla="*/ 597349 w 600443"/>
                    <a:gd name="connsiteY1" fmla="*/ 0 h 159615"/>
                    <a:gd name="connsiteX2" fmla="*/ 600408 w 600443"/>
                    <a:gd name="connsiteY2" fmla="*/ 117433 h 159615"/>
                    <a:gd name="connsiteX3" fmla="*/ 131 w 600443"/>
                    <a:gd name="connsiteY3" fmla="*/ 159615 h 159615"/>
                    <a:gd name="connsiteX4" fmla="*/ 124 w 600443"/>
                    <a:gd name="connsiteY4" fmla="*/ 42378 h 159615"/>
                    <a:gd name="connsiteX0" fmla="*/ 124 w 600537"/>
                    <a:gd name="connsiteY0" fmla="*/ 42378 h 159615"/>
                    <a:gd name="connsiteX1" fmla="*/ 600401 w 600537"/>
                    <a:gd name="connsiteY1" fmla="*/ 0 h 159615"/>
                    <a:gd name="connsiteX2" fmla="*/ 600408 w 600537"/>
                    <a:gd name="connsiteY2" fmla="*/ 117433 h 159615"/>
                    <a:gd name="connsiteX3" fmla="*/ 131 w 600537"/>
                    <a:gd name="connsiteY3" fmla="*/ 159615 h 159615"/>
                    <a:gd name="connsiteX4" fmla="*/ 124 w 600537"/>
                    <a:gd name="connsiteY4" fmla="*/ 42378 h 15961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00537" h="159615">
                      <a:moveTo>
                        <a:pt x="124" y="42378"/>
                      </a:moveTo>
                      <a:cubicBezTo>
                        <a:pt x="296414" y="-50243"/>
                        <a:pt x="418111" y="75773"/>
                        <a:pt x="600401" y="0"/>
                      </a:cubicBezTo>
                      <a:cubicBezTo>
                        <a:pt x="599951" y="33260"/>
                        <a:pt x="600858" y="84173"/>
                        <a:pt x="600408" y="117433"/>
                      </a:cubicBezTo>
                      <a:cubicBezTo>
                        <a:pt x="395490" y="192726"/>
                        <a:pt x="285331" y="62551"/>
                        <a:pt x="131" y="159615"/>
                      </a:cubicBezTo>
                      <a:cubicBezTo>
                        <a:pt x="-323" y="114566"/>
                        <a:pt x="578" y="87427"/>
                        <a:pt x="124" y="42378"/>
                      </a:cubicBezTo>
                      <a:close/>
                    </a:path>
                  </a:pathLst>
                </a:custGeom>
                <a:solidFill>
                  <a:schemeClr val="accent2">
                    <a:lumMod val="40000"/>
                    <a:lumOff val="60000"/>
                  </a:schemeClr>
                </a:solidFill>
                <a:ln w="1270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818" name="矩形 1174">
                  <a:extLst>
                    <a:ext uri="{FF2B5EF4-FFF2-40B4-BE49-F238E27FC236}">
                      <a16:creationId xmlns:a16="http://schemas.microsoft.com/office/drawing/2014/main" id="{A61DB58C-0733-77B2-6D41-5C73C5105D0A}"/>
                    </a:ext>
                  </a:extLst>
                </p:cNvPr>
                <p:cNvSpPr/>
                <p:nvPr/>
              </p:nvSpPr>
              <p:spPr>
                <a:xfrm rot="10800000">
                  <a:off x="5041541" y="7045652"/>
                  <a:ext cx="618707" cy="139508"/>
                </a:xfrm>
                <a:custGeom>
                  <a:avLst/>
                  <a:gdLst>
                    <a:gd name="connsiteX0" fmla="*/ 0 w 595706"/>
                    <a:gd name="connsiteY0" fmla="*/ 0 h 92965"/>
                    <a:gd name="connsiteX1" fmla="*/ 595706 w 595706"/>
                    <a:gd name="connsiteY1" fmla="*/ 0 h 92965"/>
                    <a:gd name="connsiteX2" fmla="*/ 595706 w 595706"/>
                    <a:gd name="connsiteY2" fmla="*/ 92965 h 92965"/>
                    <a:gd name="connsiteX3" fmla="*/ 0 w 595706"/>
                    <a:gd name="connsiteY3" fmla="*/ 92965 h 92965"/>
                    <a:gd name="connsiteX4" fmla="*/ 0 w 595706"/>
                    <a:gd name="connsiteY4" fmla="*/ 0 h 92965"/>
                    <a:gd name="connsiteX0" fmla="*/ 0 w 595706"/>
                    <a:gd name="connsiteY0" fmla="*/ 0 h 135147"/>
                    <a:gd name="connsiteX1" fmla="*/ 595706 w 595706"/>
                    <a:gd name="connsiteY1" fmla="*/ 0 h 135147"/>
                    <a:gd name="connsiteX2" fmla="*/ 595706 w 595706"/>
                    <a:gd name="connsiteY2" fmla="*/ 92965 h 135147"/>
                    <a:gd name="connsiteX3" fmla="*/ 1361 w 595706"/>
                    <a:gd name="connsiteY3" fmla="*/ 135147 h 135147"/>
                    <a:gd name="connsiteX4" fmla="*/ 0 w 595706"/>
                    <a:gd name="connsiteY4" fmla="*/ 0 h 135147"/>
                    <a:gd name="connsiteX0" fmla="*/ 0 w 595706"/>
                    <a:gd name="connsiteY0" fmla="*/ 0 h 135147"/>
                    <a:gd name="connsiteX1" fmla="*/ 595706 w 595706"/>
                    <a:gd name="connsiteY1" fmla="*/ 0 h 135147"/>
                    <a:gd name="connsiteX2" fmla="*/ 595706 w 595706"/>
                    <a:gd name="connsiteY2" fmla="*/ 92965 h 135147"/>
                    <a:gd name="connsiteX3" fmla="*/ 1361 w 595706"/>
                    <a:gd name="connsiteY3" fmla="*/ 135147 h 135147"/>
                    <a:gd name="connsiteX4" fmla="*/ 0 w 595706"/>
                    <a:gd name="connsiteY4" fmla="*/ 0 h 135147"/>
                    <a:gd name="connsiteX0" fmla="*/ 0 w 595706"/>
                    <a:gd name="connsiteY0" fmla="*/ 0 h 135147"/>
                    <a:gd name="connsiteX1" fmla="*/ 595706 w 595706"/>
                    <a:gd name="connsiteY1" fmla="*/ 0 h 135147"/>
                    <a:gd name="connsiteX2" fmla="*/ 595706 w 595706"/>
                    <a:gd name="connsiteY2" fmla="*/ 92965 h 135147"/>
                    <a:gd name="connsiteX3" fmla="*/ 1361 w 595706"/>
                    <a:gd name="connsiteY3" fmla="*/ 135147 h 135147"/>
                    <a:gd name="connsiteX4" fmla="*/ 0 w 595706"/>
                    <a:gd name="connsiteY4" fmla="*/ 0 h 135147"/>
                    <a:gd name="connsiteX0" fmla="*/ 0 w 595706"/>
                    <a:gd name="connsiteY0" fmla="*/ 0 h 135147"/>
                    <a:gd name="connsiteX1" fmla="*/ 595706 w 595706"/>
                    <a:gd name="connsiteY1" fmla="*/ 0 h 135147"/>
                    <a:gd name="connsiteX2" fmla="*/ 595706 w 595706"/>
                    <a:gd name="connsiteY2" fmla="*/ 92965 h 135147"/>
                    <a:gd name="connsiteX3" fmla="*/ 1361 w 595706"/>
                    <a:gd name="connsiteY3" fmla="*/ 135147 h 135147"/>
                    <a:gd name="connsiteX4" fmla="*/ 0 w 595706"/>
                    <a:gd name="connsiteY4" fmla="*/ 0 h 135147"/>
                    <a:gd name="connsiteX0" fmla="*/ 131 w 595837"/>
                    <a:gd name="connsiteY0" fmla="*/ 0 h 148754"/>
                    <a:gd name="connsiteX1" fmla="*/ 595837 w 595837"/>
                    <a:gd name="connsiteY1" fmla="*/ 0 h 148754"/>
                    <a:gd name="connsiteX2" fmla="*/ 595837 w 595837"/>
                    <a:gd name="connsiteY2" fmla="*/ 92965 h 148754"/>
                    <a:gd name="connsiteX3" fmla="*/ 131 w 595837"/>
                    <a:gd name="connsiteY3" fmla="*/ 148754 h 148754"/>
                    <a:gd name="connsiteX4" fmla="*/ 131 w 595837"/>
                    <a:gd name="connsiteY4" fmla="*/ 0 h 148754"/>
                    <a:gd name="connsiteX0" fmla="*/ 131 w 595837"/>
                    <a:gd name="connsiteY0" fmla="*/ 0 h 140590"/>
                    <a:gd name="connsiteX1" fmla="*/ 595837 w 595837"/>
                    <a:gd name="connsiteY1" fmla="*/ 0 h 140590"/>
                    <a:gd name="connsiteX2" fmla="*/ 595837 w 595837"/>
                    <a:gd name="connsiteY2" fmla="*/ 92965 h 140590"/>
                    <a:gd name="connsiteX3" fmla="*/ 131 w 595837"/>
                    <a:gd name="connsiteY3" fmla="*/ 140590 h 140590"/>
                    <a:gd name="connsiteX4" fmla="*/ 131 w 595837"/>
                    <a:gd name="connsiteY4" fmla="*/ 0 h 140590"/>
                    <a:gd name="connsiteX0" fmla="*/ 131 w 595837"/>
                    <a:gd name="connsiteY0" fmla="*/ 0 h 140590"/>
                    <a:gd name="connsiteX1" fmla="*/ 595837 w 595837"/>
                    <a:gd name="connsiteY1" fmla="*/ 0 h 140590"/>
                    <a:gd name="connsiteX2" fmla="*/ 595837 w 595837"/>
                    <a:gd name="connsiteY2" fmla="*/ 92965 h 140590"/>
                    <a:gd name="connsiteX3" fmla="*/ 131 w 595837"/>
                    <a:gd name="connsiteY3" fmla="*/ 140590 h 140590"/>
                    <a:gd name="connsiteX4" fmla="*/ 131 w 595837"/>
                    <a:gd name="connsiteY4" fmla="*/ 0 h 140590"/>
                    <a:gd name="connsiteX0" fmla="*/ 131 w 595837"/>
                    <a:gd name="connsiteY0" fmla="*/ 0 h 140590"/>
                    <a:gd name="connsiteX1" fmla="*/ 595837 w 595837"/>
                    <a:gd name="connsiteY1" fmla="*/ 0 h 140590"/>
                    <a:gd name="connsiteX2" fmla="*/ 595837 w 595837"/>
                    <a:gd name="connsiteY2" fmla="*/ 92965 h 140590"/>
                    <a:gd name="connsiteX3" fmla="*/ 131 w 595837"/>
                    <a:gd name="connsiteY3" fmla="*/ 140590 h 140590"/>
                    <a:gd name="connsiteX4" fmla="*/ 131 w 595837"/>
                    <a:gd name="connsiteY4" fmla="*/ 0 h 140590"/>
                    <a:gd name="connsiteX0" fmla="*/ 131 w 595837"/>
                    <a:gd name="connsiteY0" fmla="*/ 0 h 140590"/>
                    <a:gd name="connsiteX1" fmla="*/ 595837 w 595837"/>
                    <a:gd name="connsiteY1" fmla="*/ 0 h 140590"/>
                    <a:gd name="connsiteX2" fmla="*/ 595837 w 595837"/>
                    <a:gd name="connsiteY2" fmla="*/ 92965 h 140590"/>
                    <a:gd name="connsiteX3" fmla="*/ 131 w 595837"/>
                    <a:gd name="connsiteY3" fmla="*/ 140590 h 140590"/>
                    <a:gd name="connsiteX4" fmla="*/ 131 w 595837"/>
                    <a:gd name="connsiteY4" fmla="*/ 0 h 140590"/>
                    <a:gd name="connsiteX0" fmla="*/ 131 w 595837"/>
                    <a:gd name="connsiteY0" fmla="*/ 0 h 140590"/>
                    <a:gd name="connsiteX1" fmla="*/ 595837 w 595837"/>
                    <a:gd name="connsiteY1" fmla="*/ 0 h 140590"/>
                    <a:gd name="connsiteX2" fmla="*/ 595837 w 595837"/>
                    <a:gd name="connsiteY2" fmla="*/ 92965 h 140590"/>
                    <a:gd name="connsiteX3" fmla="*/ 131 w 595837"/>
                    <a:gd name="connsiteY3" fmla="*/ 140590 h 140590"/>
                    <a:gd name="connsiteX4" fmla="*/ 131 w 595837"/>
                    <a:gd name="connsiteY4" fmla="*/ 0 h 140590"/>
                    <a:gd name="connsiteX0" fmla="*/ 131 w 595837"/>
                    <a:gd name="connsiteY0" fmla="*/ 0 h 156571"/>
                    <a:gd name="connsiteX1" fmla="*/ 595837 w 595837"/>
                    <a:gd name="connsiteY1" fmla="*/ 0 h 156571"/>
                    <a:gd name="connsiteX2" fmla="*/ 594316 w 595837"/>
                    <a:gd name="connsiteY2" fmla="*/ 141984 h 156571"/>
                    <a:gd name="connsiteX3" fmla="*/ 131 w 595837"/>
                    <a:gd name="connsiteY3" fmla="*/ 140590 h 156571"/>
                    <a:gd name="connsiteX4" fmla="*/ 131 w 595837"/>
                    <a:gd name="connsiteY4" fmla="*/ 0 h 156571"/>
                    <a:gd name="connsiteX0" fmla="*/ 1577 w 597283"/>
                    <a:gd name="connsiteY0" fmla="*/ 0 h 271309"/>
                    <a:gd name="connsiteX1" fmla="*/ 597283 w 597283"/>
                    <a:gd name="connsiteY1" fmla="*/ 0 h 271309"/>
                    <a:gd name="connsiteX2" fmla="*/ 595762 w 597283"/>
                    <a:gd name="connsiteY2" fmla="*/ 141984 h 271309"/>
                    <a:gd name="connsiteX3" fmla="*/ 56 w 597283"/>
                    <a:gd name="connsiteY3" fmla="*/ 271309 h 271309"/>
                    <a:gd name="connsiteX4" fmla="*/ 1577 w 597283"/>
                    <a:gd name="connsiteY4" fmla="*/ 0 h 271309"/>
                    <a:gd name="connsiteX0" fmla="*/ 1577 w 597283"/>
                    <a:gd name="connsiteY0" fmla="*/ 0 h 271309"/>
                    <a:gd name="connsiteX1" fmla="*/ 597283 w 597283"/>
                    <a:gd name="connsiteY1" fmla="*/ 0 h 271309"/>
                    <a:gd name="connsiteX2" fmla="*/ 595762 w 597283"/>
                    <a:gd name="connsiteY2" fmla="*/ 141984 h 271309"/>
                    <a:gd name="connsiteX3" fmla="*/ 56 w 597283"/>
                    <a:gd name="connsiteY3" fmla="*/ 271309 h 271309"/>
                    <a:gd name="connsiteX4" fmla="*/ 1577 w 597283"/>
                    <a:gd name="connsiteY4" fmla="*/ 0 h 271309"/>
                    <a:gd name="connsiteX0" fmla="*/ 1577 w 597283"/>
                    <a:gd name="connsiteY0" fmla="*/ 0 h 271309"/>
                    <a:gd name="connsiteX1" fmla="*/ 597283 w 597283"/>
                    <a:gd name="connsiteY1" fmla="*/ 0 h 271309"/>
                    <a:gd name="connsiteX2" fmla="*/ 595762 w 597283"/>
                    <a:gd name="connsiteY2" fmla="*/ 141984 h 271309"/>
                    <a:gd name="connsiteX3" fmla="*/ 56 w 597283"/>
                    <a:gd name="connsiteY3" fmla="*/ 271309 h 271309"/>
                    <a:gd name="connsiteX4" fmla="*/ 1577 w 597283"/>
                    <a:gd name="connsiteY4" fmla="*/ 0 h 271309"/>
                    <a:gd name="connsiteX0" fmla="*/ 1577 w 597283"/>
                    <a:gd name="connsiteY0" fmla="*/ 0 h 271309"/>
                    <a:gd name="connsiteX1" fmla="*/ 597283 w 597283"/>
                    <a:gd name="connsiteY1" fmla="*/ 0 h 271309"/>
                    <a:gd name="connsiteX2" fmla="*/ 595762 w 597283"/>
                    <a:gd name="connsiteY2" fmla="*/ 141984 h 271309"/>
                    <a:gd name="connsiteX3" fmla="*/ 56 w 597283"/>
                    <a:gd name="connsiteY3" fmla="*/ 271309 h 271309"/>
                    <a:gd name="connsiteX4" fmla="*/ 1577 w 597283"/>
                    <a:gd name="connsiteY4" fmla="*/ 0 h 271309"/>
                    <a:gd name="connsiteX0" fmla="*/ 1577 w 597283"/>
                    <a:gd name="connsiteY0" fmla="*/ 0 h 271309"/>
                    <a:gd name="connsiteX1" fmla="*/ 597283 w 597283"/>
                    <a:gd name="connsiteY1" fmla="*/ 0 h 271309"/>
                    <a:gd name="connsiteX2" fmla="*/ 595762 w 597283"/>
                    <a:gd name="connsiteY2" fmla="*/ 141984 h 271309"/>
                    <a:gd name="connsiteX3" fmla="*/ 56 w 597283"/>
                    <a:gd name="connsiteY3" fmla="*/ 271309 h 271309"/>
                    <a:gd name="connsiteX4" fmla="*/ 1577 w 597283"/>
                    <a:gd name="connsiteY4" fmla="*/ 0 h 271309"/>
                    <a:gd name="connsiteX0" fmla="*/ 0 w 600949"/>
                    <a:gd name="connsiteY0" fmla="*/ 0 h 271309"/>
                    <a:gd name="connsiteX1" fmla="*/ 600949 w 600949"/>
                    <a:gd name="connsiteY1" fmla="*/ 0 h 271309"/>
                    <a:gd name="connsiteX2" fmla="*/ 599428 w 600949"/>
                    <a:gd name="connsiteY2" fmla="*/ 141984 h 271309"/>
                    <a:gd name="connsiteX3" fmla="*/ 3722 w 600949"/>
                    <a:gd name="connsiteY3" fmla="*/ 271309 h 271309"/>
                    <a:gd name="connsiteX4" fmla="*/ 0 w 600949"/>
                    <a:gd name="connsiteY4" fmla="*/ 0 h 271309"/>
                    <a:gd name="connsiteX0" fmla="*/ 0 w 599639"/>
                    <a:gd name="connsiteY0" fmla="*/ 0 h 271309"/>
                    <a:gd name="connsiteX1" fmla="*/ 599639 w 599639"/>
                    <a:gd name="connsiteY1" fmla="*/ 0 h 271309"/>
                    <a:gd name="connsiteX2" fmla="*/ 599428 w 599639"/>
                    <a:gd name="connsiteY2" fmla="*/ 141984 h 271309"/>
                    <a:gd name="connsiteX3" fmla="*/ 3722 w 599639"/>
                    <a:gd name="connsiteY3" fmla="*/ 271309 h 271309"/>
                    <a:gd name="connsiteX4" fmla="*/ 0 w 599639"/>
                    <a:gd name="connsiteY4" fmla="*/ 0 h 271309"/>
                    <a:gd name="connsiteX0" fmla="*/ 0 w 597018"/>
                    <a:gd name="connsiteY0" fmla="*/ 0 h 271309"/>
                    <a:gd name="connsiteX1" fmla="*/ 597018 w 597018"/>
                    <a:gd name="connsiteY1" fmla="*/ 0 h 271309"/>
                    <a:gd name="connsiteX2" fmla="*/ 596807 w 597018"/>
                    <a:gd name="connsiteY2" fmla="*/ 141984 h 271309"/>
                    <a:gd name="connsiteX3" fmla="*/ 1101 w 597018"/>
                    <a:gd name="connsiteY3" fmla="*/ 271309 h 271309"/>
                    <a:gd name="connsiteX4" fmla="*/ 0 w 597018"/>
                    <a:gd name="connsiteY4" fmla="*/ 0 h 271309"/>
                    <a:gd name="connsiteX0" fmla="*/ 0 w 596807"/>
                    <a:gd name="connsiteY0" fmla="*/ 0 h 271309"/>
                    <a:gd name="connsiteX1" fmla="*/ 591775 w 596807"/>
                    <a:gd name="connsiteY1" fmla="*/ 0 h 271309"/>
                    <a:gd name="connsiteX2" fmla="*/ 596807 w 596807"/>
                    <a:gd name="connsiteY2" fmla="*/ 141984 h 271309"/>
                    <a:gd name="connsiteX3" fmla="*/ 1101 w 596807"/>
                    <a:gd name="connsiteY3" fmla="*/ 271309 h 271309"/>
                    <a:gd name="connsiteX4" fmla="*/ 0 w 596807"/>
                    <a:gd name="connsiteY4" fmla="*/ 0 h 271309"/>
                    <a:gd name="connsiteX0" fmla="*/ 0 w 596807"/>
                    <a:gd name="connsiteY0" fmla="*/ 0 h 271309"/>
                    <a:gd name="connsiteX1" fmla="*/ 595708 w 596807"/>
                    <a:gd name="connsiteY1" fmla="*/ 0 h 271309"/>
                    <a:gd name="connsiteX2" fmla="*/ 596807 w 596807"/>
                    <a:gd name="connsiteY2" fmla="*/ 141984 h 271309"/>
                    <a:gd name="connsiteX3" fmla="*/ 1101 w 596807"/>
                    <a:gd name="connsiteY3" fmla="*/ 271309 h 271309"/>
                    <a:gd name="connsiteX4" fmla="*/ 0 w 596807"/>
                    <a:gd name="connsiteY4" fmla="*/ 0 h 271309"/>
                    <a:gd name="connsiteX0" fmla="*/ 0 w 595708"/>
                    <a:gd name="connsiteY0" fmla="*/ 0 h 271309"/>
                    <a:gd name="connsiteX1" fmla="*/ 595708 w 595708"/>
                    <a:gd name="connsiteY1" fmla="*/ 0 h 271309"/>
                    <a:gd name="connsiteX2" fmla="*/ 594186 w 595708"/>
                    <a:gd name="connsiteY2" fmla="*/ 141985 h 271309"/>
                    <a:gd name="connsiteX3" fmla="*/ 1101 w 595708"/>
                    <a:gd name="connsiteY3" fmla="*/ 271309 h 271309"/>
                    <a:gd name="connsiteX4" fmla="*/ 0 w 595708"/>
                    <a:gd name="connsiteY4" fmla="*/ 0 h 271309"/>
                    <a:gd name="connsiteX0" fmla="*/ 0 w 596439"/>
                    <a:gd name="connsiteY0" fmla="*/ 109083 h 380392"/>
                    <a:gd name="connsiteX1" fmla="*/ 595708 w 596439"/>
                    <a:gd name="connsiteY1" fmla="*/ 109083 h 380392"/>
                    <a:gd name="connsiteX2" fmla="*/ 594186 w 596439"/>
                    <a:gd name="connsiteY2" fmla="*/ 251068 h 380392"/>
                    <a:gd name="connsiteX3" fmla="*/ 1101 w 596439"/>
                    <a:gd name="connsiteY3" fmla="*/ 380392 h 380392"/>
                    <a:gd name="connsiteX4" fmla="*/ 0 w 596439"/>
                    <a:gd name="connsiteY4" fmla="*/ 109083 h 380392"/>
                    <a:gd name="connsiteX0" fmla="*/ 0 w 595708"/>
                    <a:gd name="connsiteY0" fmla="*/ 0 h 271309"/>
                    <a:gd name="connsiteX1" fmla="*/ 595708 w 595708"/>
                    <a:gd name="connsiteY1" fmla="*/ 0 h 271309"/>
                    <a:gd name="connsiteX2" fmla="*/ 594186 w 595708"/>
                    <a:gd name="connsiteY2" fmla="*/ 141985 h 271309"/>
                    <a:gd name="connsiteX3" fmla="*/ 1101 w 595708"/>
                    <a:gd name="connsiteY3" fmla="*/ 271309 h 271309"/>
                    <a:gd name="connsiteX4" fmla="*/ 0 w 595708"/>
                    <a:gd name="connsiteY4" fmla="*/ 0 h 271309"/>
                    <a:gd name="connsiteX0" fmla="*/ 0 w 596808"/>
                    <a:gd name="connsiteY0" fmla="*/ 0 h 271309"/>
                    <a:gd name="connsiteX1" fmla="*/ 595708 w 596808"/>
                    <a:gd name="connsiteY1" fmla="*/ 0 h 271309"/>
                    <a:gd name="connsiteX2" fmla="*/ 596808 w 596808"/>
                    <a:gd name="connsiteY2" fmla="*/ 141985 h 271309"/>
                    <a:gd name="connsiteX3" fmla="*/ 1101 w 596808"/>
                    <a:gd name="connsiteY3" fmla="*/ 271309 h 271309"/>
                    <a:gd name="connsiteX4" fmla="*/ 0 w 596808"/>
                    <a:gd name="connsiteY4" fmla="*/ 0 h 271309"/>
                    <a:gd name="connsiteX0" fmla="*/ 0 w 596808"/>
                    <a:gd name="connsiteY0" fmla="*/ 0 h 271309"/>
                    <a:gd name="connsiteX1" fmla="*/ 595708 w 596808"/>
                    <a:gd name="connsiteY1" fmla="*/ 0 h 271309"/>
                    <a:gd name="connsiteX2" fmla="*/ 596808 w 596808"/>
                    <a:gd name="connsiteY2" fmla="*/ 141985 h 271309"/>
                    <a:gd name="connsiteX3" fmla="*/ 1101 w 596808"/>
                    <a:gd name="connsiteY3" fmla="*/ 271309 h 271309"/>
                    <a:gd name="connsiteX4" fmla="*/ 0 w 596808"/>
                    <a:gd name="connsiteY4" fmla="*/ 0 h 271309"/>
                    <a:gd name="connsiteX0" fmla="*/ 0 w 596808"/>
                    <a:gd name="connsiteY0" fmla="*/ 0 h 271309"/>
                    <a:gd name="connsiteX1" fmla="*/ 595708 w 596808"/>
                    <a:gd name="connsiteY1" fmla="*/ 0 h 271309"/>
                    <a:gd name="connsiteX2" fmla="*/ 596808 w 596808"/>
                    <a:gd name="connsiteY2" fmla="*/ 141985 h 271309"/>
                    <a:gd name="connsiteX3" fmla="*/ 1101 w 596808"/>
                    <a:gd name="connsiteY3" fmla="*/ 271309 h 271309"/>
                    <a:gd name="connsiteX4" fmla="*/ 0 w 596808"/>
                    <a:gd name="connsiteY4" fmla="*/ 0 h 271309"/>
                    <a:gd name="connsiteX0" fmla="*/ 0 w 595708"/>
                    <a:gd name="connsiteY0" fmla="*/ 0 h 271309"/>
                    <a:gd name="connsiteX1" fmla="*/ 595708 w 595708"/>
                    <a:gd name="connsiteY1" fmla="*/ 0 h 271309"/>
                    <a:gd name="connsiteX2" fmla="*/ 594186 w 595708"/>
                    <a:gd name="connsiteY2" fmla="*/ 141985 h 271309"/>
                    <a:gd name="connsiteX3" fmla="*/ 1101 w 595708"/>
                    <a:gd name="connsiteY3" fmla="*/ 271309 h 271309"/>
                    <a:gd name="connsiteX4" fmla="*/ 0 w 595708"/>
                    <a:gd name="connsiteY4" fmla="*/ 0 h 271309"/>
                    <a:gd name="connsiteX0" fmla="*/ 0 w 595708"/>
                    <a:gd name="connsiteY0" fmla="*/ 0 h 271309"/>
                    <a:gd name="connsiteX1" fmla="*/ 595708 w 595708"/>
                    <a:gd name="connsiteY1" fmla="*/ 0 h 271309"/>
                    <a:gd name="connsiteX2" fmla="*/ 594186 w 595708"/>
                    <a:gd name="connsiteY2" fmla="*/ 141985 h 271309"/>
                    <a:gd name="connsiteX3" fmla="*/ 1101 w 595708"/>
                    <a:gd name="connsiteY3" fmla="*/ 271309 h 271309"/>
                    <a:gd name="connsiteX4" fmla="*/ 0 w 595708"/>
                    <a:gd name="connsiteY4" fmla="*/ 0 h 271309"/>
                    <a:gd name="connsiteX0" fmla="*/ 0 w 595936"/>
                    <a:gd name="connsiteY0" fmla="*/ 0 h 271309"/>
                    <a:gd name="connsiteX1" fmla="*/ 595708 w 595936"/>
                    <a:gd name="connsiteY1" fmla="*/ 0 h 271309"/>
                    <a:gd name="connsiteX2" fmla="*/ 594186 w 595936"/>
                    <a:gd name="connsiteY2" fmla="*/ 141985 h 271309"/>
                    <a:gd name="connsiteX3" fmla="*/ 1101 w 595936"/>
                    <a:gd name="connsiteY3" fmla="*/ 271309 h 271309"/>
                    <a:gd name="connsiteX4" fmla="*/ 0 w 595936"/>
                    <a:gd name="connsiteY4" fmla="*/ 0 h 271309"/>
                    <a:gd name="connsiteX0" fmla="*/ 319 w 596255"/>
                    <a:gd name="connsiteY0" fmla="*/ 0 h 271309"/>
                    <a:gd name="connsiteX1" fmla="*/ 596027 w 596255"/>
                    <a:gd name="connsiteY1" fmla="*/ 0 h 271309"/>
                    <a:gd name="connsiteX2" fmla="*/ 594505 w 596255"/>
                    <a:gd name="connsiteY2" fmla="*/ 141985 h 271309"/>
                    <a:gd name="connsiteX3" fmla="*/ 110 w 596255"/>
                    <a:gd name="connsiteY3" fmla="*/ 271309 h 271309"/>
                    <a:gd name="connsiteX4" fmla="*/ 319 w 596255"/>
                    <a:gd name="connsiteY4" fmla="*/ 0 h 271309"/>
                    <a:gd name="connsiteX0" fmla="*/ 0 w 595936"/>
                    <a:gd name="connsiteY0" fmla="*/ 0 h 271309"/>
                    <a:gd name="connsiteX1" fmla="*/ 595708 w 595936"/>
                    <a:gd name="connsiteY1" fmla="*/ 0 h 271309"/>
                    <a:gd name="connsiteX2" fmla="*/ 594186 w 595936"/>
                    <a:gd name="connsiteY2" fmla="*/ 141985 h 271309"/>
                    <a:gd name="connsiteX3" fmla="*/ 1101 w 595936"/>
                    <a:gd name="connsiteY3" fmla="*/ 271309 h 271309"/>
                    <a:gd name="connsiteX4" fmla="*/ 0 w 595936"/>
                    <a:gd name="connsiteY4" fmla="*/ 0 h 2713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95936" h="271309">
                      <a:moveTo>
                        <a:pt x="0" y="0"/>
                      </a:moveTo>
                      <a:lnTo>
                        <a:pt x="595708" y="0"/>
                      </a:lnTo>
                      <a:cubicBezTo>
                        <a:pt x="595708" y="30988"/>
                        <a:pt x="596806" y="39550"/>
                        <a:pt x="594186" y="141985"/>
                      </a:cubicBezTo>
                      <a:cubicBezTo>
                        <a:pt x="404809" y="352086"/>
                        <a:pt x="341643" y="22672"/>
                        <a:pt x="1101" y="271309"/>
                      </a:cubicBezTo>
                      <a:cubicBezTo>
                        <a:pt x="647" y="226260"/>
                        <a:pt x="454" y="45049"/>
                        <a:pt x="0" y="0"/>
                      </a:cubicBezTo>
                      <a:close/>
                    </a:path>
                  </a:pathLst>
                </a:custGeom>
                <a:solidFill>
                  <a:schemeClr val="accent6">
                    <a:lumMod val="20000"/>
                    <a:lumOff val="80000"/>
                  </a:schemeClr>
                </a:solidFill>
                <a:ln w="1270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819" name="矩形 1174">
                  <a:extLst>
                    <a:ext uri="{FF2B5EF4-FFF2-40B4-BE49-F238E27FC236}">
                      <a16:creationId xmlns:a16="http://schemas.microsoft.com/office/drawing/2014/main" id="{9B1EBA7C-A0DF-F30A-763F-AFEBB25FBB11}"/>
                    </a:ext>
                  </a:extLst>
                </p:cNvPr>
                <p:cNvSpPr/>
                <p:nvPr/>
              </p:nvSpPr>
              <p:spPr>
                <a:xfrm rot="10800000">
                  <a:off x="5041542" y="6594252"/>
                  <a:ext cx="618706" cy="226680"/>
                </a:xfrm>
                <a:custGeom>
                  <a:avLst/>
                  <a:gdLst>
                    <a:gd name="connsiteX0" fmla="*/ 0 w 595706"/>
                    <a:gd name="connsiteY0" fmla="*/ 0 h 92965"/>
                    <a:gd name="connsiteX1" fmla="*/ 595706 w 595706"/>
                    <a:gd name="connsiteY1" fmla="*/ 0 h 92965"/>
                    <a:gd name="connsiteX2" fmla="*/ 595706 w 595706"/>
                    <a:gd name="connsiteY2" fmla="*/ 92965 h 92965"/>
                    <a:gd name="connsiteX3" fmla="*/ 0 w 595706"/>
                    <a:gd name="connsiteY3" fmla="*/ 92965 h 92965"/>
                    <a:gd name="connsiteX4" fmla="*/ 0 w 595706"/>
                    <a:gd name="connsiteY4" fmla="*/ 0 h 92965"/>
                    <a:gd name="connsiteX0" fmla="*/ 0 w 595706"/>
                    <a:gd name="connsiteY0" fmla="*/ 0 h 135147"/>
                    <a:gd name="connsiteX1" fmla="*/ 595706 w 595706"/>
                    <a:gd name="connsiteY1" fmla="*/ 0 h 135147"/>
                    <a:gd name="connsiteX2" fmla="*/ 595706 w 595706"/>
                    <a:gd name="connsiteY2" fmla="*/ 92965 h 135147"/>
                    <a:gd name="connsiteX3" fmla="*/ 1361 w 595706"/>
                    <a:gd name="connsiteY3" fmla="*/ 135147 h 135147"/>
                    <a:gd name="connsiteX4" fmla="*/ 0 w 595706"/>
                    <a:gd name="connsiteY4" fmla="*/ 0 h 135147"/>
                    <a:gd name="connsiteX0" fmla="*/ 0 w 595706"/>
                    <a:gd name="connsiteY0" fmla="*/ 0 h 135147"/>
                    <a:gd name="connsiteX1" fmla="*/ 595706 w 595706"/>
                    <a:gd name="connsiteY1" fmla="*/ 0 h 135147"/>
                    <a:gd name="connsiteX2" fmla="*/ 595706 w 595706"/>
                    <a:gd name="connsiteY2" fmla="*/ 92965 h 135147"/>
                    <a:gd name="connsiteX3" fmla="*/ 1361 w 595706"/>
                    <a:gd name="connsiteY3" fmla="*/ 135147 h 135147"/>
                    <a:gd name="connsiteX4" fmla="*/ 0 w 595706"/>
                    <a:gd name="connsiteY4" fmla="*/ 0 h 135147"/>
                    <a:gd name="connsiteX0" fmla="*/ 0 w 595706"/>
                    <a:gd name="connsiteY0" fmla="*/ 0 h 135147"/>
                    <a:gd name="connsiteX1" fmla="*/ 595706 w 595706"/>
                    <a:gd name="connsiteY1" fmla="*/ 0 h 135147"/>
                    <a:gd name="connsiteX2" fmla="*/ 595706 w 595706"/>
                    <a:gd name="connsiteY2" fmla="*/ 92965 h 135147"/>
                    <a:gd name="connsiteX3" fmla="*/ 1361 w 595706"/>
                    <a:gd name="connsiteY3" fmla="*/ 135147 h 135147"/>
                    <a:gd name="connsiteX4" fmla="*/ 0 w 595706"/>
                    <a:gd name="connsiteY4" fmla="*/ 0 h 135147"/>
                    <a:gd name="connsiteX0" fmla="*/ 0 w 595706"/>
                    <a:gd name="connsiteY0" fmla="*/ 0 h 135147"/>
                    <a:gd name="connsiteX1" fmla="*/ 595706 w 595706"/>
                    <a:gd name="connsiteY1" fmla="*/ 0 h 135147"/>
                    <a:gd name="connsiteX2" fmla="*/ 595706 w 595706"/>
                    <a:gd name="connsiteY2" fmla="*/ 92965 h 135147"/>
                    <a:gd name="connsiteX3" fmla="*/ 1361 w 595706"/>
                    <a:gd name="connsiteY3" fmla="*/ 135147 h 135147"/>
                    <a:gd name="connsiteX4" fmla="*/ 0 w 595706"/>
                    <a:gd name="connsiteY4" fmla="*/ 0 h 135147"/>
                    <a:gd name="connsiteX0" fmla="*/ 1422 w 594406"/>
                    <a:gd name="connsiteY0" fmla="*/ 21376 h 135147"/>
                    <a:gd name="connsiteX1" fmla="*/ 594406 w 594406"/>
                    <a:gd name="connsiteY1" fmla="*/ 0 h 135147"/>
                    <a:gd name="connsiteX2" fmla="*/ 594406 w 594406"/>
                    <a:gd name="connsiteY2" fmla="*/ 92965 h 135147"/>
                    <a:gd name="connsiteX3" fmla="*/ 61 w 594406"/>
                    <a:gd name="connsiteY3" fmla="*/ 135147 h 135147"/>
                    <a:gd name="connsiteX4" fmla="*/ 1422 w 594406"/>
                    <a:gd name="connsiteY4" fmla="*/ 21376 h 135147"/>
                    <a:gd name="connsiteX0" fmla="*/ 1422 w 594406"/>
                    <a:gd name="connsiteY0" fmla="*/ 15599 h 135147"/>
                    <a:gd name="connsiteX1" fmla="*/ 594406 w 594406"/>
                    <a:gd name="connsiteY1" fmla="*/ 0 h 135147"/>
                    <a:gd name="connsiteX2" fmla="*/ 594406 w 594406"/>
                    <a:gd name="connsiteY2" fmla="*/ 92965 h 135147"/>
                    <a:gd name="connsiteX3" fmla="*/ 61 w 594406"/>
                    <a:gd name="connsiteY3" fmla="*/ 135147 h 135147"/>
                    <a:gd name="connsiteX4" fmla="*/ 1422 w 594406"/>
                    <a:gd name="connsiteY4" fmla="*/ 15599 h 135147"/>
                    <a:gd name="connsiteX0" fmla="*/ 131 w 594476"/>
                    <a:gd name="connsiteY0" fmla="*/ 4622 h 135147"/>
                    <a:gd name="connsiteX1" fmla="*/ 594476 w 594476"/>
                    <a:gd name="connsiteY1" fmla="*/ 0 h 135147"/>
                    <a:gd name="connsiteX2" fmla="*/ 594476 w 594476"/>
                    <a:gd name="connsiteY2" fmla="*/ 92965 h 135147"/>
                    <a:gd name="connsiteX3" fmla="*/ 131 w 594476"/>
                    <a:gd name="connsiteY3" fmla="*/ 135147 h 135147"/>
                    <a:gd name="connsiteX4" fmla="*/ 131 w 594476"/>
                    <a:gd name="connsiteY4" fmla="*/ 4622 h 135147"/>
                    <a:gd name="connsiteX0" fmla="*/ 0 w 595706"/>
                    <a:gd name="connsiteY0" fmla="*/ 17910 h 135147"/>
                    <a:gd name="connsiteX1" fmla="*/ 595706 w 595706"/>
                    <a:gd name="connsiteY1" fmla="*/ 0 h 135147"/>
                    <a:gd name="connsiteX2" fmla="*/ 595706 w 595706"/>
                    <a:gd name="connsiteY2" fmla="*/ 92965 h 135147"/>
                    <a:gd name="connsiteX3" fmla="*/ 1361 w 595706"/>
                    <a:gd name="connsiteY3" fmla="*/ 135147 h 135147"/>
                    <a:gd name="connsiteX4" fmla="*/ 0 w 595706"/>
                    <a:gd name="connsiteY4" fmla="*/ 17910 h 135147"/>
                    <a:gd name="connsiteX0" fmla="*/ 0 w 595706"/>
                    <a:gd name="connsiteY0" fmla="*/ 17910 h 135147"/>
                    <a:gd name="connsiteX1" fmla="*/ 595706 w 595706"/>
                    <a:gd name="connsiteY1" fmla="*/ 0 h 135147"/>
                    <a:gd name="connsiteX2" fmla="*/ 595706 w 595706"/>
                    <a:gd name="connsiteY2" fmla="*/ 92965 h 135147"/>
                    <a:gd name="connsiteX3" fmla="*/ 1361 w 595706"/>
                    <a:gd name="connsiteY3" fmla="*/ 135147 h 135147"/>
                    <a:gd name="connsiteX4" fmla="*/ 0 w 595706"/>
                    <a:gd name="connsiteY4" fmla="*/ 17910 h 135147"/>
                    <a:gd name="connsiteX0" fmla="*/ 0 w 595706"/>
                    <a:gd name="connsiteY0" fmla="*/ 17910 h 135147"/>
                    <a:gd name="connsiteX1" fmla="*/ 595706 w 595706"/>
                    <a:gd name="connsiteY1" fmla="*/ 0 h 135147"/>
                    <a:gd name="connsiteX2" fmla="*/ 595706 w 595706"/>
                    <a:gd name="connsiteY2" fmla="*/ 92965 h 135147"/>
                    <a:gd name="connsiteX3" fmla="*/ 1361 w 595706"/>
                    <a:gd name="connsiteY3" fmla="*/ 135147 h 135147"/>
                    <a:gd name="connsiteX4" fmla="*/ 0 w 595706"/>
                    <a:gd name="connsiteY4" fmla="*/ 17910 h 135147"/>
                    <a:gd name="connsiteX0" fmla="*/ 0 w 595706"/>
                    <a:gd name="connsiteY0" fmla="*/ 17910 h 135147"/>
                    <a:gd name="connsiteX1" fmla="*/ 595706 w 595706"/>
                    <a:gd name="connsiteY1" fmla="*/ 0 h 135147"/>
                    <a:gd name="connsiteX2" fmla="*/ 595706 w 595706"/>
                    <a:gd name="connsiteY2" fmla="*/ 92965 h 135147"/>
                    <a:gd name="connsiteX3" fmla="*/ 1361 w 595706"/>
                    <a:gd name="connsiteY3" fmla="*/ 135147 h 135147"/>
                    <a:gd name="connsiteX4" fmla="*/ 0 w 595706"/>
                    <a:gd name="connsiteY4" fmla="*/ 17910 h 135147"/>
                    <a:gd name="connsiteX0" fmla="*/ 0 w 595706"/>
                    <a:gd name="connsiteY0" fmla="*/ 22423 h 139660"/>
                    <a:gd name="connsiteX1" fmla="*/ 595706 w 595706"/>
                    <a:gd name="connsiteY1" fmla="*/ 4513 h 139660"/>
                    <a:gd name="connsiteX2" fmla="*/ 595706 w 595706"/>
                    <a:gd name="connsiteY2" fmla="*/ 97478 h 139660"/>
                    <a:gd name="connsiteX3" fmla="*/ 1361 w 595706"/>
                    <a:gd name="connsiteY3" fmla="*/ 139660 h 139660"/>
                    <a:gd name="connsiteX4" fmla="*/ 0 w 595706"/>
                    <a:gd name="connsiteY4" fmla="*/ 22423 h 139660"/>
                    <a:gd name="connsiteX0" fmla="*/ 0 w 595706"/>
                    <a:gd name="connsiteY0" fmla="*/ 26413 h 143650"/>
                    <a:gd name="connsiteX1" fmla="*/ 595706 w 595706"/>
                    <a:gd name="connsiteY1" fmla="*/ 8503 h 143650"/>
                    <a:gd name="connsiteX2" fmla="*/ 595706 w 595706"/>
                    <a:gd name="connsiteY2" fmla="*/ 101468 h 143650"/>
                    <a:gd name="connsiteX3" fmla="*/ 1361 w 595706"/>
                    <a:gd name="connsiteY3" fmla="*/ 143650 h 143650"/>
                    <a:gd name="connsiteX4" fmla="*/ 0 w 595706"/>
                    <a:gd name="connsiteY4" fmla="*/ 26413 h 143650"/>
                    <a:gd name="connsiteX0" fmla="*/ 0 w 595706"/>
                    <a:gd name="connsiteY0" fmla="*/ 21286 h 138523"/>
                    <a:gd name="connsiteX1" fmla="*/ 595706 w 595706"/>
                    <a:gd name="connsiteY1" fmla="*/ 3376 h 138523"/>
                    <a:gd name="connsiteX2" fmla="*/ 595706 w 595706"/>
                    <a:gd name="connsiteY2" fmla="*/ 96341 h 138523"/>
                    <a:gd name="connsiteX3" fmla="*/ 1361 w 595706"/>
                    <a:gd name="connsiteY3" fmla="*/ 138523 h 138523"/>
                    <a:gd name="connsiteX4" fmla="*/ 0 w 595706"/>
                    <a:gd name="connsiteY4" fmla="*/ 21286 h 138523"/>
                    <a:gd name="connsiteX0" fmla="*/ 0 w 595706"/>
                    <a:gd name="connsiteY0" fmla="*/ 22534 h 139771"/>
                    <a:gd name="connsiteX1" fmla="*/ 595706 w 595706"/>
                    <a:gd name="connsiteY1" fmla="*/ 4624 h 139771"/>
                    <a:gd name="connsiteX2" fmla="*/ 595706 w 595706"/>
                    <a:gd name="connsiteY2" fmla="*/ 97589 h 139771"/>
                    <a:gd name="connsiteX3" fmla="*/ 1361 w 595706"/>
                    <a:gd name="connsiteY3" fmla="*/ 139771 h 139771"/>
                    <a:gd name="connsiteX4" fmla="*/ 0 w 595706"/>
                    <a:gd name="connsiteY4" fmla="*/ 22534 h 139771"/>
                    <a:gd name="connsiteX0" fmla="*/ 0 w 595706"/>
                    <a:gd name="connsiteY0" fmla="*/ 23494 h 140731"/>
                    <a:gd name="connsiteX1" fmla="*/ 595706 w 595706"/>
                    <a:gd name="connsiteY1" fmla="*/ 2118 h 140731"/>
                    <a:gd name="connsiteX2" fmla="*/ 595706 w 595706"/>
                    <a:gd name="connsiteY2" fmla="*/ 98549 h 140731"/>
                    <a:gd name="connsiteX3" fmla="*/ 1361 w 595706"/>
                    <a:gd name="connsiteY3" fmla="*/ 140731 h 140731"/>
                    <a:gd name="connsiteX4" fmla="*/ 0 w 595706"/>
                    <a:gd name="connsiteY4" fmla="*/ 23494 h 140731"/>
                    <a:gd name="connsiteX0" fmla="*/ 0 w 595706"/>
                    <a:gd name="connsiteY0" fmla="*/ 23494 h 140731"/>
                    <a:gd name="connsiteX1" fmla="*/ 595706 w 595706"/>
                    <a:gd name="connsiteY1" fmla="*/ 2118 h 140731"/>
                    <a:gd name="connsiteX2" fmla="*/ 595706 w 595706"/>
                    <a:gd name="connsiteY2" fmla="*/ 98549 h 140731"/>
                    <a:gd name="connsiteX3" fmla="*/ 1361 w 595706"/>
                    <a:gd name="connsiteY3" fmla="*/ 140731 h 140731"/>
                    <a:gd name="connsiteX4" fmla="*/ 0 w 595706"/>
                    <a:gd name="connsiteY4" fmla="*/ 23494 h 140731"/>
                    <a:gd name="connsiteX0" fmla="*/ 0 w 595706"/>
                    <a:gd name="connsiteY0" fmla="*/ 25030 h 142267"/>
                    <a:gd name="connsiteX1" fmla="*/ 595706 w 595706"/>
                    <a:gd name="connsiteY1" fmla="*/ 3654 h 142267"/>
                    <a:gd name="connsiteX2" fmla="*/ 595706 w 595706"/>
                    <a:gd name="connsiteY2" fmla="*/ 100085 h 142267"/>
                    <a:gd name="connsiteX3" fmla="*/ 1361 w 595706"/>
                    <a:gd name="connsiteY3" fmla="*/ 142267 h 142267"/>
                    <a:gd name="connsiteX4" fmla="*/ 0 w 595706"/>
                    <a:gd name="connsiteY4" fmla="*/ 25030 h 142267"/>
                    <a:gd name="connsiteX0" fmla="*/ 0 w 595706"/>
                    <a:gd name="connsiteY0" fmla="*/ 22091 h 139328"/>
                    <a:gd name="connsiteX1" fmla="*/ 595706 w 595706"/>
                    <a:gd name="connsiteY1" fmla="*/ 715 h 139328"/>
                    <a:gd name="connsiteX2" fmla="*/ 595706 w 595706"/>
                    <a:gd name="connsiteY2" fmla="*/ 97146 h 139328"/>
                    <a:gd name="connsiteX3" fmla="*/ 1361 w 595706"/>
                    <a:gd name="connsiteY3" fmla="*/ 139328 h 139328"/>
                    <a:gd name="connsiteX4" fmla="*/ 0 w 595706"/>
                    <a:gd name="connsiteY4" fmla="*/ 22091 h 139328"/>
                    <a:gd name="connsiteX0" fmla="*/ 0 w 595706"/>
                    <a:gd name="connsiteY0" fmla="*/ 23573 h 140810"/>
                    <a:gd name="connsiteX1" fmla="*/ 595706 w 595706"/>
                    <a:gd name="connsiteY1" fmla="*/ 2197 h 140810"/>
                    <a:gd name="connsiteX2" fmla="*/ 595706 w 595706"/>
                    <a:gd name="connsiteY2" fmla="*/ 98628 h 140810"/>
                    <a:gd name="connsiteX3" fmla="*/ 1361 w 595706"/>
                    <a:gd name="connsiteY3" fmla="*/ 140810 h 140810"/>
                    <a:gd name="connsiteX4" fmla="*/ 0 w 595706"/>
                    <a:gd name="connsiteY4" fmla="*/ 23573 h 140810"/>
                    <a:gd name="connsiteX0" fmla="*/ 0 w 595706"/>
                    <a:gd name="connsiteY0" fmla="*/ 21908 h 139145"/>
                    <a:gd name="connsiteX1" fmla="*/ 595706 w 595706"/>
                    <a:gd name="connsiteY1" fmla="*/ 532 h 139145"/>
                    <a:gd name="connsiteX2" fmla="*/ 595706 w 595706"/>
                    <a:gd name="connsiteY2" fmla="*/ 96963 h 139145"/>
                    <a:gd name="connsiteX3" fmla="*/ 1361 w 595706"/>
                    <a:gd name="connsiteY3" fmla="*/ 139145 h 139145"/>
                    <a:gd name="connsiteX4" fmla="*/ 0 w 595706"/>
                    <a:gd name="connsiteY4" fmla="*/ 21908 h 139145"/>
                    <a:gd name="connsiteX0" fmla="*/ 0 w 595706"/>
                    <a:gd name="connsiteY0" fmla="*/ 23863 h 141100"/>
                    <a:gd name="connsiteX1" fmla="*/ 595706 w 595706"/>
                    <a:gd name="connsiteY1" fmla="*/ 2487 h 141100"/>
                    <a:gd name="connsiteX2" fmla="*/ 595706 w 595706"/>
                    <a:gd name="connsiteY2" fmla="*/ 98918 h 141100"/>
                    <a:gd name="connsiteX3" fmla="*/ 1361 w 595706"/>
                    <a:gd name="connsiteY3" fmla="*/ 141100 h 141100"/>
                    <a:gd name="connsiteX4" fmla="*/ 0 w 595706"/>
                    <a:gd name="connsiteY4" fmla="*/ 23863 h 141100"/>
                    <a:gd name="connsiteX0" fmla="*/ 0 w 595706"/>
                    <a:gd name="connsiteY0" fmla="*/ 24472 h 141709"/>
                    <a:gd name="connsiteX1" fmla="*/ 595706 w 595706"/>
                    <a:gd name="connsiteY1" fmla="*/ 3096 h 141709"/>
                    <a:gd name="connsiteX2" fmla="*/ 595706 w 595706"/>
                    <a:gd name="connsiteY2" fmla="*/ 99527 h 141709"/>
                    <a:gd name="connsiteX3" fmla="*/ 1361 w 595706"/>
                    <a:gd name="connsiteY3" fmla="*/ 141709 h 141709"/>
                    <a:gd name="connsiteX4" fmla="*/ 0 w 595706"/>
                    <a:gd name="connsiteY4" fmla="*/ 24472 h 141709"/>
                    <a:gd name="connsiteX0" fmla="*/ 0 w 595706"/>
                    <a:gd name="connsiteY0" fmla="*/ 24267 h 141504"/>
                    <a:gd name="connsiteX1" fmla="*/ 595706 w 595706"/>
                    <a:gd name="connsiteY1" fmla="*/ 2891 h 141504"/>
                    <a:gd name="connsiteX2" fmla="*/ 595706 w 595706"/>
                    <a:gd name="connsiteY2" fmla="*/ 99322 h 141504"/>
                    <a:gd name="connsiteX3" fmla="*/ 1361 w 595706"/>
                    <a:gd name="connsiteY3" fmla="*/ 141504 h 141504"/>
                    <a:gd name="connsiteX4" fmla="*/ 0 w 595706"/>
                    <a:gd name="connsiteY4" fmla="*/ 24267 h 141504"/>
                    <a:gd name="connsiteX0" fmla="*/ 0 w 595706"/>
                    <a:gd name="connsiteY0" fmla="*/ 24472 h 141709"/>
                    <a:gd name="connsiteX1" fmla="*/ 595706 w 595706"/>
                    <a:gd name="connsiteY1" fmla="*/ 3096 h 141709"/>
                    <a:gd name="connsiteX2" fmla="*/ 595706 w 595706"/>
                    <a:gd name="connsiteY2" fmla="*/ 99527 h 141709"/>
                    <a:gd name="connsiteX3" fmla="*/ 1361 w 595706"/>
                    <a:gd name="connsiteY3" fmla="*/ 141709 h 141709"/>
                    <a:gd name="connsiteX4" fmla="*/ 0 w 595706"/>
                    <a:gd name="connsiteY4" fmla="*/ 24472 h 141709"/>
                    <a:gd name="connsiteX0" fmla="*/ 0 w 595706"/>
                    <a:gd name="connsiteY0" fmla="*/ 24472 h 141709"/>
                    <a:gd name="connsiteX1" fmla="*/ 594353 w 595706"/>
                    <a:gd name="connsiteY1" fmla="*/ 3096 h 141709"/>
                    <a:gd name="connsiteX2" fmla="*/ 595706 w 595706"/>
                    <a:gd name="connsiteY2" fmla="*/ 99527 h 141709"/>
                    <a:gd name="connsiteX3" fmla="*/ 1361 w 595706"/>
                    <a:gd name="connsiteY3" fmla="*/ 141709 h 141709"/>
                    <a:gd name="connsiteX4" fmla="*/ 0 w 595706"/>
                    <a:gd name="connsiteY4" fmla="*/ 24472 h 141709"/>
                    <a:gd name="connsiteX0" fmla="*/ 124 w 595830"/>
                    <a:gd name="connsiteY0" fmla="*/ 24472 h 141709"/>
                    <a:gd name="connsiteX1" fmla="*/ 594477 w 595830"/>
                    <a:gd name="connsiteY1" fmla="*/ 3096 h 141709"/>
                    <a:gd name="connsiteX2" fmla="*/ 595830 w 595830"/>
                    <a:gd name="connsiteY2" fmla="*/ 99527 h 141709"/>
                    <a:gd name="connsiteX3" fmla="*/ 131 w 595830"/>
                    <a:gd name="connsiteY3" fmla="*/ 141709 h 141709"/>
                    <a:gd name="connsiteX4" fmla="*/ 124 w 595830"/>
                    <a:gd name="connsiteY4" fmla="*/ 24472 h 141709"/>
                    <a:gd name="connsiteX0" fmla="*/ 124 w 597179"/>
                    <a:gd name="connsiteY0" fmla="*/ 25207 h 142444"/>
                    <a:gd name="connsiteX1" fmla="*/ 597179 w 597179"/>
                    <a:gd name="connsiteY1" fmla="*/ 481 h 142444"/>
                    <a:gd name="connsiteX2" fmla="*/ 595830 w 597179"/>
                    <a:gd name="connsiteY2" fmla="*/ 100262 h 142444"/>
                    <a:gd name="connsiteX3" fmla="*/ 131 w 597179"/>
                    <a:gd name="connsiteY3" fmla="*/ 142444 h 142444"/>
                    <a:gd name="connsiteX4" fmla="*/ 124 w 597179"/>
                    <a:gd name="connsiteY4" fmla="*/ 25207 h 142444"/>
                    <a:gd name="connsiteX0" fmla="*/ 124 w 595889"/>
                    <a:gd name="connsiteY0" fmla="*/ 25842 h 143079"/>
                    <a:gd name="connsiteX1" fmla="*/ 594477 w 595889"/>
                    <a:gd name="connsiteY1" fmla="*/ 0 h 143079"/>
                    <a:gd name="connsiteX2" fmla="*/ 595830 w 595889"/>
                    <a:gd name="connsiteY2" fmla="*/ 100897 h 143079"/>
                    <a:gd name="connsiteX3" fmla="*/ 131 w 595889"/>
                    <a:gd name="connsiteY3" fmla="*/ 143079 h 143079"/>
                    <a:gd name="connsiteX4" fmla="*/ 124 w 595889"/>
                    <a:gd name="connsiteY4" fmla="*/ 25842 h 143079"/>
                    <a:gd name="connsiteX0" fmla="*/ 124 w 595889"/>
                    <a:gd name="connsiteY0" fmla="*/ 24713 h 141950"/>
                    <a:gd name="connsiteX1" fmla="*/ 594477 w 595889"/>
                    <a:gd name="connsiteY1" fmla="*/ 2221 h 141950"/>
                    <a:gd name="connsiteX2" fmla="*/ 595830 w 595889"/>
                    <a:gd name="connsiteY2" fmla="*/ 99768 h 141950"/>
                    <a:gd name="connsiteX3" fmla="*/ 131 w 595889"/>
                    <a:gd name="connsiteY3" fmla="*/ 141950 h 141950"/>
                    <a:gd name="connsiteX4" fmla="*/ 124 w 595889"/>
                    <a:gd name="connsiteY4" fmla="*/ 24713 h 141950"/>
                    <a:gd name="connsiteX0" fmla="*/ 124 w 595959"/>
                    <a:gd name="connsiteY0" fmla="*/ 24713 h 141950"/>
                    <a:gd name="connsiteX1" fmla="*/ 595828 w 595959"/>
                    <a:gd name="connsiteY1" fmla="*/ 2221 h 141950"/>
                    <a:gd name="connsiteX2" fmla="*/ 595830 w 595959"/>
                    <a:gd name="connsiteY2" fmla="*/ 99768 h 141950"/>
                    <a:gd name="connsiteX3" fmla="*/ 131 w 595959"/>
                    <a:gd name="connsiteY3" fmla="*/ 141950 h 141950"/>
                    <a:gd name="connsiteX4" fmla="*/ 124 w 595959"/>
                    <a:gd name="connsiteY4" fmla="*/ 24713 h 141950"/>
                    <a:gd name="connsiteX0" fmla="*/ 124 w 595959"/>
                    <a:gd name="connsiteY0" fmla="*/ 24925 h 142162"/>
                    <a:gd name="connsiteX1" fmla="*/ 595828 w 595959"/>
                    <a:gd name="connsiteY1" fmla="*/ 2433 h 142162"/>
                    <a:gd name="connsiteX2" fmla="*/ 595830 w 595959"/>
                    <a:gd name="connsiteY2" fmla="*/ 99980 h 142162"/>
                    <a:gd name="connsiteX3" fmla="*/ 131 w 595959"/>
                    <a:gd name="connsiteY3" fmla="*/ 142162 h 142162"/>
                    <a:gd name="connsiteX4" fmla="*/ 124 w 595959"/>
                    <a:gd name="connsiteY4" fmla="*/ 24925 h 142162"/>
                    <a:gd name="connsiteX0" fmla="*/ 124 w 595959"/>
                    <a:gd name="connsiteY0" fmla="*/ 22492 h 139729"/>
                    <a:gd name="connsiteX1" fmla="*/ 595828 w 595959"/>
                    <a:gd name="connsiteY1" fmla="*/ 0 h 139729"/>
                    <a:gd name="connsiteX2" fmla="*/ 595830 w 595959"/>
                    <a:gd name="connsiteY2" fmla="*/ 97547 h 139729"/>
                    <a:gd name="connsiteX3" fmla="*/ 131 w 595959"/>
                    <a:gd name="connsiteY3" fmla="*/ 139729 h 139729"/>
                    <a:gd name="connsiteX4" fmla="*/ 124 w 595959"/>
                    <a:gd name="connsiteY4" fmla="*/ 22492 h 139729"/>
                    <a:gd name="connsiteX0" fmla="*/ 124 w 595959"/>
                    <a:gd name="connsiteY0" fmla="*/ 25585 h 142822"/>
                    <a:gd name="connsiteX1" fmla="*/ 595828 w 595959"/>
                    <a:gd name="connsiteY1" fmla="*/ 3093 h 142822"/>
                    <a:gd name="connsiteX2" fmla="*/ 595830 w 595959"/>
                    <a:gd name="connsiteY2" fmla="*/ 100640 h 142822"/>
                    <a:gd name="connsiteX3" fmla="*/ 131 w 595959"/>
                    <a:gd name="connsiteY3" fmla="*/ 142822 h 142822"/>
                    <a:gd name="connsiteX4" fmla="*/ 124 w 595959"/>
                    <a:gd name="connsiteY4" fmla="*/ 25585 h 142822"/>
                    <a:gd name="connsiteX0" fmla="*/ 124 w 595959"/>
                    <a:gd name="connsiteY0" fmla="*/ 25585 h 142822"/>
                    <a:gd name="connsiteX1" fmla="*/ 595828 w 595959"/>
                    <a:gd name="connsiteY1" fmla="*/ 3093 h 142822"/>
                    <a:gd name="connsiteX2" fmla="*/ 595830 w 595959"/>
                    <a:gd name="connsiteY2" fmla="*/ 100640 h 142822"/>
                    <a:gd name="connsiteX3" fmla="*/ 131 w 595959"/>
                    <a:gd name="connsiteY3" fmla="*/ 142822 h 142822"/>
                    <a:gd name="connsiteX4" fmla="*/ 124 w 595959"/>
                    <a:gd name="connsiteY4" fmla="*/ 25585 h 142822"/>
                    <a:gd name="connsiteX0" fmla="*/ 124 w 595959"/>
                    <a:gd name="connsiteY0" fmla="*/ 26512 h 143749"/>
                    <a:gd name="connsiteX1" fmla="*/ 595828 w 595959"/>
                    <a:gd name="connsiteY1" fmla="*/ 4020 h 143749"/>
                    <a:gd name="connsiteX2" fmla="*/ 595830 w 595959"/>
                    <a:gd name="connsiteY2" fmla="*/ 101567 h 143749"/>
                    <a:gd name="connsiteX3" fmla="*/ 131 w 595959"/>
                    <a:gd name="connsiteY3" fmla="*/ 143749 h 143749"/>
                    <a:gd name="connsiteX4" fmla="*/ 124 w 595959"/>
                    <a:gd name="connsiteY4" fmla="*/ 26512 h 143749"/>
                    <a:gd name="connsiteX0" fmla="*/ 124 w 595959"/>
                    <a:gd name="connsiteY0" fmla="*/ 26512 h 143749"/>
                    <a:gd name="connsiteX1" fmla="*/ 595828 w 595959"/>
                    <a:gd name="connsiteY1" fmla="*/ 4020 h 143749"/>
                    <a:gd name="connsiteX2" fmla="*/ 595830 w 595959"/>
                    <a:gd name="connsiteY2" fmla="*/ 101567 h 143749"/>
                    <a:gd name="connsiteX3" fmla="*/ 131 w 595959"/>
                    <a:gd name="connsiteY3" fmla="*/ 143749 h 143749"/>
                    <a:gd name="connsiteX4" fmla="*/ 124 w 595959"/>
                    <a:gd name="connsiteY4" fmla="*/ 26512 h 143749"/>
                    <a:gd name="connsiteX0" fmla="*/ 124 w 595959"/>
                    <a:gd name="connsiteY0" fmla="*/ 28496 h 145733"/>
                    <a:gd name="connsiteX1" fmla="*/ 595828 w 595959"/>
                    <a:gd name="connsiteY1" fmla="*/ 6004 h 145733"/>
                    <a:gd name="connsiteX2" fmla="*/ 595830 w 595959"/>
                    <a:gd name="connsiteY2" fmla="*/ 103551 h 145733"/>
                    <a:gd name="connsiteX3" fmla="*/ 131 w 595959"/>
                    <a:gd name="connsiteY3" fmla="*/ 145733 h 145733"/>
                    <a:gd name="connsiteX4" fmla="*/ 124 w 595959"/>
                    <a:gd name="connsiteY4" fmla="*/ 28496 h 145733"/>
                    <a:gd name="connsiteX0" fmla="*/ 124 w 595959"/>
                    <a:gd name="connsiteY0" fmla="*/ 40766 h 158003"/>
                    <a:gd name="connsiteX1" fmla="*/ 595828 w 595959"/>
                    <a:gd name="connsiteY1" fmla="*/ 0 h 158003"/>
                    <a:gd name="connsiteX2" fmla="*/ 595830 w 595959"/>
                    <a:gd name="connsiteY2" fmla="*/ 115821 h 158003"/>
                    <a:gd name="connsiteX3" fmla="*/ 131 w 595959"/>
                    <a:gd name="connsiteY3" fmla="*/ 158003 h 158003"/>
                    <a:gd name="connsiteX4" fmla="*/ 124 w 595959"/>
                    <a:gd name="connsiteY4" fmla="*/ 40766 h 158003"/>
                    <a:gd name="connsiteX0" fmla="*/ 124 w 595959"/>
                    <a:gd name="connsiteY0" fmla="*/ 40766 h 158003"/>
                    <a:gd name="connsiteX1" fmla="*/ 595828 w 595959"/>
                    <a:gd name="connsiteY1" fmla="*/ 0 h 158003"/>
                    <a:gd name="connsiteX2" fmla="*/ 595830 w 595959"/>
                    <a:gd name="connsiteY2" fmla="*/ 115821 h 158003"/>
                    <a:gd name="connsiteX3" fmla="*/ 131 w 595959"/>
                    <a:gd name="connsiteY3" fmla="*/ 158003 h 158003"/>
                    <a:gd name="connsiteX4" fmla="*/ 124 w 595959"/>
                    <a:gd name="connsiteY4" fmla="*/ 40766 h 158003"/>
                    <a:gd name="connsiteX0" fmla="*/ 124 w 595959"/>
                    <a:gd name="connsiteY0" fmla="*/ 40766 h 158003"/>
                    <a:gd name="connsiteX1" fmla="*/ 595828 w 595959"/>
                    <a:gd name="connsiteY1" fmla="*/ 0 h 158003"/>
                    <a:gd name="connsiteX2" fmla="*/ 595830 w 595959"/>
                    <a:gd name="connsiteY2" fmla="*/ 115821 h 158003"/>
                    <a:gd name="connsiteX3" fmla="*/ 131 w 595959"/>
                    <a:gd name="connsiteY3" fmla="*/ 158003 h 158003"/>
                    <a:gd name="connsiteX4" fmla="*/ 124 w 595959"/>
                    <a:gd name="connsiteY4" fmla="*/ 40766 h 158003"/>
                    <a:gd name="connsiteX0" fmla="*/ 124 w 595959"/>
                    <a:gd name="connsiteY0" fmla="*/ 40766 h 158003"/>
                    <a:gd name="connsiteX1" fmla="*/ 595828 w 595959"/>
                    <a:gd name="connsiteY1" fmla="*/ 0 h 158003"/>
                    <a:gd name="connsiteX2" fmla="*/ 595830 w 595959"/>
                    <a:gd name="connsiteY2" fmla="*/ 115821 h 158003"/>
                    <a:gd name="connsiteX3" fmla="*/ 131 w 595959"/>
                    <a:gd name="connsiteY3" fmla="*/ 158003 h 158003"/>
                    <a:gd name="connsiteX4" fmla="*/ 124 w 595959"/>
                    <a:gd name="connsiteY4" fmla="*/ 40766 h 158003"/>
                    <a:gd name="connsiteX0" fmla="*/ 124 w 595959"/>
                    <a:gd name="connsiteY0" fmla="*/ 40766 h 158003"/>
                    <a:gd name="connsiteX1" fmla="*/ 595828 w 595959"/>
                    <a:gd name="connsiteY1" fmla="*/ 0 h 158003"/>
                    <a:gd name="connsiteX2" fmla="*/ 595830 w 595959"/>
                    <a:gd name="connsiteY2" fmla="*/ 115821 h 158003"/>
                    <a:gd name="connsiteX3" fmla="*/ 131 w 595959"/>
                    <a:gd name="connsiteY3" fmla="*/ 158003 h 158003"/>
                    <a:gd name="connsiteX4" fmla="*/ 124 w 595959"/>
                    <a:gd name="connsiteY4" fmla="*/ 40766 h 158003"/>
                    <a:gd name="connsiteX0" fmla="*/ 124 w 595959"/>
                    <a:gd name="connsiteY0" fmla="*/ 40766 h 158003"/>
                    <a:gd name="connsiteX1" fmla="*/ 595828 w 595959"/>
                    <a:gd name="connsiteY1" fmla="*/ 0 h 158003"/>
                    <a:gd name="connsiteX2" fmla="*/ 595830 w 595959"/>
                    <a:gd name="connsiteY2" fmla="*/ 115821 h 158003"/>
                    <a:gd name="connsiteX3" fmla="*/ 131 w 595959"/>
                    <a:gd name="connsiteY3" fmla="*/ 158003 h 158003"/>
                    <a:gd name="connsiteX4" fmla="*/ 124 w 595959"/>
                    <a:gd name="connsiteY4" fmla="*/ 40766 h 158003"/>
                    <a:gd name="connsiteX0" fmla="*/ 124 w 595959"/>
                    <a:gd name="connsiteY0" fmla="*/ 40766 h 158003"/>
                    <a:gd name="connsiteX1" fmla="*/ 595828 w 595959"/>
                    <a:gd name="connsiteY1" fmla="*/ 0 h 158003"/>
                    <a:gd name="connsiteX2" fmla="*/ 595830 w 595959"/>
                    <a:gd name="connsiteY2" fmla="*/ 115821 h 158003"/>
                    <a:gd name="connsiteX3" fmla="*/ 131 w 595959"/>
                    <a:gd name="connsiteY3" fmla="*/ 158003 h 158003"/>
                    <a:gd name="connsiteX4" fmla="*/ 124 w 595959"/>
                    <a:gd name="connsiteY4" fmla="*/ 40766 h 158003"/>
                    <a:gd name="connsiteX0" fmla="*/ 124 w 595959"/>
                    <a:gd name="connsiteY0" fmla="*/ 40766 h 158003"/>
                    <a:gd name="connsiteX1" fmla="*/ 595828 w 595959"/>
                    <a:gd name="connsiteY1" fmla="*/ 0 h 158003"/>
                    <a:gd name="connsiteX2" fmla="*/ 595830 w 595959"/>
                    <a:gd name="connsiteY2" fmla="*/ 115821 h 158003"/>
                    <a:gd name="connsiteX3" fmla="*/ 131 w 595959"/>
                    <a:gd name="connsiteY3" fmla="*/ 158003 h 158003"/>
                    <a:gd name="connsiteX4" fmla="*/ 124 w 595959"/>
                    <a:gd name="connsiteY4" fmla="*/ 40766 h 158003"/>
                    <a:gd name="connsiteX0" fmla="*/ 124 w 595959"/>
                    <a:gd name="connsiteY0" fmla="*/ 40766 h 158003"/>
                    <a:gd name="connsiteX1" fmla="*/ 595828 w 595959"/>
                    <a:gd name="connsiteY1" fmla="*/ 0 h 158003"/>
                    <a:gd name="connsiteX2" fmla="*/ 595830 w 595959"/>
                    <a:gd name="connsiteY2" fmla="*/ 115821 h 158003"/>
                    <a:gd name="connsiteX3" fmla="*/ 131 w 595959"/>
                    <a:gd name="connsiteY3" fmla="*/ 158003 h 158003"/>
                    <a:gd name="connsiteX4" fmla="*/ 124 w 595959"/>
                    <a:gd name="connsiteY4" fmla="*/ 40766 h 158003"/>
                    <a:gd name="connsiteX0" fmla="*/ 124 w 595856"/>
                    <a:gd name="connsiteY0" fmla="*/ 41841 h 159078"/>
                    <a:gd name="connsiteX1" fmla="*/ 591261 w 595856"/>
                    <a:gd name="connsiteY1" fmla="*/ 0 h 159078"/>
                    <a:gd name="connsiteX2" fmla="*/ 595830 w 595856"/>
                    <a:gd name="connsiteY2" fmla="*/ 116896 h 159078"/>
                    <a:gd name="connsiteX3" fmla="*/ 131 w 595856"/>
                    <a:gd name="connsiteY3" fmla="*/ 159078 h 159078"/>
                    <a:gd name="connsiteX4" fmla="*/ 124 w 595856"/>
                    <a:gd name="connsiteY4" fmla="*/ 41841 h 159078"/>
                    <a:gd name="connsiteX0" fmla="*/ 124 w 595959"/>
                    <a:gd name="connsiteY0" fmla="*/ 41841 h 159078"/>
                    <a:gd name="connsiteX1" fmla="*/ 595828 w 595959"/>
                    <a:gd name="connsiteY1" fmla="*/ 0 h 159078"/>
                    <a:gd name="connsiteX2" fmla="*/ 595830 w 595959"/>
                    <a:gd name="connsiteY2" fmla="*/ 116896 h 159078"/>
                    <a:gd name="connsiteX3" fmla="*/ 131 w 595959"/>
                    <a:gd name="connsiteY3" fmla="*/ 159078 h 159078"/>
                    <a:gd name="connsiteX4" fmla="*/ 124 w 595959"/>
                    <a:gd name="connsiteY4" fmla="*/ 41841 h 159078"/>
                    <a:gd name="connsiteX0" fmla="*/ 124 w 597349"/>
                    <a:gd name="connsiteY0" fmla="*/ 42378 h 159615"/>
                    <a:gd name="connsiteX1" fmla="*/ 597349 w 597349"/>
                    <a:gd name="connsiteY1" fmla="*/ 0 h 159615"/>
                    <a:gd name="connsiteX2" fmla="*/ 595830 w 597349"/>
                    <a:gd name="connsiteY2" fmla="*/ 117433 h 159615"/>
                    <a:gd name="connsiteX3" fmla="*/ 131 w 597349"/>
                    <a:gd name="connsiteY3" fmla="*/ 159615 h 159615"/>
                    <a:gd name="connsiteX4" fmla="*/ 124 w 597349"/>
                    <a:gd name="connsiteY4" fmla="*/ 42378 h 159615"/>
                    <a:gd name="connsiteX0" fmla="*/ 124 w 600443"/>
                    <a:gd name="connsiteY0" fmla="*/ 42378 h 159615"/>
                    <a:gd name="connsiteX1" fmla="*/ 597349 w 600443"/>
                    <a:gd name="connsiteY1" fmla="*/ 0 h 159615"/>
                    <a:gd name="connsiteX2" fmla="*/ 600408 w 600443"/>
                    <a:gd name="connsiteY2" fmla="*/ 117433 h 159615"/>
                    <a:gd name="connsiteX3" fmla="*/ 131 w 600443"/>
                    <a:gd name="connsiteY3" fmla="*/ 159615 h 159615"/>
                    <a:gd name="connsiteX4" fmla="*/ 124 w 600443"/>
                    <a:gd name="connsiteY4" fmla="*/ 42378 h 159615"/>
                    <a:gd name="connsiteX0" fmla="*/ 124 w 600537"/>
                    <a:gd name="connsiteY0" fmla="*/ 42378 h 159615"/>
                    <a:gd name="connsiteX1" fmla="*/ 600401 w 600537"/>
                    <a:gd name="connsiteY1" fmla="*/ 0 h 159615"/>
                    <a:gd name="connsiteX2" fmla="*/ 600408 w 600537"/>
                    <a:gd name="connsiteY2" fmla="*/ 117433 h 159615"/>
                    <a:gd name="connsiteX3" fmla="*/ 131 w 600537"/>
                    <a:gd name="connsiteY3" fmla="*/ 159615 h 159615"/>
                    <a:gd name="connsiteX4" fmla="*/ 124 w 600537"/>
                    <a:gd name="connsiteY4" fmla="*/ 42378 h 15961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00537" h="159615">
                      <a:moveTo>
                        <a:pt x="124" y="42378"/>
                      </a:moveTo>
                      <a:cubicBezTo>
                        <a:pt x="296414" y="-50243"/>
                        <a:pt x="418111" y="75773"/>
                        <a:pt x="600401" y="0"/>
                      </a:cubicBezTo>
                      <a:cubicBezTo>
                        <a:pt x="599951" y="33260"/>
                        <a:pt x="600858" y="84173"/>
                        <a:pt x="600408" y="117433"/>
                      </a:cubicBezTo>
                      <a:cubicBezTo>
                        <a:pt x="395490" y="192726"/>
                        <a:pt x="285331" y="62551"/>
                        <a:pt x="131" y="159615"/>
                      </a:cubicBezTo>
                      <a:cubicBezTo>
                        <a:pt x="-323" y="114566"/>
                        <a:pt x="578" y="87427"/>
                        <a:pt x="124" y="42378"/>
                      </a:cubicBezTo>
                      <a:close/>
                    </a:path>
                  </a:pathLst>
                </a:custGeom>
                <a:solidFill>
                  <a:schemeClr val="accent5">
                    <a:lumMod val="40000"/>
                    <a:lumOff val="60000"/>
                  </a:schemeClr>
                </a:solidFill>
                <a:ln w="1270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grpSp>
              <p:nvGrpSpPr>
                <p:cNvPr id="820" name="组合 819">
                  <a:extLst>
                    <a:ext uri="{FF2B5EF4-FFF2-40B4-BE49-F238E27FC236}">
                      <a16:creationId xmlns:a16="http://schemas.microsoft.com/office/drawing/2014/main" id="{DDF9FDEF-9EF9-3DC4-9806-10293BFF368F}"/>
                    </a:ext>
                  </a:extLst>
                </p:cNvPr>
                <p:cNvGrpSpPr/>
                <p:nvPr/>
              </p:nvGrpSpPr>
              <p:grpSpPr>
                <a:xfrm>
                  <a:off x="5040167" y="6521415"/>
                  <a:ext cx="621640" cy="663817"/>
                  <a:chOff x="3656357" y="6507685"/>
                  <a:chExt cx="621640" cy="663817"/>
                </a:xfrm>
              </p:grpSpPr>
              <p:sp>
                <p:nvSpPr>
                  <p:cNvPr id="821" name="矩形 820">
                    <a:extLst>
                      <a:ext uri="{FF2B5EF4-FFF2-40B4-BE49-F238E27FC236}">
                        <a16:creationId xmlns:a16="http://schemas.microsoft.com/office/drawing/2014/main" id="{A6F8E977-1CF5-70B0-D9D2-18259F60EC40}"/>
                      </a:ext>
                    </a:extLst>
                  </p:cNvPr>
                  <p:cNvSpPr/>
                  <p:nvPr/>
                </p:nvSpPr>
                <p:spPr>
                  <a:xfrm>
                    <a:off x="3656465" y="6640950"/>
                    <a:ext cx="155302" cy="132623"/>
                  </a:xfrm>
                  <a:prstGeom prst="rect">
                    <a:avLst/>
                  </a:prstGeom>
                  <a:no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22" name="矩形 821">
                    <a:extLst>
                      <a:ext uri="{FF2B5EF4-FFF2-40B4-BE49-F238E27FC236}">
                        <a16:creationId xmlns:a16="http://schemas.microsoft.com/office/drawing/2014/main" id="{17CADB2A-0A02-2C19-901E-31E1D8F73B0E}"/>
                      </a:ext>
                    </a:extLst>
                  </p:cNvPr>
                  <p:cNvSpPr/>
                  <p:nvPr/>
                </p:nvSpPr>
                <p:spPr>
                  <a:xfrm>
                    <a:off x="3811875" y="6640950"/>
                    <a:ext cx="155302" cy="132623"/>
                  </a:xfrm>
                  <a:prstGeom prst="rect">
                    <a:avLst/>
                  </a:prstGeom>
                  <a:no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23" name="矩形 822">
                    <a:extLst>
                      <a:ext uri="{FF2B5EF4-FFF2-40B4-BE49-F238E27FC236}">
                        <a16:creationId xmlns:a16="http://schemas.microsoft.com/office/drawing/2014/main" id="{0B15FF0F-3F16-5917-686C-45053DFB9732}"/>
                      </a:ext>
                    </a:extLst>
                  </p:cNvPr>
                  <p:cNvSpPr/>
                  <p:nvPr/>
                </p:nvSpPr>
                <p:spPr>
                  <a:xfrm>
                    <a:off x="3967285" y="6640950"/>
                    <a:ext cx="155302" cy="132623"/>
                  </a:xfrm>
                  <a:prstGeom prst="rect">
                    <a:avLst/>
                  </a:prstGeom>
                  <a:no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24" name="矩形 823">
                    <a:extLst>
                      <a:ext uri="{FF2B5EF4-FFF2-40B4-BE49-F238E27FC236}">
                        <a16:creationId xmlns:a16="http://schemas.microsoft.com/office/drawing/2014/main" id="{EE000950-4856-C0AA-8BF2-5DC2D17A0CC2}"/>
                      </a:ext>
                    </a:extLst>
                  </p:cNvPr>
                  <p:cNvSpPr/>
                  <p:nvPr/>
                </p:nvSpPr>
                <p:spPr>
                  <a:xfrm>
                    <a:off x="4122695" y="6640950"/>
                    <a:ext cx="155302" cy="132623"/>
                  </a:xfrm>
                  <a:prstGeom prst="rect">
                    <a:avLst/>
                  </a:prstGeom>
                  <a:no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25" name="矩形 824">
                    <a:extLst>
                      <a:ext uri="{FF2B5EF4-FFF2-40B4-BE49-F238E27FC236}">
                        <a16:creationId xmlns:a16="http://schemas.microsoft.com/office/drawing/2014/main" id="{400DEDE8-8983-0850-B031-C355E7977628}"/>
                      </a:ext>
                    </a:extLst>
                  </p:cNvPr>
                  <p:cNvSpPr/>
                  <p:nvPr/>
                </p:nvSpPr>
                <p:spPr>
                  <a:xfrm>
                    <a:off x="3656465" y="6773574"/>
                    <a:ext cx="155302" cy="132623"/>
                  </a:xfrm>
                  <a:prstGeom prst="rect">
                    <a:avLst/>
                  </a:prstGeom>
                  <a:no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26" name="矩形 825">
                    <a:extLst>
                      <a:ext uri="{FF2B5EF4-FFF2-40B4-BE49-F238E27FC236}">
                        <a16:creationId xmlns:a16="http://schemas.microsoft.com/office/drawing/2014/main" id="{E6B6EE4F-3015-A04C-47D8-2953758AAAB8}"/>
                      </a:ext>
                    </a:extLst>
                  </p:cNvPr>
                  <p:cNvSpPr/>
                  <p:nvPr/>
                </p:nvSpPr>
                <p:spPr>
                  <a:xfrm>
                    <a:off x="3811875" y="6773574"/>
                    <a:ext cx="155302" cy="132623"/>
                  </a:xfrm>
                  <a:prstGeom prst="rect">
                    <a:avLst/>
                  </a:prstGeom>
                  <a:no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27" name="矩形 826">
                    <a:extLst>
                      <a:ext uri="{FF2B5EF4-FFF2-40B4-BE49-F238E27FC236}">
                        <a16:creationId xmlns:a16="http://schemas.microsoft.com/office/drawing/2014/main" id="{F1227407-F670-9EFE-7D04-7C8DE85D997B}"/>
                      </a:ext>
                    </a:extLst>
                  </p:cNvPr>
                  <p:cNvSpPr/>
                  <p:nvPr/>
                </p:nvSpPr>
                <p:spPr>
                  <a:xfrm>
                    <a:off x="3967285" y="6773574"/>
                    <a:ext cx="155302" cy="132623"/>
                  </a:xfrm>
                  <a:prstGeom prst="rect">
                    <a:avLst/>
                  </a:prstGeom>
                  <a:no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28" name="矩形 827">
                    <a:extLst>
                      <a:ext uri="{FF2B5EF4-FFF2-40B4-BE49-F238E27FC236}">
                        <a16:creationId xmlns:a16="http://schemas.microsoft.com/office/drawing/2014/main" id="{765ED5F6-1FAD-C376-9AB1-0183C08503CB}"/>
                      </a:ext>
                    </a:extLst>
                  </p:cNvPr>
                  <p:cNvSpPr/>
                  <p:nvPr/>
                </p:nvSpPr>
                <p:spPr>
                  <a:xfrm>
                    <a:off x="4122695" y="6773574"/>
                    <a:ext cx="155302" cy="132623"/>
                  </a:xfrm>
                  <a:prstGeom prst="rect">
                    <a:avLst/>
                  </a:prstGeom>
                  <a:no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29" name="矩形 828">
                    <a:extLst>
                      <a:ext uri="{FF2B5EF4-FFF2-40B4-BE49-F238E27FC236}">
                        <a16:creationId xmlns:a16="http://schemas.microsoft.com/office/drawing/2014/main" id="{508368B3-35A6-AD2F-6190-014A911EC72D}"/>
                      </a:ext>
                    </a:extLst>
                  </p:cNvPr>
                  <p:cNvSpPr/>
                  <p:nvPr/>
                </p:nvSpPr>
                <p:spPr>
                  <a:xfrm>
                    <a:off x="3656357" y="6906255"/>
                    <a:ext cx="155302" cy="132623"/>
                  </a:xfrm>
                  <a:prstGeom prst="rect">
                    <a:avLst/>
                  </a:prstGeom>
                  <a:no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30" name="矩形 829">
                    <a:extLst>
                      <a:ext uri="{FF2B5EF4-FFF2-40B4-BE49-F238E27FC236}">
                        <a16:creationId xmlns:a16="http://schemas.microsoft.com/office/drawing/2014/main" id="{64E483E5-7704-5586-4425-BAF3A3952FAE}"/>
                      </a:ext>
                    </a:extLst>
                  </p:cNvPr>
                  <p:cNvSpPr/>
                  <p:nvPr/>
                </p:nvSpPr>
                <p:spPr>
                  <a:xfrm>
                    <a:off x="3811767" y="6906255"/>
                    <a:ext cx="155302" cy="132623"/>
                  </a:xfrm>
                  <a:prstGeom prst="rect">
                    <a:avLst/>
                  </a:prstGeom>
                  <a:no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31" name="矩形 830">
                    <a:extLst>
                      <a:ext uri="{FF2B5EF4-FFF2-40B4-BE49-F238E27FC236}">
                        <a16:creationId xmlns:a16="http://schemas.microsoft.com/office/drawing/2014/main" id="{8EA13E82-97DA-40EE-D650-CDD9E3E69918}"/>
                      </a:ext>
                    </a:extLst>
                  </p:cNvPr>
                  <p:cNvSpPr/>
                  <p:nvPr/>
                </p:nvSpPr>
                <p:spPr>
                  <a:xfrm>
                    <a:off x="3967177" y="6906255"/>
                    <a:ext cx="155302" cy="132623"/>
                  </a:xfrm>
                  <a:prstGeom prst="rect">
                    <a:avLst/>
                  </a:prstGeom>
                  <a:no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32" name="矩形 831">
                    <a:extLst>
                      <a:ext uri="{FF2B5EF4-FFF2-40B4-BE49-F238E27FC236}">
                        <a16:creationId xmlns:a16="http://schemas.microsoft.com/office/drawing/2014/main" id="{75F7057D-DF5B-ECEB-05B5-BB8BFDA7669D}"/>
                      </a:ext>
                    </a:extLst>
                  </p:cNvPr>
                  <p:cNvSpPr/>
                  <p:nvPr/>
                </p:nvSpPr>
                <p:spPr>
                  <a:xfrm>
                    <a:off x="4122587" y="6906255"/>
                    <a:ext cx="155302" cy="132623"/>
                  </a:xfrm>
                  <a:prstGeom prst="rect">
                    <a:avLst/>
                  </a:prstGeom>
                  <a:no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33" name="矩形 832">
                    <a:extLst>
                      <a:ext uri="{FF2B5EF4-FFF2-40B4-BE49-F238E27FC236}">
                        <a16:creationId xmlns:a16="http://schemas.microsoft.com/office/drawing/2014/main" id="{A4EFA3BC-162F-2296-123F-CB4740EB2C3E}"/>
                      </a:ext>
                    </a:extLst>
                  </p:cNvPr>
                  <p:cNvSpPr/>
                  <p:nvPr/>
                </p:nvSpPr>
                <p:spPr>
                  <a:xfrm>
                    <a:off x="3656357" y="7038879"/>
                    <a:ext cx="155302" cy="132623"/>
                  </a:xfrm>
                  <a:prstGeom prst="rect">
                    <a:avLst/>
                  </a:prstGeom>
                  <a:no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34" name="矩形 833">
                    <a:extLst>
                      <a:ext uri="{FF2B5EF4-FFF2-40B4-BE49-F238E27FC236}">
                        <a16:creationId xmlns:a16="http://schemas.microsoft.com/office/drawing/2014/main" id="{61F8191A-BD09-2E70-2A82-74977A5120D3}"/>
                      </a:ext>
                    </a:extLst>
                  </p:cNvPr>
                  <p:cNvSpPr/>
                  <p:nvPr/>
                </p:nvSpPr>
                <p:spPr>
                  <a:xfrm>
                    <a:off x="3811767" y="7038879"/>
                    <a:ext cx="155302" cy="132623"/>
                  </a:xfrm>
                  <a:prstGeom prst="rect">
                    <a:avLst/>
                  </a:prstGeom>
                  <a:no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35" name="矩形 834">
                    <a:extLst>
                      <a:ext uri="{FF2B5EF4-FFF2-40B4-BE49-F238E27FC236}">
                        <a16:creationId xmlns:a16="http://schemas.microsoft.com/office/drawing/2014/main" id="{E501E06A-6E25-CE46-9765-33147AE465B0}"/>
                      </a:ext>
                    </a:extLst>
                  </p:cNvPr>
                  <p:cNvSpPr/>
                  <p:nvPr/>
                </p:nvSpPr>
                <p:spPr>
                  <a:xfrm>
                    <a:off x="3967177" y="7038879"/>
                    <a:ext cx="155302" cy="132623"/>
                  </a:xfrm>
                  <a:prstGeom prst="rect">
                    <a:avLst/>
                  </a:prstGeom>
                  <a:no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36" name="矩形 835">
                    <a:extLst>
                      <a:ext uri="{FF2B5EF4-FFF2-40B4-BE49-F238E27FC236}">
                        <a16:creationId xmlns:a16="http://schemas.microsoft.com/office/drawing/2014/main" id="{5F6D8FCA-BFD1-EE73-FA09-D30DFAF133C8}"/>
                      </a:ext>
                    </a:extLst>
                  </p:cNvPr>
                  <p:cNvSpPr/>
                  <p:nvPr/>
                </p:nvSpPr>
                <p:spPr>
                  <a:xfrm>
                    <a:off x="4122587" y="7038879"/>
                    <a:ext cx="155302" cy="132623"/>
                  </a:xfrm>
                  <a:prstGeom prst="rect">
                    <a:avLst/>
                  </a:prstGeom>
                  <a:no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37" name="矩形 836">
                    <a:extLst>
                      <a:ext uri="{FF2B5EF4-FFF2-40B4-BE49-F238E27FC236}">
                        <a16:creationId xmlns:a16="http://schemas.microsoft.com/office/drawing/2014/main" id="{0191537C-FAD7-CFA3-90A8-1F7D9020F204}"/>
                      </a:ext>
                    </a:extLst>
                  </p:cNvPr>
                  <p:cNvSpPr/>
                  <p:nvPr/>
                </p:nvSpPr>
                <p:spPr>
                  <a:xfrm>
                    <a:off x="3656357" y="6507685"/>
                    <a:ext cx="155302" cy="132623"/>
                  </a:xfrm>
                  <a:prstGeom prst="rect">
                    <a:avLst/>
                  </a:prstGeom>
                  <a:no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38" name="矩形 837">
                    <a:extLst>
                      <a:ext uri="{FF2B5EF4-FFF2-40B4-BE49-F238E27FC236}">
                        <a16:creationId xmlns:a16="http://schemas.microsoft.com/office/drawing/2014/main" id="{595680C1-F9D8-6FCE-905C-97704528F642}"/>
                      </a:ext>
                    </a:extLst>
                  </p:cNvPr>
                  <p:cNvSpPr/>
                  <p:nvPr/>
                </p:nvSpPr>
                <p:spPr>
                  <a:xfrm>
                    <a:off x="3811767" y="6507685"/>
                    <a:ext cx="155302" cy="132623"/>
                  </a:xfrm>
                  <a:prstGeom prst="rect">
                    <a:avLst/>
                  </a:prstGeom>
                  <a:no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39" name="矩形 838">
                    <a:extLst>
                      <a:ext uri="{FF2B5EF4-FFF2-40B4-BE49-F238E27FC236}">
                        <a16:creationId xmlns:a16="http://schemas.microsoft.com/office/drawing/2014/main" id="{0D83E15F-2F33-4004-45F5-877A0FC5B072}"/>
                      </a:ext>
                    </a:extLst>
                  </p:cNvPr>
                  <p:cNvSpPr/>
                  <p:nvPr/>
                </p:nvSpPr>
                <p:spPr>
                  <a:xfrm>
                    <a:off x="3967177" y="6507685"/>
                    <a:ext cx="155302" cy="132623"/>
                  </a:xfrm>
                  <a:prstGeom prst="rect">
                    <a:avLst/>
                  </a:prstGeom>
                  <a:no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40" name="矩形 839">
                    <a:extLst>
                      <a:ext uri="{FF2B5EF4-FFF2-40B4-BE49-F238E27FC236}">
                        <a16:creationId xmlns:a16="http://schemas.microsoft.com/office/drawing/2014/main" id="{EF61ED13-675F-B3B4-F60A-94D1C82F06B4}"/>
                      </a:ext>
                    </a:extLst>
                  </p:cNvPr>
                  <p:cNvSpPr/>
                  <p:nvPr/>
                </p:nvSpPr>
                <p:spPr>
                  <a:xfrm>
                    <a:off x="4122587" y="6507685"/>
                    <a:ext cx="155302" cy="132623"/>
                  </a:xfrm>
                  <a:prstGeom prst="rect">
                    <a:avLst/>
                  </a:prstGeom>
                  <a:no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</p:grpSp>
        </p:grp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CF111A6F-5DF9-B94A-C0BD-6FE857BDE3C2}"/>
              </a:ext>
            </a:extLst>
          </p:cNvPr>
          <p:cNvSpPr txBox="1"/>
          <p:nvPr/>
        </p:nvSpPr>
        <p:spPr>
          <a:xfrm>
            <a:off x="2969576" y="1801764"/>
            <a:ext cx="914954" cy="369332"/>
          </a:xfrm>
          <a:prstGeom prst="rect">
            <a:avLst/>
          </a:prstGeom>
          <a:solidFill>
            <a:srgbClr val="F8CBAD"/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T Task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58AD972-A405-298C-2CA0-93884A59A028}"/>
              </a:ext>
            </a:extLst>
          </p:cNvPr>
          <p:cNvSpPr txBox="1"/>
          <p:nvPr/>
        </p:nvSpPr>
        <p:spPr>
          <a:xfrm>
            <a:off x="4785228" y="1801764"/>
            <a:ext cx="914954" cy="369332"/>
          </a:xfrm>
          <a:prstGeom prst="rect">
            <a:avLst/>
          </a:prstGeom>
          <a:solidFill>
            <a:srgbClr val="BDD7EE"/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 Task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DE31380-F3F5-3DED-60BB-097FDB801F7D}"/>
              </a:ext>
            </a:extLst>
          </p:cNvPr>
          <p:cNvSpPr txBox="1"/>
          <p:nvPr/>
        </p:nvSpPr>
        <p:spPr>
          <a:xfrm>
            <a:off x="6600880" y="1801764"/>
            <a:ext cx="914954" cy="369332"/>
          </a:xfrm>
          <a:prstGeom prst="rect">
            <a:avLst/>
          </a:prstGeom>
          <a:solidFill>
            <a:srgbClr val="F8CBAD"/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T Task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59982FF-6224-EF83-9A3F-42E2792F53E7}"/>
              </a:ext>
            </a:extLst>
          </p:cNvPr>
          <p:cNvSpPr txBox="1"/>
          <p:nvPr/>
        </p:nvSpPr>
        <p:spPr>
          <a:xfrm>
            <a:off x="8416531" y="1801764"/>
            <a:ext cx="914954" cy="369332"/>
          </a:xfrm>
          <a:prstGeom prst="rect">
            <a:avLst/>
          </a:prstGeom>
          <a:solidFill>
            <a:srgbClr val="BDD7EE"/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 Task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3CB321EB-1488-D8B1-8FEF-E8C8E2AFE0FF}"/>
              </a:ext>
            </a:extLst>
          </p:cNvPr>
          <p:cNvCxnSpPr>
            <a:cxnSpLocks/>
          </p:cNvCxnSpPr>
          <p:nvPr/>
        </p:nvCxnSpPr>
        <p:spPr>
          <a:xfrm>
            <a:off x="9685168" y="2712953"/>
            <a:ext cx="3058" cy="597587"/>
          </a:xfrm>
          <a:prstGeom prst="straightConnector1">
            <a:avLst/>
          </a:prstGeom>
          <a:ln w="19050"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A6706084-2563-D074-DE27-E693DE0A56C3}"/>
              </a:ext>
            </a:extLst>
          </p:cNvPr>
          <p:cNvSpPr/>
          <p:nvPr/>
        </p:nvSpPr>
        <p:spPr>
          <a:xfrm>
            <a:off x="9480432" y="3311601"/>
            <a:ext cx="412824" cy="327552"/>
          </a:xfrm>
          <a:prstGeom prst="roundRect">
            <a:avLst>
              <a:gd name="adj" fmla="val 31589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9AF16711-1C61-1DAA-7A76-68D58EB59A44}"/>
                  </a:ext>
                </a:extLst>
              </p:cNvPr>
              <p:cNvSpPr/>
              <p:nvPr/>
            </p:nvSpPr>
            <p:spPr>
              <a:xfrm>
                <a:off x="9440435" y="3325806"/>
                <a:ext cx="569957" cy="30777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140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Loss</m:t>
                      </m:r>
                    </m:oMath>
                  </m:oMathPara>
                </a14:m>
                <a:endParaRPr lang="zh-CN" altLang="en-US" sz="1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9AF16711-1C61-1DAA-7A76-68D58EB59A4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40435" y="3325806"/>
                <a:ext cx="569957" cy="307777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6455685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288000" y="0"/>
            <a:ext cx="11164860" cy="141763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badi" panose="020B0604020202020204" pitchFamily="34" charset="0"/>
                <a:sym typeface="+mn-ea"/>
              </a:rPr>
              <a:t>Multi-GPU GNN Systems with Data Parallelism</a:t>
            </a:r>
            <a:endParaRPr lang="en-US" altLang="zh-CN" sz="3600" dirty="0">
              <a:latin typeface="Century Gothic" panose="020B050202020202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5" name="Rectangle 10"/>
          <p:cNvSpPr/>
          <p:nvPr/>
        </p:nvSpPr>
        <p:spPr>
          <a:xfrm>
            <a:off x="0" y="420787"/>
            <a:ext cx="288000" cy="57606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657" name="矩形 656">
            <a:extLst>
              <a:ext uri="{FF2B5EF4-FFF2-40B4-BE49-F238E27FC236}">
                <a16:creationId xmlns:a16="http://schemas.microsoft.com/office/drawing/2014/main" id="{122707FE-F23D-9EC2-A658-286E52EED6F0}"/>
              </a:ext>
            </a:extLst>
          </p:cNvPr>
          <p:cNvSpPr/>
          <p:nvPr/>
        </p:nvSpPr>
        <p:spPr>
          <a:xfrm>
            <a:off x="282280" y="5640460"/>
            <a:ext cx="11668471" cy="115353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59" name="文本框 658">
            <a:extLst>
              <a:ext uri="{FF2B5EF4-FFF2-40B4-BE49-F238E27FC236}">
                <a16:creationId xmlns:a16="http://schemas.microsoft.com/office/drawing/2014/main" id="{C3325C92-8017-D209-BA86-E92D3C0460F3}"/>
              </a:ext>
            </a:extLst>
          </p:cNvPr>
          <p:cNvSpPr txBox="1"/>
          <p:nvPr/>
        </p:nvSpPr>
        <p:spPr>
          <a:xfrm>
            <a:off x="241248" y="6064139"/>
            <a:ext cx="3157268" cy="400110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FF0000"/>
                </a:solidFill>
                <a:cs typeface="Arial" panose="020B0604020202020204" pitchFamily="34" charset="0"/>
              </a:rPr>
              <a:t>The Memory of GPU 1</a:t>
            </a:r>
            <a:endParaRPr lang="zh-CN" altLang="en-US" sz="3200" b="1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  <p:grpSp>
        <p:nvGrpSpPr>
          <p:cNvPr id="597" name="组合 596">
            <a:extLst>
              <a:ext uri="{FF2B5EF4-FFF2-40B4-BE49-F238E27FC236}">
                <a16:creationId xmlns:a16="http://schemas.microsoft.com/office/drawing/2014/main" id="{A3AB9EC3-2062-BD90-4223-E74AE1176097}"/>
              </a:ext>
            </a:extLst>
          </p:cNvPr>
          <p:cNvGrpSpPr/>
          <p:nvPr/>
        </p:nvGrpSpPr>
        <p:grpSpPr>
          <a:xfrm>
            <a:off x="3460133" y="6068274"/>
            <a:ext cx="621640" cy="669775"/>
            <a:chOff x="3656357" y="6507685"/>
            <a:chExt cx="621640" cy="669775"/>
          </a:xfrm>
        </p:grpSpPr>
        <p:sp>
          <p:nvSpPr>
            <p:cNvPr id="598" name="矩形 1174">
              <a:extLst>
                <a:ext uri="{FF2B5EF4-FFF2-40B4-BE49-F238E27FC236}">
                  <a16:creationId xmlns:a16="http://schemas.microsoft.com/office/drawing/2014/main" id="{2C73A039-57CE-A483-8347-742AC622A14C}"/>
                </a:ext>
              </a:extLst>
            </p:cNvPr>
            <p:cNvSpPr/>
            <p:nvPr/>
          </p:nvSpPr>
          <p:spPr>
            <a:xfrm rot="10800000">
              <a:off x="3657805" y="7037952"/>
              <a:ext cx="618707" cy="139508"/>
            </a:xfrm>
            <a:custGeom>
              <a:avLst/>
              <a:gdLst>
                <a:gd name="connsiteX0" fmla="*/ 0 w 595706"/>
                <a:gd name="connsiteY0" fmla="*/ 0 h 92965"/>
                <a:gd name="connsiteX1" fmla="*/ 595706 w 595706"/>
                <a:gd name="connsiteY1" fmla="*/ 0 h 92965"/>
                <a:gd name="connsiteX2" fmla="*/ 595706 w 595706"/>
                <a:gd name="connsiteY2" fmla="*/ 92965 h 92965"/>
                <a:gd name="connsiteX3" fmla="*/ 0 w 595706"/>
                <a:gd name="connsiteY3" fmla="*/ 92965 h 92965"/>
                <a:gd name="connsiteX4" fmla="*/ 0 w 595706"/>
                <a:gd name="connsiteY4" fmla="*/ 0 h 92965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131 w 595837"/>
                <a:gd name="connsiteY0" fmla="*/ 0 h 148754"/>
                <a:gd name="connsiteX1" fmla="*/ 595837 w 595837"/>
                <a:gd name="connsiteY1" fmla="*/ 0 h 148754"/>
                <a:gd name="connsiteX2" fmla="*/ 595837 w 595837"/>
                <a:gd name="connsiteY2" fmla="*/ 92965 h 148754"/>
                <a:gd name="connsiteX3" fmla="*/ 131 w 595837"/>
                <a:gd name="connsiteY3" fmla="*/ 148754 h 148754"/>
                <a:gd name="connsiteX4" fmla="*/ 131 w 595837"/>
                <a:gd name="connsiteY4" fmla="*/ 0 h 148754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56571"/>
                <a:gd name="connsiteX1" fmla="*/ 595837 w 595837"/>
                <a:gd name="connsiteY1" fmla="*/ 0 h 156571"/>
                <a:gd name="connsiteX2" fmla="*/ 594316 w 595837"/>
                <a:gd name="connsiteY2" fmla="*/ 141984 h 156571"/>
                <a:gd name="connsiteX3" fmla="*/ 131 w 595837"/>
                <a:gd name="connsiteY3" fmla="*/ 140590 h 156571"/>
                <a:gd name="connsiteX4" fmla="*/ 131 w 595837"/>
                <a:gd name="connsiteY4" fmla="*/ 0 h 156571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0 w 600949"/>
                <a:gd name="connsiteY0" fmla="*/ 0 h 271309"/>
                <a:gd name="connsiteX1" fmla="*/ 600949 w 600949"/>
                <a:gd name="connsiteY1" fmla="*/ 0 h 271309"/>
                <a:gd name="connsiteX2" fmla="*/ 599428 w 600949"/>
                <a:gd name="connsiteY2" fmla="*/ 141984 h 271309"/>
                <a:gd name="connsiteX3" fmla="*/ 3722 w 600949"/>
                <a:gd name="connsiteY3" fmla="*/ 271309 h 271309"/>
                <a:gd name="connsiteX4" fmla="*/ 0 w 600949"/>
                <a:gd name="connsiteY4" fmla="*/ 0 h 271309"/>
                <a:gd name="connsiteX0" fmla="*/ 0 w 599639"/>
                <a:gd name="connsiteY0" fmla="*/ 0 h 271309"/>
                <a:gd name="connsiteX1" fmla="*/ 599639 w 599639"/>
                <a:gd name="connsiteY1" fmla="*/ 0 h 271309"/>
                <a:gd name="connsiteX2" fmla="*/ 599428 w 599639"/>
                <a:gd name="connsiteY2" fmla="*/ 141984 h 271309"/>
                <a:gd name="connsiteX3" fmla="*/ 3722 w 599639"/>
                <a:gd name="connsiteY3" fmla="*/ 271309 h 271309"/>
                <a:gd name="connsiteX4" fmla="*/ 0 w 599639"/>
                <a:gd name="connsiteY4" fmla="*/ 0 h 271309"/>
                <a:gd name="connsiteX0" fmla="*/ 0 w 597018"/>
                <a:gd name="connsiteY0" fmla="*/ 0 h 271309"/>
                <a:gd name="connsiteX1" fmla="*/ 597018 w 597018"/>
                <a:gd name="connsiteY1" fmla="*/ 0 h 271309"/>
                <a:gd name="connsiteX2" fmla="*/ 596807 w 597018"/>
                <a:gd name="connsiteY2" fmla="*/ 141984 h 271309"/>
                <a:gd name="connsiteX3" fmla="*/ 1101 w 597018"/>
                <a:gd name="connsiteY3" fmla="*/ 271309 h 271309"/>
                <a:gd name="connsiteX4" fmla="*/ 0 w 597018"/>
                <a:gd name="connsiteY4" fmla="*/ 0 h 271309"/>
                <a:gd name="connsiteX0" fmla="*/ 0 w 596807"/>
                <a:gd name="connsiteY0" fmla="*/ 0 h 271309"/>
                <a:gd name="connsiteX1" fmla="*/ 591775 w 596807"/>
                <a:gd name="connsiteY1" fmla="*/ 0 h 271309"/>
                <a:gd name="connsiteX2" fmla="*/ 596807 w 596807"/>
                <a:gd name="connsiteY2" fmla="*/ 141984 h 271309"/>
                <a:gd name="connsiteX3" fmla="*/ 1101 w 596807"/>
                <a:gd name="connsiteY3" fmla="*/ 271309 h 271309"/>
                <a:gd name="connsiteX4" fmla="*/ 0 w 596807"/>
                <a:gd name="connsiteY4" fmla="*/ 0 h 271309"/>
                <a:gd name="connsiteX0" fmla="*/ 0 w 596807"/>
                <a:gd name="connsiteY0" fmla="*/ 0 h 271309"/>
                <a:gd name="connsiteX1" fmla="*/ 595708 w 596807"/>
                <a:gd name="connsiteY1" fmla="*/ 0 h 271309"/>
                <a:gd name="connsiteX2" fmla="*/ 596807 w 596807"/>
                <a:gd name="connsiteY2" fmla="*/ 141984 h 271309"/>
                <a:gd name="connsiteX3" fmla="*/ 1101 w 596807"/>
                <a:gd name="connsiteY3" fmla="*/ 271309 h 271309"/>
                <a:gd name="connsiteX4" fmla="*/ 0 w 596807"/>
                <a:gd name="connsiteY4" fmla="*/ 0 h 271309"/>
                <a:gd name="connsiteX0" fmla="*/ 0 w 595708"/>
                <a:gd name="connsiteY0" fmla="*/ 0 h 271309"/>
                <a:gd name="connsiteX1" fmla="*/ 595708 w 595708"/>
                <a:gd name="connsiteY1" fmla="*/ 0 h 271309"/>
                <a:gd name="connsiteX2" fmla="*/ 594186 w 595708"/>
                <a:gd name="connsiteY2" fmla="*/ 141985 h 271309"/>
                <a:gd name="connsiteX3" fmla="*/ 1101 w 595708"/>
                <a:gd name="connsiteY3" fmla="*/ 271309 h 271309"/>
                <a:gd name="connsiteX4" fmla="*/ 0 w 595708"/>
                <a:gd name="connsiteY4" fmla="*/ 0 h 271309"/>
                <a:gd name="connsiteX0" fmla="*/ 0 w 596439"/>
                <a:gd name="connsiteY0" fmla="*/ 109083 h 380392"/>
                <a:gd name="connsiteX1" fmla="*/ 595708 w 596439"/>
                <a:gd name="connsiteY1" fmla="*/ 109083 h 380392"/>
                <a:gd name="connsiteX2" fmla="*/ 594186 w 596439"/>
                <a:gd name="connsiteY2" fmla="*/ 251068 h 380392"/>
                <a:gd name="connsiteX3" fmla="*/ 1101 w 596439"/>
                <a:gd name="connsiteY3" fmla="*/ 380392 h 380392"/>
                <a:gd name="connsiteX4" fmla="*/ 0 w 596439"/>
                <a:gd name="connsiteY4" fmla="*/ 109083 h 380392"/>
                <a:gd name="connsiteX0" fmla="*/ 0 w 595708"/>
                <a:gd name="connsiteY0" fmla="*/ 0 h 271309"/>
                <a:gd name="connsiteX1" fmla="*/ 595708 w 595708"/>
                <a:gd name="connsiteY1" fmla="*/ 0 h 271309"/>
                <a:gd name="connsiteX2" fmla="*/ 594186 w 595708"/>
                <a:gd name="connsiteY2" fmla="*/ 141985 h 271309"/>
                <a:gd name="connsiteX3" fmla="*/ 1101 w 595708"/>
                <a:gd name="connsiteY3" fmla="*/ 271309 h 271309"/>
                <a:gd name="connsiteX4" fmla="*/ 0 w 595708"/>
                <a:gd name="connsiteY4" fmla="*/ 0 h 271309"/>
                <a:gd name="connsiteX0" fmla="*/ 0 w 596808"/>
                <a:gd name="connsiteY0" fmla="*/ 0 h 271309"/>
                <a:gd name="connsiteX1" fmla="*/ 595708 w 596808"/>
                <a:gd name="connsiteY1" fmla="*/ 0 h 271309"/>
                <a:gd name="connsiteX2" fmla="*/ 596808 w 596808"/>
                <a:gd name="connsiteY2" fmla="*/ 141985 h 271309"/>
                <a:gd name="connsiteX3" fmla="*/ 1101 w 596808"/>
                <a:gd name="connsiteY3" fmla="*/ 271309 h 271309"/>
                <a:gd name="connsiteX4" fmla="*/ 0 w 596808"/>
                <a:gd name="connsiteY4" fmla="*/ 0 h 271309"/>
                <a:gd name="connsiteX0" fmla="*/ 0 w 596808"/>
                <a:gd name="connsiteY0" fmla="*/ 0 h 271309"/>
                <a:gd name="connsiteX1" fmla="*/ 595708 w 596808"/>
                <a:gd name="connsiteY1" fmla="*/ 0 h 271309"/>
                <a:gd name="connsiteX2" fmla="*/ 596808 w 596808"/>
                <a:gd name="connsiteY2" fmla="*/ 141985 h 271309"/>
                <a:gd name="connsiteX3" fmla="*/ 1101 w 596808"/>
                <a:gd name="connsiteY3" fmla="*/ 271309 h 271309"/>
                <a:gd name="connsiteX4" fmla="*/ 0 w 596808"/>
                <a:gd name="connsiteY4" fmla="*/ 0 h 271309"/>
                <a:gd name="connsiteX0" fmla="*/ 0 w 596808"/>
                <a:gd name="connsiteY0" fmla="*/ 0 h 271309"/>
                <a:gd name="connsiteX1" fmla="*/ 595708 w 596808"/>
                <a:gd name="connsiteY1" fmla="*/ 0 h 271309"/>
                <a:gd name="connsiteX2" fmla="*/ 596808 w 596808"/>
                <a:gd name="connsiteY2" fmla="*/ 141985 h 271309"/>
                <a:gd name="connsiteX3" fmla="*/ 1101 w 596808"/>
                <a:gd name="connsiteY3" fmla="*/ 271309 h 271309"/>
                <a:gd name="connsiteX4" fmla="*/ 0 w 596808"/>
                <a:gd name="connsiteY4" fmla="*/ 0 h 271309"/>
                <a:gd name="connsiteX0" fmla="*/ 0 w 595708"/>
                <a:gd name="connsiteY0" fmla="*/ 0 h 271309"/>
                <a:gd name="connsiteX1" fmla="*/ 595708 w 595708"/>
                <a:gd name="connsiteY1" fmla="*/ 0 h 271309"/>
                <a:gd name="connsiteX2" fmla="*/ 594186 w 595708"/>
                <a:gd name="connsiteY2" fmla="*/ 141985 h 271309"/>
                <a:gd name="connsiteX3" fmla="*/ 1101 w 595708"/>
                <a:gd name="connsiteY3" fmla="*/ 271309 h 271309"/>
                <a:gd name="connsiteX4" fmla="*/ 0 w 595708"/>
                <a:gd name="connsiteY4" fmla="*/ 0 h 271309"/>
                <a:gd name="connsiteX0" fmla="*/ 0 w 595708"/>
                <a:gd name="connsiteY0" fmla="*/ 0 h 271309"/>
                <a:gd name="connsiteX1" fmla="*/ 595708 w 595708"/>
                <a:gd name="connsiteY1" fmla="*/ 0 h 271309"/>
                <a:gd name="connsiteX2" fmla="*/ 594186 w 595708"/>
                <a:gd name="connsiteY2" fmla="*/ 141985 h 271309"/>
                <a:gd name="connsiteX3" fmla="*/ 1101 w 595708"/>
                <a:gd name="connsiteY3" fmla="*/ 271309 h 271309"/>
                <a:gd name="connsiteX4" fmla="*/ 0 w 595708"/>
                <a:gd name="connsiteY4" fmla="*/ 0 h 271309"/>
                <a:gd name="connsiteX0" fmla="*/ 0 w 595936"/>
                <a:gd name="connsiteY0" fmla="*/ 0 h 271309"/>
                <a:gd name="connsiteX1" fmla="*/ 595708 w 595936"/>
                <a:gd name="connsiteY1" fmla="*/ 0 h 271309"/>
                <a:gd name="connsiteX2" fmla="*/ 594186 w 595936"/>
                <a:gd name="connsiteY2" fmla="*/ 141985 h 271309"/>
                <a:gd name="connsiteX3" fmla="*/ 1101 w 595936"/>
                <a:gd name="connsiteY3" fmla="*/ 271309 h 271309"/>
                <a:gd name="connsiteX4" fmla="*/ 0 w 595936"/>
                <a:gd name="connsiteY4" fmla="*/ 0 h 271309"/>
                <a:gd name="connsiteX0" fmla="*/ 319 w 596255"/>
                <a:gd name="connsiteY0" fmla="*/ 0 h 271309"/>
                <a:gd name="connsiteX1" fmla="*/ 596027 w 596255"/>
                <a:gd name="connsiteY1" fmla="*/ 0 h 271309"/>
                <a:gd name="connsiteX2" fmla="*/ 594505 w 596255"/>
                <a:gd name="connsiteY2" fmla="*/ 141985 h 271309"/>
                <a:gd name="connsiteX3" fmla="*/ 110 w 596255"/>
                <a:gd name="connsiteY3" fmla="*/ 271309 h 271309"/>
                <a:gd name="connsiteX4" fmla="*/ 319 w 596255"/>
                <a:gd name="connsiteY4" fmla="*/ 0 h 271309"/>
                <a:gd name="connsiteX0" fmla="*/ 0 w 595936"/>
                <a:gd name="connsiteY0" fmla="*/ 0 h 271309"/>
                <a:gd name="connsiteX1" fmla="*/ 595708 w 595936"/>
                <a:gd name="connsiteY1" fmla="*/ 0 h 271309"/>
                <a:gd name="connsiteX2" fmla="*/ 594186 w 595936"/>
                <a:gd name="connsiteY2" fmla="*/ 141985 h 271309"/>
                <a:gd name="connsiteX3" fmla="*/ 1101 w 595936"/>
                <a:gd name="connsiteY3" fmla="*/ 271309 h 271309"/>
                <a:gd name="connsiteX4" fmla="*/ 0 w 595936"/>
                <a:gd name="connsiteY4" fmla="*/ 0 h 271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5936" h="271309">
                  <a:moveTo>
                    <a:pt x="0" y="0"/>
                  </a:moveTo>
                  <a:lnTo>
                    <a:pt x="595708" y="0"/>
                  </a:lnTo>
                  <a:cubicBezTo>
                    <a:pt x="595708" y="30988"/>
                    <a:pt x="596806" y="39550"/>
                    <a:pt x="594186" y="141985"/>
                  </a:cubicBezTo>
                  <a:cubicBezTo>
                    <a:pt x="404809" y="352086"/>
                    <a:pt x="341643" y="22672"/>
                    <a:pt x="1101" y="271309"/>
                  </a:cubicBezTo>
                  <a:cubicBezTo>
                    <a:pt x="647" y="226260"/>
                    <a:pt x="454" y="45049"/>
                    <a:pt x="0" y="0"/>
                  </a:cubicBez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599" name="组合 598">
              <a:extLst>
                <a:ext uri="{FF2B5EF4-FFF2-40B4-BE49-F238E27FC236}">
                  <a16:creationId xmlns:a16="http://schemas.microsoft.com/office/drawing/2014/main" id="{886584A2-8F14-0343-BBB5-66400C61BE8D}"/>
                </a:ext>
              </a:extLst>
            </p:cNvPr>
            <p:cNvGrpSpPr/>
            <p:nvPr/>
          </p:nvGrpSpPr>
          <p:grpSpPr>
            <a:xfrm>
              <a:off x="3656357" y="6507685"/>
              <a:ext cx="621640" cy="663817"/>
              <a:chOff x="3656357" y="6507685"/>
              <a:chExt cx="621640" cy="663817"/>
            </a:xfrm>
          </p:grpSpPr>
          <p:sp>
            <p:nvSpPr>
              <p:cNvPr id="600" name="矩形 599">
                <a:extLst>
                  <a:ext uri="{FF2B5EF4-FFF2-40B4-BE49-F238E27FC236}">
                    <a16:creationId xmlns:a16="http://schemas.microsoft.com/office/drawing/2014/main" id="{2F6AB136-4DF9-AA70-40CA-8EDCA4A1FE98}"/>
                  </a:ext>
                </a:extLst>
              </p:cNvPr>
              <p:cNvSpPr/>
              <p:nvPr/>
            </p:nvSpPr>
            <p:spPr>
              <a:xfrm>
                <a:off x="3656465" y="6640950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01" name="矩形 600">
                <a:extLst>
                  <a:ext uri="{FF2B5EF4-FFF2-40B4-BE49-F238E27FC236}">
                    <a16:creationId xmlns:a16="http://schemas.microsoft.com/office/drawing/2014/main" id="{C982E763-E1FC-89BD-FB27-F448F1BC94EB}"/>
                  </a:ext>
                </a:extLst>
              </p:cNvPr>
              <p:cNvSpPr/>
              <p:nvPr/>
            </p:nvSpPr>
            <p:spPr>
              <a:xfrm>
                <a:off x="3811875" y="6640950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02" name="矩形 601">
                <a:extLst>
                  <a:ext uri="{FF2B5EF4-FFF2-40B4-BE49-F238E27FC236}">
                    <a16:creationId xmlns:a16="http://schemas.microsoft.com/office/drawing/2014/main" id="{892005E8-9890-7EEE-DF73-CF2E818B6F00}"/>
                  </a:ext>
                </a:extLst>
              </p:cNvPr>
              <p:cNvSpPr/>
              <p:nvPr/>
            </p:nvSpPr>
            <p:spPr>
              <a:xfrm>
                <a:off x="3967285" y="6640950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03" name="矩形 602">
                <a:extLst>
                  <a:ext uri="{FF2B5EF4-FFF2-40B4-BE49-F238E27FC236}">
                    <a16:creationId xmlns:a16="http://schemas.microsoft.com/office/drawing/2014/main" id="{61A23AB9-1225-584B-F902-9B329100B108}"/>
                  </a:ext>
                </a:extLst>
              </p:cNvPr>
              <p:cNvSpPr/>
              <p:nvPr/>
            </p:nvSpPr>
            <p:spPr>
              <a:xfrm>
                <a:off x="4122695" y="6640950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04" name="矩形 603">
                <a:extLst>
                  <a:ext uri="{FF2B5EF4-FFF2-40B4-BE49-F238E27FC236}">
                    <a16:creationId xmlns:a16="http://schemas.microsoft.com/office/drawing/2014/main" id="{B2BB2A90-9AC8-D6F5-61F6-B9FE661445A1}"/>
                  </a:ext>
                </a:extLst>
              </p:cNvPr>
              <p:cNvSpPr/>
              <p:nvPr/>
            </p:nvSpPr>
            <p:spPr>
              <a:xfrm>
                <a:off x="3656465" y="6773574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05" name="矩形 604">
                <a:extLst>
                  <a:ext uri="{FF2B5EF4-FFF2-40B4-BE49-F238E27FC236}">
                    <a16:creationId xmlns:a16="http://schemas.microsoft.com/office/drawing/2014/main" id="{97399F19-77FD-4D0C-89BD-177D20715424}"/>
                  </a:ext>
                </a:extLst>
              </p:cNvPr>
              <p:cNvSpPr/>
              <p:nvPr/>
            </p:nvSpPr>
            <p:spPr>
              <a:xfrm>
                <a:off x="3811875" y="6773574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06" name="矩形 605">
                <a:extLst>
                  <a:ext uri="{FF2B5EF4-FFF2-40B4-BE49-F238E27FC236}">
                    <a16:creationId xmlns:a16="http://schemas.microsoft.com/office/drawing/2014/main" id="{B3745597-7EEE-5B6E-8368-905AA95F54B2}"/>
                  </a:ext>
                </a:extLst>
              </p:cNvPr>
              <p:cNvSpPr/>
              <p:nvPr/>
            </p:nvSpPr>
            <p:spPr>
              <a:xfrm>
                <a:off x="3967285" y="6773574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07" name="矩形 606">
                <a:extLst>
                  <a:ext uri="{FF2B5EF4-FFF2-40B4-BE49-F238E27FC236}">
                    <a16:creationId xmlns:a16="http://schemas.microsoft.com/office/drawing/2014/main" id="{8AD8ADEC-A240-398B-E5E0-3602D92F07E1}"/>
                  </a:ext>
                </a:extLst>
              </p:cNvPr>
              <p:cNvSpPr/>
              <p:nvPr/>
            </p:nvSpPr>
            <p:spPr>
              <a:xfrm>
                <a:off x="4122695" y="6773574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08" name="矩形 607">
                <a:extLst>
                  <a:ext uri="{FF2B5EF4-FFF2-40B4-BE49-F238E27FC236}">
                    <a16:creationId xmlns:a16="http://schemas.microsoft.com/office/drawing/2014/main" id="{7FDACAFC-F9A5-AAD7-00BA-680264C4398C}"/>
                  </a:ext>
                </a:extLst>
              </p:cNvPr>
              <p:cNvSpPr/>
              <p:nvPr/>
            </p:nvSpPr>
            <p:spPr>
              <a:xfrm>
                <a:off x="3656357" y="690625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09" name="矩形 608">
                <a:extLst>
                  <a:ext uri="{FF2B5EF4-FFF2-40B4-BE49-F238E27FC236}">
                    <a16:creationId xmlns:a16="http://schemas.microsoft.com/office/drawing/2014/main" id="{7FD77AC2-55D6-267D-FC85-C0386F52E383}"/>
                  </a:ext>
                </a:extLst>
              </p:cNvPr>
              <p:cNvSpPr/>
              <p:nvPr/>
            </p:nvSpPr>
            <p:spPr>
              <a:xfrm>
                <a:off x="3811767" y="690625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0" name="矩形 609">
                <a:extLst>
                  <a:ext uri="{FF2B5EF4-FFF2-40B4-BE49-F238E27FC236}">
                    <a16:creationId xmlns:a16="http://schemas.microsoft.com/office/drawing/2014/main" id="{2F4429C3-A915-E5A9-AE97-B6B6310F3B74}"/>
                  </a:ext>
                </a:extLst>
              </p:cNvPr>
              <p:cNvSpPr/>
              <p:nvPr/>
            </p:nvSpPr>
            <p:spPr>
              <a:xfrm>
                <a:off x="3967177" y="690625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1" name="矩形 610">
                <a:extLst>
                  <a:ext uri="{FF2B5EF4-FFF2-40B4-BE49-F238E27FC236}">
                    <a16:creationId xmlns:a16="http://schemas.microsoft.com/office/drawing/2014/main" id="{8603E164-2A0F-0F94-7C6F-E575B286D3A4}"/>
                  </a:ext>
                </a:extLst>
              </p:cNvPr>
              <p:cNvSpPr/>
              <p:nvPr/>
            </p:nvSpPr>
            <p:spPr>
              <a:xfrm>
                <a:off x="4122587" y="690625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2" name="矩形 611">
                <a:extLst>
                  <a:ext uri="{FF2B5EF4-FFF2-40B4-BE49-F238E27FC236}">
                    <a16:creationId xmlns:a16="http://schemas.microsoft.com/office/drawing/2014/main" id="{1BC2E19B-DAAF-F176-5CD9-564B33518FB3}"/>
                  </a:ext>
                </a:extLst>
              </p:cNvPr>
              <p:cNvSpPr/>
              <p:nvPr/>
            </p:nvSpPr>
            <p:spPr>
              <a:xfrm>
                <a:off x="3656357" y="7038879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3" name="矩形 612">
                <a:extLst>
                  <a:ext uri="{FF2B5EF4-FFF2-40B4-BE49-F238E27FC236}">
                    <a16:creationId xmlns:a16="http://schemas.microsoft.com/office/drawing/2014/main" id="{9ACDC26D-3623-8362-B0F8-52BF01ACA767}"/>
                  </a:ext>
                </a:extLst>
              </p:cNvPr>
              <p:cNvSpPr/>
              <p:nvPr/>
            </p:nvSpPr>
            <p:spPr>
              <a:xfrm>
                <a:off x="3811767" y="7038879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4" name="矩形 613">
                <a:extLst>
                  <a:ext uri="{FF2B5EF4-FFF2-40B4-BE49-F238E27FC236}">
                    <a16:creationId xmlns:a16="http://schemas.microsoft.com/office/drawing/2014/main" id="{4AF5F51E-45D8-D058-0507-B6143893702C}"/>
                  </a:ext>
                </a:extLst>
              </p:cNvPr>
              <p:cNvSpPr/>
              <p:nvPr/>
            </p:nvSpPr>
            <p:spPr>
              <a:xfrm>
                <a:off x="3967177" y="7038879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5" name="矩形 614">
                <a:extLst>
                  <a:ext uri="{FF2B5EF4-FFF2-40B4-BE49-F238E27FC236}">
                    <a16:creationId xmlns:a16="http://schemas.microsoft.com/office/drawing/2014/main" id="{87DE4D0D-7583-AC0C-B789-27A568D23CDF}"/>
                  </a:ext>
                </a:extLst>
              </p:cNvPr>
              <p:cNvSpPr/>
              <p:nvPr/>
            </p:nvSpPr>
            <p:spPr>
              <a:xfrm>
                <a:off x="4122587" y="7038879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6" name="矩形 615">
                <a:extLst>
                  <a:ext uri="{FF2B5EF4-FFF2-40B4-BE49-F238E27FC236}">
                    <a16:creationId xmlns:a16="http://schemas.microsoft.com/office/drawing/2014/main" id="{24C4F8F9-5418-C8F6-71E3-7606319331C5}"/>
                  </a:ext>
                </a:extLst>
              </p:cNvPr>
              <p:cNvSpPr/>
              <p:nvPr/>
            </p:nvSpPr>
            <p:spPr>
              <a:xfrm>
                <a:off x="3656357" y="650768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7" name="矩形 616">
                <a:extLst>
                  <a:ext uri="{FF2B5EF4-FFF2-40B4-BE49-F238E27FC236}">
                    <a16:creationId xmlns:a16="http://schemas.microsoft.com/office/drawing/2014/main" id="{22A8450A-9A05-1780-BE46-D9B2B0DE9DC7}"/>
                  </a:ext>
                </a:extLst>
              </p:cNvPr>
              <p:cNvSpPr/>
              <p:nvPr/>
            </p:nvSpPr>
            <p:spPr>
              <a:xfrm>
                <a:off x="3811767" y="650768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8" name="矩形 617">
                <a:extLst>
                  <a:ext uri="{FF2B5EF4-FFF2-40B4-BE49-F238E27FC236}">
                    <a16:creationId xmlns:a16="http://schemas.microsoft.com/office/drawing/2014/main" id="{F7796BBB-1D48-96B4-B8AE-FFD73B3832BD}"/>
                  </a:ext>
                </a:extLst>
              </p:cNvPr>
              <p:cNvSpPr/>
              <p:nvPr/>
            </p:nvSpPr>
            <p:spPr>
              <a:xfrm>
                <a:off x="3967177" y="650768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9" name="矩形 618">
                <a:extLst>
                  <a:ext uri="{FF2B5EF4-FFF2-40B4-BE49-F238E27FC236}">
                    <a16:creationId xmlns:a16="http://schemas.microsoft.com/office/drawing/2014/main" id="{A70362E8-F65D-0FC6-A927-56EE86569818}"/>
                  </a:ext>
                </a:extLst>
              </p:cNvPr>
              <p:cNvSpPr/>
              <p:nvPr/>
            </p:nvSpPr>
            <p:spPr>
              <a:xfrm>
                <a:off x="4122587" y="650768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779" name="组合 778">
            <a:extLst>
              <a:ext uri="{FF2B5EF4-FFF2-40B4-BE49-F238E27FC236}">
                <a16:creationId xmlns:a16="http://schemas.microsoft.com/office/drawing/2014/main" id="{AC900855-69EC-7D36-A03A-013E1B064C62}"/>
              </a:ext>
            </a:extLst>
          </p:cNvPr>
          <p:cNvGrpSpPr/>
          <p:nvPr/>
        </p:nvGrpSpPr>
        <p:grpSpPr>
          <a:xfrm>
            <a:off x="4623775" y="6074232"/>
            <a:ext cx="621640" cy="663817"/>
            <a:chOff x="4341455" y="6517035"/>
            <a:chExt cx="621640" cy="663817"/>
          </a:xfrm>
        </p:grpSpPr>
        <p:sp>
          <p:nvSpPr>
            <p:cNvPr id="780" name="矩形 1174">
              <a:extLst>
                <a:ext uri="{FF2B5EF4-FFF2-40B4-BE49-F238E27FC236}">
                  <a16:creationId xmlns:a16="http://schemas.microsoft.com/office/drawing/2014/main" id="{0498E65D-32FE-9D0B-DB90-613DBE3457EA}"/>
                </a:ext>
              </a:extLst>
            </p:cNvPr>
            <p:cNvSpPr/>
            <p:nvPr/>
          </p:nvSpPr>
          <p:spPr>
            <a:xfrm rot="10800000">
              <a:off x="4342830" y="6886022"/>
              <a:ext cx="618706" cy="226680"/>
            </a:xfrm>
            <a:custGeom>
              <a:avLst/>
              <a:gdLst>
                <a:gd name="connsiteX0" fmla="*/ 0 w 595706"/>
                <a:gd name="connsiteY0" fmla="*/ 0 h 92965"/>
                <a:gd name="connsiteX1" fmla="*/ 595706 w 595706"/>
                <a:gd name="connsiteY1" fmla="*/ 0 h 92965"/>
                <a:gd name="connsiteX2" fmla="*/ 595706 w 595706"/>
                <a:gd name="connsiteY2" fmla="*/ 92965 h 92965"/>
                <a:gd name="connsiteX3" fmla="*/ 0 w 595706"/>
                <a:gd name="connsiteY3" fmla="*/ 92965 h 92965"/>
                <a:gd name="connsiteX4" fmla="*/ 0 w 595706"/>
                <a:gd name="connsiteY4" fmla="*/ 0 h 92965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1422 w 594406"/>
                <a:gd name="connsiteY0" fmla="*/ 21376 h 135147"/>
                <a:gd name="connsiteX1" fmla="*/ 594406 w 594406"/>
                <a:gd name="connsiteY1" fmla="*/ 0 h 135147"/>
                <a:gd name="connsiteX2" fmla="*/ 594406 w 594406"/>
                <a:gd name="connsiteY2" fmla="*/ 92965 h 135147"/>
                <a:gd name="connsiteX3" fmla="*/ 61 w 594406"/>
                <a:gd name="connsiteY3" fmla="*/ 135147 h 135147"/>
                <a:gd name="connsiteX4" fmla="*/ 1422 w 594406"/>
                <a:gd name="connsiteY4" fmla="*/ 21376 h 135147"/>
                <a:gd name="connsiteX0" fmla="*/ 1422 w 594406"/>
                <a:gd name="connsiteY0" fmla="*/ 15599 h 135147"/>
                <a:gd name="connsiteX1" fmla="*/ 594406 w 594406"/>
                <a:gd name="connsiteY1" fmla="*/ 0 h 135147"/>
                <a:gd name="connsiteX2" fmla="*/ 594406 w 594406"/>
                <a:gd name="connsiteY2" fmla="*/ 92965 h 135147"/>
                <a:gd name="connsiteX3" fmla="*/ 61 w 594406"/>
                <a:gd name="connsiteY3" fmla="*/ 135147 h 135147"/>
                <a:gd name="connsiteX4" fmla="*/ 1422 w 594406"/>
                <a:gd name="connsiteY4" fmla="*/ 15599 h 135147"/>
                <a:gd name="connsiteX0" fmla="*/ 131 w 594476"/>
                <a:gd name="connsiteY0" fmla="*/ 4622 h 135147"/>
                <a:gd name="connsiteX1" fmla="*/ 594476 w 594476"/>
                <a:gd name="connsiteY1" fmla="*/ 0 h 135147"/>
                <a:gd name="connsiteX2" fmla="*/ 594476 w 594476"/>
                <a:gd name="connsiteY2" fmla="*/ 92965 h 135147"/>
                <a:gd name="connsiteX3" fmla="*/ 131 w 594476"/>
                <a:gd name="connsiteY3" fmla="*/ 135147 h 135147"/>
                <a:gd name="connsiteX4" fmla="*/ 131 w 594476"/>
                <a:gd name="connsiteY4" fmla="*/ 4622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22423 h 139660"/>
                <a:gd name="connsiteX1" fmla="*/ 595706 w 595706"/>
                <a:gd name="connsiteY1" fmla="*/ 4513 h 139660"/>
                <a:gd name="connsiteX2" fmla="*/ 595706 w 595706"/>
                <a:gd name="connsiteY2" fmla="*/ 97478 h 139660"/>
                <a:gd name="connsiteX3" fmla="*/ 1361 w 595706"/>
                <a:gd name="connsiteY3" fmla="*/ 139660 h 139660"/>
                <a:gd name="connsiteX4" fmla="*/ 0 w 595706"/>
                <a:gd name="connsiteY4" fmla="*/ 22423 h 139660"/>
                <a:gd name="connsiteX0" fmla="*/ 0 w 595706"/>
                <a:gd name="connsiteY0" fmla="*/ 26413 h 143650"/>
                <a:gd name="connsiteX1" fmla="*/ 595706 w 595706"/>
                <a:gd name="connsiteY1" fmla="*/ 8503 h 143650"/>
                <a:gd name="connsiteX2" fmla="*/ 595706 w 595706"/>
                <a:gd name="connsiteY2" fmla="*/ 101468 h 143650"/>
                <a:gd name="connsiteX3" fmla="*/ 1361 w 595706"/>
                <a:gd name="connsiteY3" fmla="*/ 143650 h 143650"/>
                <a:gd name="connsiteX4" fmla="*/ 0 w 595706"/>
                <a:gd name="connsiteY4" fmla="*/ 26413 h 143650"/>
                <a:gd name="connsiteX0" fmla="*/ 0 w 595706"/>
                <a:gd name="connsiteY0" fmla="*/ 21286 h 138523"/>
                <a:gd name="connsiteX1" fmla="*/ 595706 w 595706"/>
                <a:gd name="connsiteY1" fmla="*/ 3376 h 138523"/>
                <a:gd name="connsiteX2" fmla="*/ 595706 w 595706"/>
                <a:gd name="connsiteY2" fmla="*/ 96341 h 138523"/>
                <a:gd name="connsiteX3" fmla="*/ 1361 w 595706"/>
                <a:gd name="connsiteY3" fmla="*/ 138523 h 138523"/>
                <a:gd name="connsiteX4" fmla="*/ 0 w 595706"/>
                <a:gd name="connsiteY4" fmla="*/ 21286 h 138523"/>
                <a:gd name="connsiteX0" fmla="*/ 0 w 595706"/>
                <a:gd name="connsiteY0" fmla="*/ 22534 h 139771"/>
                <a:gd name="connsiteX1" fmla="*/ 595706 w 595706"/>
                <a:gd name="connsiteY1" fmla="*/ 4624 h 139771"/>
                <a:gd name="connsiteX2" fmla="*/ 595706 w 595706"/>
                <a:gd name="connsiteY2" fmla="*/ 97589 h 139771"/>
                <a:gd name="connsiteX3" fmla="*/ 1361 w 595706"/>
                <a:gd name="connsiteY3" fmla="*/ 139771 h 139771"/>
                <a:gd name="connsiteX4" fmla="*/ 0 w 595706"/>
                <a:gd name="connsiteY4" fmla="*/ 22534 h 139771"/>
                <a:gd name="connsiteX0" fmla="*/ 0 w 595706"/>
                <a:gd name="connsiteY0" fmla="*/ 23494 h 140731"/>
                <a:gd name="connsiteX1" fmla="*/ 595706 w 595706"/>
                <a:gd name="connsiteY1" fmla="*/ 2118 h 140731"/>
                <a:gd name="connsiteX2" fmla="*/ 595706 w 595706"/>
                <a:gd name="connsiteY2" fmla="*/ 98549 h 140731"/>
                <a:gd name="connsiteX3" fmla="*/ 1361 w 595706"/>
                <a:gd name="connsiteY3" fmla="*/ 140731 h 140731"/>
                <a:gd name="connsiteX4" fmla="*/ 0 w 595706"/>
                <a:gd name="connsiteY4" fmla="*/ 23494 h 140731"/>
                <a:gd name="connsiteX0" fmla="*/ 0 w 595706"/>
                <a:gd name="connsiteY0" fmla="*/ 23494 h 140731"/>
                <a:gd name="connsiteX1" fmla="*/ 595706 w 595706"/>
                <a:gd name="connsiteY1" fmla="*/ 2118 h 140731"/>
                <a:gd name="connsiteX2" fmla="*/ 595706 w 595706"/>
                <a:gd name="connsiteY2" fmla="*/ 98549 h 140731"/>
                <a:gd name="connsiteX3" fmla="*/ 1361 w 595706"/>
                <a:gd name="connsiteY3" fmla="*/ 140731 h 140731"/>
                <a:gd name="connsiteX4" fmla="*/ 0 w 595706"/>
                <a:gd name="connsiteY4" fmla="*/ 23494 h 140731"/>
                <a:gd name="connsiteX0" fmla="*/ 0 w 595706"/>
                <a:gd name="connsiteY0" fmla="*/ 25030 h 142267"/>
                <a:gd name="connsiteX1" fmla="*/ 595706 w 595706"/>
                <a:gd name="connsiteY1" fmla="*/ 3654 h 142267"/>
                <a:gd name="connsiteX2" fmla="*/ 595706 w 595706"/>
                <a:gd name="connsiteY2" fmla="*/ 100085 h 142267"/>
                <a:gd name="connsiteX3" fmla="*/ 1361 w 595706"/>
                <a:gd name="connsiteY3" fmla="*/ 142267 h 142267"/>
                <a:gd name="connsiteX4" fmla="*/ 0 w 595706"/>
                <a:gd name="connsiteY4" fmla="*/ 25030 h 142267"/>
                <a:gd name="connsiteX0" fmla="*/ 0 w 595706"/>
                <a:gd name="connsiteY0" fmla="*/ 22091 h 139328"/>
                <a:gd name="connsiteX1" fmla="*/ 595706 w 595706"/>
                <a:gd name="connsiteY1" fmla="*/ 715 h 139328"/>
                <a:gd name="connsiteX2" fmla="*/ 595706 w 595706"/>
                <a:gd name="connsiteY2" fmla="*/ 97146 h 139328"/>
                <a:gd name="connsiteX3" fmla="*/ 1361 w 595706"/>
                <a:gd name="connsiteY3" fmla="*/ 139328 h 139328"/>
                <a:gd name="connsiteX4" fmla="*/ 0 w 595706"/>
                <a:gd name="connsiteY4" fmla="*/ 22091 h 139328"/>
                <a:gd name="connsiteX0" fmla="*/ 0 w 595706"/>
                <a:gd name="connsiteY0" fmla="*/ 23573 h 140810"/>
                <a:gd name="connsiteX1" fmla="*/ 595706 w 595706"/>
                <a:gd name="connsiteY1" fmla="*/ 2197 h 140810"/>
                <a:gd name="connsiteX2" fmla="*/ 595706 w 595706"/>
                <a:gd name="connsiteY2" fmla="*/ 98628 h 140810"/>
                <a:gd name="connsiteX3" fmla="*/ 1361 w 595706"/>
                <a:gd name="connsiteY3" fmla="*/ 140810 h 140810"/>
                <a:gd name="connsiteX4" fmla="*/ 0 w 595706"/>
                <a:gd name="connsiteY4" fmla="*/ 23573 h 140810"/>
                <a:gd name="connsiteX0" fmla="*/ 0 w 595706"/>
                <a:gd name="connsiteY0" fmla="*/ 21908 h 139145"/>
                <a:gd name="connsiteX1" fmla="*/ 595706 w 595706"/>
                <a:gd name="connsiteY1" fmla="*/ 532 h 139145"/>
                <a:gd name="connsiteX2" fmla="*/ 595706 w 595706"/>
                <a:gd name="connsiteY2" fmla="*/ 96963 h 139145"/>
                <a:gd name="connsiteX3" fmla="*/ 1361 w 595706"/>
                <a:gd name="connsiteY3" fmla="*/ 139145 h 139145"/>
                <a:gd name="connsiteX4" fmla="*/ 0 w 595706"/>
                <a:gd name="connsiteY4" fmla="*/ 21908 h 139145"/>
                <a:gd name="connsiteX0" fmla="*/ 0 w 595706"/>
                <a:gd name="connsiteY0" fmla="*/ 23863 h 141100"/>
                <a:gd name="connsiteX1" fmla="*/ 595706 w 595706"/>
                <a:gd name="connsiteY1" fmla="*/ 2487 h 141100"/>
                <a:gd name="connsiteX2" fmla="*/ 595706 w 595706"/>
                <a:gd name="connsiteY2" fmla="*/ 98918 h 141100"/>
                <a:gd name="connsiteX3" fmla="*/ 1361 w 595706"/>
                <a:gd name="connsiteY3" fmla="*/ 141100 h 141100"/>
                <a:gd name="connsiteX4" fmla="*/ 0 w 595706"/>
                <a:gd name="connsiteY4" fmla="*/ 23863 h 141100"/>
                <a:gd name="connsiteX0" fmla="*/ 0 w 595706"/>
                <a:gd name="connsiteY0" fmla="*/ 24472 h 141709"/>
                <a:gd name="connsiteX1" fmla="*/ 595706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0 w 595706"/>
                <a:gd name="connsiteY0" fmla="*/ 24267 h 141504"/>
                <a:gd name="connsiteX1" fmla="*/ 595706 w 595706"/>
                <a:gd name="connsiteY1" fmla="*/ 2891 h 141504"/>
                <a:gd name="connsiteX2" fmla="*/ 595706 w 595706"/>
                <a:gd name="connsiteY2" fmla="*/ 99322 h 141504"/>
                <a:gd name="connsiteX3" fmla="*/ 1361 w 595706"/>
                <a:gd name="connsiteY3" fmla="*/ 141504 h 141504"/>
                <a:gd name="connsiteX4" fmla="*/ 0 w 595706"/>
                <a:gd name="connsiteY4" fmla="*/ 24267 h 141504"/>
                <a:gd name="connsiteX0" fmla="*/ 0 w 595706"/>
                <a:gd name="connsiteY0" fmla="*/ 24472 h 141709"/>
                <a:gd name="connsiteX1" fmla="*/ 595706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0 w 595706"/>
                <a:gd name="connsiteY0" fmla="*/ 24472 h 141709"/>
                <a:gd name="connsiteX1" fmla="*/ 594353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124 w 595830"/>
                <a:gd name="connsiteY0" fmla="*/ 24472 h 141709"/>
                <a:gd name="connsiteX1" fmla="*/ 594477 w 595830"/>
                <a:gd name="connsiteY1" fmla="*/ 3096 h 141709"/>
                <a:gd name="connsiteX2" fmla="*/ 595830 w 595830"/>
                <a:gd name="connsiteY2" fmla="*/ 99527 h 141709"/>
                <a:gd name="connsiteX3" fmla="*/ 131 w 595830"/>
                <a:gd name="connsiteY3" fmla="*/ 141709 h 141709"/>
                <a:gd name="connsiteX4" fmla="*/ 124 w 595830"/>
                <a:gd name="connsiteY4" fmla="*/ 24472 h 141709"/>
                <a:gd name="connsiteX0" fmla="*/ 124 w 597179"/>
                <a:gd name="connsiteY0" fmla="*/ 25207 h 142444"/>
                <a:gd name="connsiteX1" fmla="*/ 597179 w 597179"/>
                <a:gd name="connsiteY1" fmla="*/ 481 h 142444"/>
                <a:gd name="connsiteX2" fmla="*/ 595830 w 597179"/>
                <a:gd name="connsiteY2" fmla="*/ 100262 h 142444"/>
                <a:gd name="connsiteX3" fmla="*/ 131 w 597179"/>
                <a:gd name="connsiteY3" fmla="*/ 142444 h 142444"/>
                <a:gd name="connsiteX4" fmla="*/ 124 w 597179"/>
                <a:gd name="connsiteY4" fmla="*/ 25207 h 142444"/>
                <a:gd name="connsiteX0" fmla="*/ 124 w 595889"/>
                <a:gd name="connsiteY0" fmla="*/ 25842 h 143079"/>
                <a:gd name="connsiteX1" fmla="*/ 594477 w 595889"/>
                <a:gd name="connsiteY1" fmla="*/ 0 h 143079"/>
                <a:gd name="connsiteX2" fmla="*/ 595830 w 595889"/>
                <a:gd name="connsiteY2" fmla="*/ 100897 h 143079"/>
                <a:gd name="connsiteX3" fmla="*/ 131 w 595889"/>
                <a:gd name="connsiteY3" fmla="*/ 143079 h 143079"/>
                <a:gd name="connsiteX4" fmla="*/ 124 w 595889"/>
                <a:gd name="connsiteY4" fmla="*/ 25842 h 143079"/>
                <a:gd name="connsiteX0" fmla="*/ 124 w 595889"/>
                <a:gd name="connsiteY0" fmla="*/ 24713 h 141950"/>
                <a:gd name="connsiteX1" fmla="*/ 594477 w 595889"/>
                <a:gd name="connsiteY1" fmla="*/ 2221 h 141950"/>
                <a:gd name="connsiteX2" fmla="*/ 595830 w 595889"/>
                <a:gd name="connsiteY2" fmla="*/ 99768 h 141950"/>
                <a:gd name="connsiteX3" fmla="*/ 131 w 595889"/>
                <a:gd name="connsiteY3" fmla="*/ 141950 h 141950"/>
                <a:gd name="connsiteX4" fmla="*/ 124 w 595889"/>
                <a:gd name="connsiteY4" fmla="*/ 24713 h 141950"/>
                <a:gd name="connsiteX0" fmla="*/ 124 w 595959"/>
                <a:gd name="connsiteY0" fmla="*/ 24713 h 141950"/>
                <a:gd name="connsiteX1" fmla="*/ 595828 w 595959"/>
                <a:gd name="connsiteY1" fmla="*/ 2221 h 141950"/>
                <a:gd name="connsiteX2" fmla="*/ 595830 w 595959"/>
                <a:gd name="connsiteY2" fmla="*/ 99768 h 141950"/>
                <a:gd name="connsiteX3" fmla="*/ 131 w 595959"/>
                <a:gd name="connsiteY3" fmla="*/ 141950 h 141950"/>
                <a:gd name="connsiteX4" fmla="*/ 124 w 595959"/>
                <a:gd name="connsiteY4" fmla="*/ 24713 h 141950"/>
                <a:gd name="connsiteX0" fmla="*/ 124 w 595959"/>
                <a:gd name="connsiteY0" fmla="*/ 24925 h 142162"/>
                <a:gd name="connsiteX1" fmla="*/ 595828 w 595959"/>
                <a:gd name="connsiteY1" fmla="*/ 2433 h 142162"/>
                <a:gd name="connsiteX2" fmla="*/ 595830 w 595959"/>
                <a:gd name="connsiteY2" fmla="*/ 99980 h 142162"/>
                <a:gd name="connsiteX3" fmla="*/ 131 w 595959"/>
                <a:gd name="connsiteY3" fmla="*/ 142162 h 142162"/>
                <a:gd name="connsiteX4" fmla="*/ 124 w 595959"/>
                <a:gd name="connsiteY4" fmla="*/ 24925 h 142162"/>
                <a:gd name="connsiteX0" fmla="*/ 124 w 595959"/>
                <a:gd name="connsiteY0" fmla="*/ 22492 h 139729"/>
                <a:gd name="connsiteX1" fmla="*/ 595828 w 595959"/>
                <a:gd name="connsiteY1" fmla="*/ 0 h 139729"/>
                <a:gd name="connsiteX2" fmla="*/ 595830 w 595959"/>
                <a:gd name="connsiteY2" fmla="*/ 97547 h 139729"/>
                <a:gd name="connsiteX3" fmla="*/ 131 w 595959"/>
                <a:gd name="connsiteY3" fmla="*/ 139729 h 139729"/>
                <a:gd name="connsiteX4" fmla="*/ 124 w 595959"/>
                <a:gd name="connsiteY4" fmla="*/ 22492 h 139729"/>
                <a:gd name="connsiteX0" fmla="*/ 124 w 595959"/>
                <a:gd name="connsiteY0" fmla="*/ 25585 h 142822"/>
                <a:gd name="connsiteX1" fmla="*/ 595828 w 595959"/>
                <a:gd name="connsiteY1" fmla="*/ 3093 h 142822"/>
                <a:gd name="connsiteX2" fmla="*/ 595830 w 595959"/>
                <a:gd name="connsiteY2" fmla="*/ 100640 h 142822"/>
                <a:gd name="connsiteX3" fmla="*/ 131 w 595959"/>
                <a:gd name="connsiteY3" fmla="*/ 142822 h 142822"/>
                <a:gd name="connsiteX4" fmla="*/ 124 w 595959"/>
                <a:gd name="connsiteY4" fmla="*/ 25585 h 142822"/>
                <a:gd name="connsiteX0" fmla="*/ 124 w 595959"/>
                <a:gd name="connsiteY0" fmla="*/ 25585 h 142822"/>
                <a:gd name="connsiteX1" fmla="*/ 595828 w 595959"/>
                <a:gd name="connsiteY1" fmla="*/ 3093 h 142822"/>
                <a:gd name="connsiteX2" fmla="*/ 595830 w 595959"/>
                <a:gd name="connsiteY2" fmla="*/ 100640 h 142822"/>
                <a:gd name="connsiteX3" fmla="*/ 131 w 595959"/>
                <a:gd name="connsiteY3" fmla="*/ 142822 h 142822"/>
                <a:gd name="connsiteX4" fmla="*/ 124 w 595959"/>
                <a:gd name="connsiteY4" fmla="*/ 25585 h 142822"/>
                <a:gd name="connsiteX0" fmla="*/ 124 w 595959"/>
                <a:gd name="connsiteY0" fmla="*/ 26512 h 143749"/>
                <a:gd name="connsiteX1" fmla="*/ 595828 w 595959"/>
                <a:gd name="connsiteY1" fmla="*/ 4020 h 143749"/>
                <a:gd name="connsiteX2" fmla="*/ 595830 w 595959"/>
                <a:gd name="connsiteY2" fmla="*/ 101567 h 143749"/>
                <a:gd name="connsiteX3" fmla="*/ 131 w 595959"/>
                <a:gd name="connsiteY3" fmla="*/ 143749 h 143749"/>
                <a:gd name="connsiteX4" fmla="*/ 124 w 595959"/>
                <a:gd name="connsiteY4" fmla="*/ 26512 h 143749"/>
                <a:gd name="connsiteX0" fmla="*/ 124 w 595959"/>
                <a:gd name="connsiteY0" fmla="*/ 26512 h 143749"/>
                <a:gd name="connsiteX1" fmla="*/ 595828 w 595959"/>
                <a:gd name="connsiteY1" fmla="*/ 4020 h 143749"/>
                <a:gd name="connsiteX2" fmla="*/ 595830 w 595959"/>
                <a:gd name="connsiteY2" fmla="*/ 101567 h 143749"/>
                <a:gd name="connsiteX3" fmla="*/ 131 w 595959"/>
                <a:gd name="connsiteY3" fmla="*/ 143749 h 143749"/>
                <a:gd name="connsiteX4" fmla="*/ 124 w 595959"/>
                <a:gd name="connsiteY4" fmla="*/ 26512 h 143749"/>
                <a:gd name="connsiteX0" fmla="*/ 124 w 595959"/>
                <a:gd name="connsiteY0" fmla="*/ 28496 h 145733"/>
                <a:gd name="connsiteX1" fmla="*/ 595828 w 595959"/>
                <a:gd name="connsiteY1" fmla="*/ 6004 h 145733"/>
                <a:gd name="connsiteX2" fmla="*/ 595830 w 595959"/>
                <a:gd name="connsiteY2" fmla="*/ 103551 h 145733"/>
                <a:gd name="connsiteX3" fmla="*/ 131 w 595959"/>
                <a:gd name="connsiteY3" fmla="*/ 145733 h 145733"/>
                <a:gd name="connsiteX4" fmla="*/ 124 w 595959"/>
                <a:gd name="connsiteY4" fmla="*/ 28496 h 14573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856"/>
                <a:gd name="connsiteY0" fmla="*/ 41841 h 159078"/>
                <a:gd name="connsiteX1" fmla="*/ 591261 w 595856"/>
                <a:gd name="connsiteY1" fmla="*/ 0 h 159078"/>
                <a:gd name="connsiteX2" fmla="*/ 595830 w 595856"/>
                <a:gd name="connsiteY2" fmla="*/ 116896 h 159078"/>
                <a:gd name="connsiteX3" fmla="*/ 131 w 595856"/>
                <a:gd name="connsiteY3" fmla="*/ 159078 h 159078"/>
                <a:gd name="connsiteX4" fmla="*/ 124 w 595856"/>
                <a:gd name="connsiteY4" fmla="*/ 41841 h 159078"/>
                <a:gd name="connsiteX0" fmla="*/ 124 w 595959"/>
                <a:gd name="connsiteY0" fmla="*/ 41841 h 159078"/>
                <a:gd name="connsiteX1" fmla="*/ 595828 w 595959"/>
                <a:gd name="connsiteY1" fmla="*/ 0 h 159078"/>
                <a:gd name="connsiteX2" fmla="*/ 595830 w 595959"/>
                <a:gd name="connsiteY2" fmla="*/ 116896 h 159078"/>
                <a:gd name="connsiteX3" fmla="*/ 131 w 595959"/>
                <a:gd name="connsiteY3" fmla="*/ 159078 h 159078"/>
                <a:gd name="connsiteX4" fmla="*/ 124 w 595959"/>
                <a:gd name="connsiteY4" fmla="*/ 41841 h 159078"/>
                <a:gd name="connsiteX0" fmla="*/ 124 w 597349"/>
                <a:gd name="connsiteY0" fmla="*/ 42378 h 159615"/>
                <a:gd name="connsiteX1" fmla="*/ 597349 w 597349"/>
                <a:gd name="connsiteY1" fmla="*/ 0 h 159615"/>
                <a:gd name="connsiteX2" fmla="*/ 595830 w 597349"/>
                <a:gd name="connsiteY2" fmla="*/ 117433 h 159615"/>
                <a:gd name="connsiteX3" fmla="*/ 131 w 597349"/>
                <a:gd name="connsiteY3" fmla="*/ 159615 h 159615"/>
                <a:gd name="connsiteX4" fmla="*/ 124 w 597349"/>
                <a:gd name="connsiteY4" fmla="*/ 42378 h 159615"/>
                <a:gd name="connsiteX0" fmla="*/ 124 w 600443"/>
                <a:gd name="connsiteY0" fmla="*/ 42378 h 159615"/>
                <a:gd name="connsiteX1" fmla="*/ 597349 w 600443"/>
                <a:gd name="connsiteY1" fmla="*/ 0 h 159615"/>
                <a:gd name="connsiteX2" fmla="*/ 600408 w 600443"/>
                <a:gd name="connsiteY2" fmla="*/ 117433 h 159615"/>
                <a:gd name="connsiteX3" fmla="*/ 131 w 600443"/>
                <a:gd name="connsiteY3" fmla="*/ 159615 h 159615"/>
                <a:gd name="connsiteX4" fmla="*/ 124 w 600443"/>
                <a:gd name="connsiteY4" fmla="*/ 42378 h 159615"/>
                <a:gd name="connsiteX0" fmla="*/ 124 w 600537"/>
                <a:gd name="connsiteY0" fmla="*/ 42378 h 159615"/>
                <a:gd name="connsiteX1" fmla="*/ 600401 w 600537"/>
                <a:gd name="connsiteY1" fmla="*/ 0 h 159615"/>
                <a:gd name="connsiteX2" fmla="*/ 600408 w 600537"/>
                <a:gd name="connsiteY2" fmla="*/ 117433 h 159615"/>
                <a:gd name="connsiteX3" fmla="*/ 131 w 600537"/>
                <a:gd name="connsiteY3" fmla="*/ 159615 h 159615"/>
                <a:gd name="connsiteX4" fmla="*/ 124 w 600537"/>
                <a:gd name="connsiteY4" fmla="*/ 42378 h 159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0537" h="159615">
                  <a:moveTo>
                    <a:pt x="124" y="42378"/>
                  </a:moveTo>
                  <a:cubicBezTo>
                    <a:pt x="296414" y="-50243"/>
                    <a:pt x="418111" y="75773"/>
                    <a:pt x="600401" y="0"/>
                  </a:cubicBezTo>
                  <a:cubicBezTo>
                    <a:pt x="599951" y="33260"/>
                    <a:pt x="600858" y="84173"/>
                    <a:pt x="600408" y="117433"/>
                  </a:cubicBezTo>
                  <a:cubicBezTo>
                    <a:pt x="395490" y="192726"/>
                    <a:pt x="285331" y="62551"/>
                    <a:pt x="131" y="159615"/>
                  </a:cubicBezTo>
                  <a:cubicBezTo>
                    <a:pt x="-323" y="114566"/>
                    <a:pt x="578" y="87427"/>
                    <a:pt x="124" y="42378"/>
                  </a:cubicBezTo>
                  <a:close/>
                </a:path>
              </a:pathLst>
            </a:custGeom>
            <a:solidFill>
              <a:schemeClr val="accent2">
                <a:lumMod val="40000"/>
                <a:lumOff val="6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81" name="矩形 1174">
              <a:extLst>
                <a:ext uri="{FF2B5EF4-FFF2-40B4-BE49-F238E27FC236}">
                  <a16:creationId xmlns:a16="http://schemas.microsoft.com/office/drawing/2014/main" id="{D9127187-E6D7-6B0D-E296-07FDFDC9AEEB}"/>
                </a:ext>
              </a:extLst>
            </p:cNvPr>
            <p:cNvSpPr/>
            <p:nvPr/>
          </p:nvSpPr>
          <p:spPr>
            <a:xfrm rot="10800000">
              <a:off x="4342829" y="7041272"/>
              <a:ext cx="618707" cy="139508"/>
            </a:xfrm>
            <a:custGeom>
              <a:avLst/>
              <a:gdLst>
                <a:gd name="connsiteX0" fmla="*/ 0 w 595706"/>
                <a:gd name="connsiteY0" fmla="*/ 0 h 92965"/>
                <a:gd name="connsiteX1" fmla="*/ 595706 w 595706"/>
                <a:gd name="connsiteY1" fmla="*/ 0 h 92965"/>
                <a:gd name="connsiteX2" fmla="*/ 595706 w 595706"/>
                <a:gd name="connsiteY2" fmla="*/ 92965 h 92965"/>
                <a:gd name="connsiteX3" fmla="*/ 0 w 595706"/>
                <a:gd name="connsiteY3" fmla="*/ 92965 h 92965"/>
                <a:gd name="connsiteX4" fmla="*/ 0 w 595706"/>
                <a:gd name="connsiteY4" fmla="*/ 0 h 92965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131 w 595837"/>
                <a:gd name="connsiteY0" fmla="*/ 0 h 148754"/>
                <a:gd name="connsiteX1" fmla="*/ 595837 w 595837"/>
                <a:gd name="connsiteY1" fmla="*/ 0 h 148754"/>
                <a:gd name="connsiteX2" fmla="*/ 595837 w 595837"/>
                <a:gd name="connsiteY2" fmla="*/ 92965 h 148754"/>
                <a:gd name="connsiteX3" fmla="*/ 131 w 595837"/>
                <a:gd name="connsiteY3" fmla="*/ 148754 h 148754"/>
                <a:gd name="connsiteX4" fmla="*/ 131 w 595837"/>
                <a:gd name="connsiteY4" fmla="*/ 0 h 148754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56571"/>
                <a:gd name="connsiteX1" fmla="*/ 595837 w 595837"/>
                <a:gd name="connsiteY1" fmla="*/ 0 h 156571"/>
                <a:gd name="connsiteX2" fmla="*/ 594316 w 595837"/>
                <a:gd name="connsiteY2" fmla="*/ 141984 h 156571"/>
                <a:gd name="connsiteX3" fmla="*/ 131 w 595837"/>
                <a:gd name="connsiteY3" fmla="*/ 140590 h 156571"/>
                <a:gd name="connsiteX4" fmla="*/ 131 w 595837"/>
                <a:gd name="connsiteY4" fmla="*/ 0 h 156571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0 w 600949"/>
                <a:gd name="connsiteY0" fmla="*/ 0 h 271309"/>
                <a:gd name="connsiteX1" fmla="*/ 600949 w 600949"/>
                <a:gd name="connsiteY1" fmla="*/ 0 h 271309"/>
                <a:gd name="connsiteX2" fmla="*/ 599428 w 600949"/>
                <a:gd name="connsiteY2" fmla="*/ 141984 h 271309"/>
                <a:gd name="connsiteX3" fmla="*/ 3722 w 600949"/>
                <a:gd name="connsiteY3" fmla="*/ 271309 h 271309"/>
                <a:gd name="connsiteX4" fmla="*/ 0 w 600949"/>
                <a:gd name="connsiteY4" fmla="*/ 0 h 271309"/>
                <a:gd name="connsiteX0" fmla="*/ 0 w 599639"/>
                <a:gd name="connsiteY0" fmla="*/ 0 h 271309"/>
                <a:gd name="connsiteX1" fmla="*/ 599639 w 599639"/>
                <a:gd name="connsiteY1" fmla="*/ 0 h 271309"/>
                <a:gd name="connsiteX2" fmla="*/ 599428 w 599639"/>
                <a:gd name="connsiteY2" fmla="*/ 141984 h 271309"/>
                <a:gd name="connsiteX3" fmla="*/ 3722 w 599639"/>
                <a:gd name="connsiteY3" fmla="*/ 271309 h 271309"/>
                <a:gd name="connsiteX4" fmla="*/ 0 w 599639"/>
                <a:gd name="connsiteY4" fmla="*/ 0 h 271309"/>
                <a:gd name="connsiteX0" fmla="*/ 0 w 597018"/>
                <a:gd name="connsiteY0" fmla="*/ 0 h 271309"/>
                <a:gd name="connsiteX1" fmla="*/ 597018 w 597018"/>
                <a:gd name="connsiteY1" fmla="*/ 0 h 271309"/>
                <a:gd name="connsiteX2" fmla="*/ 596807 w 597018"/>
                <a:gd name="connsiteY2" fmla="*/ 141984 h 271309"/>
                <a:gd name="connsiteX3" fmla="*/ 1101 w 597018"/>
                <a:gd name="connsiteY3" fmla="*/ 271309 h 271309"/>
                <a:gd name="connsiteX4" fmla="*/ 0 w 597018"/>
                <a:gd name="connsiteY4" fmla="*/ 0 h 271309"/>
                <a:gd name="connsiteX0" fmla="*/ 0 w 596807"/>
                <a:gd name="connsiteY0" fmla="*/ 0 h 271309"/>
                <a:gd name="connsiteX1" fmla="*/ 591775 w 596807"/>
                <a:gd name="connsiteY1" fmla="*/ 0 h 271309"/>
                <a:gd name="connsiteX2" fmla="*/ 596807 w 596807"/>
                <a:gd name="connsiteY2" fmla="*/ 141984 h 271309"/>
                <a:gd name="connsiteX3" fmla="*/ 1101 w 596807"/>
                <a:gd name="connsiteY3" fmla="*/ 271309 h 271309"/>
                <a:gd name="connsiteX4" fmla="*/ 0 w 596807"/>
                <a:gd name="connsiteY4" fmla="*/ 0 h 271309"/>
                <a:gd name="connsiteX0" fmla="*/ 0 w 596807"/>
                <a:gd name="connsiteY0" fmla="*/ 0 h 271309"/>
                <a:gd name="connsiteX1" fmla="*/ 595708 w 596807"/>
                <a:gd name="connsiteY1" fmla="*/ 0 h 271309"/>
                <a:gd name="connsiteX2" fmla="*/ 596807 w 596807"/>
                <a:gd name="connsiteY2" fmla="*/ 141984 h 271309"/>
                <a:gd name="connsiteX3" fmla="*/ 1101 w 596807"/>
                <a:gd name="connsiteY3" fmla="*/ 271309 h 271309"/>
                <a:gd name="connsiteX4" fmla="*/ 0 w 596807"/>
                <a:gd name="connsiteY4" fmla="*/ 0 h 271309"/>
                <a:gd name="connsiteX0" fmla="*/ 0 w 595708"/>
                <a:gd name="connsiteY0" fmla="*/ 0 h 271309"/>
                <a:gd name="connsiteX1" fmla="*/ 595708 w 595708"/>
                <a:gd name="connsiteY1" fmla="*/ 0 h 271309"/>
                <a:gd name="connsiteX2" fmla="*/ 594186 w 595708"/>
                <a:gd name="connsiteY2" fmla="*/ 141985 h 271309"/>
                <a:gd name="connsiteX3" fmla="*/ 1101 w 595708"/>
                <a:gd name="connsiteY3" fmla="*/ 271309 h 271309"/>
                <a:gd name="connsiteX4" fmla="*/ 0 w 595708"/>
                <a:gd name="connsiteY4" fmla="*/ 0 h 271309"/>
                <a:gd name="connsiteX0" fmla="*/ 0 w 596439"/>
                <a:gd name="connsiteY0" fmla="*/ 109083 h 380392"/>
                <a:gd name="connsiteX1" fmla="*/ 595708 w 596439"/>
                <a:gd name="connsiteY1" fmla="*/ 109083 h 380392"/>
                <a:gd name="connsiteX2" fmla="*/ 594186 w 596439"/>
                <a:gd name="connsiteY2" fmla="*/ 251068 h 380392"/>
                <a:gd name="connsiteX3" fmla="*/ 1101 w 596439"/>
                <a:gd name="connsiteY3" fmla="*/ 380392 h 380392"/>
                <a:gd name="connsiteX4" fmla="*/ 0 w 596439"/>
                <a:gd name="connsiteY4" fmla="*/ 109083 h 380392"/>
                <a:gd name="connsiteX0" fmla="*/ 0 w 595708"/>
                <a:gd name="connsiteY0" fmla="*/ 0 h 271309"/>
                <a:gd name="connsiteX1" fmla="*/ 595708 w 595708"/>
                <a:gd name="connsiteY1" fmla="*/ 0 h 271309"/>
                <a:gd name="connsiteX2" fmla="*/ 594186 w 595708"/>
                <a:gd name="connsiteY2" fmla="*/ 141985 h 271309"/>
                <a:gd name="connsiteX3" fmla="*/ 1101 w 595708"/>
                <a:gd name="connsiteY3" fmla="*/ 271309 h 271309"/>
                <a:gd name="connsiteX4" fmla="*/ 0 w 595708"/>
                <a:gd name="connsiteY4" fmla="*/ 0 h 271309"/>
                <a:gd name="connsiteX0" fmla="*/ 0 w 596808"/>
                <a:gd name="connsiteY0" fmla="*/ 0 h 271309"/>
                <a:gd name="connsiteX1" fmla="*/ 595708 w 596808"/>
                <a:gd name="connsiteY1" fmla="*/ 0 h 271309"/>
                <a:gd name="connsiteX2" fmla="*/ 596808 w 596808"/>
                <a:gd name="connsiteY2" fmla="*/ 141985 h 271309"/>
                <a:gd name="connsiteX3" fmla="*/ 1101 w 596808"/>
                <a:gd name="connsiteY3" fmla="*/ 271309 h 271309"/>
                <a:gd name="connsiteX4" fmla="*/ 0 w 596808"/>
                <a:gd name="connsiteY4" fmla="*/ 0 h 271309"/>
                <a:gd name="connsiteX0" fmla="*/ 0 w 596808"/>
                <a:gd name="connsiteY0" fmla="*/ 0 h 271309"/>
                <a:gd name="connsiteX1" fmla="*/ 595708 w 596808"/>
                <a:gd name="connsiteY1" fmla="*/ 0 h 271309"/>
                <a:gd name="connsiteX2" fmla="*/ 596808 w 596808"/>
                <a:gd name="connsiteY2" fmla="*/ 141985 h 271309"/>
                <a:gd name="connsiteX3" fmla="*/ 1101 w 596808"/>
                <a:gd name="connsiteY3" fmla="*/ 271309 h 271309"/>
                <a:gd name="connsiteX4" fmla="*/ 0 w 596808"/>
                <a:gd name="connsiteY4" fmla="*/ 0 h 271309"/>
                <a:gd name="connsiteX0" fmla="*/ 0 w 596808"/>
                <a:gd name="connsiteY0" fmla="*/ 0 h 271309"/>
                <a:gd name="connsiteX1" fmla="*/ 595708 w 596808"/>
                <a:gd name="connsiteY1" fmla="*/ 0 h 271309"/>
                <a:gd name="connsiteX2" fmla="*/ 596808 w 596808"/>
                <a:gd name="connsiteY2" fmla="*/ 141985 h 271309"/>
                <a:gd name="connsiteX3" fmla="*/ 1101 w 596808"/>
                <a:gd name="connsiteY3" fmla="*/ 271309 h 271309"/>
                <a:gd name="connsiteX4" fmla="*/ 0 w 596808"/>
                <a:gd name="connsiteY4" fmla="*/ 0 h 271309"/>
                <a:gd name="connsiteX0" fmla="*/ 0 w 595708"/>
                <a:gd name="connsiteY0" fmla="*/ 0 h 271309"/>
                <a:gd name="connsiteX1" fmla="*/ 595708 w 595708"/>
                <a:gd name="connsiteY1" fmla="*/ 0 h 271309"/>
                <a:gd name="connsiteX2" fmla="*/ 594186 w 595708"/>
                <a:gd name="connsiteY2" fmla="*/ 141985 h 271309"/>
                <a:gd name="connsiteX3" fmla="*/ 1101 w 595708"/>
                <a:gd name="connsiteY3" fmla="*/ 271309 h 271309"/>
                <a:gd name="connsiteX4" fmla="*/ 0 w 595708"/>
                <a:gd name="connsiteY4" fmla="*/ 0 h 271309"/>
                <a:gd name="connsiteX0" fmla="*/ 0 w 595708"/>
                <a:gd name="connsiteY0" fmla="*/ 0 h 271309"/>
                <a:gd name="connsiteX1" fmla="*/ 595708 w 595708"/>
                <a:gd name="connsiteY1" fmla="*/ 0 h 271309"/>
                <a:gd name="connsiteX2" fmla="*/ 594186 w 595708"/>
                <a:gd name="connsiteY2" fmla="*/ 141985 h 271309"/>
                <a:gd name="connsiteX3" fmla="*/ 1101 w 595708"/>
                <a:gd name="connsiteY3" fmla="*/ 271309 h 271309"/>
                <a:gd name="connsiteX4" fmla="*/ 0 w 595708"/>
                <a:gd name="connsiteY4" fmla="*/ 0 h 271309"/>
                <a:gd name="connsiteX0" fmla="*/ 0 w 595936"/>
                <a:gd name="connsiteY0" fmla="*/ 0 h 271309"/>
                <a:gd name="connsiteX1" fmla="*/ 595708 w 595936"/>
                <a:gd name="connsiteY1" fmla="*/ 0 h 271309"/>
                <a:gd name="connsiteX2" fmla="*/ 594186 w 595936"/>
                <a:gd name="connsiteY2" fmla="*/ 141985 h 271309"/>
                <a:gd name="connsiteX3" fmla="*/ 1101 w 595936"/>
                <a:gd name="connsiteY3" fmla="*/ 271309 h 271309"/>
                <a:gd name="connsiteX4" fmla="*/ 0 w 595936"/>
                <a:gd name="connsiteY4" fmla="*/ 0 h 271309"/>
                <a:gd name="connsiteX0" fmla="*/ 319 w 596255"/>
                <a:gd name="connsiteY0" fmla="*/ 0 h 271309"/>
                <a:gd name="connsiteX1" fmla="*/ 596027 w 596255"/>
                <a:gd name="connsiteY1" fmla="*/ 0 h 271309"/>
                <a:gd name="connsiteX2" fmla="*/ 594505 w 596255"/>
                <a:gd name="connsiteY2" fmla="*/ 141985 h 271309"/>
                <a:gd name="connsiteX3" fmla="*/ 110 w 596255"/>
                <a:gd name="connsiteY3" fmla="*/ 271309 h 271309"/>
                <a:gd name="connsiteX4" fmla="*/ 319 w 596255"/>
                <a:gd name="connsiteY4" fmla="*/ 0 h 271309"/>
                <a:gd name="connsiteX0" fmla="*/ 0 w 595936"/>
                <a:gd name="connsiteY0" fmla="*/ 0 h 271309"/>
                <a:gd name="connsiteX1" fmla="*/ 595708 w 595936"/>
                <a:gd name="connsiteY1" fmla="*/ 0 h 271309"/>
                <a:gd name="connsiteX2" fmla="*/ 594186 w 595936"/>
                <a:gd name="connsiteY2" fmla="*/ 141985 h 271309"/>
                <a:gd name="connsiteX3" fmla="*/ 1101 w 595936"/>
                <a:gd name="connsiteY3" fmla="*/ 271309 h 271309"/>
                <a:gd name="connsiteX4" fmla="*/ 0 w 595936"/>
                <a:gd name="connsiteY4" fmla="*/ 0 h 271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5936" h="271309">
                  <a:moveTo>
                    <a:pt x="0" y="0"/>
                  </a:moveTo>
                  <a:lnTo>
                    <a:pt x="595708" y="0"/>
                  </a:lnTo>
                  <a:cubicBezTo>
                    <a:pt x="595708" y="30988"/>
                    <a:pt x="596806" y="39550"/>
                    <a:pt x="594186" y="141985"/>
                  </a:cubicBezTo>
                  <a:cubicBezTo>
                    <a:pt x="404809" y="352086"/>
                    <a:pt x="341643" y="22672"/>
                    <a:pt x="1101" y="271309"/>
                  </a:cubicBezTo>
                  <a:cubicBezTo>
                    <a:pt x="647" y="226260"/>
                    <a:pt x="454" y="45049"/>
                    <a:pt x="0" y="0"/>
                  </a:cubicBez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782" name="组合 781">
              <a:extLst>
                <a:ext uri="{FF2B5EF4-FFF2-40B4-BE49-F238E27FC236}">
                  <a16:creationId xmlns:a16="http://schemas.microsoft.com/office/drawing/2014/main" id="{D38EC138-2537-F5DC-0A4F-9F8C6DD6F025}"/>
                </a:ext>
              </a:extLst>
            </p:cNvPr>
            <p:cNvGrpSpPr/>
            <p:nvPr/>
          </p:nvGrpSpPr>
          <p:grpSpPr>
            <a:xfrm>
              <a:off x="4341455" y="6517035"/>
              <a:ext cx="621640" cy="663817"/>
              <a:chOff x="3656357" y="6507685"/>
              <a:chExt cx="621640" cy="663817"/>
            </a:xfrm>
          </p:grpSpPr>
          <p:sp>
            <p:nvSpPr>
              <p:cNvPr id="783" name="矩形 782">
                <a:extLst>
                  <a:ext uri="{FF2B5EF4-FFF2-40B4-BE49-F238E27FC236}">
                    <a16:creationId xmlns:a16="http://schemas.microsoft.com/office/drawing/2014/main" id="{EB429CE9-292E-F1F0-2502-A88751E4AB1A}"/>
                  </a:ext>
                </a:extLst>
              </p:cNvPr>
              <p:cNvSpPr/>
              <p:nvPr/>
            </p:nvSpPr>
            <p:spPr>
              <a:xfrm>
                <a:off x="3656465" y="6640950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84" name="矩形 783">
                <a:extLst>
                  <a:ext uri="{FF2B5EF4-FFF2-40B4-BE49-F238E27FC236}">
                    <a16:creationId xmlns:a16="http://schemas.microsoft.com/office/drawing/2014/main" id="{C0A68D6D-529C-662D-00C5-2B53978E7C3F}"/>
                  </a:ext>
                </a:extLst>
              </p:cNvPr>
              <p:cNvSpPr/>
              <p:nvPr/>
            </p:nvSpPr>
            <p:spPr>
              <a:xfrm>
                <a:off x="3811875" y="6640950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85" name="矩形 784">
                <a:extLst>
                  <a:ext uri="{FF2B5EF4-FFF2-40B4-BE49-F238E27FC236}">
                    <a16:creationId xmlns:a16="http://schemas.microsoft.com/office/drawing/2014/main" id="{AFA37F32-D643-A3B4-F6E1-207194292102}"/>
                  </a:ext>
                </a:extLst>
              </p:cNvPr>
              <p:cNvSpPr/>
              <p:nvPr/>
            </p:nvSpPr>
            <p:spPr>
              <a:xfrm>
                <a:off x="3967285" y="6640950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86" name="矩形 785">
                <a:extLst>
                  <a:ext uri="{FF2B5EF4-FFF2-40B4-BE49-F238E27FC236}">
                    <a16:creationId xmlns:a16="http://schemas.microsoft.com/office/drawing/2014/main" id="{8D3D0C5C-B5DB-FE4E-A444-73DC1C31A4F0}"/>
                  </a:ext>
                </a:extLst>
              </p:cNvPr>
              <p:cNvSpPr/>
              <p:nvPr/>
            </p:nvSpPr>
            <p:spPr>
              <a:xfrm>
                <a:off x="4122695" y="6640950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87" name="矩形 786">
                <a:extLst>
                  <a:ext uri="{FF2B5EF4-FFF2-40B4-BE49-F238E27FC236}">
                    <a16:creationId xmlns:a16="http://schemas.microsoft.com/office/drawing/2014/main" id="{F6E9DE8F-0525-2639-32F9-74AC7885416F}"/>
                  </a:ext>
                </a:extLst>
              </p:cNvPr>
              <p:cNvSpPr/>
              <p:nvPr/>
            </p:nvSpPr>
            <p:spPr>
              <a:xfrm>
                <a:off x="3656465" y="6773574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88" name="矩形 787">
                <a:extLst>
                  <a:ext uri="{FF2B5EF4-FFF2-40B4-BE49-F238E27FC236}">
                    <a16:creationId xmlns:a16="http://schemas.microsoft.com/office/drawing/2014/main" id="{BDD97986-D6E6-AB67-0C22-F2D771BCA675}"/>
                  </a:ext>
                </a:extLst>
              </p:cNvPr>
              <p:cNvSpPr/>
              <p:nvPr/>
            </p:nvSpPr>
            <p:spPr>
              <a:xfrm>
                <a:off x="3811875" y="6773574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89" name="矩形 788">
                <a:extLst>
                  <a:ext uri="{FF2B5EF4-FFF2-40B4-BE49-F238E27FC236}">
                    <a16:creationId xmlns:a16="http://schemas.microsoft.com/office/drawing/2014/main" id="{C0FBDF0B-8ECB-3BAF-1C7D-47955022CF90}"/>
                  </a:ext>
                </a:extLst>
              </p:cNvPr>
              <p:cNvSpPr/>
              <p:nvPr/>
            </p:nvSpPr>
            <p:spPr>
              <a:xfrm>
                <a:off x="3967285" y="6773574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90" name="矩形 789">
                <a:extLst>
                  <a:ext uri="{FF2B5EF4-FFF2-40B4-BE49-F238E27FC236}">
                    <a16:creationId xmlns:a16="http://schemas.microsoft.com/office/drawing/2014/main" id="{ACBBAB36-EA99-FE9B-6566-BF04EDFA5DFB}"/>
                  </a:ext>
                </a:extLst>
              </p:cNvPr>
              <p:cNvSpPr/>
              <p:nvPr/>
            </p:nvSpPr>
            <p:spPr>
              <a:xfrm>
                <a:off x="4122695" y="6773574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91" name="矩形 790">
                <a:extLst>
                  <a:ext uri="{FF2B5EF4-FFF2-40B4-BE49-F238E27FC236}">
                    <a16:creationId xmlns:a16="http://schemas.microsoft.com/office/drawing/2014/main" id="{F24F102E-A089-C00D-C2F3-B476A48CE0FC}"/>
                  </a:ext>
                </a:extLst>
              </p:cNvPr>
              <p:cNvSpPr/>
              <p:nvPr/>
            </p:nvSpPr>
            <p:spPr>
              <a:xfrm>
                <a:off x="3656357" y="690625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92" name="矩形 791">
                <a:extLst>
                  <a:ext uri="{FF2B5EF4-FFF2-40B4-BE49-F238E27FC236}">
                    <a16:creationId xmlns:a16="http://schemas.microsoft.com/office/drawing/2014/main" id="{4CD2B1A6-FF65-C5CB-9EBA-C49F50F866A9}"/>
                  </a:ext>
                </a:extLst>
              </p:cNvPr>
              <p:cNvSpPr/>
              <p:nvPr/>
            </p:nvSpPr>
            <p:spPr>
              <a:xfrm>
                <a:off x="3811767" y="690625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93" name="矩形 792">
                <a:extLst>
                  <a:ext uri="{FF2B5EF4-FFF2-40B4-BE49-F238E27FC236}">
                    <a16:creationId xmlns:a16="http://schemas.microsoft.com/office/drawing/2014/main" id="{2913C4CE-DF64-55FF-FFDC-FA2CEF374694}"/>
                  </a:ext>
                </a:extLst>
              </p:cNvPr>
              <p:cNvSpPr/>
              <p:nvPr/>
            </p:nvSpPr>
            <p:spPr>
              <a:xfrm>
                <a:off x="3967177" y="690625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94" name="矩形 793">
                <a:extLst>
                  <a:ext uri="{FF2B5EF4-FFF2-40B4-BE49-F238E27FC236}">
                    <a16:creationId xmlns:a16="http://schemas.microsoft.com/office/drawing/2014/main" id="{DEE8AA3D-2347-B240-A0EA-8FDF55A28393}"/>
                  </a:ext>
                </a:extLst>
              </p:cNvPr>
              <p:cNvSpPr/>
              <p:nvPr/>
            </p:nvSpPr>
            <p:spPr>
              <a:xfrm>
                <a:off x="4122587" y="690625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95" name="矩形 794">
                <a:extLst>
                  <a:ext uri="{FF2B5EF4-FFF2-40B4-BE49-F238E27FC236}">
                    <a16:creationId xmlns:a16="http://schemas.microsoft.com/office/drawing/2014/main" id="{1BF5D4DB-8C5F-4410-B86C-0B155078CF4E}"/>
                  </a:ext>
                </a:extLst>
              </p:cNvPr>
              <p:cNvSpPr/>
              <p:nvPr/>
            </p:nvSpPr>
            <p:spPr>
              <a:xfrm>
                <a:off x="3656357" y="7038879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96" name="矩形 795">
                <a:extLst>
                  <a:ext uri="{FF2B5EF4-FFF2-40B4-BE49-F238E27FC236}">
                    <a16:creationId xmlns:a16="http://schemas.microsoft.com/office/drawing/2014/main" id="{C9C9A8F8-3D2E-F654-F91F-D96F42C3BAC0}"/>
                  </a:ext>
                </a:extLst>
              </p:cNvPr>
              <p:cNvSpPr/>
              <p:nvPr/>
            </p:nvSpPr>
            <p:spPr>
              <a:xfrm>
                <a:off x="3811767" y="7038879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97" name="矩形 796">
                <a:extLst>
                  <a:ext uri="{FF2B5EF4-FFF2-40B4-BE49-F238E27FC236}">
                    <a16:creationId xmlns:a16="http://schemas.microsoft.com/office/drawing/2014/main" id="{1C11802B-E28D-50DF-2301-86AC965A5499}"/>
                  </a:ext>
                </a:extLst>
              </p:cNvPr>
              <p:cNvSpPr/>
              <p:nvPr/>
            </p:nvSpPr>
            <p:spPr>
              <a:xfrm>
                <a:off x="3967177" y="7038879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98" name="矩形 797">
                <a:extLst>
                  <a:ext uri="{FF2B5EF4-FFF2-40B4-BE49-F238E27FC236}">
                    <a16:creationId xmlns:a16="http://schemas.microsoft.com/office/drawing/2014/main" id="{934504A8-09BF-FB07-8E96-10CB13E999CD}"/>
                  </a:ext>
                </a:extLst>
              </p:cNvPr>
              <p:cNvSpPr/>
              <p:nvPr/>
            </p:nvSpPr>
            <p:spPr>
              <a:xfrm>
                <a:off x="4122587" y="7038879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99" name="矩形 798">
                <a:extLst>
                  <a:ext uri="{FF2B5EF4-FFF2-40B4-BE49-F238E27FC236}">
                    <a16:creationId xmlns:a16="http://schemas.microsoft.com/office/drawing/2014/main" id="{30A3AB1B-EF22-F0C3-3167-5BB1D629BD25}"/>
                  </a:ext>
                </a:extLst>
              </p:cNvPr>
              <p:cNvSpPr/>
              <p:nvPr/>
            </p:nvSpPr>
            <p:spPr>
              <a:xfrm>
                <a:off x="3656357" y="650768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00" name="矩形 799">
                <a:extLst>
                  <a:ext uri="{FF2B5EF4-FFF2-40B4-BE49-F238E27FC236}">
                    <a16:creationId xmlns:a16="http://schemas.microsoft.com/office/drawing/2014/main" id="{C0234835-ED42-BF2D-5C66-3B960BEC1213}"/>
                  </a:ext>
                </a:extLst>
              </p:cNvPr>
              <p:cNvSpPr/>
              <p:nvPr/>
            </p:nvSpPr>
            <p:spPr>
              <a:xfrm>
                <a:off x="3811767" y="650768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01" name="矩形 800">
                <a:extLst>
                  <a:ext uri="{FF2B5EF4-FFF2-40B4-BE49-F238E27FC236}">
                    <a16:creationId xmlns:a16="http://schemas.microsoft.com/office/drawing/2014/main" id="{BBE62DFD-E8C5-38F9-36BF-E9B11ABA6791}"/>
                  </a:ext>
                </a:extLst>
              </p:cNvPr>
              <p:cNvSpPr/>
              <p:nvPr/>
            </p:nvSpPr>
            <p:spPr>
              <a:xfrm>
                <a:off x="3967177" y="650768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02" name="矩形 801">
                <a:extLst>
                  <a:ext uri="{FF2B5EF4-FFF2-40B4-BE49-F238E27FC236}">
                    <a16:creationId xmlns:a16="http://schemas.microsoft.com/office/drawing/2014/main" id="{B58F8841-7D44-73DF-AF2E-BC57C9047482}"/>
                  </a:ext>
                </a:extLst>
              </p:cNvPr>
              <p:cNvSpPr/>
              <p:nvPr/>
            </p:nvSpPr>
            <p:spPr>
              <a:xfrm>
                <a:off x="4122587" y="650768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691" name="组合 690">
            <a:extLst>
              <a:ext uri="{FF2B5EF4-FFF2-40B4-BE49-F238E27FC236}">
                <a16:creationId xmlns:a16="http://schemas.microsoft.com/office/drawing/2014/main" id="{FA3E5FB0-4356-8C29-EE19-1DC6124B1895}"/>
              </a:ext>
            </a:extLst>
          </p:cNvPr>
          <p:cNvGrpSpPr/>
          <p:nvPr/>
        </p:nvGrpSpPr>
        <p:grpSpPr>
          <a:xfrm>
            <a:off x="5787417" y="6074232"/>
            <a:ext cx="621640" cy="663817"/>
            <a:chOff x="5040167" y="6521415"/>
            <a:chExt cx="621640" cy="663817"/>
          </a:xfrm>
        </p:grpSpPr>
        <p:sp>
          <p:nvSpPr>
            <p:cNvPr id="692" name="矩形 1174">
              <a:extLst>
                <a:ext uri="{FF2B5EF4-FFF2-40B4-BE49-F238E27FC236}">
                  <a16:creationId xmlns:a16="http://schemas.microsoft.com/office/drawing/2014/main" id="{A9D82052-17EF-F950-C899-F48CA27C59D2}"/>
                </a:ext>
              </a:extLst>
            </p:cNvPr>
            <p:cNvSpPr/>
            <p:nvPr/>
          </p:nvSpPr>
          <p:spPr>
            <a:xfrm rot="10800000">
              <a:off x="5041542" y="6760560"/>
              <a:ext cx="618706" cy="201627"/>
            </a:xfrm>
            <a:custGeom>
              <a:avLst/>
              <a:gdLst>
                <a:gd name="connsiteX0" fmla="*/ 0 w 595706"/>
                <a:gd name="connsiteY0" fmla="*/ 0 h 92965"/>
                <a:gd name="connsiteX1" fmla="*/ 595706 w 595706"/>
                <a:gd name="connsiteY1" fmla="*/ 0 h 92965"/>
                <a:gd name="connsiteX2" fmla="*/ 595706 w 595706"/>
                <a:gd name="connsiteY2" fmla="*/ 92965 h 92965"/>
                <a:gd name="connsiteX3" fmla="*/ 0 w 595706"/>
                <a:gd name="connsiteY3" fmla="*/ 92965 h 92965"/>
                <a:gd name="connsiteX4" fmla="*/ 0 w 595706"/>
                <a:gd name="connsiteY4" fmla="*/ 0 h 92965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1422 w 594406"/>
                <a:gd name="connsiteY0" fmla="*/ 21376 h 135147"/>
                <a:gd name="connsiteX1" fmla="*/ 594406 w 594406"/>
                <a:gd name="connsiteY1" fmla="*/ 0 h 135147"/>
                <a:gd name="connsiteX2" fmla="*/ 594406 w 594406"/>
                <a:gd name="connsiteY2" fmla="*/ 92965 h 135147"/>
                <a:gd name="connsiteX3" fmla="*/ 61 w 594406"/>
                <a:gd name="connsiteY3" fmla="*/ 135147 h 135147"/>
                <a:gd name="connsiteX4" fmla="*/ 1422 w 594406"/>
                <a:gd name="connsiteY4" fmla="*/ 21376 h 135147"/>
                <a:gd name="connsiteX0" fmla="*/ 1422 w 594406"/>
                <a:gd name="connsiteY0" fmla="*/ 15599 h 135147"/>
                <a:gd name="connsiteX1" fmla="*/ 594406 w 594406"/>
                <a:gd name="connsiteY1" fmla="*/ 0 h 135147"/>
                <a:gd name="connsiteX2" fmla="*/ 594406 w 594406"/>
                <a:gd name="connsiteY2" fmla="*/ 92965 h 135147"/>
                <a:gd name="connsiteX3" fmla="*/ 61 w 594406"/>
                <a:gd name="connsiteY3" fmla="*/ 135147 h 135147"/>
                <a:gd name="connsiteX4" fmla="*/ 1422 w 594406"/>
                <a:gd name="connsiteY4" fmla="*/ 15599 h 135147"/>
                <a:gd name="connsiteX0" fmla="*/ 131 w 594476"/>
                <a:gd name="connsiteY0" fmla="*/ 4622 h 135147"/>
                <a:gd name="connsiteX1" fmla="*/ 594476 w 594476"/>
                <a:gd name="connsiteY1" fmla="*/ 0 h 135147"/>
                <a:gd name="connsiteX2" fmla="*/ 594476 w 594476"/>
                <a:gd name="connsiteY2" fmla="*/ 92965 h 135147"/>
                <a:gd name="connsiteX3" fmla="*/ 131 w 594476"/>
                <a:gd name="connsiteY3" fmla="*/ 135147 h 135147"/>
                <a:gd name="connsiteX4" fmla="*/ 131 w 594476"/>
                <a:gd name="connsiteY4" fmla="*/ 4622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22423 h 139660"/>
                <a:gd name="connsiteX1" fmla="*/ 595706 w 595706"/>
                <a:gd name="connsiteY1" fmla="*/ 4513 h 139660"/>
                <a:gd name="connsiteX2" fmla="*/ 595706 w 595706"/>
                <a:gd name="connsiteY2" fmla="*/ 97478 h 139660"/>
                <a:gd name="connsiteX3" fmla="*/ 1361 w 595706"/>
                <a:gd name="connsiteY3" fmla="*/ 139660 h 139660"/>
                <a:gd name="connsiteX4" fmla="*/ 0 w 595706"/>
                <a:gd name="connsiteY4" fmla="*/ 22423 h 139660"/>
                <a:gd name="connsiteX0" fmla="*/ 0 w 595706"/>
                <a:gd name="connsiteY0" fmla="*/ 26413 h 143650"/>
                <a:gd name="connsiteX1" fmla="*/ 595706 w 595706"/>
                <a:gd name="connsiteY1" fmla="*/ 8503 h 143650"/>
                <a:gd name="connsiteX2" fmla="*/ 595706 w 595706"/>
                <a:gd name="connsiteY2" fmla="*/ 101468 h 143650"/>
                <a:gd name="connsiteX3" fmla="*/ 1361 w 595706"/>
                <a:gd name="connsiteY3" fmla="*/ 143650 h 143650"/>
                <a:gd name="connsiteX4" fmla="*/ 0 w 595706"/>
                <a:gd name="connsiteY4" fmla="*/ 26413 h 143650"/>
                <a:gd name="connsiteX0" fmla="*/ 0 w 595706"/>
                <a:gd name="connsiteY0" fmla="*/ 21286 h 138523"/>
                <a:gd name="connsiteX1" fmla="*/ 595706 w 595706"/>
                <a:gd name="connsiteY1" fmla="*/ 3376 h 138523"/>
                <a:gd name="connsiteX2" fmla="*/ 595706 w 595706"/>
                <a:gd name="connsiteY2" fmla="*/ 96341 h 138523"/>
                <a:gd name="connsiteX3" fmla="*/ 1361 w 595706"/>
                <a:gd name="connsiteY3" fmla="*/ 138523 h 138523"/>
                <a:gd name="connsiteX4" fmla="*/ 0 w 595706"/>
                <a:gd name="connsiteY4" fmla="*/ 21286 h 138523"/>
                <a:gd name="connsiteX0" fmla="*/ 0 w 595706"/>
                <a:gd name="connsiteY0" fmla="*/ 22534 h 139771"/>
                <a:gd name="connsiteX1" fmla="*/ 595706 w 595706"/>
                <a:gd name="connsiteY1" fmla="*/ 4624 h 139771"/>
                <a:gd name="connsiteX2" fmla="*/ 595706 w 595706"/>
                <a:gd name="connsiteY2" fmla="*/ 97589 h 139771"/>
                <a:gd name="connsiteX3" fmla="*/ 1361 w 595706"/>
                <a:gd name="connsiteY3" fmla="*/ 139771 h 139771"/>
                <a:gd name="connsiteX4" fmla="*/ 0 w 595706"/>
                <a:gd name="connsiteY4" fmla="*/ 22534 h 139771"/>
                <a:gd name="connsiteX0" fmla="*/ 0 w 595706"/>
                <a:gd name="connsiteY0" fmla="*/ 23494 h 140731"/>
                <a:gd name="connsiteX1" fmla="*/ 595706 w 595706"/>
                <a:gd name="connsiteY1" fmla="*/ 2118 h 140731"/>
                <a:gd name="connsiteX2" fmla="*/ 595706 w 595706"/>
                <a:gd name="connsiteY2" fmla="*/ 98549 h 140731"/>
                <a:gd name="connsiteX3" fmla="*/ 1361 w 595706"/>
                <a:gd name="connsiteY3" fmla="*/ 140731 h 140731"/>
                <a:gd name="connsiteX4" fmla="*/ 0 w 595706"/>
                <a:gd name="connsiteY4" fmla="*/ 23494 h 140731"/>
                <a:gd name="connsiteX0" fmla="*/ 0 w 595706"/>
                <a:gd name="connsiteY0" fmla="*/ 23494 h 140731"/>
                <a:gd name="connsiteX1" fmla="*/ 595706 w 595706"/>
                <a:gd name="connsiteY1" fmla="*/ 2118 h 140731"/>
                <a:gd name="connsiteX2" fmla="*/ 595706 w 595706"/>
                <a:gd name="connsiteY2" fmla="*/ 98549 h 140731"/>
                <a:gd name="connsiteX3" fmla="*/ 1361 w 595706"/>
                <a:gd name="connsiteY3" fmla="*/ 140731 h 140731"/>
                <a:gd name="connsiteX4" fmla="*/ 0 w 595706"/>
                <a:gd name="connsiteY4" fmla="*/ 23494 h 140731"/>
                <a:gd name="connsiteX0" fmla="*/ 0 w 595706"/>
                <a:gd name="connsiteY0" fmla="*/ 25030 h 142267"/>
                <a:gd name="connsiteX1" fmla="*/ 595706 w 595706"/>
                <a:gd name="connsiteY1" fmla="*/ 3654 h 142267"/>
                <a:gd name="connsiteX2" fmla="*/ 595706 w 595706"/>
                <a:gd name="connsiteY2" fmla="*/ 100085 h 142267"/>
                <a:gd name="connsiteX3" fmla="*/ 1361 w 595706"/>
                <a:gd name="connsiteY3" fmla="*/ 142267 h 142267"/>
                <a:gd name="connsiteX4" fmla="*/ 0 w 595706"/>
                <a:gd name="connsiteY4" fmla="*/ 25030 h 142267"/>
                <a:gd name="connsiteX0" fmla="*/ 0 w 595706"/>
                <a:gd name="connsiteY0" fmla="*/ 22091 h 139328"/>
                <a:gd name="connsiteX1" fmla="*/ 595706 w 595706"/>
                <a:gd name="connsiteY1" fmla="*/ 715 h 139328"/>
                <a:gd name="connsiteX2" fmla="*/ 595706 w 595706"/>
                <a:gd name="connsiteY2" fmla="*/ 97146 h 139328"/>
                <a:gd name="connsiteX3" fmla="*/ 1361 w 595706"/>
                <a:gd name="connsiteY3" fmla="*/ 139328 h 139328"/>
                <a:gd name="connsiteX4" fmla="*/ 0 w 595706"/>
                <a:gd name="connsiteY4" fmla="*/ 22091 h 139328"/>
                <a:gd name="connsiteX0" fmla="*/ 0 w 595706"/>
                <a:gd name="connsiteY0" fmla="*/ 23573 h 140810"/>
                <a:gd name="connsiteX1" fmla="*/ 595706 w 595706"/>
                <a:gd name="connsiteY1" fmla="*/ 2197 h 140810"/>
                <a:gd name="connsiteX2" fmla="*/ 595706 w 595706"/>
                <a:gd name="connsiteY2" fmla="*/ 98628 h 140810"/>
                <a:gd name="connsiteX3" fmla="*/ 1361 w 595706"/>
                <a:gd name="connsiteY3" fmla="*/ 140810 h 140810"/>
                <a:gd name="connsiteX4" fmla="*/ 0 w 595706"/>
                <a:gd name="connsiteY4" fmla="*/ 23573 h 140810"/>
                <a:gd name="connsiteX0" fmla="*/ 0 w 595706"/>
                <a:gd name="connsiteY0" fmla="*/ 21908 h 139145"/>
                <a:gd name="connsiteX1" fmla="*/ 595706 w 595706"/>
                <a:gd name="connsiteY1" fmla="*/ 532 h 139145"/>
                <a:gd name="connsiteX2" fmla="*/ 595706 w 595706"/>
                <a:gd name="connsiteY2" fmla="*/ 96963 h 139145"/>
                <a:gd name="connsiteX3" fmla="*/ 1361 w 595706"/>
                <a:gd name="connsiteY3" fmla="*/ 139145 h 139145"/>
                <a:gd name="connsiteX4" fmla="*/ 0 w 595706"/>
                <a:gd name="connsiteY4" fmla="*/ 21908 h 139145"/>
                <a:gd name="connsiteX0" fmla="*/ 0 w 595706"/>
                <a:gd name="connsiteY0" fmla="*/ 23863 h 141100"/>
                <a:gd name="connsiteX1" fmla="*/ 595706 w 595706"/>
                <a:gd name="connsiteY1" fmla="*/ 2487 h 141100"/>
                <a:gd name="connsiteX2" fmla="*/ 595706 w 595706"/>
                <a:gd name="connsiteY2" fmla="*/ 98918 h 141100"/>
                <a:gd name="connsiteX3" fmla="*/ 1361 w 595706"/>
                <a:gd name="connsiteY3" fmla="*/ 141100 h 141100"/>
                <a:gd name="connsiteX4" fmla="*/ 0 w 595706"/>
                <a:gd name="connsiteY4" fmla="*/ 23863 h 141100"/>
                <a:gd name="connsiteX0" fmla="*/ 0 w 595706"/>
                <a:gd name="connsiteY0" fmla="*/ 24472 h 141709"/>
                <a:gd name="connsiteX1" fmla="*/ 595706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0 w 595706"/>
                <a:gd name="connsiteY0" fmla="*/ 24267 h 141504"/>
                <a:gd name="connsiteX1" fmla="*/ 595706 w 595706"/>
                <a:gd name="connsiteY1" fmla="*/ 2891 h 141504"/>
                <a:gd name="connsiteX2" fmla="*/ 595706 w 595706"/>
                <a:gd name="connsiteY2" fmla="*/ 99322 h 141504"/>
                <a:gd name="connsiteX3" fmla="*/ 1361 w 595706"/>
                <a:gd name="connsiteY3" fmla="*/ 141504 h 141504"/>
                <a:gd name="connsiteX4" fmla="*/ 0 w 595706"/>
                <a:gd name="connsiteY4" fmla="*/ 24267 h 141504"/>
                <a:gd name="connsiteX0" fmla="*/ 0 w 595706"/>
                <a:gd name="connsiteY0" fmla="*/ 24472 h 141709"/>
                <a:gd name="connsiteX1" fmla="*/ 595706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0 w 595706"/>
                <a:gd name="connsiteY0" fmla="*/ 24472 h 141709"/>
                <a:gd name="connsiteX1" fmla="*/ 594353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124 w 595830"/>
                <a:gd name="connsiteY0" fmla="*/ 24472 h 141709"/>
                <a:gd name="connsiteX1" fmla="*/ 594477 w 595830"/>
                <a:gd name="connsiteY1" fmla="*/ 3096 h 141709"/>
                <a:gd name="connsiteX2" fmla="*/ 595830 w 595830"/>
                <a:gd name="connsiteY2" fmla="*/ 99527 h 141709"/>
                <a:gd name="connsiteX3" fmla="*/ 131 w 595830"/>
                <a:gd name="connsiteY3" fmla="*/ 141709 h 141709"/>
                <a:gd name="connsiteX4" fmla="*/ 124 w 595830"/>
                <a:gd name="connsiteY4" fmla="*/ 24472 h 141709"/>
                <a:gd name="connsiteX0" fmla="*/ 124 w 597179"/>
                <a:gd name="connsiteY0" fmla="*/ 25207 h 142444"/>
                <a:gd name="connsiteX1" fmla="*/ 597179 w 597179"/>
                <a:gd name="connsiteY1" fmla="*/ 481 h 142444"/>
                <a:gd name="connsiteX2" fmla="*/ 595830 w 597179"/>
                <a:gd name="connsiteY2" fmla="*/ 100262 h 142444"/>
                <a:gd name="connsiteX3" fmla="*/ 131 w 597179"/>
                <a:gd name="connsiteY3" fmla="*/ 142444 h 142444"/>
                <a:gd name="connsiteX4" fmla="*/ 124 w 597179"/>
                <a:gd name="connsiteY4" fmla="*/ 25207 h 142444"/>
                <a:gd name="connsiteX0" fmla="*/ 124 w 595889"/>
                <a:gd name="connsiteY0" fmla="*/ 25842 h 143079"/>
                <a:gd name="connsiteX1" fmla="*/ 594477 w 595889"/>
                <a:gd name="connsiteY1" fmla="*/ 0 h 143079"/>
                <a:gd name="connsiteX2" fmla="*/ 595830 w 595889"/>
                <a:gd name="connsiteY2" fmla="*/ 100897 h 143079"/>
                <a:gd name="connsiteX3" fmla="*/ 131 w 595889"/>
                <a:gd name="connsiteY3" fmla="*/ 143079 h 143079"/>
                <a:gd name="connsiteX4" fmla="*/ 124 w 595889"/>
                <a:gd name="connsiteY4" fmla="*/ 25842 h 143079"/>
                <a:gd name="connsiteX0" fmla="*/ 124 w 595889"/>
                <a:gd name="connsiteY0" fmla="*/ 24713 h 141950"/>
                <a:gd name="connsiteX1" fmla="*/ 594477 w 595889"/>
                <a:gd name="connsiteY1" fmla="*/ 2221 h 141950"/>
                <a:gd name="connsiteX2" fmla="*/ 595830 w 595889"/>
                <a:gd name="connsiteY2" fmla="*/ 99768 h 141950"/>
                <a:gd name="connsiteX3" fmla="*/ 131 w 595889"/>
                <a:gd name="connsiteY3" fmla="*/ 141950 h 141950"/>
                <a:gd name="connsiteX4" fmla="*/ 124 w 595889"/>
                <a:gd name="connsiteY4" fmla="*/ 24713 h 141950"/>
                <a:gd name="connsiteX0" fmla="*/ 124 w 595959"/>
                <a:gd name="connsiteY0" fmla="*/ 24713 h 141950"/>
                <a:gd name="connsiteX1" fmla="*/ 595828 w 595959"/>
                <a:gd name="connsiteY1" fmla="*/ 2221 h 141950"/>
                <a:gd name="connsiteX2" fmla="*/ 595830 w 595959"/>
                <a:gd name="connsiteY2" fmla="*/ 99768 h 141950"/>
                <a:gd name="connsiteX3" fmla="*/ 131 w 595959"/>
                <a:gd name="connsiteY3" fmla="*/ 141950 h 141950"/>
                <a:gd name="connsiteX4" fmla="*/ 124 w 595959"/>
                <a:gd name="connsiteY4" fmla="*/ 24713 h 141950"/>
                <a:gd name="connsiteX0" fmla="*/ 124 w 595959"/>
                <a:gd name="connsiteY0" fmla="*/ 24925 h 142162"/>
                <a:gd name="connsiteX1" fmla="*/ 595828 w 595959"/>
                <a:gd name="connsiteY1" fmla="*/ 2433 h 142162"/>
                <a:gd name="connsiteX2" fmla="*/ 595830 w 595959"/>
                <a:gd name="connsiteY2" fmla="*/ 99980 h 142162"/>
                <a:gd name="connsiteX3" fmla="*/ 131 w 595959"/>
                <a:gd name="connsiteY3" fmla="*/ 142162 h 142162"/>
                <a:gd name="connsiteX4" fmla="*/ 124 w 595959"/>
                <a:gd name="connsiteY4" fmla="*/ 24925 h 142162"/>
                <a:gd name="connsiteX0" fmla="*/ 124 w 595959"/>
                <a:gd name="connsiteY0" fmla="*/ 22492 h 139729"/>
                <a:gd name="connsiteX1" fmla="*/ 595828 w 595959"/>
                <a:gd name="connsiteY1" fmla="*/ 0 h 139729"/>
                <a:gd name="connsiteX2" fmla="*/ 595830 w 595959"/>
                <a:gd name="connsiteY2" fmla="*/ 97547 h 139729"/>
                <a:gd name="connsiteX3" fmla="*/ 131 w 595959"/>
                <a:gd name="connsiteY3" fmla="*/ 139729 h 139729"/>
                <a:gd name="connsiteX4" fmla="*/ 124 w 595959"/>
                <a:gd name="connsiteY4" fmla="*/ 22492 h 139729"/>
                <a:gd name="connsiteX0" fmla="*/ 124 w 595959"/>
                <a:gd name="connsiteY0" fmla="*/ 25585 h 142822"/>
                <a:gd name="connsiteX1" fmla="*/ 595828 w 595959"/>
                <a:gd name="connsiteY1" fmla="*/ 3093 h 142822"/>
                <a:gd name="connsiteX2" fmla="*/ 595830 w 595959"/>
                <a:gd name="connsiteY2" fmla="*/ 100640 h 142822"/>
                <a:gd name="connsiteX3" fmla="*/ 131 w 595959"/>
                <a:gd name="connsiteY3" fmla="*/ 142822 h 142822"/>
                <a:gd name="connsiteX4" fmla="*/ 124 w 595959"/>
                <a:gd name="connsiteY4" fmla="*/ 25585 h 142822"/>
                <a:gd name="connsiteX0" fmla="*/ 124 w 595959"/>
                <a:gd name="connsiteY0" fmla="*/ 25585 h 142822"/>
                <a:gd name="connsiteX1" fmla="*/ 595828 w 595959"/>
                <a:gd name="connsiteY1" fmla="*/ 3093 h 142822"/>
                <a:gd name="connsiteX2" fmla="*/ 595830 w 595959"/>
                <a:gd name="connsiteY2" fmla="*/ 100640 h 142822"/>
                <a:gd name="connsiteX3" fmla="*/ 131 w 595959"/>
                <a:gd name="connsiteY3" fmla="*/ 142822 h 142822"/>
                <a:gd name="connsiteX4" fmla="*/ 124 w 595959"/>
                <a:gd name="connsiteY4" fmla="*/ 25585 h 142822"/>
                <a:gd name="connsiteX0" fmla="*/ 124 w 595959"/>
                <a:gd name="connsiteY0" fmla="*/ 26512 h 143749"/>
                <a:gd name="connsiteX1" fmla="*/ 595828 w 595959"/>
                <a:gd name="connsiteY1" fmla="*/ 4020 h 143749"/>
                <a:gd name="connsiteX2" fmla="*/ 595830 w 595959"/>
                <a:gd name="connsiteY2" fmla="*/ 101567 h 143749"/>
                <a:gd name="connsiteX3" fmla="*/ 131 w 595959"/>
                <a:gd name="connsiteY3" fmla="*/ 143749 h 143749"/>
                <a:gd name="connsiteX4" fmla="*/ 124 w 595959"/>
                <a:gd name="connsiteY4" fmla="*/ 26512 h 143749"/>
                <a:gd name="connsiteX0" fmla="*/ 124 w 595959"/>
                <a:gd name="connsiteY0" fmla="*/ 26512 h 143749"/>
                <a:gd name="connsiteX1" fmla="*/ 595828 w 595959"/>
                <a:gd name="connsiteY1" fmla="*/ 4020 h 143749"/>
                <a:gd name="connsiteX2" fmla="*/ 595830 w 595959"/>
                <a:gd name="connsiteY2" fmla="*/ 101567 h 143749"/>
                <a:gd name="connsiteX3" fmla="*/ 131 w 595959"/>
                <a:gd name="connsiteY3" fmla="*/ 143749 h 143749"/>
                <a:gd name="connsiteX4" fmla="*/ 124 w 595959"/>
                <a:gd name="connsiteY4" fmla="*/ 26512 h 143749"/>
                <a:gd name="connsiteX0" fmla="*/ 124 w 595959"/>
                <a:gd name="connsiteY0" fmla="*/ 28496 h 145733"/>
                <a:gd name="connsiteX1" fmla="*/ 595828 w 595959"/>
                <a:gd name="connsiteY1" fmla="*/ 6004 h 145733"/>
                <a:gd name="connsiteX2" fmla="*/ 595830 w 595959"/>
                <a:gd name="connsiteY2" fmla="*/ 103551 h 145733"/>
                <a:gd name="connsiteX3" fmla="*/ 131 w 595959"/>
                <a:gd name="connsiteY3" fmla="*/ 145733 h 145733"/>
                <a:gd name="connsiteX4" fmla="*/ 124 w 595959"/>
                <a:gd name="connsiteY4" fmla="*/ 28496 h 14573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856"/>
                <a:gd name="connsiteY0" fmla="*/ 41841 h 159078"/>
                <a:gd name="connsiteX1" fmla="*/ 591261 w 595856"/>
                <a:gd name="connsiteY1" fmla="*/ 0 h 159078"/>
                <a:gd name="connsiteX2" fmla="*/ 595830 w 595856"/>
                <a:gd name="connsiteY2" fmla="*/ 116896 h 159078"/>
                <a:gd name="connsiteX3" fmla="*/ 131 w 595856"/>
                <a:gd name="connsiteY3" fmla="*/ 159078 h 159078"/>
                <a:gd name="connsiteX4" fmla="*/ 124 w 595856"/>
                <a:gd name="connsiteY4" fmla="*/ 41841 h 159078"/>
                <a:gd name="connsiteX0" fmla="*/ 124 w 595959"/>
                <a:gd name="connsiteY0" fmla="*/ 41841 h 159078"/>
                <a:gd name="connsiteX1" fmla="*/ 595828 w 595959"/>
                <a:gd name="connsiteY1" fmla="*/ 0 h 159078"/>
                <a:gd name="connsiteX2" fmla="*/ 595830 w 595959"/>
                <a:gd name="connsiteY2" fmla="*/ 116896 h 159078"/>
                <a:gd name="connsiteX3" fmla="*/ 131 w 595959"/>
                <a:gd name="connsiteY3" fmla="*/ 159078 h 159078"/>
                <a:gd name="connsiteX4" fmla="*/ 124 w 595959"/>
                <a:gd name="connsiteY4" fmla="*/ 41841 h 159078"/>
                <a:gd name="connsiteX0" fmla="*/ 124 w 597349"/>
                <a:gd name="connsiteY0" fmla="*/ 42378 h 159615"/>
                <a:gd name="connsiteX1" fmla="*/ 597349 w 597349"/>
                <a:gd name="connsiteY1" fmla="*/ 0 h 159615"/>
                <a:gd name="connsiteX2" fmla="*/ 595830 w 597349"/>
                <a:gd name="connsiteY2" fmla="*/ 117433 h 159615"/>
                <a:gd name="connsiteX3" fmla="*/ 131 w 597349"/>
                <a:gd name="connsiteY3" fmla="*/ 159615 h 159615"/>
                <a:gd name="connsiteX4" fmla="*/ 124 w 597349"/>
                <a:gd name="connsiteY4" fmla="*/ 42378 h 159615"/>
                <a:gd name="connsiteX0" fmla="*/ 124 w 600443"/>
                <a:gd name="connsiteY0" fmla="*/ 42378 h 159615"/>
                <a:gd name="connsiteX1" fmla="*/ 597349 w 600443"/>
                <a:gd name="connsiteY1" fmla="*/ 0 h 159615"/>
                <a:gd name="connsiteX2" fmla="*/ 600408 w 600443"/>
                <a:gd name="connsiteY2" fmla="*/ 117433 h 159615"/>
                <a:gd name="connsiteX3" fmla="*/ 131 w 600443"/>
                <a:gd name="connsiteY3" fmla="*/ 159615 h 159615"/>
                <a:gd name="connsiteX4" fmla="*/ 124 w 600443"/>
                <a:gd name="connsiteY4" fmla="*/ 42378 h 159615"/>
                <a:gd name="connsiteX0" fmla="*/ 124 w 600537"/>
                <a:gd name="connsiteY0" fmla="*/ 42378 h 159615"/>
                <a:gd name="connsiteX1" fmla="*/ 600401 w 600537"/>
                <a:gd name="connsiteY1" fmla="*/ 0 h 159615"/>
                <a:gd name="connsiteX2" fmla="*/ 600408 w 600537"/>
                <a:gd name="connsiteY2" fmla="*/ 117433 h 159615"/>
                <a:gd name="connsiteX3" fmla="*/ 131 w 600537"/>
                <a:gd name="connsiteY3" fmla="*/ 159615 h 159615"/>
                <a:gd name="connsiteX4" fmla="*/ 124 w 600537"/>
                <a:gd name="connsiteY4" fmla="*/ 42378 h 159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0537" h="159615">
                  <a:moveTo>
                    <a:pt x="124" y="42378"/>
                  </a:moveTo>
                  <a:cubicBezTo>
                    <a:pt x="296414" y="-50243"/>
                    <a:pt x="418111" y="75773"/>
                    <a:pt x="600401" y="0"/>
                  </a:cubicBezTo>
                  <a:cubicBezTo>
                    <a:pt x="599951" y="33260"/>
                    <a:pt x="600858" y="84173"/>
                    <a:pt x="600408" y="117433"/>
                  </a:cubicBezTo>
                  <a:cubicBezTo>
                    <a:pt x="395490" y="192726"/>
                    <a:pt x="285331" y="62551"/>
                    <a:pt x="131" y="159615"/>
                  </a:cubicBezTo>
                  <a:cubicBezTo>
                    <a:pt x="-323" y="114566"/>
                    <a:pt x="578" y="87427"/>
                    <a:pt x="124" y="42378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93" name="矩形 1174">
              <a:extLst>
                <a:ext uri="{FF2B5EF4-FFF2-40B4-BE49-F238E27FC236}">
                  <a16:creationId xmlns:a16="http://schemas.microsoft.com/office/drawing/2014/main" id="{09144DBE-A832-0E0F-07AE-92C36A54707D}"/>
                </a:ext>
              </a:extLst>
            </p:cNvPr>
            <p:cNvSpPr/>
            <p:nvPr/>
          </p:nvSpPr>
          <p:spPr>
            <a:xfrm rot="10800000">
              <a:off x="5041542" y="6890402"/>
              <a:ext cx="618706" cy="226680"/>
            </a:xfrm>
            <a:custGeom>
              <a:avLst/>
              <a:gdLst>
                <a:gd name="connsiteX0" fmla="*/ 0 w 595706"/>
                <a:gd name="connsiteY0" fmla="*/ 0 h 92965"/>
                <a:gd name="connsiteX1" fmla="*/ 595706 w 595706"/>
                <a:gd name="connsiteY1" fmla="*/ 0 h 92965"/>
                <a:gd name="connsiteX2" fmla="*/ 595706 w 595706"/>
                <a:gd name="connsiteY2" fmla="*/ 92965 h 92965"/>
                <a:gd name="connsiteX3" fmla="*/ 0 w 595706"/>
                <a:gd name="connsiteY3" fmla="*/ 92965 h 92965"/>
                <a:gd name="connsiteX4" fmla="*/ 0 w 595706"/>
                <a:gd name="connsiteY4" fmla="*/ 0 h 92965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1422 w 594406"/>
                <a:gd name="connsiteY0" fmla="*/ 21376 h 135147"/>
                <a:gd name="connsiteX1" fmla="*/ 594406 w 594406"/>
                <a:gd name="connsiteY1" fmla="*/ 0 h 135147"/>
                <a:gd name="connsiteX2" fmla="*/ 594406 w 594406"/>
                <a:gd name="connsiteY2" fmla="*/ 92965 h 135147"/>
                <a:gd name="connsiteX3" fmla="*/ 61 w 594406"/>
                <a:gd name="connsiteY3" fmla="*/ 135147 h 135147"/>
                <a:gd name="connsiteX4" fmla="*/ 1422 w 594406"/>
                <a:gd name="connsiteY4" fmla="*/ 21376 h 135147"/>
                <a:gd name="connsiteX0" fmla="*/ 1422 w 594406"/>
                <a:gd name="connsiteY0" fmla="*/ 15599 h 135147"/>
                <a:gd name="connsiteX1" fmla="*/ 594406 w 594406"/>
                <a:gd name="connsiteY1" fmla="*/ 0 h 135147"/>
                <a:gd name="connsiteX2" fmla="*/ 594406 w 594406"/>
                <a:gd name="connsiteY2" fmla="*/ 92965 h 135147"/>
                <a:gd name="connsiteX3" fmla="*/ 61 w 594406"/>
                <a:gd name="connsiteY3" fmla="*/ 135147 h 135147"/>
                <a:gd name="connsiteX4" fmla="*/ 1422 w 594406"/>
                <a:gd name="connsiteY4" fmla="*/ 15599 h 135147"/>
                <a:gd name="connsiteX0" fmla="*/ 131 w 594476"/>
                <a:gd name="connsiteY0" fmla="*/ 4622 h 135147"/>
                <a:gd name="connsiteX1" fmla="*/ 594476 w 594476"/>
                <a:gd name="connsiteY1" fmla="*/ 0 h 135147"/>
                <a:gd name="connsiteX2" fmla="*/ 594476 w 594476"/>
                <a:gd name="connsiteY2" fmla="*/ 92965 h 135147"/>
                <a:gd name="connsiteX3" fmla="*/ 131 w 594476"/>
                <a:gd name="connsiteY3" fmla="*/ 135147 h 135147"/>
                <a:gd name="connsiteX4" fmla="*/ 131 w 594476"/>
                <a:gd name="connsiteY4" fmla="*/ 4622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22423 h 139660"/>
                <a:gd name="connsiteX1" fmla="*/ 595706 w 595706"/>
                <a:gd name="connsiteY1" fmla="*/ 4513 h 139660"/>
                <a:gd name="connsiteX2" fmla="*/ 595706 w 595706"/>
                <a:gd name="connsiteY2" fmla="*/ 97478 h 139660"/>
                <a:gd name="connsiteX3" fmla="*/ 1361 w 595706"/>
                <a:gd name="connsiteY3" fmla="*/ 139660 h 139660"/>
                <a:gd name="connsiteX4" fmla="*/ 0 w 595706"/>
                <a:gd name="connsiteY4" fmla="*/ 22423 h 139660"/>
                <a:gd name="connsiteX0" fmla="*/ 0 w 595706"/>
                <a:gd name="connsiteY0" fmla="*/ 26413 h 143650"/>
                <a:gd name="connsiteX1" fmla="*/ 595706 w 595706"/>
                <a:gd name="connsiteY1" fmla="*/ 8503 h 143650"/>
                <a:gd name="connsiteX2" fmla="*/ 595706 w 595706"/>
                <a:gd name="connsiteY2" fmla="*/ 101468 h 143650"/>
                <a:gd name="connsiteX3" fmla="*/ 1361 w 595706"/>
                <a:gd name="connsiteY3" fmla="*/ 143650 h 143650"/>
                <a:gd name="connsiteX4" fmla="*/ 0 w 595706"/>
                <a:gd name="connsiteY4" fmla="*/ 26413 h 143650"/>
                <a:gd name="connsiteX0" fmla="*/ 0 w 595706"/>
                <a:gd name="connsiteY0" fmla="*/ 21286 h 138523"/>
                <a:gd name="connsiteX1" fmla="*/ 595706 w 595706"/>
                <a:gd name="connsiteY1" fmla="*/ 3376 h 138523"/>
                <a:gd name="connsiteX2" fmla="*/ 595706 w 595706"/>
                <a:gd name="connsiteY2" fmla="*/ 96341 h 138523"/>
                <a:gd name="connsiteX3" fmla="*/ 1361 w 595706"/>
                <a:gd name="connsiteY3" fmla="*/ 138523 h 138523"/>
                <a:gd name="connsiteX4" fmla="*/ 0 w 595706"/>
                <a:gd name="connsiteY4" fmla="*/ 21286 h 138523"/>
                <a:gd name="connsiteX0" fmla="*/ 0 w 595706"/>
                <a:gd name="connsiteY0" fmla="*/ 22534 h 139771"/>
                <a:gd name="connsiteX1" fmla="*/ 595706 w 595706"/>
                <a:gd name="connsiteY1" fmla="*/ 4624 h 139771"/>
                <a:gd name="connsiteX2" fmla="*/ 595706 w 595706"/>
                <a:gd name="connsiteY2" fmla="*/ 97589 h 139771"/>
                <a:gd name="connsiteX3" fmla="*/ 1361 w 595706"/>
                <a:gd name="connsiteY3" fmla="*/ 139771 h 139771"/>
                <a:gd name="connsiteX4" fmla="*/ 0 w 595706"/>
                <a:gd name="connsiteY4" fmla="*/ 22534 h 139771"/>
                <a:gd name="connsiteX0" fmla="*/ 0 w 595706"/>
                <a:gd name="connsiteY0" fmla="*/ 23494 h 140731"/>
                <a:gd name="connsiteX1" fmla="*/ 595706 w 595706"/>
                <a:gd name="connsiteY1" fmla="*/ 2118 h 140731"/>
                <a:gd name="connsiteX2" fmla="*/ 595706 w 595706"/>
                <a:gd name="connsiteY2" fmla="*/ 98549 h 140731"/>
                <a:gd name="connsiteX3" fmla="*/ 1361 w 595706"/>
                <a:gd name="connsiteY3" fmla="*/ 140731 h 140731"/>
                <a:gd name="connsiteX4" fmla="*/ 0 w 595706"/>
                <a:gd name="connsiteY4" fmla="*/ 23494 h 140731"/>
                <a:gd name="connsiteX0" fmla="*/ 0 w 595706"/>
                <a:gd name="connsiteY0" fmla="*/ 23494 h 140731"/>
                <a:gd name="connsiteX1" fmla="*/ 595706 w 595706"/>
                <a:gd name="connsiteY1" fmla="*/ 2118 h 140731"/>
                <a:gd name="connsiteX2" fmla="*/ 595706 w 595706"/>
                <a:gd name="connsiteY2" fmla="*/ 98549 h 140731"/>
                <a:gd name="connsiteX3" fmla="*/ 1361 w 595706"/>
                <a:gd name="connsiteY3" fmla="*/ 140731 h 140731"/>
                <a:gd name="connsiteX4" fmla="*/ 0 w 595706"/>
                <a:gd name="connsiteY4" fmla="*/ 23494 h 140731"/>
                <a:gd name="connsiteX0" fmla="*/ 0 w 595706"/>
                <a:gd name="connsiteY0" fmla="*/ 25030 h 142267"/>
                <a:gd name="connsiteX1" fmla="*/ 595706 w 595706"/>
                <a:gd name="connsiteY1" fmla="*/ 3654 h 142267"/>
                <a:gd name="connsiteX2" fmla="*/ 595706 w 595706"/>
                <a:gd name="connsiteY2" fmla="*/ 100085 h 142267"/>
                <a:gd name="connsiteX3" fmla="*/ 1361 w 595706"/>
                <a:gd name="connsiteY3" fmla="*/ 142267 h 142267"/>
                <a:gd name="connsiteX4" fmla="*/ 0 w 595706"/>
                <a:gd name="connsiteY4" fmla="*/ 25030 h 142267"/>
                <a:gd name="connsiteX0" fmla="*/ 0 w 595706"/>
                <a:gd name="connsiteY0" fmla="*/ 22091 h 139328"/>
                <a:gd name="connsiteX1" fmla="*/ 595706 w 595706"/>
                <a:gd name="connsiteY1" fmla="*/ 715 h 139328"/>
                <a:gd name="connsiteX2" fmla="*/ 595706 w 595706"/>
                <a:gd name="connsiteY2" fmla="*/ 97146 h 139328"/>
                <a:gd name="connsiteX3" fmla="*/ 1361 w 595706"/>
                <a:gd name="connsiteY3" fmla="*/ 139328 h 139328"/>
                <a:gd name="connsiteX4" fmla="*/ 0 w 595706"/>
                <a:gd name="connsiteY4" fmla="*/ 22091 h 139328"/>
                <a:gd name="connsiteX0" fmla="*/ 0 w 595706"/>
                <a:gd name="connsiteY0" fmla="*/ 23573 h 140810"/>
                <a:gd name="connsiteX1" fmla="*/ 595706 w 595706"/>
                <a:gd name="connsiteY1" fmla="*/ 2197 h 140810"/>
                <a:gd name="connsiteX2" fmla="*/ 595706 w 595706"/>
                <a:gd name="connsiteY2" fmla="*/ 98628 h 140810"/>
                <a:gd name="connsiteX3" fmla="*/ 1361 w 595706"/>
                <a:gd name="connsiteY3" fmla="*/ 140810 h 140810"/>
                <a:gd name="connsiteX4" fmla="*/ 0 w 595706"/>
                <a:gd name="connsiteY4" fmla="*/ 23573 h 140810"/>
                <a:gd name="connsiteX0" fmla="*/ 0 w 595706"/>
                <a:gd name="connsiteY0" fmla="*/ 21908 h 139145"/>
                <a:gd name="connsiteX1" fmla="*/ 595706 w 595706"/>
                <a:gd name="connsiteY1" fmla="*/ 532 h 139145"/>
                <a:gd name="connsiteX2" fmla="*/ 595706 w 595706"/>
                <a:gd name="connsiteY2" fmla="*/ 96963 h 139145"/>
                <a:gd name="connsiteX3" fmla="*/ 1361 w 595706"/>
                <a:gd name="connsiteY3" fmla="*/ 139145 h 139145"/>
                <a:gd name="connsiteX4" fmla="*/ 0 w 595706"/>
                <a:gd name="connsiteY4" fmla="*/ 21908 h 139145"/>
                <a:gd name="connsiteX0" fmla="*/ 0 w 595706"/>
                <a:gd name="connsiteY0" fmla="*/ 23863 h 141100"/>
                <a:gd name="connsiteX1" fmla="*/ 595706 w 595706"/>
                <a:gd name="connsiteY1" fmla="*/ 2487 h 141100"/>
                <a:gd name="connsiteX2" fmla="*/ 595706 w 595706"/>
                <a:gd name="connsiteY2" fmla="*/ 98918 h 141100"/>
                <a:gd name="connsiteX3" fmla="*/ 1361 w 595706"/>
                <a:gd name="connsiteY3" fmla="*/ 141100 h 141100"/>
                <a:gd name="connsiteX4" fmla="*/ 0 w 595706"/>
                <a:gd name="connsiteY4" fmla="*/ 23863 h 141100"/>
                <a:gd name="connsiteX0" fmla="*/ 0 w 595706"/>
                <a:gd name="connsiteY0" fmla="*/ 24472 h 141709"/>
                <a:gd name="connsiteX1" fmla="*/ 595706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0 w 595706"/>
                <a:gd name="connsiteY0" fmla="*/ 24267 h 141504"/>
                <a:gd name="connsiteX1" fmla="*/ 595706 w 595706"/>
                <a:gd name="connsiteY1" fmla="*/ 2891 h 141504"/>
                <a:gd name="connsiteX2" fmla="*/ 595706 w 595706"/>
                <a:gd name="connsiteY2" fmla="*/ 99322 h 141504"/>
                <a:gd name="connsiteX3" fmla="*/ 1361 w 595706"/>
                <a:gd name="connsiteY3" fmla="*/ 141504 h 141504"/>
                <a:gd name="connsiteX4" fmla="*/ 0 w 595706"/>
                <a:gd name="connsiteY4" fmla="*/ 24267 h 141504"/>
                <a:gd name="connsiteX0" fmla="*/ 0 w 595706"/>
                <a:gd name="connsiteY0" fmla="*/ 24472 h 141709"/>
                <a:gd name="connsiteX1" fmla="*/ 595706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0 w 595706"/>
                <a:gd name="connsiteY0" fmla="*/ 24472 h 141709"/>
                <a:gd name="connsiteX1" fmla="*/ 594353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124 w 595830"/>
                <a:gd name="connsiteY0" fmla="*/ 24472 h 141709"/>
                <a:gd name="connsiteX1" fmla="*/ 594477 w 595830"/>
                <a:gd name="connsiteY1" fmla="*/ 3096 h 141709"/>
                <a:gd name="connsiteX2" fmla="*/ 595830 w 595830"/>
                <a:gd name="connsiteY2" fmla="*/ 99527 h 141709"/>
                <a:gd name="connsiteX3" fmla="*/ 131 w 595830"/>
                <a:gd name="connsiteY3" fmla="*/ 141709 h 141709"/>
                <a:gd name="connsiteX4" fmla="*/ 124 w 595830"/>
                <a:gd name="connsiteY4" fmla="*/ 24472 h 141709"/>
                <a:gd name="connsiteX0" fmla="*/ 124 w 597179"/>
                <a:gd name="connsiteY0" fmla="*/ 25207 h 142444"/>
                <a:gd name="connsiteX1" fmla="*/ 597179 w 597179"/>
                <a:gd name="connsiteY1" fmla="*/ 481 h 142444"/>
                <a:gd name="connsiteX2" fmla="*/ 595830 w 597179"/>
                <a:gd name="connsiteY2" fmla="*/ 100262 h 142444"/>
                <a:gd name="connsiteX3" fmla="*/ 131 w 597179"/>
                <a:gd name="connsiteY3" fmla="*/ 142444 h 142444"/>
                <a:gd name="connsiteX4" fmla="*/ 124 w 597179"/>
                <a:gd name="connsiteY4" fmla="*/ 25207 h 142444"/>
                <a:gd name="connsiteX0" fmla="*/ 124 w 595889"/>
                <a:gd name="connsiteY0" fmla="*/ 25842 h 143079"/>
                <a:gd name="connsiteX1" fmla="*/ 594477 w 595889"/>
                <a:gd name="connsiteY1" fmla="*/ 0 h 143079"/>
                <a:gd name="connsiteX2" fmla="*/ 595830 w 595889"/>
                <a:gd name="connsiteY2" fmla="*/ 100897 h 143079"/>
                <a:gd name="connsiteX3" fmla="*/ 131 w 595889"/>
                <a:gd name="connsiteY3" fmla="*/ 143079 h 143079"/>
                <a:gd name="connsiteX4" fmla="*/ 124 w 595889"/>
                <a:gd name="connsiteY4" fmla="*/ 25842 h 143079"/>
                <a:gd name="connsiteX0" fmla="*/ 124 w 595889"/>
                <a:gd name="connsiteY0" fmla="*/ 24713 h 141950"/>
                <a:gd name="connsiteX1" fmla="*/ 594477 w 595889"/>
                <a:gd name="connsiteY1" fmla="*/ 2221 h 141950"/>
                <a:gd name="connsiteX2" fmla="*/ 595830 w 595889"/>
                <a:gd name="connsiteY2" fmla="*/ 99768 h 141950"/>
                <a:gd name="connsiteX3" fmla="*/ 131 w 595889"/>
                <a:gd name="connsiteY3" fmla="*/ 141950 h 141950"/>
                <a:gd name="connsiteX4" fmla="*/ 124 w 595889"/>
                <a:gd name="connsiteY4" fmla="*/ 24713 h 141950"/>
                <a:gd name="connsiteX0" fmla="*/ 124 w 595959"/>
                <a:gd name="connsiteY0" fmla="*/ 24713 h 141950"/>
                <a:gd name="connsiteX1" fmla="*/ 595828 w 595959"/>
                <a:gd name="connsiteY1" fmla="*/ 2221 h 141950"/>
                <a:gd name="connsiteX2" fmla="*/ 595830 w 595959"/>
                <a:gd name="connsiteY2" fmla="*/ 99768 h 141950"/>
                <a:gd name="connsiteX3" fmla="*/ 131 w 595959"/>
                <a:gd name="connsiteY3" fmla="*/ 141950 h 141950"/>
                <a:gd name="connsiteX4" fmla="*/ 124 w 595959"/>
                <a:gd name="connsiteY4" fmla="*/ 24713 h 141950"/>
                <a:gd name="connsiteX0" fmla="*/ 124 w 595959"/>
                <a:gd name="connsiteY0" fmla="*/ 24925 h 142162"/>
                <a:gd name="connsiteX1" fmla="*/ 595828 w 595959"/>
                <a:gd name="connsiteY1" fmla="*/ 2433 h 142162"/>
                <a:gd name="connsiteX2" fmla="*/ 595830 w 595959"/>
                <a:gd name="connsiteY2" fmla="*/ 99980 h 142162"/>
                <a:gd name="connsiteX3" fmla="*/ 131 w 595959"/>
                <a:gd name="connsiteY3" fmla="*/ 142162 h 142162"/>
                <a:gd name="connsiteX4" fmla="*/ 124 w 595959"/>
                <a:gd name="connsiteY4" fmla="*/ 24925 h 142162"/>
                <a:gd name="connsiteX0" fmla="*/ 124 w 595959"/>
                <a:gd name="connsiteY0" fmla="*/ 22492 h 139729"/>
                <a:gd name="connsiteX1" fmla="*/ 595828 w 595959"/>
                <a:gd name="connsiteY1" fmla="*/ 0 h 139729"/>
                <a:gd name="connsiteX2" fmla="*/ 595830 w 595959"/>
                <a:gd name="connsiteY2" fmla="*/ 97547 h 139729"/>
                <a:gd name="connsiteX3" fmla="*/ 131 w 595959"/>
                <a:gd name="connsiteY3" fmla="*/ 139729 h 139729"/>
                <a:gd name="connsiteX4" fmla="*/ 124 w 595959"/>
                <a:gd name="connsiteY4" fmla="*/ 22492 h 139729"/>
                <a:gd name="connsiteX0" fmla="*/ 124 w 595959"/>
                <a:gd name="connsiteY0" fmla="*/ 25585 h 142822"/>
                <a:gd name="connsiteX1" fmla="*/ 595828 w 595959"/>
                <a:gd name="connsiteY1" fmla="*/ 3093 h 142822"/>
                <a:gd name="connsiteX2" fmla="*/ 595830 w 595959"/>
                <a:gd name="connsiteY2" fmla="*/ 100640 h 142822"/>
                <a:gd name="connsiteX3" fmla="*/ 131 w 595959"/>
                <a:gd name="connsiteY3" fmla="*/ 142822 h 142822"/>
                <a:gd name="connsiteX4" fmla="*/ 124 w 595959"/>
                <a:gd name="connsiteY4" fmla="*/ 25585 h 142822"/>
                <a:gd name="connsiteX0" fmla="*/ 124 w 595959"/>
                <a:gd name="connsiteY0" fmla="*/ 25585 h 142822"/>
                <a:gd name="connsiteX1" fmla="*/ 595828 w 595959"/>
                <a:gd name="connsiteY1" fmla="*/ 3093 h 142822"/>
                <a:gd name="connsiteX2" fmla="*/ 595830 w 595959"/>
                <a:gd name="connsiteY2" fmla="*/ 100640 h 142822"/>
                <a:gd name="connsiteX3" fmla="*/ 131 w 595959"/>
                <a:gd name="connsiteY3" fmla="*/ 142822 h 142822"/>
                <a:gd name="connsiteX4" fmla="*/ 124 w 595959"/>
                <a:gd name="connsiteY4" fmla="*/ 25585 h 142822"/>
                <a:gd name="connsiteX0" fmla="*/ 124 w 595959"/>
                <a:gd name="connsiteY0" fmla="*/ 26512 h 143749"/>
                <a:gd name="connsiteX1" fmla="*/ 595828 w 595959"/>
                <a:gd name="connsiteY1" fmla="*/ 4020 h 143749"/>
                <a:gd name="connsiteX2" fmla="*/ 595830 w 595959"/>
                <a:gd name="connsiteY2" fmla="*/ 101567 h 143749"/>
                <a:gd name="connsiteX3" fmla="*/ 131 w 595959"/>
                <a:gd name="connsiteY3" fmla="*/ 143749 h 143749"/>
                <a:gd name="connsiteX4" fmla="*/ 124 w 595959"/>
                <a:gd name="connsiteY4" fmla="*/ 26512 h 143749"/>
                <a:gd name="connsiteX0" fmla="*/ 124 w 595959"/>
                <a:gd name="connsiteY0" fmla="*/ 26512 h 143749"/>
                <a:gd name="connsiteX1" fmla="*/ 595828 w 595959"/>
                <a:gd name="connsiteY1" fmla="*/ 4020 h 143749"/>
                <a:gd name="connsiteX2" fmla="*/ 595830 w 595959"/>
                <a:gd name="connsiteY2" fmla="*/ 101567 h 143749"/>
                <a:gd name="connsiteX3" fmla="*/ 131 w 595959"/>
                <a:gd name="connsiteY3" fmla="*/ 143749 h 143749"/>
                <a:gd name="connsiteX4" fmla="*/ 124 w 595959"/>
                <a:gd name="connsiteY4" fmla="*/ 26512 h 143749"/>
                <a:gd name="connsiteX0" fmla="*/ 124 w 595959"/>
                <a:gd name="connsiteY0" fmla="*/ 28496 h 145733"/>
                <a:gd name="connsiteX1" fmla="*/ 595828 w 595959"/>
                <a:gd name="connsiteY1" fmla="*/ 6004 h 145733"/>
                <a:gd name="connsiteX2" fmla="*/ 595830 w 595959"/>
                <a:gd name="connsiteY2" fmla="*/ 103551 h 145733"/>
                <a:gd name="connsiteX3" fmla="*/ 131 w 595959"/>
                <a:gd name="connsiteY3" fmla="*/ 145733 h 145733"/>
                <a:gd name="connsiteX4" fmla="*/ 124 w 595959"/>
                <a:gd name="connsiteY4" fmla="*/ 28496 h 14573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856"/>
                <a:gd name="connsiteY0" fmla="*/ 41841 h 159078"/>
                <a:gd name="connsiteX1" fmla="*/ 591261 w 595856"/>
                <a:gd name="connsiteY1" fmla="*/ 0 h 159078"/>
                <a:gd name="connsiteX2" fmla="*/ 595830 w 595856"/>
                <a:gd name="connsiteY2" fmla="*/ 116896 h 159078"/>
                <a:gd name="connsiteX3" fmla="*/ 131 w 595856"/>
                <a:gd name="connsiteY3" fmla="*/ 159078 h 159078"/>
                <a:gd name="connsiteX4" fmla="*/ 124 w 595856"/>
                <a:gd name="connsiteY4" fmla="*/ 41841 h 159078"/>
                <a:gd name="connsiteX0" fmla="*/ 124 w 595959"/>
                <a:gd name="connsiteY0" fmla="*/ 41841 h 159078"/>
                <a:gd name="connsiteX1" fmla="*/ 595828 w 595959"/>
                <a:gd name="connsiteY1" fmla="*/ 0 h 159078"/>
                <a:gd name="connsiteX2" fmla="*/ 595830 w 595959"/>
                <a:gd name="connsiteY2" fmla="*/ 116896 h 159078"/>
                <a:gd name="connsiteX3" fmla="*/ 131 w 595959"/>
                <a:gd name="connsiteY3" fmla="*/ 159078 h 159078"/>
                <a:gd name="connsiteX4" fmla="*/ 124 w 595959"/>
                <a:gd name="connsiteY4" fmla="*/ 41841 h 159078"/>
                <a:gd name="connsiteX0" fmla="*/ 124 w 597349"/>
                <a:gd name="connsiteY0" fmla="*/ 42378 h 159615"/>
                <a:gd name="connsiteX1" fmla="*/ 597349 w 597349"/>
                <a:gd name="connsiteY1" fmla="*/ 0 h 159615"/>
                <a:gd name="connsiteX2" fmla="*/ 595830 w 597349"/>
                <a:gd name="connsiteY2" fmla="*/ 117433 h 159615"/>
                <a:gd name="connsiteX3" fmla="*/ 131 w 597349"/>
                <a:gd name="connsiteY3" fmla="*/ 159615 h 159615"/>
                <a:gd name="connsiteX4" fmla="*/ 124 w 597349"/>
                <a:gd name="connsiteY4" fmla="*/ 42378 h 159615"/>
                <a:gd name="connsiteX0" fmla="*/ 124 w 600443"/>
                <a:gd name="connsiteY0" fmla="*/ 42378 h 159615"/>
                <a:gd name="connsiteX1" fmla="*/ 597349 w 600443"/>
                <a:gd name="connsiteY1" fmla="*/ 0 h 159615"/>
                <a:gd name="connsiteX2" fmla="*/ 600408 w 600443"/>
                <a:gd name="connsiteY2" fmla="*/ 117433 h 159615"/>
                <a:gd name="connsiteX3" fmla="*/ 131 w 600443"/>
                <a:gd name="connsiteY3" fmla="*/ 159615 h 159615"/>
                <a:gd name="connsiteX4" fmla="*/ 124 w 600443"/>
                <a:gd name="connsiteY4" fmla="*/ 42378 h 159615"/>
                <a:gd name="connsiteX0" fmla="*/ 124 w 600537"/>
                <a:gd name="connsiteY0" fmla="*/ 42378 h 159615"/>
                <a:gd name="connsiteX1" fmla="*/ 600401 w 600537"/>
                <a:gd name="connsiteY1" fmla="*/ 0 h 159615"/>
                <a:gd name="connsiteX2" fmla="*/ 600408 w 600537"/>
                <a:gd name="connsiteY2" fmla="*/ 117433 h 159615"/>
                <a:gd name="connsiteX3" fmla="*/ 131 w 600537"/>
                <a:gd name="connsiteY3" fmla="*/ 159615 h 159615"/>
                <a:gd name="connsiteX4" fmla="*/ 124 w 600537"/>
                <a:gd name="connsiteY4" fmla="*/ 42378 h 159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0537" h="159615">
                  <a:moveTo>
                    <a:pt x="124" y="42378"/>
                  </a:moveTo>
                  <a:cubicBezTo>
                    <a:pt x="296414" y="-50243"/>
                    <a:pt x="418111" y="75773"/>
                    <a:pt x="600401" y="0"/>
                  </a:cubicBezTo>
                  <a:cubicBezTo>
                    <a:pt x="599951" y="33260"/>
                    <a:pt x="600858" y="84173"/>
                    <a:pt x="600408" y="117433"/>
                  </a:cubicBezTo>
                  <a:cubicBezTo>
                    <a:pt x="395490" y="192726"/>
                    <a:pt x="285331" y="62551"/>
                    <a:pt x="131" y="159615"/>
                  </a:cubicBezTo>
                  <a:cubicBezTo>
                    <a:pt x="-323" y="114566"/>
                    <a:pt x="578" y="87427"/>
                    <a:pt x="124" y="42378"/>
                  </a:cubicBezTo>
                  <a:close/>
                </a:path>
              </a:pathLst>
            </a:custGeom>
            <a:solidFill>
              <a:schemeClr val="accent2">
                <a:lumMod val="40000"/>
                <a:lumOff val="6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94" name="矩形 1174">
              <a:extLst>
                <a:ext uri="{FF2B5EF4-FFF2-40B4-BE49-F238E27FC236}">
                  <a16:creationId xmlns:a16="http://schemas.microsoft.com/office/drawing/2014/main" id="{04D438FE-A41D-4D6E-EACD-AE8F9526E406}"/>
                </a:ext>
              </a:extLst>
            </p:cNvPr>
            <p:cNvSpPr/>
            <p:nvPr/>
          </p:nvSpPr>
          <p:spPr>
            <a:xfrm rot="10800000">
              <a:off x="5041541" y="7045652"/>
              <a:ext cx="618707" cy="139508"/>
            </a:xfrm>
            <a:custGeom>
              <a:avLst/>
              <a:gdLst>
                <a:gd name="connsiteX0" fmla="*/ 0 w 595706"/>
                <a:gd name="connsiteY0" fmla="*/ 0 h 92965"/>
                <a:gd name="connsiteX1" fmla="*/ 595706 w 595706"/>
                <a:gd name="connsiteY1" fmla="*/ 0 h 92965"/>
                <a:gd name="connsiteX2" fmla="*/ 595706 w 595706"/>
                <a:gd name="connsiteY2" fmla="*/ 92965 h 92965"/>
                <a:gd name="connsiteX3" fmla="*/ 0 w 595706"/>
                <a:gd name="connsiteY3" fmla="*/ 92965 h 92965"/>
                <a:gd name="connsiteX4" fmla="*/ 0 w 595706"/>
                <a:gd name="connsiteY4" fmla="*/ 0 h 92965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131 w 595837"/>
                <a:gd name="connsiteY0" fmla="*/ 0 h 148754"/>
                <a:gd name="connsiteX1" fmla="*/ 595837 w 595837"/>
                <a:gd name="connsiteY1" fmla="*/ 0 h 148754"/>
                <a:gd name="connsiteX2" fmla="*/ 595837 w 595837"/>
                <a:gd name="connsiteY2" fmla="*/ 92965 h 148754"/>
                <a:gd name="connsiteX3" fmla="*/ 131 w 595837"/>
                <a:gd name="connsiteY3" fmla="*/ 148754 h 148754"/>
                <a:gd name="connsiteX4" fmla="*/ 131 w 595837"/>
                <a:gd name="connsiteY4" fmla="*/ 0 h 148754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56571"/>
                <a:gd name="connsiteX1" fmla="*/ 595837 w 595837"/>
                <a:gd name="connsiteY1" fmla="*/ 0 h 156571"/>
                <a:gd name="connsiteX2" fmla="*/ 594316 w 595837"/>
                <a:gd name="connsiteY2" fmla="*/ 141984 h 156571"/>
                <a:gd name="connsiteX3" fmla="*/ 131 w 595837"/>
                <a:gd name="connsiteY3" fmla="*/ 140590 h 156571"/>
                <a:gd name="connsiteX4" fmla="*/ 131 w 595837"/>
                <a:gd name="connsiteY4" fmla="*/ 0 h 156571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0 w 600949"/>
                <a:gd name="connsiteY0" fmla="*/ 0 h 271309"/>
                <a:gd name="connsiteX1" fmla="*/ 600949 w 600949"/>
                <a:gd name="connsiteY1" fmla="*/ 0 h 271309"/>
                <a:gd name="connsiteX2" fmla="*/ 599428 w 600949"/>
                <a:gd name="connsiteY2" fmla="*/ 141984 h 271309"/>
                <a:gd name="connsiteX3" fmla="*/ 3722 w 600949"/>
                <a:gd name="connsiteY3" fmla="*/ 271309 h 271309"/>
                <a:gd name="connsiteX4" fmla="*/ 0 w 600949"/>
                <a:gd name="connsiteY4" fmla="*/ 0 h 271309"/>
                <a:gd name="connsiteX0" fmla="*/ 0 w 599639"/>
                <a:gd name="connsiteY0" fmla="*/ 0 h 271309"/>
                <a:gd name="connsiteX1" fmla="*/ 599639 w 599639"/>
                <a:gd name="connsiteY1" fmla="*/ 0 h 271309"/>
                <a:gd name="connsiteX2" fmla="*/ 599428 w 599639"/>
                <a:gd name="connsiteY2" fmla="*/ 141984 h 271309"/>
                <a:gd name="connsiteX3" fmla="*/ 3722 w 599639"/>
                <a:gd name="connsiteY3" fmla="*/ 271309 h 271309"/>
                <a:gd name="connsiteX4" fmla="*/ 0 w 599639"/>
                <a:gd name="connsiteY4" fmla="*/ 0 h 271309"/>
                <a:gd name="connsiteX0" fmla="*/ 0 w 597018"/>
                <a:gd name="connsiteY0" fmla="*/ 0 h 271309"/>
                <a:gd name="connsiteX1" fmla="*/ 597018 w 597018"/>
                <a:gd name="connsiteY1" fmla="*/ 0 h 271309"/>
                <a:gd name="connsiteX2" fmla="*/ 596807 w 597018"/>
                <a:gd name="connsiteY2" fmla="*/ 141984 h 271309"/>
                <a:gd name="connsiteX3" fmla="*/ 1101 w 597018"/>
                <a:gd name="connsiteY3" fmla="*/ 271309 h 271309"/>
                <a:gd name="connsiteX4" fmla="*/ 0 w 597018"/>
                <a:gd name="connsiteY4" fmla="*/ 0 h 271309"/>
                <a:gd name="connsiteX0" fmla="*/ 0 w 596807"/>
                <a:gd name="connsiteY0" fmla="*/ 0 h 271309"/>
                <a:gd name="connsiteX1" fmla="*/ 591775 w 596807"/>
                <a:gd name="connsiteY1" fmla="*/ 0 h 271309"/>
                <a:gd name="connsiteX2" fmla="*/ 596807 w 596807"/>
                <a:gd name="connsiteY2" fmla="*/ 141984 h 271309"/>
                <a:gd name="connsiteX3" fmla="*/ 1101 w 596807"/>
                <a:gd name="connsiteY3" fmla="*/ 271309 h 271309"/>
                <a:gd name="connsiteX4" fmla="*/ 0 w 596807"/>
                <a:gd name="connsiteY4" fmla="*/ 0 h 271309"/>
                <a:gd name="connsiteX0" fmla="*/ 0 w 596807"/>
                <a:gd name="connsiteY0" fmla="*/ 0 h 271309"/>
                <a:gd name="connsiteX1" fmla="*/ 595708 w 596807"/>
                <a:gd name="connsiteY1" fmla="*/ 0 h 271309"/>
                <a:gd name="connsiteX2" fmla="*/ 596807 w 596807"/>
                <a:gd name="connsiteY2" fmla="*/ 141984 h 271309"/>
                <a:gd name="connsiteX3" fmla="*/ 1101 w 596807"/>
                <a:gd name="connsiteY3" fmla="*/ 271309 h 271309"/>
                <a:gd name="connsiteX4" fmla="*/ 0 w 596807"/>
                <a:gd name="connsiteY4" fmla="*/ 0 h 271309"/>
                <a:gd name="connsiteX0" fmla="*/ 0 w 595708"/>
                <a:gd name="connsiteY0" fmla="*/ 0 h 271309"/>
                <a:gd name="connsiteX1" fmla="*/ 595708 w 595708"/>
                <a:gd name="connsiteY1" fmla="*/ 0 h 271309"/>
                <a:gd name="connsiteX2" fmla="*/ 594186 w 595708"/>
                <a:gd name="connsiteY2" fmla="*/ 141985 h 271309"/>
                <a:gd name="connsiteX3" fmla="*/ 1101 w 595708"/>
                <a:gd name="connsiteY3" fmla="*/ 271309 h 271309"/>
                <a:gd name="connsiteX4" fmla="*/ 0 w 595708"/>
                <a:gd name="connsiteY4" fmla="*/ 0 h 271309"/>
                <a:gd name="connsiteX0" fmla="*/ 0 w 596439"/>
                <a:gd name="connsiteY0" fmla="*/ 109083 h 380392"/>
                <a:gd name="connsiteX1" fmla="*/ 595708 w 596439"/>
                <a:gd name="connsiteY1" fmla="*/ 109083 h 380392"/>
                <a:gd name="connsiteX2" fmla="*/ 594186 w 596439"/>
                <a:gd name="connsiteY2" fmla="*/ 251068 h 380392"/>
                <a:gd name="connsiteX3" fmla="*/ 1101 w 596439"/>
                <a:gd name="connsiteY3" fmla="*/ 380392 h 380392"/>
                <a:gd name="connsiteX4" fmla="*/ 0 w 596439"/>
                <a:gd name="connsiteY4" fmla="*/ 109083 h 380392"/>
                <a:gd name="connsiteX0" fmla="*/ 0 w 595708"/>
                <a:gd name="connsiteY0" fmla="*/ 0 h 271309"/>
                <a:gd name="connsiteX1" fmla="*/ 595708 w 595708"/>
                <a:gd name="connsiteY1" fmla="*/ 0 h 271309"/>
                <a:gd name="connsiteX2" fmla="*/ 594186 w 595708"/>
                <a:gd name="connsiteY2" fmla="*/ 141985 h 271309"/>
                <a:gd name="connsiteX3" fmla="*/ 1101 w 595708"/>
                <a:gd name="connsiteY3" fmla="*/ 271309 h 271309"/>
                <a:gd name="connsiteX4" fmla="*/ 0 w 595708"/>
                <a:gd name="connsiteY4" fmla="*/ 0 h 271309"/>
                <a:gd name="connsiteX0" fmla="*/ 0 w 596808"/>
                <a:gd name="connsiteY0" fmla="*/ 0 h 271309"/>
                <a:gd name="connsiteX1" fmla="*/ 595708 w 596808"/>
                <a:gd name="connsiteY1" fmla="*/ 0 h 271309"/>
                <a:gd name="connsiteX2" fmla="*/ 596808 w 596808"/>
                <a:gd name="connsiteY2" fmla="*/ 141985 h 271309"/>
                <a:gd name="connsiteX3" fmla="*/ 1101 w 596808"/>
                <a:gd name="connsiteY3" fmla="*/ 271309 h 271309"/>
                <a:gd name="connsiteX4" fmla="*/ 0 w 596808"/>
                <a:gd name="connsiteY4" fmla="*/ 0 h 271309"/>
                <a:gd name="connsiteX0" fmla="*/ 0 w 596808"/>
                <a:gd name="connsiteY0" fmla="*/ 0 h 271309"/>
                <a:gd name="connsiteX1" fmla="*/ 595708 w 596808"/>
                <a:gd name="connsiteY1" fmla="*/ 0 h 271309"/>
                <a:gd name="connsiteX2" fmla="*/ 596808 w 596808"/>
                <a:gd name="connsiteY2" fmla="*/ 141985 h 271309"/>
                <a:gd name="connsiteX3" fmla="*/ 1101 w 596808"/>
                <a:gd name="connsiteY3" fmla="*/ 271309 h 271309"/>
                <a:gd name="connsiteX4" fmla="*/ 0 w 596808"/>
                <a:gd name="connsiteY4" fmla="*/ 0 h 271309"/>
                <a:gd name="connsiteX0" fmla="*/ 0 w 596808"/>
                <a:gd name="connsiteY0" fmla="*/ 0 h 271309"/>
                <a:gd name="connsiteX1" fmla="*/ 595708 w 596808"/>
                <a:gd name="connsiteY1" fmla="*/ 0 h 271309"/>
                <a:gd name="connsiteX2" fmla="*/ 596808 w 596808"/>
                <a:gd name="connsiteY2" fmla="*/ 141985 h 271309"/>
                <a:gd name="connsiteX3" fmla="*/ 1101 w 596808"/>
                <a:gd name="connsiteY3" fmla="*/ 271309 h 271309"/>
                <a:gd name="connsiteX4" fmla="*/ 0 w 596808"/>
                <a:gd name="connsiteY4" fmla="*/ 0 h 271309"/>
                <a:gd name="connsiteX0" fmla="*/ 0 w 595708"/>
                <a:gd name="connsiteY0" fmla="*/ 0 h 271309"/>
                <a:gd name="connsiteX1" fmla="*/ 595708 w 595708"/>
                <a:gd name="connsiteY1" fmla="*/ 0 h 271309"/>
                <a:gd name="connsiteX2" fmla="*/ 594186 w 595708"/>
                <a:gd name="connsiteY2" fmla="*/ 141985 h 271309"/>
                <a:gd name="connsiteX3" fmla="*/ 1101 w 595708"/>
                <a:gd name="connsiteY3" fmla="*/ 271309 h 271309"/>
                <a:gd name="connsiteX4" fmla="*/ 0 w 595708"/>
                <a:gd name="connsiteY4" fmla="*/ 0 h 271309"/>
                <a:gd name="connsiteX0" fmla="*/ 0 w 595708"/>
                <a:gd name="connsiteY0" fmla="*/ 0 h 271309"/>
                <a:gd name="connsiteX1" fmla="*/ 595708 w 595708"/>
                <a:gd name="connsiteY1" fmla="*/ 0 h 271309"/>
                <a:gd name="connsiteX2" fmla="*/ 594186 w 595708"/>
                <a:gd name="connsiteY2" fmla="*/ 141985 h 271309"/>
                <a:gd name="connsiteX3" fmla="*/ 1101 w 595708"/>
                <a:gd name="connsiteY3" fmla="*/ 271309 h 271309"/>
                <a:gd name="connsiteX4" fmla="*/ 0 w 595708"/>
                <a:gd name="connsiteY4" fmla="*/ 0 h 271309"/>
                <a:gd name="connsiteX0" fmla="*/ 0 w 595936"/>
                <a:gd name="connsiteY0" fmla="*/ 0 h 271309"/>
                <a:gd name="connsiteX1" fmla="*/ 595708 w 595936"/>
                <a:gd name="connsiteY1" fmla="*/ 0 h 271309"/>
                <a:gd name="connsiteX2" fmla="*/ 594186 w 595936"/>
                <a:gd name="connsiteY2" fmla="*/ 141985 h 271309"/>
                <a:gd name="connsiteX3" fmla="*/ 1101 w 595936"/>
                <a:gd name="connsiteY3" fmla="*/ 271309 h 271309"/>
                <a:gd name="connsiteX4" fmla="*/ 0 w 595936"/>
                <a:gd name="connsiteY4" fmla="*/ 0 h 271309"/>
                <a:gd name="connsiteX0" fmla="*/ 319 w 596255"/>
                <a:gd name="connsiteY0" fmla="*/ 0 h 271309"/>
                <a:gd name="connsiteX1" fmla="*/ 596027 w 596255"/>
                <a:gd name="connsiteY1" fmla="*/ 0 h 271309"/>
                <a:gd name="connsiteX2" fmla="*/ 594505 w 596255"/>
                <a:gd name="connsiteY2" fmla="*/ 141985 h 271309"/>
                <a:gd name="connsiteX3" fmla="*/ 110 w 596255"/>
                <a:gd name="connsiteY3" fmla="*/ 271309 h 271309"/>
                <a:gd name="connsiteX4" fmla="*/ 319 w 596255"/>
                <a:gd name="connsiteY4" fmla="*/ 0 h 271309"/>
                <a:gd name="connsiteX0" fmla="*/ 0 w 595936"/>
                <a:gd name="connsiteY0" fmla="*/ 0 h 271309"/>
                <a:gd name="connsiteX1" fmla="*/ 595708 w 595936"/>
                <a:gd name="connsiteY1" fmla="*/ 0 h 271309"/>
                <a:gd name="connsiteX2" fmla="*/ 594186 w 595936"/>
                <a:gd name="connsiteY2" fmla="*/ 141985 h 271309"/>
                <a:gd name="connsiteX3" fmla="*/ 1101 w 595936"/>
                <a:gd name="connsiteY3" fmla="*/ 271309 h 271309"/>
                <a:gd name="connsiteX4" fmla="*/ 0 w 595936"/>
                <a:gd name="connsiteY4" fmla="*/ 0 h 271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5936" h="271309">
                  <a:moveTo>
                    <a:pt x="0" y="0"/>
                  </a:moveTo>
                  <a:lnTo>
                    <a:pt x="595708" y="0"/>
                  </a:lnTo>
                  <a:cubicBezTo>
                    <a:pt x="595708" y="30988"/>
                    <a:pt x="596806" y="39550"/>
                    <a:pt x="594186" y="141985"/>
                  </a:cubicBezTo>
                  <a:cubicBezTo>
                    <a:pt x="404809" y="352086"/>
                    <a:pt x="341643" y="22672"/>
                    <a:pt x="1101" y="271309"/>
                  </a:cubicBezTo>
                  <a:cubicBezTo>
                    <a:pt x="647" y="226260"/>
                    <a:pt x="454" y="45049"/>
                    <a:pt x="0" y="0"/>
                  </a:cubicBez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696" name="组合 695">
              <a:extLst>
                <a:ext uri="{FF2B5EF4-FFF2-40B4-BE49-F238E27FC236}">
                  <a16:creationId xmlns:a16="http://schemas.microsoft.com/office/drawing/2014/main" id="{C021C280-4CEE-1C54-3FAB-013FDDAD87C0}"/>
                </a:ext>
              </a:extLst>
            </p:cNvPr>
            <p:cNvGrpSpPr/>
            <p:nvPr/>
          </p:nvGrpSpPr>
          <p:grpSpPr>
            <a:xfrm>
              <a:off x="5040167" y="6521415"/>
              <a:ext cx="621640" cy="663817"/>
              <a:chOff x="3656357" y="6507685"/>
              <a:chExt cx="621640" cy="663817"/>
            </a:xfrm>
          </p:grpSpPr>
          <p:sp>
            <p:nvSpPr>
              <p:cNvPr id="704" name="矩形 703">
                <a:extLst>
                  <a:ext uri="{FF2B5EF4-FFF2-40B4-BE49-F238E27FC236}">
                    <a16:creationId xmlns:a16="http://schemas.microsoft.com/office/drawing/2014/main" id="{0925CB65-BB1C-1AA8-04E0-F30934F933A3}"/>
                  </a:ext>
                </a:extLst>
              </p:cNvPr>
              <p:cNvSpPr/>
              <p:nvPr/>
            </p:nvSpPr>
            <p:spPr>
              <a:xfrm>
                <a:off x="3656465" y="6640950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05" name="矩形 704">
                <a:extLst>
                  <a:ext uri="{FF2B5EF4-FFF2-40B4-BE49-F238E27FC236}">
                    <a16:creationId xmlns:a16="http://schemas.microsoft.com/office/drawing/2014/main" id="{0EEF1A3D-CDEA-0190-ABC5-85AA05116C74}"/>
                  </a:ext>
                </a:extLst>
              </p:cNvPr>
              <p:cNvSpPr/>
              <p:nvPr/>
            </p:nvSpPr>
            <p:spPr>
              <a:xfrm>
                <a:off x="3811875" y="6640950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06" name="矩形 705">
                <a:extLst>
                  <a:ext uri="{FF2B5EF4-FFF2-40B4-BE49-F238E27FC236}">
                    <a16:creationId xmlns:a16="http://schemas.microsoft.com/office/drawing/2014/main" id="{104A2DBE-2E3C-1CF9-25A9-FF2BC4D85C17}"/>
                  </a:ext>
                </a:extLst>
              </p:cNvPr>
              <p:cNvSpPr/>
              <p:nvPr/>
            </p:nvSpPr>
            <p:spPr>
              <a:xfrm>
                <a:off x="3967285" y="6640950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07" name="矩形 706">
                <a:extLst>
                  <a:ext uri="{FF2B5EF4-FFF2-40B4-BE49-F238E27FC236}">
                    <a16:creationId xmlns:a16="http://schemas.microsoft.com/office/drawing/2014/main" id="{3B017BC9-0618-A245-A422-D1137A690B20}"/>
                  </a:ext>
                </a:extLst>
              </p:cNvPr>
              <p:cNvSpPr/>
              <p:nvPr/>
            </p:nvSpPr>
            <p:spPr>
              <a:xfrm>
                <a:off x="4122695" y="6640950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08" name="矩形 707">
                <a:extLst>
                  <a:ext uri="{FF2B5EF4-FFF2-40B4-BE49-F238E27FC236}">
                    <a16:creationId xmlns:a16="http://schemas.microsoft.com/office/drawing/2014/main" id="{A5541330-883F-09A0-DDFB-23BDF9D5DD74}"/>
                  </a:ext>
                </a:extLst>
              </p:cNvPr>
              <p:cNvSpPr/>
              <p:nvPr/>
            </p:nvSpPr>
            <p:spPr>
              <a:xfrm>
                <a:off x="3656465" y="6773574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09" name="矩形 708">
                <a:extLst>
                  <a:ext uri="{FF2B5EF4-FFF2-40B4-BE49-F238E27FC236}">
                    <a16:creationId xmlns:a16="http://schemas.microsoft.com/office/drawing/2014/main" id="{B5BF7C6B-8776-B45F-1F8B-2A5C8B074048}"/>
                  </a:ext>
                </a:extLst>
              </p:cNvPr>
              <p:cNvSpPr/>
              <p:nvPr/>
            </p:nvSpPr>
            <p:spPr>
              <a:xfrm>
                <a:off x="3811875" y="6773574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10" name="矩形 709">
                <a:extLst>
                  <a:ext uri="{FF2B5EF4-FFF2-40B4-BE49-F238E27FC236}">
                    <a16:creationId xmlns:a16="http://schemas.microsoft.com/office/drawing/2014/main" id="{91F472D2-F07A-DFF6-BD88-BC8BD19D31A6}"/>
                  </a:ext>
                </a:extLst>
              </p:cNvPr>
              <p:cNvSpPr/>
              <p:nvPr/>
            </p:nvSpPr>
            <p:spPr>
              <a:xfrm>
                <a:off x="3967285" y="6773574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11" name="矩形 710">
                <a:extLst>
                  <a:ext uri="{FF2B5EF4-FFF2-40B4-BE49-F238E27FC236}">
                    <a16:creationId xmlns:a16="http://schemas.microsoft.com/office/drawing/2014/main" id="{18DB2E74-869C-D7F1-C503-33FD2BC50E09}"/>
                  </a:ext>
                </a:extLst>
              </p:cNvPr>
              <p:cNvSpPr/>
              <p:nvPr/>
            </p:nvSpPr>
            <p:spPr>
              <a:xfrm>
                <a:off x="4122695" y="6773574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12" name="矩形 711">
                <a:extLst>
                  <a:ext uri="{FF2B5EF4-FFF2-40B4-BE49-F238E27FC236}">
                    <a16:creationId xmlns:a16="http://schemas.microsoft.com/office/drawing/2014/main" id="{DB019D52-4825-F2EA-5D9D-5CB1E48F65C6}"/>
                  </a:ext>
                </a:extLst>
              </p:cNvPr>
              <p:cNvSpPr/>
              <p:nvPr/>
            </p:nvSpPr>
            <p:spPr>
              <a:xfrm>
                <a:off x="3656357" y="690625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13" name="矩形 712">
                <a:extLst>
                  <a:ext uri="{FF2B5EF4-FFF2-40B4-BE49-F238E27FC236}">
                    <a16:creationId xmlns:a16="http://schemas.microsoft.com/office/drawing/2014/main" id="{119144CC-73AB-F977-F02E-D22AA4B8C52D}"/>
                  </a:ext>
                </a:extLst>
              </p:cNvPr>
              <p:cNvSpPr/>
              <p:nvPr/>
            </p:nvSpPr>
            <p:spPr>
              <a:xfrm>
                <a:off x="3811767" y="690625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14" name="矩形 713">
                <a:extLst>
                  <a:ext uri="{FF2B5EF4-FFF2-40B4-BE49-F238E27FC236}">
                    <a16:creationId xmlns:a16="http://schemas.microsoft.com/office/drawing/2014/main" id="{9749B7A1-E929-BD3D-2844-26AC403D34AC}"/>
                  </a:ext>
                </a:extLst>
              </p:cNvPr>
              <p:cNvSpPr/>
              <p:nvPr/>
            </p:nvSpPr>
            <p:spPr>
              <a:xfrm>
                <a:off x="3967177" y="690625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15" name="矩形 714">
                <a:extLst>
                  <a:ext uri="{FF2B5EF4-FFF2-40B4-BE49-F238E27FC236}">
                    <a16:creationId xmlns:a16="http://schemas.microsoft.com/office/drawing/2014/main" id="{DA321C66-E38B-5A7C-4F9C-A4C390A2A3F3}"/>
                  </a:ext>
                </a:extLst>
              </p:cNvPr>
              <p:cNvSpPr/>
              <p:nvPr/>
            </p:nvSpPr>
            <p:spPr>
              <a:xfrm>
                <a:off x="4122587" y="690625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16" name="矩形 715">
                <a:extLst>
                  <a:ext uri="{FF2B5EF4-FFF2-40B4-BE49-F238E27FC236}">
                    <a16:creationId xmlns:a16="http://schemas.microsoft.com/office/drawing/2014/main" id="{367B639E-DE5A-9194-8BC8-7A4BD3E645C7}"/>
                  </a:ext>
                </a:extLst>
              </p:cNvPr>
              <p:cNvSpPr/>
              <p:nvPr/>
            </p:nvSpPr>
            <p:spPr>
              <a:xfrm>
                <a:off x="3656357" y="7038879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24" name="矩形 723">
                <a:extLst>
                  <a:ext uri="{FF2B5EF4-FFF2-40B4-BE49-F238E27FC236}">
                    <a16:creationId xmlns:a16="http://schemas.microsoft.com/office/drawing/2014/main" id="{F87F7574-D6E1-50F6-BE18-D5B8F1AA20E7}"/>
                  </a:ext>
                </a:extLst>
              </p:cNvPr>
              <p:cNvSpPr/>
              <p:nvPr/>
            </p:nvSpPr>
            <p:spPr>
              <a:xfrm>
                <a:off x="3811767" y="7038879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25" name="矩形 724">
                <a:extLst>
                  <a:ext uri="{FF2B5EF4-FFF2-40B4-BE49-F238E27FC236}">
                    <a16:creationId xmlns:a16="http://schemas.microsoft.com/office/drawing/2014/main" id="{8D8E660A-5468-698F-DB29-E2A5267A1B24}"/>
                  </a:ext>
                </a:extLst>
              </p:cNvPr>
              <p:cNvSpPr/>
              <p:nvPr/>
            </p:nvSpPr>
            <p:spPr>
              <a:xfrm>
                <a:off x="3967177" y="7038879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26" name="矩形 725">
                <a:extLst>
                  <a:ext uri="{FF2B5EF4-FFF2-40B4-BE49-F238E27FC236}">
                    <a16:creationId xmlns:a16="http://schemas.microsoft.com/office/drawing/2014/main" id="{4CEEF568-C707-6FB5-5BCD-D067E1F7E167}"/>
                  </a:ext>
                </a:extLst>
              </p:cNvPr>
              <p:cNvSpPr/>
              <p:nvPr/>
            </p:nvSpPr>
            <p:spPr>
              <a:xfrm>
                <a:off x="4122587" y="7038879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27" name="矩形 726">
                <a:extLst>
                  <a:ext uri="{FF2B5EF4-FFF2-40B4-BE49-F238E27FC236}">
                    <a16:creationId xmlns:a16="http://schemas.microsoft.com/office/drawing/2014/main" id="{3F5E0304-0DAE-4FE6-8BCA-CABACD65FDF0}"/>
                  </a:ext>
                </a:extLst>
              </p:cNvPr>
              <p:cNvSpPr/>
              <p:nvPr/>
            </p:nvSpPr>
            <p:spPr>
              <a:xfrm>
                <a:off x="3656357" y="650768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28" name="矩形 727">
                <a:extLst>
                  <a:ext uri="{FF2B5EF4-FFF2-40B4-BE49-F238E27FC236}">
                    <a16:creationId xmlns:a16="http://schemas.microsoft.com/office/drawing/2014/main" id="{3C379674-0092-40BB-1636-3CC7D8DD7694}"/>
                  </a:ext>
                </a:extLst>
              </p:cNvPr>
              <p:cNvSpPr/>
              <p:nvPr/>
            </p:nvSpPr>
            <p:spPr>
              <a:xfrm>
                <a:off x="3811767" y="650768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29" name="矩形 728">
                <a:extLst>
                  <a:ext uri="{FF2B5EF4-FFF2-40B4-BE49-F238E27FC236}">
                    <a16:creationId xmlns:a16="http://schemas.microsoft.com/office/drawing/2014/main" id="{5C405B80-EC6B-8B7C-EA33-480ECC9F1A16}"/>
                  </a:ext>
                </a:extLst>
              </p:cNvPr>
              <p:cNvSpPr/>
              <p:nvPr/>
            </p:nvSpPr>
            <p:spPr>
              <a:xfrm>
                <a:off x="3967177" y="650768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30" name="矩形 729">
                <a:extLst>
                  <a:ext uri="{FF2B5EF4-FFF2-40B4-BE49-F238E27FC236}">
                    <a16:creationId xmlns:a16="http://schemas.microsoft.com/office/drawing/2014/main" id="{9F63CC71-5E3C-B338-C352-FC38EFAE2557}"/>
                  </a:ext>
                </a:extLst>
              </p:cNvPr>
              <p:cNvSpPr/>
              <p:nvPr/>
            </p:nvSpPr>
            <p:spPr>
              <a:xfrm>
                <a:off x="4122587" y="650768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53" name="组合 52">
            <a:extLst>
              <a:ext uri="{FF2B5EF4-FFF2-40B4-BE49-F238E27FC236}">
                <a16:creationId xmlns:a16="http://schemas.microsoft.com/office/drawing/2014/main" id="{D4727E77-57A4-3A43-CE4C-72B04FF05925}"/>
              </a:ext>
            </a:extLst>
          </p:cNvPr>
          <p:cNvGrpSpPr/>
          <p:nvPr/>
        </p:nvGrpSpPr>
        <p:grpSpPr>
          <a:xfrm>
            <a:off x="6951059" y="6074232"/>
            <a:ext cx="621640" cy="663817"/>
            <a:chOff x="5040167" y="6521415"/>
            <a:chExt cx="621640" cy="663817"/>
          </a:xfrm>
        </p:grpSpPr>
        <p:sp>
          <p:nvSpPr>
            <p:cNvPr id="54" name="矩形 1174">
              <a:extLst>
                <a:ext uri="{FF2B5EF4-FFF2-40B4-BE49-F238E27FC236}">
                  <a16:creationId xmlns:a16="http://schemas.microsoft.com/office/drawing/2014/main" id="{C0F275F7-BBEA-AD92-9115-BB1C5EE61543}"/>
                </a:ext>
              </a:extLst>
            </p:cNvPr>
            <p:cNvSpPr/>
            <p:nvPr/>
          </p:nvSpPr>
          <p:spPr>
            <a:xfrm rot="10800000">
              <a:off x="5041542" y="6760560"/>
              <a:ext cx="618706" cy="201627"/>
            </a:xfrm>
            <a:custGeom>
              <a:avLst/>
              <a:gdLst>
                <a:gd name="connsiteX0" fmla="*/ 0 w 595706"/>
                <a:gd name="connsiteY0" fmla="*/ 0 h 92965"/>
                <a:gd name="connsiteX1" fmla="*/ 595706 w 595706"/>
                <a:gd name="connsiteY1" fmla="*/ 0 h 92965"/>
                <a:gd name="connsiteX2" fmla="*/ 595706 w 595706"/>
                <a:gd name="connsiteY2" fmla="*/ 92965 h 92965"/>
                <a:gd name="connsiteX3" fmla="*/ 0 w 595706"/>
                <a:gd name="connsiteY3" fmla="*/ 92965 h 92965"/>
                <a:gd name="connsiteX4" fmla="*/ 0 w 595706"/>
                <a:gd name="connsiteY4" fmla="*/ 0 h 92965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1422 w 594406"/>
                <a:gd name="connsiteY0" fmla="*/ 21376 h 135147"/>
                <a:gd name="connsiteX1" fmla="*/ 594406 w 594406"/>
                <a:gd name="connsiteY1" fmla="*/ 0 h 135147"/>
                <a:gd name="connsiteX2" fmla="*/ 594406 w 594406"/>
                <a:gd name="connsiteY2" fmla="*/ 92965 h 135147"/>
                <a:gd name="connsiteX3" fmla="*/ 61 w 594406"/>
                <a:gd name="connsiteY3" fmla="*/ 135147 h 135147"/>
                <a:gd name="connsiteX4" fmla="*/ 1422 w 594406"/>
                <a:gd name="connsiteY4" fmla="*/ 21376 h 135147"/>
                <a:gd name="connsiteX0" fmla="*/ 1422 w 594406"/>
                <a:gd name="connsiteY0" fmla="*/ 15599 h 135147"/>
                <a:gd name="connsiteX1" fmla="*/ 594406 w 594406"/>
                <a:gd name="connsiteY1" fmla="*/ 0 h 135147"/>
                <a:gd name="connsiteX2" fmla="*/ 594406 w 594406"/>
                <a:gd name="connsiteY2" fmla="*/ 92965 h 135147"/>
                <a:gd name="connsiteX3" fmla="*/ 61 w 594406"/>
                <a:gd name="connsiteY3" fmla="*/ 135147 h 135147"/>
                <a:gd name="connsiteX4" fmla="*/ 1422 w 594406"/>
                <a:gd name="connsiteY4" fmla="*/ 15599 h 135147"/>
                <a:gd name="connsiteX0" fmla="*/ 131 w 594476"/>
                <a:gd name="connsiteY0" fmla="*/ 4622 h 135147"/>
                <a:gd name="connsiteX1" fmla="*/ 594476 w 594476"/>
                <a:gd name="connsiteY1" fmla="*/ 0 h 135147"/>
                <a:gd name="connsiteX2" fmla="*/ 594476 w 594476"/>
                <a:gd name="connsiteY2" fmla="*/ 92965 h 135147"/>
                <a:gd name="connsiteX3" fmla="*/ 131 w 594476"/>
                <a:gd name="connsiteY3" fmla="*/ 135147 h 135147"/>
                <a:gd name="connsiteX4" fmla="*/ 131 w 594476"/>
                <a:gd name="connsiteY4" fmla="*/ 4622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22423 h 139660"/>
                <a:gd name="connsiteX1" fmla="*/ 595706 w 595706"/>
                <a:gd name="connsiteY1" fmla="*/ 4513 h 139660"/>
                <a:gd name="connsiteX2" fmla="*/ 595706 w 595706"/>
                <a:gd name="connsiteY2" fmla="*/ 97478 h 139660"/>
                <a:gd name="connsiteX3" fmla="*/ 1361 w 595706"/>
                <a:gd name="connsiteY3" fmla="*/ 139660 h 139660"/>
                <a:gd name="connsiteX4" fmla="*/ 0 w 595706"/>
                <a:gd name="connsiteY4" fmla="*/ 22423 h 139660"/>
                <a:gd name="connsiteX0" fmla="*/ 0 w 595706"/>
                <a:gd name="connsiteY0" fmla="*/ 26413 h 143650"/>
                <a:gd name="connsiteX1" fmla="*/ 595706 w 595706"/>
                <a:gd name="connsiteY1" fmla="*/ 8503 h 143650"/>
                <a:gd name="connsiteX2" fmla="*/ 595706 w 595706"/>
                <a:gd name="connsiteY2" fmla="*/ 101468 h 143650"/>
                <a:gd name="connsiteX3" fmla="*/ 1361 w 595706"/>
                <a:gd name="connsiteY3" fmla="*/ 143650 h 143650"/>
                <a:gd name="connsiteX4" fmla="*/ 0 w 595706"/>
                <a:gd name="connsiteY4" fmla="*/ 26413 h 143650"/>
                <a:gd name="connsiteX0" fmla="*/ 0 w 595706"/>
                <a:gd name="connsiteY0" fmla="*/ 21286 h 138523"/>
                <a:gd name="connsiteX1" fmla="*/ 595706 w 595706"/>
                <a:gd name="connsiteY1" fmla="*/ 3376 h 138523"/>
                <a:gd name="connsiteX2" fmla="*/ 595706 w 595706"/>
                <a:gd name="connsiteY2" fmla="*/ 96341 h 138523"/>
                <a:gd name="connsiteX3" fmla="*/ 1361 w 595706"/>
                <a:gd name="connsiteY3" fmla="*/ 138523 h 138523"/>
                <a:gd name="connsiteX4" fmla="*/ 0 w 595706"/>
                <a:gd name="connsiteY4" fmla="*/ 21286 h 138523"/>
                <a:gd name="connsiteX0" fmla="*/ 0 w 595706"/>
                <a:gd name="connsiteY0" fmla="*/ 22534 h 139771"/>
                <a:gd name="connsiteX1" fmla="*/ 595706 w 595706"/>
                <a:gd name="connsiteY1" fmla="*/ 4624 h 139771"/>
                <a:gd name="connsiteX2" fmla="*/ 595706 w 595706"/>
                <a:gd name="connsiteY2" fmla="*/ 97589 h 139771"/>
                <a:gd name="connsiteX3" fmla="*/ 1361 w 595706"/>
                <a:gd name="connsiteY3" fmla="*/ 139771 h 139771"/>
                <a:gd name="connsiteX4" fmla="*/ 0 w 595706"/>
                <a:gd name="connsiteY4" fmla="*/ 22534 h 139771"/>
                <a:gd name="connsiteX0" fmla="*/ 0 w 595706"/>
                <a:gd name="connsiteY0" fmla="*/ 23494 h 140731"/>
                <a:gd name="connsiteX1" fmla="*/ 595706 w 595706"/>
                <a:gd name="connsiteY1" fmla="*/ 2118 h 140731"/>
                <a:gd name="connsiteX2" fmla="*/ 595706 w 595706"/>
                <a:gd name="connsiteY2" fmla="*/ 98549 h 140731"/>
                <a:gd name="connsiteX3" fmla="*/ 1361 w 595706"/>
                <a:gd name="connsiteY3" fmla="*/ 140731 h 140731"/>
                <a:gd name="connsiteX4" fmla="*/ 0 w 595706"/>
                <a:gd name="connsiteY4" fmla="*/ 23494 h 140731"/>
                <a:gd name="connsiteX0" fmla="*/ 0 w 595706"/>
                <a:gd name="connsiteY0" fmla="*/ 23494 h 140731"/>
                <a:gd name="connsiteX1" fmla="*/ 595706 w 595706"/>
                <a:gd name="connsiteY1" fmla="*/ 2118 h 140731"/>
                <a:gd name="connsiteX2" fmla="*/ 595706 w 595706"/>
                <a:gd name="connsiteY2" fmla="*/ 98549 h 140731"/>
                <a:gd name="connsiteX3" fmla="*/ 1361 w 595706"/>
                <a:gd name="connsiteY3" fmla="*/ 140731 h 140731"/>
                <a:gd name="connsiteX4" fmla="*/ 0 w 595706"/>
                <a:gd name="connsiteY4" fmla="*/ 23494 h 140731"/>
                <a:gd name="connsiteX0" fmla="*/ 0 w 595706"/>
                <a:gd name="connsiteY0" fmla="*/ 25030 h 142267"/>
                <a:gd name="connsiteX1" fmla="*/ 595706 w 595706"/>
                <a:gd name="connsiteY1" fmla="*/ 3654 h 142267"/>
                <a:gd name="connsiteX2" fmla="*/ 595706 w 595706"/>
                <a:gd name="connsiteY2" fmla="*/ 100085 h 142267"/>
                <a:gd name="connsiteX3" fmla="*/ 1361 w 595706"/>
                <a:gd name="connsiteY3" fmla="*/ 142267 h 142267"/>
                <a:gd name="connsiteX4" fmla="*/ 0 w 595706"/>
                <a:gd name="connsiteY4" fmla="*/ 25030 h 142267"/>
                <a:gd name="connsiteX0" fmla="*/ 0 w 595706"/>
                <a:gd name="connsiteY0" fmla="*/ 22091 h 139328"/>
                <a:gd name="connsiteX1" fmla="*/ 595706 w 595706"/>
                <a:gd name="connsiteY1" fmla="*/ 715 h 139328"/>
                <a:gd name="connsiteX2" fmla="*/ 595706 w 595706"/>
                <a:gd name="connsiteY2" fmla="*/ 97146 h 139328"/>
                <a:gd name="connsiteX3" fmla="*/ 1361 w 595706"/>
                <a:gd name="connsiteY3" fmla="*/ 139328 h 139328"/>
                <a:gd name="connsiteX4" fmla="*/ 0 w 595706"/>
                <a:gd name="connsiteY4" fmla="*/ 22091 h 139328"/>
                <a:gd name="connsiteX0" fmla="*/ 0 w 595706"/>
                <a:gd name="connsiteY0" fmla="*/ 23573 h 140810"/>
                <a:gd name="connsiteX1" fmla="*/ 595706 w 595706"/>
                <a:gd name="connsiteY1" fmla="*/ 2197 h 140810"/>
                <a:gd name="connsiteX2" fmla="*/ 595706 w 595706"/>
                <a:gd name="connsiteY2" fmla="*/ 98628 h 140810"/>
                <a:gd name="connsiteX3" fmla="*/ 1361 w 595706"/>
                <a:gd name="connsiteY3" fmla="*/ 140810 h 140810"/>
                <a:gd name="connsiteX4" fmla="*/ 0 w 595706"/>
                <a:gd name="connsiteY4" fmla="*/ 23573 h 140810"/>
                <a:gd name="connsiteX0" fmla="*/ 0 w 595706"/>
                <a:gd name="connsiteY0" fmla="*/ 21908 h 139145"/>
                <a:gd name="connsiteX1" fmla="*/ 595706 w 595706"/>
                <a:gd name="connsiteY1" fmla="*/ 532 h 139145"/>
                <a:gd name="connsiteX2" fmla="*/ 595706 w 595706"/>
                <a:gd name="connsiteY2" fmla="*/ 96963 h 139145"/>
                <a:gd name="connsiteX3" fmla="*/ 1361 w 595706"/>
                <a:gd name="connsiteY3" fmla="*/ 139145 h 139145"/>
                <a:gd name="connsiteX4" fmla="*/ 0 w 595706"/>
                <a:gd name="connsiteY4" fmla="*/ 21908 h 139145"/>
                <a:gd name="connsiteX0" fmla="*/ 0 w 595706"/>
                <a:gd name="connsiteY0" fmla="*/ 23863 h 141100"/>
                <a:gd name="connsiteX1" fmla="*/ 595706 w 595706"/>
                <a:gd name="connsiteY1" fmla="*/ 2487 h 141100"/>
                <a:gd name="connsiteX2" fmla="*/ 595706 w 595706"/>
                <a:gd name="connsiteY2" fmla="*/ 98918 h 141100"/>
                <a:gd name="connsiteX3" fmla="*/ 1361 w 595706"/>
                <a:gd name="connsiteY3" fmla="*/ 141100 h 141100"/>
                <a:gd name="connsiteX4" fmla="*/ 0 w 595706"/>
                <a:gd name="connsiteY4" fmla="*/ 23863 h 141100"/>
                <a:gd name="connsiteX0" fmla="*/ 0 w 595706"/>
                <a:gd name="connsiteY0" fmla="*/ 24472 h 141709"/>
                <a:gd name="connsiteX1" fmla="*/ 595706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0 w 595706"/>
                <a:gd name="connsiteY0" fmla="*/ 24267 h 141504"/>
                <a:gd name="connsiteX1" fmla="*/ 595706 w 595706"/>
                <a:gd name="connsiteY1" fmla="*/ 2891 h 141504"/>
                <a:gd name="connsiteX2" fmla="*/ 595706 w 595706"/>
                <a:gd name="connsiteY2" fmla="*/ 99322 h 141504"/>
                <a:gd name="connsiteX3" fmla="*/ 1361 w 595706"/>
                <a:gd name="connsiteY3" fmla="*/ 141504 h 141504"/>
                <a:gd name="connsiteX4" fmla="*/ 0 w 595706"/>
                <a:gd name="connsiteY4" fmla="*/ 24267 h 141504"/>
                <a:gd name="connsiteX0" fmla="*/ 0 w 595706"/>
                <a:gd name="connsiteY0" fmla="*/ 24472 h 141709"/>
                <a:gd name="connsiteX1" fmla="*/ 595706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0 w 595706"/>
                <a:gd name="connsiteY0" fmla="*/ 24472 h 141709"/>
                <a:gd name="connsiteX1" fmla="*/ 594353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124 w 595830"/>
                <a:gd name="connsiteY0" fmla="*/ 24472 h 141709"/>
                <a:gd name="connsiteX1" fmla="*/ 594477 w 595830"/>
                <a:gd name="connsiteY1" fmla="*/ 3096 h 141709"/>
                <a:gd name="connsiteX2" fmla="*/ 595830 w 595830"/>
                <a:gd name="connsiteY2" fmla="*/ 99527 h 141709"/>
                <a:gd name="connsiteX3" fmla="*/ 131 w 595830"/>
                <a:gd name="connsiteY3" fmla="*/ 141709 h 141709"/>
                <a:gd name="connsiteX4" fmla="*/ 124 w 595830"/>
                <a:gd name="connsiteY4" fmla="*/ 24472 h 141709"/>
                <a:gd name="connsiteX0" fmla="*/ 124 w 597179"/>
                <a:gd name="connsiteY0" fmla="*/ 25207 h 142444"/>
                <a:gd name="connsiteX1" fmla="*/ 597179 w 597179"/>
                <a:gd name="connsiteY1" fmla="*/ 481 h 142444"/>
                <a:gd name="connsiteX2" fmla="*/ 595830 w 597179"/>
                <a:gd name="connsiteY2" fmla="*/ 100262 h 142444"/>
                <a:gd name="connsiteX3" fmla="*/ 131 w 597179"/>
                <a:gd name="connsiteY3" fmla="*/ 142444 h 142444"/>
                <a:gd name="connsiteX4" fmla="*/ 124 w 597179"/>
                <a:gd name="connsiteY4" fmla="*/ 25207 h 142444"/>
                <a:gd name="connsiteX0" fmla="*/ 124 w 595889"/>
                <a:gd name="connsiteY0" fmla="*/ 25842 h 143079"/>
                <a:gd name="connsiteX1" fmla="*/ 594477 w 595889"/>
                <a:gd name="connsiteY1" fmla="*/ 0 h 143079"/>
                <a:gd name="connsiteX2" fmla="*/ 595830 w 595889"/>
                <a:gd name="connsiteY2" fmla="*/ 100897 h 143079"/>
                <a:gd name="connsiteX3" fmla="*/ 131 w 595889"/>
                <a:gd name="connsiteY3" fmla="*/ 143079 h 143079"/>
                <a:gd name="connsiteX4" fmla="*/ 124 w 595889"/>
                <a:gd name="connsiteY4" fmla="*/ 25842 h 143079"/>
                <a:gd name="connsiteX0" fmla="*/ 124 w 595889"/>
                <a:gd name="connsiteY0" fmla="*/ 24713 h 141950"/>
                <a:gd name="connsiteX1" fmla="*/ 594477 w 595889"/>
                <a:gd name="connsiteY1" fmla="*/ 2221 h 141950"/>
                <a:gd name="connsiteX2" fmla="*/ 595830 w 595889"/>
                <a:gd name="connsiteY2" fmla="*/ 99768 h 141950"/>
                <a:gd name="connsiteX3" fmla="*/ 131 w 595889"/>
                <a:gd name="connsiteY3" fmla="*/ 141950 h 141950"/>
                <a:gd name="connsiteX4" fmla="*/ 124 w 595889"/>
                <a:gd name="connsiteY4" fmla="*/ 24713 h 141950"/>
                <a:gd name="connsiteX0" fmla="*/ 124 w 595959"/>
                <a:gd name="connsiteY0" fmla="*/ 24713 h 141950"/>
                <a:gd name="connsiteX1" fmla="*/ 595828 w 595959"/>
                <a:gd name="connsiteY1" fmla="*/ 2221 h 141950"/>
                <a:gd name="connsiteX2" fmla="*/ 595830 w 595959"/>
                <a:gd name="connsiteY2" fmla="*/ 99768 h 141950"/>
                <a:gd name="connsiteX3" fmla="*/ 131 w 595959"/>
                <a:gd name="connsiteY3" fmla="*/ 141950 h 141950"/>
                <a:gd name="connsiteX4" fmla="*/ 124 w 595959"/>
                <a:gd name="connsiteY4" fmla="*/ 24713 h 141950"/>
                <a:gd name="connsiteX0" fmla="*/ 124 w 595959"/>
                <a:gd name="connsiteY0" fmla="*/ 24925 h 142162"/>
                <a:gd name="connsiteX1" fmla="*/ 595828 w 595959"/>
                <a:gd name="connsiteY1" fmla="*/ 2433 h 142162"/>
                <a:gd name="connsiteX2" fmla="*/ 595830 w 595959"/>
                <a:gd name="connsiteY2" fmla="*/ 99980 h 142162"/>
                <a:gd name="connsiteX3" fmla="*/ 131 w 595959"/>
                <a:gd name="connsiteY3" fmla="*/ 142162 h 142162"/>
                <a:gd name="connsiteX4" fmla="*/ 124 w 595959"/>
                <a:gd name="connsiteY4" fmla="*/ 24925 h 142162"/>
                <a:gd name="connsiteX0" fmla="*/ 124 w 595959"/>
                <a:gd name="connsiteY0" fmla="*/ 22492 h 139729"/>
                <a:gd name="connsiteX1" fmla="*/ 595828 w 595959"/>
                <a:gd name="connsiteY1" fmla="*/ 0 h 139729"/>
                <a:gd name="connsiteX2" fmla="*/ 595830 w 595959"/>
                <a:gd name="connsiteY2" fmla="*/ 97547 h 139729"/>
                <a:gd name="connsiteX3" fmla="*/ 131 w 595959"/>
                <a:gd name="connsiteY3" fmla="*/ 139729 h 139729"/>
                <a:gd name="connsiteX4" fmla="*/ 124 w 595959"/>
                <a:gd name="connsiteY4" fmla="*/ 22492 h 139729"/>
                <a:gd name="connsiteX0" fmla="*/ 124 w 595959"/>
                <a:gd name="connsiteY0" fmla="*/ 25585 h 142822"/>
                <a:gd name="connsiteX1" fmla="*/ 595828 w 595959"/>
                <a:gd name="connsiteY1" fmla="*/ 3093 h 142822"/>
                <a:gd name="connsiteX2" fmla="*/ 595830 w 595959"/>
                <a:gd name="connsiteY2" fmla="*/ 100640 h 142822"/>
                <a:gd name="connsiteX3" fmla="*/ 131 w 595959"/>
                <a:gd name="connsiteY3" fmla="*/ 142822 h 142822"/>
                <a:gd name="connsiteX4" fmla="*/ 124 w 595959"/>
                <a:gd name="connsiteY4" fmla="*/ 25585 h 142822"/>
                <a:gd name="connsiteX0" fmla="*/ 124 w 595959"/>
                <a:gd name="connsiteY0" fmla="*/ 25585 h 142822"/>
                <a:gd name="connsiteX1" fmla="*/ 595828 w 595959"/>
                <a:gd name="connsiteY1" fmla="*/ 3093 h 142822"/>
                <a:gd name="connsiteX2" fmla="*/ 595830 w 595959"/>
                <a:gd name="connsiteY2" fmla="*/ 100640 h 142822"/>
                <a:gd name="connsiteX3" fmla="*/ 131 w 595959"/>
                <a:gd name="connsiteY3" fmla="*/ 142822 h 142822"/>
                <a:gd name="connsiteX4" fmla="*/ 124 w 595959"/>
                <a:gd name="connsiteY4" fmla="*/ 25585 h 142822"/>
                <a:gd name="connsiteX0" fmla="*/ 124 w 595959"/>
                <a:gd name="connsiteY0" fmla="*/ 26512 h 143749"/>
                <a:gd name="connsiteX1" fmla="*/ 595828 w 595959"/>
                <a:gd name="connsiteY1" fmla="*/ 4020 h 143749"/>
                <a:gd name="connsiteX2" fmla="*/ 595830 w 595959"/>
                <a:gd name="connsiteY2" fmla="*/ 101567 h 143749"/>
                <a:gd name="connsiteX3" fmla="*/ 131 w 595959"/>
                <a:gd name="connsiteY3" fmla="*/ 143749 h 143749"/>
                <a:gd name="connsiteX4" fmla="*/ 124 w 595959"/>
                <a:gd name="connsiteY4" fmla="*/ 26512 h 143749"/>
                <a:gd name="connsiteX0" fmla="*/ 124 w 595959"/>
                <a:gd name="connsiteY0" fmla="*/ 26512 h 143749"/>
                <a:gd name="connsiteX1" fmla="*/ 595828 w 595959"/>
                <a:gd name="connsiteY1" fmla="*/ 4020 h 143749"/>
                <a:gd name="connsiteX2" fmla="*/ 595830 w 595959"/>
                <a:gd name="connsiteY2" fmla="*/ 101567 h 143749"/>
                <a:gd name="connsiteX3" fmla="*/ 131 w 595959"/>
                <a:gd name="connsiteY3" fmla="*/ 143749 h 143749"/>
                <a:gd name="connsiteX4" fmla="*/ 124 w 595959"/>
                <a:gd name="connsiteY4" fmla="*/ 26512 h 143749"/>
                <a:gd name="connsiteX0" fmla="*/ 124 w 595959"/>
                <a:gd name="connsiteY0" fmla="*/ 28496 h 145733"/>
                <a:gd name="connsiteX1" fmla="*/ 595828 w 595959"/>
                <a:gd name="connsiteY1" fmla="*/ 6004 h 145733"/>
                <a:gd name="connsiteX2" fmla="*/ 595830 w 595959"/>
                <a:gd name="connsiteY2" fmla="*/ 103551 h 145733"/>
                <a:gd name="connsiteX3" fmla="*/ 131 w 595959"/>
                <a:gd name="connsiteY3" fmla="*/ 145733 h 145733"/>
                <a:gd name="connsiteX4" fmla="*/ 124 w 595959"/>
                <a:gd name="connsiteY4" fmla="*/ 28496 h 14573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856"/>
                <a:gd name="connsiteY0" fmla="*/ 41841 h 159078"/>
                <a:gd name="connsiteX1" fmla="*/ 591261 w 595856"/>
                <a:gd name="connsiteY1" fmla="*/ 0 h 159078"/>
                <a:gd name="connsiteX2" fmla="*/ 595830 w 595856"/>
                <a:gd name="connsiteY2" fmla="*/ 116896 h 159078"/>
                <a:gd name="connsiteX3" fmla="*/ 131 w 595856"/>
                <a:gd name="connsiteY3" fmla="*/ 159078 h 159078"/>
                <a:gd name="connsiteX4" fmla="*/ 124 w 595856"/>
                <a:gd name="connsiteY4" fmla="*/ 41841 h 159078"/>
                <a:gd name="connsiteX0" fmla="*/ 124 w 595959"/>
                <a:gd name="connsiteY0" fmla="*/ 41841 h 159078"/>
                <a:gd name="connsiteX1" fmla="*/ 595828 w 595959"/>
                <a:gd name="connsiteY1" fmla="*/ 0 h 159078"/>
                <a:gd name="connsiteX2" fmla="*/ 595830 w 595959"/>
                <a:gd name="connsiteY2" fmla="*/ 116896 h 159078"/>
                <a:gd name="connsiteX3" fmla="*/ 131 w 595959"/>
                <a:gd name="connsiteY3" fmla="*/ 159078 h 159078"/>
                <a:gd name="connsiteX4" fmla="*/ 124 w 595959"/>
                <a:gd name="connsiteY4" fmla="*/ 41841 h 159078"/>
                <a:gd name="connsiteX0" fmla="*/ 124 w 597349"/>
                <a:gd name="connsiteY0" fmla="*/ 42378 h 159615"/>
                <a:gd name="connsiteX1" fmla="*/ 597349 w 597349"/>
                <a:gd name="connsiteY1" fmla="*/ 0 h 159615"/>
                <a:gd name="connsiteX2" fmla="*/ 595830 w 597349"/>
                <a:gd name="connsiteY2" fmla="*/ 117433 h 159615"/>
                <a:gd name="connsiteX3" fmla="*/ 131 w 597349"/>
                <a:gd name="connsiteY3" fmla="*/ 159615 h 159615"/>
                <a:gd name="connsiteX4" fmla="*/ 124 w 597349"/>
                <a:gd name="connsiteY4" fmla="*/ 42378 h 159615"/>
                <a:gd name="connsiteX0" fmla="*/ 124 w 600443"/>
                <a:gd name="connsiteY0" fmla="*/ 42378 h 159615"/>
                <a:gd name="connsiteX1" fmla="*/ 597349 w 600443"/>
                <a:gd name="connsiteY1" fmla="*/ 0 h 159615"/>
                <a:gd name="connsiteX2" fmla="*/ 600408 w 600443"/>
                <a:gd name="connsiteY2" fmla="*/ 117433 h 159615"/>
                <a:gd name="connsiteX3" fmla="*/ 131 w 600443"/>
                <a:gd name="connsiteY3" fmla="*/ 159615 h 159615"/>
                <a:gd name="connsiteX4" fmla="*/ 124 w 600443"/>
                <a:gd name="connsiteY4" fmla="*/ 42378 h 159615"/>
                <a:gd name="connsiteX0" fmla="*/ 124 w 600537"/>
                <a:gd name="connsiteY0" fmla="*/ 42378 h 159615"/>
                <a:gd name="connsiteX1" fmla="*/ 600401 w 600537"/>
                <a:gd name="connsiteY1" fmla="*/ 0 h 159615"/>
                <a:gd name="connsiteX2" fmla="*/ 600408 w 600537"/>
                <a:gd name="connsiteY2" fmla="*/ 117433 h 159615"/>
                <a:gd name="connsiteX3" fmla="*/ 131 w 600537"/>
                <a:gd name="connsiteY3" fmla="*/ 159615 h 159615"/>
                <a:gd name="connsiteX4" fmla="*/ 124 w 600537"/>
                <a:gd name="connsiteY4" fmla="*/ 42378 h 159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0537" h="159615">
                  <a:moveTo>
                    <a:pt x="124" y="42378"/>
                  </a:moveTo>
                  <a:cubicBezTo>
                    <a:pt x="296414" y="-50243"/>
                    <a:pt x="418111" y="75773"/>
                    <a:pt x="600401" y="0"/>
                  </a:cubicBezTo>
                  <a:cubicBezTo>
                    <a:pt x="599951" y="33260"/>
                    <a:pt x="600858" y="84173"/>
                    <a:pt x="600408" y="117433"/>
                  </a:cubicBezTo>
                  <a:cubicBezTo>
                    <a:pt x="395490" y="192726"/>
                    <a:pt x="285331" y="62551"/>
                    <a:pt x="131" y="159615"/>
                  </a:cubicBezTo>
                  <a:cubicBezTo>
                    <a:pt x="-323" y="114566"/>
                    <a:pt x="578" y="87427"/>
                    <a:pt x="124" y="42378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5" name="矩形 1174">
              <a:extLst>
                <a:ext uri="{FF2B5EF4-FFF2-40B4-BE49-F238E27FC236}">
                  <a16:creationId xmlns:a16="http://schemas.microsoft.com/office/drawing/2014/main" id="{C8682012-ED77-363F-B90A-F668D851D3A6}"/>
                </a:ext>
              </a:extLst>
            </p:cNvPr>
            <p:cNvSpPr/>
            <p:nvPr/>
          </p:nvSpPr>
          <p:spPr>
            <a:xfrm rot="10800000">
              <a:off x="5041542" y="6890402"/>
              <a:ext cx="618706" cy="226680"/>
            </a:xfrm>
            <a:custGeom>
              <a:avLst/>
              <a:gdLst>
                <a:gd name="connsiteX0" fmla="*/ 0 w 595706"/>
                <a:gd name="connsiteY0" fmla="*/ 0 h 92965"/>
                <a:gd name="connsiteX1" fmla="*/ 595706 w 595706"/>
                <a:gd name="connsiteY1" fmla="*/ 0 h 92965"/>
                <a:gd name="connsiteX2" fmla="*/ 595706 w 595706"/>
                <a:gd name="connsiteY2" fmla="*/ 92965 h 92965"/>
                <a:gd name="connsiteX3" fmla="*/ 0 w 595706"/>
                <a:gd name="connsiteY3" fmla="*/ 92965 h 92965"/>
                <a:gd name="connsiteX4" fmla="*/ 0 w 595706"/>
                <a:gd name="connsiteY4" fmla="*/ 0 h 92965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1422 w 594406"/>
                <a:gd name="connsiteY0" fmla="*/ 21376 h 135147"/>
                <a:gd name="connsiteX1" fmla="*/ 594406 w 594406"/>
                <a:gd name="connsiteY1" fmla="*/ 0 h 135147"/>
                <a:gd name="connsiteX2" fmla="*/ 594406 w 594406"/>
                <a:gd name="connsiteY2" fmla="*/ 92965 h 135147"/>
                <a:gd name="connsiteX3" fmla="*/ 61 w 594406"/>
                <a:gd name="connsiteY3" fmla="*/ 135147 h 135147"/>
                <a:gd name="connsiteX4" fmla="*/ 1422 w 594406"/>
                <a:gd name="connsiteY4" fmla="*/ 21376 h 135147"/>
                <a:gd name="connsiteX0" fmla="*/ 1422 w 594406"/>
                <a:gd name="connsiteY0" fmla="*/ 15599 h 135147"/>
                <a:gd name="connsiteX1" fmla="*/ 594406 w 594406"/>
                <a:gd name="connsiteY1" fmla="*/ 0 h 135147"/>
                <a:gd name="connsiteX2" fmla="*/ 594406 w 594406"/>
                <a:gd name="connsiteY2" fmla="*/ 92965 h 135147"/>
                <a:gd name="connsiteX3" fmla="*/ 61 w 594406"/>
                <a:gd name="connsiteY3" fmla="*/ 135147 h 135147"/>
                <a:gd name="connsiteX4" fmla="*/ 1422 w 594406"/>
                <a:gd name="connsiteY4" fmla="*/ 15599 h 135147"/>
                <a:gd name="connsiteX0" fmla="*/ 131 w 594476"/>
                <a:gd name="connsiteY0" fmla="*/ 4622 h 135147"/>
                <a:gd name="connsiteX1" fmla="*/ 594476 w 594476"/>
                <a:gd name="connsiteY1" fmla="*/ 0 h 135147"/>
                <a:gd name="connsiteX2" fmla="*/ 594476 w 594476"/>
                <a:gd name="connsiteY2" fmla="*/ 92965 h 135147"/>
                <a:gd name="connsiteX3" fmla="*/ 131 w 594476"/>
                <a:gd name="connsiteY3" fmla="*/ 135147 h 135147"/>
                <a:gd name="connsiteX4" fmla="*/ 131 w 594476"/>
                <a:gd name="connsiteY4" fmla="*/ 4622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22423 h 139660"/>
                <a:gd name="connsiteX1" fmla="*/ 595706 w 595706"/>
                <a:gd name="connsiteY1" fmla="*/ 4513 h 139660"/>
                <a:gd name="connsiteX2" fmla="*/ 595706 w 595706"/>
                <a:gd name="connsiteY2" fmla="*/ 97478 h 139660"/>
                <a:gd name="connsiteX3" fmla="*/ 1361 w 595706"/>
                <a:gd name="connsiteY3" fmla="*/ 139660 h 139660"/>
                <a:gd name="connsiteX4" fmla="*/ 0 w 595706"/>
                <a:gd name="connsiteY4" fmla="*/ 22423 h 139660"/>
                <a:gd name="connsiteX0" fmla="*/ 0 w 595706"/>
                <a:gd name="connsiteY0" fmla="*/ 26413 h 143650"/>
                <a:gd name="connsiteX1" fmla="*/ 595706 w 595706"/>
                <a:gd name="connsiteY1" fmla="*/ 8503 h 143650"/>
                <a:gd name="connsiteX2" fmla="*/ 595706 w 595706"/>
                <a:gd name="connsiteY2" fmla="*/ 101468 h 143650"/>
                <a:gd name="connsiteX3" fmla="*/ 1361 w 595706"/>
                <a:gd name="connsiteY3" fmla="*/ 143650 h 143650"/>
                <a:gd name="connsiteX4" fmla="*/ 0 w 595706"/>
                <a:gd name="connsiteY4" fmla="*/ 26413 h 143650"/>
                <a:gd name="connsiteX0" fmla="*/ 0 w 595706"/>
                <a:gd name="connsiteY0" fmla="*/ 21286 h 138523"/>
                <a:gd name="connsiteX1" fmla="*/ 595706 w 595706"/>
                <a:gd name="connsiteY1" fmla="*/ 3376 h 138523"/>
                <a:gd name="connsiteX2" fmla="*/ 595706 w 595706"/>
                <a:gd name="connsiteY2" fmla="*/ 96341 h 138523"/>
                <a:gd name="connsiteX3" fmla="*/ 1361 w 595706"/>
                <a:gd name="connsiteY3" fmla="*/ 138523 h 138523"/>
                <a:gd name="connsiteX4" fmla="*/ 0 w 595706"/>
                <a:gd name="connsiteY4" fmla="*/ 21286 h 138523"/>
                <a:gd name="connsiteX0" fmla="*/ 0 w 595706"/>
                <a:gd name="connsiteY0" fmla="*/ 22534 h 139771"/>
                <a:gd name="connsiteX1" fmla="*/ 595706 w 595706"/>
                <a:gd name="connsiteY1" fmla="*/ 4624 h 139771"/>
                <a:gd name="connsiteX2" fmla="*/ 595706 w 595706"/>
                <a:gd name="connsiteY2" fmla="*/ 97589 h 139771"/>
                <a:gd name="connsiteX3" fmla="*/ 1361 w 595706"/>
                <a:gd name="connsiteY3" fmla="*/ 139771 h 139771"/>
                <a:gd name="connsiteX4" fmla="*/ 0 w 595706"/>
                <a:gd name="connsiteY4" fmla="*/ 22534 h 139771"/>
                <a:gd name="connsiteX0" fmla="*/ 0 w 595706"/>
                <a:gd name="connsiteY0" fmla="*/ 23494 h 140731"/>
                <a:gd name="connsiteX1" fmla="*/ 595706 w 595706"/>
                <a:gd name="connsiteY1" fmla="*/ 2118 h 140731"/>
                <a:gd name="connsiteX2" fmla="*/ 595706 w 595706"/>
                <a:gd name="connsiteY2" fmla="*/ 98549 h 140731"/>
                <a:gd name="connsiteX3" fmla="*/ 1361 w 595706"/>
                <a:gd name="connsiteY3" fmla="*/ 140731 h 140731"/>
                <a:gd name="connsiteX4" fmla="*/ 0 w 595706"/>
                <a:gd name="connsiteY4" fmla="*/ 23494 h 140731"/>
                <a:gd name="connsiteX0" fmla="*/ 0 w 595706"/>
                <a:gd name="connsiteY0" fmla="*/ 23494 h 140731"/>
                <a:gd name="connsiteX1" fmla="*/ 595706 w 595706"/>
                <a:gd name="connsiteY1" fmla="*/ 2118 h 140731"/>
                <a:gd name="connsiteX2" fmla="*/ 595706 w 595706"/>
                <a:gd name="connsiteY2" fmla="*/ 98549 h 140731"/>
                <a:gd name="connsiteX3" fmla="*/ 1361 w 595706"/>
                <a:gd name="connsiteY3" fmla="*/ 140731 h 140731"/>
                <a:gd name="connsiteX4" fmla="*/ 0 w 595706"/>
                <a:gd name="connsiteY4" fmla="*/ 23494 h 140731"/>
                <a:gd name="connsiteX0" fmla="*/ 0 w 595706"/>
                <a:gd name="connsiteY0" fmla="*/ 25030 h 142267"/>
                <a:gd name="connsiteX1" fmla="*/ 595706 w 595706"/>
                <a:gd name="connsiteY1" fmla="*/ 3654 h 142267"/>
                <a:gd name="connsiteX2" fmla="*/ 595706 w 595706"/>
                <a:gd name="connsiteY2" fmla="*/ 100085 h 142267"/>
                <a:gd name="connsiteX3" fmla="*/ 1361 w 595706"/>
                <a:gd name="connsiteY3" fmla="*/ 142267 h 142267"/>
                <a:gd name="connsiteX4" fmla="*/ 0 w 595706"/>
                <a:gd name="connsiteY4" fmla="*/ 25030 h 142267"/>
                <a:gd name="connsiteX0" fmla="*/ 0 w 595706"/>
                <a:gd name="connsiteY0" fmla="*/ 22091 h 139328"/>
                <a:gd name="connsiteX1" fmla="*/ 595706 w 595706"/>
                <a:gd name="connsiteY1" fmla="*/ 715 h 139328"/>
                <a:gd name="connsiteX2" fmla="*/ 595706 w 595706"/>
                <a:gd name="connsiteY2" fmla="*/ 97146 h 139328"/>
                <a:gd name="connsiteX3" fmla="*/ 1361 w 595706"/>
                <a:gd name="connsiteY3" fmla="*/ 139328 h 139328"/>
                <a:gd name="connsiteX4" fmla="*/ 0 w 595706"/>
                <a:gd name="connsiteY4" fmla="*/ 22091 h 139328"/>
                <a:gd name="connsiteX0" fmla="*/ 0 w 595706"/>
                <a:gd name="connsiteY0" fmla="*/ 23573 h 140810"/>
                <a:gd name="connsiteX1" fmla="*/ 595706 w 595706"/>
                <a:gd name="connsiteY1" fmla="*/ 2197 h 140810"/>
                <a:gd name="connsiteX2" fmla="*/ 595706 w 595706"/>
                <a:gd name="connsiteY2" fmla="*/ 98628 h 140810"/>
                <a:gd name="connsiteX3" fmla="*/ 1361 w 595706"/>
                <a:gd name="connsiteY3" fmla="*/ 140810 h 140810"/>
                <a:gd name="connsiteX4" fmla="*/ 0 w 595706"/>
                <a:gd name="connsiteY4" fmla="*/ 23573 h 140810"/>
                <a:gd name="connsiteX0" fmla="*/ 0 w 595706"/>
                <a:gd name="connsiteY0" fmla="*/ 21908 h 139145"/>
                <a:gd name="connsiteX1" fmla="*/ 595706 w 595706"/>
                <a:gd name="connsiteY1" fmla="*/ 532 h 139145"/>
                <a:gd name="connsiteX2" fmla="*/ 595706 w 595706"/>
                <a:gd name="connsiteY2" fmla="*/ 96963 h 139145"/>
                <a:gd name="connsiteX3" fmla="*/ 1361 w 595706"/>
                <a:gd name="connsiteY3" fmla="*/ 139145 h 139145"/>
                <a:gd name="connsiteX4" fmla="*/ 0 w 595706"/>
                <a:gd name="connsiteY4" fmla="*/ 21908 h 139145"/>
                <a:gd name="connsiteX0" fmla="*/ 0 w 595706"/>
                <a:gd name="connsiteY0" fmla="*/ 23863 h 141100"/>
                <a:gd name="connsiteX1" fmla="*/ 595706 w 595706"/>
                <a:gd name="connsiteY1" fmla="*/ 2487 h 141100"/>
                <a:gd name="connsiteX2" fmla="*/ 595706 w 595706"/>
                <a:gd name="connsiteY2" fmla="*/ 98918 h 141100"/>
                <a:gd name="connsiteX3" fmla="*/ 1361 w 595706"/>
                <a:gd name="connsiteY3" fmla="*/ 141100 h 141100"/>
                <a:gd name="connsiteX4" fmla="*/ 0 w 595706"/>
                <a:gd name="connsiteY4" fmla="*/ 23863 h 141100"/>
                <a:gd name="connsiteX0" fmla="*/ 0 w 595706"/>
                <a:gd name="connsiteY0" fmla="*/ 24472 h 141709"/>
                <a:gd name="connsiteX1" fmla="*/ 595706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0 w 595706"/>
                <a:gd name="connsiteY0" fmla="*/ 24267 h 141504"/>
                <a:gd name="connsiteX1" fmla="*/ 595706 w 595706"/>
                <a:gd name="connsiteY1" fmla="*/ 2891 h 141504"/>
                <a:gd name="connsiteX2" fmla="*/ 595706 w 595706"/>
                <a:gd name="connsiteY2" fmla="*/ 99322 h 141504"/>
                <a:gd name="connsiteX3" fmla="*/ 1361 w 595706"/>
                <a:gd name="connsiteY3" fmla="*/ 141504 h 141504"/>
                <a:gd name="connsiteX4" fmla="*/ 0 w 595706"/>
                <a:gd name="connsiteY4" fmla="*/ 24267 h 141504"/>
                <a:gd name="connsiteX0" fmla="*/ 0 w 595706"/>
                <a:gd name="connsiteY0" fmla="*/ 24472 h 141709"/>
                <a:gd name="connsiteX1" fmla="*/ 595706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0 w 595706"/>
                <a:gd name="connsiteY0" fmla="*/ 24472 h 141709"/>
                <a:gd name="connsiteX1" fmla="*/ 594353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124 w 595830"/>
                <a:gd name="connsiteY0" fmla="*/ 24472 h 141709"/>
                <a:gd name="connsiteX1" fmla="*/ 594477 w 595830"/>
                <a:gd name="connsiteY1" fmla="*/ 3096 h 141709"/>
                <a:gd name="connsiteX2" fmla="*/ 595830 w 595830"/>
                <a:gd name="connsiteY2" fmla="*/ 99527 h 141709"/>
                <a:gd name="connsiteX3" fmla="*/ 131 w 595830"/>
                <a:gd name="connsiteY3" fmla="*/ 141709 h 141709"/>
                <a:gd name="connsiteX4" fmla="*/ 124 w 595830"/>
                <a:gd name="connsiteY4" fmla="*/ 24472 h 141709"/>
                <a:gd name="connsiteX0" fmla="*/ 124 w 597179"/>
                <a:gd name="connsiteY0" fmla="*/ 25207 h 142444"/>
                <a:gd name="connsiteX1" fmla="*/ 597179 w 597179"/>
                <a:gd name="connsiteY1" fmla="*/ 481 h 142444"/>
                <a:gd name="connsiteX2" fmla="*/ 595830 w 597179"/>
                <a:gd name="connsiteY2" fmla="*/ 100262 h 142444"/>
                <a:gd name="connsiteX3" fmla="*/ 131 w 597179"/>
                <a:gd name="connsiteY3" fmla="*/ 142444 h 142444"/>
                <a:gd name="connsiteX4" fmla="*/ 124 w 597179"/>
                <a:gd name="connsiteY4" fmla="*/ 25207 h 142444"/>
                <a:gd name="connsiteX0" fmla="*/ 124 w 595889"/>
                <a:gd name="connsiteY0" fmla="*/ 25842 h 143079"/>
                <a:gd name="connsiteX1" fmla="*/ 594477 w 595889"/>
                <a:gd name="connsiteY1" fmla="*/ 0 h 143079"/>
                <a:gd name="connsiteX2" fmla="*/ 595830 w 595889"/>
                <a:gd name="connsiteY2" fmla="*/ 100897 h 143079"/>
                <a:gd name="connsiteX3" fmla="*/ 131 w 595889"/>
                <a:gd name="connsiteY3" fmla="*/ 143079 h 143079"/>
                <a:gd name="connsiteX4" fmla="*/ 124 w 595889"/>
                <a:gd name="connsiteY4" fmla="*/ 25842 h 143079"/>
                <a:gd name="connsiteX0" fmla="*/ 124 w 595889"/>
                <a:gd name="connsiteY0" fmla="*/ 24713 h 141950"/>
                <a:gd name="connsiteX1" fmla="*/ 594477 w 595889"/>
                <a:gd name="connsiteY1" fmla="*/ 2221 h 141950"/>
                <a:gd name="connsiteX2" fmla="*/ 595830 w 595889"/>
                <a:gd name="connsiteY2" fmla="*/ 99768 h 141950"/>
                <a:gd name="connsiteX3" fmla="*/ 131 w 595889"/>
                <a:gd name="connsiteY3" fmla="*/ 141950 h 141950"/>
                <a:gd name="connsiteX4" fmla="*/ 124 w 595889"/>
                <a:gd name="connsiteY4" fmla="*/ 24713 h 141950"/>
                <a:gd name="connsiteX0" fmla="*/ 124 w 595959"/>
                <a:gd name="connsiteY0" fmla="*/ 24713 h 141950"/>
                <a:gd name="connsiteX1" fmla="*/ 595828 w 595959"/>
                <a:gd name="connsiteY1" fmla="*/ 2221 h 141950"/>
                <a:gd name="connsiteX2" fmla="*/ 595830 w 595959"/>
                <a:gd name="connsiteY2" fmla="*/ 99768 h 141950"/>
                <a:gd name="connsiteX3" fmla="*/ 131 w 595959"/>
                <a:gd name="connsiteY3" fmla="*/ 141950 h 141950"/>
                <a:gd name="connsiteX4" fmla="*/ 124 w 595959"/>
                <a:gd name="connsiteY4" fmla="*/ 24713 h 141950"/>
                <a:gd name="connsiteX0" fmla="*/ 124 w 595959"/>
                <a:gd name="connsiteY0" fmla="*/ 24925 h 142162"/>
                <a:gd name="connsiteX1" fmla="*/ 595828 w 595959"/>
                <a:gd name="connsiteY1" fmla="*/ 2433 h 142162"/>
                <a:gd name="connsiteX2" fmla="*/ 595830 w 595959"/>
                <a:gd name="connsiteY2" fmla="*/ 99980 h 142162"/>
                <a:gd name="connsiteX3" fmla="*/ 131 w 595959"/>
                <a:gd name="connsiteY3" fmla="*/ 142162 h 142162"/>
                <a:gd name="connsiteX4" fmla="*/ 124 w 595959"/>
                <a:gd name="connsiteY4" fmla="*/ 24925 h 142162"/>
                <a:gd name="connsiteX0" fmla="*/ 124 w 595959"/>
                <a:gd name="connsiteY0" fmla="*/ 22492 h 139729"/>
                <a:gd name="connsiteX1" fmla="*/ 595828 w 595959"/>
                <a:gd name="connsiteY1" fmla="*/ 0 h 139729"/>
                <a:gd name="connsiteX2" fmla="*/ 595830 w 595959"/>
                <a:gd name="connsiteY2" fmla="*/ 97547 h 139729"/>
                <a:gd name="connsiteX3" fmla="*/ 131 w 595959"/>
                <a:gd name="connsiteY3" fmla="*/ 139729 h 139729"/>
                <a:gd name="connsiteX4" fmla="*/ 124 w 595959"/>
                <a:gd name="connsiteY4" fmla="*/ 22492 h 139729"/>
                <a:gd name="connsiteX0" fmla="*/ 124 w 595959"/>
                <a:gd name="connsiteY0" fmla="*/ 25585 h 142822"/>
                <a:gd name="connsiteX1" fmla="*/ 595828 w 595959"/>
                <a:gd name="connsiteY1" fmla="*/ 3093 h 142822"/>
                <a:gd name="connsiteX2" fmla="*/ 595830 w 595959"/>
                <a:gd name="connsiteY2" fmla="*/ 100640 h 142822"/>
                <a:gd name="connsiteX3" fmla="*/ 131 w 595959"/>
                <a:gd name="connsiteY3" fmla="*/ 142822 h 142822"/>
                <a:gd name="connsiteX4" fmla="*/ 124 w 595959"/>
                <a:gd name="connsiteY4" fmla="*/ 25585 h 142822"/>
                <a:gd name="connsiteX0" fmla="*/ 124 w 595959"/>
                <a:gd name="connsiteY0" fmla="*/ 25585 h 142822"/>
                <a:gd name="connsiteX1" fmla="*/ 595828 w 595959"/>
                <a:gd name="connsiteY1" fmla="*/ 3093 h 142822"/>
                <a:gd name="connsiteX2" fmla="*/ 595830 w 595959"/>
                <a:gd name="connsiteY2" fmla="*/ 100640 h 142822"/>
                <a:gd name="connsiteX3" fmla="*/ 131 w 595959"/>
                <a:gd name="connsiteY3" fmla="*/ 142822 h 142822"/>
                <a:gd name="connsiteX4" fmla="*/ 124 w 595959"/>
                <a:gd name="connsiteY4" fmla="*/ 25585 h 142822"/>
                <a:gd name="connsiteX0" fmla="*/ 124 w 595959"/>
                <a:gd name="connsiteY0" fmla="*/ 26512 h 143749"/>
                <a:gd name="connsiteX1" fmla="*/ 595828 w 595959"/>
                <a:gd name="connsiteY1" fmla="*/ 4020 h 143749"/>
                <a:gd name="connsiteX2" fmla="*/ 595830 w 595959"/>
                <a:gd name="connsiteY2" fmla="*/ 101567 h 143749"/>
                <a:gd name="connsiteX3" fmla="*/ 131 w 595959"/>
                <a:gd name="connsiteY3" fmla="*/ 143749 h 143749"/>
                <a:gd name="connsiteX4" fmla="*/ 124 w 595959"/>
                <a:gd name="connsiteY4" fmla="*/ 26512 h 143749"/>
                <a:gd name="connsiteX0" fmla="*/ 124 w 595959"/>
                <a:gd name="connsiteY0" fmla="*/ 26512 h 143749"/>
                <a:gd name="connsiteX1" fmla="*/ 595828 w 595959"/>
                <a:gd name="connsiteY1" fmla="*/ 4020 h 143749"/>
                <a:gd name="connsiteX2" fmla="*/ 595830 w 595959"/>
                <a:gd name="connsiteY2" fmla="*/ 101567 h 143749"/>
                <a:gd name="connsiteX3" fmla="*/ 131 w 595959"/>
                <a:gd name="connsiteY3" fmla="*/ 143749 h 143749"/>
                <a:gd name="connsiteX4" fmla="*/ 124 w 595959"/>
                <a:gd name="connsiteY4" fmla="*/ 26512 h 143749"/>
                <a:gd name="connsiteX0" fmla="*/ 124 w 595959"/>
                <a:gd name="connsiteY0" fmla="*/ 28496 h 145733"/>
                <a:gd name="connsiteX1" fmla="*/ 595828 w 595959"/>
                <a:gd name="connsiteY1" fmla="*/ 6004 h 145733"/>
                <a:gd name="connsiteX2" fmla="*/ 595830 w 595959"/>
                <a:gd name="connsiteY2" fmla="*/ 103551 h 145733"/>
                <a:gd name="connsiteX3" fmla="*/ 131 w 595959"/>
                <a:gd name="connsiteY3" fmla="*/ 145733 h 145733"/>
                <a:gd name="connsiteX4" fmla="*/ 124 w 595959"/>
                <a:gd name="connsiteY4" fmla="*/ 28496 h 14573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856"/>
                <a:gd name="connsiteY0" fmla="*/ 41841 h 159078"/>
                <a:gd name="connsiteX1" fmla="*/ 591261 w 595856"/>
                <a:gd name="connsiteY1" fmla="*/ 0 h 159078"/>
                <a:gd name="connsiteX2" fmla="*/ 595830 w 595856"/>
                <a:gd name="connsiteY2" fmla="*/ 116896 h 159078"/>
                <a:gd name="connsiteX3" fmla="*/ 131 w 595856"/>
                <a:gd name="connsiteY3" fmla="*/ 159078 h 159078"/>
                <a:gd name="connsiteX4" fmla="*/ 124 w 595856"/>
                <a:gd name="connsiteY4" fmla="*/ 41841 h 159078"/>
                <a:gd name="connsiteX0" fmla="*/ 124 w 595959"/>
                <a:gd name="connsiteY0" fmla="*/ 41841 h 159078"/>
                <a:gd name="connsiteX1" fmla="*/ 595828 w 595959"/>
                <a:gd name="connsiteY1" fmla="*/ 0 h 159078"/>
                <a:gd name="connsiteX2" fmla="*/ 595830 w 595959"/>
                <a:gd name="connsiteY2" fmla="*/ 116896 h 159078"/>
                <a:gd name="connsiteX3" fmla="*/ 131 w 595959"/>
                <a:gd name="connsiteY3" fmla="*/ 159078 h 159078"/>
                <a:gd name="connsiteX4" fmla="*/ 124 w 595959"/>
                <a:gd name="connsiteY4" fmla="*/ 41841 h 159078"/>
                <a:gd name="connsiteX0" fmla="*/ 124 w 597349"/>
                <a:gd name="connsiteY0" fmla="*/ 42378 h 159615"/>
                <a:gd name="connsiteX1" fmla="*/ 597349 w 597349"/>
                <a:gd name="connsiteY1" fmla="*/ 0 h 159615"/>
                <a:gd name="connsiteX2" fmla="*/ 595830 w 597349"/>
                <a:gd name="connsiteY2" fmla="*/ 117433 h 159615"/>
                <a:gd name="connsiteX3" fmla="*/ 131 w 597349"/>
                <a:gd name="connsiteY3" fmla="*/ 159615 h 159615"/>
                <a:gd name="connsiteX4" fmla="*/ 124 w 597349"/>
                <a:gd name="connsiteY4" fmla="*/ 42378 h 159615"/>
                <a:gd name="connsiteX0" fmla="*/ 124 w 600443"/>
                <a:gd name="connsiteY0" fmla="*/ 42378 h 159615"/>
                <a:gd name="connsiteX1" fmla="*/ 597349 w 600443"/>
                <a:gd name="connsiteY1" fmla="*/ 0 h 159615"/>
                <a:gd name="connsiteX2" fmla="*/ 600408 w 600443"/>
                <a:gd name="connsiteY2" fmla="*/ 117433 h 159615"/>
                <a:gd name="connsiteX3" fmla="*/ 131 w 600443"/>
                <a:gd name="connsiteY3" fmla="*/ 159615 h 159615"/>
                <a:gd name="connsiteX4" fmla="*/ 124 w 600443"/>
                <a:gd name="connsiteY4" fmla="*/ 42378 h 159615"/>
                <a:gd name="connsiteX0" fmla="*/ 124 w 600537"/>
                <a:gd name="connsiteY0" fmla="*/ 42378 h 159615"/>
                <a:gd name="connsiteX1" fmla="*/ 600401 w 600537"/>
                <a:gd name="connsiteY1" fmla="*/ 0 h 159615"/>
                <a:gd name="connsiteX2" fmla="*/ 600408 w 600537"/>
                <a:gd name="connsiteY2" fmla="*/ 117433 h 159615"/>
                <a:gd name="connsiteX3" fmla="*/ 131 w 600537"/>
                <a:gd name="connsiteY3" fmla="*/ 159615 h 159615"/>
                <a:gd name="connsiteX4" fmla="*/ 124 w 600537"/>
                <a:gd name="connsiteY4" fmla="*/ 42378 h 159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0537" h="159615">
                  <a:moveTo>
                    <a:pt x="124" y="42378"/>
                  </a:moveTo>
                  <a:cubicBezTo>
                    <a:pt x="296414" y="-50243"/>
                    <a:pt x="418111" y="75773"/>
                    <a:pt x="600401" y="0"/>
                  </a:cubicBezTo>
                  <a:cubicBezTo>
                    <a:pt x="599951" y="33260"/>
                    <a:pt x="600858" y="84173"/>
                    <a:pt x="600408" y="117433"/>
                  </a:cubicBezTo>
                  <a:cubicBezTo>
                    <a:pt x="395490" y="192726"/>
                    <a:pt x="285331" y="62551"/>
                    <a:pt x="131" y="159615"/>
                  </a:cubicBezTo>
                  <a:cubicBezTo>
                    <a:pt x="-323" y="114566"/>
                    <a:pt x="578" y="87427"/>
                    <a:pt x="124" y="42378"/>
                  </a:cubicBezTo>
                  <a:close/>
                </a:path>
              </a:pathLst>
            </a:custGeom>
            <a:solidFill>
              <a:schemeClr val="accent2">
                <a:lumMod val="40000"/>
                <a:lumOff val="6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6" name="矩形 1174">
              <a:extLst>
                <a:ext uri="{FF2B5EF4-FFF2-40B4-BE49-F238E27FC236}">
                  <a16:creationId xmlns:a16="http://schemas.microsoft.com/office/drawing/2014/main" id="{C6B5F08D-52EC-D18D-BCB0-E8FA0849CFA0}"/>
                </a:ext>
              </a:extLst>
            </p:cNvPr>
            <p:cNvSpPr/>
            <p:nvPr/>
          </p:nvSpPr>
          <p:spPr>
            <a:xfrm rot="10800000">
              <a:off x="5041541" y="7045652"/>
              <a:ext cx="618707" cy="139508"/>
            </a:xfrm>
            <a:custGeom>
              <a:avLst/>
              <a:gdLst>
                <a:gd name="connsiteX0" fmla="*/ 0 w 595706"/>
                <a:gd name="connsiteY0" fmla="*/ 0 h 92965"/>
                <a:gd name="connsiteX1" fmla="*/ 595706 w 595706"/>
                <a:gd name="connsiteY1" fmla="*/ 0 h 92965"/>
                <a:gd name="connsiteX2" fmla="*/ 595706 w 595706"/>
                <a:gd name="connsiteY2" fmla="*/ 92965 h 92965"/>
                <a:gd name="connsiteX3" fmla="*/ 0 w 595706"/>
                <a:gd name="connsiteY3" fmla="*/ 92965 h 92965"/>
                <a:gd name="connsiteX4" fmla="*/ 0 w 595706"/>
                <a:gd name="connsiteY4" fmla="*/ 0 h 92965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131 w 595837"/>
                <a:gd name="connsiteY0" fmla="*/ 0 h 148754"/>
                <a:gd name="connsiteX1" fmla="*/ 595837 w 595837"/>
                <a:gd name="connsiteY1" fmla="*/ 0 h 148754"/>
                <a:gd name="connsiteX2" fmla="*/ 595837 w 595837"/>
                <a:gd name="connsiteY2" fmla="*/ 92965 h 148754"/>
                <a:gd name="connsiteX3" fmla="*/ 131 w 595837"/>
                <a:gd name="connsiteY3" fmla="*/ 148754 h 148754"/>
                <a:gd name="connsiteX4" fmla="*/ 131 w 595837"/>
                <a:gd name="connsiteY4" fmla="*/ 0 h 148754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56571"/>
                <a:gd name="connsiteX1" fmla="*/ 595837 w 595837"/>
                <a:gd name="connsiteY1" fmla="*/ 0 h 156571"/>
                <a:gd name="connsiteX2" fmla="*/ 594316 w 595837"/>
                <a:gd name="connsiteY2" fmla="*/ 141984 h 156571"/>
                <a:gd name="connsiteX3" fmla="*/ 131 w 595837"/>
                <a:gd name="connsiteY3" fmla="*/ 140590 h 156571"/>
                <a:gd name="connsiteX4" fmla="*/ 131 w 595837"/>
                <a:gd name="connsiteY4" fmla="*/ 0 h 156571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0 w 600949"/>
                <a:gd name="connsiteY0" fmla="*/ 0 h 271309"/>
                <a:gd name="connsiteX1" fmla="*/ 600949 w 600949"/>
                <a:gd name="connsiteY1" fmla="*/ 0 h 271309"/>
                <a:gd name="connsiteX2" fmla="*/ 599428 w 600949"/>
                <a:gd name="connsiteY2" fmla="*/ 141984 h 271309"/>
                <a:gd name="connsiteX3" fmla="*/ 3722 w 600949"/>
                <a:gd name="connsiteY3" fmla="*/ 271309 h 271309"/>
                <a:gd name="connsiteX4" fmla="*/ 0 w 600949"/>
                <a:gd name="connsiteY4" fmla="*/ 0 h 271309"/>
                <a:gd name="connsiteX0" fmla="*/ 0 w 599639"/>
                <a:gd name="connsiteY0" fmla="*/ 0 h 271309"/>
                <a:gd name="connsiteX1" fmla="*/ 599639 w 599639"/>
                <a:gd name="connsiteY1" fmla="*/ 0 h 271309"/>
                <a:gd name="connsiteX2" fmla="*/ 599428 w 599639"/>
                <a:gd name="connsiteY2" fmla="*/ 141984 h 271309"/>
                <a:gd name="connsiteX3" fmla="*/ 3722 w 599639"/>
                <a:gd name="connsiteY3" fmla="*/ 271309 h 271309"/>
                <a:gd name="connsiteX4" fmla="*/ 0 w 599639"/>
                <a:gd name="connsiteY4" fmla="*/ 0 h 271309"/>
                <a:gd name="connsiteX0" fmla="*/ 0 w 597018"/>
                <a:gd name="connsiteY0" fmla="*/ 0 h 271309"/>
                <a:gd name="connsiteX1" fmla="*/ 597018 w 597018"/>
                <a:gd name="connsiteY1" fmla="*/ 0 h 271309"/>
                <a:gd name="connsiteX2" fmla="*/ 596807 w 597018"/>
                <a:gd name="connsiteY2" fmla="*/ 141984 h 271309"/>
                <a:gd name="connsiteX3" fmla="*/ 1101 w 597018"/>
                <a:gd name="connsiteY3" fmla="*/ 271309 h 271309"/>
                <a:gd name="connsiteX4" fmla="*/ 0 w 597018"/>
                <a:gd name="connsiteY4" fmla="*/ 0 h 271309"/>
                <a:gd name="connsiteX0" fmla="*/ 0 w 596807"/>
                <a:gd name="connsiteY0" fmla="*/ 0 h 271309"/>
                <a:gd name="connsiteX1" fmla="*/ 591775 w 596807"/>
                <a:gd name="connsiteY1" fmla="*/ 0 h 271309"/>
                <a:gd name="connsiteX2" fmla="*/ 596807 w 596807"/>
                <a:gd name="connsiteY2" fmla="*/ 141984 h 271309"/>
                <a:gd name="connsiteX3" fmla="*/ 1101 w 596807"/>
                <a:gd name="connsiteY3" fmla="*/ 271309 h 271309"/>
                <a:gd name="connsiteX4" fmla="*/ 0 w 596807"/>
                <a:gd name="connsiteY4" fmla="*/ 0 h 271309"/>
                <a:gd name="connsiteX0" fmla="*/ 0 w 596807"/>
                <a:gd name="connsiteY0" fmla="*/ 0 h 271309"/>
                <a:gd name="connsiteX1" fmla="*/ 595708 w 596807"/>
                <a:gd name="connsiteY1" fmla="*/ 0 h 271309"/>
                <a:gd name="connsiteX2" fmla="*/ 596807 w 596807"/>
                <a:gd name="connsiteY2" fmla="*/ 141984 h 271309"/>
                <a:gd name="connsiteX3" fmla="*/ 1101 w 596807"/>
                <a:gd name="connsiteY3" fmla="*/ 271309 h 271309"/>
                <a:gd name="connsiteX4" fmla="*/ 0 w 596807"/>
                <a:gd name="connsiteY4" fmla="*/ 0 h 271309"/>
                <a:gd name="connsiteX0" fmla="*/ 0 w 595708"/>
                <a:gd name="connsiteY0" fmla="*/ 0 h 271309"/>
                <a:gd name="connsiteX1" fmla="*/ 595708 w 595708"/>
                <a:gd name="connsiteY1" fmla="*/ 0 h 271309"/>
                <a:gd name="connsiteX2" fmla="*/ 594186 w 595708"/>
                <a:gd name="connsiteY2" fmla="*/ 141985 h 271309"/>
                <a:gd name="connsiteX3" fmla="*/ 1101 w 595708"/>
                <a:gd name="connsiteY3" fmla="*/ 271309 h 271309"/>
                <a:gd name="connsiteX4" fmla="*/ 0 w 595708"/>
                <a:gd name="connsiteY4" fmla="*/ 0 h 271309"/>
                <a:gd name="connsiteX0" fmla="*/ 0 w 596439"/>
                <a:gd name="connsiteY0" fmla="*/ 109083 h 380392"/>
                <a:gd name="connsiteX1" fmla="*/ 595708 w 596439"/>
                <a:gd name="connsiteY1" fmla="*/ 109083 h 380392"/>
                <a:gd name="connsiteX2" fmla="*/ 594186 w 596439"/>
                <a:gd name="connsiteY2" fmla="*/ 251068 h 380392"/>
                <a:gd name="connsiteX3" fmla="*/ 1101 w 596439"/>
                <a:gd name="connsiteY3" fmla="*/ 380392 h 380392"/>
                <a:gd name="connsiteX4" fmla="*/ 0 w 596439"/>
                <a:gd name="connsiteY4" fmla="*/ 109083 h 380392"/>
                <a:gd name="connsiteX0" fmla="*/ 0 w 595708"/>
                <a:gd name="connsiteY0" fmla="*/ 0 h 271309"/>
                <a:gd name="connsiteX1" fmla="*/ 595708 w 595708"/>
                <a:gd name="connsiteY1" fmla="*/ 0 h 271309"/>
                <a:gd name="connsiteX2" fmla="*/ 594186 w 595708"/>
                <a:gd name="connsiteY2" fmla="*/ 141985 h 271309"/>
                <a:gd name="connsiteX3" fmla="*/ 1101 w 595708"/>
                <a:gd name="connsiteY3" fmla="*/ 271309 h 271309"/>
                <a:gd name="connsiteX4" fmla="*/ 0 w 595708"/>
                <a:gd name="connsiteY4" fmla="*/ 0 h 271309"/>
                <a:gd name="connsiteX0" fmla="*/ 0 w 596808"/>
                <a:gd name="connsiteY0" fmla="*/ 0 h 271309"/>
                <a:gd name="connsiteX1" fmla="*/ 595708 w 596808"/>
                <a:gd name="connsiteY1" fmla="*/ 0 h 271309"/>
                <a:gd name="connsiteX2" fmla="*/ 596808 w 596808"/>
                <a:gd name="connsiteY2" fmla="*/ 141985 h 271309"/>
                <a:gd name="connsiteX3" fmla="*/ 1101 w 596808"/>
                <a:gd name="connsiteY3" fmla="*/ 271309 h 271309"/>
                <a:gd name="connsiteX4" fmla="*/ 0 w 596808"/>
                <a:gd name="connsiteY4" fmla="*/ 0 h 271309"/>
                <a:gd name="connsiteX0" fmla="*/ 0 w 596808"/>
                <a:gd name="connsiteY0" fmla="*/ 0 h 271309"/>
                <a:gd name="connsiteX1" fmla="*/ 595708 w 596808"/>
                <a:gd name="connsiteY1" fmla="*/ 0 h 271309"/>
                <a:gd name="connsiteX2" fmla="*/ 596808 w 596808"/>
                <a:gd name="connsiteY2" fmla="*/ 141985 h 271309"/>
                <a:gd name="connsiteX3" fmla="*/ 1101 w 596808"/>
                <a:gd name="connsiteY3" fmla="*/ 271309 h 271309"/>
                <a:gd name="connsiteX4" fmla="*/ 0 w 596808"/>
                <a:gd name="connsiteY4" fmla="*/ 0 h 271309"/>
                <a:gd name="connsiteX0" fmla="*/ 0 w 596808"/>
                <a:gd name="connsiteY0" fmla="*/ 0 h 271309"/>
                <a:gd name="connsiteX1" fmla="*/ 595708 w 596808"/>
                <a:gd name="connsiteY1" fmla="*/ 0 h 271309"/>
                <a:gd name="connsiteX2" fmla="*/ 596808 w 596808"/>
                <a:gd name="connsiteY2" fmla="*/ 141985 h 271309"/>
                <a:gd name="connsiteX3" fmla="*/ 1101 w 596808"/>
                <a:gd name="connsiteY3" fmla="*/ 271309 h 271309"/>
                <a:gd name="connsiteX4" fmla="*/ 0 w 596808"/>
                <a:gd name="connsiteY4" fmla="*/ 0 h 271309"/>
                <a:gd name="connsiteX0" fmla="*/ 0 w 595708"/>
                <a:gd name="connsiteY0" fmla="*/ 0 h 271309"/>
                <a:gd name="connsiteX1" fmla="*/ 595708 w 595708"/>
                <a:gd name="connsiteY1" fmla="*/ 0 h 271309"/>
                <a:gd name="connsiteX2" fmla="*/ 594186 w 595708"/>
                <a:gd name="connsiteY2" fmla="*/ 141985 h 271309"/>
                <a:gd name="connsiteX3" fmla="*/ 1101 w 595708"/>
                <a:gd name="connsiteY3" fmla="*/ 271309 h 271309"/>
                <a:gd name="connsiteX4" fmla="*/ 0 w 595708"/>
                <a:gd name="connsiteY4" fmla="*/ 0 h 271309"/>
                <a:gd name="connsiteX0" fmla="*/ 0 w 595708"/>
                <a:gd name="connsiteY0" fmla="*/ 0 h 271309"/>
                <a:gd name="connsiteX1" fmla="*/ 595708 w 595708"/>
                <a:gd name="connsiteY1" fmla="*/ 0 h 271309"/>
                <a:gd name="connsiteX2" fmla="*/ 594186 w 595708"/>
                <a:gd name="connsiteY2" fmla="*/ 141985 h 271309"/>
                <a:gd name="connsiteX3" fmla="*/ 1101 w 595708"/>
                <a:gd name="connsiteY3" fmla="*/ 271309 h 271309"/>
                <a:gd name="connsiteX4" fmla="*/ 0 w 595708"/>
                <a:gd name="connsiteY4" fmla="*/ 0 h 271309"/>
                <a:gd name="connsiteX0" fmla="*/ 0 w 595936"/>
                <a:gd name="connsiteY0" fmla="*/ 0 h 271309"/>
                <a:gd name="connsiteX1" fmla="*/ 595708 w 595936"/>
                <a:gd name="connsiteY1" fmla="*/ 0 h 271309"/>
                <a:gd name="connsiteX2" fmla="*/ 594186 w 595936"/>
                <a:gd name="connsiteY2" fmla="*/ 141985 h 271309"/>
                <a:gd name="connsiteX3" fmla="*/ 1101 w 595936"/>
                <a:gd name="connsiteY3" fmla="*/ 271309 h 271309"/>
                <a:gd name="connsiteX4" fmla="*/ 0 w 595936"/>
                <a:gd name="connsiteY4" fmla="*/ 0 h 271309"/>
                <a:gd name="connsiteX0" fmla="*/ 319 w 596255"/>
                <a:gd name="connsiteY0" fmla="*/ 0 h 271309"/>
                <a:gd name="connsiteX1" fmla="*/ 596027 w 596255"/>
                <a:gd name="connsiteY1" fmla="*/ 0 h 271309"/>
                <a:gd name="connsiteX2" fmla="*/ 594505 w 596255"/>
                <a:gd name="connsiteY2" fmla="*/ 141985 h 271309"/>
                <a:gd name="connsiteX3" fmla="*/ 110 w 596255"/>
                <a:gd name="connsiteY3" fmla="*/ 271309 h 271309"/>
                <a:gd name="connsiteX4" fmla="*/ 319 w 596255"/>
                <a:gd name="connsiteY4" fmla="*/ 0 h 271309"/>
                <a:gd name="connsiteX0" fmla="*/ 0 w 595936"/>
                <a:gd name="connsiteY0" fmla="*/ 0 h 271309"/>
                <a:gd name="connsiteX1" fmla="*/ 595708 w 595936"/>
                <a:gd name="connsiteY1" fmla="*/ 0 h 271309"/>
                <a:gd name="connsiteX2" fmla="*/ 594186 w 595936"/>
                <a:gd name="connsiteY2" fmla="*/ 141985 h 271309"/>
                <a:gd name="connsiteX3" fmla="*/ 1101 w 595936"/>
                <a:gd name="connsiteY3" fmla="*/ 271309 h 271309"/>
                <a:gd name="connsiteX4" fmla="*/ 0 w 595936"/>
                <a:gd name="connsiteY4" fmla="*/ 0 h 271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5936" h="271309">
                  <a:moveTo>
                    <a:pt x="0" y="0"/>
                  </a:moveTo>
                  <a:lnTo>
                    <a:pt x="595708" y="0"/>
                  </a:lnTo>
                  <a:cubicBezTo>
                    <a:pt x="595708" y="30988"/>
                    <a:pt x="596806" y="39550"/>
                    <a:pt x="594186" y="141985"/>
                  </a:cubicBezTo>
                  <a:cubicBezTo>
                    <a:pt x="404809" y="352086"/>
                    <a:pt x="341643" y="22672"/>
                    <a:pt x="1101" y="271309"/>
                  </a:cubicBezTo>
                  <a:cubicBezTo>
                    <a:pt x="647" y="226260"/>
                    <a:pt x="454" y="45049"/>
                    <a:pt x="0" y="0"/>
                  </a:cubicBez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7" name="矩形 1174">
              <a:extLst>
                <a:ext uri="{FF2B5EF4-FFF2-40B4-BE49-F238E27FC236}">
                  <a16:creationId xmlns:a16="http://schemas.microsoft.com/office/drawing/2014/main" id="{B02A69AF-DC58-B700-30E1-F70D1879F85E}"/>
                </a:ext>
              </a:extLst>
            </p:cNvPr>
            <p:cNvSpPr/>
            <p:nvPr/>
          </p:nvSpPr>
          <p:spPr>
            <a:xfrm rot="10800000">
              <a:off x="5041542" y="6594252"/>
              <a:ext cx="618706" cy="226680"/>
            </a:xfrm>
            <a:custGeom>
              <a:avLst/>
              <a:gdLst>
                <a:gd name="connsiteX0" fmla="*/ 0 w 595706"/>
                <a:gd name="connsiteY0" fmla="*/ 0 h 92965"/>
                <a:gd name="connsiteX1" fmla="*/ 595706 w 595706"/>
                <a:gd name="connsiteY1" fmla="*/ 0 h 92965"/>
                <a:gd name="connsiteX2" fmla="*/ 595706 w 595706"/>
                <a:gd name="connsiteY2" fmla="*/ 92965 h 92965"/>
                <a:gd name="connsiteX3" fmla="*/ 0 w 595706"/>
                <a:gd name="connsiteY3" fmla="*/ 92965 h 92965"/>
                <a:gd name="connsiteX4" fmla="*/ 0 w 595706"/>
                <a:gd name="connsiteY4" fmla="*/ 0 h 92965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1422 w 594406"/>
                <a:gd name="connsiteY0" fmla="*/ 21376 h 135147"/>
                <a:gd name="connsiteX1" fmla="*/ 594406 w 594406"/>
                <a:gd name="connsiteY1" fmla="*/ 0 h 135147"/>
                <a:gd name="connsiteX2" fmla="*/ 594406 w 594406"/>
                <a:gd name="connsiteY2" fmla="*/ 92965 h 135147"/>
                <a:gd name="connsiteX3" fmla="*/ 61 w 594406"/>
                <a:gd name="connsiteY3" fmla="*/ 135147 h 135147"/>
                <a:gd name="connsiteX4" fmla="*/ 1422 w 594406"/>
                <a:gd name="connsiteY4" fmla="*/ 21376 h 135147"/>
                <a:gd name="connsiteX0" fmla="*/ 1422 w 594406"/>
                <a:gd name="connsiteY0" fmla="*/ 15599 h 135147"/>
                <a:gd name="connsiteX1" fmla="*/ 594406 w 594406"/>
                <a:gd name="connsiteY1" fmla="*/ 0 h 135147"/>
                <a:gd name="connsiteX2" fmla="*/ 594406 w 594406"/>
                <a:gd name="connsiteY2" fmla="*/ 92965 h 135147"/>
                <a:gd name="connsiteX3" fmla="*/ 61 w 594406"/>
                <a:gd name="connsiteY3" fmla="*/ 135147 h 135147"/>
                <a:gd name="connsiteX4" fmla="*/ 1422 w 594406"/>
                <a:gd name="connsiteY4" fmla="*/ 15599 h 135147"/>
                <a:gd name="connsiteX0" fmla="*/ 131 w 594476"/>
                <a:gd name="connsiteY0" fmla="*/ 4622 h 135147"/>
                <a:gd name="connsiteX1" fmla="*/ 594476 w 594476"/>
                <a:gd name="connsiteY1" fmla="*/ 0 h 135147"/>
                <a:gd name="connsiteX2" fmla="*/ 594476 w 594476"/>
                <a:gd name="connsiteY2" fmla="*/ 92965 h 135147"/>
                <a:gd name="connsiteX3" fmla="*/ 131 w 594476"/>
                <a:gd name="connsiteY3" fmla="*/ 135147 h 135147"/>
                <a:gd name="connsiteX4" fmla="*/ 131 w 594476"/>
                <a:gd name="connsiteY4" fmla="*/ 4622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22423 h 139660"/>
                <a:gd name="connsiteX1" fmla="*/ 595706 w 595706"/>
                <a:gd name="connsiteY1" fmla="*/ 4513 h 139660"/>
                <a:gd name="connsiteX2" fmla="*/ 595706 w 595706"/>
                <a:gd name="connsiteY2" fmla="*/ 97478 h 139660"/>
                <a:gd name="connsiteX3" fmla="*/ 1361 w 595706"/>
                <a:gd name="connsiteY3" fmla="*/ 139660 h 139660"/>
                <a:gd name="connsiteX4" fmla="*/ 0 w 595706"/>
                <a:gd name="connsiteY4" fmla="*/ 22423 h 139660"/>
                <a:gd name="connsiteX0" fmla="*/ 0 w 595706"/>
                <a:gd name="connsiteY0" fmla="*/ 26413 h 143650"/>
                <a:gd name="connsiteX1" fmla="*/ 595706 w 595706"/>
                <a:gd name="connsiteY1" fmla="*/ 8503 h 143650"/>
                <a:gd name="connsiteX2" fmla="*/ 595706 w 595706"/>
                <a:gd name="connsiteY2" fmla="*/ 101468 h 143650"/>
                <a:gd name="connsiteX3" fmla="*/ 1361 w 595706"/>
                <a:gd name="connsiteY3" fmla="*/ 143650 h 143650"/>
                <a:gd name="connsiteX4" fmla="*/ 0 w 595706"/>
                <a:gd name="connsiteY4" fmla="*/ 26413 h 143650"/>
                <a:gd name="connsiteX0" fmla="*/ 0 w 595706"/>
                <a:gd name="connsiteY0" fmla="*/ 21286 h 138523"/>
                <a:gd name="connsiteX1" fmla="*/ 595706 w 595706"/>
                <a:gd name="connsiteY1" fmla="*/ 3376 h 138523"/>
                <a:gd name="connsiteX2" fmla="*/ 595706 w 595706"/>
                <a:gd name="connsiteY2" fmla="*/ 96341 h 138523"/>
                <a:gd name="connsiteX3" fmla="*/ 1361 w 595706"/>
                <a:gd name="connsiteY3" fmla="*/ 138523 h 138523"/>
                <a:gd name="connsiteX4" fmla="*/ 0 w 595706"/>
                <a:gd name="connsiteY4" fmla="*/ 21286 h 138523"/>
                <a:gd name="connsiteX0" fmla="*/ 0 w 595706"/>
                <a:gd name="connsiteY0" fmla="*/ 22534 h 139771"/>
                <a:gd name="connsiteX1" fmla="*/ 595706 w 595706"/>
                <a:gd name="connsiteY1" fmla="*/ 4624 h 139771"/>
                <a:gd name="connsiteX2" fmla="*/ 595706 w 595706"/>
                <a:gd name="connsiteY2" fmla="*/ 97589 h 139771"/>
                <a:gd name="connsiteX3" fmla="*/ 1361 w 595706"/>
                <a:gd name="connsiteY3" fmla="*/ 139771 h 139771"/>
                <a:gd name="connsiteX4" fmla="*/ 0 w 595706"/>
                <a:gd name="connsiteY4" fmla="*/ 22534 h 139771"/>
                <a:gd name="connsiteX0" fmla="*/ 0 w 595706"/>
                <a:gd name="connsiteY0" fmla="*/ 23494 h 140731"/>
                <a:gd name="connsiteX1" fmla="*/ 595706 w 595706"/>
                <a:gd name="connsiteY1" fmla="*/ 2118 h 140731"/>
                <a:gd name="connsiteX2" fmla="*/ 595706 w 595706"/>
                <a:gd name="connsiteY2" fmla="*/ 98549 h 140731"/>
                <a:gd name="connsiteX3" fmla="*/ 1361 w 595706"/>
                <a:gd name="connsiteY3" fmla="*/ 140731 h 140731"/>
                <a:gd name="connsiteX4" fmla="*/ 0 w 595706"/>
                <a:gd name="connsiteY4" fmla="*/ 23494 h 140731"/>
                <a:gd name="connsiteX0" fmla="*/ 0 w 595706"/>
                <a:gd name="connsiteY0" fmla="*/ 23494 h 140731"/>
                <a:gd name="connsiteX1" fmla="*/ 595706 w 595706"/>
                <a:gd name="connsiteY1" fmla="*/ 2118 h 140731"/>
                <a:gd name="connsiteX2" fmla="*/ 595706 w 595706"/>
                <a:gd name="connsiteY2" fmla="*/ 98549 h 140731"/>
                <a:gd name="connsiteX3" fmla="*/ 1361 w 595706"/>
                <a:gd name="connsiteY3" fmla="*/ 140731 h 140731"/>
                <a:gd name="connsiteX4" fmla="*/ 0 w 595706"/>
                <a:gd name="connsiteY4" fmla="*/ 23494 h 140731"/>
                <a:gd name="connsiteX0" fmla="*/ 0 w 595706"/>
                <a:gd name="connsiteY0" fmla="*/ 25030 h 142267"/>
                <a:gd name="connsiteX1" fmla="*/ 595706 w 595706"/>
                <a:gd name="connsiteY1" fmla="*/ 3654 h 142267"/>
                <a:gd name="connsiteX2" fmla="*/ 595706 w 595706"/>
                <a:gd name="connsiteY2" fmla="*/ 100085 h 142267"/>
                <a:gd name="connsiteX3" fmla="*/ 1361 w 595706"/>
                <a:gd name="connsiteY3" fmla="*/ 142267 h 142267"/>
                <a:gd name="connsiteX4" fmla="*/ 0 w 595706"/>
                <a:gd name="connsiteY4" fmla="*/ 25030 h 142267"/>
                <a:gd name="connsiteX0" fmla="*/ 0 w 595706"/>
                <a:gd name="connsiteY0" fmla="*/ 22091 h 139328"/>
                <a:gd name="connsiteX1" fmla="*/ 595706 w 595706"/>
                <a:gd name="connsiteY1" fmla="*/ 715 h 139328"/>
                <a:gd name="connsiteX2" fmla="*/ 595706 w 595706"/>
                <a:gd name="connsiteY2" fmla="*/ 97146 h 139328"/>
                <a:gd name="connsiteX3" fmla="*/ 1361 w 595706"/>
                <a:gd name="connsiteY3" fmla="*/ 139328 h 139328"/>
                <a:gd name="connsiteX4" fmla="*/ 0 w 595706"/>
                <a:gd name="connsiteY4" fmla="*/ 22091 h 139328"/>
                <a:gd name="connsiteX0" fmla="*/ 0 w 595706"/>
                <a:gd name="connsiteY0" fmla="*/ 23573 h 140810"/>
                <a:gd name="connsiteX1" fmla="*/ 595706 w 595706"/>
                <a:gd name="connsiteY1" fmla="*/ 2197 h 140810"/>
                <a:gd name="connsiteX2" fmla="*/ 595706 w 595706"/>
                <a:gd name="connsiteY2" fmla="*/ 98628 h 140810"/>
                <a:gd name="connsiteX3" fmla="*/ 1361 w 595706"/>
                <a:gd name="connsiteY3" fmla="*/ 140810 h 140810"/>
                <a:gd name="connsiteX4" fmla="*/ 0 w 595706"/>
                <a:gd name="connsiteY4" fmla="*/ 23573 h 140810"/>
                <a:gd name="connsiteX0" fmla="*/ 0 w 595706"/>
                <a:gd name="connsiteY0" fmla="*/ 21908 h 139145"/>
                <a:gd name="connsiteX1" fmla="*/ 595706 w 595706"/>
                <a:gd name="connsiteY1" fmla="*/ 532 h 139145"/>
                <a:gd name="connsiteX2" fmla="*/ 595706 w 595706"/>
                <a:gd name="connsiteY2" fmla="*/ 96963 h 139145"/>
                <a:gd name="connsiteX3" fmla="*/ 1361 w 595706"/>
                <a:gd name="connsiteY3" fmla="*/ 139145 h 139145"/>
                <a:gd name="connsiteX4" fmla="*/ 0 w 595706"/>
                <a:gd name="connsiteY4" fmla="*/ 21908 h 139145"/>
                <a:gd name="connsiteX0" fmla="*/ 0 w 595706"/>
                <a:gd name="connsiteY0" fmla="*/ 23863 h 141100"/>
                <a:gd name="connsiteX1" fmla="*/ 595706 w 595706"/>
                <a:gd name="connsiteY1" fmla="*/ 2487 h 141100"/>
                <a:gd name="connsiteX2" fmla="*/ 595706 w 595706"/>
                <a:gd name="connsiteY2" fmla="*/ 98918 h 141100"/>
                <a:gd name="connsiteX3" fmla="*/ 1361 w 595706"/>
                <a:gd name="connsiteY3" fmla="*/ 141100 h 141100"/>
                <a:gd name="connsiteX4" fmla="*/ 0 w 595706"/>
                <a:gd name="connsiteY4" fmla="*/ 23863 h 141100"/>
                <a:gd name="connsiteX0" fmla="*/ 0 w 595706"/>
                <a:gd name="connsiteY0" fmla="*/ 24472 h 141709"/>
                <a:gd name="connsiteX1" fmla="*/ 595706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0 w 595706"/>
                <a:gd name="connsiteY0" fmla="*/ 24267 h 141504"/>
                <a:gd name="connsiteX1" fmla="*/ 595706 w 595706"/>
                <a:gd name="connsiteY1" fmla="*/ 2891 h 141504"/>
                <a:gd name="connsiteX2" fmla="*/ 595706 w 595706"/>
                <a:gd name="connsiteY2" fmla="*/ 99322 h 141504"/>
                <a:gd name="connsiteX3" fmla="*/ 1361 w 595706"/>
                <a:gd name="connsiteY3" fmla="*/ 141504 h 141504"/>
                <a:gd name="connsiteX4" fmla="*/ 0 w 595706"/>
                <a:gd name="connsiteY4" fmla="*/ 24267 h 141504"/>
                <a:gd name="connsiteX0" fmla="*/ 0 w 595706"/>
                <a:gd name="connsiteY0" fmla="*/ 24472 h 141709"/>
                <a:gd name="connsiteX1" fmla="*/ 595706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0 w 595706"/>
                <a:gd name="connsiteY0" fmla="*/ 24472 h 141709"/>
                <a:gd name="connsiteX1" fmla="*/ 594353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124 w 595830"/>
                <a:gd name="connsiteY0" fmla="*/ 24472 h 141709"/>
                <a:gd name="connsiteX1" fmla="*/ 594477 w 595830"/>
                <a:gd name="connsiteY1" fmla="*/ 3096 h 141709"/>
                <a:gd name="connsiteX2" fmla="*/ 595830 w 595830"/>
                <a:gd name="connsiteY2" fmla="*/ 99527 h 141709"/>
                <a:gd name="connsiteX3" fmla="*/ 131 w 595830"/>
                <a:gd name="connsiteY3" fmla="*/ 141709 h 141709"/>
                <a:gd name="connsiteX4" fmla="*/ 124 w 595830"/>
                <a:gd name="connsiteY4" fmla="*/ 24472 h 141709"/>
                <a:gd name="connsiteX0" fmla="*/ 124 w 597179"/>
                <a:gd name="connsiteY0" fmla="*/ 25207 h 142444"/>
                <a:gd name="connsiteX1" fmla="*/ 597179 w 597179"/>
                <a:gd name="connsiteY1" fmla="*/ 481 h 142444"/>
                <a:gd name="connsiteX2" fmla="*/ 595830 w 597179"/>
                <a:gd name="connsiteY2" fmla="*/ 100262 h 142444"/>
                <a:gd name="connsiteX3" fmla="*/ 131 w 597179"/>
                <a:gd name="connsiteY3" fmla="*/ 142444 h 142444"/>
                <a:gd name="connsiteX4" fmla="*/ 124 w 597179"/>
                <a:gd name="connsiteY4" fmla="*/ 25207 h 142444"/>
                <a:gd name="connsiteX0" fmla="*/ 124 w 595889"/>
                <a:gd name="connsiteY0" fmla="*/ 25842 h 143079"/>
                <a:gd name="connsiteX1" fmla="*/ 594477 w 595889"/>
                <a:gd name="connsiteY1" fmla="*/ 0 h 143079"/>
                <a:gd name="connsiteX2" fmla="*/ 595830 w 595889"/>
                <a:gd name="connsiteY2" fmla="*/ 100897 h 143079"/>
                <a:gd name="connsiteX3" fmla="*/ 131 w 595889"/>
                <a:gd name="connsiteY3" fmla="*/ 143079 h 143079"/>
                <a:gd name="connsiteX4" fmla="*/ 124 w 595889"/>
                <a:gd name="connsiteY4" fmla="*/ 25842 h 143079"/>
                <a:gd name="connsiteX0" fmla="*/ 124 w 595889"/>
                <a:gd name="connsiteY0" fmla="*/ 24713 h 141950"/>
                <a:gd name="connsiteX1" fmla="*/ 594477 w 595889"/>
                <a:gd name="connsiteY1" fmla="*/ 2221 h 141950"/>
                <a:gd name="connsiteX2" fmla="*/ 595830 w 595889"/>
                <a:gd name="connsiteY2" fmla="*/ 99768 h 141950"/>
                <a:gd name="connsiteX3" fmla="*/ 131 w 595889"/>
                <a:gd name="connsiteY3" fmla="*/ 141950 h 141950"/>
                <a:gd name="connsiteX4" fmla="*/ 124 w 595889"/>
                <a:gd name="connsiteY4" fmla="*/ 24713 h 141950"/>
                <a:gd name="connsiteX0" fmla="*/ 124 w 595959"/>
                <a:gd name="connsiteY0" fmla="*/ 24713 h 141950"/>
                <a:gd name="connsiteX1" fmla="*/ 595828 w 595959"/>
                <a:gd name="connsiteY1" fmla="*/ 2221 h 141950"/>
                <a:gd name="connsiteX2" fmla="*/ 595830 w 595959"/>
                <a:gd name="connsiteY2" fmla="*/ 99768 h 141950"/>
                <a:gd name="connsiteX3" fmla="*/ 131 w 595959"/>
                <a:gd name="connsiteY3" fmla="*/ 141950 h 141950"/>
                <a:gd name="connsiteX4" fmla="*/ 124 w 595959"/>
                <a:gd name="connsiteY4" fmla="*/ 24713 h 141950"/>
                <a:gd name="connsiteX0" fmla="*/ 124 w 595959"/>
                <a:gd name="connsiteY0" fmla="*/ 24925 h 142162"/>
                <a:gd name="connsiteX1" fmla="*/ 595828 w 595959"/>
                <a:gd name="connsiteY1" fmla="*/ 2433 h 142162"/>
                <a:gd name="connsiteX2" fmla="*/ 595830 w 595959"/>
                <a:gd name="connsiteY2" fmla="*/ 99980 h 142162"/>
                <a:gd name="connsiteX3" fmla="*/ 131 w 595959"/>
                <a:gd name="connsiteY3" fmla="*/ 142162 h 142162"/>
                <a:gd name="connsiteX4" fmla="*/ 124 w 595959"/>
                <a:gd name="connsiteY4" fmla="*/ 24925 h 142162"/>
                <a:gd name="connsiteX0" fmla="*/ 124 w 595959"/>
                <a:gd name="connsiteY0" fmla="*/ 22492 h 139729"/>
                <a:gd name="connsiteX1" fmla="*/ 595828 w 595959"/>
                <a:gd name="connsiteY1" fmla="*/ 0 h 139729"/>
                <a:gd name="connsiteX2" fmla="*/ 595830 w 595959"/>
                <a:gd name="connsiteY2" fmla="*/ 97547 h 139729"/>
                <a:gd name="connsiteX3" fmla="*/ 131 w 595959"/>
                <a:gd name="connsiteY3" fmla="*/ 139729 h 139729"/>
                <a:gd name="connsiteX4" fmla="*/ 124 w 595959"/>
                <a:gd name="connsiteY4" fmla="*/ 22492 h 139729"/>
                <a:gd name="connsiteX0" fmla="*/ 124 w 595959"/>
                <a:gd name="connsiteY0" fmla="*/ 25585 h 142822"/>
                <a:gd name="connsiteX1" fmla="*/ 595828 w 595959"/>
                <a:gd name="connsiteY1" fmla="*/ 3093 h 142822"/>
                <a:gd name="connsiteX2" fmla="*/ 595830 w 595959"/>
                <a:gd name="connsiteY2" fmla="*/ 100640 h 142822"/>
                <a:gd name="connsiteX3" fmla="*/ 131 w 595959"/>
                <a:gd name="connsiteY3" fmla="*/ 142822 h 142822"/>
                <a:gd name="connsiteX4" fmla="*/ 124 w 595959"/>
                <a:gd name="connsiteY4" fmla="*/ 25585 h 142822"/>
                <a:gd name="connsiteX0" fmla="*/ 124 w 595959"/>
                <a:gd name="connsiteY0" fmla="*/ 25585 h 142822"/>
                <a:gd name="connsiteX1" fmla="*/ 595828 w 595959"/>
                <a:gd name="connsiteY1" fmla="*/ 3093 h 142822"/>
                <a:gd name="connsiteX2" fmla="*/ 595830 w 595959"/>
                <a:gd name="connsiteY2" fmla="*/ 100640 h 142822"/>
                <a:gd name="connsiteX3" fmla="*/ 131 w 595959"/>
                <a:gd name="connsiteY3" fmla="*/ 142822 h 142822"/>
                <a:gd name="connsiteX4" fmla="*/ 124 w 595959"/>
                <a:gd name="connsiteY4" fmla="*/ 25585 h 142822"/>
                <a:gd name="connsiteX0" fmla="*/ 124 w 595959"/>
                <a:gd name="connsiteY0" fmla="*/ 26512 h 143749"/>
                <a:gd name="connsiteX1" fmla="*/ 595828 w 595959"/>
                <a:gd name="connsiteY1" fmla="*/ 4020 h 143749"/>
                <a:gd name="connsiteX2" fmla="*/ 595830 w 595959"/>
                <a:gd name="connsiteY2" fmla="*/ 101567 h 143749"/>
                <a:gd name="connsiteX3" fmla="*/ 131 w 595959"/>
                <a:gd name="connsiteY3" fmla="*/ 143749 h 143749"/>
                <a:gd name="connsiteX4" fmla="*/ 124 w 595959"/>
                <a:gd name="connsiteY4" fmla="*/ 26512 h 143749"/>
                <a:gd name="connsiteX0" fmla="*/ 124 w 595959"/>
                <a:gd name="connsiteY0" fmla="*/ 26512 h 143749"/>
                <a:gd name="connsiteX1" fmla="*/ 595828 w 595959"/>
                <a:gd name="connsiteY1" fmla="*/ 4020 h 143749"/>
                <a:gd name="connsiteX2" fmla="*/ 595830 w 595959"/>
                <a:gd name="connsiteY2" fmla="*/ 101567 h 143749"/>
                <a:gd name="connsiteX3" fmla="*/ 131 w 595959"/>
                <a:gd name="connsiteY3" fmla="*/ 143749 h 143749"/>
                <a:gd name="connsiteX4" fmla="*/ 124 w 595959"/>
                <a:gd name="connsiteY4" fmla="*/ 26512 h 143749"/>
                <a:gd name="connsiteX0" fmla="*/ 124 w 595959"/>
                <a:gd name="connsiteY0" fmla="*/ 28496 h 145733"/>
                <a:gd name="connsiteX1" fmla="*/ 595828 w 595959"/>
                <a:gd name="connsiteY1" fmla="*/ 6004 h 145733"/>
                <a:gd name="connsiteX2" fmla="*/ 595830 w 595959"/>
                <a:gd name="connsiteY2" fmla="*/ 103551 h 145733"/>
                <a:gd name="connsiteX3" fmla="*/ 131 w 595959"/>
                <a:gd name="connsiteY3" fmla="*/ 145733 h 145733"/>
                <a:gd name="connsiteX4" fmla="*/ 124 w 595959"/>
                <a:gd name="connsiteY4" fmla="*/ 28496 h 14573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856"/>
                <a:gd name="connsiteY0" fmla="*/ 41841 h 159078"/>
                <a:gd name="connsiteX1" fmla="*/ 591261 w 595856"/>
                <a:gd name="connsiteY1" fmla="*/ 0 h 159078"/>
                <a:gd name="connsiteX2" fmla="*/ 595830 w 595856"/>
                <a:gd name="connsiteY2" fmla="*/ 116896 h 159078"/>
                <a:gd name="connsiteX3" fmla="*/ 131 w 595856"/>
                <a:gd name="connsiteY3" fmla="*/ 159078 h 159078"/>
                <a:gd name="connsiteX4" fmla="*/ 124 w 595856"/>
                <a:gd name="connsiteY4" fmla="*/ 41841 h 159078"/>
                <a:gd name="connsiteX0" fmla="*/ 124 w 595959"/>
                <a:gd name="connsiteY0" fmla="*/ 41841 h 159078"/>
                <a:gd name="connsiteX1" fmla="*/ 595828 w 595959"/>
                <a:gd name="connsiteY1" fmla="*/ 0 h 159078"/>
                <a:gd name="connsiteX2" fmla="*/ 595830 w 595959"/>
                <a:gd name="connsiteY2" fmla="*/ 116896 h 159078"/>
                <a:gd name="connsiteX3" fmla="*/ 131 w 595959"/>
                <a:gd name="connsiteY3" fmla="*/ 159078 h 159078"/>
                <a:gd name="connsiteX4" fmla="*/ 124 w 595959"/>
                <a:gd name="connsiteY4" fmla="*/ 41841 h 159078"/>
                <a:gd name="connsiteX0" fmla="*/ 124 w 597349"/>
                <a:gd name="connsiteY0" fmla="*/ 42378 h 159615"/>
                <a:gd name="connsiteX1" fmla="*/ 597349 w 597349"/>
                <a:gd name="connsiteY1" fmla="*/ 0 h 159615"/>
                <a:gd name="connsiteX2" fmla="*/ 595830 w 597349"/>
                <a:gd name="connsiteY2" fmla="*/ 117433 h 159615"/>
                <a:gd name="connsiteX3" fmla="*/ 131 w 597349"/>
                <a:gd name="connsiteY3" fmla="*/ 159615 h 159615"/>
                <a:gd name="connsiteX4" fmla="*/ 124 w 597349"/>
                <a:gd name="connsiteY4" fmla="*/ 42378 h 159615"/>
                <a:gd name="connsiteX0" fmla="*/ 124 w 600443"/>
                <a:gd name="connsiteY0" fmla="*/ 42378 h 159615"/>
                <a:gd name="connsiteX1" fmla="*/ 597349 w 600443"/>
                <a:gd name="connsiteY1" fmla="*/ 0 h 159615"/>
                <a:gd name="connsiteX2" fmla="*/ 600408 w 600443"/>
                <a:gd name="connsiteY2" fmla="*/ 117433 h 159615"/>
                <a:gd name="connsiteX3" fmla="*/ 131 w 600443"/>
                <a:gd name="connsiteY3" fmla="*/ 159615 h 159615"/>
                <a:gd name="connsiteX4" fmla="*/ 124 w 600443"/>
                <a:gd name="connsiteY4" fmla="*/ 42378 h 159615"/>
                <a:gd name="connsiteX0" fmla="*/ 124 w 600537"/>
                <a:gd name="connsiteY0" fmla="*/ 42378 h 159615"/>
                <a:gd name="connsiteX1" fmla="*/ 600401 w 600537"/>
                <a:gd name="connsiteY1" fmla="*/ 0 h 159615"/>
                <a:gd name="connsiteX2" fmla="*/ 600408 w 600537"/>
                <a:gd name="connsiteY2" fmla="*/ 117433 h 159615"/>
                <a:gd name="connsiteX3" fmla="*/ 131 w 600537"/>
                <a:gd name="connsiteY3" fmla="*/ 159615 h 159615"/>
                <a:gd name="connsiteX4" fmla="*/ 124 w 600537"/>
                <a:gd name="connsiteY4" fmla="*/ 42378 h 159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0537" h="159615">
                  <a:moveTo>
                    <a:pt x="124" y="42378"/>
                  </a:moveTo>
                  <a:cubicBezTo>
                    <a:pt x="296414" y="-50243"/>
                    <a:pt x="418111" y="75773"/>
                    <a:pt x="600401" y="0"/>
                  </a:cubicBezTo>
                  <a:cubicBezTo>
                    <a:pt x="599951" y="33260"/>
                    <a:pt x="600858" y="84173"/>
                    <a:pt x="600408" y="117433"/>
                  </a:cubicBezTo>
                  <a:cubicBezTo>
                    <a:pt x="395490" y="192726"/>
                    <a:pt x="285331" y="62551"/>
                    <a:pt x="131" y="159615"/>
                  </a:cubicBezTo>
                  <a:cubicBezTo>
                    <a:pt x="-323" y="114566"/>
                    <a:pt x="578" y="87427"/>
                    <a:pt x="124" y="42378"/>
                  </a:cubicBezTo>
                  <a:close/>
                </a:path>
              </a:pathLst>
            </a:custGeom>
            <a:solidFill>
              <a:schemeClr val="accent5">
                <a:lumMod val="40000"/>
                <a:lumOff val="6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58" name="组合 57">
              <a:extLst>
                <a:ext uri="{FF2B5EF4-FFF2-40B4-BE49-F238E27FC236}">
                  <a16:creationId xmlns:a16="http://schemas.microsoft.com/office/drawing/2014/main" id="{060CF41F-93D2-C061-196D-97B843814087}"/>
                </a:ext>
              </a:extLst>
            </p:cNvPr>
            <p:cNvGrpSpPr/>
            <p:nvPr/>
          </p:nvGrpSpPr>
          <p:grpSpPr>
            <a:xfrm>
              <a:off x="5040167" y="6521415"/>
              <a:ext cx="621640" cy="663817"/>
              <a:chOff x="3656357" y="6507685"/>
              <a:chExt cx="621640" cy="663817"/>
            </a:xfrm>
          </p:grpSpPr>
          <p:sp>
            <p:nvSpPr>
              <p:cNvPr id="59" name="矩形 58">
                <a:extLst>
                  <a:ext uri="{FF2B5EF4-FFF2-40B4-BE49-F238E27FC236}">
                    <a16:creationId xmlns:a16="http://schemas.microsoft.com/office/drawing/2014/main" id="{024FEA7C-20F4-7197-7BE9-E1B8BFF3874D}"/>
                  </a:ext>
                </a:extLst>
              </p:cNvPr>
              <p:cNvSpPr/>
              <p:nvPr/>
            </p:nvSpPr>
            <p:spPr>
              <a:xfrm>
                <a:off x="3656465" y="6640950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0" name="矩形 59">
                <a:extLst>
                  <a:ext uri="{FF2B5EF4-FFF2-40B4-BE49-F238E27FC236}">
                    <a16:creationId xmlns:a16="http://schemas.microsoft.com/office/drawing/2014/main" id="{A67E75BB-3F05-8B91-6DE2-DAD283D09EDD}"/>
                  </a:ext>
                </a:extLst>
              </p:cNvPr>
              <p:cNvSpPr/>
              <p:nvPr/>
            </p:nvSpPr>
            <p:spPr>
              <a:xfrm>
                <a:off x="3811875" y="6640950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" name="矩形 60">
                <a:extLst>
                  <a:ext uri="{FF2B5EF4-FFF2-40B4-BE49-F238E27FC236}">
                    <a16:creationId xmlns:a16="http://schemas.microsoft.com/office/drawing/2014/main" id="{6CD29B4A-5416-F9E4-3D2A-E40715CEF429}"/>
                  </a:ext>
                </a:extLst>
              </p:cNvPr>
              <p:cNvSpPr/>
              <p:nvPr/>
            </p:nvSpPr>
            <p:spPr>
              <a:xfrm>
                <a:off x="3967285" y="6640950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2" name="矩形 61">
                <a:extLst>
                  <a:ext uri="{FF2B5EF4-FFF2-40B4-BE49-F238E27FC236}">
                    <a16:creationId xmlns:a16="http://schemas.microsoft.com/office/drawing/2014/main" id="{94938878-9FFE-1628-EDEC-DB3DB0F99ED2}"/>
                  </a:ext>
                </a:extLst>
              </p:cNvPr>
              <p:cNvSpPr/>
              <p:nvPr/>
            </p:nvSpPr>
            <p:spPr>
              <a:xfrm>
                <a:off x="4122695" y="6640950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04" name="矩形 903">
                <a:extLst>
                  <a:ext uri="{FF2B5EF4-FFF2-40B4-BE49-F238E27FC236}">
                    <a16:creationId xmlns:a16="http://schemas.microsoft.com/office/drawing/2014/main" id="{10731FCC-49DC-F18F-12B6-CDBBE8F1D68A}"/>
                  </a:ext>
                </a:extLst>
              </p:cNvPr>
              <p:cNvSpPr/>
              <p:nvPr/>
            </p:nvSpPr>
            <p:spPr>
              <a:xfrm>
                <a:off x="3656465" y="6773574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05" name="矩形 904">
                <a:extLst>
                  <a:ext uri="{FF2B5EF4-FFF2-40B4-BE49-F238E27FC236}">
                    <a16:creationId xmlns:a16="http://schemas.microsoft.com/office/drawing/2014/main" id="{884D5049-3DBA-B281-8868-694C777EF086}"/>
                  </a:ext>
                </a:extLst>
              </p:cNvPr>
              <p:cNvSpPr/>
              <p:nvPr/>
            </p:nvSpPr>
            <p:spPr>
              <a:xfrm>
                <a:off x="3811875" y="6773574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06" name="矩形 905">
                <a:extLst>
                  <a:ext uri="{FF2B5EF4-FFF2-40B4-BE49-F238E27FC236}">
                    <a16:creationId xmlns:a16="http://schemas.microsoft.com/office/drawing/2014/main" id="{C92C0487-67DB-3741-0A69-9AA032826E85}"/>
                  </a:ext>
                </a:extLst>
              </p:cNvPr>
              <p:cNvSpPr/>
              <p:nvPr/>
            </p:nvSpPr>
            <p:spPr>
              <a:xfrm>
                <a:off x="3967285" y="6773574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07" name="矩形 906">
                <a:extLst>
                  <a:ext uri="{FF2B5EF4-FFF2-40B4-BE49-F238E27FC236}">
                    <a16:creationId xmlns:a16="http://schemas.microsoft.com/office/drawing/2014/main" id="{C28C8031-37F2-AD65-4FC1-EF92D22FB3FB}"/>
                  </a:ext>
                </a:extLst>
              </p:cNvPr>
              <p:cNvSpPr/>
              <p:nvPr/>
            </p:nvSpPr>
            <p:spPr>
              <a:xfrm>
                <a:off x="4122695" y="6773574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08" name="矩形 907">
                <a:extLst>
                  <a:ext uri="{FF2B5EF4-FFF2-40B4-BE49-F238E27FC236}">
                    <a16:creationId xmlns:a16="http://schemas.microsoft.com/office/drawing/2014/main" id="{B7779E3D-39CA-697A-4773-8C3B947DB8AD}"/>
                  </a:ext>
                </a:extLst>
              </p:cNvPr>
              <p:cNvSpPr/>
              <p:nvPr/>
            </p:nvSpPr>
            <p:spPr>
              <a:xfrm>
                <a:off x="3656357" y="690625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09" name="矩形 908">
                <a:extLst>
                  <a:ext uri="{FF2B5EF4-FFF2-40B4-BE49-F238E27FC236}">
                    <a16:creationId xmlns:a16="http://schemas.microsoft.com/office/drawing/2014/main" id="{EFA6DB75-CA01-2F26-4C65-7E0DC26AF626}"/>
                  </a:ext>
                </a:extLst>
              </p:cNvPr>
              <p:cNvSpPr/>
              <p:nvPr/>
            </p:nvSpPr>
            <p:spPr>
              <a:xfrm>
                <a:off x="3811767" y="690625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10" name="矩形 909">
                <a:extLst>
                  <a:ext uri="{FF2B5EF4-FFF2-40B4-BE49-F238E27FC236}">
                    <a16:creationId xmlns:a16="http://schemas.microsoft.com/office/drawing/2014/main" id="{039BE8A1-616D-62CD-93A6-1A32E1775EDD}"/>
                  </a:ext>
                </a:extLst>
              </p:cNvPr>
              <p:cNvSpPr/>
              <p:nvPr/>
            </p:nvSpPr>
            <p:spPr>
              <a:xfrm>
                <a:off x="3967177" y="690625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11" name="矩形 910">
                <a:extLst>
                  <a:ext uri="{FF2B5EF4-FFF2-40B4-BE49-F238E27FC236}">
                    <a16:creationId xmlns:a16="http://schemas.microsoft.com/office/drawing/2014/main" id="{7FDC3155-63C0-9D26-9970-2461F472E39E}"/>
                  </a:ext>
                </a:extLst>
              </p:cNvPr>
              <p:cNvSpPr/>
              <p:nvPr/>
            </p:nvSpPr>
            <p:spPr>
              <a:xfrm>
                <a:off x="4122587" y="690625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12" name="矩形 911">
                <a:extLst>
                  <a:ext uri="{FF2B5EF4-FFF2-40B4-BE49-F238E27FC236}">
                    <a16:creationId xmlns:a16="http://schemas.microsoft.com/office/drawing/2014/main" id="{9244DA77-5907-B838-C572-C3A0FA180BCA}"/>
                  </a:ext>
                </a:extLst>
              </p:cNvPr>
              <p:cNvSpPr/>
              <p:nvPr/>
            </p:nvSpPr>
            <p:spPr>
              <a:xfrm>
                <a:off x="3656357" y="7038879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13" name="矩形 912">
                <a:extLst>
                  <a:ext uri="{FF2B5EF4-FFF2-40B4-BE49-F238E27FC236}">
                    <a16:creationId xmlns:a16="http://schemas.microsoft.com/office/drawing/2014/main" id="{6207B73F-80C5-A55E-06C0-617D7040C006}"/>
                  </a:ext>
                </a:extLst>
              </p:cNvPr>
              <p:cNvSpPr/>
              <p:nvPr/>
            </p:nvSpPr>
            <p:spPr>
              <a:xfrm>
                <a:off x="3811767" y="7038879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14" name="矩形 913">
                <a:extLst>
                  <a:ext uri="{FF2B5EF4-FFF2-40B4-BE49-F238E27FC236}">
                    <a16:creationId xmlns:a16="http://schemas.microsoft.com/office/drawing/2014/main" id="{C7AEECA8-B318-C03A-BA41-C1AB70ADDDA0}"/>
                  </a:ext>
                </a:extLst>
              </p:cNvPr>
              <p:cNvSpPr/>
              <p:nvPr/>
            </p:nvSpPr>
            <p:spPr>
              <a:xfrm>
                <a:off x="3967177" y="7038879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15" name="矩形 914">
                <a:extLst>
                  <a:ext uri="{FF2B5EF4-FFF2-40B4-BE49-F238E27FC236}">
                    <a16:creationId xmlns:a16="http://schemas.microsoft.com/office/drawing/2014/main" id="{796797A8-7958-4B77-BAAE-38E38190F7D4}"/>
                  </a:ext>
                </a:extLst>
              </p:cNvPr>
              <p:cNvSpPr/>
              <p:nvPr/>
            </p:nvSpPr>
            <p:spPr>
              <a:xfrm>
                <a:off x="4122587" y="7038879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16" name="矩形 915">
                <a:extLst>
                  <a:ext uri="{FF2B5EF4-FFF2-40B4-BE49-F238E27FC236}">
                    <a16:creationId xmlns:a16="http://schemas.microsoft.com/office/drawing/2014/main" id="{83548880-EAB8-B070-8E17-3BFBAA2ED52C}"/>
                  </a:ext>
                </a:extLst>
              </p:cNvPr>
              <p:cNvSpPr/>
              <p:nvPr/>
            </p:nvSpPr>
            <p:spPr>
              <a:xfrm>
                <a:off x="3656357" y="650768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17" name="矩形 916">
                <a:extLst>
                  <a:ext uri="{FF2B5EF4-FFF2-40B4-BE49-F238E27FC236}">
                    <a16:creationId xmlns:a16="http://schemas.microsoft.com/office/drawing/2014/main" id="{890EB0EF-9E25-7F77-830A-0A9E4E511972}"/>
                  </a:ext>
                </a:extLst>
              </p:cNvPr>
              <p:cNvSpPr/>
              <p:nvPr/>
            </p:nvSpPr>
            <p:spPr>
              <a:xfrm>
                <a:off x="3811767" y="650768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18" name="矩形 917">
                <a:extLst>
                  <a:ext uri="{FF2B5EF4-FFF2-40B4-BE49-F238E27FC236}">
                    <a16:creationId xmlns:a16="http://schemas.microsoft.com/office/drawing/2014/main" id="{9BB706D8-D317-67A2-5032-BCBE48EEE17C}"/>
                  </a:ext>
                </a:extLst>
              </p:cNvPr>
              <p:cNvSpPr/>
              <p:nvPr/>
            </p:nvSpPr>
            <p:spPr>
              <a:xfrm>
                <a:off x="3967177" y="650768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19" name="矩形 918">
                <a:extLst>
                  <a:ext uri="{FF2B5EF4-FFF2-40B4-BE49-F238E27FC236}">
                    <a16:creationId xmlns:a16="http://schemas.microsoft.com/office/drawing/2014/main" id="{258BCCB6-8D6E-CB71-85F6-DF1BE801B167}"/>
                  </a:ext>
                </a:extLst>
              </p:cNvPr>
              <p:cNvSpPr/>
              <p:nvPr/>
            </p:nvSpPr>
            <p:spPr>
              <a:xfrm>
                <a:off x="4122587" y="650768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938" name="组合 937">
            <a:extLst>
              <a:ext uri="{FF2B5EF4-FFF2-40B4-BE49-F238E27FC236}">
                <a16:creationId xmlns:a16="http://schemas.microsoft.com/office/drawing/2014/main" id="{391FB3D2-08DA-4792-8F06-8A9F35F509F2}"/>
              </a:ext>
            </a:extLst>
          </p:cNvPr>
          <p:cNvGrpSpPr/>
          <p:nvPr/>
        </p:nvGrpSpPr>
        <p:grpSpPr>
          <a:xfrm>
            <a:off x="3041171" y="2236284"/>
            <a:ext cx="734881" cy="457486"/>
            <a:chOff x="3262267" y="3927547"/>
            <a:chExt cx="599802" cy="343893"/>
          </a:xfrm>
        </p:grpSpPr>
        <p:sp>
          <p:nvSpPr>
            <p:cNvPr id="939" name="矩形: 圆角 938">
              <a:extLst>
                <a:ext uri="{FF2B5EF4-FFF2-40B4-BE49-F238E27FC236}">
                  <a16:creationId xmlns:a16="http://schemas.microsoft.com/office/drawing/2014/main" id="{DBD26964-4080-5F1E-62BC-149FB5913F77}"/>
                </a:ext>
              </a:extLst>
            </p:cNvPr>
            <p:cNvSpPr/>
            <p:nvPr/>
          </p:nvSpPr>
          <p:spPr>
            <a:xfrm>
              <a:off x="3337478" y="3927547"/>
              <a:ext cx="393114" cy="343893"/>
            </a:xfrm>
            <a:prstGeom prst="roundRect">
              <a:avLst>
                <a:gd name="adj" fmla="val 31589"/>
              </a:avLst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40" name="矩形 939">
                  <a:extLst>
                    <a:ext uri="{FF2B5EF4-FFF2-40B4-BE49-F238E27FC236}">
                      <a16:creationId xmlns:a16="http://schemas.microsoft.com/office/drawing/2014/main" id="{0D870B33-4F24-B64D-F4B5-9EFE6A4FB429}"/>
                    </a:ext>
                  </a:extLst>
                </p:cNvPr>
                <p:cNvSpPr/>
                <p:nvPr/>
              </p:nvSpPr>
              <p:spPr>
                <a:xfrm>
                  <a:off x="3262267" y="3956287"/>
                  <a:ext cx="599802" cy="27762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dirty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altLang="zh-CN" i="1" dirty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𝑊</m:t>
                            </m:r>
                          </m:sub>
                        </m:s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()</m:t>
                        </m:r>
                      </m:oMath>
                    </m:oMathPara>
                  </a14:m>
                  <a:endParaRPr lang="zh-CN" altLang="en-US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744" name="矩形 743">
                  <a:extLst>
                    <a:ext uri="{FF2B5EF4-FFF2-40B4-BE49-F238E27FC236}">
                      <a16:creationId xmlns:a16="http://schemas.microsoft.com/office/drawing/2014/main" id="{6DD87F4D-7CF6-EBAE-A2AB-0D441457B57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62267" y="3956287"/>
                  <a:ext cx="599802" cy="277627"/>
                </a:xfrm>
                <a:prstGeom prst="rect">
                  <a:avLst/>
                </a:prstGeom>
                <a:blipFill>
                  <a:blip r:embed="rId4"/>
                  <a:stretch>
                    <a:fillRect b="-1475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41" name="组合 940">
            <a:extLst>
              <a:ext uri="{FF2B5EF4-FFF2-40B4-BE49-F238E27FC236}">
                <a16:creationId xmlns:a16="http://schemas.microsoft.com/office/drawing/2014/main" id="{F35EEFFF-D27D-DA1C-94C2-5B4FCF71B15E}"/>
              </a:ext>
            </a:extLst>
          </p:cNvPr>
          <p:cNvGrpSpPr/>
          <p:nvPr/>
        </p:nvGrpSpPr>
        <p:grpSpPr>
          <a:xfrm>
            <a:off x="2145112" y="2208160"/>
            <a:ext cx="723869" cy="479642"/>
            <a:chOff x="2692563" y="3943241"/>
            <a:chExt cx="523260" cy="289098"/>
          </a:xfrm>
        </p:grpSpPr>
        <p:sp>
          <p:nvSpPr>
            <p:cNvPr id="942" name="椭圆 941">
              <a:extLst>
                <a:ext uri="{FF2B5EF4-FFF2-40B4-BE49-F238E27FC236}">
                  <a16:creationId xmlns:a16="http://schemas.microsoft.com/office/drawing/2014/main" id="{99C5B602-D463-7425-87B2-15B83B77141B}"/>
                </a:ext>
              </a:extLst>
            </p:cNvPr>
            <p:cNvSpPr/>
            <p:nvPr/>
          </p:nvSpPr>
          <p:spPr>
            <a:xfrm>
              <a:off x="2692563" y="3963677"/>
              <a:ext cx="477615" cy="268662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43" name="矩形 942">
                  <a:extLst>
                    <a:ext uri="{FF2B5EF4-FFF2-40B4-BE49-F238E27FC236}">
                      <a16:creationId xmlns:a16="http://schemas.microsoft.com/office/drawing/2014/main" id="{122D247E-8F33-1B80-8EF0-A4A93051E698}"/>
                    </a:ext>
                  </a:extLst>
                </p:cNvPr>
                <p:cNvSpPr/>
                <p:nvPr/>
              </p:nvSpPr>
              <p:spPr>
                <a:xfrm>
                  <a:off x="2760246" y="3943241"/>
                  <a:ext cx="455577" cy="27826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70AD47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altLang="zh-CN" sz="2400" b="1" i="1" dirty="0">
                                <a:solidFill>
                                  <a:srgbClr val="70AD47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𝑿</m:t>
                            </m:r>
                          </m:e>
                          <m:sub>
                            <m:r>
                              <a:rPr lang="en-US" altLang="zh-CN" sz="2400" b="1" i="1" dirty="0">
                                <a:solidFill>
                                  <a:srgbClr val="70AD47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𝟎</m:t>
                            </m:r>
                          </m:sub>
                        </m:sSub>
                      </m:oMath>
                    </m:oMathPara>
                  </a14:m>
                  <a:endParaRPr lang="zh-CN" altLang="en-US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943" name="矩形 942">
                  <a:extLst>
                    <a:ext uri="{FF2B5EF4-FFF2-40B4-BE49-F238E27FC236}">
                      <a16:creationId xmlns:a16="http://schemas.microsoft.com/office/drawing/2014/main" id="{122D247E-8F33-1B80-8EF0-A4A93051E69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60246" y="3943241"/>
                  <a:ext cx="455577" cy="278262"/>
                </a:xfrm>
                <a:prstGeom prst="rect">
                  <a:avLst/>
                </a:prstGeom>
                <a:blipFill>
                  <a:blip r:embed="rId5"/>
                  <a:stretch>
                    <a:fillRect l="-1923" b="-526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944" name="矩形 943">
            <a:extLst>
              <a:ext uri="{FF2B5EF4-FFF2-40B4-BE49-F238E27FC236}">
                <a16:creationId xmlns:a16="http://schemas.microsoft.com/office/drawing/2014/main" id="{ED0ACBB3-5769-6CC8-8107-CF60C4B0E0CE}"/>
              </a:ext>
            </a:extLst>
          </p:cNvPr>
          <p:cNvSpPr/>
          <p:nvPr/>
        </p:nvSpPr>
        <p:spPr>
          <a:xfrm>
            <a:off x="1162176" y="2286520"/>
            <a:ext cx="10310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i="0" dirty="0">
                <a:latin typeface="Arial" panose="020B0604020202020204" pitchFamily="34" charset="0"/>
                <a:cs typeface="Arial" panose="020B0604020202020204" pitchFamily="34" charset="0"/>
              </a:rPr>
              <a:t>Forward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47" name="矩形 946">
            <a:extLst>
              <a:ext uri="{FF2B5EF4-FFF2-40B4-BE49-F238E27FC236}">
                <a16:creationId xmlns:a16="http://schemas.microsoft.com/office/drawing/2014/main" id="{F7C6E80A-4697-E4C6-DBD5-09F43A555DAD}"/>
              </a:ext>
            </a:extLst>
          </p:cNvPr>
          <p:cNvSpPr/>
          <p:nvPr/>
        </p:nvSpPr>
        <p:spPr>
          <a:xfrm>
            <a:off x="3764217" y="1451132"/>
            <a:ext cx="852774" cy="3684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200" dirty="0">
                <a:latin typeface="Arial" panose="020B0604020202020204" pitchFamily="34" charset="0"/>
                <a:cs typeface="Arial" panose="020B0604020202020204" pitchFamily="34" charset="0"/>
              </a:rPr>
              <a:t>Layer 1</a:t>
            </a:r>
            <a:endParaRPr lang="zh-CN" alt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49" name="椭圆 948">
            <a:extLst>
              <a:ext uri="{FF2B5EF4-FFF2-40B4-BE49-F238E27FC236}">
                <a16:creationId xmlns:a16="http://schemas.microsoft.com/office/drawing/2014/main" id="{818AD21A-CAE0-D4BC-9C80-6E067A23187D}"/>
              </a:ext>
            </a:extLst>
          </p:cNvPr>
          <p:cNvSpPr/>
          <p:nvPr/>
        </p:nvSpPr>
        <p:spPr>
          <a:xfrm>
            <a:off x="3948243" y="2242432"/>
            <a:ext cx="660722" cy="44573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951" name="组合 950">
            <a:extLst>
              <a:ext uri="{FF2B5EF4-FFF2-40B4-BE49-F238E27FC236}">
                <a16:creationId xmlns:a16="http://schemas.microsoft.com/office/drawing/2014/main" id="{E5E75A57-6557-9A66-C5AA-7EB86C98D168}"/>
              </a:ext>
            </a:extLst>
          </p:cNvPr>
          <p:cNvGrpSpPr/>
          <p:nvPr/>
        </p:nvGrpSpPr>
        <p:grpSpPr>
          <a:xfrm>
            <a:off x="4936437" y="2238788"/>
            <a:ext cx="481646" cy="457486"/>
            <a:chOff x="4842156" y="3773497"/>
            <a:chExt cx="393114" cy="343893"/>
          </a:xfrm>
        </p:grpSpPr>
        <p:grpSp>
          <p:nvGrpSpPr>
            <p:cNvPr id="952" name="组合 951">
              <a:extLst>
                <a:ext uri="{FF2B5EF4-FFF2-40B4-BE49-F238E27FC236}">
                  <a16:creationId xmlns:a16="http://schemas.microsoft.com/office/drawing/2014/main" id="{791A5E5C-9CA9-F511-2A17-8783E84B22AC}"/>
                </a:ext>
              </a:extLst>
            </p:cNvPr>
            <p:cNvGrpSpPr/>
            <p:nvPr/>
          </p:nvGrpSpPr>
          <p:grpSpPr>
            <a:xfrm>
              <a:off x="4937067" y="3821336"/>
              <a:ext cx="261952" cy="260359"/>
              <a:chOff x="5436287" y="3505571"/>
              <a:chExt cx="336942" cy="321770"/>
            </a:xfrm>
          </p:grpSpPr>
          <p:sp>
            <p:nvSpPr>
              <p:cNvPr id="954" name="流程图: 接点 953">
                <a:extLst>
                  <a:ext uri="{FF2B5EF4-FFF2-40B4-BE49-F238E27FC236}">
                    <a16:creationId xmlns:a16="http://schemas.microsoft.com/office/drawing/2014/main" id="{F4545866-31AE-9193-9A44-B42755D8A1BE}"/>
                  </a:ext>
                </a:extLst>
              </p:cNvPr>
              <p:cNvSpPr/>
              <p:nvPr/>
            </p:nvSpPr>
            <p:spPr>
              <a:xfrm>
                <a:off x="5436288" y="3505571"/>
                <a:ext cx="96883" cy="88611"/>
              </a:xfrm>
              <a:prstGeom prst="flowChartConnector">
                <a:avLst/>
              </a:prstGeom>
              <a:noFill/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500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955" name="流程图: 接点 954">
                <a:extLst>
                  <a:ext uri="{FF2B5EF4-FFF2-40B4-BE49-F238E27FC236}">
                    <a16:creationId xmlns:a16="http://schemas.microsoft.com/office/drawing/2014/main" id="{E25326A8-31B9-88B7-6260-B33F7FA7B91E}"/>
                  </a:ext>
                </a:extLst>
              </p:cNvPr>
              <p:cNvSpPr/>
              <p:nvPr/>
            </p:nvSpPr>
            <p:spPr>
              <a:xfrm>
                <a:off x="5436288" y="3623512"/>
                <a:ext cx="96883" cy="88611"/>
              </a:xfrm>
              <a:prstGeom prst="flowChartConnector">
                <a:avLst/>
              </a:prstGeom>
              <a:noFill/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500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956" name="流程图: 接点 955">
                <a:extLst>
                  <a:ext uri="{FF2B5EF4-FFF2-40B4-BE49-F238E27FC236}">
                    <a16:creationId xmlns:a16="http://schemas.microsoft.com/office/drawing/2014/main" id="{47AAA29F-B7A0-6CFB-C948-983EB10D0626}"/>
                  </a:ext>
                </a:extLst>
              </p:cNvPr>
              <p:cNvSpPr/>
              <p:nvPr/>
            </p:nvSpPr>
            <p:spPr>
              <a:xfrm>
                <a:off x="5436287" y="3738730"/>
                <a:ext cx="96883" cy="88611"/>
              </a:xfrm>
              <a:prstGeom prst="flowChartConnector">
                <a:avLst/>
              </a:prstGeom>
              <a:noFill/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500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957" name="流程图: 接点 956">
                <a:extLst>
                  <a:ext uri="{FF2B5EF4-FFF2-40B4-BE49-F238E27FC236}">
                    <a16:creationId xmlns:a16="http://schemas.microsoft.com/office/drawing/2014/main" id="{EA45D55B-3E07-1767-5FCB-0B9BCF00F861}"/>
                  </a:ext>
                </a:extLst>
              </p:cNvPr>
              <p:cNvSpPr/>
              <p:nvPr/>
            </p:nvSpPr>
            <p:spPr>
              <a:xfrm>
                <a:off x="5676346" y="3623512"/>
                <a:ext cx="96883" cy="88611"/>
              </a:xfrm>
              <a:prstGeom prst="flowChartConnector">
                <a:avLst/>
              </a:prstGeom>
              <a:noFill/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500" dirty="0">
                  <a:solidFill>
                    <a:sysClr val="windowText" lastClr="000000"/>
                  </a:solidFill>
                </a:endParaRPr>
              </a:p>
            </p:txBody>
          </p:sp>
          <p:cxnSp>
            <p:nvCxnSpPr>
              <p:cNvPr id="958" name="直接箭头连接符 957">
                <a:extLst>
                  <a:ext uri="{FF2B5EF4-FFF2-40B4-BE49-F238E27FC236}">
                    <a16:creationId xmlns:a16="http://schemas.microsoft.com/office/drawing/2014/main" id="{428BE267-E236-F160-E1E0-E23A2DB1A5A2}"/>
                  </a:ext>
                </a:extLst>
              </p:cNvPr>
              <p:cNvCxnSpPr>
                <a:cxnSpLocks/>
                <a:stCxn id="954" idx="6"/>
                <a:endCxn id="957" idx="2"/>
              </p:cNvCxnSpPr>
              <p:nvPr/>
            </p:nvCxnSpPr>
            <p:spPr>
              <a:xfrm>
                <a:off x="5533171" y="3549877"/>
                <a:ext cx="143175" cy="117941"/>
              </a:xfrm>
              <a:prstGeom prst="straightConnector1">
                <a:avLst/>
              </a:prstGeom>
              <a:ln w="12700">
                <a:tailEnd type="triangle" w="sm" len="sm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59" name="直接箭头连接符 958">
                <a:extLst>
                  <a:ext uri="{FF2B5EF4-FFF2-40B4-BE49-F238E27FC236}">
                    <a16:creationId xmlns:a16="http://schemas.microsoft.com/office/drawing/2014/main" id="{BB0168F8-4653-0BEF-0658-BE386BF8550F}"/>
                  </a:ext>
                </a:extLst>
              </p:cNvPr>
              <p:cNvCxnSpPr>
                <a:cxnSpLocks/>
                <a:stCxn id="955" idx="6"/>
                <a:endCxn id="957" idx="2"/>
              </p:cNvCxnSpPr>
              <p:nvPr/>
            </p:nvCxnSpPr>
            <p:spPr>
              <a:xfrm>
                <a:off x="5533171" y="3667818"/>
                <a:ext cx="143175" cy="0"/>
              </a:xfrm>
              <a:prstGeom prst="straightConnector1">
                <a:avLst/>
              </a:prstGeom>
              <a:ln w="12700">
                <a:tailEnd type="triangle" w="sm" len="sm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91" name="直接箭头连接符 590">
                <a:extLst>
                  <a:ext uri="{FF2B5EF4-FFF2-40B4-BE49-F238E27FC236}">
                    <a16:creationId xmlns:a16="http://schemas.microsoft.com/office/drawing/2014/main" id="{2293BBB7-B187-B99B-F16B-5BCF59A35116}"/>
                  </a:ext>
                </a:extLst>
              </p:cNvPr>
              <p:cNvCxnSpPr>
                <a:cxnSpLocks/>
                <a:stCxn id="956" idx="6"/>
                <a:endCxn id="957" idx="2"/>
              </p:cNvCxnSpPr>
              <p:nvPr/>
            </p:nvCxnSpPr>
            <p:spPr>
              <a:xfrm flipV="1">
                <a:off x="5533170" y="3667818"/>
                <a:ext cx="143176" cy="115218"/>
              </a:xfrm>
              <a:prstGeom prst="straightConnector1">
                <a:avLst/>
              </a:prstGeom>
              <a:ln w="12700">
                <a:tailEnd type="triangle" w="sm" len="sm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953" name="矩形: 圆角 952">
              <a:extLst>
                <a:ext uri="{FF2B5EF4-FFF2-40B4-BE49-F238E27FC236}">
                  <a16:creationId xmlns:a16="http://schemas.microsoft.com/office/drawing/2014/main" id="{005CC2A4-3AC6-92D0-8491-ED17CE3C584B}"/>
                </a:ext>
              </a:extLst>
            </p:cNvPr>
            <p:cNvSpPr/>
            <p:nvPr/>
          </p:nvSpPr>
          <p:spPr>
            <a:xfrm>
              <a:off x="4842156" y="3773497"/>
              <a:ext cx="393114" cy="343893"/>
            </a:xfrm>
            <a:prstGeom prst="roundRect">
              <a:avLst>
                <a:gd name="adj" fmla="val 31589"/>
              </a:avLst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593" name="椭圆 592">
            <a:extLst>
              <a:ext uri="{FF2B5EF4-FFF2-40B4-BE49-F238E27FC236}">
                <a16:creationId xmlns:a16="http://schemas.microsoft.com/office/drawing/2014/main" id="{71D04AB9-B73E-5324-6191-7A6D0120FF8F}"/>
              </a:ext>
            </a:extLst>
          </p:cNvPr>
          <p:cNvSpPr/>
          <p:nvPr/>
        </p:nvSpPr>
        <p:spPr>
          <a:xfrm>
            <a:off x="5750164" y="2247480"/>
            <a:ext cx="660724" cy="44573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595" name="组合 594">
            <a:extLst>
              <a:ext uri="{FF2B5EF4-FFF2-40B4-BE49-F238E27FC236}">
                <a16:creationId xmlns:a16="http://schemas.microsoft.com/office/drawing/2014/main" id="{9FC51C82-3821-42E6-8D8D-809604E65E0B}"/>
              </a:ext>
            </a:extLst>
          </p:cNvPr>
          <p:cNvGrpSpPr/>
          <p:nvPr/>
        </p:nvGrpSpPr>
        <p:grpSpPr>
          <a:xfrm>
            <a:off x="6658518" y="2249670"/>
            <a:ext cx="734881" cy="457486"/>
            <a:chOff x="3262267" y="3927547"/>
            <a:chExt cx="599802" cy="343893"/>
          </a:xfrm>
        </p:grpSpPr>
        <p:sp>
          <p:nvSpPr>
            <p:cNvPr id="596" name="矩形: 圆角 595">
              <a:extLst>
                <a:ext uri="{FF2B5EF4-FFF2-40B4-BE49-F238E27FC236}">
                  <a16:creationId xmlns:a16="http://schemas.microsoft.com/office/drawing/2014/main" id="{16F99BF4-1C95-CD83-7EAB-9E8A6423AF3A}"/>
                </a:ext>
              </a:extLst>
            </p:cNvPr>
            <p:cNvSpPr/>
            <p:nvPr/>
          </p:nvSpPr>
          <p:spPr>
            <a:xfrm>
              <a:off x="3337478" y="3927547"/>
              <a:ext cx="393114" cy="343893"/>
            </a:xfrm>
            <a:prstGeom prst="roundRect">
              <a:avLst>
                <a:gd name="adj" fmla="val 31589"/>
              </a:avLst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8" name="矩形 627">
                  <a:extLst>
                    <a:ext uri="{FF2B5EF4-FFF2-40B4-BE49-F238E27FC236}">
                      <a16:creationId xmlns:a16="http://schemas.microsoft.com/office/drawing/2014/main" id="{AEFC0BF3-2086-2A8B-C8F7-4A98B8CB03D2}"/>
                    </a:ext>
                  </a:extLst>
                </p:cNvPr>
                <p:cNvSpPr/>
                <p:nvPr/>
              </p:nvSpPr>
              <p:spPr>
                <a:xfrm>
                  <a:off x="3262267" y="3956287"/>
                  <a:ext cx="599802" cy="27762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dirty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altLang="zh-CN" i="1" dirty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𝑊</m:t>
                            </m:r>
                          </m:sub>
                        </m:s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()</m:t>
                        </m:r>
                      </m:oMath>
                    </m:oMathPara>
                  </a14:m>
                  <a:endParaRPr lang="zh-CN" altLang="en-US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727" name="矩形 726">
                  <a:extLst>
                    <a:ext uri="{FF2B5EF4-FFF2-40B4-BE49-F238E27FC236}">
                      <a16:creationId xmlns:a16="http://schemas.microsoft.com/office/drawing/2014/main" id="{C93EC40D-74C7-130C-25BA-67268259231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62267" y="3956287"/>
                  <a:ext cx="599802" cy="277627"/>
                </a:xfrm>
                <a:prstGeom prst="rect">
                  <a:avLst/>
                </a:prstGeom>
                <a:blipFill>
                  <a:blip r:embed="rId8"/>
                  <a:stretch>
                    <a:fillRect b="-1475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631" name="椭圆 630">
            <a:extLst>
              <a:ext uri="{FF2B5EF4-FFF2-40B4-BE49-F238E27FC236}">
                <a16:creationId xmlns:a16="http://schemas.microsoft.com/office/drawing/2014/main" id="{AF060704-C7F1-8D1C-4B1A-F76477ED719A}"/>
              </a:ext>
            </a:extLst>
          </p:cNvPr>
          <p:cNvSpPr/>
          <p:nvPr/>
        </p:nvSpPr>
        <p:spPr>
          <a:xfrm>
            <a:off x="7565590" y="2255817"/>
            <a:ext cx="660722" cy="44573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633" name="组合 632">
            <a:extLst>
              <a:ext uri="{FF2B5EF4-FFF2-40B4-BE49-F238E27FC236}">
                <a16:creationId xmlns:a16="http://schemas.microsoft.com/office/drawing/2014/main" id="{AFECA9DB-73BA-EFB6-9994-2CEFAB1500CE}"/>
              </a:ext>
            </a:extLst>
          </p:cNvPr>
          <p:cNvGrpSpPr/>
          <p:nvPr/>
        </p:nvGrpSpPr>
        <p:grpSpPr>
          <a:xfrm>
            <a:off x="8553784" y="2252174"/>
            <a:ext cx="481646" cy="457486"/>
            <a:chOff x="4842156" y="3773497"/>
            <a:chExt cx="393114" cy="343893"/>
          </a:xfrm>
        </p:grpSpPr>
        <p:grpSp>
          <p:nvGrpSpPr>
            <p:cNvPr id="634" name="组合 633">
              <a:extLst>
                <a:ext uri="{FF2B5EF4-FFF2-40B4-BE49-F238E27FC236}">
                  <a16:creationId xmlns:a16="http://schemas.microsoft.com/office/drawing/2014/main" id="{D60DB2A4-2836-3205-7C2D-758AE6ECDD20}"/>
                </a:ext>
              </a:extLst>
            </p:cNvPr>
            <p:cNvGrpSpPr/>
            <p:nvPr/>
          </p:nvGrpSpPr>
          <p:grpSpPr>
            <a:xfrm>
              <a:off x="4937067" y="3821336"/>
              <a:ext cx="261952" cy="260359"/>
              <a:chOff x="5436287" y="3505571"/>
              <a:chExt cx="336942" cy="321770"/>
            </a:xfrm>
          </p:grpSpPr>
          <p:sp>
            <p:nvSpPr>
              <p:cNvPr id="636" name="流程图: 接点 635">
                <a:extLst>
                  <a:ext uri="{FF2B5EF4-FFF2-40B4-BE49-F238E27FC236}">
                    <a16:creationId xmlns:a16="http://schemas.microsoft.com/office/drawing/2014/main" id="{A0D79A93-37FD-B8BF-F952-5AD3D4BC84DC}"/>
                  </a:ext>
                </a:extLst>
              </p:cNvPr>
              <p:cNvSpPr/>
              <p:nvPr/>
            </p:nvSpPr>
            <p:spPr>
              <a:xfrm>
                <a:off x="5436288" y="3505571"/>
                <a:ext cx="96883" cy="88611"/>
              </a:xfrm>
              <a:prstGeom prst="flowChartConnector">
                <a:avLst/>
              </a:prstGeom>
              <a:noFill/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500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637" name="流程图: 接点 636">
                <a:extLst>
                  <a:ext uri="{FF2B5EF4-FFF2-40B4-BE49-F238E27FC236}">
                    <a16:creationId xmlns:a16="http://schemas.microsoft.com/office/drawing/2014/main" id="{168BF05F-5639-D16A-388A-CCC459FF5449}"/>
                  </a:ext>
                </a:extLst>
              </p:cNvPr>
              <p:cNvSpPr/>
              <p:nvPr/>
            </p:nvSpPr>
            <p:spPr>
              <a:xfrm>
                <a:off x="5436288" y="3623512"/>
                <a:ext cx="96883" cy="88611"/>
              </a:xfrm>
              <a:prstGeom prst="flowChartConnector">
                <a:avLst/>
              </a:prstGeom>
              <a:noFill/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500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638" name="流程图: 接点 637">
                <a:extLst>
                  <a:ext uri="{FF2B5EF4-FFF2-40B4-BE49-F238E27FC236}">
                    <a16:creationId xmlns:a16="http://schemas.microsoft.com/office/drawing/2014/main" id="{5B1BD912-022A-F8DF-538D-CC6C8131FCDA}"/>
                  </a:ext>
                </a:extLst>
              </p:cNvPr>
              <p:cNvSpPr/>
              <p:nvPr/>
            </p:nvSpPr>
            <p:spPr>
              <a:xfrm>
                <a:off x="5436287" y="3738730"/>
                <a:ext cx="96883" cy="88611"/>
              </a:xfrm>
              <a:prstGeom prst="flowChartConnector">
                <a:avLst/>
              </a:prstGeom>
              <a:noFill/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500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639" name="流程图: 接点 638">
                <a:extLst>
                  <a:ext uri="{FF2B5EF4-FFF2-40B4-BE49-F238E27FC236}">
                    <a16:creationId xmlns:a16="http://schemas.microsoft.com/office/drawing/2014/main" id="{7F73837D-B587-CD5F-2A9B-FFFB45E37C1A}"/>
                  </a:ext>
                </a:extLst>
              </p:cNvPr>
              <p:cNvSpPr/>
              <p:nvPr/>
            </p:nvSpPr>
            <p:spPr>
              <a:xfrm>
                <a:off x="5676346" y="3623512"/>
                <a:ext cx="96883" cy="88611"/>
              </a:xfrm>
              <a:prstGeom prst="flowChartConnector">
                <a:avLst/>
              </a:prstGeom>
              <a:noFill/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500" dirty="0">
                  <a:solidFill>
                    <a:sysClr val="windowText" lastClr="000000"/>
                  </a:solidFill>
                </a:endParaRPr>
              </a:p>
            </p:txBody>
          </p:sp>
          <p:cxnSp>
            <p:nvCxnSpPr>
              <p:cNvPr id="640" name="直接箭头连接符 639">
                <a:extLst>
                  <a:ext uri="{FF2B5EF4-FFF2-40B4-BE49-F238E27FC236}">
                    <a16:creationId xmlns:a16="http://schemas.microsoft.com/office/drawing/2014/main" id="{363F39EE-AB2F-412F-D228-04E8AA6A7E7C}"/>
                  </a:ext>
                </a:extLst>
              </p:cNvPr>
              <p:cNvCxnSpPr>
                <a:cxnSpLocks/>
                <a:stCxn id="636" idx="6"/>
                <a:endCxn id="639" idx="2"/>
              </p:cNvCxnSpPr>
              <p:nvPr/>
            </p:nvCxnSpPr>
            <p:spPr>
              <a:xfrm>
                <a:off x="5533171" y="3549877"/>
                <a:ext cx="143175" cy="117941"/>
              </a:xfrm>
              <a:prstGeom prst="straightConnector1">
                <a:avLst/>
              </a:prstGeom>
              <a:ln w="12700">
                <a:tailEnd type="triangle" w="sm" len="sm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41" name="直接箭头连接符 640">
                <a:extLst>
                  <a:ext uri="{FF2B5EF4-FFF2-40B4-BE49-F238E27FC236}">
                    <a16:creationId xmlns:a16="http://schemas.microsoft.com/office/drawing/2014/main" id="{9829A5DC-26F2-D341-A7E6-08B461D1E4EC}"/>
                  </a:ext>
                </a:extLst>
              </p:cNvPr>
              <p:cNvCxnSpPr>
                <a:cxnSpLocks/>
                <a:stCxn id="637" idx="6"/>
                <a:endCxn id="639" idx="2"/>
              </p:cNvCxnSpPr>
              <p:nvPr/>
            </p:nvCxnSpPr>
            <p:spPr>
              <a:xfrm>
                <a:off x="5533171" y="3667818"/>
                <a:ext cx="143175" cy="0"/>
              </a:xfrm>
              <a:prstGeom prst="straightConnector1">
                <a:avLst/>
              </a:prstGeom>
              <a:ln w="12700">
                <a:tailEnd type="triangle" w="sm" len="sm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42" name="直接箭头连接符 641">
                <a:extLst>
                  <a:ext uri="{FF2B5EF4-FFF2-40B4-BE49-F238E27FC236}">
                    <a16:creationId xmlns:a16="http://schemas.microsoft.com/office/drawing/2014/main" id="{43CB39C9-DE06-93DF-60DD-F7DE9CEF12AE}"/>
                  </a:ext>
                </a:extLst>
              </p:cNvPr>
              <p:cNvCxnSpPr>
                <a:cxnSpLocks/>
                <a:stCxn id="638" idx="6"/>
                <a:endCxn id="639" idx="2"/>
              </p:cNvCxnSpPr>
              <p:nvPr/>
            </p:nvCxnSpPr>
            <p:spPr>
              <a:xfrm flipV="1">
                <a:off x="5533170" y="3667818"/>
                <a:ext cx="143176" cy="115218"/>
              </a:xfrm>
              <a:prstGeom prst="straightConnector1">
                <a:avLst/>
              </a:prstGeom>
              <a:ln w="12700">
                <a:tailEnd type="triangle" w="sm" len="sm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635" name="矩形: 圆角 634">
              <a:extLst>
                <a:ext uri="{FF2B5EF4-FFF2-40B4-BE49-F238E27FC236}">
                  <a16:creationId xmlns:a16="http://schemas.microsoft.com/office/drawing/2014/main" id="{9316CFCA-7977-2493-4590-83ABF7952FB7}"/>
                </a:ext>
              </a:extLst>
            </p:cNvPr>
            <p:cNvSpPr/>
            <p:nvPr/>
          </p:nvSpPr>
          <p:spPr>
            <a:xfrm>
              <a:off x="4842156" y="3773497"/>
              <a:ext cx="393114" cy="343893"/>
            </a:xfrm>
            <a:prstGeom prst="roundRect">
              <a:avLst>
                <a:gd name="adj" fmla="val 31589"/>
              </a:avLst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658" name="椭圆 657">
            <a:extLst>
              <a:ext uri="{FF2B5EF4-FFF2-40B4-BE49-F238E27FC236}">
                <a16:creationId xmlns:a16="http://schemas.microsoft.com/office/drawing/2014/main" id="{0313ED1B-D6DC-96A2-9B12-D7B3528CA3D6}"/>
              </a:ext>
            </a:extLst>
          </p:cNvPr>
          <p:cNvSpPr/>
          <p:nvPr/>
        </p:nvSpPr>
        <p:spPr>
          <a:xfrm>
            <a:off x="9367511" y="2260866"/>
            <a:ext cx="660724" cy="44573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88" name="矩形 687">
            <a:extLst>
              <a:ext uri="{FF2B5EF4-FFF2-40B4-BE49-F238E27FC236}">
                <a16:creationId xmlns:a16="http://schemas.microsoft.com/office/drawing/2014/main" id="{771B9DCA-8E62-7E7A-443B-5301EB34126E}"/>
              </a:ext>
            </a:extLst>
          </p:cNvPr>
          <p:cNvSpPr/>
          <p:nvPr/>
        </p:nvSpPr>
        <p:spPr>
          <a:xfrm>
            <a:off x="7697258" y="1444382"/>
            <a:ext cx="852774" cy="3684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200" dirty="0">
                <a:latin typeface="Arial" panose="020B0604020202020204" pitchFamily="34" charset="0"/>
                <a:cs typeface="Arial" panose="020B0604020202020204" pitchFamily="34" charset="0"/>
              </a:rPr>
              <a:t>Layer 2</a:t>
            </a:r>
            <a:endParaRPr lang="zh-CN" alt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89" name="直接箭头连接符 688">
            <a:extLst>
              <a:ext uri="{FF2B5EF4-FFF2-40B4-BE49-F238E27FC236}">
                <a16:creationId xmlns:a16="http://schemas.microsoft.com/office/drawing/2014/main" id="{CE2B0B79-8453-7E79-C90B-AFE03C8B1F73}"/>
              </a:ext>
            </a:extLst>
          </p:cNvPr>
          <p:cNvCxnSpPr>
            <a:cxnSpLocks/>
            <a:stCxn id="942" idx="6"/>
            <a:endCxn id="939" idx="1"/>
          </p:cNvCxnSpPr>
          <p:nvPr/>
        </p:nvCxnSpPr>
        <p:spPr>
          <a:xfrm>
            <a:off x="2805827" y="2464946"/>
            <a:ext cx="327498" cy="82"/>
          </a:xfrm>
          <a:prstGeom prst="straightConnector1">
            <a:avLst/>
          </a:prstGeom>
          <a:ln w="19050"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90" name="直接箭头连接符 689">
            <a:extLst>
              <a:ext uri="{FF2B5EF4-FFF2-40B4-BE49-F238E27FC236}">
                <a16:creationId xmlns:a16="http://schemas.microsoft.com/office/drawing/2014/main" id="{3D9F5547-9B67-71D1-C0DD-6152FF23CB9B}"/>
              </a:ext>
            </a:extLst>
          </p:cNvPr>
          <p:cNvCxnSpPr>
            <a:cxnSpLocks/>
            <a:stCxn id="949" idx="6"/>
            <a:endCxn id="953" idx="1"/>
          </p:cNvCxnSpPr>
          <p:nvPr/>
        </p:nvCxnSpPr>
        <p:spPr>
          <a:xfrm>
            <a:off x="4608974" y="2465308"/>
            <a:ext cx="327462" cy="2224"/>
          </a:xfrm>
          <a:prstGeom prst="straightConnector1">
            <a:avLst/>
          </a:prstGeom>
          <a:ln w="19050"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95" name="直接箭头连接符 694">
            <a:extLst>
              <a:ext uri="{FF2B5EF4-FFF2-40B4-BE49-F238E27FC236}">
                <a16:creationId xmlns:a16="http://schemas.microsoft.com/office/drawing/2014/main" id="{602CDC0C-FD33-219A-3FAC-0D449DB8FA24}"/>
              </a:ext>
            </a:extLst>
          </p:cNvPr>
          <p:cNvCxnSpPr>
            <a:cxnSpLocks/>
            <a:stCxn id="947" idx="1"/>
          </p:cNvCxnSpPr>
          <p:nvPr/>
        </p:nvCxnSpPr>
        <p:spPr>
          <a:xfrm flipH="1">
            <a:off x="2194750" y="1635381"/>
            <a:ext cx="1569467" cy="0"/>
          </a:xfrm>
          <a:prstGeom prst="straightConnector1">
            <a:avLst/>
          </a:prstGeom>
          <a:ln w="19050"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97" name="直接箭头连接符 696">
            <a:extLst>
              <a:ext uri="{FF2B5EF4-FFF2-40B4-BE49-F238E27FC236}">
                <a16:creationId xmlns:a16="http://schemas.microsoft.com/office/drawing/2014/main" id="{53241C87-5BAC-604A-A6BA-ADD40D8A312E}"/>
              </a:ext>
            </a:extLst>
          </p:cNvPr>
          <p:cNvCxnSpPr>
            <a:cxnSpLocks/>
            <a:stCxn id="947" idx="3"/>
          </p:cNvCxnSpPr>
          <p:nvPr/>
        </p:nvCxnSpPr>
        <p:spPr>
          <a:xfrm>
            <a:off x="4616991" y="1635381"/>
            <a:ext cx="1448335" cy="0"/>
          </a:xfrm>
          <a:prstGeom prst="straightConnector1">
            <a:avLst/>
          </a:prstGeom>
          <a:ln w="19050"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98" name="直接箭头连接符 697">
            <a:extLst>
              <a:ext uri="{FF2B5EF4-FFF2-40B4-BE49-F238E27FC236}">
                <a16:creationId xmlns:a16="http://schemas.microsoft.com/office/drawing/2014/main" id="{2235710B-E4A4-5B15-B829-8BF511436A42}"/>
              </a:ext>
            </a:extLst>
          </p:cNvPr>
          <p:cNvCxnSpPr>
            <a:cxnSpLocks/>
            <a:stCxn id="939" idx="3"/>
            <a:endCxn id="949" idx="2"/>
          </p:cNvCxnSpPr>
          <p:nvPr/>
        </p:nvCxnSpPr>
        <p:spPr>
          <a:xfrm>
            <a:off x="3614971" y="2465028"/>
            <a:ext cx="333280" cy="279"/>
          </a:xfrm>
          <a:prstGeom prst="straightConnector1">
            <a:avLst/>
          </a:prstGeom>
          <a:ln w="19050"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99" name="直接箭头连接符 698">
            <a:extLst>
              <a:ext uri="{FF2B5EF4-FFF2-40B4-BE49-F238E27FC236}">
                <a16:creationId xmlns:a16="http://schemas.microsoft.com/office/drawing/2014/main" id="{32B78F36-B604-C7A3-518C-26E499D54BB1}"/>
              </a:ext>
            </a:extLst>
          </p:cNvPr>
          <p:cNvCxnSpPr>
            <a:cxnSpLocks/>
            <a:stCxn id="953" idx="3"/>
            <a:endCxn id="593" idx="2"/>
          </p:cNvCxnSpPr>
          <p:nvPr/>
        </p:nvCxnSpPr>
        <p:spPr>
          <a:xfrm>
            <a:off x="5418083" y="2467532"/>
            <a:ext cx="332075" cy="2818"/>
          </a:xfrm>
          <a:prstGeom prst="straightConnector1">
            <a:avLst/>
          </a:prstGeom>
          <a:ln w="19050"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00" name="直接箭头连接符 699">
            <a:extLst>
              <a:ext uri="{FF2B5EF4-FFF2-40B4-BE49-F238E27FC236}">
                <a16:creationId xmlns:a16="http://schemas.microsoft.com/office/drawing/2014/main" id="{D8873C8D-72C9-DC8E-9929-0D8AC5C42C6C}"/>
              </a:ext>
            </a:extLst>
          </p:cNvPr>
          <p:cNvCxnSpPr>
            <a:cxnSpLocks/>
            <a:stCxn id="631" idx="6"/>
            <a:endCxn id="635" idx="1"/>
          </p:cNvCxnSpPr>
          <p:nvPr/>
        </p:nvCxnSpPr>
        <p:spPr>
          <a:xfrm>
            <a:off x="8226322" y="2478693"/>
            <a:ext cx="327462" cy="2224"/>
          </a:xfrm>
          <a:prstGeom prst="straightConnector1">
            <a:avLst/>
          </a:prstGeom>
          <a:ln w="19050"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01" name="直接箭头连接符 700">
            <a:extLst>
              <a:ext uri="{FF2B5EF4-FFF2-40B4-BE49-F238E27FC236}">
                <a16:creationId xmlns:a16="http://schemas.microsoft.com/office/drawing/2014/main" id="{BE62346D-C77A-5CF6-8C08-48378F9293B1}"/>
              </a:ext>
            </a:extLst>
          </p:cNvPr>
          <p:cNvCxnSpPr>
            <a:cxnSpLocks/>
            <a:stCxn id="596" idx="3"/>
            <a:endCxn id="631" idx="2"/>
          </p:cNvCxnSpPr>
          <p:nvPr/>
        </p:nvCxnSpPr>
        <p:spPr>
          <a:xfrm>
            <a:off x="7232318" y="2478414"/>
            <a:ext cx="333280" cy="279"/>
          </a:xfrm>
          <a:prstGeom prst="straightConnector1">
            <a:avLst/>
          </a:prstGeom>
          <a:ln w="19050"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02" name="直接箭头连接符 701">
            <a:extLst>
              <a:ext uri="{FF2B5EF4-FFF2-40B4-BE49-F238E27FC236}">
                <a16:creationId xmlns:a16="http://schemas.microsoft.com/office/drawing/2014/main" id="{0F7D6FF3-DE41-F429-EACE-1AFE8E7E7C2F}"/>
              </a:ext>
            </a:extLst>
          </p:cNvPr>
          <p:cNvCxnSpPr>
            <a:cxnSpLocks/>
            <a:stCxn id="635" idx="3"/>
            <a:endCxn id="658" idx="2"/>
          </p:cNvCxnSpPr>
          <p:nvPr/>
        </p:nvCxnSpPr>
        <p:spPr>
          <a:xfrm>
            <a:off x="9035430" y="2480918"/>
            <a:ext cx="332075" cy="2818"/>
          </a:xfrm>
          <a:prstGeom prst="straightConnector1">
            <a:avLst/>
          </a:prstGeom>
          <a:ln w="19050"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03" name="直接箭头连接符 702">
            <a:extLst>
              <a:ext uri="{FF2B5EF4-FFF2-40B4-BE49-F238E27FC236}">
                <a16:creationId xmlns:a16="http://schemas.microsoft.com/office/drawing/2014/main" id="{DB5F739F-3C0B-48C9-78BE-C53228032CBE}"/>
              </a:ext>
            </a:extLst>
          </p:cNvPr>
          <p:cNvCxnSpPr>
            <a:cxnSpLocks/>
            <a:stCxn id="593" idx="6"/>
            <a:endCxn id="596" idx="1"/>
          </p:cNvCxnSpPr>
          <p:nvPr/>
        </p:nvCxnSpPr>
        <p:spPr>
          <a:xfrm>
            <a:off x="6410882" y="2470350"/>
            <a:ext cx="339790" cy="8064"/>
          </a:xfrm>
          <a:prstGeom prst="straightConnector1">
            <a:avLst/>
          </a:prstGeom>
          <a:ln w="19050"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17" name="直接箭头连接符 716">
            <a:extLst>
              <a:ext uri="{FF2B5EF4-FFF2-40B4-BE49-F238E27FC236}">
                <a16:creationId xmlns:a16="http://schemas.microsoft.com/office/drawing/2014/main" id="{5133DE8C-6282-6B17-0A4B-8D50C1796614}"/>
              </a:ext>
            </a:extLst>
          </p:cNvPr>
          <p:cNvCxnSpPr>
            <a:cxnSpLocks/>
          </p:cNvCxnSpPr>
          <p:nvPr/>
        </p:nvCxnSpPr>
        <p:spPr>
          <a:xfrm>
            <a:off x="9685168" y="2712953"/>
            <a:ext cx="3058" cy="597587"/>
          </a:xfrm>
          <a:prstGeom prst="straightConnector1">
            <a:avLst/>
          </a:prstGeom>
          <a:ln w="19050"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18" name="直接箭头连接符 717">
            <a:extLst>
              <a:ext uri="{FF2B5EF4-FFF2-40B4-BE49-F238E27FC236}">
                <a16:creationId xmlns:a16="http://schemas.microsoft.com/office/drawing/2014/main" id="{297DAA03-5651-4DBC-5ABE-85F6A453FF91}"/>
              </a:ext>
            </a:extLst>
          </p:cNvPr>
          <p:cNvCxnSpPr>
            <a:cxnSpLocks/>
            <a:stCxn id="688" idx="1"/>
          </p:cNvCxnSpPr>
          <p:nvPr/>
        </p:nvCxnSpPr>
        <p:spPr>
          <a:xfrm flipH="1">
            <a:off x="6127790" y="1628631"/>
            <a:ext cx="1569467" cy="0"/>
          </a:xfrm>
          <a:prstGeom prst="straightConnector1">
            <a:avLst/>
          </a:prstGeom>
          <a:ln w="19050"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19" name="直接箭头连接符 718">
            <a:extLst>
              <a:ext uri="{FF2B5EF4-FFF2-40B4-BE49-F238E27FC236}">
                <a16:creationId xmlns:a16="http://schemas.microsoft.com/office/drawing/2014/main" id="{7543D4AF-2919-D2AE-929C-1B8EEE95B49B}"/>
              </a:ext>
            </a:extLst>
          </p:cNvPr>
          <p:cNvCxnSpPr>
            <a:cxnSpLocks/>
            <a:stCxn id="688" idx="3"/>
          </p:cNvCxnSpPr>
          <p:nvPr/>
        </p:nvCxnSpPr>
        <p:spPr>
          <a:xfrm>
            <a:off x="8550031" y="1628631"/>
            <a:ext cx="1448335" cy="0"/>
          </a:xfrm>
          <a:prstGeom prst="straightConnector1">
            <a:avLst/>
          </a:prstGeom>
          <a:ln w="19050"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23" name="文本框 722">
                <a:extLst>
                  <a:ext uri="{FF2B5EF4-FFF2-40B4-BE49-F238E27FC236}">
                    <a16:creationId xmlns:a16="http://schemas.microsoft.com/office/drawing/2014/main" id="{5025BB57-FAAF-4B61-7BB9-29663CE28B41}"/>
                  </a:ext>
                </a:extLst>
              </p:cNvPr>
              <p:cNvSpPr txBox="1"/>
              <p:nvPr/>
            </p:nvSpPr>
            <p:spPr>
              <a:xfrm>
                <a:off x="3774833" y="2231552"/>
                <a:ext cx="1071288" cy="461665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1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altLang="zh-CN" sz="2400" b="1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𝑿</m:t>
                          </m:r>
                        </m:e>
                        <m:sub>
                          <m:r>
                            <a:rPr lang="en-US" altLang="zh-CN" sz="2400" b="1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zh-CN" altLang="en-US" sz="2400" b="1" dirty="0">
                  <a:solidFill>
                    <a:schemeClr val="accent6"/>
                  </a:solidFill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723" name="文本框 722">
                <a:extLst>
                  <a:ext uri="{FF2B5EF4-FFF2-40B4-BE49-F238E27FC236}">
                    <a16:creationId xmlns:a16="http://schemas.microsoft.com/office/drawing/2014/main" id="{5025BB57-FAAF-4B61-7BB9-29663CE28B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4833" y="2231552"/>
                <a:ext cx="1071288" cy="461665"/>
              </a:xfrm>
              <a:prstGeom prst="rect">
                <a:avLst/>
              </a:prstGeom>
              <a:blipFill>
                <a:blip r:embed="rId12"/>
                <a:stretch>
                  <a:fillRect b="-2632"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1" name="文本框 730">
                <a:extLst>
                  <a:ext uri="{FF2B5EF4-FFF2-40B4-BE49-F238E27FC236}">
                    <a16:creationId xmlns:a16="http://schemas.microsoft.com/office/drawing/2014/main" id="{B267F1F4-1244-17C0-277E-74E9C8D7AEB9}"/>
                  </a:ext>
                </a:extLst>
              </p:cNvPr>
              <p:cNvSpPr txBox="1"/>
              <p:nvPr/>
            </p:nvSpPr>
            <p:spPr>
              <a:xfrm>
                <a:off x="5562214" y="2221549"/>
                <a:ext cx="1071288" cy="461665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1" i="1" dirty="0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altLang="zh-CN" sz="2400" b="1" i="1" dirty="0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𝑯</m:t>
                          </m:r>
                        </m:e>
                        <m:sub>
                          <m:r>
                            <a:rPr lang="en-US" altLang="zh-CN" sz="2400" b="1" i="1" dirty="0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zh-CN" altLang="en-US" sz="2400" b="1" dirty="0">
                  <a:solidFill>
                    <a:schemeClr val="accent5"/>
                  </a:solidFill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731" name="文本框 730">
                <a:extLst>
                  <a:ext uri="{FF2B5EF4-FFF2-40B4-BE49-F238E27FC236}">
                    <a16:creationId xmlns:a16="http://schemas.microsoft.com/office/drawing/2014/main" id="{B267F1F4-1244-17C0-277E-74E9C8D7AE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2214" y="2221549"/>
                <a:ext cx="1071288" cy="461665"/>
              </a:xfrm>
              <a:prstGeom prst="rect">
                <a:avLst/>
              </a:prstGeom>
              <a:blipFill>
                <a:blip r:embed="rId13"/>
                <a:stretch>
                  <a:fillRect b="-2632"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2" name="文本框 731">
                <a:extLst>
                  <a:ext uri="{FF2B5EF4-FFF2-40B4-BE49-F238E27FC236}">
                    <a16:creationId xmlns:a16="http://schemas.microsoft.com/office/drawing/2014/main" id="{CCE7606F-93DA-0F8E-2985-B287AA770876}"/>
                  </a:ext>
                </a:extLst>
              </p:cNvPr>
              <p:cNvSpPr txBox="1"/>
              <p:nvPr/>
            </p:nvSpPr>
            <p:spPr>
              <a:xfrm>
                <a:off x="7403462" y="2238788"/>
                <a:ext cx="1071288" cy="461665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1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altLang="zh-CN" sz="2400" b="1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𝑿</m:t>
                          </m:r>
                        </m:e>
                        <m:sub>
                          <m:r>
                            <a:rPr lang="en-US" altLang="zh-CN" sz="2400" b="1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zh-CN" altLang="en-US" sz="2400" b="1" dirty="0">
                  <a:solidFill>
                    <a:schemeClr val="accent6"/>
                  </a:solidFill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732" name="文本框 731">
                <a:extLst>
                  <a:ext uri="{FF2B5EF4-FFF2-40B4-BE49-F238E27FC236}">
                    <a16:creationId xmlns:a16="http://schemas.microsoft.com/office/drawing/2014/main" id="{CCE7606F-93DA-0F8E-2985-B287AA7708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03462" y="2238788"/>
                <a:ext cx="1071288" cy="461665"/>
              </a:xfrm>
              <a:prstGeom prst="rect">
                <a:avLst/>
              </a:prstGeom>
              <a:blipFill>
                <a:blip r:embed="rId14"/>
                <a:stretch>
                  <a:fillRect b="-2632"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3" name="文本框 732">
                <a:extLst>
                  <a:ext uri="{FF2B5EF4-FFF2-40B4-BE49-F238E27FC236}">
                    <a16:creationId xmlns:a16="http://schemas.microsoft.com/office/drawing/2014/main" id="{38625109-3FFF-3160-5BF0-3E232EF17847}"/>
                  </a:ext>
                </a:extLst>
              </p:cNvPr>
              <p:cNvSpPr txBox="1"/>
              <p:nvPr/>
            </p:nvSpPr>
            <p:spPr>
              <a:xfrm>
                <a:off x="9179561" y="2243549"/>
                <a:ext cx="1071288" cy="461665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1" i="1" dirty="0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altLang="zh-CN" sz="2400" b="1" i="1" dirty="0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𝑯</m:t>
                          </m:r>
                        </m:e>
                        <m:sub>
                          <m:r>
                            <a:rPr lang="en-US" altLang="zh-CN" sz="2400" b="1" i="1" dirty="0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zh-CN" altLang="en-US" sz="2400" b="1" dirty="0">
                  <a:solidFill>
                    <a:schemeClr val="accent5"/>
                  </a:solidFill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733" name="文本框 732">
                <a:extLst>
                  <a:ext uri="{FF2B5EF4-FFF2-40B4-BE49-F238E27FC236}">
                    <a16:creationId xmlns:a16="http://schemas.microsoft.com/office/drawing/2014/main" id="{38625109-3FFF-3160-5BF0-3E232EF178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79561" y="2243549"/>
                <a:ext cx="1071288" cy="461665"/>
              </a:xfrm>
              <a:prstGeom prst="rect">
                <a:avLst/>
              </a:prstGeom>
              <a:blipFill>
                <a:blip r:embed="rId15"/>
                <a:stretch>
                  <a:fillRect b="-2632"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34" name="组合 733">
            <a:extLst>
              <a:ext uri="{FF2B5EF4-FFF2-40B4-BE49-F238E27FC236}">
                <a16:creationId xmlns:a16="http://schemas.microsoft.com/office/drawing/2014/main" id="{07DE8C35-A87C-E22C-485E-A926497315A0}"/>
              </a:ext>
            </a:extLst>
          </p:cNvPr>
          <p:cNvGrpSpPr/>
          <p:nvPr/>
        </p:nvGrpSpPr>
        <p:grpSpPr>
          <a:xfrm>
            <a:off x="8114701" y="6002924"/>
            <a:ext cx="621640" cy="735125"/>
            <a:chOff x="5766806" y="6445933"/>
            <a:chExt cx="621640" cy="735125"/>
          </a:xfrm>
        </p:grpSpPr>
        <p:sp>
          <p:nvSpPr>
            <p:cNvPr id="735" name="矩形 1174">
              <a:extLst>
                <a:ext uri="{FF2B5EF4-FFF2-40B4-BE49-F238E27FC236}">
                  <a16:creationId xmlns:a16="http://schemas.microsoft.com/office/drawing/2014/main" id="{A967C7DD-3494-F2C5-E139-3CCEFDF6652A}"/>
                </a:ext>
              </a:extLst>
            </p:cNvPr>
            <p:cNvSpPr/>
            <p:nvPr/>
          </p:nvSpPr>
          <p:spPr>
            <a:xfrm rot="10800000">
              <a:off x="5768235" y="6445933"/>
              <a:ext cx="618706" cy="226680"/>
            </a:xfrm>
            <a:custGeom>
              <a:avLst/>
              <a:gdLst>
                <a:gd name="connsiteX0" fmla="*/ 0 w 595706"/>
                <a:gd name="connsiteY0" fmla="*/ 0 h 92965"/>
                <a:gd name="connsiteX1" fmla="*/ 595706 w 595706"/>
                <a:gd name="connsiteY1" fmla="*/ 0 h 92965"/>
                <a:gd name="connsiteX2" fmla="*/ 595706 w 595706"/>
                <a:gd name="connsiteY2" fmla="*/ 92965 h 92965"/>
                <a:gd name="connsiteX3" fmla="*/ 0 w 595706"/>
                <a:gd name="connsiteY3" fmla="*/ 92965 h 92965"/>
                <a:gd name="connsiteX4" fmla="*/ 0 w 595706"/>
                <a:gd name="connsiteY4" fmla="*/ 0 h 92965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1422 w 594406"/>
                <a:gd name="connsiteY0" fmla="*/ 21376 h 135147"/>
                <a:gd name="connsiteX1" fmla="*/ 594406 w 594406"/>
                <a:gd name="connsiteY1" fmla="*/ 0 h 135147"/>
                <a:gd name="connsiteX2" fmla="*/ 594406 w 594406"/>
                <a:gd name="connsiteY2" fmla="*/ 92965 h 135147"/>
                <a:gd name="connsiteX3" fmla="*/ 61 w 594406"/>
                <a:gd name="connsiteY3" fmla="*/ 135147 h 135147"/>
                <a:gd name="connsiteX4" fmla="*/ 1422 w 594406"/>
                <a:gd name="connsiteY4" fmla="*/ 21376 h 135147"/>
                <a:gd name="connsiteX0" fmla="*/ 1422 w 594406"/>
                <a:gd name="connsiteY0" fmla="*/ 15599 h 135147"/>
                <a:gd name="connsiteX1" fmla="*/ 594406 w 594406"/>
                <a:gd name="connsiteY1" fmla="*/ 0 h 135147"/>
                <a:gd name="connsiteX2" fmla="*/ 594406 w 594406"/>
                <a:gd name="connsiteY2" fmla="*/ 92965 h 135147"/>
                <a:gd name="connsiteX3" fmla="*/ 61 w 594406"/>
                <a:gd name="connsiteY3" fmla="*/ 135147 h 135147"/>
                <a:gd name="connsiteX4" fmla="*/ 1422 w 594406"/>
                <a:gd name="connsiteY4" fmla="*/ 15599 h 135147"/>
                <a:gd name="connsiteX0" fmla="*/ 131 w 594476"/>
                <a:gd name="connsiteY0" fmla="*/ 4622 h 135147"/>
                <a:gd name="connsiteX1" fmla="*/ 594476 w 594476"/>
                <a:gd name="connsiteY1" fmla="*/ 0 h 135147"/>
                <a:gd name="connsiteX2" fmla="*/ 594476 w 594476"/>
                <a:gd name="connsiteY2" fmla="*/ 92965 h 135147"/>
                <a:gd name="connsiteX3" fmla="*/ 131 w 594476"/>
                <a:gd name="connsiteY3" fmla="*/ 135147 h 135147"/>
                <a:gd name="connsiteX4" fmla="*/ 131 w 594476"/>
                <a:gd name="connsiteY4" fmla="*/ 4622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22423 h 139660"/>
                <a:gd name="connsiteX1" fmla="*/ 595706 w 595706"/>
                <a:gd name="connsiteY1" fmla="*/ 4513 h 139660"/>
                <a:gd name="connsiteX2" fmla="*/ 595706 w 595706"/>
                <a:gd name="connsiteY2" fmla="*/ 97478 h 139660"/>
                <a:gd name="connsiteX3" fmla="*/ 1361 w 595706"/>
                <a:gd name="connsiteY3" fmla="*/ 139660 h 139660"/>
                <a:gd name="connsiteX4" fmla="*/ 0 w 595706"/>
                <a:gd name="connsiteY4" fmla="*/ 22423 h 139660"/>
                <a:gd name="connsiteX0" fmla="*/ 0 w 595706"/>
                <a:gd name="connsiteY0" fmla="*/ 26413 h 143650"/>
                <a:gd name="connsiteX1" fmla="*/ 595706 w 595706"/>
                <a:gd name="connsiteY1" fmla="*/ 8503 h 143650"/>
                <a:gd name="connsiteX2" fmla="*/ 595706 w 595706"/>
                <a:gd name="connsiteY2" fmla="*/ 101468 h 143650"/>
                <a:gd name="connsiteX3" fmla="*/ 1361 w 595706"/>
                <a:gd name="connsiteY3" fmla="*/ 143650 h 143650"/>
                <a:gd name="connsiteX4" fmla="*/ 0 w 595706"/>
                <a:gd name="connsiteY4" fmla="*/ 26413 h 143650"/>
                <a:gd name="connsiteX0" fmla="*/ 0 w 595706"/>
                <a:gd name="connsiteY0" fmla="*/ 21286 h 138523"/>
                <a:gd name="connsiteX1" fmla="*/ 595706 w 595706"/>
                <a:gd name="connsiteY1" fmla="*/ 3376 h 138523"/>
                <a:gd name="connsiteX2" fmla="*/ 595706 w 595706"/>
                <a:gd name="connsiteY2" fmla="*/ 96341 h 138523"/>
                <a:gd name="connsiteX3" fmla="*/ 1361 w 595706"/>
                <a:gd name="connsiteY3" fmla="*/ 138523 h 138523"/>
                <a:gd name="connsiteX4" fmla="*/ 0 w 595706"/>
                <a:gd name="connsiteY4" fmla="*/ 21286 h 138523"/>
                <a:gd name="connsiteX0" fmla="*/ 0 w 595706"/>
                <a:gd name="connsiteY0" fmla="*/ 22534 h 139771"/>
                <a:gd name="connsiteX1" fmla="*/ 595706 w 595706"/>
                <a:gd name="connsiteY1" fmla="*/ 4624 h 139771"/>
                <a:gd name="connsiteX2" fmla="*/ 595706 w 595706"/>
                <a:gd name="connsiteY2" fmla="*/ 97589 h 139771"/>
                <a:gd name="connsiteX3" fmla="*/ 1361 w 595706"/>
                <a:gd name="connsiteY3" fmla="*/ 139771 h 139771"/>
                <a:gd name="connsiteX4" fmla="*/ 0 w 595706"/>
                <a:gd name="connsiteY4" fmla="*/ 22534 h 139771"/>
                <a:gd name="connsiteX0" fmla="*/ 0 w 595706"/>
                <a:gd name="connsiteY0" fmla="*/ 23494 h 140731"/>
                <a:gd name="connsiteX1" fmla="*/ 595706 w 595706"/>
                <a:gd name="connsiteY1" fmla="*/ 2118 h 140731"/>
                <a:gd name="connsiteX2" fmla="*/ 595706 w 595706"/>
                <a:gd name="connsiteY2" fmla="*/ 98549 h 140731"/>
                <a:gd name="connsiteX3" fmla="*/ 1361 w 595706"/>
                <a:gd name="connsiteY3" fmla="*/ 140731 h 140731"/>
                <a:gd name="connsiteX4" fmla="*/ 0 w 595706"/>
                <a:gd name="connsiteY4" fmla="*/ 23494 h 140731"/>
                <a:gd name="connsiteX0" fmla="*/ 0 w 595706"/>
                <a:gd name="connsiteY0" fmla="*/ 23494 h 140731"/>
                <a:gd name="connsiteX1" fmla="*/ 595706 w 595706"/>
                <a:gd name="connsiteY1" fmla="*/ 2118 h 140731"/>
                <a:gd name="connsiteX2" fmla="*/ 595706 w 595706"/>
                <a:gd name="connsiteY2" fmla="*/ 98549 h 140731"/>
                <a:gd name="connsiteX3" fmla="*/ 1361 w 595706"/>
                <a:gd name="connsiteY3" fmla="*/ 140731 h 140731"/>
                <a:gd name="connsiteX4" fmla="*/ 0 w 595706"/>
                <a:gd name="connsiteY4" fmla="*/ 23494 h 140731"/>
                <a:gd name="connsiteX0" fmla="*/ 0 w 595706"/>
                <a:gd name="connsiteY0" fmla="*/ 25030 h 142267"/>
                <a:gd name="connsiteX1" fmla="*/ 595706 w 595706"/>
                <a:gd name="connsiteY1" fmla="*/ 3654 h 142267"/>
                <a:gd name="connsiteX2" fmla="*/ 595706 w 595706"/>
                <a:gd name="connsiteY2" fmla="*/ 100085 h 142267"/>
                <a:gd name="connsiteX3" fmla="*/ 1361 w 595706"/>
                <a:gd name="connsiteY3" fmla="*/ 142267 h 142267"/>
                <a:gd name="connsiteX4" fmla="*/ 0 w 595706"/>
                <a:gd name="connsiteY4" fmla="*/ 25030 h 142267"/>
                <a:gd name="connsiteX0" fmla="*/ 0 w 595706"/>
                <a:gd name="connsiteY0" fmla="*/ 22091 h 139328"/>
                <a:gd name="connsiteX1" fmla="*/ 595706 w 595706"/>
                <a:gd name="connsiteY1" fmla="*/ 715 h 139328"/>
                <a:gd name="connsiteX2" fmla="*/ 595706 w 595706"/>
                <a:gd name="connsiteY2" fmla="*/ 97146 h 139328"/>
                <a:gd name="connsiteX3" fmla="*/ 1361 w 595706"/>
                <a:gd name="connsiteY3" fmla="*/ 139328 h 139328"/>
                <a:gd name="connsiteX4" fmla="*/ 0 w 595706"/>
                <a:gd name="connsiteY4" fmla="*/ 22091 h 139328"/>
                <a:gd name="connsiteX0" fmla="*/ 0 w 595706"/>
                <a:gd name="connsiteY0" fmla="*/ 23573 h 140810"/>
                <a:gd name="connsiteX1" fmla="*/ 595706 w 595706"/>
                <a:gd name="connsiteY1" fmla="*/ 2197 h 140810"/>
                <a:gd name="connsiteX2" fmla="*/ 595706 w 595706"/>
                <a:gd name="connsiteY2" fmla="*/ 98628 h 140810"/>
                <a:gd name="connsiteX3" fmla="*/ 1361 w 595706"/>
                <a:gd name="connsiteY3" fmla="*/ 140810 h 140810"/>
                <a:gd name="connsiteX4" fmla="*/ 0 w 595706"/>
                <a:gd name="connsiteY4" fmla="*/ 23573 h 140810"/>
                <a:gd name="connsiteX0" fmla="*/ 0 w 595706"/>
                <a:gd name="connsiteY0" fmla="*/ 21908 h 139145"/>
                <a:gd name="connsiteX1" fmla="*/ 595706 w 595706"/>
                <a:gd name="connsiteY1" fmla="*/ 532 h 139145"/>
                <a:gd name="connsiteX2" fmla="*/ 595706 w 595706"/>
                <a:gd name="connsiteY2" fmla="*/ 96963 h 139145"/>
                <a:gd name="connsiteX3" fmla="*/ 1361 w 595706"/>
                <a:gd name="connsiteY3" fmla="*/ 139145 h 139145"/>
                <a:gd name="connsiteX4" fmla="*/ 0 w 595706"/>
                <a:gd name="connsiteY4" fmla="*/ 21908 h 139145"/>
                <a:gd name="connsiteX0" fmla="*/ 0 w 595706"/>
                <a:gd name="connsiteY0" fmla="*/ 23863 h 141100"/>
                <a:gd name="connsiteX1" fmla="*/ 595706 w 595706"/>
                <a:gd name="connsiteY1" fmla="*/ 2487 h 141100"/>
                <a:gd name="connsiteX2" fmla="*/ 595706 w 595706"/>
                <a:gd name="connsiteY2" fmla="*/ 98918 h 141100"/>
                <a:gd name="connsiteX3" fmla="*/ 1361 w 595706"/>
                <a:gd name="connsiteY3" fmla="*/ 141100 h 141100"/>
                <a:gd name="connsiteX4" fmla="*/ 0 w 595706"/>
                <a:gd name="connsiteY4" fmla="*/ 23863 h 141100"/>
                <a:gd name="connsiteX0" fmla="*/ 0 w 595706"/>
                <a:gd name="connsiteY0" fmla="*/ 24472 h 141709"/>
                <a:gd name="connsiteX1" fmla="*/ 595706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0 w 595706"/>
                <a:gd name="connsiteY0" fmla="*/ 24267 h 141504"/>
                <a:gd name="connsiteX1" fmla="*/ 595706 w 595706"/>
                <a:gd name="connsiteY1" fmla="*/ 2891 h 141504"/>
                <a:gd name="connsiteX2" fmla="*/ 595706 w 595706"/>
                <a:gd name="connsiteY2" fmla="*/ 99322 h 141504"/>
                <a:gd name="connsiteX3" fmla="*/ 1361 w 595706"/>
                <a:gd name="connsiteY3" fmla="*/ 141504 h 141504"/>
                <a:gd name="connsiteX4" fmla="*/ 0 w 595706"/>
                <a:gd name="connsiteY4" fmla="*/ 24267 h 141504"/>
                <a:gd name="connsiteX0" fmla="*/ 0 w 595706"/>
                <a:gd name="connsiteY0" fmla="*/ 24472 h 141709"/>
                <a:gd name="connsiteX1" fmla="*/ 595706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0 w 595706"/>
                <a:gd name="connsiteY0" fmla="*/ 24472 h 141709"/>
                <a:gd name="connsiteX1" fmla="*/ 594353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124 w 595830"/>
                <a:gd name="connsiteY0" fmla="*/ 24472 h 141709"/>
                <a:gd name="connsiteX1" fmla="*/ 594477 w 595830"/>
                <a:gd name="connsiteY1" fmla="*/ 3096 h 141709"/>
                <a:gd name="connsiteX2" fmla="*/ 595830 w 595830"/>
                <a:gd name="connsiteY2" fmla="*/ 99527 h 141709"/>
                <a:gd name="connsiteX3" fmla="*/ 131 w 595830"/>
                <a:gd name="connsiteY3" fmla="*/ 141709 h 141709"/>
                <a:gd name="connsiteX4" fmla="*/ 124 w 595830"/>
                <a:gd name="connsiteY4" fmla="*/ 24472 h 141709"/>
                <a:gd name="connsiteX0" fmla="*/ 124 w 597179"/>
                <a:gd name="connsiteY0" fmla="*/ 25207 h 142444"/>
                <a:gd name="connsiteX1" fmla="*/ 597179 w 597179"/>
                <a:gd name="connsiteY1" fmla="*/ 481 h 142444"/>
                <a:gd name="connsiteX2" fmla="*/ 595830 w 597179"/>
                <a:gd name="connsiteY2" fmla="*/ 100262 h 142444"/>
                <a:gd name="connsiteX3" fmla="*/ 131 w 597179"/>
                <a:gd name="connsiteY3" fmla="*/ 142444 h 142444"/>
                <a:gd name="connsiteX4" fmla="*/ 124 w 597179"/>
                <a:gd name="connsiteY4" fmla="*/ 25207 h 142444"/>
                <a:gd name="connsiteX0" fmla="*/ 124 w 595889"/>
                <a:gd name="connsiteY0" fmla="*/ 25842 h 143079"/>
                <a:gd name="connsiteX1" fmla="*/ 594477 w 595889"/>
                <a:gd name="connsiteY1" fmla="*/ 0 h 143079"/>
                <a:gd name="connsiteX2" fmla="*/ 595830 w 595889"/>
                <a:gd name="connsiteY2" fmla="*/ 100897 h 143079"/>
                <a:gd name="connsiteX3" fmla="*/ 131 w 595889"/>
                <a:gd name="connsiteY3" fmla="*/ 143079 h 143079"/>
                <a:gd name="connsiteX4" fmla="*/ 124 w 595889"/>
                <a:gd name="connsiteY4" fmla="*/ 25842 h 143079"/>
                <a:gd name="connsiteX0" fmla="*/ 124 w 595889"/>
                <a:gd name="connsiteY0" fmla="*/ 24713 h 141950"/>
                <a:gd name="connsiteX1" fmla="*/ 594477 w 595889"/>
                <a:gd name="connsiteY1" fmla="*/ 2221 h 141950"/>
                <a:gd name="connsiteX2" fmla="*/ 595830 w 595889"/>
                <a:gd name="connsiteY2" fmla="*/ 99768 h 141950"/>
                <a:gd name="connsiteX3" fmla="*/ 131 w 595889"/>
                <a:gd name="connsiteY3" fmla="*/ 141950 h 141950"/>
                <a:gd name="connsiteX4" fmla="*/ 124 w 595889"/>
                <a:gd name="connsiteY4" fmla="*/ 24713 h 141950"/>
                <a:gd name="connsiteX0" fmla="*/ 124 w 595959"/>
                <a:gd name="connsiteY0" fmla="*/ 24713 h 141950"/>
                <a:gd name="connsiteX1" fmla="*/ 595828 w 595959"/>
                <a:gd name="connsiteY1" fmla="*/ 2221 h 141950"/>
                <a:gd name="connsiteX2" fmla="*/ 595830 w 595959"/>
                <a:gd name="connsiteY2" fmla="*/ 99768 h 141950"/>
                <a:gd name="connsiteX3" fmla="*/ 131 w 595959"/>
                <a:gd name="connsiteY3" fmla="*/ 141950 h 141950"/>
                <a:gd name="connsiteX4" fmla="*/ 124 w 595959"/>
                <a:gd name="connsiteY4" fmla="*/ 24713 h 141950"/>
                <a:gd name="connsiteX0" fmla="*/ 124 w 595959"/>
                <a:gd name="connsiteY0" fmla="*/ 24925 h 142162"/>
                <a:gd name="connsiteX1" fmla="*/ 595828 w 595959"/>
                <a:gd name="connsiteY1" fmla="*/ 2433 h 142162"/>
                <a:gd name="connsiteX2" fmla="*/ 595830 w 595959"/>
                <a:gd name="connsiteY2" fmla="*/ 99980 h 142162"/>
                <a:gd name="connsiteX3" fmla="*/ 131 w 595959"/>
                <a:gd name="connsiteY3" fmla="*/ 142162 h 142162"/>
                <a:gd name="connsiteX4" fmla="*/ 124 w 595959"/>
                <a:gd name="connsiteY4" fmla="*/ 24925 h 142162"/>
                <a:gd name="connsiteX0" fmla="*/ 124 w 595959"/>
                <a:gd name="connsiteY0" fmla="*/ 22492 h 139729"/>
                <a:gd name="connsiteX1" fmla="*/ 595828 w 595959"/>
                <a:gd name="connsiteY1" fmla="*/ 0 h 139729"/>
                <a:gd name="connsiteX2" fmla="*/ 595830 w 595959"/>
                <a:gd name="connsiteY2" fmla="*/ 97547 h 139729"/>
                <a:gd name="connsiteX3" fmla="*/ 131 w 595959"/>
                <a:gd name="connsiteY3" fmla="*/ 139729 h 139729"/>
                <a:gd name="connsiteX4" fmla="*/ 124 w 595959"/>
                <a:gd name="connsiteY4" fmla="*/ 22492 h 139729"/>
                <a:gd name="connsiteX0" fmla="*/ 124 w 595959"/>
                <a:gd name="connsiteY0" fmla="*/ 25585 h 142822"/>
                <a:gd name="connsiteX1" fmla="*/ 595828 w 595959"/>
                <a:gd name="connsiteY1" fmla="*/ 3093 h 142822"/>
                <a:gd name="connsiteX2" fmla="*/ 595830 w 595959"/>
                <a:gd name="connsiteY2" fmla="*/ 100640 h 142822"/>
                <a:gd name="connsiteX3" fmla="*/ 131 w 595959"/>
                <a:gd name="connsiteY3" fmla="*/ 142822 h 142822"/>
                <a:gd name="connsiteX4" fmla="*/ 124 w 595959"/>
                <a:gd name="connsiteY4" fmla="*/ 25585 h 142822"/>
                <a:gd name="connsiteX0" fmla="*/ 124 w 595959"/>
                <a:gd name="connsiteY0" fmla="*/ 25585 h 142822"/>
                <a:gd name="connsiteX1" fmla="*/ 595828 w 595959"/>
                <a:gd name="connsiteY1" fmla="*/ 3093 h 142822"/>
                <a:gd name="connsiteX2" fmla="*/ 595830 w 595959"/>
                <a:gd name="connsiteY2" fmla="*/ 100640 h 142822"/>
                <a:gd name="connsiteX3" fmla="*/ 131 w 595959"/>
                <a:gd name="connsiteY3" fmla="*/ 142822 h 142822"/>
                <a:gd name="connsiteX4" fmla="*/ 124 w 595959"/>
                <a:gd name="connsiteY4" fmla="*/ 25585 h 142822"/>
                <a:gd name="connsiteX0" fmla="*/ 124 w 595959"/>
                <a:gd name="connsiteY0" fmla="*/ 26512 h 143749"/>
                <a:gd name="connsiteX1" fmla="*/ 595828 w 595959"/>
                <a:gd name="connsiteY1" fmla="*/ 4020 h 143749"/>
                <a:gd name="connsiteX2" fmla="*/ 595830 w 595959"/>
                <a:gd name="connsiteY2" fmla="*/ 101567 h 143749"/>
                <a:gd name="connsiteX3" fmla="*/ 131 w 595959"/>
                <a:gd name="connsiteY3" fmla="*/ 143749 h 143749"/>
                <a:gd name="connsiteX4" fmla="*/ 124 w 595959"/>
                <a:gd name="connsiteY4" fmla="*/ 26512 h 143749"/>
                <a:gd name="connsiteX0" fmla="*/ 124 w 595959"/>
                <a:gd name="connsiteY0" fmla="*/ 26512 h 143749"/>
                <a:gd name="connsiteX1" fmla="*/ 595828 w 595959"/>
                <a:gd name="connsiteY1" fmla="*/ 4020 h 143749"/>
                <a:gd name="connsiteX2" fmla="*/ 595830 w 595959"/>
                <a:gd name="connsiteY2" fmla="*/ 101567 h 143749"/>
                <a:gd name="connsiteX3" fmla="*/ 131 w 595959"/>
                <a:gd name="connsiteY3" fmla="*/ 143749 h 143749"/>
                <a:gd name="connsiteX4" fmla="*/ 124 w 595959"/>
                <a:gd name="connsiteY4" fmla="*/ 26512 h 143749"/>
                <a:gd name="connsiteX0" fmla="*/ 124 w 595959"/>
                <a:gd name="connsiteY0" fmla="*/ 28496 h 145733"/>
                <a:gd name="connsiteX1" fmla="*/ 595828 w 595959"/>
                <a:gd name="connsiteY1" fmla="*/ 6004 h 145733"/>
                <a:gd name="connsiteX2" fmla="*/ 595830 w 595959"/>
                <a:gd name="connsiteY2" fmla="*/ 103551 h 145733"/>
                <a:gd name="connsiteX3" fmla="*/ 131 w 595959"/>
                <a:gd name="connsiteY3" fmla="*/ 145733 h 145733"/>
                <a:gd name="connsiteX4" fmla="*/ 124 w 595959"/>
                <a:gd name="connsiteY4" fmla="*/ 28496 h 14573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856"/>
                <a:gd name="connsiteY0" fmla="*/ 41841 h 159078"/>
                <a:gd name="connsiteX1" fmla="*/ 591261 w 595856"/>
                <a:gd name="connsiteY1" fmla="*/ 0 h 159078"/>
                <a:gd name="connsiteX2" fmla="*/ 595830 w 595856"/>
                <a:gd name="connsiteY2" fmla="*/ 116896 h 159078"/>
                <a:gd name="connsiteX3" fmla="*/ 131 w 595856"/>
                <a:gd name="connsiteY3" fmla="*/ 159078 h 159078"/>
                <a:gd name="connsiteX4" fmla="*/ 124 w 595856"/>
                <a:gd name="connsiteY4" fmla="*/ 41841 h 159078"/>
                <a:gd name="connsiteX0" fmla="*/ 124 w 595959"/>
                <a:gd name="connsiteY0" fmla="*/ 41841 h 159078"/>
                <a:gd name="connsiteX1" fmla="*/ 595828 w 595959"/>
                <a:gd name="connsiteY1" fmla="*/ 0 h 159078"/>
                <a:gd name="connsiteX2" fmla="*/ 595830 w 595959"/>
                <a:gd name="connsiteY2" fmla="*/ 116896 h 159078"/>
                <a:gd name="connsiteX3" fmla="*/ 131 w 595959"/>
                <a:gd name="connsiteY3" fmla="*/ 159078 h 159078"/>
                <a:gd name="connsiteX4" fmla="*/ 124 w 595959"/>
                <a:gd name="connsiteY4" fmla="*/ 41841 h 159078"/>
                <a:gd name="connsiteX0" fmla="*/ 124 w 597349"/>
                <a:gd name="connsiteY0" fmla="*/ 42378 h 159615"/>
                <a:gd name="connsiteX1" fmla="*/ 597349 w 597349"/>
                <a:gd name="connsiteY1" fmla="*/ 0 h 159615"/>
                <a:gd name="connsiteX2" fmla="*/ 595830 w 597349"/>
                <a:gd name="connsiteY2" fmla="*/ 117433 h 159615"/>
                <a:gd name="connsiteX3" fmla="*/ 131 w 597349"/>
                <a:gd name="connsiteY3" fmla="*/ 159615 h 159615"/>
                <a:gd name="connsiteX4" fmla="*/ 124 w 597349"/>
                <a:gd name="connsiteY4" fmla="*/ 42378 h 159615"/>
                <a:gd name="connsiteX0" fmla="*/ 124 w 600443"/>
                <a:gd name="connsiteY0" fmla="*/ 42378 h 159615"/>
                <a:gd name="connsiteX1" fmla="*/ 597349 w 600443"/>
                <a:gd name="connsiteY1" fmla="*/ 0 h 159615"/>
                <a:gd name="connsiteX2" fmla="*/ 600408 w 600443"/>
                <a:gd name="connsiteY2" fmla="*/ 117433 h 159615"/>
                <a:gd name="connsiteX3" fmla="*/ 131 w 600443"/>
                <a:gd name="connsiteY3" fmla="*/ 159615 h 159615"/>
                <a:gd name="connsiteX4" fmla="*/ 124 w 600443"/>
                <a:gd name="connsiteY4" fmla="*/ 42378 h 159615"/>
                <a:gd name="connsiteX0" fmla="*/ 124 w 600537"/>
                <a:gd name="connsiteY0" fmla="*/ 42378 h 159615"/>
                <a:gd name="connsiteX1" fmla="*/ 600401 w 600537"/>
                <a:gd name="connsiteY1" fmla="*/ 0 h 159615"/>
                <a:gd name="connsiteX2" fmla="*/ 600408 w 600537"/>
                <a:gd name="connsiteY2" fmla="*/ 117433 h 159615"/>
                <a:gd name="connsiteX3" fmla="*/ 131 w 600537"/>
                <a:gd name="connsiteY3" fmla="*/ 159615 h 159615"/>
                <a:gd name="connsiteX4" fmla="*/ 124 w 600537"/>
                <a:gd name="connsiteY4" fmla="*/ 42378 h 159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0537" h="159615">
                  <a:moveTo>
                    <a:pt x="124" y="42378"/>
                  </a:moveTo>
                  <a:cubicBezTo>
                    <a:pt x="296414" y="-50243"/>
                    <a:pt x="418111" y="75773"/>
                    <a:pt x="600401" y="0"/>
                  </a:cubicBezTo>
                  <a:cubicBezTo>
                    <a:pt x="599951" y="33260"/>
                    <a:pt x="600858" y="84173"/>
                    <a:pt x="600408" y="117433"/>
                  </a:cubicBezTo>
                  <a:cubicBezTo>
                    <a:pt x="395490" y="192726"/>
                    <a:pt x="285331" y="62551"/>
                    <a:pt x="131" y="159615"/>
                  </a:cubicBezTo>
                  <a:cubicBezTo>
                    <a:pt x="-323" y="114566"/>
                    <a:pt x="578" y="87427"/>
                    <a:pt x="124" y="42378"/>
                  </a:cubicBezTo>
                  <a:close/>
                </a:path>
              </a:pathLst>
            </a:custGeom>
            <a:solidFill>
              <a:schemeClr val="accent2">
                <a:lumMod val="40000"/>
                <a:lumOff val="6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736" name="组合 735">
              <a:extLst>
                <a:ext uri="{FF2B5EF4-FFF2-40B4-BE49-F238E27FC236}">
                  <a16:creationId xmlns:a16="http://schemas.microsoft.com/office/drawing/2014/main" id="{B71A8AC7-7811-AF76-486E-2E2EA239EBBA}"/>
                </a:ext>
              </a:extLst>
            </p:cNvPr>
            <p:cNvGrpSpPr/>
            <p:nvPr/>
          </p:nvGrpSpPr>
          <p:grpSpPr>
            <a:xfrm>
              <a:off x="5766806" y="6517241"/>
              <a:ext cx="621640" cy="663817"/>
              <a:chOff x="5040167" y="6521415"/>
              <a:chExt cx="621640" cy="663817"/>
            </a:xfrm>
          </p:grpSpPr>
          <p:sp>
            <p:nvSpPr>
              <p:cNvPr id="737" name="矩形 1174">
                <a:extLst>
                  <a:ext uri="{FF2B5EF4-FFF2-40B4-BE49-F238E27FC236}">
                    <a16:creationId xmlns:a16="http://schemas.microsoft.com/office/drawing/2014/main" id="{FD5CA058-D9E5-B1EE-C732-9AAA840594C0}"/>
                  </a:ext>
                </a:extLst>
              </p:cNvPr>
              <p:cNvSpPr/>
              <p:nvPr/>
            </p:nvSpPr>
            <p:spPr>
              <a:xfrm rot="10800000">
                <a:off x="5041542" y="6760560"/>
                <a:ext cx="618706" cy="201627"/>
              </a:xfrm>
              <a:custGeom>
                <a:avLst/>
                <a:gdLst>
                  <a:gd name="connsiteX0" fmla="*/ 0 w 595706"/>
                  <a:gd name="connsiteY0" fmla="*/ 0 h 92965"/>
                  <a:gd name="connsiteX1" fmla="*/ 595706 w 595706"/>
                  <a:gd name="connsiteY1" fmla="*/ 0 h 92965"/>
                  <a:gd name="connsiteX2" fmla="*/ 595706 w 595706"/>
                  <a:gd name="connsiteY2" fmla="*/ 92965 h 92965"/>
                  <a:gd name="connsiteX3" fmla="*/ 0 w 595706"/>
                  <a:gd name="connsiteY3" fmla="*/ 92965 h 92965"/>
                  <a:gd name="connsiteX4" fmla="*/ 0 w 595706"/>
                  <a:gd name="connsiteY4" fmla="*/ 0 h 92965"/>
                  <a:gd name="connsiteX0" fmla="*/ 0 w 595706"/>
                  <a:gd name="connsiteY0" fmla="*/ 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0 h 135147"/>
                  <a:gd name="connsiteX0" fmla="*/ 0 w 595706"/>
                  <a:gd name="connsiteY0" fmla="*/ 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0 h 135147"/>
                  <a:gd name="connsiteX0" fmla="*/ 0 w 595706"/>
                  <a:gd name="connsiteY0" fmla="*/ 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0 h 135147"/>
                  <a:gd name="connsiteX0" fmla="*/ 0 w 595706"/>
                  <a:gd name="connsiteY0" fmla="*/ 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0 h 135147"/>
                  <a:gd name="connsiteX0" fmla="*/ 1422 w 594406"/>
                  <a:gd name="connsiteY0" fmla="*/ 21376 h 135147"/>
                  <a:gd name="connsiteX1" fmla="*/ 594406 w 594406"/>
                  <a:gd name="connsiteY1" fmla="*/ 0 h 135147"/>
                  <a:gd name="connsiteX2" fmla="*/ 594406 w 594406"/>
                  <a:gd name="connsiteY2" fmla="*/ 92965 h 135147"/>
                  <a:gd name="connsiteX3" fmla="*/ 61 w 594406"/>
                  <a:gd name="connsiteY3" fmla="*/ 135147 h 135147"/>
                  <a:gd name="connsiteX4" fmla="*/ 1422 w 594406"/>
                  <a:gd name="connsiteY4" fmla="*/ 21376 h 135147"/>
                  <a:gd name="connsiteX0" fmla="*/ 1422 w 594406"/>
                  <a:gd name="connsiteY0" fmla="*/ 15599 h 135147"/>
                  <a:gd name="connsiteX1" fmla="*/ 594406 w 594406"/>
                  <a:gd name="connsiteY1" fmla="*/ 0 h 135147"/>
                  <a:gd name="connsiteX2" fmla="*/ 594406 w 594406"/>
                  <a:gd name="connsiteY2" fmla="*/ 92965 h 135147"/>
                  <a:gd name="connsiteX3" fmla="*/ 61 w 594406"/>
                  <a:gd name="connsiteY3" fmla="*/ 135147 h 135147"/>
                  <a:gd name="connsiteX4" fmla="*/ 1422 w 594406"/>
                  <a:gd name="connsiteY4" fmla="*/ 15599 h 135147"/>
                  <a:gd name="connsiteX0" fmla="*/ 131 w 594476"/>
                  <a:gd name="connsiteY0" fmla="*/ 4622 h 135147"/>
                  <a:gd name="connsiteX1" fmla="*/ 594476 w 594476"/>
                  <a:gd name="connsiteY1" fmla="*/ 0 h 135147"/>
                  <a:gd name="connsiteX2" fmla="*/ 594476 w 594476"/>
                  <a:gd name="connsiteY2" fmla="*/ 92965 h 135147"/>
                  <a:gd name="connsiteX3" fmla="*/ 131 w 594476"/>
                  <a:gd name="connsiteY3" fmla="*/ 135147 h 135147"/>
                  <a:gd name="connsiteX4" fmla="*/ 131 w 594476"/>
                  <a:gd name="connsiteY4" fmla="*/ 4622 h 135147"/>
                  <a:gd name="connsiteX0" fmla="*/ 0 w 595706"/>
                  <a:gd name="connsiteY0" fmla="*/ 1791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17910 h 135147"/>
                  <a:gd name="connsiteX0" fmla="*/ 0 w 595706"/>
                  <a:gd name="connsiteY0" fmla="*/ 1791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17910 h 135147"/>
                  <a:gd name="connsiteX0" fmla="*/ 0 w 595706"/>
                  <a:gd name="connsiteY0" fmla="*/ 1791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17910 h 135147"/>
                  <a:gd name="connsiteX0" fmla="*/ 0 w 595706"/>
                  <a:gd name="connsiteY0" fmla="*/ 1791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17910 h 135147"/>
                  <a:gd name="connsiteX0" fmla="*/ 0 w 595706"/>
                  <a:gd name="connsiteY0" fmla="*/ 22423 h 139660"/>
                  <a:gd name="connsiteX1" fmla="*/ 595706 w 595706"/>
                  <a:gd name="connsiteY1" fmla="*/ 4513 h 139660"/>
                  <a:gd name="connsiteX2" fmla="*/ 595706 w 595706"/>
                  <a:gd name="connsiteY2" fmla="*/ 97478 h 139660"/>
                  <a:gd name="connsiteX3" fmla="*/ 1361 w 595706"/>
                  <a:gd name="connsiteY3" fmla="*/ 139660 h 139660"/>
                  <a:gd name="connsiteX4" fmla="*/ 0 w 595706"/>
                  <a:gd name="connsiteY4" fmla="*/ 22423 h 139660"/>
                  <a:gd name="connsiteX0" fmla="*/ 0 w 595706"/>
                  <a:gd name="connsiteY0" fmla="*/ 26413 h 143650"/>
                  <a:gd name="connsiteX1" fmla="*/ 595706 w 595706"/>
                  <a:gd name="connsiteY1" fmla="*/ 8503 h 143650"/>
                  <a:gd name="connsiteX2" fmla="*/ 595706 w 595706"/>
                  <a:gd name="connsiteY2" fmla="*/ 101468 h 143650"/>
                  <a:gd name="connsiteX3" fmla="*/ 1361 w 595706"/>
                  <a:gd name="connsiteY3" fmla="*/ 143650 h 143650"/>
                  <a:gd name="connsiteX4" fmla="*/ 0 w 595706"/>
                  <a:gd name="connsiteY4" fmla="*/ 26413 h 143650"/>
                  <a:gd name="connsiteX0" fmla="*/ 0 w 595706"/>
                  <a:gd name="connsiteY0" fmla="*/ 21286 h 138523"/>
                  <a:gd name="connsiteX1" fmla="*/ 595706 w 595706"/>
                  <a:gd name="connsiteY1" fmla="*/ 3376 h 138523"/>
                  <a:gd name="connsiteX2" fmla="*/ 595706 w 595706"/>
                  <a:gd name="connsiteY2" fmla="*/ 96341 h 138523"/>
                  <a:gd name="connsiteX3" fmla="*/ 1361 w 595706"/>
                  <a:gd name="connsiteY3" fmla="*/ 138523 h 138523"/>
                  <a:gd name="connsiteX4" fmla="*/ 0 w 595706"/>
                  <a:gd name="connsiteY4" fmla="*/ 21286 h 138523"/>
                  <a:gd name="connsiteX0" fmla="*/ 0 w 595706"/>
                  <a:gd name="connsiteY0" fmla="*/ 22534 h 139771"/>
                  <a:gd name="connsiteX1" fmla="*/ 595706 w 595706"/>
                  <a:gd name="connsiteY1" fmla="*/ 4624 h 139771"/>
                  <a:gd name="connsiteX2" fmla="*/ 595706 w 595706"/>
                  <a:gd name="connsiteY2" fmla="*/ 97589 h 139771"/>
                  <a:gd name="connsiteX3" fmla="*/ 1361 w 595706"/>
                  <a:gd name="connsiteY3" fmla="*/ 139771 h 139771"/>
                  <a:gd name="connsiteX4" fmla="*/ 0 w 595706"/>
                  <a:gd name="connsiteY4" fmla="*/ 22534 h 139771"/>
                  <a:gd name="connsiteX0" fmla="*/ 0 w 595706"/>
                  <a:gd name="connsiteY0" fmla="*/ 23494 h 140731"/>
                  <a:gd name="connsiteX1" fmla="*/ 595706 w 595706"/>
                  <a:gd name="connsiteY1" fmla="*/ 2118 h 140731"/>
                  <a:gd name="connsiteX2" fmla="*/ 595706 w 595706"/>
                  <a:gd name="connsiteY2" fmla="*/ 98549 h 140731"/>
                  <a:gd name="connsiteX3" fmla="*/ 1361 w 595706"/>
                  <a:gd name="connsiteY3" fmla="*/ 140731 h 140731"/>
                  <a:gd name="connsiteX4" fmla="*/ 0 w 595706"/>
                  <a:gd name="connsiteY4" fmla="*/ 23494 h 140731"/>
                  <a:gd name="connsiteX0" fmla="*/ 0 w 595706"/>
                  <a:gd name="connsiteY0" fmla="*/ 23494 h 140731"/>
                  <a:gd name="connsiteX1" fmla="*/ 595706 w 595706"/>
                  <a:gd name="connsiteY1" fmla="*/ 2118 h 140731"/>
                  <a:gd name="connsiteX2" fmla="*/ 595706 w 595706"/>
                  <a:gd name="connsiteY2" fmla="*/ 98549 h 140731"/>
                  <a:gd name="connsiteX3" fmla="*/ 1361 w 595706"/>
                  <a:gd name="connsiteY3" fmla="*/ 140731 h 140731"/>
                  <a:gd name="connsiteX4" fmla="*/ 0 w 595706"/>
                  <a:gd name="connsiteY4" fmla="*/ 23494 h 140731"/>
                  <a:gd name="connsiteX0" fmla="*/ 0 w 595706"/>
                  <a:gd name="connsiteY0" fmla="*/ 25030 h 142267"/>
                  <a:gd name="connsiteX1" fmla="*/ 595706 w 595706"/>
                  <a:gd name="connsiteY1" fmla="*/ 3654 h 142267"/>
                  <a:gd name="connsiteX2" fmla="*/ 595706 w 595706"/>
                  <a:gd name="connsiteY2" fmla="*/ 100085 h 142267"/>
                  <a:gd name="connsiteX3" fmla="*/ 1361 w 595706"/>
                  <a:gd name="connsiteY3" fmla="*/ 142267 h 142267"/>
                  <a:gd name="connsiteX4" fmla="*/ 0 w 595706"/>
                  <a:gd name="connsiteY4" fmla="*/ 25030 h 142267"/>
                  <a:gd name="connsiteX0" fmla="*/ 0 w 595706"/>
                  <a:gd name="connsiteY0" fmla="*/ 22091 h 139328"/>
                  <a:gd name="connsiteX1" fmla="*/ 595706 w 595706"/>
                  <a:gd name="connsiteY1" fmla="*/ 715 h 139328"/>
                  <a:gd name="connsiteX2" fmla="*/ 595706 w 595706"/>
                  <a:gd name="connsiteY2" fmla="*/ 97146 h 139328"/>
                  <a:gd name="connsiteX3" fmla="*/ 1361 w 595706"/>
                  <a:gd name="connsiteY3" fmla="*/ 139328 h 139328"/>
                  <a:gd name="connsiteX4" fmla="*/ 0 w 595706"/>
                  <a:gd name="connsiteY4" fmla="*/ 22091 h 139328"/>
                  <a:gd name="connsiteX0" fmla="*/ 0 w 595706"/>
                  <a:gd name="connsiteY0" fmla="*/ 23573 h 140810"/>
                  <a:gd name="connsiteX1" fmla="*/ 595706 w 595706"/>
                  <a:gd name="connsiteY1" fmla="*/ 2197 h 140810"/>
                  <a:gd name="connsiteX2" fmla="*/ 595706 w 595706"/>
                  <a:gd name="connsiteY2" fmla="*/ 98628 h 140810"/>
                  <a:gd name="connsiteX3" fmla="*/ 1361 w 595706"/>
                  <a:gd name="connsiteY3" fmla="*/ 140810 h 140810"/>
                  <a:gd name="connsiteX4" fmla="*/ 0 w 595706"/>
                  <a:gd name="connsiteY4" fmla="*/ 23573 h 140810"/>
                  <a:gd name="connsiteX0" fmla="*/ 0 w 595706"/>
                  <a:gd name="connsiteY0" fmla="*/ 21908 h 139145"/>
                  <a:gd name="connsiteX1" fmla="*/ 595706 w 595706"/>
                  <a:gd name="connsiteY1" fmla="*/ 532 h 139145"/>
                  <a:gd name="connsiteX2" fmla="*/ 595706 w 595706"/>
                  <a:gd name="connsiteY2" fmla="*/ 96963 h 139145"/>
                  <a:gd name="connsiteX3" fmla="*/ 1361 w 595706"/>
                  <a:gd name="connsiteY3" fmla="*/ 139145 h 139145"/>
                  <a:gd name="connsiteX4" fmla="*/ 0 w 595706"/>
                  <a:gd name="connsiteY4" fmla="*/ 21908 h 139145"/>
                  <a:gd name="connsiteX0" fmla="*/ 0 w 595706"/>
                  <a:gd name="connsiteY0" fmla="*/ 23863 h 141100"/>
                  <a:gd name="connsiteX1" fmla="*/ 595706 w 595706"/>
                  <a:gd name="connsiteY1" fmla="*/ 2487 h 141100"/>
                  <a:gd name="connsiteX2" fmla="*/ 595706 w 595706"/>
                  <a:gd name="connsiteY2" fmla="*/ 98918 h 141100"/>
                  <a:gd name="connsiteX3" fmla="*/ 1361 w 595706"/>
                  <a:gd name="connsiteY3" fmla="*/ 141100 h 141100"/>
                  <a:gd name="connsiteX4" fmla="*/ 0 w 595706"/>
                  <a:gd name="connsiteY4" fmla="*/ 23863 h 141100"/>
                  <a:gd name="connsiteX0" fmla="*/ 0 w 595706"/>
                  <a:gd name="connsiteY0" fmla="*/ 24472 h 141709"/>
                  <a:gd name="connsiteX1" fmla="*/ 595706 w 595706"/>
                  <a:gd name="connsiteY1" fmla="*/ 3096 h 141709"/>
                  <a:gd name="connsiteX2" fmla="*/ 595706 w 595706"/>
                  <a:gd name="connsiteY2" fmla="*/ 99527 h 141709"/>
                  <a:gd name="connsiteX3" fmla="*/ 1361 w 595706"/>
                  <a:gd name="connsiteY3" fmla="*/ 141709 h 141709"/>
                  <a:gd name="connsiteX4" fmla="*/ 0 w 595706"/>
                  <a:gd name="connsiteY4" fmla="*/ 24472 h 141709"/>
                  <a:gd name="connsiteX0" fmla="*/ 0 w 595706"/>
                  <a:gd name="connsiteY0" fmla="*/ 24267 h 141504"/>
                  <a:gd name="connsiteX1" fmla="*/ 595706 w 595706"/>
                  <a:gd name="connsiteY1" fmla="*/ 2891 h 141504"/>
                  <a:gd name="connsiteX2" fmla="*/ 595706 w 595706"/>
                  <a:gd name="connsiteY2" fmla="*/ 99322 h 141504"/>
                  <a:gd name="connsiteX3" fmla="*/ 1361 w 595706"/>
                  <a:gd name="connsiteY3" fmla="*/ 141504 h 141504"/>
                  <a:gd name="connsiteX4" fmla="*/ 0 w 595706"/>
                  <a:gd name="connsiteY4" fmla="*/ 24267 h 141504"/>
                  <a:gd name="connsiteX0" fmla="*/ 0 w 595706"/>
                  <a:gd name="connsiteY0" fmla="*/ 24472 h 141709"/>
                  <a:gd name="connsiteX1" fmla="*/ 595706 w 595706"/>
                  <a:gd name="connsiteY1" fmla="*/ 3096 h 141709"/>
                  <a:gd name="connsiteX2" fmla="*/ 595706 w 595706"/>
                  <a:gd name="connsiteY2" fmla="*/ 99527 h 141709"/>
                  <a:gd name="connsiteX3" fmla="*/ 1361 w 595706"/>
                  <a:gd name="connsiteY3" fmla="*/ 141709 h 141709"/>
                  <a:gd name="connsiteX4" fmla="*/ 0 w 595706"/>
                  <a:gd name="connsiteY4" fmla="*/ 24472 h 141709"/>
                  <a:gd name="connsiteX0" fmla="*/ 0 w 595706"/>
                  <a:gd name="connsiteY0" fmla="*/ 24472 h 141709"/>
                  <a:gd name="connsiteX1" fmla="*/ 594353 w 595706"/>
                  <a:gd name="connsiteY1" fmla="*/ 3096 h 141709"/>
                  <a:gd name="connsiteX2" fmla="*/ 595706 w 595706"/>
                  <a:gd name="connsiteY2" fmla="*/ 99527 h 141709"/>
                  <a:gd name="connsiteX3" fmla="*/ 1361 w 595706"/>
                  <a:gd name="connsiteY3" fmla="*/ 141709 h 141709"/>
                  <a:gd name="connsiteX4" fmla="*/ 0 w 595706"/>
                  <a:gd name="connsiteY4" fmla="*/ 24472 h 141709"/>
                  <a:gd name="connsiteX0" fmla="*/ 124 w 595830"/>
                  <a:gd name="connsiteY0" fmla="*/ 24472 h 141709"/>
                  <a:gd name="connsiteX1" fmla="*/ 594477 w 595830"/>
                  <a:gd name="connsiteY1" fmla="*/ 3096 h 141709"/>
                  <a:gd name="connsiteX2" fmla="*/ 595830 w 595830"/>
                  <a:gd name="connsiteY2" fmla="*/ 99527 h 141709"/>
                  <a:gd name="connsiteX3" fmla="*/ 131 w 595830"/>
                  <a:gd name="connsiteY3" fmla="*/ 141709 h 141709"/>
                  <a:gd name="connsiteX4" fmla="*/ 124 w 595830"/>
                  <a:gd name="connsiteY4" fmla="*/ 24472 h 141709"/>
                  <a:gd name="connsiteX0" fmla="*/ 124 w 597179"/>
                  <a:gd name="connsiteY0" fmla="*/ 25207 h 142444"/>
                  <a:gd name="connsiteX1" fmla="*/ 597179 w 597179"/>
                  <a:gd name="connsiteY1" fmla="*/ 481 h 142444"/>
                  <a:gd name="connsiteX2" fmla="*/ 595830 w 597179"/>
                  <a:gd name="connsiteY2" fmla="*/ 100262 h 142444"/>
                  <a:gd name="connsiteX3" fmla="*/ 131 w 597179"/>
                  <a:gd name="connsiteY3" fmla="*/ 142444 h 142444"/>
                  <a:gd name="connsiteX4" fmla="*/ 124 w 597179"/>
                  <a:gd name="connsiteY4" fmla="*/ 25207 h 142444"/>
                  <a:gd name="connsiteX0" fmla="*/ 124 w 595889"/>
                  <a:gd name="connsiteY0" fmla="*/ 25842 h 143079"/>
                  <a:gd name="connsiteX1" fmla="*/ 594477 w 595889"/>
                  <a:gd name="connsiteY1" fmla="*/ 0 h 143079"/>
                  <a:gd name="connsiteX2" fmla="*/ 595830 w 595889"/>
                  <a:gd name="connsiteY2" fmla="*/ 100897 h 143079"/>
                  <a:gd name="connsiteX3" fmla="*/ 131 w 595889"/>
                  <a:gd name="connsiteY3" fmla="*/ 143079 h 143079"/>
                  <a:gd name="connsiteX4" fmla="*/ 124 w 595889"/>
                  <a:gd name="connsiteY4" fmla="*/ 25842 h 143079"/>
                  <a:gd name="connsiteX0" fmla="*/ 124 w 595889"/>
                  <a:gd name="connsiteY0" fmla="*/ 24713 h 141950"/>
                  <a:gd name="connsiteX1" fmla="*/ 594477 w 595889"/>
                  <a:gd name="connsiteY1" fmla="*/ 2221 h 141950"/>
                  <a:gd name="connsiteX2" fmla="*/ 595830 w 595889"/>
                  <a:gd name="connsiteY2" fmla="*/ 99768 h 141950"/>
                  <a:gd name="connsiteX3" fmla="*/ 131 w 595889"/>
                  <a:gd name="connsiteY3" fmla="*/ 141950 h 141950"/>
                  <a:gd name="connsiteX4" fmla="*/ 124 w 595889"/>
                  <a:gd name="connsiteY4" fmla="*/ 24713 h 141950"/>
                  <a:gd name="connsiteX0" fmla="*/ 124 w 595959"/>
                  <a:gd name="connsiteY0" fmla="*/ 24713 h 141950"/>
                  <a:gd name="connsiteX1" fmla="*/ 595828 w 595959"/>
                  <a:gd name="connsiteY1" fmla="*/ 2221 h 141950"/>
                  <a:gd name="connsiteX2" fmla="*/ 595830 w 595959"/>
                  <a:gd name="connsiteY2" fmla="*/ 99768 h 141950"/>
                  <a:gd name="connsiteX3" fmla="*/ 131 w 595959"/>
                  <a:gd name="connsiteY3" fmla="*/ 141950 h 141950"/>
                  <a:gd name="connsiteX4" fmla="*/ 124 w 595959"/>
                  <a:gd name="connsiteY4" fmla="*/ 24713 h 141950"/>
                  <a:gd name="connsiteX0" fmla="*/ 124 w 595959"/>
                  <a:gd name="connsiteY0" fmla="*/ 24925 h 142162"/>
                  <a:gd name="connsiteX1" fmla="*/ 595828 w 595959"/>
                  <a:gd name="connsiteY1" fmla="*/ 2433 h 142162"/>
                  <a:gd name="connsiteX2" fmla="*/ 595830 w 595959"/>
                  <a:gd name="connsiteY2" fmla="*/ 99980 h 142162"/>
                  <a:gd name="connsiteX3" fmla="*/ 131 w 595959"/>
                  <a:gd name="connsiteY3" fmla="*/ 142162 h 142162"/>
                  <a:gd name="connsiteX4" fmla="*/ 124 w 595959"/>
                  <a:gd name="connsiteY4" fmla="*/ 24925 h 142162"/>
                  <a:gd name="connsiteX0" fmla="*/ 124 w 595959"/>
                  <a:gd name="connsiteY0" fmla="*/ 22492 h 139729"/>
                  <a:gd name="connsiteX1" fmla="*/ 595828 w 595959"/>
                  <a:gd name="connsiteY1" fmla="*/ 0 h 139729"/>
                  <a:gd name="connsiteX2" fmla="*/ 595830 w 595959"/>
                  <a:gd name="connsiteY2" fmla="*/ 97547 h 139729"/>
                  <a:gd name="connsiteX3" fmla="*/ 131 w 595959"/>
                  <a:gd name="connsiteY3" fmla="*/ 139729 h 139729"/>
                  <a:gd name="connsiteX4" fmla="*/ 124 w 595959"/>
                  <a:gd name="connsiteY4" fmla="*/ 22492 h 139729"/>
                  <a:gd name="connsiteX0" fmla="*/ 124 w 595959"/>
                  <a:gd name="connsiteY0" fmla="*/ 25585 h 142822"/>
                  <a:gd name="connsiteX1" fmla="*/ 595828 w 595959"/>
                  <a:gd name="connsiteY1" fmla="*/ 3093 h 142822"/>
                  <a:gd name="connsiteX2" fmla="*/ 595830 w 595959"/>
                  <a:gd name="connsiteY2" fmla="*/ 100640 h 142822"/>
                  <a:gd name="connsiteX3" fmla="*/ 131 w 595959"/>
                  <a:gd name="connsiteY3" fmla="*/ 142822 h 142822"/>
                  <a:gd name="connsiteX4" fmla="*/ 124 w 595959"/>
                  <a:gd name="connsiteY4" fmla="*/ 25585 h 142822"/>
                  <a:gd name="connsiteX0" fmla="*/ 124 w 595959"/>
                  <a:gd name="connsiteY0" fmla="*/ 25585 h 142822"/>
                  <a:gd name="connsiteX1" fmla="*/ 595828 w 595959"/>
                  <a:gd name="connsiteY1" fmla="*/ 3093 h 142822"/>
                  <a:gd name="connsiteX2" fmla="*/ 595830 w 595959"/>
                  <a:gd name="connsiteY2" fmla="*/ 100640 h 142822"/>
                  <a:gd name="connsiteX3" fmla="*/ 131 w 595959"/>
                  <a:gd name="connsiteY3" fmla="*/ 142822 h 142822"/>
                  <a:gd name="connsiteX4" fmla="*/ 124 w 595959"/>
                  <a:gd name="connsiteY4" fmla="*/ 25585 h 142822"/>
                  <a:gd name="connsiteX0" fmla="*/ 124 w 595959"/>
                  <a:gd name="connsiteY0" fmla="*/ 26512 h 143749"/>
                  <a:gd name="connsiteX1" fmla="*/ 595828 w 595959"/>
                  <a:gd name="connsiteY1" fmla="*/ 4020 h 143749"/>
                  <a:gd name="connsiteX2" fmla="*/ 595830 w 595959"/>
                  <a:gd name="connsiteY2" fmla="*/ 101567 h 143749"/>
                  <a:gd name="connsiteX3" fmla="*/ 131 w 595959"/>
                  <a:gd name="connsiteY3" fmla="*/ 143749 h 143749"/>
                  <a:gd name="connsiteX4" fmla="*/ 124 w 595959"/>
                  <a:gd name="connsiteY4" fmla="*/ 26512 h 143749"/>
                  <a:gd name="connsiteX0" fmla="*/ 124 w 595959"/>
                  <a:gd name="connsiteY0" fmla="*/ 26512 h 143749"/>
                  <a:gd name="connsiteX1" fmla="*/ 595828 w 595959"/>
                  <a:gd name="connsiteY1" fmla="*/ 4020 h 143749"/>
                  <a:gd name="connsiteX2" fmla="*/ 595830 w 595959"/>
                  <a:gd name="connsiteY2" fmla="*/ 101567 h 143749"/>
                  <a:gd name="connsiteX3" fmla="*/ 131 w 595959"/>
                  <a:gd name="connsiteY3" fmla="*/ 143749 h 143749"/>
                  <a:gd name="connsiteX4" fmla="*/ 124 w 595959"/>
                  <a:gd name="connsiteY4" fmla="*/ 26512 h 143749"/>
                  <a:gd name="connsiteX0" fmla="*/ 124 w 595959"/>
                  <a:gd name="connsiteY0" fmla="*/ 28496 h 145733"/>
                  <a:gd name="connsiteX1" fmla="*/ 595828 w 595959"/>
                  <a:gd name="connsiteY1" fmla="*/ 6004 h 145733"/>
                  <a:gd name="connsiteX2" fmla="*/ 595830 w 595959"/>
                  <a:gd name="connsiteY2" fmla="*/ 103551 h 145733"/>
                  <a:gd name="connsiteX3" fmla="*/ 131 w 595959"/>
                  <a:gd name="connsiteY3" fmla="*/ 145733 h 145733"/>
                  <a:gd name="connsiteX4" fmla="*/ 124 w 595959"/>
                  <a:gd name="connsiteY4" fmla="*/ 28496 h 14573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856"/>
                  <a:gd name="connsiteY0" fmla="*/ 41841 h 159078"/>
                  <a:gd name="connsiteX1" fmla="*/ 591261 w 595856"/>
                  <a:gd name="connsiteY1" fmla="*/ 0 h 159078"/>
                  <a:gd name="connsiteX2" fmla="*/ 595830 w 595856"/>
                  <a:gd name="connsiteY2" fmla="*/ 116896 h 159078"/>
                  <a:gd name="connsiteX3" fmla="*/ 131 w 595856"/>
                  <a:gd name="connsiteY3" fmla="*/ 159078 h 159078"/>
                  <a:gd name="connsiteX4" fmla="*/ 124 w 595856"/>
                  <a:gd name="connsiteY4" fmla="*/ 41841 h 159078"/>
                  <a:gd name="connsiteX0" fmla="*/ 124 w 595959"/>
                  <a:gd name="connsiteY0" fmla="*/ 41841 h 159078"/>
                  <a:gd name="connsiteX1" fmla="*/ 595828 w 595959"/>
                  <a:gd name="connsiteY1" fmla="*/ 0 h 159078"/>
                  <a:gd name="connsiteX2" fmla="*/ 595830 w 595959"/>
                  <a:gd name="connsiteY2" fmla="*/ 116896 h 159078"/>
                  <a:gd name="connsiteX3" fmla="*/ 131 w 595959"/>
                  <a:gd name="connsiteY3" fmla="*/ 159078 h 159078"/>
                  <a:gd name="connsiteX4" fmla="*/ 124 w 595959"/>
                  <a:gd name="connsiteY4" fmla="*/ 41841 h 159078"/>
                  <a:gd name="connsiteX0" fmla="*/ 124 w 597349"/>
                  <a:gd name="connsiteY0" fmla="*/ 42378 h 159615"/>
                  <a:gd name="connsiteX1" fmla="*/ 597349 w 597349"/>
                  <a:gd name="connsiteY1" fmla="*/ 0 h 159615"/>
                  <a:gd name="connsiteX2" fmla="*/ 595830 w 597349"/>
                  <a:gd name="connsiteY2" fmla="*/ 117433 h 159615"/>
                  <a:gd name="connsiteX3" fmla="*/ 131 w 597349"/>
                  <a:gd name="connsiteY3" fmla="*/ 159615 h 159615"/>
                  <a:gd name="connsiteX4" fmla="*/ 124 w 597349"/>
                  <a:gd name="connsiteY4" fmla="*/ 42378 h 159615"/>
                  <a:gd name="connsiteX0" fmla="*/ 124 w 600443"/>
                  <a:gd name="connsiteY0" fmla="*/ 42378 h 159615"/>
                  <a:gd name="connsiteX1" fmla="*/ 597349 w 600443"/>
                  <a:gd name="connsiteY1" fmla="*/ 0 h 159615"/>
                  <a:gd name="connsiteX2" fmla="*/ 600408 w 600443"/>
                  <a:gd name="connsiteY2" fmla="*/ 117433 h 159615"/>
                  <a:gd name="connsiteX3" fmla="*/ 131 w 600443"/>
                  <a:gd name="connsiteY3" fmla="*/ 159615 h 159615"/>
                  <a:gd name="connsiteX4" fmla="*/ 124 w 600443"/>
                  <a:gd name="connsiteY4" fmla="*/ 42378 h 159615"/>
                  <a:gd name="connsiteX0" fmla="*/ 124 w 600537"/>
                  <a:gd name="connsiteY0" fmla="*/ 42378 h 159615"/>
                  <a:gd name="connsiteX1" fmla="*/ 600401 w 600537"/>
                  <a:gd name="connsiteY1" fmla="*/ 0 h 159615"/>
                  <a:gd name="connsiteX2" fmla="*/ 600408 w 600537"/>
                  <a:gd name="connsiteY2" fmla="*/ 117433 h 159615"/>
                  <a:gd name="connsiteX3" fmla="*/ 131 w 600537"/>
                  <a:gd name="connsiteY3" fmla="*/ 159615 h 159615"/>
                  <a:gd name="connsiteX4" fmla="*/ 124 w 600537"/>
                  <a:gd name="connsiteY4" fmla="*/ 42378 h 1596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00537" h="159615">
                    <a:moveTo>
                      <a:pt x="124" y="42378"/>
                    </a:moveTo>
                    <a:cubicBezTo>
                      <a:pt x="296414" y="-50243"/>
                      <a:pt x="418111" y="75773"/>
                      <a:pt x="600401" y="0"/>
                    </a:cubicBezTo>
                    <a:cubicBezTo>
                      <a:pt x="599951" y="33260"/>
                      <a:pt x="600858" y="84173"/>
                      <a:pt x="600408" y="117433"/>
                    </a:cubicBezTo>
                    <a:cubicBezTo>
                      <a:pt x="395490" y="192726"/>
                      <a:pt x="285331" y="62551"/>
                      <a:pt x="131" y="159615"/>
                    </a:cubicBezTo>
                    <a:cubicBezTo>
                      <a:pt x="-323" y="114566"/>
                      <a:pt x="578" y="87427"/>
                      <a:pt x="124" y="42378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</a:schemeClr>
              </a:solidFill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38" name="矩形 1174">
                <a:extLst>
                  <a:ext uri="{FF2B5EF4-FFF2-40B4-BE49-F238E27FC236}">
                    <a16:creationId xmlns:a16="http://schemas.microsoft.com/office/drawing/2014/main" id="{74CB673C-C0D4-7EDF-FB01-710931A7A813}"/>
                  </a:ext>
                </a:extLst>
              </p:cNvPr>
              <p:cNvSpPr/>
              <p:nvPr/>
            </p:nvSpPr>
            <p:spPr>
              <a:xfrm rot="10800000">
                <a:off x="5041542" y="6890402"/>
                <a:ext cx="618706" cy="226680"/>
              </a:xfrm>
              <a:custGeom>
                <a:avLst/>
                <a:gdLst>
                  <a:gd name="connsiteX0" fmla="*/ 0 w 595706"/>
                  <a:gd name="connsiteY0" fmla="*/ 0 h 92965"/>
                  <a:gd name="connsiteX1" fmla="*/ 595706 w 595706"/>
                  <a:gd name="connsiteY1" fmla="*/ 0 h 92965"/>
                  <a:gd name="connsiteX2" fmla="*/ 595706 w 595706"/>
                  <a:gd name="connsiteY2" fmla="*/ 92965 h 92965"/>
                  <a:gd name="connsiteX3" fmla="*/ 0 w 595706"/>
                  <a:gd name="connsiteY3" fmla="*/ 92965 h 92965"/>
                  <a:gd name="connsiteX4" fmla="*/ 0 w 595706"/>
                  <a:gd name="connsiteY4" fmla="*/ 0 h 92965"/>
                  <a:gd name="connsiteX0" fmla="*/ 0 w 595706"/>
                  <a:gd name="connsiteY0" fmla="*/ 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0 h 135147"/>
                  <a:gd name="connsiteX0" fmla="*/ 0 w 595706"/>
                  <a:gd name="connsiteY0" fmla="*/ 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0 h 135147"/>
                  <a:gd name="connsiteX0" fmla="*/ 0 w 595706"/>
                  <a:gd name="connsiteY0" fmla="*/ 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0 h 135147"/>
                  <a:gd name="connsiteX0" fmla="*/ 0 w 595706"/>
                  <a:gd name="connsiteY0" fmla="*/ 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0 h 135147"/>
                  <a:gd name="connsiteX0" fmla="*/ 1422 w 594406"/>
                  <a:gd name="connsiteY0" fmla="*/ 21376 h 135147"/>
                  <a:gd name="connsiteX1" fmla="*/ 594406 w 594406"/>
                  <a:gd name="connsiteY1" fmla="*/ 0 h 135147"/>
                  <a:gd name="connsiteX2" fmla="*/ 594406 w 594406"/>
                  <a:gd name="connsiteY2" fmla="*/ 92965 h 135147"/>
                  <a:gd name="connsiteX3" fmla="*/ 61 w 594406"/>
                  <a:gd name="connsiteY3" fmla="*/ 135147 h 135147"/>
                  <a:gd name="connsiteX4" fmla="*/ 1422 w 594406"/>
                  <a:gd name="connsiteY4" fmla="*/ 21376 h 135147"/>
                  <a:gd name="connsiteX0" fmla="*/ 1422 w 594406"/>
                  <a:gd name="connsiteY0" fmla="*/ 15599 h 135147"/>
                  <a:gd name="connsiteX1" fmla="*/ 594406 w 594406"/>
                  <a:gd name="connsiteY1" fmla="*/ 0 h 135147"/>
                  <a:gd name="connsiteX2" fmla="*/ 594406 w 594406"/>
                  <a:gd name="connsiteY2" fmla="*/ 92965 h 135147"/>
                  <a:gd name="connsiteX3" fmla="*/ 61 w 594406"/>
                  <a:gd name="connsiteY3" fmla="*/ 135147 h 135147"/>
                  <a:gd name="connsiteX4" fmla="*/ 1422 w 594406"/>
                  <a:gd name="connsiteY4" fmla="*/ 15599 h 135147"/>
                  <a:gd name="connsiteX0" fmla="*/ 131 w 594476"/>
                  <a:gd name="connsiteY0" fmla="*/ 4622 h 135147"/>
                  <a:gd name="connsiteX1" fmla="*/ 594476 w 594476"/>
                  <a:gd name="connsiteY1" fmla="*/ 0 h 135147"/>
                  <a:gd name="connsiteX2" fmla="*/ 594476 w 594476"/>
                  <a:gd name="connsiteY2" fmla="*/ 92965 h 135147"/>
                  <a:gd name="connsiteX3" fmla="*/ 131 w 594476"/>
                  <a:gd name="connsiteY3" fmla="*/ 135147 h 135147"/>
                  <a:gd name="connsiteX4" fmla="*/ 131 w 594476"/>
                  <a:gd name="connsiteY4" fmla="*/ 4622 h 135147"/>
                  <a:gd name="connsiteX0" fmla="*/ 0 w 595706"/>
                  <a:gd name="connsiteY0" fmla="*/ 1791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17910 h 135147"/>
                  <a:gd name="connsiteX0" fmla="*/ 0 w 595706"/>
                  <a:gd name="connsiteY0" fmla="*/ 1791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17910 h 135147"/>
                  <a:gd name="connsiteX0" fmla="*/ 0 w 595706"/>
                  <a:gd name="connsiteY0" fmla="*/ 1791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17910 h 135147"/>
                  <a:gd name="connsiteX0" fmla="*/ 0 w 595706"/>
                  <a:gd name="connsiteY0" fmla="*/ 1791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17910 h 135147"/>
                  <a:gd name="connsiteX0" fmla="*/ 0 w 595706"/>
                  <a:gd name="connsiteY0" fmla="*/ 22423 h 139660"/>
                  <a:gd name="connsiteX1" fmla="*/ 595706 w 595706"/>
                  <a:gd name="connsiteY1" fmla="*/ 4513 h 139660"/>
                  <a:gd name="connsiteX2" fmla="*/ 595706 w 595706"/>
                  <a:gd name="connsiteY2" fmla="*/ 97478 h 139660"/>
                  <a:gd name="connsiteX3" fmla="*/ 1361 w 595706"/>
                  <a:gd name="connsiteY3" fmla="*/ 139660 h 139660"/>
                  <a:gd name="connsiteX4" fmla="*/ 0 w 595706"/>
                  <a:gd name="connsiteY4" fmla="*/ 22423 h 139660"/>
                  <a:gd name="connsiteX0" fmla="*/ 0 w 595706"/>
                  <a:gd name="connsiteY0" fmla="*/ 26413 h 143650"/>
                  <a:gd name="connsiteX1" fmla="*/ 595706 w 595706"/>
                  <a:gd name="connsiteY1" fmla="*/ 8503 h 143650"/>
                  <a:gd name="connsiteX2" fmla="*/ 595706 w 595706"/>
                  <a:gd name="connsiteY2" fmla="*/ 101468 h 143650"/>
                  <a:gd name="connsiteX3" fmla="*/ 1361 w 595706"/>
                  <a:gd name="connsiteY3" fmla="*/ 143650 h 143650"/>
                  <a:gd name="connsiteX4" fmla="*/ 0 w 595706"/>
                  <a:gd name="connsiteY4" fmla="*/ 26413 h 143650"/>
                  <a:gd name="connsiteX0" fmla="*/ 0 w 595706"/>
                  <a:gd name="connsiteY0" fmla="*/ 21286 h 138523"/>
                  <a:gd name="connsiteX1" fmla="*/ 595706 w 595706"/>
                  <a:gd name="connsiteY1" fmla="*/ 3376 h 138523"/>
                  <a:gd name="connsiteX2" fmla="*/ 595706 w 595706"/>
                  <a:gd name="connsiteY2" fmla="*/ 96341 h 138523"/>
                  <a:gd name="connsiteX3" fmla="*/ 1361 w 595706"/>
                  <a:gd name="connsiteY3" fmla="*/ 138523 h 138523"/>
                  <a:gd name="connsiteX4" fmla="*/ 0 w 595706"/>
                  <a:gd name="connsiteY4" fmla="*/ 21286 h 138523"/>
                  <a:gd name="connsiteX0" fmla="*/ 0 w 595706"/>
                  <a:gd name="connsiteY0" fmla="*/ 22534 h 139771"/>
                  <a:gd name="connsiteX1" fmla="*/ 595706 w 595706"/>
                  <a:gd name="connsiteY1" fmla="*/ 4624 h 139771"/>
                  <a:gd name="connsiteX2" fmla="*/ 595706 w 595706"/>
                  <a:gd name="connsiteY2" fmla="*/ 97589 h 139771"/>
                  <a:gd name="connsiteX3" fmla="*/ 1361 w 595706"/>
                  <a:gd name="connsiteY3" fmla="*/ 139771 h 139771"/>
                  <a:gd name="connsiteX4" fmla="*/ 0 w 595706"/>
                  <a:gd name="connsiteY4" fmla="*/ 22534 h 139771"/>
                  <a:gd name="connsiteX0" fmla="*/ 0 w 595706"/>
                  <a:gd name="connsiteY0" fmla="*/ 23494 h 140731"/>
                  <a:gd name="connsiteX1" fmla="*/ 595706 w 595706"/>
                  <a:gd name="connsiteY1" fmla="*/ 2118 h 140731"/>
                  <a:gd name="connsiteX2" fmla="*/ 595706 w 595706"/>
                  <a:gd name="connsiteY2" fmla="*/ 98549 h 140731"/>
                  <a:gd name="connsiteX3" fmla="*/ 1361 w 595706"/>
                  <a:gd name="connsiteY3" fmla="*/ 140731 h 140731"/>
                  <a:gd name="connsiteX4" fmla="*/ 0 w 595706"/>
                  <a:gd name="connsiteY4" fmla="*/ 23494 h 140731"/>
                  <a:gd name="connsiteX0" fmla="*/ 0 w 595706"/>
                  <a:gd name="connsiteY0" fmla="*/ 23494 h 140731"/>
                  <a:gd name="connsiteX1" fmla="*/ 595706 w 595706"/>
                  <a:gd name="connsiteY1" fmla="*/ 2118 h 140731"/>
                  <a:gd name="connsiteX2" fmla="*/ 595706 w 595706"/>
                  <a:gd name="connsiteY2" fmla="*/ 98549 h 140731"/>
                  <a:gd name="connsiteX3" fmla="*/ 1361 w 595706"/>
                  <a:gd name="connsiteY3" fmla="*/ 140731 h 140731"/>
                  <a:gd name="connsiteX4" fmla="*/ 0 w 595706"/>
                  <a:gd name="connsiteY4" fmla="*/ 23494 h 140731"/>
                  <a:gd name="connsiteX0" fmla="*/ 0 w 595706"/>
                  <a:gd name="connsiteY0" fmla="*/ 25030 h 142267"/>
                  <a:gd name="connsiteX1" fmla="*/ 595706 w 595706"/>
                  <a:gd name="connsiteY1" fmla="*/ 3654 h 142267"/>
                  <a:gd name="connsiteX2" fmla="*/ 595706 w 595706"/>
                  <a:gd name="connsiteY2" fmla="*/ 100085 h 142267"/>
                  <a:gd name="connsiteX3" fmla="*/ 1361 w 595706"/>
                  <a:gd name="connsiteY3" fmla="*/ 142267 h 142267"/>
                  <a:gd name="connsiteX4" fmla="*/ 0 w 595706"/>
                  <a:gd name="connsiteY4" fmla="*/ 25030 h 142267"/>
                  <a:gd name="connsiteX0" fmla="*/ 0 w 595706"/>
                  <a:gd name="connsiteY0" fmla="*/ 22091 h 139328"/>
                  <a:gd name="connsiteX1" fmla="*/ 595706 w 595706"/>
                  <a:gd name="connsiteY1" fmla="*/ 715 h 139328"/>
                  <a:gd name="connsiteX2" fmla="*/ 595706 w 595706"/>
                  <a:gd name="connsiteY2" fmla="*/ 97146 h 139328"/>
                  <a:gd name="connsiteX3" fmla="*/ 1361 w 595706"/>
                  <a:gd name="connsiteY3" fmla="*/ 139328 h 139328"/>
                  <a:gd name="connsiteX4" fmla="*/ 0 w 595706"/>
                  <a:gd name="connsiteY4" fmla="*/ 22091 h 139328"/>
                  <a:gd name="connsiteX0" fmla="*/ 0 w 595706"/>
                  <a:gd name="connsiteY0" fmla="*/ 23573 h 140810"/>
                  <a:gd name="connsiteX1" fmla="*/ 595706 w 595706"/>
                  <a:gd name="connsiteY1" fmla="*/ 2197 h 140810"/>
                  <a:gd name="connsiteX2" fmla="*/ 595706 w 595706"/>
                  <a:gd name="connsiteY2" fmla="*/ 98628 h 140810"/>
                  <a:gd name="connsiteX3" fmla="*/ 1361 w 595706"/>
                  <a:gd name="connsiteY3" fmla="*/ 140810 h 140810"/>
                  <a:gd name="connsiteX4" fmla="*/ 0 w 595706"/>
                  <a:gd name="connsiteY4" fmla="*/ 23573 h 140810"/>
                  <a:gd name="connsiteX0" fmla="*/ 0 w 595706"/>
                  <a:gd name="connsiteY0" fmla="*/ 21908 h 139145"/>
                  <a:gd name="connsiteX1" fmla="*/ 595706 w 595706"/>
                  <a:gd name="connsiteY1" fmla="*/ 532 h 139145"/>
                  <a:gd name="connsiteX2" fmla="*/ 595706 w 595706"/>
                  <a:gd name="connsiteY2" fmla="*/ 96963 h 139145"/>
                  <a:gd name="connsiteX3" fmla="*/ 1361 w 595706"/>
                  <a:gd name="connsiteY3" fmla="*/ 139145 h 139145"/>
                  <a:gd name="connsiteX4" fmla="*/ 0 w 595706"/>
                  <a:gd name="connsiteY4" fmla="*/ 21908 h 139145"/>
                  <a:gd name="connsiteX0" fmla="*/ 0 w 595706"/>
                  <a:gd name="connsiteY0" fmla="*/ 23863 h 141100"/>
                  <a:gd name="connsiteX1" fmla="*/ 595706 w 595706"/>
                  <a:gd name="connsiteY1" fmla="*/ 2487 h 141100"/>
                  <a:gd name="connsiteX2" fmla="*/ 595706 w 595706"/>
                  <a:gd name="connsiteY2" fmla="*/ 98918 h 141100"/>
                  <a:gd name="connsiteX3" fmla="*/ 1361 w 595706"/>
                  <a:gd name="connsiteY3" fmla="*/ 141100 h 141100"/>
                  <a:gd name="connsiteX4" fmla="*/ 0 w 595706"/>
                  <a:gd name="connsiteY4" fmla="*/ 23863 h 141100"/>
                  <a:gd name="connsiteX0" fmla="*/ 0 w 595706"/>
                  <a:gd name="connsiteY0" fmla="*/ 24472 h 141709"/>
                  <a:gd name="connsiteX1" fmla="*/ 595706 w 595706"/>
                  <a:gd name="connsiteY1" fmla="*/ 3096 h 141709"/>
                  <a:gd name="connsiteX2" fmla="*/ 595706 w 595706"/>
                  <a:gd name="connsiteY2" fmla="*/ 99527 h 141709"/>
                  <a:gd name="connsiteX3" fmla="*/ 1361 w 595706"/>
                  <a:gd name="connsiteY3" fmla="*/ 141709 h 141709"/>
                  <a:gd name="connsiteX4" fmla="*/ 0 w 595706"/>
                  <a:gd name="connsiteY4" fmla="*/ 24472 h 141709"/>
                  <a:gd name="connsiteX0" fmla="*/ 0 w 595706"/>
                  <a:gd name="connsiteY0" fmla="*/ 24267 h 141504"/>
                  <a:gd name="connsiteX1" fmla="*/ 595706 w 595706"/>
                  <a:gd name="connsiteY1" fmla="*/ 2891 h 141504"/>
                  <a:gd name="connsiteX2" fmla="*/ 595706 w 595706"/>
                  <a:gd name="connsiteY2" fmla="*/ 99322 h 141504"/>
                  <a:gd name="connsiteX3" fmla="*/ 1361 w 595706"/>
                  <a:gd name="connsiteY3" fmla="*/ 141504 h 141504"/>
                  <a:gd name="connsiteX4" fmla="*/ 0 w 595706"/>
                  <a:gd name="connsiteY4" fmla="*/ 24267 h 141504"/>
                  <a:gd name="connsiteX0" fmla="*/ 0 w 595706"/>
                  <a:gd name="connsiteY0" fmla="*/ 24472 h 141709"/>
                  <a:gd name="connsiteX1" fmla="*/ 595706 w 595706"/>
                  <a:gd name="connsiteY1" fmla="*/ 3096 h 141709"/>
                  <a:gd name="connsiteX2" fmla="*/ 595706 w 595706"/>
                  <a:gd name="connsiteY2" fmla="*/ 99527 h 141709"/>
                  <a:gd name="connsiteX3" fmla="*/ 1361 w 595706"/>
                  <a:gd name="connsiteY3" fmla="*/ 141709 h 141709"/>
                  <a:gd name="connsiteX4" fmla="*/ 0 w 595706"/>
                  <a:gd name="connsiteY4" fmla="*/ 24472 h 141709"/>
                  <a:gd name="connsiteX0" fmla="*/ 0 w 595706"/>
                  <a:gd name="connsiteY0" fmla="*/ 24472 h 141709"/>
                  <a:gd name="connsiteX1" fmla="*/ 594353 w 595706"/>
                  <a:gd name="connsiteY1" fmla="*/ 3096 h 141709"/>
                  <a:gd name="connsiteX2" fmla="*/ 595706 w 595706"/>
                  <a:gd name="connsiteY2" fmla="*/ 99527 h 141709"/>
                  <a:gd name="connsiteX3" fmla="*/ 1361 w 595706"/>
                  <a:gd name="connsiteY3" fmla="*/ 141709 h 141709"/>
                  <a:gd name="connsiteX4" fmla="*/ 0 w 595706"/>
                  <a:gd name="connsiteY4" fmla="*/ 24472 h 141709"/>
                  <a:gd name="connsiteX0" fmla="*/ 124 w 595830"/>
                  <a:gd name="connsiteY0" fmla="*/ 24472 h 141709"/>
                  <a:gd name="connsiteX1" fmla="*/ 594477 w 595830"/>
                  <a:gd name="connsiteY1" fmla="*/ 3096 h 141709"/>
                  <a:gd name="connsiteX2" fmla="*/ 595830 w 595830"/>
                  <a:gd name="connsiteY2" fmla="*/ 99527 h 141709"/>
                  <a:gd name="connsiteX3" fmla="*/ 131 w 595830"/>
                  <a:gd name="connsiteY3" fmla="*/ 141709 h 141709"/>
                  <a:gd name="connsiteX4" fmla="*/ 124 w 595830"/>
                  <a:gd name="connsiteY4" fmla="*/ 24472 h 141709"/>
                  <a:gd name="connsiteX0" fmla="*/ 124 w 597179"/>
                  <a:gd name="connsiteY0" fmla="*/ 25207 h 142444"/>
                  <a:gd name="connsiteX1" fmla="*/ 597179 w 597179"/>
                  <a:gd name="connsiteY1" fmla="*/ 481 h 142444"/>
                  <a:gd name="connsiteX2" fmla="*/ 595830 w 597179"/>
                  <a:gd name="connsiteY2" fmla="*/ 100262 h 142444"/>
                  <a:gd name="connsiteX3" fmla="*/ 131 w 597179"/>
                  <a:gd name="connsiteY3" fmla="*/ 142444 h 142444"/>
                  <a:gd name="connsiteX4" fmla="*/ 124 w 597179"/>
                  <a:gd name="connsiteY4" fmla="*/ 25207 h 142444"/>
                  <a:gd name="connsiteX0" fmla="*/ 124 w 595889"/>
                  <a:gd name="connsiteY0" fmla="*/ 25842 h 143079"/>
                  <a:gd name="connsiteX1" fmla="*/ 594477 w 595889"/>
                  <a:gd name="connsiteY1" fmla="*/ 0 h 143079"/>
                  <a:gd name="connsiteX2" fmla="*/ 595830 w 595889"/>
                  <a:gd name="connsiteY2" fmla="*/ 100897 h 143079"/>
                  <a:gd name="connsiteX3" fmla="*/ 131 w 595889"/>
                  <a:gd name="connsiteY3" fmla="*/ 143079 h 143079"/>
                  <a:gd name="connsiteX4" fmla="*/ 124 w 595889"/>
                  <a:gd name="connsiteY4" fmla="*/ 25842 h 143079"/>
                  <a:gd name="connsiteX0" fmla="*/ 124 w 595889"/>
                  <a:gd name="connsiteY0" fmla="*/ 24713 h 141950"/>
                  <a:gd name="connsiteX1" fmla="*/ 594477 w 595889"/>
                  <a:gd name="connsiteY1" fmla="*/ 2221 h 141950"/>
                  <a:gd name="connsiteX2" fmla="*/ 595830 w 595889"/>
                  <a:gd name="connsiteY2" fmla="*/ 99768 h 141950"/>
                  <a:gd name="connsiteX3" fmla="*/ 131 w 595889"/>
                  <a:gd name="connsiteY3" fmla="*/ 141950 h 141950"/>
                  <a:gd name="connsiteX4" fmla="*/ 124 w 595889"/>
                  <a:gd name="connsiteY4" fmla="*/ 24713 h 141950"/>
                  <a:gd name="connsiteX0" fmla="*/ 124 w 595959"/>
                  <a:gd name="connsiteY0" fmla="*/ 24713 h 141950"/>
                  <a:gd name="connsiteX1" fmla="*/ 595828 w 595959"/>
                  <a:gd name="connsiteY1" fmla="*/ 2221 h 141950"/>
                  <a:gd name="connsiteX2" fmla="*/ 595830 w 595959"/>
                  <a:gd name="connsiteY2" fmla="*/ 99768 h 141950"/>
                  <a:gd name="connsiteX3" fmla="*/ 131 w 595959"/>
                  <a:gd name="connsiteY3" fmla="*/ 141950 h 141950"/>
                  <a:gd name="connsiteX4" fmla="*/ 124 w 595959"/>
                  <a:gd name="connsiteY4" fmla="*/ 24713 h 141950"/>
                  <a:gd name="connsiteX0" fmla="*/ 124 w 595959"/>
                  <a:gd name="connsiteY0" fmla="*/ 24925 h 142162"/>
                  <a:gd name="connsiteX1" fmla="*/ 595828 w 595959"/>
                  <a:gd name="connsiteY1" fmla="*/ 2433 h 142162"/>
                  <a:gd name="connsiteX2" fmla="*/ 595830 w 595959"/>
                  <a:gd name="connsiteY2" fmla="*/ 99980 h 142162"/>
                  <a:gd name="connsiteX3" fmla="*/ 131 w 595959"/>
                  <a:gd name="connsiteY3" fmla="*/ 142162 h 142162"/>
                  <a:gd name="connsiteX4" fmla="*/ 124 w 595959"/>
                  <a:gd name="connsiteY4" fmla="*/ 24925 h 142162"/>
                  <a:gd name="connsiteX0" fmla="*/ 124 w 595959"/>
                  <a:gd name="connsiteY0" fmla="*/ 22492 h 139729"/>
                  <a:gd name="connsiteX1" fmla="*/ 595828 w 595959"/>
                  <a:gd name="connsiteY1" fmla="*/ 0 h 139729"/>
                  <a:gd name="connsiteX2" fmla="*/ 595830 w 595959"/>
                  <a:gd name="connsiteY2" fmla="*/ 97547 h 139729"/>
                  <a:gd name="connsiteX3" fmla="*/ 131 w 595959"/>
                  <a:gd name="connsiteY3" fmla="*/ 139729 h 139729"/>
                  <a:gd name="connsiteX4" fmla="*/ 124 w 595959"/>
                  <a:gd name="connsiteY4" fmla="*/ 22492 h 139729"/>
                  <a:gd name="connsiteX0" fmla="*/ 124 w 595959"/>
                  <a:gd name="connsiteY0" fmla="*/ 25585 h 142822"/>
                  <a:gd name="connsiteX1" fmla="*/ 595828 w 595959"/>
                  <a:gd name="connsiteY1" fmla="*/ 3093 h 142822"/>
                  <a:gd name="connsiteX2" fmla="*/ 595830 w 595959"/>
                  <a:gd name="connsiteY2" fmla="*/ 100640 h 142822"/>
                  <a:gd name="connsiteX3" fmla="*/ 131 w 595959"/>
                  <a:gd name="connsiteY3" fmla="*/ 142822 h 142822"/>
                  <a:gd name="connsiteX4" fmla="*/ 124 w 595959"/>
                  <a:gd name="connsiteY4" fmla="*/ 25585 h 142822"/>
                  <a:gd name="connsiteX0" fmla="*/ 124 w 595959"/>
                  <a:gd name="connsiteY0" fmla="*/ 25585 h 142822"/>
                  <a:gd name="connsiteX1" fmla="*/ 595828 w 595959"/>
                  <a:gd name="connsiteY1" fmla="*/ 3093 h 142822"/>
                  <a:gd name="connsiteX2" fmla="*/ 595830 w 595959"/>
                  <a:gd name="connsiteY2" fmla="*/ 100640 h 142822"/>
                  <a:gd name="connsiteX3" fmla="*/ 131 w 595959"/>
                  <a:gd name="connsiteY3" fmla="*/ 142822 h 142822"/>
                  <a:gd name="connsiteX4" fmla="*/ 124 w 595959"/>
                  <a:gd name="connsiteY4" fmla="*/ 25585 h 142822"/>
                  <a:gd name="connsiteX0" fmla="*/ 124 w 595959"/>
                  <a:gd name="connsiteY0" fmla="*/ 26512 h 143749"/>
                  <a:gd name="connsiteX1" fmla="*/ 595828 w 595959"/>
                  <a:gd name="connsiteY1" fmla="*/ 4020 h 143749"/>
                  <a:gd name="connsiteX2" fmla="*/ 595830 w 595959"/>
                  <a:gd name="connsiteY2" fmla="*/ 101567 h 143749"/>
                  <a:gd name="connsiteX3" fmla="*/ 131 w 595959"/>
                  <a:gd name="connsiteY3" fmla="*/ 143749 h 143749"/>
                  <a:gd name="connsiteX4" fmla="*/ 124 w 595959"/>
                  <a:gd name="connsiteY4" fmla="*/ 26512 h 143749"/>
                  <a:gd name="connsiteX0" fmla="*/ 124 w 595959"/>
                  <a:gd name="connsiteY0" fmla="*/ 26512 h 143749"/>
                  <a:gd name="connsiteX1" fmla="*/ 595828 w 595959"/>
                  <a:gd name="connsiteY1" fmla="*/ 4020 h 143749"/>
                  <a:gd name="connsiteX2" fmla="*/ 595830 w 595959"/>
                  <a:gd name="connsiteY2" fmla="*/ 101567 h 143749"/>
                  <a:gd name="connsiteX3" fmla="*/ 131 w 595959"/>
                  <a:gd name="connsiteY3" fmla="*/ 143749 h 143749"/>
                  <a:gd name="connsiteX4" fmla="*/ 124 w 595959"/>
                  <a:gd name="connsiteY4" fmla="*/ 26512 h 143749"/>
                  <a:gd name="connsiteX0" fmla="*/ 124 w 595959"/>
                  <a:gd name="connsiteY0" fmla="*/ 28496 h 145733"/>
                  <a:gd name="connsiteX1" fmla="*/ 595828 w 595959"/>
                  <a:gd name="connsiteY1" fmla="*/ 6004 h 145733"/>
                  <a:gd name="connsiteX2" fmla="*/ 595830 w 595959"/>
                  <a:gd name="connsiteY2" fmla="*/ 103551 h 145733"/>
                  <a:gd name="connsiteX3" fmla="*/ 131 w 595959"/>
                  <a:gd name="connsiteY3" fmla="*/ 145733 h 145733"/>
                  <a:gd name="connsiteX4" fmla="*/ 124 w 595959"/>
                  <a:gd name="connsiteY4" fmla="*/ 28496 h 14573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856"/>
                  <a:gd name="connsiteY0" fmla="*/ 41841 h 159078"/>
                  <a:gd name="connsiteX1" fmla="*/ 591261 w 595856"/>
                  <a:gd name="connsiteY1" fmla="*/ 0 h 159078"/>
                  <a:gd name="connsiteX2" fmla="*/ 595830 w 595856"/>
                  <a:gd name="connsiteY2" fmla="*/ 116896 h 159078"/>
                  <a:gd name="connsiteX3" fmla="*/ 131 w 595856"/>
                  <a:gd name="connsiteY3" fmla="*/ 159078 h 159078"/>
                  <a:gd name="connsiteX4" fmla="*/ 124 w 595856"/>
                  <a:gd name="connsiteY4" fmla="*/ 41841 h 159078"/>
                  <a:gd name="connsiteX0" fmla="*/ 124 w 595959"/>
                  <a:gd name="connsiteY0" fmla="*/ 41841 h 159078"/>
                  <a:gd name="connsiteX1" fmla="*/ 595828 w 595959"/>
                  <a:gd name="connsiteY1" fmla="*/ 0 h 159078"/>
                  <a:gd name="connsiteX2" fmla="*/ 595830 w 595959"/>
                  <a:gd name="connsiteY2" fmla="*/ 116896 h 159078"/>
                  <a:gd name="connsiteX3" fmla="*/ 131 w 595959"/>
                  <a:gd name="connsiteY3" fmla="*/ 159078 h 159078"/>
                  <a:gd name="connsiteX4" fmla="*/ 124 w 595959"/>
                  <a:gd name="connsiteY4" fmla="*/ 41841 h 159078"/>
                  <a:gd name="connsiteX0" fmla="*/ 124 w 597349"/>
                  <a:gd name="connsiteY0" fmla="*/ 42378 h 159615"/>
                  <a:gd name="connsiteX1" fmla="*/ 597349 w 597349"/>
                  <a:gd name="connsiteY1" fmla="*/ 0 h 159615"/>
                  <a:gd name="connsiteX2" fmla="*/ 595830 w 597349"/>
                  <a:gd name="connsiteY2" fmla="*/ 117433 h 159615"/>
                  <a:gd name="connsiteX3" fmla="*/ 131 w 597349"/>
                  <a:gd name="connsiteY3" fmla="*/ 159615 h 159615"/>
                  <a:gd name="connsiteX4" fmla="*/ 124 w 597349"/>
                  <a:gd name="connsiteY4" fmla="*/ 42378 h 159615"/>
                  <a:gd name="connsiteX0" fmla="*/ 124 w 600443"/>
                  <a:gd name="connsiteY0" fmla="*/ 42378 h 159615"/>
                  <a:gd name="connsiteX1" fmla="*/ 597349 w 600443"/>
                  <a:gd name="connsiteY1" fmla="*/ 0 h 159615"/>
                  <a:gd name="connsiteX2" fmla="*/ 600408 w 600443"/>
                  <a:gd name="connsiteY2" fmla="*/ 117433 h 159615"/>
                  <a:gd name="connsiteX3" fmla="*/ 131 w 600443"/>
                  <a:gd name="connsiteY3" fmla="*/ 159615 h 159615"/>
                  <a:gd name="connsiteX4" fmla="*/ 124 w 600443"/>
                  <a:gd name="connsiteY4" fmla="*/ 42378 h 159615"/>
                  <a:gd name="connsiteX0" fmla="*/ 124 w 600537"/>
                  <a:gd name="connsiteY0" fmla="*/ 42378 h 159615"/>
                  <a:gd name="connsiteX1" fmla="*/ 600401 w 600537"/>
                  <a:gd name="connsiteY1" fmla="*/ 0 h 159615"/>
                  <a:gd name="connsiteX2" fmla="*/ 600408 w 600537"/>
                  <a:gd name="connsiteY2" fmla="*/ 117433 h 159615"/>
                  <a:gd name="connsiteX3" fmla="*/ 131 w 600537"/>
                  <a:gd name="connsiteY3" fmla="*/ 159615 h 159615"/>
                  <a:gd name="connsiteX4" fmla="*/ 124 w 600537"/>
                  <a:gd name="connsiteY4" fmla="*/ 42378 h 1596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00537" h="159615">
                    <a:moveTo>
                      <a:pt x="124" y="42378"/>
                    </a:moveTo>
                    <a:cubicBezTo>
                      <a:pt x="296414" y="-50243"/>
                      <a:pt x="418111" y="75773"/>
                      <a:pt x="600401" y="0"/>
                    </a:cubicBezTo>
                    <a:cubicBezTo>
                      <a:pt x="599951" y="33260"/>
                      <a:pt x="600858" y="84173"/>
                      <a:pt x="600408" y="117433"/>
                    </a:cubicBezTo>
                    <a:cubicBezTo>
                      <a:pt x="395490" y="192726"/>
                      <a:pt x="285331" y="62551"/>
                      <a:pt x="131" y="159615"/>
                    </a:cubicBezTo>
                    <a:cubicBezTo>
                      <a:pt x="-323" y="114566"/>
                      <a:pt x="578" y="87427"/>
                      <a:pt x="124" y="42378"/>
                    </a:cubicBezTo>
                    <a:close/>
                  </a:path>
                </a:pathLst>
              </a:custGeom>
              <a:solidFill>
                <a:schemeClr val="accent2">
                  <a:lumMod val="40000"/>
                  <a:lumOff val="60000"/>
                </a:schemeClr>
              </a:solidFill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39" name="矩形 1174">
                <a:extLst>
                  <a:ext uri="{FF2B5EF4-FFF2-40B4-BE49-F238E27FC236}">
                    <a16:creationId xmlns:a16="http://schemas.microsoft.com/office/drawing/2014/main" id="{B217019E-479F-C93F-8C59-B443936DF58A}"/>
                  </a:ext>
                </a:extLst>
              </p:cNvPr>
              <p:cNvSpPr/>
              <p:nvPr/>
            </p:nvSpPr>
            <p:spPr>
              <a:xfrm rot="10800000">
                <a:off x="5041541" y="7045652"/>
                <a:ext cx="618707" cy="139508"/>
              </a:xfrm>
              <a:custGeom>
                <a:avLst/>
                <a:gdLst>
                  <a:gd name="connsiteX0" fmla="*/ 0 w 595706"/>
                  <a:gd name="connsiteY0" fmla="*/ 0 h 92965"/>
                  <a:gd name="connsiteX1" fmla="*/ 595706 w 595706"/>
                  <a:gd name="connsiteY1" fmla="*/ 0 h 92965"/>
                  <a:gd name="connsiteX2" fmla="*/ 595706 w 595706"/>
                  <a:gd name="connsiteY2" fmla="*/ 92965 h 92965"/>
                  <a:gd name="connsiteX3" fmla="*/ 0 w 595706"/>
                  <a:gd name="connsiteY3" fmla="*/ 92965 h 92965"/>
                  <a:gd name="connsiteX4" fmla="*/ 0 w 595706"/>
                  <a:gd name="connsiteY4" fmla="*/ 0 h 92965"/>
                  <a:gd name="connsiteX0" fmla="*/ 0 w 595706"/>
                  <a:gd name="connsiteY0" fmla="*/ 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0 h 135147"/>
                  <a:gd name="connsiteX0" fmla="*/ 0 w 595706"/>
                  <a:gd name="connsiteY0" fmla="*/ 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0 h 135147"/>
                  <a:gd name="connsiteX0" fmla="*/ 0 w 595706"/>
                  <a:gd name="connsiteY0" fmla="*/ 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0 h 135147"/>
                  <a:gd name="connsiteX0" fmla="*/ 0 w 595706"/>
                  <a:gd name="connsiteY0" fmla="*/ 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0 h 135147"/>
                  <a:gd name="connsiteX0" fmla="*/ 131 w 595837"/>
                  <a:gd name="connsiteY0" fmla="*/ 0 h 148754"/>
                  <a:gd name="connsiteX1" fmla="*/ 595837 w 595837"/>
                  <a:gd name="connsiteY1" fmla="*/ 0 h 148754"/>
                  <a:gd name="connsiteX2" fmla="*/ 595837 w 595837"/>
                  <a:gd name="connsiteY2" fmla="*/ 92965 h 148754"/>
                  <a:gd name="connsiteX3" fmla="*/ 131 w 595837"/>
                  <a:gd name="connsiteY3" fmla="*/ 148754 h 148754"/>
                  <a:gd name="connsiteX4" fmla="*/ 131 w 595837"/>
                  <a:gd name="connsiteY4" fmla="*/ 0 h 148754"/>
                  <a:gd name="connsiteX0" fmla="*/ 131 w 595837"/>
                  <a:gd name="connsiteY0" fmla="*/ 0 h 140590"/>
                  <a:gd name="connsiteX1" fmla="*/ 595837 w 595837"/>
                  <a:gd name="connsiteY1" fmla="*/ 0 h 140590"/>
                  <a:gd name="connsiteX2" fmla="*/ 595837 w 595837"/>
                  <a:gd name="connsiteY2" fmla="*/ 92965 h 140590"/>
                  <a:gd name="connsiteX3" fmla="*/ 131 w 595837"/>
                  <a:gd name="connsiteY3" fmla="*/ 140590 h 140590"/>
                  <a:gd name="connsiteX4" fmla="*/ 131 w 595837"/>
                  <a:gd name="connsiteY4" fmla="*/ 0 h 140590"/>
                  <a:gd name="connsiteX0" fmla="*/ 131 w 595837"/>
                  <a:gd name="connsiteY0" fmla="*/ 0 h 140590"/>
                  <a:gd name="connsiteX1" fmla="*/ 595837 w 595837"/>
                  <a:gd name="connsiteY1" fmla="*/ 0 h 140590"/>
                  <a:gd name="connsiteX2" fmla="*/ 595837 w 595837"/>
                  <a:gd name="connsiteY2" fmla="*/ 92965 h 140590"/>
                  <a:gd name="connsiteX3" fmla="*/ 131 w 595837"/>
                  <a:gd name="connsiteY3" fmla="*/ 140590 h 140590"/>
                  <a:gd name="connsiteX4" fmla="*/ 131 w 595837"/>
                  <a:gd name="connsiteY4" fmla="*/ 0 h 140590"/>
                  <a:gd name="connsiteX0" fmla="*/ 131 w 595837"/>
                  <a:gd name="connsiteY0" fmla="*/ 0 h 140590"/>
                  <a:gd name="connsiteX1" fmla="*/ 595837 w 595837"/>
                  <a:gd name="connsiteY1" fmla="*/ 0 h 140590"/>
                  <a:gd name="connsiteX2" fmla="*/ 595837 w 595837"/>
                  <a:gd name="connsiteY2" fmla="*/ 92965 h 140590"/>
                  <a:gd name="connsiteX3" fmla="*/ 131 w 595837"/>
                  <a:gd name="connsiteY3" fmla="*/ 140590 h 140590"/>
                  <a:gd name="connsiteX4" fmla="*/ 131 w 595837"/>
                  <a:gd name="connsiteY4" fmla="*/ 0 h 140590"/>
                  <a:gd name="connsiteX0" fmla="*/ 131 w 595837"/>
                  <a:gd name="connsiteY0" fmla="*/ 0 h 140590"/>
                  <a:gd name="connsiteX1" fmla="*/ 595837 w 595837"/>
                  <a:gd name="connsiteY1" fmla="*/ 0 h 140590"/>
                  <a:gd name="connsiteX2" fmla="*/ 595837 w 595837"/>
                  <a:gd name="connsiteY2" fmla="*/ 92965 h 140590"/>
                  <a:gd name="connsiteX3" fmla="*/ 131 w 595837"/>
                  <a:gd name="connsiteY3" fmla="*/ 140590 h 140590"/>
                  <a:gd name="connsiteX4" fmla="*/ 131 w 595837"/>
                  <a:gd name="connsiteY4" fmla="*/ 0 h 140590"/>
                  <a:gd name="connsiteX0" fmla="*/ 131 w 595837"/>
                  <a:gd name="connsiteY0" fmla="*/ 0 h 140590"/>
                  <a:gd name="connsiteX1" fmla="*/ 595837 w 595837"/>
                  <a:gd name="connsiteY1" fmla="*/ 0 h 140590"/>
                  <a:gd name="connsiteX2" fmla="*/ 595837 w 595837"/>
                  <a:gd name="connsiteY2" fmla="*/ 92965 h 140590"/>
                  <a:gd name="connsiteX3" fmla="*/ 131 w 595837"/>
                  <a:gd name="connsiteY3" fmla="*/ 140590 h 140590"/>
                  <a:gd name="connsiteX4" fmla="*/ 131 w 595837"/>
                  <a:gd name="connsiteY4" fmla="*/ 0 h 140590"/>
                  <a:gd name="connsiteX0" fmla="*/ 131 w 595837"/>
                  <a:gd name="connsiteY0" fmla="*/ 0 h 156571"/>
                  <a:gd name="connsiteX1" fmla="*/ 595837 w 595837"/>
                  <a:gd name="connsiteY1" fmla="*/ 0 h 156571"/>
                  <a:gd name="connsiteX2" fmla="*/ 594316 w 595837"/>
                  <a:gd name="connsiteY2" fmla="*/ 141984 h 156571"/>
                  <a:gd name="connsiteX3" fmla="*/ 131 w 595837"/>
                  <a:gd name="connsiteY3" fmla="*/ 140590 h 156571"/>
                  <a:gd name="connsiteX4" fmla="*/ 131 w 595837"/>
                  <a:gd name="connsiteY4" fmla="*/ 0 h 156571"/>
                  <a:gd name="connsiteX0" fmla="*/ 1577 w 597283"/>
                  <a:gd name="connsiteY0" fmla="*/ 0 h 271309"/>
                  <a:gd name="connsiteX1" fmla="*/ 597283 w 597283"/>
                  <a:gd name="connsiteY1" fmla="*/ 0 h 271309"/>
                  <a:gd name="connsiteX2" fmla="*/ 595762 w 597283"/>
                  <a:gd name="connsiteY2" fmla="*/ 141984 h 271309"/>
                  <a:gd name="connsiteX3" fmla="*/ 56 w 597283"/>
                  <a:gd name="connsiteY3" fmla="*/ 271309 h 271309"/>
                  <a:gd name="connsiteX4" fmla="*/ 1577 w 597283"/>
                  <a:gd name="connsiteY4" fmla="*/ 0 h 271309"/>
                  <a:gd name="connsiteX0" fmla="*/ 1577 w 597283"/>
                  <a:gd name="connsiteY0" fmla="*/ 0 h 271309"/>
                  <a:gd name="connsiteX1" fmla="*/ 597283 w 597283"/>
                  <a:gd name="connsiteY1" fmla="*/ 0 h 271309"/>
                  <a:gd name="connsiteX2" fmla="*/ 595762 w 597283"/>
                  <a:gd name="connsiteY2" fmla="*/ 141984 h 271309"/>
                  <a:gd name="connsiteX3" fmla="*/ 56 w 597283"/>
                  <a:gd name="connsiteY3" fmla="*/ 271309 h 271309"/>
                  <a:gd name="connsiteX4" fmla="*/ 1577 w 597283"/>
                  <a:gd name="connsiteY4" fmla="*/ 0 h 271309"/>
                  <a:gd name="connsiteX0" fmla="*/ 1577 w 597283"/>
                  <a:gd name="connsiteY0" fmla="*/ 0 h 271309"/>
                  <a:gd name="connsiteX1" fmla="*/ 597283 w 597283"/>
                  <a:gd name="connsiteY1" fmla="*/ 0 h 271309"/>
                  <a:gd name="connsiteX2" fmla="*/ 595762 w 597283"/>
                  <a:gd name="connsiteY2" fmla="*/ 141984 h 271309"/>
                  <a:gd name="connsiteX3" fmla="*/ 56 w 597283"/>
                  <a:gd name="connsiteY3" fmla="*/ 271309 h 271309"/>
                  <a:gd name="connsiteX4" fmla="*/ 1577 w 597283"/>
                  <a:gd name="connsiteY4" fmla="*/ 0 h 271309"/>
                  <a:gd name="connsiteX0" fmla="*/ 1577 w 597283"/>
                  <a:gd name="connsiteY0" fmla="*/ 0 h 271309"/>
                  <a:gd name="connsiteX1" fmla="*/ 597283 w 597283"/>
                  <a:gd name="connsiteY1" fmla="*/ 0 h 271309"/>
                  <a:gd name="connsiteX2" fmla="*/ 595762 w 597283"/>
                  <a:gd name="connsiteY2" fmla="*/ 141984 h 271309"/>
                  <a:gd name="connsiteX3" fmla="*/ 56 w 597283"/>
                  <a:gd name="connsiteY3" fmla="*/ 271309 h 271309"/>
                  <a:gd name="connsiteX4" fmla="*/ 1577 w 597283"/>
                  <a:gd name="connsiteY4" fmla="*/ 0 h 271309"/>
                  <a:gd name="connsiteX0" fmla="*/ 1577 w 597283"/>
                  <a:gd name="connsiteY0" fmla="*/ 0 h 271309"/>
                  <a:gd name="connsiteX1" fmla="*/ 597283 w 597283"/>
                  <a:gd name="connsiteY1" fmla="*/ 0 h 271309"/>
                  <a:gd name="connsiteX2" fmla="*/ 595762 w 597283"/>
                  <a:gd name="connsiteY2" fmla="*/ 141984 h 271309"/>
                  <a:gd name="connsiteX3" fmla="*/ 56 w 597283"/>
                  <a:gd name="connsiteY3" fmla="*/ 271309 h 271309"/>
                  <a:gd name="connsiteX4" fmla="*/ 1577 w 597283"/>
                  <a:gd name="connsiteY4" fmla="*/ 0 h 271309"/>
                  <a:gd name="connsiteX0" fmla="*/ 0 w 600949"/>
                  <a:gd name="connsiteY0" fmla="*/ 0 h 271309"/>
                  <a:gd name="connsiteX1" fmla="*/ 600949 w 600949"/>
                  <a:gd name="connsiteY1" fmla="*/ 0 h 271309"/>
                  <a:gd name="connsiteX2" fmla="*/ 599428 w 600949"/>
                  <a:gd name="connsiteY2" fmla="*/ 141984 h 271309"/>
                  <a:gd name="connsiteX3" fmla="*/ 3722 w 600949"/>
                  <a:gd name="connsiteY3" fmla="*/ 271309 h 271309"/>
                  <a:gd name="connsiteX4" fmla="*/ 0 w 600949"/>
                  <a:gd name="connsiteY4" fmla="*/ 0 h 271309"/>
                  <a:gd name="connsiteX0" fmla="*/ 0 w 599639"/>
                  <a:gd name="connsiteY0" fmla="*/ 0 h 271309"/>
                  <a:gd name="connsiteX1" fmla="*/ 599639 w 599639"/>
                  <a:gd name="connsiteY1" fmla="*/ 0 h 271309"/>
                  <a:gd name="connsiteX2" fmla="*/ 599428 w 599639"/>
                  <a:gd name="connsiteY2" fmla="*/ 141984 h 271309"/>
                  <a:gd name="connsiteX3" fmla="*/ 3722 w 599639"/>
                  <a:gd name="connsiteY3" fmla="*/ 271309 h 271309"/>
                  <a:gd name="connsiteX4" fmla="*/ 0 w 599639"/>
                  <a:gd name="connsiteY4" fmla="*/ 0 h 271309"/>
                  <a:gd name="connsiteX0" fmla="*/ 0 w 597018"/>
                  <a:gd name="connsiteY0" fmla="*/ 0 h 271309"/>
                  <a:gd name="connsiteX1" fmla="*/ 597018 w 597018"/>
                  <a:gd name="connsiteY1" fmla="*/ 0 h 271309"/>
                  <a:gd name="connsiteX2" fmla="*/ 596807 w 597018"/>
                  <a:gd name="connsiteY2" fmla="*/ 141984 h 271309"/>
                  <a:gd name="connsiteX3" fmla="*/ 1101 w 597018"/>
                  <a:gd name="connsiteY3" fmla="*/ 271309 h 271309"/>
                  <a:gd name="connsiteX4" fmla="*/ 0 w 597018"/>
                  <a:gd name="connsiteY4" fmla="*/ 0 h 271309"/>
                  <a:gd name="connsiteX0" fmla="*/ 0 w 596807"/>
                  <a:gd name="connsiteY0" fmla="*/ 0 h 271309"/>
                  <a:gd name="connsiteX1" fmla="*/ 591775 w 596807"/>
                  <a:gd name="connsiteY1" fmla="*/ 0 h 271309"/>
                  <a:gd name="connsiteX2" fmla="*/ 596807 w 596807"/>
                  <a:gd name="connsiteY2" fmla="*/ 141984 h 271309"/>
                  <a:gd name="connsiteX3" fmla="*/ 1101 w 596807"/>
                  <a:gd name="connsiteY3" fmla="*/ 271309 h 271309"/>
                  <a:gd name="connsiteX4" fmla="*/ 0 w 596807"/>
                  <a:gd name="connsiteY4" fmla="*/ 0 h 271309"/>
                  <a:gd name="connsiteX0" fmla="*/ 0 w 596807"/>
                  <a:gd name="connsiteY0" fmla="*/ 0 h 271309"/>
                  <a:gd name="connsiteX1" fmla="*/ 595708 w 596807"/>
                  <a:gd name="connsiteY1" fmla="*/ 0 h 271309"/>
                  <a:gd name="connsiteX2" fmla="*/ 596807 w 596807"/>
                  <a:gd name="connsiteY2" fmla="*/ 141984 h 271309"/>
                  <a:gd name="connsiteX3" fmla="*/ 1101 w 596807"/>
                  <a:gd name="connsiteY3" fmla="*/ 271309 h 271309"/>
                  <a:gd name="connsiteX4" fmla="*/ 0 w 596807"/>
                  <a:gd name="connsiteY4" fmla="*/ 0 h 271309"/>
                  <a:gd name="connsiteX0" fmla="*/ 0 w 595708"/>
                  <a:gd name="connsiteY0" fmla="*/ 0 h 271309"/>
                  <a:gd name="connsiteX1" fmla="*/ 595708 w 595708"/>
                  <a:gd name="connsiteY1" fmla="*/ 0 h 271309"/>
                  <a:gd name="connsiteX2" fmla="*/ 594186 w 595708"/>
                  <a:gd name="connsiteY2" fmla="*/ 141985 h 271309"/>
                  <a:gd name="connsiteX3" fmla="*/ 1101 w 595708"/>
                  <a:gd name="connsiteY3" fmla="*/ 271309 h 271309"/>
                  <a:gd name="connsiteX4" fmla="*/ 0 w 595708"/>
                  <a:gd name="connsiteY4" fmla="*/ 0 h 271309"/>
                  <a:gd name="connsiteX0" fmla="*/ 0 w 596439"/>
                  <a:gd name="connsiteY0" fmla="*/ 109083 h 380392"/>
                  <a:gd name="connsiteX1" fmla="*/ 595708 w 596439"/>
                  <a:gd name="connsiteY1" fmla="*/ 109083 h 380392"/>
                  <a:gd name="connsiteX2" fmla="*/ 594186 w 596439"/>
                  <a:gd name="connsiteY2" fmla="*/ 251068 h 380392"/>
                  <a:gd name="connsiteX3" fmla="*/ 1101 w 596439"/>
                  <a:gd name="connsiteY3" fmla="*/ 380392 h 380392"/>
                  <a:gd name="connsiteX4" fmla="*/ 0 w 596439"/>
                  <a:gd name="connsiteY4" fmla="*/ 109083 h 380392"/>
                  <a:gd name="connsiteX0" fmla="*/ 0 w 595708"/>
                  <a:gd name="connsiteY0" fmla="*/ 0 h 271309"/>
                  <a:gd name="connsiteX1" fmla="*/ 595708 w 595708"/>
                  <a:gd name="connsiteY1" fmla="*/ 0 h 271309"/>
                  <a:gd name="connsiteX2" fmla="*/ 594186 w 595708"/>
                  <a:gd name="connsiteY2" fmla="*/ 141985 h 271309"/>
                  <a:gd name="connsiteX3" fmla="*/ 1101 w 595708"/>
                  <a:gd name="connsiteY3" fmla="*/ 271309 h 271309"/>
                  <a:gd name="connsiteX4" fmla="*/ 0 w 595708"/>
                  <a:gd name="connsiteY4" fmla="*/ 0 h 271309"/>
                  <a:gd name="connsiteX0" fmla="*/ 0 w 596808"/>
                  <a:gd name="connsiteY0" fmla="*/ 0 h 271309"/>
                  <a:gd name="connsiteX1" fmla="*/ 595708 w 596808"/>
                  <a:gd name="connsiteY1" fmla="*/ 0 h 271309"/>
                  <a:gd name="connsiteX2" fmla="*/ 596808 w 596808"/>
                  <a:gd name="connsiteY2" fmla="*/ 141985 h 271309"/>
                  <a:gd name="connsiteX3" fmla="*/ 1101 w 596808"/>
                  <a:gd name="connsiteY3" fmla="*/ 271309 h 271309"/>
                  <a:gd name="connsiteX4" fmla="*/ 0 w 596808"/>
                  <a:gd name="connsiteY4" fmla="*/ 0 h 271309"/>
                  <a:gd name="connsiteX0" fmla="*/ 0 w 596808"/>
                  <a:gd name="connsiteY0" fmla="*/ 0 h 271309"/>
                  <a:gd name="connsiteX1" fmla="*/ 595708 w 596808"/>
                  <a:gd name="connsiteY1" fmla="*/ 0 h 271309"/>
                  <a:gd name="connsiteX2" fmla="*/ 596808 w 596808"/>
                  <a:gd name="connsiteY2" fmla="*/ 141985 h 271309"/>
                  <a:gd name="connsiteX3" fmla="*/ 1101 w 596808"/>
                  <a:gd name="connsiteY3" fmla="*/ 271309 h 271309"/>
                  <a:gd name="connsiteX4" fmla="*/ 0 w 596808"/>
                  <a:gd name="connsiteY4" fmla="*/ 0 h 271309"/>
                  <a:gd name="connsiteX0" fmla="*/ 0 w 596808"/>
                  <a:gd name="connsiteY0" fmla="*/ 0 h 271309"/>
                  <a:gd name="connsiteX1" fmla="*/ 595708 w 596808"/>
                  <a:gd name="connsiteY1" fmla="*/ 0 h 271309"/>
                  <a:gd name="connsiteX2" fmla="*/ 596808 w 596808"/>
                  <a:gd name="connsiteY2" fmla="*/ 141985 h 271309"/>
                  <a:gd name="connsiteX3" fmla="*/ 1101 w 596808"/>
                  <a:gd name="connsiteY3" fmla="*/ 271309 h 271309"/>
                  <a:gd name="connsiteX4" fmla="*/ 0 w 596808"/>
                  <a:gd name="connsiteY4" fmla="*/ 0 h 271309"/>
                  <a:gd name="connsiteX0" fmla="*/ 0 w 595708"/>
                  <a:gd name="connsiteY0" fmla="*/ 0 h 271309"/>
                  <a:gd name="connsiteX1" fmla="*/ 595708 w 595708"/>
                  <a:gd name="connsiteY1" fmla="*/ 0 h 271309"/>
                  <a:gd name="connsiteX2" fmla="*/ 594186 w 595708"/>
                  <a:gd name="connsiteY2" fmla="*/ 141985 h 271309"/>
                  <a:gd name="connsiteX3" fmla="*/ 1101 w 595708"/>
                  <a:gd name="connsiteY3" fmla="*/ 271309 h 271309"/>
                  <a:gd name="connsiteX4" fmla="*/ 0 w 595708"/>
                  <a:gd name="connsiteY4" fmla="*/ 0 h 271309"/>
                  <a:gd name="connsiteX0" fmla="*/ 0 w 595708"/>
                  <a:gd name="connsiteY0" fmla="*/ 0 h 271309"/>
                  <a:gd name="connsiteX1" fmla="*/ 595708 w 595708"/>
                  <a:gd name="connsiteY1" fmla="*/ 0 h 271309"/>
                  <a:gd name="connsiteX2" fmla="*/ 594186 w 595708"/>
                  <a:gd name="connsiteY2" fmla="*/ 141985 h 271309"/>
                  <a:gd name="connsiteX3" fmla="*/ 1101 w 595708"/>
                  <a:gd name="connsiteY3" fmla="*/ 271309 h 271309"/>
                  <a:gd name="connsiteX4" fmla="*/ 0 w 595708"/>
                  <a:gd name="connsiteY4" fmla="*/ 0 h 271309"/>
                  <a:gd name="connsiteX0" fmla="*/ 0 w 595936"/>
                  <a:gd name="connsiteY0" fmla="*/ 0 h 271309"/>
                  <a:gd name="connsiteX1" fmla="*/ 595708 w 595936"/>
                  <a:gd name="connsiteY1" fmla="*/ 0 h 271309"/>
                  <a:gd name="connsiteX2" fmla="*/ 594186 w 595936"/>
                  <a:gd name="connsiteY2" fmla="*/ 141985 h 271309"/>
                  <a:gd name="connsiteX3" fmla="*/ 1101 w 595936"/>
                  <a:gd name="connsiteY3" fmla="*/ 271309 h 271309"/>
                  <a:gd name="connsiteX4" fmla="*/ 0 w 595936"/>
                  <a:gd name="connsiteY4" fmla="*/ 0 h 271309"/>
                  <a:gd name="connsiteX0" fmla="*/ 319 w 596255"/>
                  <a:gd name="connsiteY0" fmla="*/ 0 h 271309"/>
                  <a:gd name="connsiteX1" fmla="*/ 596027 w 596255"/>
                  <a:gd name="connsiteY1" fmla="*/ 0 h 271309"/>
                  <a:gd name="connsiteX2" fmla="*/ 594505 w 596255"/>
                  <a:gd name="connsiteY2" fmla="*/ 141985 h 271309"/>
                  <a:gd name="connsiteX3" fmla="*/ 110 w 596255"/>
                  <a:gd name="connsiteY3" fmla="*/ 271309 h 271309"/>
                  <a:gd name="connsiteX4" fmla="*/ 319 w 596255"/>
                  <a:gd name="connsiteY4" fmla="*/ 0 h 271309"/>
                  <a:gd name="connsiteX0" fmla="*/ 0 w 595936"/>
                  <a:gd name="connsiteY0" fmla="*/ 0 h 271309"/>
                  <a:gd name="connsiteX1" fmla="*/ 595708 w 595936"/>
                  <a:gd name="connsiteY1" fmla="*/ 0 h 271309"/>
                  <a:gd name="connsiteX2" fmla="*/ 594186 w 595936"/>
                  <a:gd name="connsiteY2" fmla="*/ 141985 h 271309"/>
                  <a:gd name="connsiteX3" fmla="*/ 1101 w 595936"/>
                  <a:gd name="connsiteY3" fmla="*/ 271309 h 271309"/>
                  <a:gd name="connsiteX4" fmla="*/ 0 w 595936"/>
                  <a:gd name="connsiteY4" fmla="*/ 0 h 2713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5936" h="271309">
                    <a:moveTo>
                      <a:pt x="0" y="0"/>
                    </a:moveTo>
                    <a:lnTo>
                      <a:pt x="595708" y="0"/>
                    </a:lnTo>
                    <a:cubicBezTo>
                      <a:pt x="595708" y="30988"/>
                      <a:pt x="596806" y="39550"/>
                      <a:pt x="594186" y="141985"/>
                    </a:cubicBezTo>
                    <a:cubicBezTo>
                      <a:pt x="404809" y="352086"/>
                      <a:pt x="341643" y="22672"/>
                      <a:pt x="1101" y="271309"/>
                    </a:cubicBezTo>
                    <a:cubicBezTo>
                      <a:pt x="647" y="226260"/>
                      <a:pt x="454" y="45049"/>
                      <a:pt x="0" y="0"/>
                    </a:cubicBezTo>
                    <a:close/>
                  </a:path>
                </a:pathLst>
              </a:custGeom>
              <a:solidFill>
                <a:schemeClr val="accent6">
                  <a:lumMod val="20000"/>
                  <a:lumOff val="80000"/>
                </a:schemeClr>
              </a:solidFill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40" name="矩形 1174">
                <a:extLst>
                  <a:ext uri="{FF2B5EF4-FFF2-40B4-BE49-F238E27FC236}">
                    <a16:creationId xmlns:a16="http://schemas.microsoft.com/office/drawing/2014/main" id="{117A019A-F986-53F7-A9D2-85E109981912}"/>
                  </a:ext>
                </a:extLst>
              </p:cNvPr>
              <p:cNvSpPr/>
              <p:nvPr/>
            </p:nvSpPr>
            <p:spPr>
              <a:xfrm rot="10800000">
                <a:off x="5041542" y="6594252"/>
                <a:ext cx="618706" cy="226680"/>
              </a:xfrm>
              <a:custGeom>
                <a:avLst/>
                <a:gdLst>
                  <a:gd name="connsiteX0" fmla="*/ 0 w 595706"/>
                  <a:gd name="connsiteY0" fmla="*/ 0 h 92965"/>
                  <a:gd name="connsiteX1" fmla="*/ 595706 w 595706"/>
                  <a:gd name="connsiteY1" fmla="*/ 0 h 92965"/>
                  <a:gd name="connsiteX2" fmla="*/ 595706 w 595706"/>
                  <a:gd name="connsiteY2" fmla="*/ 92965 h 92965"/>
                  <a:gd name="connsiteX3" fmla="*/ 0 w 595706"/>
                  <a:gd name="connsiteY3" fmla="*/ 92965 h 92965"/>
                  <a:gd name="connsiteX4" fmla="*/ 0 w 595706"/>
                  <a:gd name="connsiteY4" fmla="*/ 0 h 92965"/>
                  <a:gd name="connsiteX0" fmla="*/ 0 w 595706"/>
                  <a:gd name="connsiteY0" fmla="*/ 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0 h 135147"/>
                  <a:gd name="connsiteX0" fmla="*/ 0 w 595706"/>
                  <a:gd name="connsiteY0" fmla="*/ 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0 h 135147"/>
                  <a:gd name="connsiteX0" fmla="*/ 0 w 595706"/>
                  <a:gd name="connsiteY0" fmla="*/ 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0 h 135147"/>
                  <a:gd name="connsiteX0" fmla="*/ 0 w 595706"/>
                  <a:gd name="connsiteY0" fmla="*/ 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0 h 135147"/>
                  <a:gd name="connsiteX0" fmla="*/ 1422 w 594406"/>
                  <a:gd name="connsiteY0" fmla="*/ 21376 h 135147"/>
                  <a:gd name="connsiteX1" fmla="*/ 594406 w 594406"/>
                  <a:gd name="connsiteY1" fmla="*/ 0 h 135147"/>
                  <a:gd name="connsiteX2" fmla="*/ 594406 w 594406"/>
                  <a:gd name="connsiteY2" fmla="*/ 92965 h 135147"/>
                  <a:gd name="connsiteX3" fmla="*/ 61 w 594406"/>
                  <a:gd name="connsiteY3" fmla="*/ 135147 h 135147"/>
                  <a:gd name="connsiteX4" fmla="*/ 1422 w 594406"/>
                  <a:gd name="connsiteY4" fmla="*/ 21376 h 135147"/>
                  <a:gd name="connsiteX0" fmla="*/ 1422 w 594406"/>
                  <a:gd name="connsiteY0" fmla="*/ 15599 h 135147"/>
                  <a:gd name="connsiteX1" fmla="*/ 594406 w 594406"/>
                  <a:gd name="connsiteY1" fmla="*/ 0 h 135147"/>
                  <a:gd name="connsiteX2" fmla="*/ 594406 w 594406"/>
                  <a:gd name="connsiteY2" fmla="*/ 92965 h 135147"/>
                  <a:gd name="connsiteX3" fmla="*/ 61 w 594406"/>
                  <a:gd name="connsiteY3" fmla="*/ 135147 h 135147"/>
                  <a:gd name="connsiteX4" fmla="*/ 1422 w 594406"/>
                  <a:gd name="connsiteY4" fmla="*/ 15599 h 135147"/>
                  <a:gd name="connsiteX0" fmla="*/ 131 w 594476"/>
                  <a:gd name="connsiteY0" fmla="*/ 4622 h 135147"/>
                  <a:gd name="connsiteX1" fmla="*/ 594476 w 594476"/>
                  <a:gd name="connsiteY1" fmla="*/ 0 h 135147"/>
                  <a:gd name="connsiteX2" fmla="*/ 594476 w 594476"/>
                  <a:gd name="connsiteY2" fmla="*/ 92965 h 135147"/>
                  <a:gd name="connsiteX3" fmla="*/ 131 w 594476"/>
                  <a:gd name="connsiteY3" fmla="*/ 135147 h 135147"/>
                  <a:gd name="connsiteX4" fmla="*/ 131 w 594476"/>
                  <a:gd name="connsiteY4" fmla="*/ 4622 h 135147"/>
                  <a:gd name="connsiteX0" fmla="*/ 0 w 595706"/>
                  <a:gd name="connsiteY0" fmla="*/ 1791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17910 h 135147"/>
                  <a:gd name="connsiteX0" fmla="*/ 0 w 595706"/>
                  <a:gd name="connsiteY0" fmla="*/ 1791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17910 h 135147"/>
                  <a:gd name="connsiteX0" fmla="*/ 0 w 595706"/>
                  <a:gd name="connsiteY0" fmla="*/ 1791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17910 h 135147"/>
                  <a:gd name="connsiteX0" fmla="*/ 0 w 595706"/>
                  <a:gd name="connsiteY0" fmla="*/ 1791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17910 h 135147"/>
                  <a:gd name="connsiteX0" fmla="*/ 0 w 595706"/>
                  <a:gd name="connsiteY0" fmla="*/ 22423 h 139660"/>
                  <a:gd name="connsiteX1" fmla="*/ 595706 w 595706"/>
                  <a:gd name="connsiteY1" fmla="*/ 4513 h 139660"/>
                  <a:gd name="connsiteX2" fmla="*/ 595706 w 595706"/>
                  <a:gd name="connsiteY2" fmla="*/ 97478 h 139660"/>
                  <a:gd name="connsiteX3" fmla="*/ 1361 w 595706"/>
                  <a:gd name="connsiteY3" fmla="*/ 139660 h 139660"/>
                  <a:gd name="connsiteX4" fmla="*/ 0 w 595706"/>
                  <a:gd name="connsiteY4" fmla="*/ 22423 h 139660"/>
                  <a:gd name="connsiteX0" fmla="*/ 0 w 595706"/>
                  <a:gd name="connsiteY0" fmla="*/ 26413 h 143650"/>
                  <a:gd name="connsiteX1" fmla="*/ 595706 w 595706"/>
                  <a:gd name="connsiteY1" fmla="*/ 8503 h 143650"/>
                  <a:gd name="connsiteX2" fmla="*/ 595706 w 595706"/>
                  <a:gd name="connsiteY2" fmla="*/ 101468 h 143650"/>
                  <a:gd name="connsiteX3" fmla="*/ 1361 w 595706"/>
                  <a:gd name="connsiteY3" fmla="*/ 143650 h 143650"/>
                  <a:gd name="connsiteX4" fmla="*/ 0 w 595706"/>
                  <a:gd name="connsiteY4" fmla="*/ 26413 h 143650"/>
                  <a:gd name="connsiteX0" fmla="*/ 0 w 595706"/>
                  <a:gd name="connsiteY0" fmla="*/ 21286 h 138523"/>
                  <a:gd name="connsiteX1" fmla="*/ 595706 w 595706"/>
                  <a:gd name="connsiteY1" fmla="*/ 3376 h 138523"/>
                  <a:gd name="connsiteX2" fmla="*/ 595706 w 595706"/>
                  <a:gd name="connsiteY2" fmla="*/ 96341 h 138523"/>
                  <a:gd name="connsiteX3" fmla="*/ 1361 w 595706"/>
                  <a:gd name="connsiteY3" fmla="*/ 138523 h 138523"/>
                  <a:gd name="connsiteX4" fmla="*/ 0 w 595706"/>
                  <a:gd name="connsiteY4" fmla="*/ 21286 h 138523"/>
                  <a:gd name="connsiteX0" fmla="*/ 0 w 595706"/>
                  <a:gd name="connsiteY0" fmla="*/ 22534 h 139771"/>
                  <a:gd name="connsiteX1" fmla="*/ 595706 w 595706"/>
                  <a:gd name="connsiteY1" fmla="*/ 4624 h 139771"/>
                  <a:gd name="connsiteX2" fmla="*/ 595706 w 595706"/>
                  <a:gd name="connsiteY2" fmla="*/ 97589 h 139771"/>
                  <a:gd name="connsiteX3" fmla="*/ 1361 w 595706"/>
                  <a:gd name="connsiteY3" fmla="*/ 139771 h 139771"/>
                  <a:gd name="connsiteX4" fmla="*/ 0 w 595706"/>
                  <a:gd name="connsiteY4" fmla="*/ 22534 h 139771"/>
                  <a:gd name="connsiteX0" fmla="*/ 0 w 595706"/>
                  <a:gd name="connsiteY0" fmla="*/ 23494 h 140731"/>
                  <a:gd name="connsiteX1" fmla="*/ 595706 w 595706"/>
                  <a:gd name="connsiteY1" fmla="*/ 2118 h 140731"/>
                  <a:gd name="connsiteX2" fmla="*/ 595706 w 595706"/>
                  <a:gd name="connsiteY2" fmla="*/ 98549 h 140731"/>
                  <a:gd name="connsiteX3" fmla="*/ 1361 w 595706"/>
                  <a:gd name="connsiteY3" fmla="*/ 140731 h 140731"/>
                  <a:gd name="connsiteX4" fmla="*/ 0 w 595706"/>
                  <a:gd name="connsiteY4" fmla="*/ 23494 h 140731"/>
                  <a:gd name="connsiteX0" fmla="*/ 0 w 595706"/>
                  <a:gd name="connsiteY0" fmla="*/ 23494 h 140731"/>
                  <a:gd name="connsiteX1" fmla="*/ 595706 w 595706"/>
                  <a:gd name="connsiteY1" fmla="*/ 2118 h 140731"/>
                  <a:gd name="connsiteX2" fmla="*/ 595706 w 595706"/>
                  <a:gd name="connsiteY2" fmla="*/ 98549 h 140731"/>
                  <a:gd name="connsiteX3" fmla="*/ 1361 w 595706"/>
                  <a:gd name="connsiteY3" fmla="*/ 140731 h 140731"/>
                  <a:gd name="connsiteX4" fmla="*/ 0 w 595706"/>
                  <a:gd name="connsiteY4" fmla="*/ 23494 h 140731"/>
                  <a:gd name="connsiteX0" fmla="*/ 0 w 595706"/>
                  <a:gd name="connsiteY0" fmla="*/ 25030 h 142267"/>
                  <a:gd name="connsiteX1" fmla="*/ 595706 w 595706"/>
                  <a:gd name="connsiteY1" fmla="*/ 3654 h 142267"/>
                  <a:gd name="connsiteX2" fmla="*/ 595706 w 595706"/>
                  <a:gd name="connsiteY2" fmla="*/ 100085 h 142267"/>
                  <a:gd name="connsiteX3" fmla="*/ 1361 w 595706"/>
                  <a:gd name="connsiteY3" fmla="*/ 142267 h 142267"/>
                  <a:gd name="connsiteX4" fmla="*/ 0 w 595706"/>
                  <a:gd name="connsiteY4" fmla="*/ 25030 h 142267"/>
                  <a:gd name="connsiteX0" fmla="*/ 0 w 595706"/>
                  <a:gd name="connsiteY0" fmla="*/ 22091 h 139328"/>
                  <a:gd name="connsiteX1" fmla="*/ 595706 w 595706"/>
                  <a:gd name="connsiteY1" fmla="*/ 715 h 139328"/>
                  <a:gd name="connsiteX2" fmla="*/ 595706 w 595706"/>
                  <a:gd name="connsiteY2" fmla="*/ 97146 h 139328"/>
                  <a:gd name="connsiteX3" fmla="*/ 1361 w 595706"/>
                  <a:gd name="connsiteY3" fmla="*/ 139328 h 139328"/>
                  <a:gd name="connsiteX4" fmla="*/ 0 w 595706"/>
                  <a:gd name="connsiteY4" fmla="*/ 22091 h 139328"/>
                  <a:gd name="connsiteX0" fmla="*/ 0 w 595706"/>
                  <a:gd name="connsiteY0" fmla="*/ 23573 h 140810"/>
                  <a:gd name="connsiteX1" fmla="*/ 595706 w 595706"/>
                  <a:gd name="connsiteY1" fmla="*/ 2197 h 140810"/>
                  <a:gd name="connsiteX2" fmla="*/ 595706 w 595706"/>
                  <a:gd name="connsiteY2" fmla="*/ 98628 h 140810"/>
                  <a:gd name="connsiteX3" fmla="*/ 1361 w 595706"/>
                  <a:gd name="connsiteY3" fmla="*/ 140810 h 140810"/>
                  <a:gd name="connsiteX4" fmla="*/ 0 w 595706"/>
                  <a:gd name="connsiteY4" fmla="*/ 23573 h 140810"/>
                  <a:gd name="connsiteX0" fmla="*/ 0 w 595706"/>
                  <a:gd name="connsiteY0" fmla="*/ 21908 h 139145"/>
                  <a:gd name="connsiteX1" fmla="*/ 595706 w 595706"/>
                  <a:gd name="connsiteY1" fmla="*/ 532 h 139145"/>
                  <a:gd name="connsiteX2" fmla="*/ 595706 w 595706"/>
                  <a:gd name="connsiteY2" fmla="*/ 96963 h 139145"/>
                  <a:gd name="connsiteX3" fmla="*/ 1361 w 595706"/>
                  <a:gd name="connsiteY3" fmla="*/ 139145 h 139145"/>
                  <a:gd name="connsiteX4" fmla="*/ 0 w 595706"/>
                  <a:gd name="connsiteY4" fmla="*/ 21908 h 139145"/>
                  <a:gd name="connsiteX0" fmla="*/ 0 w 595706"/>
                  <a:gd name="connsiteY0" fmla="*/ 23863 h 141100"/>
                  <a:gd name="connsiteX1" fmla="*/ 595706 w 595706"/>
                  <a:gd name="connsiteY1" fmla="*/ 2487 h 141100"/>
                  <a:gd name="connsiteX2" fmla="*/ 595706 w 595706"/>
                  <a:gd name="connsiteY2" fmla="*/ 98918 h 141100"/>
                  <a:gd name="connsiteX3" fmla="*/ 1361 w 595706"/>
                  <a:gd name="connsiteY3" fmla="*/ 141100 h 141100"/>
                  <a:gd name="connsiteX4" fmla="*/ 0 w 595706"/>
                  <a:gd name="connsiteY4" fmla="*/ 23863 h 141100"/>
                  <a:gd name="connsiteX0" fmla="*/ 0 w 595706"/>
                  <a:gd name="connsiteY0" fmla="*/ 24472 h 141709"/>
                  <a:gd name="connsiteX1" fmla="*/ 595706 w 595706"/>
                  <a:gd name="connsiteY1" fmla="*/ 3096 h 141709"/>
                  <a:gd name="connsiteX2" fmla="*/ 595706 w 595706"/>
                  <a:gd name="connsiteY2" fmla="*/ 99527 h 141709"/>
                  <a:gd name="connsiteX3" fmla="*/ 1361 w 595706"/>
                  <a:gd name="connsiteY3" fmla="*/ 141709 h 141709"/>
                  <a:gd name="connsiteX4" fmla="*/ 0 w 595706"/>
                  <a:gd name="connsiteY4" fmla="*/ 24472 h 141709"/>
                  <a:gd name="connsiteX0" fmla="*/ 0 w 595706"/>
                  <a:gd name="connsiteY0" fmla="*/ 24267 h 141504"/>
                  <a:gd name="connsiteX1" fmla="*/ 595706 w 595706"/>
                  <a:gd name="connsiteY1" fmla="*/ 2891 h 141504"/>
                  <a:gd name="connsiteX2" fmla="*/ 595706 w 595706"/>
                  <a:gd name="connsiteY2" fmla="*/ 99322 h 141504"/>
                  <a:gd name="connsiteX3" fmla="*/ 1361 w 595706"/>
                  <a:gd name="connsiteY3" fmla="*/ 141504 h 141504"/>
                  <a:gd name="connsiteX4" fmla="*/ 0 w 595706"/>
                  <a:gd name="connsiteY4" fmla="*/ 24267 h 141504"/>
                  <a:gd name="connsiteX0" fmla="*/ 0 w 595706"/>
                  <a:gd name="connsiteY0" fmla="*/ 24472 h 141709"/>
                  <a:gd name="connsiteX1" fmla="*/ 595706 w 595706"/>
                  <a:gd name="connsiteY1" fmla="*/ 3096 h 141709"/>
                  <a:gd name="connsiteX2" fmla="*/ 595706 w 595706"/>
                  <a:gd name="connsiteY2" fmla="*/ 99527 h 141709"/>
                  <a:gd name="connsiteX3" fmla="*/ 1361 w 595706"/>
                  <a:gd name="connsiteY3" fmla="*/ 141709 h 141709"/>
                  <a:gd name="connsiteX4" fmla="*/ 0 w 595706"/>
                  <a:gd name="connsiteY4" fmla="*/ 24472 h 141709"/>
                  <a:gd name="connsiteX0" fmla="*/ 0 w 595706"/>
                  <a:gd name="connsiteY0" fmla="*/ 24472 h 141709"/>
                  <a:gd name="connsiteX1" fmla="*/ 594353 w 595706"/>
                  <a:gd name="connsiteY1" fmla="*/ 3096 h 141709"/>
                  <a:gd name="connsiteX2" fmla="*/ 595706 w 595706"/>
                  <a:gd name="connsiteY2" fmla="*/ 99527 h 141709"/>
                  <a:gd name="connsiteX3" fmla="*/ 1361 w 595706"/>
                  <a:gd name="connsiteY3" fmla="*/ 141709 h 141709"/>
                  <a:gd name="connsiteX4" fmla="*/ 0 w 595706"/>
                  <a:gd name="connsiteY4" fmla="*/ 24472 h 141709"/>
                  <a:gd name="connsiteX0" fmla="*/ 124 w 595830"/>
                  <a:gd name="connsiteY0" fmla="*/ 24472 h 141709"/>
                  <a:gd name="connsiteX1" fmla="*/ 594477 w 595830"/>
                  <a:gd name="connsiteY1" fmla="*/ 3096 h 141709"/>
                  <a:gd name="connsiteX2" fmla="*/ 595830 w 595830"/>
                  <a:gd name="connsiteY2" fmla="*/ 99527 h 141709"/>
                  <a:gd name="connsiteX3" fmla="*/ 131 w 595830"/>
                  <a:gd name="connsiteY3" fmla="*/ 141709 h 141709"/>
                  <a:gd name="connsiteX4" fmla="*/ 124 w 595830"/>
                  <a:gd name="connsiteY4" fmla="*/ 24472 h 141709"/>
                  <a:gd name="connsiteX0" fmla="*/ 124 w 597179"/>
                  <a:gd name="connsiteY0" fmla="*/ 25207 h 142444"/>
                  <a:gd name="connsiteX1" fmla="*/ 597179 w 597179"/>
                  <a:gd name="connsiteY1" fmla="*/ 481 h 142444"/>
                  <a:gd name="connsiteX2" fmla="*/ 595830 w 597179"/>
                  <a:gd name="connsiteY2" fmla="*/ 100262 h 142444"/>
                  <a:gd name="connsiteX3" fmla="*/ 131 w 597179"/>
                  <a:gd name="connsiteY3" fmla="*/ 142444 h 142444"/>
                  <a:gd name="connsiteX4" fmla="*/ 124 w 597179"/>
                  <a:gd name="connsiteY4" fmla="*/ 25207 h 142444"/>
                  <a:gd name="connsiteX0" fmla="*/ 124 w 595889"/>
                  <a:gd name="connsiteY0" fmla="*/ 25842 h 143079"/>
                  <a:gd name="connsiteX1" fmla="*/ 594477 w 595889"/>
                  <a:gd name="connsiteY1" fmla="*/ 0 h 143079"/>
                  <a:gd name="connsiteX2" fmla="*/ 595830 w 595889"/>
                  <a:gd name="connsiteY2" fmla="*/ 100897 h 143079"/>
                  <a:gd name="connsiteX3" fmla="*/ 131 w 595889"/>
                  <a:gd name="connsiteY3" fmla="*/ 143079 h 143079"/>
                  <a:gd name="connsiteX4" fmla="*/ 124 w 595889"/>
                  <a:gd name="connsiteY4" fmla="*/ 25842 h 143079"/>
                  <a:gd name="connsiteX0" fmla="*/ 124 w 595889"/>
                  <a:gd name="connsiteY0" fmla="*/ 24713 h 141950"/>
                  <a:gd name="connsiteX1" fmla="*/ 594477 w 595889"/>
                  <a:gd name="connsiteY1" fmla="*/ 2221 h 141950"/>
                  <a:gd name="connsiteX2" fmla="*/ 595830 w 595889"/>
                  <a:gd name="connsiteY2" fmla="*/ 99768 h 141950"/>
                  <a:gd name="connsiteX3" fmla="*/ 131 w 595889"/>
                  <a:gd name="connsiteY3" fmla="*/ 141950 h 141950"/>
                  <a:gd name="connsiteX4" fmla="*/ 124 w 595889"/>
                  <a:gd name="connsiteY4" fmla="*/ 24713 h 141950"/>
                  <a:gd name="connsiteX0" fmla="*/ 124 w 595959"/>
                  <a:gd name="connsiteY0" fmla="*/ 24713 h 141950"/>
                  <a:gd name="connsiteX1" fmla="*/ 595828 w 595959"/>
                  <a:gd name="connsiteY1" fmla="*/ 2221 h 141950"/>
                  <a:gd name="connsiteX2" fmla="*/ 595830 w 595959"/>
                  <a:gd name="connsiteY2" fmla="*/ 99768 h 141950"/>
                  <a:gd name="connsiteX3" fmla="*/ 131 w 595959"/>
                  <a:gd name="connsiteY3" fmla="*/ 141950 h 141950"/>
                  <a:gd name="connsiteX4" fmla="*/ 124 w 595959"/>
                  <a:gd name="connsiteY4" fmla="*/ 24713 h 141950"/>
                  <a:gd name="connsiteX0" fmla="*/ 124 w 595959"/>
                  <a:gd name="connsiteY0" fmla="*/ 24925 h 142162"/>
                  <a:gd name="connsiteX1" fmla="*/ 595828 w 595959"/>
                  <a:gd name="connsiteY1" fmla="*/ 2433 h 142162"/>
                  <a:gd name="connsiteX2" fmla="*/ 595830 w 595959"/>
                  <a:gd name="connsiteY2" fmla="*/ 99980 h 142162"/>
                  <a:gd name="connsiteX3" fmla="*/ 131 w 595959"/>
                  <a:gd name="connsiteY3" fmla="*/ 142162 h 142162"/>
                  <a:gd name="connsiteX4" fmla="*/ 124 w 595959"/>
                  <a:gd name="connsiteY4" fmla="*/ 24925 h 142162"/>
                  <a:gd name="connsiteX0" fmla="*/ 124 w 595959"/>
                  <a:gd name="connsiteY0" fmla="*/ 22492 h 139729"/>
                  <a:gd name="connsiteX1" fmla="*/ 595828 w 595959"/>
                  <a:gd name="connsiteY1" fmla="*/ 0 h 139729"/>
                  <a:gd name="connsiteX2" fmla="*/ 595830 w 595959"/>
                  <a:gd name="connsiteY2" fmla="*/ 97547 h 139729"/>
                  <a:gd name="connsiteX3" fmla="*/ 131 w 595959"/>
                  <a:gd name="connsiteY3" fmla="*/ 139729 h 139729"/>
                  <a:gd name="connsiteX4" fmla="*/ 124 w 595959"/>
                  <a:gd name="connsiteY4" fmla="*/ 22492 h 139729"/>
                  <a:gd name="connsiteX0" fmla="*/ 124 w 595959"/>
                  <a:gd name="connsiteY0" fmla="*/ 25585 h 142822"/>
                  <a:gd name="connsiteX1" fmla="*/ 595828 w 595959"/>
                  <a:gd name="connsiteY1" fmla="*/ 3093 h 142822"/>
                  <a:gd name="connsiteX2" fmla="*/ 595830 w 595959"/>
                  <a:gd name="connsiteY2" fmla="*/ 100640 h 142822"/>
                  <a:gd name="connsiteX3" fmla="*/ 131 w 595959"/>
                  <a:gd name="connsiteY3" fmla="*/ 142822 h 142822"/>
                  <a:gd name="connsiteX4" fmla="*/ 124 w 595959"/>
                  <a:gd name="connsiteY4" fmla="*/ 25585 h 142822"/>
                  <a:gd name="connsiteX0" fmla="*/ 124 w 595959"/>
                  <a:gd name="connsiteY0" fmla="*/ 25585 h 142822"/>
                  <a:gd name="connsiteX1" fmla="*/ 595828 w 595959"/>
                  <a:gd name="connsiteY1" fmla="*/ 3093 h 142822"/>
                  <a:gd name="connsiteX2" fmla="*/ 595830 w 595959"/>
                  <a:gd name="connsiteY2" fmla="*/ 100640 h 142822"/>
                  <a:gd name="connsiteX3" fmla="*/ 131 w 595959"/>
                  <a:gd name="connsiteY3" fmla="*/ 142822 h 142822"/>
                  <a:gd name="connsiteX4" fmla="*/ 124 w 595959"/>
                  <a:gd name="connsiteY4" fmla="*/ 25585 h 142822"/>
                  <a:gd name="connsiteX0" fmla="*/ 124 w 595959"/>
                  <a:gd name="connsiteY0" fmla="*/ 26512 h 143749"/>
                  <a:gd name="connsiteX1" fmla="*/ 595828 w 595959"/>
                  <a:gd name="connsiteY1" fmla="*/ 4020 h 143749"/>
                  <a:gd name="connsiteX2" fmla="*/ 595830 w 595959"/>
                  <a:gd name="connsiteY2" fmla="*/ 101567 h 143749"/>
                  <a:gd name="connsiteX3" fmla="*/ 131 w 595959"/>
                  <a:gd name="connsiteY3" fmla="*/ 143749 h 143749"/>
                  <a:gd name="connsiteX4" fmla="*/ 124 w 595959"/>
                  <a:gd name="connsiteY4" fmla="*/ 26512 h 143749"/>
                  <a:gd name="connsiteX0" fmla="*/ 124 w 595959"/>
                  <a:gd name="connsiteY0" fmla="*/ 26512 h 143749"/>
                  <a:gd name="connsiteX1" fmla="*/ 595828 w 595959"/>
                  <a:gd name="connsiteY1" fmla="*/ 4020 h 143749"/>
                  <a:gd name="connsiteX2" fmla="*/ 595830 w 595959"/>
                  <a:gd name="connsiteY2" fmla="*/ 101567 h 143749"/>
                  <a:gd name="connsiteX3" fmla="*/ 131 w 595959"/>
                  <a:gd name="connsiteY3" fmla="*/ 143749 h 143749"/>
                  <a:gd name="connsiteX4" fmla="*/ 124 w 595959"/>
                  <a:gd name="connsiteY4" fmla="*/ 26512 h 143749"/>
                  <a:gd name="connsiteX0" fmla="*/ 124 w 595959"/>
                  <a:gd name="connsiteY0" fmla="*/ 28496 h 145733"/>
                  <a:gd name="connsiteX1" fmla="*/ 595828 w 595959"/>
                  <a:gd name="connsiteY1" fmla="*/ 6004 h 145733"/>
                  <a:gd name="connsiteX2" fmla="*/ 595830 w 595959"/>
                  <a:gd name="connsiteY2" fmla="*/ 103551 h 145733"/>
                  <a:gd name="connsiteX3" fmla="*/ 131 w 595959"/>
                  <a:gd name="connsiteY3" fmla="*/ 145733 h 145733"/>
                  <a:gd name="connsiteX4" fmla="*/ 124 w 595959"/>
                  <a:gd name="connsiteY4" fmla="*/ 28496 h 14573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856"/>
                  <a:gd name="connsiteY0" fmla="*/ 41841 h 159078"/>
                  <a:gd name="connsiteX1" fmla="*/ 591261 w 595856"/>
                  <a:gd name="connsiteY1" fmla="*/ 0 h 159078"/>
                  <a:gd name="connsiteX2" fmla="*/ 595830 w 595856"/>
                  <a:gd name="connsiteY2" fmla="*/ 116896 h 159078"/>
                  <a:gd name="connsiteX3" fmla="*/ 131 w 595856"/>
                  <a:gd name="connsiteY3" fmla="*/ 159078 h 159078"/>
                  <a:gd name="connsiteX4" fmla="*/ 124 w 595856"/>
                  <a:gd name="connsiteY4" fmla="*/ 41841 h 159078"/>
                  <a:gd name="connsiteX0" fmla="*/ 124 w 595959"/>
                  <a:gd name="connsiteY0" fmla="*/ 41841 h 159078"/>
                  <a:gd name="connsiteX1" fmla="*/ 595828 w 595959"/>
                  <a:gd name="connsiteY1" fmla="*/ 0 h 159078"/>
                  <a:gd name="connsiteX2" fmla="*/ 595830 w 595959"/>
                  <a:gd name="connsiteY2" fmla="*/ 116896 h 159078"/>
                  <a:gd name="connsiteX3" fmla="*/ 131 w 595959"/>
                  <a:gd name="connsiteY3" fmla="*/ 159078 h 159078"/>
                  <a:gd name="connsiteX4" fmla="*/ 124 w 595959"/>
                  <a:gd name="connsiteY4" fmla="*/ 41841 h 159078"/>
                  <a:gd name="connsiteX0" fmla="*/ 124 w 597349"/>
                  <a:gd name="connsiteY0" fmla="*/ 42378 h 159615"/>
                  <a:gd name="connsiteX1" fmla="*/ 597349 w 597349"/>
                  <a:gd name="connsiteY1" fmla="*/ 0 h 159615"/>
                  <a:gd name="connsiteX2" fmla="*/ 595830 w 597349"/>
                  <a:gd name="connsiteY2" fmla="*/ 117433 h 159615"/>
                  <a:gd name="connsiteX3" fmla="*/ 131 w 597349"/>
                  <a:gd name="connsiteY3" fmla="*/ 159615 h 159615"/>
                  <a:gd name="connsiteX4" fmla="*/ 124 w 597349"/>
                  <a:gd name="connsiteY4" fmla="*/ 42378 h 159615"/>
                  <a:gd name="connsiteX0" fmla="*/ 124 w 600443"/>
                  <a:gd name="connsiteY0" fmla="*/ 42378 h 159615"/>
                  <a:gd name="connsiteX1" fmla="*/ 597349 w 600443"/>
                  <a:gd name="connsiteY1" fmla="*/ 0 h 159615"/>
                  <a:gd name="connsiteX2" fmla="*/ 600408 w 600443"/>
                  <a:gd name="connsiteY2" fmla="*/ 117433 h 159615"/>
                  <a:gd name="connsiteX3" fmla="*/ 131 w 600443"/>
                  <a:gd name="connsiteY3" fmla="*/ 159615 h 159615"/>
                  <a:gd name="connsiteX4" fmla="*/ 124 w 600443"/>
                  <a:gd name="connsiteY4" fmla="*/ 42378 h 159615"/>
                  <a:gd name="connsiteX0" fmla="*/ 124 w 600537"/>
                  <a:gd name="connsiteY0" fmla="*/ 42378 h 159615"/>
                  <a:gd name="connsiteX1" fmla="*/ 600401 w 600537"/>
                  <a:gd name="connsiteY1" fmla="*/ 0 h 159615"/>
                  <a:gd name="connsiteX2" fmla="*/ 600408 w 600537"/>
                  <a:gd name="connsiteY2" fmla="*/ 117433 h 159615"/>
                  <a:gd name="connsiteX3" fmla="*/ 131 w 600537"/>
                  <a:gd name="connsiteY3" fmla="*/ 159615 h 159615"/>
                  <a:gd name="connsiteX4" fmla="*/ 124 w 600537"/>
                  <a:gd name="connsiteY4" fmla="*/ 42378 h 1596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00537" h="159615">
                    <a:moveTo>
                      <a:pt x="124" y="42378"/>
                    </a:moveTo>
                    <a:cubicBezTo>
                      <a:pt x="296414" y="-50243"/>
                      <a:pt x="418111" y="75773"/>
                      <a:pt x="600401" y="0"/>
                    </a:cubicBezTo>
                    <a:cubicBezTo>
                      <a:pt x="599951" y="33260"/>
                      <a:pt x="600858" y="84173"/>
                      <a:pt x="600408" y="117433"/>
                    </a:cubicBezTo>
                    <a:cubicBezTo>
                      <a:pt x="395490" y="192726"/>
                      <a:pt x="285331" y="62551"/>
                      <a:pt x="131" y="159615"/>
                    </a:cubicBezTo>
                    <a:cubicBezTo>
                      <a:pt x="-323" y="114566"/>
                      <a:pt x="578" y="87427"/>
                      <a:pt x="124" y="42378"/>
                    </a:cubicBezTo>
                    <a:close/>
                  </a:path>
                </a:pathLst>
              </a:custGeom>
              <a:solidFill>
                <a:schemeClr val="accent5">
                  <a:lumMod val="40000"/>
                  <a:lumOff val="60000"/>
                </a:schemeClr>
              </a:solidFill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grpSp>
            <p:nvGrpSpPr>
              <p:cNvPr id="741" name="组合 740">
                <a:extLst>
                  <a:ext uri="{FF2B5EF4-FFF2-40B4-BE49-F238E27FC236}">
                    <a16:creationId xmlns:a16="http://schemas.microsoft.com/office/drawing/2014/main" id="{DF8CC6E8-9575-CA4D-6E94-6535355DD547}"/>
                  </a:ext>
                </a:extLst>
              </p:cNvPr>
              <p:cNvGrpSpPr/>
              <p:nvPr/>
            </p:nvGrpSpPr>
            <p:grpSpPr>
              <a:xfrm>
                <a:off x="5040167" y="6521415"/>
                <a:ext cx="621640" cy="663817"/>
                <a:chOff x="3656357" y="6507685"/>
                <a:chExt cx="621640" cy="663817"/>
              </a:xfrm>
            </p:grpSpPr>
            <p:sp>
              <p:nvSpPr>
                <p:cNvPr id="742" name="矩形 741">
                  <a:extLst>
                    <a:ext uri="{FF2B5EF4-FFF2-40B4-BE49-F238E27FC236}">
                      <a16:creationId xmlns:a16="http://schemas.microsoft.com/office/drawing/2014/main" id="{1435B8A9-1813-53AC-006C-602A1A3C7ED0}"/>
                    </a:ext>
                  </a:extLst>
                </p:cNvPr>
                <p:cNvSpPr/>
                <p:nvPr/>
              </p:nvSpPr>
              <p:spPr>
                <a:xfrm>
                  <a:off x="3656465" y="6640950"/>
                  <a:ext cx="155302" cy="132623"/>
                </a:xfrm>
                <a:prstGeom prst="rect">
                  <a:avLst/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43" name="矩形 742">
                  <a:extLst>
                    <a:ext uri="{FF2B5EF4-FFF2-40B4-BE49-F238E27FC236}">
                      <a16:creationId xmlns:a16="http://schemas.microsoft.com/office/drawing/2014/main" id="{D4B3FDBF-1CF9-9507-3FB7-96CF77618EED}"/>
                    </a:ext>
                  </a:extLst>
                </p:cNvPr>
                <p:cNvSpPr/>
                <p:nvPr/>
              </p:nvSpPr>
              <p:spPr>
                <a:xfrm>
                  <a:off x="3811875" y="6640950"/>
                  <a:ext cx="155302" cy="132623"/>
                </a:xfrm>
                <a:prstGeom prst="rect">
                  <a:avLst/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44" name="矩形 743">
                  <a:extLst>
                    <a:ext uri="{FF2B5EF4-FFF2-40B4-BE49-F238E27FC236}">
                      <a16:creationId xmlns:a16="http://schemas.microsoft.com/office/drawing/2014/main" id="{0D75CB3B-8582-F695-B440-67D35FE5C8A0}"/>
                    </a:ext>
                  </a:extLst>
                </p:cNvPr>
                <p:cNvSpPr/>
                <p:nvPr/>
              </p:nvSpPr>
              <p:spPr>
                <a:xfrm>
                  <a:off x="3967285" y="6640950"/>
                  <a:ext cx="155302" cy="132623"/>
                </a:xfrm>
                <a:prstGeom prst="rect">
                  <a:avLst/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45" name="矩形 744">
                  <a:extLst>
                    <a:ext uri="{FF2B5EF4-FFF2-40B4-BE49-F238E27FC236}">
                      <a16:creationId xmlns:a16="http://schemas.microsoft.com/office/drawing/2014/main" id="{C028862E-65D0-95F0-C226-92709D777212}"/>
                    </a:ext>
                  </a:extLst>
                </p:cNvPr>
                <p:cNvSpPr/>
                <p:nvPr/>
              </p:nvSpPr>
              <p:spPr>
                <a:xfrm>
                  <a:off x="4122695" y="6640950"/>
                  <a:ext cx="155302" cy="132623"/>
                </a:xfrm>
                <a:prstGeom prst="rect">
                  <a:avLst/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46" name="矩形 745">
                  <a:extLst>
                    <a:ext uri="{FF2B5EF4-FFF2-40B4-BE49-F238E27FC236}">
                      <a16:creationId xmlns:a16="http://schemas.microsoft.com/office/drawing/2014/main" id="{2F8842D0-0522-6D4C-D967-65EC42F04B40}"/>
                    </a:ext>
                  </a:extLst>
                </p:cNvPr>
                <p:cNvSpPr/>
                <p:nvPr/>
              </p:nvSpPr>
              <p:spPr>
                <a:xfrm>
                  <a:off x="3656465" y="6773574"/>
                  <a:ext cx="155302" cy="132623"/>
                </a:xfrm>
                <a:prstGeom prst="rect">
                  <a:avLst/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47" name="矩形 746">
                  <a:extLst>
                    <a:ext uri="{FF2B5EF4-FFF2-40B4-BE49-F238E27FC236}">
                      <a16:creationId xmlns:a16="http://schemas.microsoft.com/office/drawing/2014/main" id="{8351540B-E2E8-390D-B47E-D2BB391E823F}"/>
                    </a:ext>
                  </a:extLst>
                </p:cNvPr>
                <p:cNvSpPr/>
                <p:nvPr/>
              </p:nvSpPr>
              <p:spPr>
                <a:xfrm>
                  <a:off x="3811875" y="6773574"/>
                  <a:ext cx="155302" cy="132623"/>
                </a:xfrm>
                <a:prstGeom prst="rect">
                  <a:avLst/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48" name="矩形 747">
                  <a:extLst>
                    <a:ext uri="{FF2B5EF4-FFF2-40B4-BE49-F238E27FC236}">
                      <a16:creationId xmlns:a16="http://schemas.microsoft.com/office/drawing/2014/main" id="{29F96FFD-D73D-192A-ECBD-8AE667CF3DB7}"/>
                    </a:ext>
                  </a:extLst>
                </p:cNvPr>
                <p:cNvSpPr/>
                <p:nvPr/>
              </p:nvSpPr>
              <p:spPr>
                <a:xfrm>
                  <a:off x="3967285" y="6773574"/>
                  <a:ext cx="155302" cy="132623"/>
                </a:xfrm>
                <a:prstGeom prst="rect">
                  <a:avLst/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49" name="矩形 748">
                  <a:extLst>
                    <a:ext uri="{FF2B5EF4-FFF2-40B4-BE49-F238E27FC236}">
                      <a16:creationId xmlns:a16="http://schemas.microsoft.com/office/drawing/2014/main" id="{479E535E-437C-6E8B-4E7F-DB8BC63616BB}"/>
                    </a:ext>
                  </a:extLst>
                </p:cNvPr>
                <p:cNvSpPr/>
                <p:nvPr/>
              </p:nvSpPr>
              <p:spPr>
                <a:xfrm>
                  <a:off x="4122695" y="6773574"/>
                  <a:ext cx="155302" cy="132623"/>
                </a:xfrm>
                <a:prstGeom prst="rect">
                  <a:avLst/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50" name="矩形 749">
                  <a:extLst>
                    <a:ext uri="{FF2B5EF4-FFF2-40B4-BE49-F238E27FC236}">
                      <a16:creationId xmlns:a16="http://schemas.microsoft.com/office/drawing/2014/main" id="{FEE59B1F-D8B1-399D-9354-413406D921CC}"/>
                    </a:ext>
                  </a:extLst>
                </p:cNvPr>
                <p:cNvSpPr/>
                <p:nvPr/>
              </p:nvSpPr>
              <p:spPr>
                <a:xfrm>
                  <a:off x="3656357" y="6906255"/>
                  <a:ext cx="155302" cy="132623"/>
                </a:xfrm>
                <a:prstGeom prst="rect">
                  <a:avLst/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51" name="矩形 750">
                  <a:extLst>
                    <a:ext uri="{FF2B5EF4-FFF2-40B4-BE49-F238E27FC236}">
                      <a16:creationId xmlns:a16="http://schemas.microsoft.com/office/drawing/2014/main" id="{FDD07DBE-6E77-D37F-2031-E3ACE922D7D7}"/>
                    </a:ext>
                  </a:extLst>
                </p:cNvPr>
                <p:cNvSpPr/>
                <p:nvPr/>
              </p:nvSpPr>
              <p:spPr>
                <a:xfrm>
                  <a:off x="3811767" y="6906255"/>
                  <a:ext cx="155302" cy="132623"/>
                </a:xfrm>
                <a:prstGeom prst="rect">
                  <a:avLst/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52" name="矩形 751">
                  <a:extLst>
                    <a:ext uri="{FF2B5EF4-FFF2-40B4-BE49-F238E27FC236}">
                      <a16:creationId xmlns:a16="http://schemas.microsoft.com/office/drawing/2014/main" id="{D63E8D40-7087-9DB9-06AC-97C81113E4F6}"/>
                    </a:ext>
                  </a:extLst>
                </p:cNvPr>
                <p:cNvSpPr/>
                <p:nvPr/>
              </p:nvSpPr>
              <p:spPr>
                <a:xfrm>
                  <a:off x="3967177" y="6906255"/>
                  <a:ext cx="155302" cy="132623"/>
                </a:xfrm>
                <a:prstGeom prst="rect">
                  <a:avLst/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53" name="矩形 752">
                  <a:extLst>
                    <a:ext uri="{FF2B5EF4-FFF2-40B4-BE49-F238E27FC236}">
                      <a16:creationId xmlns:a16="http://schemas.microsoft.com/office/drawing/2014/main" id="{8AE01846-1F51-C590-B65F-792D2BD9490B}"/>
                    </a:ext>
                  </a:extLst>
                </p:cNvPr>
                <p:cNvSpPr/>
                <p:nvPr/>
              </p:nvSpPr>
              <p:spPr>
                <a:xfrm>
                  <a:off x="4122587" y="6906255"/>
                  <a:ext cx="155302" cy="132623"/>
                </a:xfrm>
                <a:prstGeom prst="rect">
                  <a:avLst/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54" name="矩形 753">
                  <a:extLst>
                    <a:ext uri="{FF2B5EF4-FFF2-40B4-BE49-F238E27FC236}">
                      <a16:creationId xmlns:a16="http://schemas.microsoft.com/office/drawing/2014/main" id="{F178F084-3B05-176D-D259-E6DF0AC6110E}"/>
                    </a:ext>
                  </a:extLst>
                </p:cNvPr>
                <p:cNvSpPr/>
                <p:nvPr/>
              </p:nvSpPr>
              <p:spPr>
                <a:xfrm>
                  <a:off x="3656357" y="7038879"/>
                  <a:ext cx="155302" cy="132623"/>
                </a:xfrm>
                <a:prstGeom prst="rect">
                  <a:avLst/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803" name="矩形 802">
                  <a:extLst>
                    <a:ext uri="{FF2B5EF4-FFF2-40B4-BE49-F238E27FC236}">
                      <a16:creationId xmlns:a16="http://schemas.microsoft.com/office/drawing/2014/main" id="{15C518EC-5FD5-B0A5-3BAA-DE5D9301EAC2}"/>
                    </a:ext>
                  </a:extLst>
                </p:cNvPr>
                <p:cNvSpPr/>
                <p:nvPr/>
              </p:nvSpPr>
              <p:spPr>
                <a:xfrm>
                  <a:off x="3811767" y="7038879"/>
                  <a:ext cx="155302" cy="132623"/>
                </a:xfrm>
                <a:prstGeom prst="rect">
                  <a:avLst/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804" name="矩形 803">
                  <a:extLst>
                    <a:ext uri="{FF2B5EF4-FFF2-40B4-BE49-F238E27FC236}">
                      <a16:creationId xmlns:a16="http://schemas.microsoft.com/office/drawing/2014/main" id="{3932B514-09B6-6DCF-CF5D-2989E07AE42B}"/>
                    </a:ext>
                  </a:extLst>
                </p:cNvPr>
                <p:cNvSpPr/>
                <p:nvPr/>
              </p:nvSpPr>
              <p:spPr>
                <a:xfrm>
                  <a:off x="3967177" y="7038879"/>
                  <a:ext cx="155302" cy="132623"/>
                </a:xfrm>
                <a:prstGeom prst="rect">
                  <a:avLst/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805" name="矩形 804">
                  <a:extLst>
                    <a:ext uri="{FF2B5EF4-FFF2-40B4-BE49-F238E27FC236}">
                      <a16:creationId xmlns:a16="http://schemas.microsoft.com/office/drawing/2014/main" id="{6F24A74E-287A-35DF-46BF-7F937CC89A28}"/>
                    </a:ext>
                  </a:extLst>
                </p:cNvPr>
                <p:cNvSpPr/>
                <p:nvPr/>
              </p:nvSpPr>
              <p:spPr>
                <a:xfrm>
                  <a:off x="4122587" y="7038879"/>
                  <a:ext cx="155302" cy="132623"/>
                </a:xfrm>
                <a:prstGeom prst="rect">
                  <a:avLst/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806" name="矩形 805">
                  <a:extLst>
                    <a:ext uri="{FF2B5EF4-FFF2-40B4-BE49-F238E27FC236}">
                      <a16:creationId xmlns:a16="http://schemas.microsoft.com/office/drawing/2014/main" id="{1FFF0D0C-154B-5D1B-E5C5-28BBCE2FA4C0}"/>
                    </a:ext>
                  </a:extLst>
                </p:cNvPr>
                <p:cNvSpPr/>
                <p:nvPr/>
              </p:nvSpPr>
              <p:spPr>
                <a:xfrm>
                  <a:off x="3656357" y="6507685"/>
                  <a:ext cx="155302" cy="132623"/>
                </a:xfrm>
                <a:prstGeom prst="rect">
                  <a:avLst/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807" name="矩形 806">
                  <a:extLst>
                    <a:ext uri="{FF2B5EF4-FFF2-40B4-BE49-F238E27FC236}">
                      <a16:creationId xmlns:a16="http://schemas.microsoft.com/office/drawing/2014/main" id="{F1FA3708-5282-746F-6052-7D8DF5C07406}"/>
                    </a:ext>
                  </a:extLst>
                </p:cNvPr>
                <p:cNvSpPr/>
                <p:nvPr/>
              </p:nvSpPr>
              <p:spPr>
                <a:xfrm>
                  <a:off x="3811767" y="6507685"/>
                  <a:ext cx="155302" cy="132623"/>
                </a:xfrm>
                <a:prstGeom prst="rect">
                  <a:avLst/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808" name="矩形 807">
                  <a:extLst>
                    <a:ext uri="{FF2B5EF4-FFF2-40B4-BE49-F238E27FC236}">
                      <a16:creationId xmlns:a16="http://schemas.microsoft.com/office/drawing/2014/main" id="{EDF3530E-7950-DCD3-FDCB-235EB46C0B41}"/>
                    </a:ext>
                  </a:extLst>
                </p:cNvPr>
                <p:cNvSpPr/>
                <p:nvPr/>
              </p:nvSpPr>
              <p:spPr>
                <a:xfrm>
                  <a:off x="3967177" y="6507685"/>
                  <a:ext cx="155302" cy="132623"/>
                </a:xfrm>
                <a:prstGeom prst="rect">
                  <a:avLst/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809" name="矩形 808">
                  <a:extLst>
                    <a:ext uri="{FF2B5EF4-FFF2-40B4-BE49-F238E27FC236}">
                      <a16:creationId xmlns:a16="http://schemas.microsoft.com/office/drawing/2014/main" id="{336BE9C1-8DC0-5467-5617-5C8C0C86E646}"/>
                    </a:ext>
                  </a:extLst>
                </p:cNvPr>
                <p:cNvSpPr/>
                <p:nvPr/>
              </p:nvSpPr>
              <p:spPr>
                <a:xfrm>
                  <a:off x="4122587" y="6507685"/>
                  <a:ext cx="155302" cy="132623"/>
                </a:xfrm>
                <a:prstGeom prst="rect">
                  <a:avLst/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</p:grpSp>
      </p:grpSp>
      <p:grpSp>
        <p:nvGrpSpPr>
          <p:cNvPr id="810" name="组合 809">
            <a:extLst>
              <a:ext uri="{FF2B5EF4-FFF2-40B4-BE49-F238E27FC236}">
                <a16:creationId xmlns:a16="http://schemas.microsoft.com/office/drawing/2014/main" id="{9CD46A6D-0CF4-F551-076D-F646CFD59B46}"/>
              </a:ext>
            </a:extLst>
          </p:cNvPr>
          <p:cNvGrpSpPr/>
          <p:nvPr/>
        </p:nvGrpSpPr>
        <p:grpSpPr>
          <a:xfrm>
            <a:off x="9278344" y="5698278"/>
            <a:ext cx="621640" cy="1039771"/>
            <a:chOff x="6489710" y="6141287"/>
            <a:chExt cx="621640" cy="1039771"/>
          </a:xfrm>
        </p:grpSpPr>
        <p:sp>
          <p:nvSpPr>
            <p:cNvPr id="811" name="矩形 1174">
              <a:extLst>
                <a:ext uri="{FF2B5EF4-FFF2-40B4-BE49-F238E27FC236}">
                  <a16:creationId xmlns:a16="http://schemas.microsoft.com/office/drawing/2014/main" id="{B41C59C4-0E7F-5E39-F66E-CAE68F0D2378}"/>
                </a:ext>
              </a:extLst>
            </p:cNvPr>
            <p:cNvSpPr/>
            <p:nvPr/>
          </p:nvSpPr>
          <p:spPr>
            <a:xfrm rot="10800000">
              <a:off x="6490934" y="6307595"/>
              <a:ext cx="618706" cy="201627"/>
            </a:xfrm>
            <a:custGeom>
              <a:avLst/>
              <a:gdLst>
                <a:gd name="connsiteX0" fmla="*/ 0 w 595706"/>
                <a:gd name="connsiteY0" fmla="*/ 0 h 92965"/>
                <a:gd name="connsiteX1" fmla="*/ 595706 w 595706"/>
                <a:gd name="connsiteY1" fmla="*/ 0 h 92965"/>
                <a:gd name="connsiteX2" fmla="*/ 595706 w 595706"/>
                <a:gd name="connsiteY2" fmla="*/ 92965 h 92965"/>
                <a:gd name="connsiteX3" fmla="*/ 0 w 595706"/>
                <a:gd name="connsiteY3" fmla="*/ 92965 h 92965"/>
                <a:gd name="connsiteX4" fmla="*/ 0 w 595706"/>
                <a:gd name="connsiteY4" fmla="*/ 0 h 92965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1422 w 594406"/>
                <a:gd name="connsiteY0" fmla="*/ 21376 h 135147"/>
                <a:gd name="connsiteX1" fmla="*/ 594406 w 594406"/>
                <a:gd name="connsiteY1" fmla="*/ 0 h 135147"/>
                <a:gd name="connsiteX2" fmla="*/ 594406 w 594406"/>
                <a:gd name="connsiteY2" fmla="*/ 92965 h 135147"/>
                <a:gd name="connsiteX3" fmla="*/ 61 w 594406"/>
                <a:gd name="connsiteY3" fmla="*/ 135147 h 135147"/>
                <a:gd name="connsiteX4" fmla="*/ 1422 w 594406"/>
                <a:gd name="connsiteY4" fmla="*/ 21376 h 135147"/>
                <a:gd name="connsiteX0" fmla="*/ 1422 w 594406"/>
                <a:gd name="connsiteY0" fmla="*/ 15599 h 135147"/>
                <a:gd name="connsiteX1" fmla="*/ 594406 w 594406"/>
                <a:gd name="connsiteY1" fmla="*/ 0 h 135147"/>
                <a:gd name="connsiteX2" fmla="*/ 594406 w 594406"/>
                <a:gd name="connsiteY2" fmla="*/ 92965 h 135147"/>
                <a:gd name="connsiteX3" fmla="*/ 61 w 594406"/>
                <a:gd name="connsiteY3" fmla="*/ 135147 h 135147"/>
                <a:gd name="connsiteX4" fmla="*/ 1422 w 594406"/>
                <a:gd name="connsiteY4" fmla="*/ 15599 h 135147"/>
                <a:gd name="connsiteX0" fmla="*/ 131 w 594476"/>
                <a:gd name="connsiteY0" fmla="*/ 4622 h 135147"/>
                <a:gd name="connsiteX1" fmla="*/ 594476 w 594476"/>
                <a:gd name="connsiteY1" fmla="*/ 0 h 135147"/>
                <a:gd name="connsiteX2" fmla="*/ 594476 w 594476"/>
                <a:gd name="connsiteY2" fmla="*/ 92965 h 135147"/>
                <a:gd name="connsiteX3" fmla="*/ 131 w 594476"/>
                <a:gd name="connsiteY3" fmla="*/ 135147 h 135147"/>
                <a:gd name="connsiteX4" fmla="*/ 131 w 594476"/>
                <a:gd name="connsiteY4" fmla="*/ 4622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22423 h 139660"/>
                <a:gd name="connsiteX1" fmla="*/ 595706 w 595706"/>
                <a:gd name="connsiteY1" fmla="*/ 4513 h 139660"/>
                <a:gd name="connsiteX2" fmla="*/ 595706 w 595706"/>
                <a:gd name="connsiteY2" fmla="*/ 97478 h 139660"/>
                <a:gd name="connsiteX3" fmla="*/ 1361 w 595706"/>
                <a:gd name="connsiteY3" fmla="*/ 139660 h 139660"/>
                <a:gd name="connsiteX4" fmla="*/ 0 w 595706"/>
                <a:gd name="connsiteY4" fmla="*/ 22423 h 139660"/>
                <a:gd name="connsiteX0" fmla="*/ 0 w 595706"/>
                <a:gd name="connsiteY0" fmla="*/ 26413 h 143650"/>
                <a:gd name="connsiteX1" fmla="*/ 595706 w 595706"/>
                <a:gd name="connsiteY1" fmla="*/ 8503 h 143650"/>
                <a:gd name="connsiteX2" fmla="*/ 595706 w 595706"/>
                <a:gd name="connsiteY2" fmla="*/ 101468 h 143650"/>
                <a:gd name="connsiteX3" fmla="*/ 1361 w 595706"/>
                <a:gd name="connsiteY3" fmla="*/ 143650 h 143650"/>
                <a:gd name="connsiteX4" fmla="*/ 0 w 595706"/>
                <a:gd name="connsiteY4" fmla="*/ 26413 h 143650"/>
                <a:gd name="connsiteX0" fmla="*/ 0 w 595706"/>
                <a:gd name="connsiteY0" fmla="*/ 21286 h 138523"/>
                <a:gd name="connsiteX1" fmla="*/ 595706 w 595706"/>
                <a:gd name="connsiteY1" fmla="*/ 3376 h 138523"/>
                <a:gd name="connsiteX2" fmla="*/ 595706 w 595706"/>
                <a:gd name="connsiteY2" fmla="*/ 96341 h 138523"/>
                <a:gd name="connsiteX3" fmla="*/ 1361 w 595706"/>
                <a:gd name="connsiteY3" fmla="*/ 138523 h 138523"/>
                <a:gd name="connsiteX4" fmla="*/ 0 w 595706"/>
                <a:gd name="connsiteY4" fmla="*/ 21286 h 138523"/>
                <a:gd name="connsiteX0" fmla="*/ 0 w 595706"/>
                <a:gd name="connsiteY0" fmla="*/ 22534 h 139771"/>
                <a:gd name="connsiteX1" fmla="*/ 595706 w 595706"/>
                <a:gd name="connsiteY1" fmla="*/ 4624 h 139771"/>
                <a:gd name="connsiteX2" fmla="*/ 595706 w 595706"/>
                <a:gd name="connsiteY2" fmla="*/ 97589 h 139771"/>
                <a:gd name="connsiteX3" fmla="*/ 1361 w 595706"/>
                <a:gd name="connsiteY3" fmla="*/ 139771 h 139771"/>
                <a:gd name="connsiteX4" fmla="*/ 0 w 595706"/>
                <a:gd name="connsiteY4" fmla="*/ 22534 h 139771"/>
                <a:gd name="connsiteX0" fmla="*/ 0 w 595706"/>
                <a:gd name="connsiteY0" fmla="*/ 23494 h 140731"/>
                <a:gd name="connsiteX1" fmla="*/ 595706 w 595706"/>
                <a:gd name="connsiteY1" fmla="*/ 2118 h 140731"/>
                <a:gd name="connsiteX2" fmla="*/ 595706 w 595706"/>
                <a:gd name="connsiteY2" fmla="*/ 98549 h 140731"/>
                <a:gd name="connsiteX3" fmla="*/ 1361 w 595706"/>
                <a:gd name="connsiteY3" fmla="*/ 140731 h 140731"/>
                <a:gd name="connsiteX4" fmla="*/ 0 w 595706"/>
                <a:gd name="connsiteY4" fmla="*/ 23494 h 140731"/>
                <a:gd name="connsiteX0" fmla="*/ 0 w 595706"/>
                <a:gd name="connsiteY0" fmla="*/ 23494 h 140731"/>
                <a:gd name="connsiteX1" fmla="*/ 595706 w 595706"/>
                <a:gd name="connsiteY1" fmla="*/ 2118 h 140731"/>
                <a:gd name="connsiteX2" fmla="*/ 595706 w 595706"/>
                <a:gd name="connsiteY2" fmla="*/ 98549 h 140731"/>
                <a:gd name="connsiteX3" fmla="*/ 1361 w 595706"/>
                <a:gd name="connsiteY3" fmla="*/ 140731 h 140731"/>
                <a:gd name="connsiteX4" fmla="*/ 0 w 595706"/>
                <a:gd name="connsiteY4" fmla="*/ 23494 h 140731"/>
                <a:gd name="connsiteX0" fmla="*/ 0 w 595706"/>
                <a:gd name="connsiteY0" fmla="*/ 25030 h 142267"/>
                <a:gd name="connsiteX1" fmla="*/ 595706 w 595706"/>
                <a:gd name="connsiteY1" fmla="*/ 3654 h 142267"/>
                <a:gd name="connsiteX2" fmla="*/ 595706 w 595706"/>
                <a:gd name="connsiteY2" fmla="*/ 100085 h 142267"/>
                <a:gd name="connsiteX3" fmla="*/ 1361 w 595706"/>
                <a:gd name="connsiteY3" fmla="*/ 142267 h 142267"/>
                <a:gd name="connsiteX4" fmla="*/ 0 w 595706"/>
                <a:gd name="connsiteY4" fmla="*/ 25030 h 142267"/>
                <a:gd name="connsiteX0" fmla="*/ 0 w 595706"/>
                <a:gd name="connsiteY0" fmla="*/ 22091 h 139328"/>
                <a:gd name="connsiteX1" fmla="*/ 595706 w 595706"/>
                <a:gd name="connsiteY1" fmla="*/ 715 h 139328"/>
                <a:gd name="connsiteX2" fmla="*/ 595706 w 595706"/>
                <a:gd name="connsiteY2" fmla="*/ 97146 h 139328"/>
                <a:gd name="connsiteX3" fmla="*/ 1361 w 595706"/>
                <a:gd name="connsiteY3" fmla="*/ 139328 h 139328"/>
                <a:gd name="connsiteX4" fmla="*/ 0 w 595706"/>
                <a:gd name="connsiteY4" fmla="*/ 22091 h 139328"/>
                <a:gd name="connsiteX0" fmla="*/ 0 w 595706"/>
                <a:gd name="connsiteY0" fmla="*/ 23573 h 140810"/>
                <a:gd name="connsiteX1" fmla="*/ 595706 w 595706"/>
                <a:gd name="connsiteY1" fmla="*/ 2197 h 140810"/>
                <a:gd name="connsiteX2" fmla="*/ 595706 w 595706"/>
                <a:gd name="connsiteY2" fmla="*/ 98628 h 140810"/>
                <a:gd name="connsiteX3" fmla="*/ 1361 w 595706"/>
                <a:gd name="connsiteY3" fmla="*/ 140810 h 140810"/>
                <a:gd name="connsiteX4" fmla="*/ 0 w 595706"/>
                <a:gd name="connsiteY4" fmla="*/ 23573 h 140810"/>
                <a:gd name="connsiteX0" fmla="*/ 0 w 595706"/>
                <a:gd name="connsiteY0" fmla="*/ 21908 h 139145"/>
                <a:gd name="connsiteX1" fmla="*/ 595706 w 595706"/>
                <a:gd name="connsiteY1" fmla="*/ 532 h 139145"/>
                <a:gd name="connsiteX2" fmla="*/ 595706 w 595706"/>
                <a:gd name="connsiteY2" fmla="*/ 96963 h 139145"/>
                <a:gd name="connsiteX3" fmla="*/ 1361 w 595706"/>
                <a:gd name="connsiteY3" fmla="*/ 139145 h 139145"/>
                <a:gd name="connsiteX4" fmla="*/ 0 w 595706"/>
                <a:gd name="connsiteY4" fmla="*/ 21908 h 139145"/>
                <a:gd name="connsiteX0" fmla="*/ 0 w 595706"/>
                <a:gd name="connsiteY0" fmla="*/ 23863 h 141100"/>
                <a:gd name="connsiteX1" fmla="*/ 595706 w 595706"/>
                <a:gd name="connsiteY1" fmla="*/ 2487 h 141100"/>
                <a:gd name="connsiteX2" fmla="*/ 595706 w 595706"/>
                <a:gd name="connsiteY2" fmla="*/ 98918 h 141100"/>
                <a:gd name="connsiteX3" fmla="*/ 1361 w 595706"/>
                <a:gd name="connsiteY3" fmla="*/ 141100 h 141100"/>
                <a:gd name="connsiteX4" fmla="*/ 0 w 595706"/>
                <a:gd name="connsiteY4" fmla="*/ 23863 h 141100"/>
                <a:gd name="connsiteX0" fmla="*/ 0 w 595706"/>
                <a:gd name="connsiteY0" fmla="*/ 24472 h 141709"/>
                <a:gd name="connsiteX1" fmla="*/ 595706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0 w 595706"/>
                <a:gd name="connsiteY0" fmla="*/ 24267 h 141504"/>
                <a:gd name="connsiteX1" fmla="*/ 595706 w 595706"/>
                <a:gd name="connsiteY1" fmla="*/ 2891 h 141504"/>
                <a:gd name="connsiteX2" fmla="*/ 595706 w 595706"/>
                <a:gd name="connsiteY2" fmla="*/ 99322 h 141504"/>
                <a:gd name="connsiteX3" fmla="*/ 1361 w 595706"/>
                <a:gd name="connsiteY3" fmla="*/ 141504 h 141504"/>
                <a:gd name="connsiteX4" fmla="*/ 0 w 595706"/>
                <a:gd name="connsiteY4" fmla="*/ 24267 h 141504"/>
                <a:gd name="connsiteX0" fmla="*/ 0 w 595706"/>
                <a:gd name="connsiteY0" fmla="*/ 24472 h 141709"/>
                <a:gd name="connsiteX1" fmla="*/ 595706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0 w 595706"/>
                <a:gd name="connsiteY0" fmla="*/ 24472 h 141709"/>
                <a:gd name="connsiteX1" fmla="*/ 594353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124 w 595830"/>
                <a:gd name="connsiteY0" fmla="*/ 24472 h 141709"/>
                <a:gd name="connsiteX1" fmla="*/ 594477 w 595830"/>
                <a:gd name="connsiteY1" fmla="*/ 3096 h 141709"/>
                <a:gd name="connsiteX2" fmla="*/ 595830 w 595830"/>
                <a:gd name="connsiteY2" fmla="*/ 99527 h 141709"/>
                <a:gd name="connsiteX3" fmla="*/ 131 w 595830"/>
                <a:gd name="connsiteY3" fmla="*/ 141709 h 141709"/>
                <a:gd name="connsiteX4" fmla="*/ 124 w 595830"/>
                <a:gd name="connsiteY4" fmla="*/ 24472 h 141709"/>
                <a:gd name="connsiteX0" fmla="*/ 124 w 597179"/>
                <a:gd name="connsiteY0" fmla="*/ 25207 h 142444"/>
                <a:gd name="connsiteX1" fmla="*/ 597179 w 597179"/>
                <a:gd name="connsiteY1" fmla="*/ 481 h 142444"/>
                <a:gd name="connsiteX2" fmla="*/ 595830 w 597179"/>
                <a:gd name="connsiteY2" fmla="*/ 100262 h 142444"/>
                <a:gd name="connsiteX3" fmla="*/ 131 w 597179"/>
                <a:gd name="connsiteY3" fmla="*/ 142444 h 142444"/>
                <a:gd name="connsiteX4" fmla="*/ 124 w 597179"/>
                <a:gd name="connsiteY4" fmla="*/ 25207 h 142444"/>
                <a:gd name="connsiteX0" fmla="*/ 124 w 595889"/>
                <a:gd name="connsiteY0" fmla="*/ 25842 h 143079"/>
                <a:gd name="connsiteX1" fmla="*/ 594477 w 595889"/>
                <a:gd name="connsiteY1" fmla="*/ 0 h 143079"/>
                <a:gd name="connsiteX2" fmla="*/ 595830 w 595889"/>
                <a:gd name="connsiteY2" fmla="*/ 100897 h 143079"/>
                <a:gd name="connsiteX3" fmla="*/ 131 w 595889"/>
                <a:gd name="connsiteY3" fmla="*/ 143079 h 143079"/>
                <a:gd name="connsiteX4" fmla="*/ 124 w 595889"/>
                <a:gd name="connsiteY4" fmla="*/ 25842 h 143079"/>
                <a:gd name="connsiteX0" fmla="*/ 124 w 595889"/>
                <a:gd name="connsiteY0" fmla="*/ 24713 h 141950"/>
                <a:gd name="connsiteX1" fmla="*/ 594477 w 595889"/>
                <a:gd name="connsiteY1" fmla="*/ 2221 h 141950"/>
                <a:gd name="connsiteX2" fmla="*/ 595830 w 595889"/>
                <a:gd name="connsiteY2" fmla="*/ 99768 h 141950"/>
                <a:gd name="connsiteX3" fmla="*/ 131 w 595889"/>
                <a:gd name="connsiteY3" fmla="*/ 141950 h 141950"/>
                <a:gd name="connsiteX4" fmla="*/ 124 w 595889"/>
                <a:gd name="connsiteY4" fmla="*/ 24713 h 141950"/>
                <a:gd name="connsiteX0" fmla="*/ 124 w 595959"/>
                <a:gd name="connsiteY0" fmla="*/ 24713 h 141950"/>
                <a:gd name="connsiteX1" fmla="*/ 595828 w 595959"/>
                <a:gd name="connsiteY1" fmla="*/ 2221 h 141950"/>
                <a:gd name="connsiteX2" fmla="*/ 595830 w 595959"/>
                <a:gd name="connsiteY2" fmla="*/ 99768 h 141950"/>
                <a:gd name="connsiteX3" fmla="*/ 131 w 595959"/>
                <a:gd name="connsiteY3" fmla="*/ 141950 h 141950"/>
                <a:gd name="connsiteX4" fmla="*/ 124 w 595959"/>
                <a:gd name="connsiteY4" fmla="*/ 24713 h 141950"/>
                <a:gd name="connsiteX0" fmla="*/ 124 w 595959"/>
                <a:gd name="connsiteY0" fmla="*/ 24925 h 142162"/>
                <a:gd name="connsiteX1" fmla="*/ 595828 w 595959"/>
                <a:gd name="connsiteY1" fmla="*/ 2433 h 142162"/>
                <a:gd name="connsiteX2" fmla="*/ 595830 w 595959"/>
                <a:gd name="connsiteY2" fmla="*/ 99980 h 142162"/>
                <a:gd name="connsiteX3" fmla="*/ 131 w 595959"/>
                <a:gd name="connsiteY3" fmla="*/ 142162 h 142162"/>
                <a:gd name="connsiteX4" fmla="*/ 124 w 595959"/>
                <a:gd name="connsiteY4" fmla="*/ 24925 h 142162"/>
                <a:gd name="connsiteX0" fmla="*/ 124 w 595959"/>
                <a:gd name="connsiteY0" fmla="*/ 22492 h 139729"/>
                <a:gd name="connsiteX1" fmla="*/ 595828 w 595959"/>
                <a:gd name="connsiteY1" fmla="*/ 0 h 139729"/>
                <a:gd name="connsiteX2" fmla="*/ 595830 w 595959"/>
                <a:gd name="connsiteY2" fmla="*/ 97547 h 139729"/>
                <a:gd name="connsiteX3" fmla="*/ 131 w 595959"/>
                <a:gd name="connsiteY3" fmla="*/ 139729 h 139729"/>
                <a:gd name="connsiteX4" fmla="*/ 124 w 595959"/>
                <a:gd name="connsiteY4" fmla="*/ 22492 h 139729"/>
                <a:gd name="connsiteX0" fmla="*/ 124 w 595959"/>
                <a:gd name="connsiteY0" fmla="*/ 25585 h 142822"/>
                <a:gd name="connsiteX1" fmla="*/ 595828 w 595959"/>
                <a:gd name="connsiteY1" fmla="*/ 3093 h 142822"/>
                <a:gd name="connsiteX2" fmla="*/ 595830 w 595959"/>
                <a:gd name="connsiteY2" fmla="*/ 100640 h 142822"/>
                <a:gd name="connsiteX3" fmla="*/ 131 w 595959"/>
                <a:gd name="connsiteY3" fmla="*/ 142822 h 142822"/>
                <a:gd name="connsiteX4" fmla="*/ 124 w 595959"/>
                <a:gd name="connsiteY4" fmla="*/ 25585 h 142822"/>
                <a:gd name="connsiteX0" fmla="*/ 124 w 595959"/>
                <a:gd name="connsiteY0" fmla="*/ 25585 h 142822"/>
                <a:gd name="connsiteX1" fmla="*/ 595828 w 595959"/>
                <a:gd name="connsiteY1" fmla="*/ 3093 h 142822"/>
                <a:gd name="connsiteX2" fmla="*/ 595830 w 595959"/>
                <a:gd name="connsiteY2" fmla="*/ 100640 h 142822"/>
                <a:gd name="connsiteX3" fmla="*/ 131 w 595959"/>
                <a:gd name="connsiteY3" fmla="*/ 142822 h 142822"/>
                <a:gd name="connsiteX4" fmla="*/ 124 w 595959"/>
                <a:gd name="connsiteY4" fmla="*/ 25585 h 142822"/>
                <a:gd name="connsiteX0" fmla="*/ 124 w 595959"/>
                <a:gd name="connsiteY0" fmla="*/ 26512 h 143749"/>
                <a:gd name="connsiteX1" fmla="*/ 595828 w 595959"/>
                <a:gd name="connsiteY1" fmla="*/ 4020 h 143749"/>
                <a:gd name="connsiteX2" fmla="*/ 595830 w 595959"/>
                <a:gd name="connsiteY2" fmla="*/ 101567 h 143749"/>
                <a:gd name="connsiteX3" fmla="*/ 131 w 595959"/>
                <a:gd name="connsiteY3" fmla="*/ 143749 h 143749"/>
                <a:gd name="connsiteX4" fmla="*/ 124 w 595959"/>
                <a:gd name="connsiteY4" fmla="*/ 26512 h 143749"/>
                <a:gd name="connsiteX0" fmla="*/ 124 w 595959"/>
                <a:gd name="connsiteY0" fmla="*/ 26512 h 143749"/>
                <a:gd name="connsiteX1" fmla="*/ 595828 w 595959"/>
                <a:gd name="connsiteY1" fmla="*/ 4020 h 143749"/>
                <a:gd name="connsiteX2" fmla="*/ 595830 w 595959"/>
                <a:gd name="connsiteY2" fmla="*/ 101567 h 143749"/>
                <a:gd name="connsiteX3" fmla="*/ 131 w 595959"/>
                <a:gd name="connsiteY3" fmla="*/ 143749 h 143749"/>
                <a:gd name="connsiteX4" fmla="*/ 124 w 595959"/>
                <a:gd name="connsiteY4" fmla="*/ 26512 h 143749"/>
                <a:gd name="connsiteX0" fmla="*/ 124 w 595959"/>
                <a:gd name="connsiteY0" fmla="*/ 28496 h 145733"/>
                <a:gd name="connsiteX1" fmla="*/ 595828 w 595959"/>
                <a:gd name="connsiteY1" fmla="*/ 6004 h 145733"/>
                <a:gd name="connsiteX2" fmla="*/ 595830 w 595959"/>
                <a:gd name="connsiteY2" fmla="*/ 103551 h 145733"/>
                <a:gd name="connsiteX3" fmla="*/ 131 w 595959"/>
                <a:gd name="connsiteY3" fmla="*/ 145733 h 145733"/>
                <a:gd name="connsiteX4" fmla="*/ 124 w 595959"/>
                <a:gd name="connsiteY4" fmla="*/ 28496 h 14573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856"/>
                <a:gd name="connsiteY0" fmla="*/ 41841 h 159078"/>
                <a:gd name="connsiteX1" fmla="*/ 591261 w 595856"/>
                <a:gd name="connsiteY1" fmla="*/ 0 h 159078"/>
                <a:gd name="connsiteX2" fmla="*/ 595830 w 595856"/>
                <a:gd name="connsiteY2" fmla="*/ 116896 h 159078"/>
                <a:gd name="connsiteX3" fmla="*/ 131 w 595856"/>
                <a:gd name="connsiteY3" fmla="*/ 159078 h 159078"/>
                <a:gd name="connsiteX4" fmla="*/ 124 w 595856"/>
                <a:gd name="connsiteY4" fmla="*/ 41841 h 159078"/>
                <a:gd name="connsiteX0" fmla="*/ 124 w 595959"/>
                <a:gd name="connsiteY0" fmla="*/ 41841 h 159078"/>
                <a:gd name="connsiteX1" fmla="*/ 595828 w 595959"/>
                <a:gd name="connsiteY1" fmla="*/ 0 h 159078"/>
                <a:gd name="connsiteX2" fmla="*/ 595830 w 595959"/>
                <a:gd name="connsiteY2" fmla="*/ 116896 h 159078"/>
                <a:gd name="connsiteX3" fmla="*/ 131 w 595959"/>
                <a:gd name="connsiteY3" fmla="*/ 159078 h 159078"/>
                <a:gd name="connsiteX4" fmla="*/ 124 w 595959"/>
                <a:gd name="connsiteY4" fmla="*/ 41841 h 159078"/>
                <a:gd name="connsiteX0" fmla="*/ 124 w 597349"/>
                <a:gd name="connsiteY0" fmla="*/ 42378 h 159615"/>
                <a:gd name="connsiteX1" fmla="*/ 597349 w 597349"/>
                <a:gd name="connsiteY1" fmla="*/ 0 h 159615"/>
                <a:gd name="connsiteX2" fmla="*/ 595830 w 597349"/>
                <a:gd name="connsiteY2" fmla="*/ 117433 h 159615"/>
                <a:gd name="connsiteX3" fmla="*/ 131 w 597349"/>
                <a:gd name="connsiteY3" fmla="*/ 159615 h 159615"/>
                <a:gd name="connsiteX4" fmla="*/ 124 w 597349"/>
                <a:gd name="connsiteY4" fmla="*/ 42378 h 159615"/>
                <a:gd name="connsiteX0" fmla="*/ 124 w 600443"/>
                <a:gd name="connsiteY0" fmla="*/ 42378 h 159615"/>
                <a:gd name="connsiteX1" fmla="*/ 597349 w 600443"/>
                <a:gd name="connsiteY1" fmla="*/ 0 h 159615"/>
                <a:gd name="connsiteX2" fmla="*/ 600408 w 600443"/>
                <a:gd name="connsiteY2" fmla="*/ 117433 h 159615"/>
                <a:gd name="connsiteX3" fmla="*/ 131 w 600443"/>
                <a:gd name="connsiteY3" fmla="*/ 159615 h 159615"/>
                <a:gd name="connsiteX4" fmla="*/ 124 w 600443"/>
                <a:gd name="connsiteY4" fmla="*/ 42378 h 159615"/>
                <a:gd name="connsiteX0" fmla="*/ 124 w 600537"/>
                <a:gd name="connsiteY0" fmla="*/ 42378 h 159615"/>
                <a:gd name="connsiteX1" fmla="*/ 600401 w 600537"/>
                <a:gd name="connsiteY1" fmla="*/ 0 h 159615"/>
                <a:gd name="connsiteX2" fmla="*/ 600408 w 600537"/>
                <a:gd name="connsiteY2" fmla="*/ 117433 h 159615"/>
                <a:gd name="connsiteX3" fmla="*/ 131 w 600537"/>
                <a:gd name="connsiteY3" fmla="*/ 159615 h 159615"/>
                <a:gd name="connsiteX4" fmla="*/ 124 w 600537"/>
                <a:gd name="connsiteY4" fmla="*/ 42378 h 159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0537" h="159615">
                  <a:moveTo>
                    <a:pt x="124" y="42378"/>
                  </a:moveTo>
                  <a:cubicBezTo>
                    <a:pt x="296414" y="-50243"/>
                    <a:pt x="418111" y="75773"/>
                    <a:pt x="600401" y="0"/>
                  </a:cubicBezTo>
                  <a:cubicBezTo>
                    <a:pt x="599951" y="33260"/>
                    <a:pt x="600858" y="84173"/>
                    <a:pt x="600408" y="117433"/>
                  </a:cubicBezTo>
                  <a:cubicBezTo>
                    <a:pt x="395490" y="192726"/>
                    <a:pt x="285331" y="62551"/>
                    <a:pt x="131" y="159615"/>
                  </a:cubicBezTo>
                  <a:cubicBezTo>
                    <a:pt x="-323" y="114566"/>
                    <a:pt x="578" y="87427"/>
                    <a:pt x="124" y="42378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12" name="矩形 1174">
              <a:extLst>
                <a:ext uri="{FF2B5EF4-FFF2-40B4-BE49-F238E27FC236}">
                  <a16:creationId xmlns:a16="http://schemas.microsoft.com/office/drawing/2014/main" id="{530EAA4D-D330-C1FE-5258-D9EF854235E3}"/>
                </a:ext>
              </a:extLst>
            </p:cNvPr>
            <p:cNvSpPr/>
            <p:nvPr/>
          </p:nvSpPr>
          <p:spPr>
            <a:xfrm rot="10800000">
              <a:off x="6490934" y="6141287"/>
              <a:ext cx="618706" cy="226680"/>
            </a:xfrm>
            <a:custGeom>
              <a:avLst/>
              <a:gdLst>
                <a:gd name="connsiteX0" fmla="*/ 0 w 595706"/>
                <a:gd name="connsiteY0" fmla="*/ 0 h 92965"/>
                <a:gd name="connsiteX1" fmla="*/ 595706 w 595706"/>
                <a:gd name="connsiteY1" fmla="*/ 0 h 92965"/>
                <a:gd name="connsiteX2" fmla="*/ 595706 w 595706"/>
                <a:gd name="connsiteY2" fmla="*/ 92965 h 92965"/>
                <a:gd name="connsiteX3" fmla="*/ 0 w 595706"/>
                <a:gd name="connsiteY3" fmla="*/ 92965 h 92965"/>
                <a:gd name="connsiteX4" fmla="*/ 0 w 595706"/>
                <a:gd name="connsiteY4" fmla="*/ 0 h 92965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1422 w 594406"/>
                <a:gd name="connsiteY0" fmla="*/ 21376 h 135147"/>
                <a:gd name="connsiteX1" fmla="*/ 594406 w 594406"/>
                <a:gd name="connsiteY1" fmla="*/ 0 h 135147"/>
                <a:gd name="connsiteX2" fmla="*/ 594406 w 594406"/>
                <a:gd name="connsiteY2" fmla="*/ 92965 h 135147"/>
                <a:gd name="connsiteX3" fmla="*/ 61 w 594406"/>
                <a:gd name="connsiteY3" fmla="*/ 135147 h 135147"/>
                <a:gd name="connsiteX4" fmla="*/ 1422 w 594406"/>
                <a:gd name="connsiteY4" fmla="*/ 21376 h 135147"/>
                <a:gd name="connsiteX0" fmla="*/ 1422 w 594406"/>
                <a:gd name="connsiteY0" fmla="*/ 15599 h 135147"/>
                <a:gd name="connsiteX1" fmla="*/ 594406 w 594406"/>
                <a:gd name="connsiteY1" fmla="*/ 0 h 135147"/>
                <a:gd name="connsiteX2" fmla="*/ 594406 w 594406"/>
                <a:gd name="connsiteY2" fmla="*/ 92965 h 135147"/>
                <a:gd name="connsiteX3" fmla="*/ 61 w 594406"/>
                <a:gd name="connsiteY3" fmla="*/ 135147 h 135147"/>
                <a:gd name="connsiteX4" fmla="*/ 1422 w 594406"/>
                <a:gd name="connsiteY4" fmla="*/ 15599 h 135147"/>
                <a:gd name="connsiteX0" fmla="*/ 131 w 594476"/>
                <a:gd name="connsiteY0" fmla="*/ 4622 h 135147"/>
                <a:gd name="connsiteX1" fmla="*/ 594476 w 594476"/>
                <a:gd name="connsiteY1" fmla="*/ 0 h 135147"/>
                <a:gd name="connsiteX2" fmla="*/ 594476 w 594476"/>
                <a:gd name="connsiteY2" fmla="*/ 92965 h 135147"/>
                <a:gd name="connsiteX3" fmla="*/ 131 w 594476"/>
                <a:gd name="connsiteY3" fmla="*/ 135147 h 135147"/>
                <a:gd name="connsiteX4" fmla="*/ 131 w 594476"/>
                <a:gd name="connsiteY4" fmla="*/ 4622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22423 h 139660"/>
                <a:gd name="connsiteX1" fmla="*/ 595706 w 595706"/>
                <a:gd name="connsiteY1" fmla="*/ 4513 h 139660"/>
                <a:gd name="connsiteX2" fmla="*/ 595706 w 595706"/>
                <a:gd name="connsiteY2" fmla="*/ 97478 h 139660"/>
                <a:gd name="connsiteX3" fmla="*/ 1361 w 595706"/>
                <a:gd name="connsiteY3" fmla="*/ 139660 h 139660"/>
                <a:gd name="connsiteX4" fmla="*/ 0 w 595706"/>
                <a:gd name="connsiteY4" fmla="*/ 22423 h 139660"/>
                <a:gd name="connsiteX0" fmla="*/ 0 w 595706"/>
                <a:gd name="connsiteY0" fmla="*/ 26413 h 143650"/>
                <a:gd name="connsiteX1" fmla="*/ 595706 w 595706"/>
                <a:gd name="connsiteY1" fmla="*/ 8503 h 143650"/>
                <a:gd name="connsiteX2" fmla="*/ 595706 w 595706"/>
                <a:gd name="connsiteY2" fmla="*/ 101468 h 143650"/>
                <a:gd name="connsiteX3" fmla="*/ 1361 w 595706"/>
                <a:gd name="connsiteY3" fmla="*/ 143650 h 143650"/>
                <a:gd name="connsiteX4" fmla="*/ 0 w 595706"/>
                <a:gd name="connsiteY4" fmla="*/ 26413 h 143650"/>
                <a:gd name="connsiteX0" fmla="*/ 0 w 595706"/>
                <a:gd name="connsiteY0" fmla="*/ 21286 h 138523"/>
                <a:gd name="connsiteX1" fmla="*/ 595706 w 595706"/>
                <a:gd name="connsiteY1" fmla="*/ 3376 h 138523"/>
                <a:gd name="connsiteX2" fmla="*/ 595706 w 595706"/>
                <a:gd name="connsiteY2" fmla="*/ 96341 h 138523"/>
                <a:gd name="connsiteX3" fmla="*/ 1361 w 595706"/>
                <a:gd name="connsiteY3" fmla="*/ 138523 h 138523"/>
                <a:gd name="connsiteX4" fmla="*/ 0 w 595706"/>
                <a:gd name="connsiteY4" fmla="*/ 21286 h 138523"/>
                <a:gd name="connsiteX0" fmla="*/ 0 w 595706"/>
                <a:gd name="connsiteY0" fmla="*/ 22534 h 139771"/>
                <a:gd name="connsiteX1" fmla="*/ 595706 w 595706"/>
                <a:gd name="connsiteY1" fmla="*/ 4624 h 139771"/>
                <a:gd name="connsiteX2" fmla="*/ 595706 w 595706"/>
                <a:gd name="connsiteY2" fmla="*/ 97589 h 139771"/>
                <a:gd name="connsiteX3" fmla="*/ 1361 w 595706"/>
                <a:gd name="connsiteY3" fmla="*/ 139771 h 139771"/>
                <a:gd name="connsiteX4" fmla="*/ 0 w 595706"/>
                <a:gd name="connsiteY4" fmla="*/ 22534 h 139771"/>
                <a:gd name="connsiteX0" fmla="*/ 0 w 595706"/>
                <a:gd name="connsiteY0" fmla="*/ 23494 h 140731"/>
                <a:gd name="connsiteX1" fmla="*/ 595706 w 595706"/>
                <a:gd name="connsiteY1" fmla="*/ 2118 h 140731"/>
                <a:gd name="connsiteX2" fmla="*/ 595706 w 595706"/>
                <a:gd name="connsiteY2" fmla="*/ 98549 h 140731"/>
                <a:gd name="connsiteX3" fmla="*/ 1361 w 595706"/>
                <a:gd name="connsiteY3" fmla="*/ 140731 h 140731"/>
                <a:gd name="connsiteX4" fmla="*/ 0 w 595706"/>
                <a:gd name="connsiteY4" fmla="*/ 23494 h 140731"/>
                <a:gd name="connsiteX0" fmla="*/ 0 w 595706"/>
                <a:gd name="connsiteY0" fmla="*/ 23494 h 140731"/>
                <a:gd name="connsiteX1" fmla="*/ 595706 w 595706"/>
                <a:gd name="connsiteY1" fmla="*/ 2118 h 140731"/>
                <a:gd name="connsiteX2" fmla="*/ 595706 w 595706"/>
                <a:gd name="connsiteY2" fmla="*/ 98549 h 140731"/>
                <a:gd name="connsiteX3" fmla="*/ 1361 w 595706"/>
                <a:gd name="connsiteY3" fmla="*/ 140731 h 140731"/>
                <a:gd name="connsiteX4" fmla="*/ 0 w 595706"/>
                <a:gd name="connsiteY4" fmla="*/ 23494 h 140731"/>
                <a:gd name="connsiteX0" fmla="*/ 0 w 595706"/>
                <a:gd name="connsiteY0" fmla="*/ 25030 h 142267"/>
                <a:gd name="connsiteX1" fmla="*/ 595706 w 595706"/>
                <a:gd name="connsiteY1" fmla="*/ 3654 h 142267"/>
                <a:gd name="connsiteX2" fmla="*/ 595706 w 595706"/>
                <a:gd name="connsiteY2" fmla="*/ 100085 h 142267"/>
                <a:gd name="connsiteX3" fmla="*/ 1361 w 595706"/>
                <a:gd name="connsiteY3" fmla="*/ 142267 h 142267"/>
                <a:gd name="connsiteX4" fmla="*/ 0 w 595706"/>
                <a:gd name="connsiteY4" fmla="*/ 25030 h 142267"/>
                <a:gd name="connsiteX0" fmla="*/ 0 w 595706"/>
                <a:gd name="connsiteY0" fmla="*/ 22091 h 139328"/>
                <a:gd name="connsiteX1" fmla="*/ 595706 w 595706"/>
                <a:gd name="connsiteY1" fmla="*/ 715 h 139328"/>
                <a:gd name="connsiteX2" fmla="*/ 595706 w 595706"/>
                <a:gd name="connsiteY2" fmla="*/ 97146 h 139328"/>
                <a:gd name="connsiteX3" fmla="*/ 1361 w 595706"/>
                <a:gd name="connsiteY3" fmla="*/ 139328 h 139328"/>
                <a:gd name="connsiteX4" fmla="*/ 0 w 595706"/>
                <a:gd name="connsiteY4" fmla="*/ 22091 h 139328"/>
                <a:gd name="connsiteX0" fmla="*/ 0 w 595706"/>
                <a:gd name="connsiteY0" fmla="*/ 23573 h 140810"/>
                <a:gd name="connsiteX1" fmla="*/ 595706 w 595706"/>
                <a:gd name="connsiteY1" fmla="*/ 2197 h 140810"/>
                <a:gd name="connsiteX2" fmla="*/ 595706 w 595706"/>
                <a:gd name="connsiteY2" fmla="*/ 98628 h 140810"/>
                <a:gd name="connsiteX3" fmla="*/ 1361 w 595706"/>
                <a:gd name="connsiteY3" fmla="*/ 140810 h 140810"/>
                <a:gd name="connsiteX4" fmla="*/ 0 w 595706"/>
                <a:gd name="connsiteY4" fmla="*/ 23573 h 140810"/>
                <a:gd name="connsiteX0" fmla="*/ 0 w 595706"/>
                <a:gd name="connsiteY0" fmla="*/ 21908 h 139145"/>
                <a:gd name="connsiteX1" fmla="*/ 595706 w 595706"/>
                <a:gd name="connsiteY1" fmla="*/ 532 h 139145"/>
                <a:gd name="connsiteX2" fmla="*/ 595706 w 595706"/>
                <a:gd name="connsiteY2" fmla="*/ 96963 h 139145"/>
                <a:gd name="connsiteX3" fmla="*/ 1361 w 595706"/>
                <a:gd name="connsiteY3" fmla="*/ 139145 h 139145"/>
                <a:gd name="connsiteX4" fmla="*/ 0 w 595706"/>
                <a:gd name="connsiteY4" fmla="*/ 21908 h 139145"/>
                <a:gd name="connsiteX0" fmla="*/ 0 w 595706"/>
                <a:gd name="connsiteY0" fmla="*/ 23863 h 141100"/>
                <a:gd name="connsiteX1" fmla="*/ 595706 w 595706"/>
                <a:gd name="connsiteY1" fmla="*/ 2487 h 141100"/>
                <a:gd name="connsiteX2" fmla="*/ 595706 w 595706"/>
                <a:gd name="connsiteY2" fmla="*/ 98918 h 141100"/>
                <a:gd name="connsiteX3" fmla="*/ 1361 w 595706"/>
                <a:gd name="connsiteY3" fmla="*/ 141100 h 141100"/>
                <a:gd name="connsiteX4" fmla="*/ 0 w 595706"/>
                <a:gd name="connsiteY4" fmla="*/ 23863 h 141100"/>
                <a:gd name="connsiteX0" fmla="*/ 0 w 595706"/>
                <a:gd name="connsiteY0" fmla="*/ 24472 h 141709"/>
                <a:gd name="connsiteX1" fmla="*/ 595706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0 w 595706"/>
                <a:gd name="connsiteY0" fmla="*/ 24267 h 141504"/>
                <a:gd name="connsiteX1" fmla="*/ 595706 w 595706"/>
                <a:gd name="connsiteY1" fmla="*/ 2891 h 141504"/>
                <a:gd name="connsiteX2" fmla="*/ 595706 w 595706"/>
                <a:gd name="connsiteY2" fmla="*/ 99322 h 141504"/>
                <a:gd name="connsiteX3" fmla="*/ 1361 w 595706"/>
                <a:gd name="connsiteY3" fmla="*/ 141504 h 141504"/>
                <a:gd name="connsiteX4" fmla="*/ 0 w 595706"/>
                <a:gd name="connsiteY4" fmla="*/ 24267 h 141504"/>
                <a:gd name="connsiteX0" fmla="*/ 0 w 595706"/>
                <a:gd name="connsiteY0" fmla="*/ 24472 h 141709"/>
                <a:gd name="connsiteX1" fmla="*/ 595706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0 w 595706"/>
                <a:gd name="connsiteY0" fmla="*/ 24472 h 141709"/>
                <a:gd name="connsiteX1" fmla="*/ 594353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124 w 595830"/>
                <a:gd name="connsiteY0" fmla="*/ 24472 h 141709"/>
                <a:gd name="connsiteX1" fmla="*/ 594477 w 595830"/>
                <a:gd name="connsiteY1" fmla="*/ 3096 h 141709"/>
                <a:gd name="connsiteX2" fmla="*/ 595830 w 595830"/>
                <a:gd name="connsiteY2" fmla="*/ 99527 h 141709"/>
                <a:gd name="connsiteX3" fmla="*/ 131 w 595830"/>
                <a:gd name="connsiteY3" fmla="*/ 141709 h 141709"/>
                <a:gd name="connsiteX4" fmla="*/ 124 w 595830"/>
                <a:gd name="connsiteY4" fmla="*/ 24472 h 141709"/>
                <a:gd name="connsiteX0" fmla="*/ 124 w 597179"/>
                <a:gd name="connsiteY0" fmla="*/ 25207 h 142444"/>
                <a:gd name="connsiteX1" fmla="*/ 597179 w 597179"/>
                <a:gd name="connsiteY1" fmla="*/ 481 h 142444"/>
                <a:gd name="connsiteX2" fmla="*/ 595830 w 597179"/>
                <a:gd name="connsiteY2" fmla="*/ 100262 h 142444"/>
                <a:gd name="connsiteX3" fmla="*/ 131 w 597179"/>
                <a:gd name="connsiteY3" fmla="*/ 142444 h 142444"/>
                <a:gd name="connsiteX4" fmla="*/ 124 w 597179"/>
                <a:gd name="connsiteY4" fmla="*/ 25207 h 142444"/>
                <a:gd name="connsiteX0" fmla="*/ 124 w 595889"/>
                <a:gd name="connsiteY0" fmla="*/ 25842 h 143079"/>
                <a:gd name="connsiteX1" fmla="*/ 594477 w 595889"/>
                <a:gd name="connsiteY1" fmla="*/ 0 h 143079"/>
                <a:gd name="connsiteX2" fmla="*/ 595830 w 595889"/>
                <a:gd name="connsiteY2" fmla="*/ 100897 h 143079"/>
                <a:gd name="connsiteX3" fmla="*/ 131 w 595889"/>
                <a:gd name="connsiteY3" fmla="*/ 143079 h 143079"/>
                <a:gd name="connsiteX4" fmla="*/ 124 w 595889"/>
                <a:gd name="connsiteY4" fmla="*/ 25842 h 143079"/>
                <a:gd name="connsiteX0" fmla="*/ 124 w 595889"/>
                <a:gd name="connsiteY0" fmla="*/ 24713 h 141950"/>
                <a:gd name="connsiteX1" fmla="*/ 594477 w 595889"/>
                <a:gd name="connsiteY1" fmla="*/ 2221 h 141950"/>
                <a:gd name="connsiteX2" fmla="*/ 595830 w 595889"/>
                <a:gd name="connsiteY2" fmla="*/ 99768 h 141950"/>
                <a:gd name="connsiteX3" fmla="*/ 131 w 595889"/>
                <a:gd name="connsiteY3" fmla="*/ 141950 h 141950"/>
                <a:gd name="connsiteX4" fmla="*/ 124 w 595889"/>
                <a:gd name="connsiteY4" fmla="*/ 24713 h 141950"/>
                <a:gd name="connsiteX0" fmla="*/ 124 w 595959"/>
                <a:gd name="connsiteY0" fmla="*/ 24713 h 141950"/>
                <a:gd name="connsiteX1" fmla="*/ 595828 w 595959"/>
                <a:gd name="connsiteY1" fmla="*/ 2221 h 141950"/>
                <a:gd name="connsiteX2" fmla="*/ 595830 w 595959"/>
                <a:gd name="connsiteY2" fmla="*/ 99768 h 141950"/>
                <a:gd name="connsiteX3" fmla="*/ 131 w 595959"/>
                <a:gd name="connsiteY3" fmla="*/ 141950 h 141950"/>
                <a:gd name="connsiteX4" fmla="*/ 124 w 595959"/>
                <a:gd name="connsiteY4" fmla="*/ 24713 h 141950"/>
                <a:gd name="connsiteX0" fmla="*/ 124 w 595959"/>
                <a:gd name="connsiteY0" fmla="*/ 24925 h 142162"/>
                <a:gd name="connsiteX1" fmla="*/ 595828 w 595959"/>
                <a:gd name="connsiteY1" fmla="*/ 2433 h 142162"/>
                <a:gd name="connsiteX2" fmla="*/ 595830 w 595959"/>
                <a:gd name="connsiteY2" fmla="*/ 99980 h 142162"/>
                <a:gd name="connsiteX3" fmla="*/ 131 w 595959"/>
                <a:gd name="connsiteY3" fmla="*/ 142162 h 142162"/>
                <a:gd name="connsiteX4" fmla="*/ 124 w 595959"/>
                <a:gd name="connsiteY4" fmla="*/ 24925 h 142162"/>
                <a:gd name="connsiteX0" fmla="*/ 124 w 595959"/>
                <a:gd name="connsiteY0" fmla="*/ 22492 h 139729"/>
                <a:gd name="connsiteX1" fmla="*/ 595828 w 595959"/>
                <a:gd name="connsiteY1" fmla="*/ 0 h 139729"/>
                <a:gd name="connsiteX2" fmla="*/ 595830 w 595959"/>
                <a:gd name="connsiteY2" fmla="*/ 97547 h 139729"/>
                <a:gd name="connsiteX3" fmla="*/ 131 w 595959"/>
                <a:gd name="connsiteY3" fmla="*/ 139729 h 139729"/>
                <a:gd name="connsiteX4" fmla="*/ 124 w 595959"/>
                <a:gd name="connsiteY4" fmla="*/ 22492 h 139729"/>
                <a:gd name="connsiteX0" fmla="*/ 124 w 595959"/>
                <a:gd name="connsiteY0" fmla="*/ 25585 h 142822"/>
                <a:gd name="connsiteX1" fmla="*/ 595828 w 595959"/>
                <a:gd name="connsiteY1" fmla="*/ 3093 h 142822"/>
                <a:gd name="connsiteX2" fmla="*/ 595830 w 595959"/>
                <a:gd name="connsiteY2" fmla="*/ 100640 h 142822"/>
                <a:gd name="connsiteX3" fmla="*/ 131 w 595959"/>
                <a:gd name="connsiteY3" fmla="*/ 142822 h 142822"/>
                <a:gd name="connsiteX4" fmla="*/ 124 w 595959"/>
                <a:gd name="connsiteY4" fmla="*/ 25585 h 142822"/>
                <a:gd name="connsiteX0" fmla="*/ 124 w 595959"/>
                <a:gd name="connsiteY0" fmla="*/ 25585 h 142822"/>
                <a:gd name="connsiteX1" fmla="*/ 595828 w 595959"/>
                <a:gd name="connsiteY1" fmla="*/ 3093 h 142822"/>
                <a:gd name="connsiteX2" fmla="*/ 595830 w 595959"/>
                <a:gd name="connsiteY2" fmla="*/ 100640 h 142822"/>
                <a:gd name="connsiteX3" fmla="*/ 131 w 595959"/>
                <a:gd name="connsiteY3" fmla="*/ 142822 h 142822"/>
                <a:gd name="connsiteX4" fmla="*/ 124 w 595959"/>
                <a:gd name="connsiteY4" fmla="*/ 25585 h 142822"/>
                <a:gd name="connsiteX0" fmla="*/ 124 w 595959"/>
                <a:gd name="connsiteY0" fmla="*/ 26512 h 143749"/>
                <a:gd name="connsiteX1" fmla="*/ 595828 w 595959"/>
                <a:gd name="connsiteY1" fmla="*/ 4020 h 143749"/>
                <a:gd name="connsiteX2" fmla="*/ 595830 w 595959"/>
                <a:gd name="connsiteY2" fmla="*/ 101567 h 143749"/>
                <a:gd name="connsiteX3" fmla="*/ 131 w 595959"/>
                <a:gd name="connsiteY3" fmla="*/ 143749 h 143749"/>
                <a:gd name="connsiteX4" fmla="*/ 124 w 595959"/>
                <a:gd name="connsiteY4" fmla="*/ 26512 h 143749"/>
                <a:gd name="connsiteX0" fmla="*/ 124 w 595959"/>
                <a:gd name="connsiteY0" fmla="*/ 26512 h 143749"/>
                <a:gd name="connsiteX1" fmla="*/ 595828 w 595959"/>
                <a:gd name="connsiteY1" fmla="*/ 4020 h 143749"/>
                <a:gd name="connsiteX2" fmla="*/ 595830 w 595959"/>
                <a:gd name="connsiteY2" fmla="*/ 101567 h 143749"/>
                <a:gd name="connsiteX3" fmla="*/ 131 w 595959"/>
                <a:gd name="connsiteY3" fmla="*/ 143749 h 143749"/>
                <a:gd name="connsiteX4" fmla="*/ 124 w 595959"/>
                <a:gd name="connsiteY4" fmla="*/ 26512 h 143749"/>
                <a:gd name="connsiteX0" fmla="*/ 124 w 595959"/>
                <a:gd name="connsiteY0" fmla="*/ 28496 h 145733"/>
                <a:gd name="connsiteX1" fmla="*/ 595828 w 595959"/>
                <a:gd name="connsiteY1" fmla="*/ 6004 h 145733"/>
                <a:gd name="connsiteX2" fmla="*/ 595830 w 595959"/>
                <a:gd name="connsiteY2" fmla="*/ 103551 h 145733"/>
                <a:gd name="connsiteX3" fmla="*/ 131 w 595959"/>
                <a:gd name="connsiteY3" fmla="*/ 145733 h 145733"/>
                <a:gd name="connsiteX4" fmla="*/ 124 w 595959"/>
                <a:gd name="connsiteY4" fmla="*/ 28496 h 14573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856"/>
                <a:gd name="connsiteY0" fmla="*/ 41841 h 159078"/>
                <a:gd name="connsiteX1" fmla="*/ 591261 w 595856"/>
                <a:gd name="connsiteY1" fmla="*/ 0 h 159078"/>
                <a:gd name="connsiteX2" fmla="*/ 595830 w 595856"/>
                <a:gd name="connsiteY2" fmla="*/ 116896 h 159078"/>
                <a:gd name="connsiteX3" fmla="*/ 131 w 595856"/>
                <a:gd name="connsiteY3" fmla="*/ 159078 h 159078"/>
                <a:gd name="connsiteX4" fmla="*/ 124 w 595856"/>
                <a:gd name="connsiteY4" fmla="*/ 41841 h 159078"/>
                <a:gd name="connsiteX0" fmla="*/ 124 w 595959"/>
                <a:gd name="connsiteY0" fmla="*/ 41841 h 159078"/>
                <a:gd name="connsiteX1" fmla="*/ 595828 w 595959"/>
                <a:gd name="connsiteY1" fmla="*/ 0 h 159078"/>
                <a:gd name="connsiteX2" fmla="*/ 595830 w 595959"/>
                <a:gd name="connsiteY2" fmla="*/ 116896 h 159078"/>
                <a:gd name="connsiteX3" fmla="*/ 131 w 595959"/>
                <a:gd name="connsiteY3" fmla="*/ 159078 h 159078"/>
                <a:gd name="connsiteX4" fmla="*/ 124 w 595959"/>
                <a:gd name="connsiteY4" fmla="*/ 41841 h 159078"/>
                <a:gd name="connsiteX0" fmla="*/ 124 w 597349"/>
                <a:gd name="connsiteY0" fmla="*/ 42378 h 159615"/>
                <a:gd name="connsiteX1" fmla="*/ 597349 w 597349"/>
                <a:gd name="connsiteY1" fmla="*/ 0 h 159615"/>
                <a:gd name="connsiteX2" fmla="*/ 595830 w 597349"/>
                <a:gd name="connsiteY2" fmla="*/ 117433 h 159615"/>
                <a:gd name="connsiteX3" fmla="*/ 131 w 597349"/>
                <a:gd name="connsiteY3" fmla="*/ 159615 h 159615"/>
                <a:gd name="connsiteX4" fmla="*/ 124 w 597349"/>
                <a:gd name="connsiteY4" fmla="*/ 42378 h 159615"/>
                <a:gd name="connsiteX0" fmla="*/ 124 w 600443"/>
                <a:gd name="connsiteY0" fmla="*/ 42378 h 159615"/>
                <a:gd name="connsiteX1" fmla="*/ 597349 w 600443"/>
                <a:gd name="connsiteY1" fmla="*/ 0 h 159615"/>
                <a:gd name="connsiteX2" fmla="*/ 600408 w 600443"/>
                <a:gd name="connsiteY2" fmla="*/ 117433 h 159615"/>
                <a:gd name="connsiteX3" fmla="*/ 131 w 600443"/>
                <a:gd name="connsiteY3" fmla="*/ 159615 h 159615"/>
                <a:gd name="connsiteX4" fmla="*/ 124 w 600443"/>
                <a:gd name="connsiteY4" fmla="*/ 42378 h 159615"/>
                <a:gd name="connsiteX0" fmla="*/ 124 w 600537"/>
                <a:gd name="connsiteY0" fmla="*/ 42378 h 159615"/>
                <a:gd name="connsiteX1" fmla="*/ 600401 w 600537"/>
                <a:gd name="connsiteY1" fmla="*/ 0 h 159615"/>
                <a:gd name="connsiteX2" fmla="*/ 600408 w 600537"/>
                <a:gd name="connsiteY2" fmla="*/ 117433 h 159615"/>
                <a:gd name="connsiteX3" fmla="*/ 131 w 600537"/>
                <a:gd name="connsiteY3" fmla="*/ 159615 h 159615"/>
                <a:gd name="connsiteX4" fmla="*/ 124 w 600537"/>
                <a:gd name="connsiteY4" fmla="*/ 42378 h 159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0537" h="159615">
                  <a:moveTo>
                    <a:pt x="124" y="42378"/>
                  </a:moveTo>
                  <a:cubicBezTo>
                    <a:pt x="296414" y="-50243"/>
                    <a:pt x="418111" y="75773"/>
                    <a:pt x="600401" y="0"/>
                  </a:cubicBezTo>
                  <a:cubicBezTo>
                    <a:pt x="599951" y="33260"/>
                    <a:pt x="600858" y="84173"/>
                    <a:pt x="600408" y="117433"/>
                  </a:cubicBezTo>
                  <a:cubicBezTo>
                    <a:pt x="395490" y="192726"/>
                    <a:pt x="285331" y="62551"/>
                    <a:pt x="131" y="159615"/>
                  </a:cubicBezTo>
                  <a:cubicBezTo>
                    <a:pt x="-323" y="114566"/>
                    <a:pt x="578" y="87427"/>
                    <a:pt x="124" y="42378"/>
                  </a:cubicBezTo>
                  <a:close/>
                </a:path>
              </a:pathLst>
            </a:custGeom>
            <a:solidFill>
              <a:schemeClr val="accent5">
                <a:lumMod val="40000"/>
                <a:lumOff val="6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813" name="组合 812">
              <a:extLst>
                <a:ext uri="{FF2B5EF4-FFF2-40B4-BE49-F238E27FC236}">
                  <a16:creationId xmlns:a16="http://schemas.microsoft.com/office/drawing/2014/main" id="{A7B164DB-2948-3657-C7BA-DF5BE0FE510F}"/>
                </a:ext>
              </a:extLst>
            </p:cNvPr>
            <p:cNvGrpSpPr/>
            <p:nvPr/>
          </p:nvGrpSpPr>
          <p:grpSpPr>
            <a:xfrm>
              <a:off x="6489710" y="6445933"/>
              <a:ext cx="621640" cy="735125"/>
              <a:chOff x="5766806" y="6445933"/>
              <a:chExt cx="621640" cy="735125"/>
            </a:xfrm>
          </p:grpSpPr>
          <p:sp>
            <p:nvSpPr>
              <p:cNvPr id="814" name="矩形 1174">
                <a:extLst>
                  <a:ext uri="{FF2B5EF4-FFF2-40B4-BE49-F238E27FC236}">
                    <a16:creationId xmlns:a16="http://schemas.microsoft.com/office/drawing/2014/main" id="{3DB8F40C-E5C9-9CC9-0708-5D20DAC6CDC1}"/>
                  </a:ext>
                </a:extLst>
              </p:cNvPr>
              <p:cNvSpPr/>
              <p:nvPr/>
            </p:nvSpPr>
            <p:spPr>
              <a:xfrm rot="10800000">
                <a:off x="5768235" y="6445933"/>
                <a:ext cx="618706" cy="226680"/>
              </a:xfrm>
              <a:custGeom>
                <a:avLst/>
                <a:gdLst>
                  <a:gd name="connsiteX0" fmla="*/ 0 w 595706"/>
                  <a:gd name="connsiteY0" fmla="*/ 0 h 92965"/>
                  <a:gd name="connsiteX1" fmla="*/ 595706 w 595706"/>
                  <a:gd name="connsiteY1" fmla="*/ 0 h 92965"/>
                  <a:gd name="connsiteX2" fmla="*/ 595706 w 595706"/>
                  <a:gd name="connsiteY2" fmla="*/ 92965 h 92965"/>
                  <a:gd name="connsiteX3" fmla="*/ 0 w 595706"/>
                  <a:gd name="connsiteY3" fmla="*/ 92965 h 92965"/>
                  <a:gd name="connsiteX4" fmla="*/ 0 w 595706"/>
                  <a:gd name="connsiteY4" fmla="*/ 0 h 92965"/>
                  <a:gd name="connsiteX0" fmla="*/ 0 w 595706"/>
                  <a:gd name="connsiteY0" fmla="*/ 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0 h 135147"/>
                  <a:gd name="connsiteX0" fmla="*/ 0 w 595706"/>
                  <a:gd name="connsiteY0" fmla="*/ 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0 h 135147"/>
                  <a:gd name="connsiteX0" fmla="*/ 0 w 595706"/>
                  <a:gd name="connsiteY0" fmla="*/ 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0 h 135147"/>
                  <a:gd name="connsiteX0" fmla="*/ 0 w 595706"/>
                  <a:gd name="connsiteY0" fmla="*/ 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0 h 135147"/>
                  <a:gd name="connsiteX0" fmla="*/ 1422 w 594406"/>
                  <a:gd name="connsiteY0" fmla="*/ 21376 h 135147"/>
                  <a:gd name="connsiteX1" fmla="*/ 594406 w 594406"/>
                  <a:gd name="connsiteY1" fmla="*/ 0 h 135147"/>
                  <a:gd name="connsiteX2" fmla="*/ 594406 w 594406"/>
                  <a:gd name="connsiteY2" fmla="*/ 92965 h 135147"/>
                  <a:gd name="connsiteX3" fmla="*/ 61 w 594406"/>
                  <a:gd name="connsiteY3" fmla="*/ 135147 h 135147"/>
                  <a:gd name="connsiteX4" fmla="*/ 1422 w 594406"/>
                  <a:gd name="connsiteY4" fmla="*/ 21376 h 135147"/>
                  <a:gd name="connsiteX0" fmla="*/ 1422 w 594406"/>
                  <a:gd name="connsiteY0" fmla="*/ 15599 h 135147"/>
                  <a:gd name="connsiteX1" fmla="*/ 594406 w 594406"/>
                  <a:gd name="connsiteY1" fmla="*/ 0 h 135147"/>
                  <a:gd name="connsiteX2" fmla="*/ 594406 w 594406"/>
                  <a:gd name="connsiteY2" fmla="*/ 92965 h 135147"/>
                  <a:gd name="connsiteX3" fmla="*/ 61 w 594406"/>
                  <a:gd name="connsiteY3" fmla="*/ 135147 h 135147"/>
                  <a:gd name="connsiteX4" fmla="*/ 1422 w 594406"/>
                  <a:gd name="connsiteY4" fmla="*/ 15599 h 135147"/>
                  <a:gd name="connsiteX0" fmla="*/ 131 w 594476"/>
                  <a:gd name="connsiteY0" fmla="*/ 4622 h 135147"/>
                  <a:gd name="connsiteX1" fmla="*/ 594476 w 594476"/>
                  <a:gd name="connsiteY1" fmla="*/ 0 h 135147"/>
                  <a:gd name="connsiteX2" fmla="*/ 594476 w 594476"/>
                  <a:gd name="connsiteY2" fmla="*/ 92965 h 135147"/>
                  <a:gd name="connsiteX3" fmla="*/ 131 w 594476"/>
                  <a:gd name="connsiteY3" fmla="*/ 135147 h 135147"/>
                  <a:gd name="connsiteX4" fmla="*/ 131 w 594476"/>
                  <a:gd name="connsiteY4" fmla="*/ 4622 h 135147"/>
                  <a:gd name="connsiteX0" fmla="*/ 0 w 595706"/>
                  <a:gd name="connsiteY0" fmla="*/ 1791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17910 h 135147"/>
                  <a:gd name="connsiteX0" fmla="*/ 0 w 595706"/>
                  <a:gd name="connsiteY0" fmla="*/ 1791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17910 h 135147"/>
                  <a:gd name="connsiteX0" fmla="*/ 0 w 595706"/>
                  <a:gd name="connsiteY0" fmla="*/ 1791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17910 h 135147"/>
                  <a:gd name="connsiteX0" fmla="*/ 0 w 595706"/>
                  <a:gd name="connsiteY0" fmla="*/ 1791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17910 h 135147"/>
                  <a:gd name="connsiteX0" fmla="*/ 0 w 595706"/>
                  <a:gd name="connsiteY0" fmla="*/ 22423 h 139660"/>
                  <a:gd name="connsiteX1" fmla="*/ 595706 w 595706"/>
                  <a:gd name="connsiteY1" fmla="*/ 4513 h 139660"/>
                  <a:gd name="connsiteX2" fmla="*/ 595706 w 595706"/>
                  <a:gd name="connsiteY2" fmla="*/ 97478 h 139660"/>
                  <a:gd name="connsiteX3" fmla="*/ 1361 w 595706"/>
                  <a:gd name="connsiteY3" fmla="*/ 139660 h 139660"/>
                  <a:gd name="connsiteX4" fmla="*/ 0 w 595706"/>
                  <a:gd name="connsiteY4" fmla="*/ 22423 h 139660"/>
                  <a:gd name="connsiteX0" fmla="*/ 0 w 595706"/>
                  <a:gd name="connsiteY0" fmla="*/ 26413 h 143650"/>
                  <a:gd name="connsiteX1" fmla="*/ 595706 w 595706"/>
                  <a:gd name="connsiteY1" fmla="*/ 8503 h 143650"/>
                  <a:gd name="connsiteX2" fmla="*/ 595706 w 595706"/>
                  <a:gd name="connsiteY2" fmla="*/ 101468 h 143650"/>
                  <a:gd name="connsiteX3" fmla="*/ 1361 w 595706"/>
                  <a:gd name="connsiteY3" fmla="*/ 143650 h 143650"/>
                  <a:gd name="connsiteX4" fmla="*/ 0 w 595706"/>
                  <a:gd name="connsiteY4" fmla="*/ 26413 h 143650"/>
                  <a:gd name="connsiteX0" fmla="*/ 0 w 595706"/>
                  <a:gd name="connsiteY0" fmla="*/ 21286 h 138523"/>
                  <a:gd name="connsiteX1" fmla="*/ 595706 w 595706"/>
                  <a:gd name="connsiteY1" fmla="*/ 3376 h 138523"/>
                  <a:gd name="connsiteX2" fmla="*/ 595706 w 595706"/>
                  <a:gd name="connsiteY2" fmla="*/ 96341 h 138523"/>
                  <a:gd name="connsiteX3" fmla="*/ 1361 w 595706"/>
                  <a:gd name="connsiteY3" fmla="*/ 138523 h 138523"/>
                  <a:gd name="connsiteX4" fmla="*/ 0 w 595706"/>
                  <a:gd name="connsiteY4" fmla="*/ 21286 h 138523"/>
                  <a:gd name="connsiteX0" fmla="*/ 0 w 595706"/>
                  <a:gd name="connsiteY0" fmla="*/ 22534 h 139771"/>
                  <a:gd name="connsiteX1" fmla="*/ 595706 w 595706"/>
                  <a:gd name="connsiteY1" fmla="*/ 4624 h 139771"/>
                  <a:gd name="connsiteX2" fmla="*/ 595706 w 595706"/>
                  <a:gd name="connsiteY2" fmla="*/ 97589 h 139771"/>
                  <a:gd name="connsiteX3" fmla="*/ 1361 w 595706"/>
                  <a:gd name="connsiteY3" fmla="*/ 139771 h 139771"/>
                  <a:gd name="connsiteX4" fmla="*/ 0 w 595706"/>
                  <a:gd name="connsiteY4" fmla="*/ 22534 h 139771"/>
                  <a:gd name="connsiteX0" fmla="*/ 0 w 595706"/>
                  <a:gd name="connsiteY0" fmla="*/ 23494 h 140731"/>
                  <a:gd name="connsiteX1" fmla="*/ 595706 w 595706"/>
                  <a:gd name="connsiteY1" fmla="*/ 2118 h 140731"/>
                  <a:gd name="connsiteX2" fmla="*/ 595706 w 595706"/>
                  <a:gd name="connsiteY2" fmla="*/ 98549 h 140731"/>
                  <a:gd name="connsiteX3" fmla="*/ 1361 w 595706"/>
                  <a:gd name="connsiteY3" fmla="*/ 140731 h 140731"/>
                  <a:gd name="connsiteX4" fmla="*/ 0 w 595706"/>
                  <a:gd name="connsiteY4" fmla="*/ 23494 h 140731"/>
                  <a:gd name="connsiteX0" fmla="*/ 0 w 595706"/>
                  <a:gd name="connsiteY0" fmla="*/ 23494 h 140731"/>
                  <a:gd name="connsiteX1" fmla="*/ 595706 w 595706"/>
                  <a:gd name="connsiteY1" fmla="*/ 2118 h 140731"/>
                  <a:gd name="connsiteX2" fmla="*/ 595706 w 595706"/>
                  <a:gd name="connsiteY2" fmla="*/ 98549 h 140731"/>
                  <a:gd name="connsiteX3" fmla="*/ 1361 w 595706"/>
                  <a:gd name="connsiteY3" fmla="*/ 140731 h 140731"/>
                  <a:gd name="connsiteX4" fmla="*/ 0 w 595706"/>
                  <a:gd name="connsiteY4" fmla="*/ 23494 h 140731"/>
                  <a:gd name="connsiteX0" fmla="*/ 0 w 595706"/>
                  <a:gd name="connsiteY0" fmla="*/ 25030 h 142267"/>
                  <a:gd name="connsiteX1" fmla="*/ 595706 w 595706"/>
                  <a:gd name="connsiteY1" fmla="*/ 3654 h 142267"/>
                  <a:gd name="connsiteX2" fmla="*/ 595706 w 595706"/>
                  <a:gd name="connsiteY2" fmla="*/ 100085 h 142267"/>
                  <a:gd name="connsiteX3" fmla="*/ 1361 w 595706"/>
                  <a:gd name="connsiteY3" fmla="*/ 142267 h 142267"/>
                  <a:gd name="connsiteX4" fmla="*/ 0 w 595706"/>
                  <a:gd name="connsiteY4" fmla="*/ 25030 h 142267"/>
                  <a:gd name="connsiteX0" fmla="*/ 0 w 595706"/>
                  <a:gd name="connsiteY0" fmla="*/ 22091 h 139328"/>
                  <a:gd name="connsiteX1" fmla="*/ 595706 w 595706"/>
                  <a:gd name="connsiteY1" fmla="*/ 715 h 139328"/>
                  <a:gd name="connsiteX2" fmla="*/ 595706 w 595706"/>
                  <a:gd name="connsiteY2" fmla="*/ 97146 h 139328"/>
                  <a:gd name="connsiteX3" fmla="*/ 1361 w 595706"/>
                  <a:gd name="connsiteY3" fmla="*/ 139328 h 139328"/>
                  <a:gd name="connsiteX4" fmla="*/ 0 w 595706"/>
                  <a:gd name="connsiteY4" fmla="*/ 22091 h 139328"/>
                  <a:gd name="connsiteX0" fmla="*/ 0 w 595706"/>
                  <a:gd name="connsiteY0" fmla="*/ 23573 h 140810"/>
                  <a:gd name="connsiteX1" fmla="*/ 595706 w 595706"/>
                  <a:gd name="connsiteY1" fmla="*/ 2197 h 140810"/>
                  <a:gd name="connsiteX2" fmla="*/ 595706 w 595706"/>
                  <a:gd name="connsiteY2" fmla="*/ 98628 h 140810"/>
                  <a:gd name="connsiteX3" fmla="*/ 1361 w 595706"/>
                  <a:gd name="connsiteY3" fmla="*/ 140810 h 140810"/>
                  <a:gd name="connsiteX4" fmla="*/ 0 w 595706"/>
                  <a:gd name="connsiteY4" fmla="*/ 23573 h 140810"/>
                  <a:gd name="connsiteX0" fmla="*/ 0 w 595706"/>
                  <a:gd name="connsiteY0" fmla="*/ 21908 h 139145"/>
                  <a:gd name="connsiteX1" fmla="*/ 595706 w 595706"/>
                  <a:gd name="connsiteY1" fmla="*/ 532 h 139145"/>
                  <a:gd name="connsiteX2" fmla="*/ 595706 w 595706"/>
                  <a:gd name="connsiteY2" fmla="*/ 96963 h 139145"/>
                  <a:gd name="connsiteX3" fmla="*/ 1361 w 595706"/>
                  <a:gd name="connsiteY3" fmla="*/ 139145 h 139145"/>
                  <a:gd name="connsiteX4" fmla="*/ 0 w 595706"/>
                  <a:gd name="connsiteY4" fmla="*/ 21908 h 139145"/>
                  <a:gd name="connsiteX0" fmla="*/ 0 w 595706"/>
                  <a:gd name="connsiteY0" fmla="*/ 23863 h 141100"/>
                  <a:gd name="connsiteX1" fmla="*/ 595706 w 595706"/>
                  <a:gd name="connsiteY1" fmla="*/ 2487 h 141100"/>
                  <a:gd name="connsiteX2" fmla="*/ 595706 w 595706"/>
                  <a:gd name="connsiteY2" fmla="*/ 98918 h 141100"/>
                  <a:gd name="connsiteX3" fmla="*/ 1361 w 595706"/>
                  <a:gd name="connsiteY3" fmla="*/ 141100 h 141100"/>
                  <a:gd name="connsiteX4" fmla="*/ 0 w 595706"/>
                  <a:gd name="connsiteY4" fmla="*/ 23863 h 141100"/>
                  <a:gd name="connsiteX0" fmla="*/ 0 w 595706"/>
                  <a:gd name="connsiteY0" fmla="*/ 24472 h 141709"/>
                  <a:gd name="connsiteX1" fmla="*/ 595706 w 595706"/>
                  <a:gd name="connsiteY1" fmla="*/ 3096 h 141709"/>
                  <a:gd name="connsiteX2" fmla="*/ 595706 w 595706"/>
                  <a:gd name="connsiteY2" fmla="*/ 99527 h 141709"/>
                  <a:gd name="connsiteX3" fmla="*/ 1361 w 595706"/>
                  <a:gd name="connsiteY3" fmla="*/ 141709 h 141709"/>
                  <a:gd name="connsiteX4" fmla="*/ 0 w 595706"/>
                  <a:gd name="connsiteY4" fmla="*/ 24472 h 141709"/>
                  <a:gd name="connsiteX0" fmla="*/ 0 w 595706"/>
                  <a:gd name="connsiteY0" fmla="*/ 24267 h 141504"/>
                  <a:gd name="connsiteX1" fmla="*/ 595706 w 595706"/>
                  <a:gd name="connsiteY1" fmla="*/ 2891 h 141504"/>
                  <a:gd name="connsiteX2" fmla="*/ 595706 w 595706"/>
                  <a:gd name="connsiteY2" fmla="*/ 99322 h 141504"/>
                  <a:gd name="connsiteX3" fmla="*/ 1361 w 595706"/>
                  <a:gd name="connsiteY3" fmla="*/ 141504 h 141504"/>
                  <a:gd name="connsiteX4" fmla="*/ 0 w 595706"/>
                  <a:gd name="connsiteY4" fmla="*/ 24267 h 141504"/>
                  <a:gd name="connsiteX0" fmla="*/ 0 w 595706"/>
                  <a:gd name="connsiteY0" fmla="*/ 24472 h 141709"/>
                  <a:gd name="connsiteX1" fmla="*/ 595706 w 595706"/>
                  <a:gd name="connsiteY1" fmla="*/ 3096 h 141709"/>
                  <a:gd name="connsiteX2" fmla="*/ 595706 w 595706"/>
                  <a:gd name="connsiteY2" fmla="*/ 99527 h 141709"/>
                  <a:gd name="connsiteX3" fmla="*/ 1361 w 595706"/>
                  <a:gd name="connsiteY3" fmla="*/ 141709 h 141709"/>
                  <a:gd name="connsiteX4" fmla="*/ 0 w 595706"/>
                  <a:gd name="connsiteY4" fmla="*/ 24472 h 141709"/>
                  <a:gd name="connsiteX0" fmla="*/ 0 w 595706"/>
                  <a:gd name="connsiteY0" fmla="*/ 24472 h 141709"/>
                  <a:gd name="connsiteX1" fmla="*/ 594353 w 595706"/>
                  <a:gd name="connsiteY1" fmla="*/ 3096 h 141709"/>
                  <a:gd name="connsiteX2" fmla="*/ 595706 w 595706"/>
                  <a:gd name="connsiteY2" fmla="*/ 99527 h 141709"/>
                  <a:gd name="connsiteX3" fmla="*/ 1361 w 595706"/>
                  <a:gd name="connsiteY3" fmla="*/ 141709 h 141709"/>
                  <a:gd name="connsiteX4" fmla="*/ 0 w 595706"/>
                  <a:gd name="connsiteY4" fmla="*/ 24472 h 141709"/>
                  <a:gd name="connsiteX0" fmla="*/ 124 w 595830"/>
                  <a:gd name="connsiteY0" fmla="*/ 24472 h 141709"/>
                  <a:gd name="connsiteX1" fmla="*/ 594477 w 595830"/>
                  <a:gd name="connsiteY1" fmla="*/ 3096 h 141709"/>
                  <a:gd name="connsiteX2" fmla="*/ 595830 w 595830"/>
                  <a:gd name="connsiteY2" fmla="*/ 99527 h 141709"/>
                  <a:gd name="connsiteX3" fmla="*/ 131 w 595830"/>
                  <a:gd name="connsiteY3" fmla="*/ 141709 h 141709"/>
                  <a:gd name="connsiteX4" fmla="*/ 124 w 595830"/>
                  <a:gd name="connsiteY4" fmla="*/ 24472 h 141709"/>
                  <a:gd name="connsiteX0" fmla="*/ 124 w 597179"/>
                  <a:gd name="connsiteY0" fmla="*/ 25207 h 142444"/>
                  <a:gd name="connsiteX1" fmla="*/ 597179 w 597179"/>
                  <a:gd name="connsiteY1" fmla="*/ 481 h 142444"/>
                  <a:gd name="connsiteX2" fmla="*/ 595830 w 597179"/>
                  <a:gd name="connsiteY2" fmla="*/ 100262 h 142444"/>
                  <a:gd name="connsiteX3" fmla="*/ 131 w 597179"/>
                  <a:gd name="connsiteY3" fmla="*/ 142444 h 142444"/>
                  <a:gd name="connsiteX4" fmla="*/ 124 w 597179"/>
                  <a:gd name="connsiteY4" fmla="*/ 25207 h 142444"/>
                  <a:gd name="connsiteX0" fmla="*/ 124 w 595889"/>
                  <a:gd name="connsiteY0" fmla="*/ 25842 h 143079"/>
                  <a:gd name="connsiteX1" fmla="*/ 594477 w 595889"/>
                  <a:gd name="connsiteY1" fmla="*/ 0 h 143079"/>
                  <a:gd name="connsiteX2" fmla="*/ 595830 w 595889"/>
                  <a:gd name="connsiteY2" fmla="*/ 100897 h 143079"/>
                  <a:gd name="connsiteX3" fmla="*/ 131 w 595889"/>
                  <a:gd name="connsiteY3" fmla="*/ 143079 h 143079"/>
                  <a:gd name="connsiteX4" fmla="*/ 124 w 595889"/>
                  <a:gd name="connsiteY4" fmla="*/ 25842 h 143079"/>
                  <a:gd name="connsiteX0" fmla="*/ 124 w 595889"/>
                  <a:gd name="connsiteY0" fmla="*/ 24713 h 141950"/>
                  <a:gd name="connsiteX1" fmla="*/ 594477 w 595889"/>
                  <a:gd name="connsiteY1" fmla="*/ 2221 h 141950"/>
                  <a:gd name="connsiteX2" fmla="*/ 595830 w 595889"/>
                  <a:gd name="connsiteY2" fmla="*/ 99768 h 141950"/>
                  <a:gd name="connsiteX3" fmla="*/ 131 w 595889"/>
                  <a:gd name="connsiteY3" fmla="*/ 141950 h 141950"/>
                  <a:gd name="connsiteX4" fmla="*/ 124 w 595889"/>
                  <a:gd name="connsiteY4" fmla="*/ 24713 h 141950"/>
                  <a:gd name="connsiteX0" fmla="*/ 124 w 595959"/>
                  <a:gd name="connsiteY0" fmla="*/ 24713 h 141950"/>
                  <a:gd name="connsiteX1" fmla="*/ 595828 w 595959"/>
                  <a:gd name="connsiteY1" fmla="*/ 2221 h 141950"/>
                  <a:gd name="connsiteX2" fmla="*/ 595830 w 595959"/>
                  <a:gd name="connsiteY2" fmla="*/ 99768 h 141950"/>
                  <a:gd name="connsiteX3" fmla="*/ 131 w 595959"/>
                  <a:gd name="connsiteY3" fmla="*/ 141950 h 141950"/>
                  <a:gd name="connsiteX4" fmla="*/ 124 w 595959"/>
                  <a:gd name="connsiteY4" fmla="*/ 24713 h 141950"/>
                  <a:gd name="connsiteX0" fmla="*/ 124 w 595959"/>
                  <a:gd name="connsiteY0" fmla="*/ 24925 h 142162"/>
                  <a:gd name="connsiteX1" fmla="*/ 595828 w 595959"/>
                  <a:gd name="connsiteY1" fmla="*/ 2433 h 142162"/>
                  <a:gd name="connsiteX2" fmla="*/ 595830 w 595959"/>
                  <a:gd name="connsiteY2" fmla="*/ 99980 h 142162"/>
                  <a:gd name="connsiteX3" fmla="*/ 131 w 595959"/>
                  <a:gd name="connsiteY3" fmla="*/ 142162 h 142162"/>
                  <a:gd name="connsiteX4" fmla="*/ 124 w 595959"/>
                  <a:gd name="connsiteY4" fmla="*/ 24925 h 142162"/>
                  <a:gd name="connsiteX0" fmla="*/ 124 w 595959"/>
                  <a:gd name="connsiteY0" fmla="*/ 22492 h 139729"/>
                  <a:gd name="connsiteX1" fmla="*/ 595828 w 595959"/>
                  <a:gd name="connsiteY1" fmla="*/ 0 h 139729"/>
                  <a:gd name="connsiteX2" fmla="*/ 595830 w 595959"/>
                  <a:gd name="connsiteY2" fmla="*/ 97547 h 139729"/>
                  <a:gd name="connsiteX3" fmla="*/ 131 w 595959"/>
                  <a:gd name="connsiteY3" fmla="*/ 139729 h 139729"/>
                  <a:gd name="connsiteX4" fmla="*/ 124 w 595959"/>
                  <a:gd name="connsiteY4" fmla="*/ 22492 h 139729"/>
                  <a:gd name="connsiteX0" fmla="*/ 124 w 595959"/>
                  <a:gd name="connsiteY0" fmla="*/ 25585 h 142822"/>
                  <a:gd name="connsiteX1" fmla="*/ 595828 w 595959"/>
                  <a:gd name="connsiteY1" fmla="*/ 3093 h 142822"/>
                  <a:gd name="connsiteX2" fmla="*/ 595830 w 595959"/>
                  <a:gd name="connsiteY2" fmla="*/ 100640 h 142822"/>
                  <a:gd name="connsiteX3" fmla="*/ 131 w 595959"/>
                  <a:gd name="connsiteY3" fmla="*/ 142822 h 142822"/>
                  <a:gd name="connsiteX4" fmla="*/ 124 w 595959"/>
                  <a:gd name="connsiteY4" fmla="*/ 25585 h 142822"/>
                  <a:gd name="connsiteX0" fmla="*/ 124 w 595959"/>
                  <a:gd name="connsiteY0" fmla="*/ 25585 h 142822"/>
                  <a:gd name="connsiteX1" fmla="*/ 595828 w 595959"/>
                  <a:gd name="connsiteY1" fmla="*/ 3093 h 142822"/>
                  <a:gd name="connsiteX2" fmla="*/ 595830 w 595959"/>
                  <a:gd name="connsiteY2" fmla="*/ 100640 h 142822"/>
                  <a:gd name="connsiteX3" fmla="*/ 131 w 595959"/>
                  <a:gd name="connsiteY3" fmla="*/ 142822 h 142822"/>
                  <a:gd name="connsiteX4" fmla="*/ 124 w 595959"/>
                  <a:gd name="connsiteY4" fmla="*/ 25585 h 142822"/>
                  <a:gd name="connsiteX0" fmla="*/ 124 w 595959"/>
                  <a:gd name="connsiteY0" fmla="*/ 26512 h 143749"/>
                  <a:gd name="connsiteX1" fmla="*/ 595828 w 595959"/>
                  <a:gd name="connsiteY1" fmla="*/ 4020 h 143749"/>
                  <a:gd name="connsiteX2" fmla="*/ 595830 w 595959"/>
                  <a:gd name="connsiteY2" fmla="*/ 101567 h 143749"/>
                  <a:gd name="connsiteX3" fmla="*/ 131 w 595959"/>
                  <a:gd name="connsiteY3" fmla="*/ 143749 h 143749"/>
                  <a:gd name="connsiteX4" fmla="*/ 124 w 595959"/>
                  <a:gd name="connsiteY4" fmla="*/ 26512 h 143749"/>
                  <a:gd name="connsiteX0" fmla="*/ 124 w 595959"/>
                  <a:gd name="connsiteY0" fmla="*/ 26512 h 143749"/>
                  <a:gd name="connsiteX1" fmla="*/ 595828 w 595959"/>
                  <a:gd name="connsiteY1" fmla="*/ 4020 h 143749"/>
                  <a:gd name="connsiteX2" fmla="*/ 595830 w 595959"/>
                  <a:gd name="connsiteY2" fmla="*/ 101567 h 143749"/>
                  <a:gd name="connsiteX3" fmla="*/ 131 w 595959"/>
                  <a:gd name="connsiteY3" fmla="*/ 143749 h 143749"/>
                  <a:gd name="connsiteX4" fmla="*/ 124 w 595959"/>
                  <a:gd name="connsiteY4" fmla="*/ 26512 h 143749"/>
                  <a:gd name="connsiteX0" fmla="*/ 124 w 595959"/>
                  <a:gd name="connsiteY0" fmla="*/ 28496 h 145733"/>
                  <a:gd name="connsiteX1" fmla="*/ 595828 w 595959"/>
                  <a:gd name="connsiteY1" fmla="*/ 6004 h 145733"/>
                  <a:gd name="connsiteX2" fmla="*/ 595830 w 595959"/>
                  <a:gd name="connsiteY2" fmla="*/ 103551 h 145733"/>
                  <a:gd name="connsiteX3" fmla="*/ 131 w 595959"/>
                  <a:gd name="connsiteY3" fmla="*/ 145733 h 145733"/>
                  <a:gd name="connsiteX4" fmla="*/ 124 w 595959"/>
                  <a:gd name="connsiteY4" fmla="*/ 28496 h 14573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856"/>
                  <a:gd name="connsiteY0" fmla="*/ 41841 h 159078"/>
                  <a:gd name="connsiteX1" fmla="*/ 591261 w 595856"/>
                  <a:gd name="connsiteY1" fmla="*/ 0 h 159078"/>
                  <a:gd name="connsiteX2" fmla="*/ 595830 w 595856"/>
                  <a:gd name="connsiteY2" fmla="*/ 116896 h 159078"/>
                  <a:gd name="connsiteX3" fmla="*/ 131 w 595856"/>
                  <a:gd name="connsiteY3" fmla="*/ 159078 h 159078"/>
                  <a:gd name="connsiteX4" fmla="*/ 124 w 595856"/>
                  <a:gd name="connsiteY4" fmla="*/ 41841 h 159078"/>
                  <a:gd name="connsiteX0" fmla="*/ 124 w 595959"/>
                  <a:gd name="connsiteY0" fmla="*/ 41841 h 159078"/>
                  <a:gd name="connsiteX1" fmla="*/ 595828 w 595959"/>
                  <a:gd name="connsiteY1" fmla="*/ 0 h 159078"/>
                  <a:gd name="connsiteX2" fmla="*/ 595830 w 595959"/>
                  <a:gd name="connsiteY2" fmla="*/ 116896 h 159078"/>
                  <a:gd name="connsiteX3" fmla="*/ 131 w 595959"/>
                  <a:gd name="connsiteY3" fmla="*/ 159078 h 159078"/>
                  <a:gd name="connsiteX4" fmla="*/ 124 w 595959"/>
                  <a:gd name="connsiteY4" fmla="*/ 41841 h 159078"/>
                  <a:gd name="connsiteX0" fmla="*/ 124 w 597349"/>
                  <a:gd name="connsiteY0" fmla="*/ 42378 h 159615"/>
                  <a:gd name="connsiteX1" fmla="*/ 597349 w 597349"/>
                  <a:gd name="connsiteY1" fmla="*/ 0 h 159615"/>
                  <a:gd name="connsiteX2" fmla="*/ 595830 w 597349"/>
                  <a:gd name="connsiteY2" fmla="*/ 117433 h 159615"/>
                  <a:gd name="connsiteX3" fmla="*/ 131 w 597349"/>
                  <a:gd name="connsiteY3" fmla="*/ 159615 h 159615"/>
                  <a:gd name="connsiteX4" fmla="*/ 124 w 597349"/>
                  <a:gd name="connsiteY4" fmla="*/ 42378 h 159615"/>
                  <a:gd name="connsiteX0" fmla="*/ 124 w 600443"/>
                  <a:gd name="connsiteY0" fmla="*/ 42378 h 159615"/>
                  <a:gd name="connsiteX1" fmla="*/ 597349 w 600443"/>
                  <a:gd name="connsiteY1" fmla="*/ 0 h 159615"/>
                  <a:gd name="connsiteX2" fmla="*/ 600408 w 600443"/>
                  <a:gd name="connsiteY2" fmla="*/ 117433 h 159615"/>
                  <a:gd name="connsiteX3" fmla="*/ 131 w 600443"/>
                  <a:gd name="connsiteY3" fmla="*/ 159615 h 159615"/>
                  <a:gd name="connsiteX4" fmla="*/ 124 w 600443"/>
                  <a:gd name="connsiteY4" fmla="*/ 42378 h 159615"/>
                  <a:gd name="connsiteX0" fmla="*/ 124 w 600537"/>
                  <a:gd name="connsiteY0" fmla="*/ 42378 h 159615"/>
                  <a:gd name="connsiteX1" fmla="*/ 600401 w 600537"/>
                  <a:gd name="connsiteY1" fmla="*/ 0 h 159615"/>
                  <a:gd name="connsiteX2" fmla="*/ 600408 w 600537"/>
                  <a:gd name="connsiteY2" fmla="*/ 117433 h 159615"/>
                  <a:gd name="connsiteX3" fmla="*/ 131 w 600537"/>
                  <a:gd name="connsiteY3" fmla="*/ 159615 h 159615"/>
                  <a:gd name="connsiteX4" fmla="*/ 124 w 600537"/>
                  <a:gd name="connsiteY4" fmla="*/ 42378 h 1596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00537" h="159615">
                    <a:moveTo>
                      <a:pt x="124" y="42378"/>
                    </a:moveTo>
                    <a:cubicBezTo>
                      <a:pt x="296414" y="-50243"/>
                      <a:pt x="418111" y="75773"/>
                      <a:pt x="600401" y="0"/>
                    </a:cubicBezTo>
                    <a:cubicBezTo>
                      <a:pt x="599951" y="33260"/>
                      <a:pt x="600858" y="84173"/>
                      <a:pt x="600408" y="117433"/>
                    </a:cubicBezTo>
                    <a:cubicBezTo>
                      <a:pt x="395490" y="192726"/>
                      <a:pt x="285331" y="62551"/>
                      <a:pt x="131" y="159615"/>
                    </a:cubicBezTo>
                    <a:cubicBezTo>
                      <a:pt x="-323" y="114566"/>
                      <a:pt x="578" y="87427"/>
                      <a:pt x="124" y="42378"/>
                    </a:cubicBezTo>
                    <a:close/>
                  </a:path>
                </a:pathLst>
              </a:custGeom>
              <a:solidFill>
                <a:schemeClr val="accent2">
                  <a:lumMod val="40000"/>
                  <a:lumOff val="60000"/>
                </a:schemeClr>
              </a:solidFill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grpSp>
            <p:nvGrpSpPr>
              <p:cNvPr id="815" name="组合 814">
                <a:extLst>
                  <a:ext uri="{FF2B5EF4-FFF2-40B4-BE49-F238E27FC236}">
                    <a16:creationId xmlns:a16="http://schemas.microsoft.com/office/drawing/2014/main" id="{BD621120-FBF2-BF60-551B-376B7E2791C8}"/>
                  </a:ext>
                </a:extLst>
              </p:cNvPr>
              <p:cNvGrpSpPr/>
              <p:nvPr/>
            </p:nvGrpSpPr>
            <p:grpSpPr>
              <a:xfrm>
                <a:off x="5766806" y="6517241"/>
                <a:ext cx="621640" cy="663817"/>
                <a:chOff x="5040167" y="6521415"/>
                <a:chExt cx="621640" cy="663817"/>
              </a:xfrm>
            </p:grpSpPr>
            <p:sp>
              <p:nvSpPr>
                <p:cNvPr id="816" name="矩形 1174">
                  <a:extLst>
                    <a:ext uri="{FF2B5EF4-FFF2-40B4-BE49-F238E27FC236}">
                      <a16:creationId xmlns:a16="http://schemas.microsoft.com/office/drawing/2014/main" id="{A4A9384D-F4D2-513D-74E9-929BCA2A5854}"/>
                    </a:ext>
                  </a:extLst>
                </p:cNvPr>
                <p:cNvSpPr/>
                <p:nvPr/>
              </p:nvSpPr>
              <p:spPr>
                <a:xfrm rot="10800000">
                  <a:off x="5041542" y="6760560"/>
                  <a:ext cx="618706" cy="201627"/>
                </a:xfrm>
                <a:custGeom>
                  <a:avLst/>
                  <a:gdLst>
                    <a:gd name="connsiteX0" fmla="*/ 0 w 595706"/>
                    <a:gd name="connsiteY0" fmla="*/ 0 h 92965"/>
                    <a:gd name="connsiteX1" fmla="*/ 595706 w 595706"/>
                    <a:gd name="connsiteY1" fmla="*/ 0 h 92965"/>
                    <a:gd name="connsiteX2" fmla="*/ 595706 w 595706"/>
                    <a:gd name="connsiteY2" fmla="*/ 92965 h 92965"/>
                    <a:gd name="connsiteX3" fmla="*/ 0 w 595706"/>
                    <a:gd name="connsiteY3" fmla="*/ 92965 h 92965"/>
                    <a:gd name="connsiteX4" fmla="*/ 0 w 595706"/>
                    <a:gd name="connsiteY4" fmla="*/ 0 h 92965"/>
                    <a:gd name="connsiteX0" fmla="*/ 0 w 595706"/>
                    <a:gd name="connsiteY0" fmla="*/ 0 h 135147"/>
                    <a:gd name="connsiteX1" fmla="*/ 595706 w 595706"/>
                    <a:gd name="connsiteY1" fmla="*/ 0 h 135147"/>
                    <a:gd name="connsiteX2" fmla="*/ 595706 w 595706"/>
                    <a:gd name="connsiteY2" fmla="*/ 92965 h 135147"/>
                    <a:gd name="connsiteX3" fmla="*/ 1361 w 595706"/>
                    <a:gd name="connsiteY3" fmla="*/ 135147 h 135147"/>
                    <a:gd name="connsiteX4" fmla="*/ 0 w 595706"/>
                    <a:gd name="connsiteY4" fmla="*/ 0 h 135147"/>
                    <a:gd name="connsiteX0" fmla="*/ 0 w 595706"/>
                    <a:gd name="connsiteY0" fmla="*/ 0 h 135147"/>
                    <a:gd name="connsiteX1" fmla="*/ 595706 w 595706"/>
                    <a:gd name="connsiteY1" fmla="*/ 0 h 135147"/>
                    <a:gd name="connsiteX2" fmla="*/ 595706 w 595706"/>
                    <a:gd name="connsiteY2" fmla="*/ 92965 h 135147"/>
                    <a:gd name="connsiteX3" fmla="*/ 1361 w 595706"/>
                    <a:gd name="connsiteY3" fmla="*/ 135147 h 135147"/>
                    <a:gd name="connsiteX4" fmla="*/ 0 w 595706"/>
                    <a:gd name="connsiteY4" fmla="*/ 0 h 135147"/>
                    <a:gd name="connsiteX0" fmla="*/ 0 w 595706"/>
                    <a:gd name="connsiteY0" fmla="*/ 0 h 135147"/>
                    <a:gd name="connsiteX1" fmla="*/ 595706 w 595706"/>
                    <a:gd name="connsiteY1" fmla="*/ 0 h 135147"/>
                    <a:gd name="connsiteX2" fmla="*/ 595706 w 595706"/>
                    <a:gd name="connsiteY2" fmla="*/ 92965 h 135147"/>
                    <a:gd name="connsiteX3" fmla="*/ 1361 w 595706"/>
                    <a:gd name="connsiteY3" fmla="*/ 135147 h 135147"/>
                    <a:gd name="connsiteX4" fmla="*/ 0 w 595706"/>
                    <a:gd name="connsiteY4" fmla="*/ 0 h 135147"/>
                    <a:gd name="connsiteX0" fmla="*/ 0 w 595706"/>
                    <a:gd name="connsiteY0" fmla="*/ 0 h 135147"/>
                    <a:gd name="connsiteX1" fmla="*/ 595706 w 595706"/>
                    <a:gd name="connsiteY1" fmla="*/ 0 h 135147"/>
                    <a:gd name="connsiteX2" fmla="*/ 595706 w 595706"/>
                    <a:gd name="connsiteY2" fmla="*/ 92965 h 135147"/>
                    <a:gd name="connsiteX3" fmla="*/ 1361 w 595706"/>
                    <a:gd name="connsiteY3" fmla="*/ 135147 h 135147"/>
                    <a:gd name="connsiteX4" fmla="*/ 0 w 595706"/>
                    <a:gd name="connsiteY4" fmla="*/ 0 h 135147"/>
                    <a:gd name="connsiteX0" fmla="*/ 1422 w 594406"/>
                    <a:gd name="connsiteY0" fmla="*/ 21376 h 135147"/>
                    <a:gd name="connsiteX1" fmla="*/ 594406 w 594406"/>
                    <a:gd name="connsiteY1" fmla="*/ 0 h 135147"/>
                    <a:gd name="connsiteX2" fmla="*/ 594406 w 594406"/>
                    <a:gd name="connsiteY2" fmla="*/ 92965 h 135147"/>
                    <a:gd name="connsiteX3" fmla="*/ 61 w 594406"/>
                    <a:gd name="connsiteY3" fmla="*/ 135147 h 135147"/>
                    <a:gd name="connsiteX4" fmla="*/ 1422 w 594406"/>
                    <a:gd name="connsiteY4" fmla="*/ 21376 h 135147"/>
                    <a:gd name="connsiteX0" fmla="*/ 1422 w 594406"/>
                    <a:gd name="connsiteY0" fmla="*/ 15599 h 135147"/>
                    <a:gd name="connsiteX1" fmla="*/ 594406 w 594406"/>
                    <a:gd name="connsiteY1" fmla="*/ 0 h 135147"/>
                    <a:gd name="connsiteX2" fmla="*/ 594406 w 594406"/>
                    <a:gd name="connsiteY2" fmla="*/ 92965 h 135147"/>
                    <a:gd name="connsiteX3" fmla="*/ 61 w 594406"/>
                    <a:gd name="connsiteY3" fmla="*/ 135147 h 135147"/>
                    <a:gd name="connsiteX4" fmla="*/ 1422 w 594406"/>
                    <a:gd name="connsiteY4" fmla="*/ 15599 h 135147"/>
                    <a:gd name="connsiteX0" fmla="*/ 131 w 594476"/>
                    <a:gd name="connsiteY0" fmla="*/ 4622 h 135147"/>
                    <a:gd name="connsiteX1" fmla="*/ 594476 w 594476"/>
                    <a:gd name="connsiteY1" fmla="*/ 0 h 135147"/>
                    <a:gd name="connsiteX2" fmla="*/ 594476 w 594476"/>
                    <a:gd name="connsiteY2" fmla="*/ 92965 h 135147"/>
                    <a:gd name="connsiteX3" fmla="*/ 131 w 594476"/>
                    <a:gd name="connsiteY3" fmla="*/ 135147 h 135147"/>
                    <a:gd name="connsiteX4" fmla="*/ 131 w 594476"/>
                    <a:gd name="connsiteY4" fmla="*/ 4622 h 135147"/>
                    <a:gd name="connsiteX0" fmla="*/ 0 w 595706"/>
                    <a:gd name="connsiteY0" fmla="*/ 17910 h 135147"/>
                    <a:gd name="connsiteX1" fmla="*/ 595706 w 595706"/>
                    <a:gd name="connsiteY1" fmla="*/ 0 h 135147"/>
                    <a:gd name="connsiteX2" fmla="*/ 595706 w 595706"/>
                    <a:gd name="connsiteY2" fmla="*/ 92965 h 135147"/>
                    <a:gd name="connsiteX3" fmla="*/ 1361 w 595706"/>
                    <a:gd name="connsiteY3" fmla="*/ 135147 h 135147"/>
                    <a:gd name="connsiteX4" fmla="*/ 0 w 595706"/>
                    <a:gd name="connsiteY4" fmla="*/ 17910 h 135147"/>
                    <a:gd name="connsiteX0" fmla="*/ 0 w 595706"/>
                    <a:gd name="connsiteY0" fmla="*/ 17910 h 135147"/>
                    <a:gd name="connsiteX1" fmla="*/ 595706 w 595706"/>
                    <a:gd name="connsiteY1" fmla="*/ 0 h 135147"/>
                    <a:gd name="connsiteX2" fmla="*/ 595706 w 595706"/>
                    <a:gd name="connsiteY2" fmla="*/ 92965 h 135147"/>
                    <a:gd name="connsiteX3" fmla="*/ 1361 w 595706"/>
                    <a:gd name="connsiteY3" fmla="*/ 135147 h 135147"/>
                    <a:gd name="connsiteX4" fmla="*/ 0 w 595706"/>
                    <a:gd name="connsiteY4" fmla="*/ 17910 h 135147"/>
                    <a:gd name="connsiteX0" fmla="*/ 0 w 595706"/>
                    <a:gd name="connsiteY0" fmla="*/ 17910 h 135147"/>
                    <a:gd name="connsiteX1" fmla="*/ 595706 w 595706"/>
                    <a:gd name="connsiteY1" fmla="*/ 0 h 135147"/>
                    <a:gd name="connsiteX2" fmla="*/ 595706 w 595706"/>
                    <a:gd name="connsiteY2" fmla="*/ 92965 h 135147"/>
                    <a:gd name="connsiteX3" fmla="*/ 1361 w 595706"/>
                    <a:gd name="connsiteY3" fmla="*/ 135147 h 135147"/>
                    <a:gd name="connsiteX4" fmla="*/ 0 w 595706"/>
                    <a:gd name="connsiteY4" fmla="*/ 17910 h 135147"/>
                    <a:gd name="connsiteX0" fmla="*/ 0 w 595706"/>
                    <a:gd name="connsiteY0" fmla="*/ 17910 h 135147"/>
                    <a:gd name="connsiteX1" fmla="*/ 595706 w 595706"/>
                    <a:gd name="connsiteY1" fmla="*/ 0 h 135147"/>
                    <a:gd name="connsiteX2" fmla="*/ 595706 w 595706"/>
                    <a:gd name="connsiteY2" fmla="*/ 92965 h 135147"/>
                    <a:gd name="connsiteX3" fmla="*/ 1361 w 595706"/>
                    <a:gd name="connsiteY3" fmla="*/ 135147 h 135147"/>
                    <a:gd name="connsiteX4" fmla="*/ 0 w 595706"/>
                    <a:gd name="connsiteY4" fmla="*/ 17910 h 135147"/>
                    <a:gd name="connsiteX0" fmla="*/ 0 w 595706"/>
                    <a:gd name="connsiteY0" fmla="*/ 22423 h 139660"/>
                    <a:gd name="connsiteX1" fmla="*/ 595706 w 595706"/>
                    <a:gd name="connsiteY1" fmla="*/ 4513 h 139660"/>
                    <a:gd name="connsiteX2" fmla="*/ 595706 w 595706"/>
                    <a:gd name="connsiteY2" fmla="*/ 97478 h 139660"/>
                    <a:gd name="connsiteX3" fmla="*/ 1361 w 595706"/>
                    <a:gd name="connsiteY3" fmla="*/ 139660 h 139660"/>
                    <a:gd name="connsiteX4" fmla="*/ 0 w 595706"/>
                    <a:gd name="connsiteY4" fmla="*/ 22423 h 139660"/>
                    <a:gd name="connsiteX0" fmla="*/ 0 w 595706"/>
                    <a:gd name="connsiteY0" fmla="*/ 26413 h 143650"/>
                    <a:gd name="connsiteX1" fmla="*/ 595706 w 595706"/>
                    <a:gd name="connsiteY1" fmla="*/ 8503 h 143650"/>
                    <a:gd name="connsiteX2" fmla="*/ 595706 w 595706"/>
                    <a:gd name="connsiteY2" fmla="*/ 101468 h 143650"/>
                    <a:gd name="connsiteX3" fmla="*/ 1361 w 595706"/>
                    <a:gd name="connsiteY3" fmla="*/ 143650 h 143650"/>
                    <a:gd name="connsiteX4" fmla="*/ 0 w 595706"/>
                    <a:gd name="connsiteY4" fmla="*/ 26413 h 143650"/>
                    <a:gd name="connsiteX0" fmla="*/ 0 w 595706"/>
                    <a:gd name="connsiteY0" fmla="*/ 21286 h 138523"/>
                    <a:gd name="connsiteX1" fmla="*/ 595706 w 595706"/>
                    <a:gd name="connsiteY1" fmla="*/ 3376 h 138523"/>
                    <a:gd name="connsiteX2" fmla="*/ 595706 w 595706"/>
                    <a:gd name="connsiteY2" fmla="*/ 96341 h 138523"/>
                    <a:gd name="connsiteX3" fmla="*/ 1361 w 595706"/>
                    <a:gd name="connsiteY3" fmla="*/ 138523 h 138523"/>
                    <a:gd name="connsiteX4" fmla="*/ 0 w 595706"/>
                    <a:gd name="connsiteY4" fmla="*/ 21286 h 138523"/>
                    <a:gd name="connsiteX0" fmla="*/ 0 w 595706"/>
                    <a:gd name="connsiteY0" fmla="*/ 22534 h 139771"/>
                    <a:gd name="connsiteX1" fmla="*/ 595706 w 595706"/>
                    <a:gd name="connsiteY1" fmla="*/ 4624 h 139771"/>
                    <a:gd name="connsiteX2" fmla="*/ 595706 w 595706"/>
                    <a:gd name="connsiteY2" fmla="*/ 97589 h 139771"/>
                    <a:gd name="connsiteX3" fmla="*/ 1361 w 595706"/>
                    <a:gd name="connsiteY3" fmla="*/ 139771 h 139771"/>
                    <a:gd name="connsiteX4" fmla="*/ 0 w 595706"/>
                    <a:gd name="connsiteY4" fmla="*/ 22534 h 139771"/>
                    <a:gd name="connsiteX0" fmla="*/ 0 w 595706"/>
                    <a:gd name="connsiteY0" fmla="*/ 23494 h 140731"/>
                    <a:gd name="connsiteX1" fmla="*/ 595706 w 595706"/>
                    <a:gd name="connsiteY1" fmla="*/ 2118 h 140731"/>
                    <a:gd name="connsiteX2" fmla="*/ 595706 w 595706"/>
                    <a:gd name="connsiteY2" fmla="*/ 98549 h 140731"/>
                    <a:gd name="connsiteX3" fmla="*/ 1361 w 595706"/>
                    <a:gd name="connsiteY3" fmla="*/ 140731 h 140731"/>
                    <a:gd name="connsiteX4" fmla="*/ 0 w 595706"/>
                    <a:gd name="connsiteY4" fmla="*/ 23494 h 140731"/>
                    <a:gd name="connsiteX0" fmla="*/ 0 w 595706"/>
                    <a:gd name="connsiteY0" fmla="*/ 23494 h 140731"/>
                    <a:gd name="connsiteX1" fmla="*/ 595706 w 595706"/>
                    <a:gd name="connsiteY1" fmla="*/ 2118 h 140731"/>
                    <a:gd name="connsiteX2" fmla="*/ 595706 w 595706"/>
                    <a:gd name="connsiteY2" fmla="*/ 98549 h 140731"/>
                    <a:gd name="connsiteX3" fmla="*/ 1361 w 595706"/>
                    <a:gd name="connsiteY3" fmla="*/ 140731 h 140731"/>
                    <a:gd name="connsiteX4" fmla="*/ 0 w 595706"/>
                    <a:gd name="connsiteY4" fmla="*/ 23494 h 140731"/>
                    <a:gd name="connsiteX0" fmla="*/ 0 w 595706"/>
                    <a:gd name="connsiteY0" fmla="*/ 25030 h 142267"/>
                    <a:gd name="connsiteX1" fmla="*/ 595706 w 595706"/>
                    <a:gd name="connsiteY1" fmla="*/ 3654 h 142267"/>
                    <a:gd name="connsiteX2" fmla="*/ 595706 w 595706"/>
                    <a:gd name="connsiteY2" fmla="*/ 100085 h 142267"/>
                    <a:gd name="connsiteX3" fmla="*/ 1361 w 595706"/>
                    <a:gd name="connsiteY3" fmla="*/ 142267 h 142267"/>
                    <a:gd name="connsiteX4" fmla="*/ 0 w 595706"/>
                    <a:gd name="connsiteY4" fmla="*/ 25030 h 142267"/>
                    <a:gd name="connsiteX0" fmla="*/ 0 w 595706"/>
                    <a:gd name="connsiteY0" fmla="*/ 22091 h 139328"/>
                    <a:gd name="connsiteX1" fmla="*/ 595706 w 595706"/>
                    <a:gd name="connsiteY1" fmla="*/ 715 h 139328"/>
                    <a:gd name="connsiteX2" fmla="*/ 595706 w 595706"/>
                    <a:gd name="connsiteY2" fmla="*/ 97146 h 139328"/>
                    <a:gd name="connsiteX3" fmla="*/ 1361 w 595706"/>
                    <a:gd name="connsiteY3" fmla="*/ 139328 h 139328"/>
                    <a:gd name="connsiteX4" fmla="*/ 0 w 595706"/>
                    <a:gd name="connsiteY4" fmla="*/ 22091 h 139328"/>
                    <a:gd name="connsiteX0" fmla="*/ 0 w 595706"/>
                    <a:gd name="connsiteY0" fmla="*/ 23573 h 140810"/>
                    <a:gd name="connsiteX1" fmla="*/ 595706 w 595706"/>
                    <a:gd name="connsiteY1" fmla="*/ 2197 h 140810"/>
                    <a:gd name="connsiteX2" fmla="*/ 595706 w 595706"/>
                    <a:gd name="connsiteY2" fmla="*/ 98628 h 140810"/>
                    <a:gd name="connsiteX3" fmla="*/ 1361 w 595706"/>
                    <a:gd name="connsiteY3" fmla="*/ 140810 h 140810"/>
                    <a:gd name="connsiteX4" fmla="*/ 0 w 595706"/>
                    <a:gd name="connsiteY4" fmla="*/ 23573 h 140810"/>
                    <a:gd name="connsiteX0" fmla="*/ 0 w 595706"/>
                    <a:gd name="connsiteY0" fmla="*/ 21908 h 139145"/>
                    <a:gd name="connsiteX1" fmla="*/ 595706 w 595706"/>
                    <a:gd name="connsiteY1" fmla="*/ 532 h 139145"/>
                    <a:gd name="connsiteX2" fmla="*/ 595706 w 595706"/>
                    <a:gd name="connsiteY2" fmla="*/ 96963 h 139145"/>
                    <a:gd name="connsiteX3" fmla="*/ 1361 w 595706"/>
                    <a:gd name="connsiteY3" fmla="*/ 139145 h 139145"/>
                    <a:gd name="connsiteX4" fmla="*/ 0 w 595706"/>
                    <a:gd name="connsiteY4" fmla="*/ 21908 h 139145"/>
                    <a:gd name="connsiteX0" fmla="*/ 0 w 595706"/>
                    <a:gd name="connsiteY0" fmla="*/ 23863 h 141100"/>
                    <a:gd name="connsiteX1" fmla="*/ 595706 w 595706"/>
                    <a:gd name="connsiteY1" fmla="*/ 2487 h 141100"/>
                    <a:gd name="connsiteX2" fmla="*/ 595706 w 595706"/>
                    <a:gd name="connsiteY2" fmla="*/ 98918 h 141100"/>
                    <a:gd name="connsiteX3" fmla="*/ 1361 w 595706"/>
                    <a:gd name="connsiteY3" fmla="*/ 141100 h 141100"/>
                    <a:gd name="connsiteX4" fmla="*/ 0 w 595706"/>
                    <a:gd name="connsiteY4" fmla="*/ 23863 h 141100"/>
                    <a:gd name="connsiteX0" fmla="*/ 0 w 595706"/>
                    <a:gd name="connsiteY0" fmla="*/ 24472 h 141709"/>
                    <a:gd name="connsiteX1" fmla="*/ 595706 w 595706"/>
                    <a:gd name="connsiteY1" fmla="*/ 3096 h 141709"/>
                    <a:gd name="connsiteX2" fmla="*/ 595706 w 595706"/>
                    <a:gd name="connsiteY2" fmla="*/ 99527 h 141709"/>
                    <a:gd name="connsiteX3" fmla="*/ 1361 w 595706"/>
                    <a:gd name="connsiteY3" fmla="*/ 141709 h 141709"/>
                    <a:gd name="connsiteX4" fmla="*/ 0 w 595706"/>
                    <a:gd name="connsiteY4" fmla="*/ 24472 h 141709"/>
                    <a:gd name="connsiteX0" fmla="*/ 0 w 595706"/>
                    <a:gd name="connsiteY0" fmla="*/ 24267 h 141504"/>
                    <a:gd name="connsiteX1" fmla="*/ 595706 w 595706"/>
                    <a:gd name="connsiteY1" fmla="*/ 2891 h 141504"/>
                    <a:gd name="connsiteX2" fmla="*/ 595706 w 595706"/>
                    <a:gd name="connsiteY2" fmla="*/ 99322 h 141504"/>
                    <a:gd name="connsiteX3" fmla="*/ 1361 w 595706"/>
                    <a:gd name="connsiteY3" fmla="*/ 141504 h 141504"/>
                    <a:gd name="connsiteX4" fmla="*/ 0 w 595706"/>
                    <a:gd name="connsiteY4" fmla="*/ 24267 h 141504"/>
                    <a:gd name="connsiteX0" fmla="*/ 0 w 595706"/>
                    <a:gd name="connsiteY0" fmla="*/ 24472 h 141709"/>
                    <a:gd name="connsiteX1" fmla="*/ 595706 w 595706"/>
                    <a:gd name="connsiteY1" fmla="*/ 3096 h 141709"/>
                    <a:gd name="connsiteX2" fmla="*/ 595706 w 595706"/>
                    <a:gd name="connsiteY2" fmla="*/ 99527 h 141709"/>
                    <a:gd name="connsiteX3" fmla="*/ 1361 w 595706"/>
                    <a:gd name="connsiteY3" fmla="*/ 141709 h 141709"/>
                    <a:gd name="connsiteX4" fmla="*/ 0 w 595706"/>
                    <a:gd name="connsiteY4" fmla="*/ 24472 h 141709"/>
                    <a:gd name="connsiteX0" fmla="*/ 0 w 595706"/>
                    <a:gd name="connsiteY0" fmla="*/ 24472 h 141709"/>
                    <a:gd name="connsiteX1" fmla="*/ 594353 w 595706"/>
                    <a:gd name="connsiteY1" fmla="*/ 3096 h 141709"/>
                    <a:gd name="connsiteX2" fmla="*/ 595706 w 595706"/>
                    <a:gd name="connsiteY2" fmla="*/ 99527 h 141709"/>
                    <a:gd name="connsiteX3" fmla="*/ 1361 w 595706"/>
                    <a:gd name="connsiteY3" fmla="*/ 141709 h 141709"/>
                    <a:gd name="connsiteX4" fmla="*/ 0 w 595706"/>
                    <a:gd name="connsiteY4" fmla="*/ 24472 h 141709"/>
                    <a:gd name="connsiteX0" fmla="*/ 124 w 595830"/>
                    <a:gd name="connsiteY0" fmla="*/ 24472 h 141709"/>
                    <a:gd name="connsiteX1" fmla="*/ 594477 w 595830"/>
                    <a:gd name="connsiteY1" fmla="*/ 3096 h 141709"/>
                    <a:gd name="connsiteX2" fmla="*/ 595830 w 595830"/>
                    <a:gd name="connsiteY2" fmla="*/ 99527 h 141709"/>
                    <a:gd name="connsiteX3" fmla="*/ 131 w 595830"/>
                    <a:gd name="connsiteY3" fmla="*/ 141709 h 141709"/>
                    <a:gd name="connsiteX4" fmla="*/ 124 w 595830"/>
                    <a:gd name="connsiteY4" fmla="*/ 24472 h 141709"/>
                    <a:gd name="connsiteX0" fmla="*/ 124 w 597179"/>
                    <a:gd name="connsiteY0" fmla="*/ 25207 h 142444"/>
                    <a:gd name="connsiteX1" fmla="*/ 597179 w 597179"/>
                    <a:gd name="connsiteY1" fmla="*/ 481 h 142444"/>
                    <a:gd name="connsiteX2" fmla="*/ 595830 w 597179"/>
                    <a:gd name="connsiteY2" fmla="*/ 100262 h 142444"/>
                    <a:gd name="connsiteX3" fmla="*/ 131 w 597179"/>
                    <a:gd name="connsiteY3" fmla="*/ 142444 h 142444"/>
                    <a:gd name="connsiteX4" fmla="*/ 124 w 597179"/>
                    <a:gd name="connsiteY4" fmla="*/ 25207 h 142444"/>
                    <a:gd name="connsiteX0" fmla="*/ 124 w 595889"/>
                    <a:gd name="connsiteY0" fmla="*/ 25842 h 143079"/>
                    <a:gd name="connsiteX1" fmla="*/ 594477 w 595889"/>
                    <a:gd name="connsiteY1" fmla="*/ 0 h 143079"/>
                    <a:gd name="connsiteX2" fmla="*/ 595830 w 595889"/>
                    <a:gd name="connsiteY2" fmla="*/ 100897 h 143079"/>
                    <a:gd name="connsiteX3" fmla="*/ 131 w 595889"/>
                    <a:gd name="connsiteY3" fmla="*/ 143079 h 143079"/>
                    <a:gd name="connsiteX4" fmla="*/ 124 w 595889"/>
                    <a:gd name="connsiteY4" fmla="*/ 25842 h 143079"/>
                    <a:gd name="connsiteX0" fmla="*/ 124 w 595889"/>
                    <a:gd name="connsiteY0" fmla="*/ 24713 h 141950"/>
                    <a:gd name="connsiteX1" fmla="*/ 594477 w 595889"/>
                    <a:gd name="connsiteY1" fmla="*/ 2221 h 141950"/>
                    <a:gd name="connsiteX2" fmla="*/ 595830 w 595889"/>
                    <a:gd name="connsiteY2" fmla="*/ 99768 h 141950"/>
                    <a:gd name="connsiteX3" fmla="*/ 131 w 595889"/>
                    <a:gd name="connsiteY3" fmla="*/ 141950 h 141950"/>
                    <a:gd name="connsiteX4" fmla="*/ 124 w 595889"/>
                    <a:gd name="connsiteY4" fmla="*/ 24713 h 141950"/>
                    <a:gd name="connsiteX0" fmla="*/ 124 w 595959"/>
                    <a:gd name="connsiteY0" fmla="*/ 24713 h 141950"/>
                    <a:gd name="connsiteX1" fmla="*/ 595828 w 595959"/>
                    <a:gd name="connsiteY1" fmla="*/ 2221 h 141950"/>
                    <a:gd name="connsiteX2" fmla="*/ 595830 w 595959"/>
                    <a:gd name="connsiteY2" fmla="*/ 99768 h 141950"/>
                    <a:gd name="connsiteX3" fmla="*/ 131 w 595959"/>
                    <a:gd name="connsiteY3" fmla="*/ 141950 h 141950"/>
                    <a:gd name="connsiteX4" fmla="*/ 124 w 595959"/>
                    <a:gd name="connsiteY4" fmla="*/ 24713 h 141950"/>
                    <a:gd name="connsiteX0" fmla="*/ 124 w 595959"/>
                    <a:gd name="connsiteY0" fmla="*/ 24925 h 142162"/>
                    <a:gd name="connsiteX1" fmla="*/ 595828 w 595959"/>
                    <a:gd name="connsiteY1" fmla="*/ 2433 h 142162"/>
                    <a:gd name="connsiteX2" fmla="*/ 595830 w 595959"/>
                    <a:gd name="connsiteY2" fmla="*/ 99980 h 142162"/>
                    <a:gd name="connsiteX3" fmla="*/ 131 w 595959"/>
                    <a:gd name="connsiteY3" fmla="*/ 142162 h 142162"/>
                    <a:gd name="connsiteX4" fmla="*/ 124 w 595959"/>
                    <a:gd name="connsiteY4" fmla="*/ 24925 h 142162"/>
                    <a:gd name="connsiteX0" fmla="*/ 124 w 595959"/>
                    <a:gd name="connsiteY0" fmla="*/ 22492 h 139729"/>
                    <a:gd name="connsiteX1" fmla="*/ 595828 w 595959"/>
                    <a:gd name="connsiteY1" fmla="*/ 0 h 139729"/>
                    <a:gd name="connsiteX2" fmla="*/ 595830 w 595959"/>
                    <a:gd name="connsiteY2" fmla="*/ 97547 h 139729"/>
                    <a:gd name="connsiteX3" fmla="*/ 131 w 595959"/>
                    <a:gd name="connsiteY3" fmla="*/ 139729 h 139729"/>
                    <a:gd name="connsiteX4" fmla="*/ 124 w 595959"/>
                    <a:gd name="connsiteY4" fmla="*/ 22492 h 139729"/>
                    <a:gd name="connsiteX0" fmla="*/ 124 w 595959"/>
                    <a:gd name="connsiteY0" fmla="*/ 25585 h 142822"/>
                    <a:gd name="connsiteX1" fmla="*/ 595828 w 595959"/>
                    <a:gd name="connsiteY1" fmla="*/ 3093 h 142822"/>
                    <a:gd name="connsiteX2" fmla="*/ 595830 w 595959"/>
                    <a:gd name="connsiteY2" fmla="*/ 100640 h 142822"/>
                    <a:gd name="connsiteX3" fmla="*/ 131 w 595959"/>
                    <a:gd name="connsiteY3" fmla="*/ 142822 h 142822"/>
                    <a:gd name="connsiteX4" fmla="*/ 124 w 595959"/>
                    <a:gd name="connsiteY4" fmla="*/ 25585 h 142822"/>
                    <a:gd name="connsiteX0" fmla="*/ 124 w 595959"/>
                    <a:gd name="connsiteY0" fmla="*/ 25585 h 142822"/>
                    <a:gd name="connsiteX1" fmla="*/ 595828 w 595959"/>
                    <a:gd name="connsiteY1" fmla="*/ 3093 h 142822"/>
                    <a:gd name="connsiteX2" fmla="*/ 595830 w 595959"/>
                    <a:gd name="connsiteY2" fmla="*/ 100640 h 142822"/>
                    <a:gd name="connsiteX3" fmla="*/ 131 w 595959"/>
                    <a:gd name="connsiteY3" fmla="*/ 142822 h 142822"/>
                    <a:gd name="connsiteX4" fmla="*/ 124 w 595959"/>
                    <a:gd name="connsiteY4" fmla="*/ 25585 h 142822"/>
                    <a:gd name="connsiteX0" fmla="*/ 124 w 595959"/>
                    <a:gd name="connsiteY0" fmla="*/ 26512 h 143749"/>
                    <a:gd name="connsiteX1" fmla="*/ 595828 w 595959"/>
                    <a:gd name="connsiteY1" fmla="*/ 4020 h 143749"/>
                    <a:gd name="connsiteX2" fmla="*/ 595830 w 595959"/>
                    <a:gd name="connsiteY2" fmla="*/ 101567 h 143749"/>
                    <a:gd name="connsiteX3" fmla="*/ 131 w 595959"/>
                    <a:gd name="connsiteY3" fmla="*/ 143749 h 143749"/>
                    <a:gd name="connsiteX4" fmla="*/ 124 w 595959"/>
                    <a:gd name="connsiteY4" fmla="*/ 26512 h 143749"/>
                    <a:gd name="connsiteX0" fmla="*/ 124 w 595959"/>
                    <a:gd name="connsiteY0" fmla="*/ 26512 h 143749"/>
                    <a:gd name="connsiteX1" fmla="*/ 595828 w 595959"/>
                    <a:gd name="connsiteY1" fmla="*/ 4020 h 143749"/>
                    <a:gd name="connsiteX2" fmla="*/ 595830 w 595959"/>
                    <a:gd name="connsiteY2" fmla="*/ 101567 h 143749"/>
                    <a:gd name="connsiteX3" fmla="*/ 131 w 595959"/>
                    <a:gd name="connsiteY3" fmla="*/ 143749 h 143749"/>
                    <a:gd name="connsiteX4" fmla="*/ 124 w 595959"/>
                    <a:gd name="connsiteY4" fmla="*/ 26512 h 143749"/>
                    <a:gd name="connsiteX0" fmla="*/ 124 w 595959"/>
                    <a:gd name="connsiteY0" fmla="*/ 28496 h 145733"/>
                    <a:gd name="connsiteX1" fmla="*/ 595828 w 595959"/>
                    <a:gd name="connsiteY1" fmla="*/ 6004 h 145733"/>
                    <a:gd name="connsiteX2" fmla="*/ 595830 w 595959"/>
                    <a:gd name="connsiteY2" fmla="*/ 103551 h 145733"/>
                    <a:gd name="connsiteX3" fmla="*/ 131 w 595959"/>
                    <a:gd name="connsiteY3" fmla="*/ 145733 h 145733"/>
                    <a:gd name="connsiteX4" fmla="*/ 124 w 595959"/>
                    <a:gd name="connsiteY4" fmla="*/ 28496 h 145733"/>
                    <a:gd name="connsiteX0" fmla="*/ 124 w 595959"/>
                    <a:gd name="connsiteY0" fmla="*/ 40766 h 158003"/>
                    <a:gd name="connsiteX1" fmla="*/ 595828 w 595959"/>
                    <a:gd name="connsiteY1" fmla="*/ 0 h 158003"/>
                    <a:gd name="connsiteX2" fmla="*/ 595830 w 595959"/>
                    <a:gd name="connsiteY2" fmla="*/ 115821 h 158003"/>
                    <a:gd name="connsiteX3" fmla="*/ 131 w 595959"/>
                    <a:gd name="connsiteY3" fmla="*/ 158003 h 158003"/>
                    <a:gd name="connsiteX4" fmla="*/ 124 w 595959"/>
                    <a:gd name="connsiteY4" fmla="*/ 40766 h 158003"/>
                    <a:gd name="connsiteX0" fmla="*/ 124 w 595959"/>
                    <a:gd name="connsiteY0" fmla="*/ 40766 h 158003"/>
                    <a:gd name="connsiteX1" fmla="*/ 595828 w 595959"/>
                    <a:gd name="connsiteY1" fmla="*/ 0 h 158003"/>
                    <a:gd name="connsiteX2" fmla="*/ 595830 w 595959"/>
                    <a:gd name="connsiteY2" fmla="*/ 115821 h 158003"/>
                    <a:gd name="connsiteX3" fmla="*/ 131 w 595959"/>
                    <a:gd name="connsiteY3" fmla="*/ 158003 h 158003"/>
                    <a:gd name="connsiteX4" fmla="*/ 124 w 595959"/>
                    <a:gd name="connsiteY4" fmla="*/ 40766 h 158003"/>
                    <a:gd name="connsiteX0" fmla="*/ 124 w 595959"/>
                    <a:gd name="connsiteY0" fmla="*/ 40766 h 158003"/>
                    <a:gd name="connsiteX1" fmla="*/ 595828 w 595959"/>
                    <a:gd name="connsiteY1" fmla="*/ 0 h 158003"/>
                    <a:gd name="connsiteX2" fmla="*/ 595830 w 595959"/>
                    <a:gd name="connsiteY2" fmla="*/ 115821 h 158003"/>
                    <a:gd name="connsiteX3" fmla="*/ 131 w 595959"/>
                    <a:gd name="connsiteY3" fmla="*/ 158003 h 158003"/>
                    <a:gd name="connsiteX4" fmla="*/ 124 w 595959"/>
                    <a:gd name="connsiteY4" fmla="*/ 40766 h 158003"/>
                    <a:gd name="connsiteX0" fmla="*/ 124 w 595959"/>
                    <a:gd name="connsiteY0" fmla="*/ 40766 h 158003"/>
                    <a:gd name="connsiteX1" fmla="*/ 595828 w 595959"/>
                    <a:gd name="connsiteY1" fmla="*/ 0 h 158003"/>
                    <a:gd name="connsiteX2" fmla="*/ 595830 w 595959"/>
                    <a:gd name="connsiteY2" fmla="*/ 115821 h 158003"/>
                    <a:gd name="connsiteX3" fmla="*/ 131 w 595959"/>
                    <a:gd name="connsiteY3" fmla="*/ 158003 h 158003"/>
                    <a:gd name="connsiteX4" fmla="*/ 124 w 595959"/>
                    <a:gd name="connsiteY4" fmla="*/ 40766 h 158003"/>
                    <a:gd name="connsiteX0" fmla="*/ 124 w 595959"/>
                    <a:gd name="connsiteY0" fmla="*/ 40766 h 158003"/>
                    <a:gd name="connsiteX1" fmla="*/ 595828 w 595959"/>
                    <a:gd name="connsiteY1" fmla="*/ 0 h 158003"/>
                    <a:gd name="connsiteX2" fmla="*/ 595830 w 595959"/>
                    <a:gd name="connsiteY2" fmla="*/ 115821 h 158003"/>
                    <a:gd name="connsiteX3" fmla="*/ 131 w 595959"/>
                    <a:gd name="connsiteY3" fmla="*/ 158003 h 158003"/>
                    <a:gd name="connsiteX4" fmla="*/ 124 w 595959"/>
                    <a:gd name="connsiteY4" fmla="*/ 40766 h 158003"/>
                    <a:gd name="connsiteX0" fmla="*/ 124 w 595959"/>
                    <a:gd name="connsiteY0" fmla="*/ 40766 h 158003"/>
                    <a:gd name="connsiteX1" fmla="*/ 595828 w 595959"/>
                    <a:gd name="connsiteY1" fmla="*/ 0 h 158003"/>
                    <a:gd name="connsiteX2" fmla="*/ 595830 w 595959"/>
                    <a:gd name="connsiteY2" fmla="*/ 115821 h 158003"/>
                    <a:gd name="connsiteX3" fmla="*/ 131 w 595959"/>
                    <a:gd name="connsiteY3" fmla="*/ 158003 h 158003"/>
                    <a:gd name="connsiteX4" fmla="*/ 124 w 595959"/>
                    <a:gd name="connsiteY4" fmla="*/ 40766 h 158003"/>
                    <a:gd name="connsiteX0" fmla="*/ 124 w 595959"/>
                    <a:gd name="connsiteY0" fmla="*/ 40766 h 158003"/>
                    <a:gd name="connsiteX1" fmla="*/ 595828 w 595959"/>
                    <a:gd name="connsiteY1" fmla="*/ 0 h 158003"/>
                    <a:gd name="connsiteX2" fmla="*/ 595830 w 595959"/>
                    <a:gd name="connsiteY2" fmla="*/ 115821 h 158003"/>
                    <a:gd name="connsiteX3" fmla="*/ 131 w 595959"/>
                    <a:gd name="connsiteY3" fmla="*/ 158003 h 158003"/>
                    <a:gd name="connsiteX4" fmla="*/ 124 w 595959"/>
                    <a:gd name="connsiteY4" fmla="*/ 40766 h 158003"/>
                    <a:gd name="connsiteX0" fmla="*/ 124 w 595959"/>
                    <a:gd name="connsiteY0" fmla="*/ 40766 h 158003"/>
                    <a:gd name="connsiteX1" fmla="*/ 595828 w 595959"/>
                    <a:gd name="connsiteY1" fmla="*/ 0 h 158003"/>
                    <a:gd name="connsiteX2" fmla="*/ 595830 w 595959"/>
                    <a:gd name="connsiteY2" fmla="*/ 115821 h 158003"/>
                    <a:gd name="connsiteX3" fmla="*/ 131 w 595959"/>
                    <a:gd name="connsiteY3" fmla="*/ 158003 h 158003"/>
                    <a:gd name="connsiteX4" fmla="*/ 124 w 595959"/>
                    <a:gd name="connsiteY4" fmla="*/ 40766 h 158003"/>
                    <a:gd name="connsiteX0" fmla="*/ 124 w 595959"/>
                    <a:gd name="connsiteY0" fmla="*/ 40766 h 158003"/>
                    <a:gd name="connsiteX1" fmla="*/ 595828 w 595959"/>
                    <a:gd name="connsiteY1" fmla="*/ 0 h 158003"/>
                    <a:gd name="connsiteX2" fmla="*/ 595830 w 595959"/>
                    <a:gd name="connsiteY2" fmla="*/ 115821 h 158003"/>
                    <a:gd name="connsiteX3" fmla="*/ 131 w 595959"/>
                    <a:gd name="connsiteY3" fmla="*/ 158003 h 158003"/>
                    <a:gd name="connsiteX4" fmla="*/ 124 w 595959"/>
                    <a:gd name="connsiteY4" fmla="*/ 40766 h 158003"/>
                    <a:gd name="connsiteX0" fmla="*/ 124 w 595856"/>
                    <a:gd name="connsiteY0" fmla="*/ 41841 h 159078"/>
                    <a:gd name="connsiteX1" fmla="*/ 591261 w 595856"/>
                    <a:gd name="connsiteY1" fmla="*/ 0 h 159078"/>
                    <a:gd name="connsiteX2" fmla="*/ 595830 w 595856"/>
                    <a:gd name="connsiteY2" fmla="*/ 116896 h 159078"/>
                    <a:gd name="connsiteX3" fmla="*/ 131 w 595856"/>
                    <a:gd name="connsiteY3" fmla="*/ 159078 h 159078"/>
                    <a:gd name="connsiteX4" fmla="*/ 124 w 595856"/>
                    <a:gd name="connsiteY4" fmla="*/ 41841 h 159078"/>
                    <a:gd name="connsiteX0" fmla="*/ 124 w 595959"/>
                    <a:gd name="connsiteY0" fmla="*/ 41841 h 159078"/>
                    <a:gd name="connsiteX1" fmla="*/ 595828 w 595959"/>
                    <a:gd name="connsiteY1" fmla="*/ 0 h 159078"/>
                    <a:gd name="connsiteX2" fmla="*/ 595830 w 595959"/>
                    <a:gd name="connsiteY2" fmla="*/ 116896 h 159078"/>
                    <a:gd name="connsiteX3" fmla="*/ 131 w 595959"/>
                    <a:gd name="connsiteY3" fmla="*/ 159078 h 159078"/>
                    <a:gd name="connsiteX4" fmla="*/ 124 w 595959"/>
                    <a:gd name="connsiteY4" fmla="*/ 41841 h 159078"/>
                    <a:gd name="connsiteX0" fmla="*/ 124 w 597349"/>
                    <a:gd name="connsiteY0" fmla="*/ 42378 h 159615"/>
                    <a:gd name="connsiteX1" fmla="*/ 597349 w 597349"/>
                    <a:gd name="connsiteY1" fmla="*/ 0 h 159615"/>
                    <a:gd name="connsiteX2" fmla="*/ 595830 w 597349"/>
                    <a:gd name="connsiteY2" fmla="*/ 117433 h 159615"/>
                    <a:gd name="connsiteX3" fmla="*/ 131 w 597349"/>
                    <a:gd name="connsiteY3" fmla="*/ 159615 h 159615"/>
                    <a:gd name="connsiteX4" fmla="*/ 124 w 597349"/>
                    <a:gd name="connsiteY4" fmla="*/ 42378 h 159615"/>
                    <a:gd name="connsiteX0" fmla="*/ 124 w 600443"/>
                    <a:gd name="connsiteY0" fmla="*/ 42378 h 159615"/>
                    <a:gd name="connsiteX1" fmla="*/ 597349 w 600443"/>
                    <a:gd name="connsiteY1" fmla="*/ 0 h 159615"/>
                    <a:gd name="connsiteX2" fmla="*/ 600408 w 600443"/>
                    <a:gd name="connsiteY2" fmla="*/ 117433 h 159615"/>
                    <a:gd name="connsiteX3" fmla="*/ 131 w 600443"/>
                    <a:gd name="connsiteY3" fmla="*/ 159615 h 159615"/>
                    <a:gd name="connsiteX4" fmla="*/ 124 w 600443"/>
                    <a:gd name="connsiteY4" fmla="*/ 42378 h 159615"/>
                    <a:gd name="connsiteX0" fmla="*/ 124 w 600537"/>
                    <a:gd name="connsiteY0" fmla="*/ 42378 h 159615"/>
                    <a:gd name="connsiteX1" fmla="*/ 600401 w 600537"/>
                    <a:gd name="connsiteY1" fmla="*/ 0 h 159615"/>
                    <a:gd name="connsiteX2" fmla="*/ 600408 w 600537"/>
                    <a:gd name="connsiteY2" fmla="*/ 117433 h 159615"/>
                    <a:gd name="connsiteX3" fmla="*/ 131 w 600537"/>
                    <a:gd name="connsiteY3" fmla="*/ 159615 h 159615"/>
                    <a:gd name="connsiteX4" fmla="*/ 124 w 600537"/>
                    <a:gd name="connsiteY4" fmla="*/ 42378 h 15961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00537" h="159615">
                      <a:moveTo>
                        <a:pt x="124" y="42378"/>
                      </a:moveTo>
                      <a:cubicBezTo>
                        <a:pt x="296414" y="-50243"/>
                        <a:pt x="418111" y="75773"/>
                        <a:pt x="600401" y="0"/>
                      </a:cubicBezTo>
                      <a:cubicBezTo>
                        <a:pt x="599951" y="33260"/>
                        <a:pt x="600858" y="84173"/>
                        <a:pt x="600408" y="117433"/>
                      </a:cubicBezTo>
                      <a:cubicBezTo>
                        <a:pt x="395490" y="192726"/>
                        <a:pt x="285331" y="62551"/>
                        <a:pt x="131" y="159615"/>
                      </a:cubicBezTo>
                      <a:cubicBezTo>
                        <a:pt x="-323" y="114566"/>
                        <a:pt x="578" y="87427"/>
                        <a:pt x="124" y="42378"/>
                      </a:cubicBezTo>
                      <a:close/>
                    </a:path>
                  </a:pathLst>
                </a:custGeom>
                <a:solidFill>
                  <a:schemeClr val="accent4">
                    <a:lumMod val="60000"/>
                    <a:lumOff val="40000"/>
                  </a:schemeClr>
                </a:solidFill>
                <a:ln w="1270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817" name="矩形 1174">
                  <a:extLst>
                    <a:ext uri="{FF2B5EF4-FFF2-40B4-BE49-F238E27FC236}">
                      <a16:creationId xmlns:a16="http://schemas.microsoft.com/office/drawing/2014/main" id="{8400E767-5D1D-F9D9-ECEF-E583D778EEC5}"/>
                    </a:ext>
                  </a:extLst>
                </p:cNvPr>
                <p:cNvSpPr/>
                <p:nvPr/>
              </p:nvSpPr>
              <p:spPr>
                <a:xfrm rot="10800000">
                  <a:off x="5041542" y="6890402"/>
                  <a:ext cx="618706" cy="226680"/>
                </a:xfrm>
                <a:custGeom>
                  <a:avLst/>
                  <a:gdLst>
                    <a:gd name="connsiteX0" fmla="*/ 0 w 595706"/>
                    <a:gd name="connsiteY0" fmla="*/ 0 h 92965"/>
                    <a:gd name="connsiteX1" fmla="*/ 595706 w 595706"/>
                    <a:gd name="connsiteY1" fmla="*/ 0 h 92965"/>
                    <a:gd name="connsiteX2" fmla="*/ 595706 w 595706"/>
                    <a:gd name="connsiteY2" fmla="*/ 92965 h 92965"/>
                    <a:gd name="connsiteX3" fmla="*/ 0 w 595706"/>
                    <a:gd name="connsiteY3" fmla="*/ 92965 h 92965"/>
                    <a:gd name="connsiteX4" fmla="*/ 0 w 595706"/>
                    <a:gd name="connsiteY4" fmla="*/ 0 h 92965"/>
                    <a:gd name="connsiteX0" fmla="*/ 0 w 595706"/>
                    <a:gd name="connsiteY0" fmla="*/ 0 h 135147"/>
                    <a:gd name="connsiteX1" fmla="*/ 595706 w 595706"/>
                    <a:gd name="connsiteY1" fmla="*/ 0 h 135147"/>
                    <a:gd name="connsiteX2" fmla="*/ 595706 w 595706"/>
                    <a:gd name="connsiteY2" fmla="*/ 92965 h 135147"/>
                    <a:gd name="connsiteX3" fmla="*/ 1361 w 595706"/>
                    <a:gd name="connsiteY3" fmla="*/ 135147 h 135147"/>
                    <a:gd name="connsiteX4" fmla="*/ 0 w 595706"/>
                    <a:gd name="connsiteY4" fmla="*/ 0 h 135147"/>
                    <a:gd name="connsiteX0" fmla="*/ 0 w 595706"/>
                    <a:gd name="connsiteY0" fmla="*/ 0 h 135147"/>
                    <a:gd name="connsiteX1" fmla="*/ 595706 w 595706"/>
                    <a:gd name="connsiteY1" fmla="*/ 0 h 135147"/>
                    <a:gd name="connsiteX2" fmla="*/ 595706 w 595706"/>
                    <a:gd name="connsiteY2" fmla="*/ 92965 h 135147"/>
                    <a:gd name="connsiteX3" fmla="*/ 1361 w 595706"/>
                    <a:gd name="connsiteY3" fmla="*/ 135147 h 135147"/>
                    <a:gd name="connsiteX4" fmla="*/ 0 w 595706"/>
                    <a:gd name="connsiteY4" fmla="*/ 0 h 135147"/>
                    <a:gd name="connsiteX0" fmla="*/ 0 w 595706"/>
                    <a:gd name="connsiteY0" fmla="*/ 0 h 135147"/>
                    <a:gd name="connsiteX1" fmla="*/ 595706 w 595706"/>
                    <a:gd name="connsiteY1" fmla="*/ 0 h 135147"/>
                    <a:gd name="connsiteX2" fmla="*/ 595706 w 595706"/>
                    <a:gd name="connsiteY2" fmla="*/ 92965 h 135147"/>
                    <a:gd name="connsiteX3" fmla="*/ 1361 w 595706"/>
                    <a:gd name="connsiteY3" fmla="*/ 135147 h 135147"/>
                    <a:gd name="connsiteX4" fmla="*/ 0 w 595706"/>
                    <a:gd name="connsiteY4" fmla="*/ 0 h 135147"/>
                    <a:gd name="connsiteX0" fmla="*/ 0 w 595706"/>
                    <a:gd name="connsiteY0" fmla="*/ 0 h 135147"/>
                    <a:gd name="connsiteX1" fmla="*/ 595706 w 595706"/>
                    <a:gd name="connsiteY1" fmla="*/ 0 h 135147"/>
                    <a:gd name="connsiteX2" fmla="*/ 595706 w 595706"/>
                    <a:gd name="connsiteY2" fmla="*/ 92965 h 135147"/>
                    <a:gd name="connsiteX3" fmla="*/ 1361 w 595706"/>
                    <a:gd name="connsiteY3" fmla="*/ 135147 h 135147"/>
                    <a:gd name="connsiteX4" fmla="*/ 0 w 595706"/>
                    <a:gd name="connsiteY4" fmla="*/ 0 h 135147"/>
                    <a:gd name="connsiteX0" fmla="*/ 1422 w 594406"/>
                    <a:gd name="connsiteY0" fmla="*/ 21376 h 135147"/>
                    <a:gd name="connsiteX1" fmla="*/ 594406 w 594406"/>
                    <a:gd name="connsiteY1" fmla="*/ 0 h 135147"/>
                    <a:gd name="connsiteX2" fmla="*/ 594406 w 594406"/>
                    <a:gd name="connsiteY2" fmla="*/ 92965 h 135147"/>
                    <a:gd name="connsiteX3" fmla="*/ 61 w 594406"/>
                    <a:gd name="connsiteY3" fmla="*/ 135147 h 135147"/>
                    <a:gd name="connsiteX4" fmla="*/ 1422 w 594406"/>
                    <a:gd name="connsiteY4" fmla="*/ 21376 h 135147"/>
                    <a:gd name="connsiteX0" fmla="*/ 1422 w 594406"/>
                    <a:gd name="connsiteY0" fmla="*/ 15599 h 135147"/>
                    <a:gd name="connsiteX1" fmla="*/ 594406 w 594406"/>
                    <a:gd name="connsiteY1" fmla="*/ 0 h 135147"/>
                    <a:gd name="connsiteX2" fmla="*/ 594406 w 594406"/>
                    <a:gd name="connsiteY2" fmla="*/ 92965 h 135147"/>
                    <a:gd name="connsiteX3" fmla="*/ 61 w 594406"/>
                    <a:gd name="connsiteY3" fmla="*/ 135147 h 135147"/>
                    <a:gd name="connsiteX4" fmla="*/ 1422 w 594406"/>
                    <a:gd name="connsiteY4" fmla="*/ 15599 h 135147"/>
                    <a:gd name="connsiteX0" fmla="*/ 131 w 594476"/>
                    <a:gd name="connsiteY0" fmla="*/ 4622 h 135147"/>
                    <a:gd name="connsiteX1" fmla="*/ 594476 w 594476"/>
                    <a:gd name="connsiteY1" fmla="*/ 0 h 135147"/>
                    <a:gd name="connsiteX2" fmla="*/ 594476 w 594476"/>
                    <a:gd name="connsiteY2" fmla="*/ 92965 h 135147"/>
                    <a:gd name="connsiteX3" fmla="*/ 131 w 594476"/>
                    <a:gd name="connsiteY3" fmla="*/ 135147 h 135147"/>
                    <a:gd name="connsiteX4" fmla="*/ 131 w 594476"/>
                    <a:gd name="connsiteY4" fmla="*/ 4622 h 135147"/>
                    <a:gd name="connsiteX0" fmla="*/ 0 w 595706"/>
                    <a:gd name="connsiteY0" fmla="*/ 17910 h 135147"/>
                    <a:gd name="connsiteX1" fmla="*/ 595706 w 595706"/>
                    <a:gd name="connsiteY1" fmla="*/ 0 h 135147"/>
                    <a:gd name="connsiteX2" fmla="*/ 595706 w 595706"/>
                    <a:gd name="connsiteY2" fmla="*/ 92965 h 135147"/>
                    <a:gd name="connsiteX3" fmla="*/ 1361 w 595706"/>
                    <a:gd name="connsiteY3" fmla="*/ 135147 h 135147"/>
                    <a:gd name="connsiteX4" fmla="*/ 0 w 595706"/>
                    <a:gd name="connsiteY4" fmla="*/ 17910 h 135147"/>
                    <a:gd name="connsiteX0" fmla="*/ 0 w 595706"/>
                    <a:gd name="connsiteY0" fmla="*/ 17910 h 135147"/>
                    <a:gd name="connsiteX1" fmla="*/ 595706 w 595706"/>
                    <a:gd name="connsiteY1" fmla="*/ 0 h 135147"/>
                    <a:gd name="connsiteX2" fmla="*/ 595706 w 595706"/>
                    <a:gd name="connsiteY2" fmla="*/ 92965 h 135147"/>
                    <a:gd name="connsiteX3" fmla="*/ 1361 w 595706"/>
                    <a:gd name="connsiteY3" fmla="*/ 135147 h 135147"/>
                    <a:gd name="connsiteX4" fmla="*/ 0 w 595706"/>
                    <a:gd name="connsiteY4" fmla="*/ 17910 h 135147"/>
                    <a:gd name="connsiteX0" fmla="*/ 0 w 595706"/>
                    <a:gd name="connsiteY0" fmla="*/ 17910 h 135147"/>
                    <a:gd name="connsiteX1" fmla="*/ 595706 w 595706"/>
                    <a:gd name="connsiteY1" fmla="*/ 0 h 135147"/>
                    <a:gd name="connsiteX2" fmla="*/ 595706 w 595706"/>
                    <a:gd name="connsiteY2" fmla="*/ 92965 h 135147"/>
                    <a:gd name="connsiteX3" fmla="*/ 1361 w 595706"/>
                    <a:gd name="connsiteY3" fmla="*/ 135147 h 135147"/>
                    <a:gd name="connsiteX4" fmla="*/ 0 w 595706"/>
                    <a:gd name="connsiteY4" fmla="*/ 17910 h 135147"/>
                    <a:gd name="connsiteX0" fmla="*/ 0 w 595706"/>
                    <a:gd name="connsiteY0" fmla="*/ 17910 h 135147"/>
                    <a:gd name="connsiteX1" fmla="*/ 595706 w 595706"/>
                    <a:gd name="connsiteY1" fmla="*/ 0 h 135147"/>
                    <a:gd name="connsiteX2" fmla="*/ 595706 w 595706"/>
                    <a:gd name="connsiteY2" fmla="*/ 92965 h 135147"/>
                    <a:gd name="connsiteX3" fmla="*/ 1361 w 595706"/>
                    <a:gd name="connsiteY3" fmla="*/ 135147 h 135147"/>
                    <a:gd name="connsiteX4" fmla="*/ 0 w 595706"/>
                    <a:gd name="connsiteY4" fmla="*/ 17910 h 135147"/>
                    <a:gd name="connsiteX0" fmla="*/ 0 w 595706"/>
                    <a:gd name="connsiteY0" fmla="*/ 22423 h 139660"/>
                    <a:gd name="connsiteX1" fmla="*/ 595706 w 595706"/>
                    <a:gd name="connsiteY1" fmla="*/ 4513 h 139660"/>
                    <a:gd name="connsiteX2" fmla="*/ 595706 w 595706"/>
                    <a:gd name="connsiteY2" fmla="*/ 97478 h 139660"/>
                    <a:gd name="connsiteX3" fmla="*/ 1361 w 595706"/>
                    <a:gd name="connsiteY3" fmla="*/ 139660 h 139660"/>
                    <a:gd name="connsiteX4" fmla="*/ 0 w 595706"/>
                    <a:gd name="connsiteY4" fmla="*/ 22423 h 139660"/>
                    <a:gd name="connsiteX0" fmla="*/ 0 w 595706"/>
                    <a:gd name="connsiteY0" fmla="*/ 26413 h 143650"/>
                    <a:gd name="connsiteX1" fmla="*/ 595706 w 595706"/>
                    <a:gd name="connsiteY1" fmla="*/ 8503 h 143650"/>
                    <a:gd name="connsiteX2" fmla="*/ 595706 w 595706"/>
                    <a:gd name="connsiteY2" fmla="*/ 101468 h 143650"/>
                    <a:gd name="connsiteX3" fmla="*/ 1361 w 595706"/>
                    <a:gd name="connsiteY3" fmla="*/ 143650 h 143650"/>
                    <a:gd name="connsiteX4" fmla="*/ 0 w 595706"/>
                    <a:gd name="connsiteY4" fmla="*/ 26413 h 143650"/>
                    <a:gd name="connsiteX0" fmla="*/ 0 w 595706"/>
                    <a:gd name="connsiteY0" fmla="*/ 21286 h 138523"/>
                    <a:gd name="connsiteX1" fmla="*/ 595706 w 595706"/>
                    <a:gd name="connsiteY1" fmla="*/ 3376 h 138523"/>
                    <a:gd name="connsiteX2" fmla="*/ 595706 w 595706"/>
                    <a:gd name="connsiteY2" fmla="*/ 96341 h 138523"/>
                    <a:gd name="connsiteX3" fmla="*/ 1361 w 595706"/>
                    <a:gd name="connsiteY3" fmla="*/ 138523 h 138523"/>
                    <a:gd name="connsiteX4" fmla="*/ 0 w 595706"/>
                    <a:gd name="connsiteY4" fmla="*/ 21286 h 138523"/>
                    <a:gd name="connsiteX0" fmla="*/ 0 w 595706"/>
                    <a:gd name="connsiteY0" fmla="*/ 22534 h 139771"/>
                    <a:gd name="connsiteX1" fmla="*/ 595706 w 595706"/>
                    <a:gd name="connsiteY1" fmla="*/ 4624 h 139771"/>
                    <a:gd name="connsiteX2" fmla="*/ 595706 w 595706"/>
                    <a:gd name="connsiteY2" fmla="*/ 97589 h 139771"/>
                    <a:gd name="connsiteX3" fmla="*/ 1361 w 595706"/>
                    <a:gd name="connsiteY3" fmla="*/ 139771 h 139771"/>
                    <a:gd name="connsiteX4" fmla="*/ 0 w 595706"/>
                    <a:gd name="connsiteY4" fmla="*/ 22534 h 139771"/>
                    <a:gd name="connsiteX0" fmla="*/ 0 w 595706"/>
                    <a:gd name="connsiteY0" fmla="*/ 23494 h 140731"/>
                    <a:gd name="connsiteX1" fmla="*/ 595706 w 595706"/>
                    <a:gd name="connsiteY1" fmla="*/ 2118 h 140731"/>
                    <a:gd name="connsiteX2" fmla="*/ 595706 w 595706"/>
                    <a:gd name="connsiteY2" fmla="*/ 98549 h 140731"/>
                    <a:gd name="connsiteX3" fmla="*/ 1361 w 595706"/>
                    <a:gd name="connsiteY3" fmla="*/ 140731 h 140731"/>
                    <a:gd name="connsiteX4" fmla="*/ 0 w 595706"/>
                    <a:gd name="connsiteY4" fmla="*/ 23494 h 140731"/>
                    <a:gd name="connsiteX0" fmla="*/ 0 w 595706"/>
                    <a:gd name="connsiteY0" fmla="*/ 23494 h 140731"/>
                    <a:gd name="connsiteX1" fmla="*/ 595706 w 595706"/>
                    <a:gd name="connsiteY1" fmla="*/ 2118 h 140731"/>
                    <a:gd name="connsiteX2" fmla="*/ 595706 w 595706"/>
                    <a:gd name="connsiteY2" fmla="*/ 98549 h 140731"/>
                    <a:gd name="connsiteX3" fmla="*/ 1361 w 595706"/>
                    <a:gd name="connsiteY3" fmla="*/ 140731 h 140731"/>
                    <a:gd name="connsiteX4" fmla="*/ 0 w 595706"/>
                    <a:gd name="connsiteY4" fmla="*/ 23494 h 140731"/>
                    <a:gd name="connsiteX0" fmla="*/ 0 w 595706"/>
                    <a:gd name="connsiteY0" fmla="*/ 25030 h 142267"/>
                    <a:gd name="connsiteX1" fmla="*/ 595706 w 595706"/>
                    <a:gd name="connsiteY1" fmla="*/ 3654 h 142267"/>
                    <a:gd name="connsiteX2" fmla="*/ 595706 w 595706"/>
                    <a:gd name="connsiteY2" fmla="*/ 100085 h 142267"/>
                    <a:gd name="connsiteX3" fmla="*/ 1361 w 595706"/>
                    <a:gd name="connsiteY3" fmla="*/ 142267 h 142267"/>
                    <a:gd name="connsiteX4" fmla="*/ 0 w 595706"/>
                    <a:gd name="connsiteY4" fmla="*/ 25030 h 142267"/>
                    <a:gd name="connsiteX0" fmla="*/ 0 w 595706"/>
                    <a:gd name="connsiteY0" fmla="*/ 22091 h 139328"/>
                    <a:gd name="connsiteX1" fmla="*/ 595706 w 595706"/>
                    <a:gd name="connsiteY1" fmla="*/ 715 h 139328"/>
                    <a:gd name="connsiteX2" fmla="*/ 595706 w 595706"/>
                    <a:gd name="connsiteY2" fmla="*/ 97146 h 139328"/>
                    <a:gd name="connsiteX3" fmla="*/ 1361 w 595706"/>
                    <a:gd name="connsiteY3" fmla="*/ 139328 h 139328"/>
                    <a:gd name="connsiteX4" fmla="*/ 0 w 595706"/>
                    <a:gd name="connsiteY4" fmla="*/ 22091 h 139328"/>
                    <a:gd name="connsiteX0" fmla="*/ 0 w 595706"/>
                    <a:gd name="connsiteY0" fmla="*/ 23573 h 140810"/>
                    <a:gd name="connsiteX1" fmla="*/ 595706 w 595706"/>
                    <a:gd name="connsiteY1" fmla="*/ 2197 h 140810"/>
                    <a:gd name="connsiteX2" fmla="*/ 595706 w 595706"/>
                    <a:gd name="connsiteY2" fmla="*/ 98628 h 140810"/>
                    <a:gd name="connsiteX3" fmla="*/ 1361 w 595706"/>
                    <a:gd name="connsiteY3" fmla="*/ 140810 h 140810"/>
                    <a:gd name="connsiteX4" fmla="*/ 0 w 595706"/>
                    <a:gd name="connsiteY4" fmla="*/ 23573 h 140810"/>
                    <a:gd name="connsiteX0" fmla="*/ 0 w 595706"/>
                    <a:gd name="connsiteY0" fmla="*/ 21908 h 139145"/>
                    <a:gd name="connsiteX1" fmla="*/ 595706 w 595706"/>
                    <a:gd name="connsiteY1" fmla="*/ 532 h 139145"/>
                    <a:gd name="connsiteX2" fmla="*/ 595706 w 595706"/>
                    <a:gd name="connsiteY2" fmla="*/ 96963 h 139145"/>
                    <a:gd name="connsiteX3" fmla="*/ 1361 w 595706"/>
                    <a:gd name="connsiteY3" fmla="*/ 139145 h 139145"/>
                    <a:gd name="connsiteX4" fmla="*/ 0 w 595706"/>
                    <a:gd name="connsiteY4" fmla="*/ 21908 h 139145"/>
                    <a:gd name="connsiteX0" fmla="*/ 0 w 595706"/>
                    <a:gd name="connsiteY0" fmla="*/ 23863 h 141100"/>
                    <a:gd name="connsiteX1" fmla="*/ 595706 w 595706"/>
                    <a:gd name="connsiteY1" fmla="*/ 2487 h 141100"/>
                    <a:gd name="connsiteX2" fmla="*/ 595706 w 595706"/>
                    <a:gd name="connsiteY2" fmla="*/ 98918 h 141100"/>
                    <a:gd name="connsiteX3" fmla="*/ 1361 w 595706"/>
                    <a:gd name="connsiteY3" fmla="*/ 141100 h 141100"/>
                    <a:gd name="connsiteX4" fmla="*/ 0 w 595706"/>
                    <a:gd name="connsiteY4" fmla="*/ 23863 h 141100"/>
                    <a:gd name="connsiteX0" fmla="*/ 0 w 595706"/>
                    <a:gd name="connsiteY0" fmla="*/ 24472 h 141709"/>
                    <a:gd name="connsiteX1" fmla="*/ 595706 w 595706"/>
                    <a:gd name="connsiteY1" fmla="*/ 3096 h 141709"/>
                    <a:gd name="connsiteX2" fmla="*/ 595706 w 595706"/>
                    <a:gd name="connsiteY2" fmla="*/ 99527 h 141709"/>
                    <a:gd name="connsiteX3" fmla="*/ 1361 w 595706"/>
                    <a:gd name="connsiteY3" fmla="*/ 141709 h 141709"/>
                    <a:gd name="connsiteX4" fmla="*/ 0 w 595706"/>
                    <a:gd name="connsiteY4" fmla="*/ 24472 h 141709"/>
                    <a:gd name="connsiteX0" fmla="*/ 0 w 595706"/>
                    <a:gd name="connsiteY0" fmla="*/ 24267 h 141504"/>
                    <a:gd name="connsiteX1" fmla="*/ 595706 w 595706"/>
                    <a:gd name="connsiteY1" fmla="*/ 2891 h 141504"/>
                    <a:gd name="connsiteX2" fmla="*/ 595706 w 595706"/>
                    <a:gd name="connsiteY2" fmla="*/ 99322 h 141504"/>
                    <a:gd name="connsiteX3" fmla="*/ 1361 w 595706"/>
                    <a:gd name="connsiteY3" fmla="*/ 141504 h 141504"/>
                    <a:gd name="connsiteX4" fmla="*/ 0 w 595706"/>
                    <a:gd name="connsiteY4" fmla="*/ 24267 h 141504"/>
                    <a:gd name="connsiteX0" fmla="*/ 0 w 595706"/>
                    <a:gd name="connsiteY0" fmla="*/ 24472 h 141709"/>
                    <a:gd name="connsiteX1" fmla="*/ 595706 w 595706"/>
                    <a:gd name="connsiteY1" fmla="*/ 3096 h 141709"/>
                    <a:gd name="connsiteX2" fmla="*/ 595706 w 595706"/>
                    <a:gd name="connsiteY2" fmla="*/ 99527 h 141709"/>
                    <a:gd name="connsiteX3" fmla="*/ 1361 w 595706"/>
                    <a:gd name="connsiteY3" fmla="*/ 141709 h 141709"/>
                    <a:gd name="connsiteX4" fmla="*/ 0 w 595706"/>
                    <a:gd name="connsiteY4" fmla="*/ 24472 h 141709"/>
                    <a:gd name="connsiteX0" fmla="*/ 0 w 595706"/>
                    <a:gd name="connsiteY0" fmla="*/ 24472 h 141709"/>
                    <a:gd name="connsiteX1" fmla="*/ 594353 w 595706"/>
                    <a:gd name="connsiteY1" fmla="*/ 3096 h 141709"/>
                    <a:gd name="connsiteX2" fmla="*/ 595706 w 595706"/>
                    <a:gd name="connsiteY2" fmla="*/ 99527 h 141709"/>
                    <a:gd name="connsiteX3" fmla="*/ 1361 w 595706"/>
                    <a:gd name="connsiteY3" fmla="*/ 141709 h 141709"/>
                    <a:gd name="connsiteX4" fmla="*/ 0 w 595706"/>
                    <a:gd name="connsiteY4" fmla="*/ 24472 h 141709"/>
                    <a:gd name="connsiteX0" fmla="*/ 124 w 595830"/>
                    <a:gd name="connsiteY0" fmla="*/ 24472 h 141709"/>
                    <a:gd name="connsiteX1" fmla="*/ 594477 w 595830"/>
                    <a:gd name="connsiteY1" fmla="*/ 3096 h 141709"/>
                    <a:gd name="connsiteX2" fmla="*/ 595830 w 595830"/>
                    <a:gd name="connsiteY2" fmla="*/ 99527 h 141709"/>
                    <a:gd name="connsiteX3" fmla="*/ 131 w 595830"/>
                    <a:gd name="connsiteY3" fmla="*/ 141709 h 141709"/>
                    <a:gd name="connsiteX4" fmla="*/ 124 w 595830"/>
                    <a:gd name="connsiteY4" fmla="*/ 24472 h 141709"/>
                    <a:gd name="connsiteX0" fmla="*/ 124 w 597179"/>
                    <a:gd name="connsiteY0" fmla="*/ 25207 h 142444"/>
                    <a:gd name="connsiteX1" fmla="*/ 597179 w 597179"/>
                    <a:gd name="connsiteY1" fmla="*/ 481 h 142444"/>
                    <a:gd name="connsiteX2" fmla="*/ 595830 w 597179"/>
                    <a:gd name="connsiteY2" fmla="*/ 100262 h 142444"/>
                    <a:gd name="connsiteX3" fmla="*/ 131 w 597179"/>
                    <a:gd name="connsiteY3" fmla="*/ 142444 h 142444"/>
                    <a:gd name="connsiteX4" fmla="*/ 124 w 597179"/>
                    <a:gd name="connsiteY4" fmla="*/ 25207 h 142444"/>
                    <a:gd name="connsiteX0" fmla="*/ 124 w 595889"/>
                    <a:gd name="connsiteY0" fmla="*/ 25842 h 143079"/>
                    <a:gd name="connsiteX1" fmla="*/ 594477 w 595889"/>
                    <a:gd name="connsiteY1" fmla="*/ 0 h 143079"/>
                    <a:gd name="connsiteX2" fmla="*/ 595830 w 595889"/>
                    <a:gd name="connsiteY2" fmla="*/ 100897 h 143079"/>
                    <a:gd name="connsiteX3" fmla="*/ 131 w 595889"/>
                    <a:gd name="connsiteY3" fmla="*/ 143079 h 143079"/>
                    <a:gd name="connsiteX4" fmla="*/ 124 w 595889"/>
                    <a:gd name="connsiteY4" fmla="*/ 25842 h 143079"/>
                    <a:gd name="connsiteX0" fmla="*/ 124 w 595889"/>
                    <a:gd name="connsiteY0" fmla="*/ 24713 h 141950"/>
                    <a:gd name="connsiteX1" fmla="*/ 594477 w 595889"/>
                    <a:gd name="connsiteY1" fmla="*/ 2221 h 141950"/>
                    <a:gd name="connsiteX2" fmla="*/ 595830 w 595889"/>
                    <a:gd name="connsiteY2" fmla="*/ 99768 h 141950"/>
                    <a:gd name="connsiteX3" fmla="*/ 131 w 595889"/>
                    <a:gd name="connsiteY3" fmla="*/ 141950 h 141950"/>
                    <a:gd name="connsiteX4" fmla="*/ 124 w 595889"/>
                    <a:gd name="connsiteY4" fmla="*/ 24713 h 141950"/>
                    <a:gd name="connsiteX0" fmla="*/ 124 w 595959"/>
                    <a:gd name="connsiteY0" fmla="*/ 24713 h 141950"/>
                    <a:gd name="connsiteX1" fmla="*/ 595828 w 595959"/>
                    <a:gd name="connsiteY1" fmla="*/ 2221 h 141950"/>
                    <a:gd name="connsiteX2" fmla="*/ 595830 w 595959"/>
                    <a:gd name="connsiteY2" fmla="*/ 99768 h 141950"/>
                    <a:gd name="connsiteX3" fmla="*/ 131 w 595959"/>
                    <a:gd name="connsiteY3" fmla="*/ 141950 h 141950"/>
                    <a:gd name="connsiteX4" fmla="*/ 124 w 595959"/>
                    <a:gd name="connsiteY4" fmla="*/ 24713 h 141950"/>
                    <a:gd name="connsiteX0" fmla="*/ 124 w 595959"/>
                    <a:gd name="connsiteY0" fmla="*/ 24925 h 142162"/>
                    <a:gd name="connsiteX1" fmla="*/ 595828 w 595959"/>
                    <a:gd name="connsiteY1" fmla="*/ 2433 h 142162"/>
                    <a:gd name="connsiteX2" fmla="*/ 595830 w 595959"/>
                    <a:gd name="connsiteY2" fmla="*/ 99980 h 142162"/>
                    <a:gd name="connsiteX3" fmla="*/ 131 w 595959"/>
                    <a:gd name="connsiteY3" fmla="*/ 142162 h 142162"/>
                    <a:gd name="connsiteX4" fmla="*/ 124 w 595959"/>
                    <a:gd name="connsiteY4" fmla="*/ 24925 h 142162"/>
                    <a:gd name="connsiteX0" fmla="*/ 124 w 595959"/>
                    <a:gd name="connsiteY0" fmla="*/ 22492 h 139729"/>
                    <a:gd name="connsiteX1" fmla="*/ 595828 w 595959"/>
                    <a:gd name="connsiteY1" fmla="*/ 0 h 139729"/>
                    <a:gd name="connsiteX2" fmla="*/ 595830 w 595959"/>
                    <a:gd name="connsiteY2" fmla="*/ 97547 h 139729"/>
                    <a:gd name="connsiteX3" fmla="*/ 131 w 595959"/>
                    <a:gd name="connsiteY3" fmla="*/ 139729 h 139729"/>
                    <a:gd name="connsiteX4" fmla="*/ 124 w 595959"/>
                    <a:gd name="connsiteY4" fmla="*/ 22492 h 139729"/>
                    <a:gd name="connsiteX0" fmla="*/ 124 w 595959"/>
                    <a:gd name="connsiteY0" fmla="*/ 25585 h 142822"/>
                    <a:gd name="connsiteX1" fmla="*/ 595828 w 595959"/>
                    <a:gd name="connsiteY1" fmla="*/ 3093 h 142822"/>
                    <a:gd name="connsiteX2" fmla="*/ 595830 w 595959"/>
                    <a:gd name="connsiteY2" fmla="*/ 100640 h 142822"/>
                    <a:gd name="connsiteX3" fmla="*/ 131 w 595959"/>
                    <a:gd name="connsiteY3" fmla="*/ 142822 h 142822"/>
                    <a:gd name="connsiteX4" fmla="*/ 124 w 595959"/>
                    <a:gd name="connsiteY4" fmla="*/ 25585 h 142822"/>
                    <a:gd name="connsiteX0" fmla="*/ 124 w 595959"/>
                    <a:gd name="connsiteY0" fmla="*/ 25585 h 142822"/>
                    <a:gd name="connsiteX1" fmla="*/ 595828 w 595959"/>
                    <a:gd name="connsiteY1" fmla="*/ 3093 h 142822"/>
                    <a:gd name="connsiteX2" fmla="*/ 595830 w 595959"/>
                    <a:gd name="connsiteY2" fmla="*/ 100640 h 142822"/>
                    <a:gd name="connsiteX3" fmla="*/ 131 w 595959"/>
                    <a:gd name="connsiteY3" fmla="*/ 142822 h 142822"/>
                    <a:gd name="connsiteX4" fmla="*/ 124 w 595959"/>
                    <a:gd name="connsiteY4" fmla="*/ 25585 h 142822"/>
                    <a:gd name="connsiteX0" fmla="*/ 124 w 595959"/>
                    <a:gd name="connsiteY0" fmla="*/ 26512 h 143749"/>
                    <a:gd name="connsiteX1" fmla="*/ 595828 w 595959"/>
                    <a:gd name="connsiteY1" fmla="*/ 4020 h 143749"/>
                    <a:gd name="connsiteX2" fmla="*/ 595830 w 595959"/>
                    <a:gd name="connsiteY2" fmla="*/ 101567 h 143749"/>
                    <a:gd name="connsiteX3" fmla="*/ 131 w 595959"/>
                    <a:gd name="connsiteY3" fmla="*/ 143749 h 143749"/>
                    <a:gd name="connsiteX4" fmla="*/ 124 w 595959"/>
                    <a:gd name="connsiteY4" fmla="*/ 26512 h 143749"/>
                    <a:gd name="connsiteX0" fmla="*/ 124 w 595959"/>
                    <a:gd name="connsiteY0" fmla="*/ 26512 h 143749"/>
                    <a:gd name="connsiteX1" fmla="*/ 595828 w 595959"/>
                    <a:gd name="connsiteY1" fmla="*/ 4020 h 143749"/>
                    <a:gd name="connsiteX2" fmla="*/ 595830 w 595959"/>
                    <a:gd name="connsiteY2" fmla="*/ 101567 h 143749"/>
                    <a:gd name="connsiteX3" fmla="*/ 131 w 595959"/>
                    <a:gd name="connsiteY3" fmla="*/ 143749 h 143749"/>
                    <a:gd name="connsiteX4" fmla="*/ 124 w 595959"/>
                    <a:gd name="connsiteY4" fmla="*/ 26512 h 143749"/>
                    <a:gd name="connsiteX0" fmla="*/ 124 w 595959"/>
                    <a:gd name="connsiteY0" fmla="*/ 28496 h 145733"/>
                    <a:gd name="connsiteX1" fmla="*/ 595828 w 595959"/>
                    <a:gd name="connsiteY1" fmla="*/ 6004 h 145733"/>
                    <a:gd name="connsiteX2" fmla="*/ 595830 w 595959"/>
                    <a:gd name="connsiteY2" fmla="*/ 103551 h 145733"/>
                    <a:gd name="connsiteX3" fmla="*/ 131 w 595959"/>
                    <a:gd name="connsiteY3" fmla="*/ 145733 h 145733"/>
                    <a:gd name="connsiteX4" fmla="*/ 124 w 595959"/>
                    <a:gd name="connsiteY4" fmla="*/ 28496 h 145733"/>
                    <a:gd name="connsiteX0" fmla="*/ 124 w 595959"/>
                    <a:gd name="connsiteY0" fmla="*/ 40766 h 158003"/>
                    <a:gd name="connsiteX1" fmla="*/ 595828 w 595959"/>
                    <a:gd name="connsiteY1" fmla="*/ 0 h 158003"/>
                    <a:gd name="connsiteX2" fmla="*/ 595830 w 595959"/>
                    <a:gd name="connsiteY2" fmla="*/ 115821 h 158003"/>
                    <a:gd name="connsiteX3" fmla="*/ 131 w 595959"/>
                    <a:gd name="connsiteY3" fmla="*/ 158003 h 158003"/>
                    <a:gd name="connsiteX4" fmla="*/ 124 w 595959"/>
                    <a:gd name="connsiteY4" fmla="*/ 40766 h 158003"/>
                    <a:gd name="connsiteX0" fmla="*/ 124 w 595959"/>
                    <a:gd name="connsiteY0" fmla="*/ 40766 h 158003"/>
                    <a:gd name="connsiteX1" fmla="*/ 595828 w 595959"/>
                    <a:gd name="connsiteY1" fmla="*/ 0 h 158003"/>
                    <a:gd name="connsiteX2" fmla="*/ 595830 w 595959"/>
                    <a:gd name="connsiteY2" fmla="*/ 115821 h 158003"/>
                    <a:gd name="connsiteX3" fmla="*/ 131 w 595959"/>
                    <a:gd name="connsiteY3" fmla="*/ 158003 h 158003"/>
                    <a:gd name="connsiteX4" fmla="*/ 124 w 595959"/>
                    <a:gd name="connsiteY4" fmla="*/ 40766 h 158003"/>
                    <a:gd name="connsiteX0" fmla="*/ 124 w 595959"/>
                    <a:gd name="connsiteY0" fmla="*/ 40766 h 158003"/>
                    <a:gd name="connsiteX1" fmla="*/ 595828 w 595959"/>
                    <a:gd name="connsiteY1" fmla="*/ 0 h 158003"/>
                    <a:gd name="connsiteX2" fmla="*/ 595830 w 595959"/>
                    <a:gd name="connsiteY2" fmla="*/ 115821 h 158003"/>
                    <a:gd name="connsiteX3" fmla="*/ 131 w 595959"/>
                    <a:gd name="connsiteY3" fmla="*/ 158003 h 158003"/>
                    <a:gd name="connsiteX4" fmla="*/ 124 w 595959"/>
                    <a:gd name="connsiteY4" fmla="*/ 40766 h 158003"/>
                    <a:gd name="connsiteX0" fmla="*/ 124 w 595959"/>
                    <a:gd name="connsiteY0" fmla="*/ 40766 h 158003"/>
                    <a:gd name="connsiteX1" fmla="*/ 595828 w 595959"/>
                    <a:gd name="connsiteY1" fmla="*/ 0 h 158003"/>
                    <a:gd name="connsiteX2" fmla="*/ 595830 w 595959"/>
                    <a:gd name="connsiteY2" fmla="*/ 115821 h 158003"/>
                    <a:gd name="connsiteX3" fmla="*/ 131 w 595959"/>
                    <a:gd name="connsiteY3" fmla="*/ 158003 h 158003"/>
                    <a:gd name="connsiteX4" fmla="*/ 124 w 595959"/>
                    <a:gd name="connsiteY4" fmla="*/ 40766 h 158003"/>
                    <a:gd name="connsiteX0" fmla="*/ 124 w 595959"/>
                    <a:gd name="connsiteY0" fmla="*/ 40766 h 158003"/>
                    <a:gd name="connsiteX1" fmla="*/ 595828 w 595959"/>
                    <a:gd name="connsiteY1" fmla="*/ 0 h 158003"/>
                    <a:gd name="connsiteX2" fmla="*/ 595830 w 595959"/>
                    <a:gd name="connsiteY2" fmla="*/ 115821 h 158003"/>
                    <a:gd name="connsiteX3" fmla="*/ 131 w 595959"/>
                    <a:gd name="connsiteY3" fmla="*/ 158003 h 158003"/>
                    <a:gd name="connsiteX4" fmla="*/ 124 w 595959"/>
                    <a:gd name="connsiteY4" fmla="*/ 40766 h 158003"/>
                    <a:gd name="connsiteX0" fmla="*/ 124 w 595959"/>
                    <a:gd name="connsiteY0" fmla="*/ 40766 h 158003"/>
                    <a:gd name="connsiteX1" fmla="*/ 595828 w 595959"/>
                    <a:gd name="connsiteY1" fmla="*/ 0 h 158003"/>
                    <a:gd name="connsiteX2" fmla="*/ 595830 w 595959"/>
                    <a:gd name="connsiteY2" fmla="*/ 115821 h 158003"/>
                    <a:gd name="connsiteX3" fmla="*/ 131 w 595959"/>
                    <a:gd name="connsiteY3" fmla="*/ 158003 h 158003"/>
                    <a:gd name="connsiteX4" fmla="*/ 124 w 595959"/>
                    <a:gd name="connsiteY4" fmla="*/ 40766 h 158003"/>
                    <a:gd name="connsiteX0" fmla="*/ 124 w 595959"/>
                    <a:gd name="connsiteY0" fmla="*/ 40766 h 158003"/>
                    <a:gd name="connsiteX1" fmla="*/ 595828 w 595959"/>
                    <a:gd name="connsiteY1" fmla="*/ 0 h 158003"/>
                    <a:gd name="connsiteX2" fmla="*/ 595830 w 595959"/>
                    <a:gd name="connsiteY2" fmla="*/ 115821 h 158003"/>
                    <a:gd name="connsiteX3" fmla="*/ 131 w 595959"/>
                    <a:gd name="connsiteY3" fmla="*/ 158003 h 158003"/>
                    <a:gd name="connsiteX4" fmla="*/ 124 w 595959"/>
                    <a:gd name="connsiteY4" fmla="*/ 40766 h 158003"/>
                    <a:gd name="connsiteX0" fmla="*/ 124 w 595959"/>
                    <a:gd name="connsiteY0" fmla="*/ 40766 h 158003"/>
                    <a:gd name="connsiteX1" fmla="*/ 595828 w 595959"/>
                    <a:gd name="connsiteY1" fmla="*/ 0 h 158003"/>
                    <a:gd name="connsiteX2" fmla="*/ 595830 w 595959"/>
                    <a:gd name="connsiteY2" fmla="*/ 115821 h 158003"/>
                    <a:gd name="connsiteX3" fmla="*/ 131 w 595959"/>
                    <a:gd name="connsiteY3" fmla="*/ 158003 h 158003"/>
                    <a:gd name="connsiteX4" fmla="*/ 124 w 595959"/>
                    <a:gd name="connsiteY4" fmla="*/ 40766 h 158003"/>
                    <a:gd name="connsiteX0" fmla="*/ 124 w 595959"/>
                    <a:gd name="connsiteY0" fmla="*/ 40766 h 158003"/>
                    <a:gd name="connsiteX1" fmla="*/ 595828 w 595959"/>
                    <a:gd name="connsiteY1" fmla="*/ 0 h 158003"/>
                    <a:gd name="connsiteX2" fmla="*/ 595830 w 595959"/>
                    <a:gd name="connsiteY2" fmla="*/ 115821 h 158003"/>
                    <a:gd name="connsiteX3" fmla="*/ 131 w 595959"/>
                    <a:gd name="connsiteY3" fmla="*/ 158003 h 158003"/>
                    <a:gd name="connsiteX4" fmla="*/ 124 w 595959"/>
                    <a:gd name="connsiteY4" fmla="*/ 40766 h 158003"/>
                    <a:gd name="connsiteX0" fmla="*/ 124 w 595856"/>
                    <a:gd name="connsiteY0" fmla="*/ 41841 h 159078"/>
                    <a:gd name="connsiteX1" fmla="*/ 591261 w 595856"/>
                    <a:gd name="connsiteY1" fmla="*/ 0 h 159078"/>
                    <a:gd name="connsiteX2" fmla="*/ 595830 w 595856"/>
                    <a:gd name="connsiteY2" fmla="*/ 116896 h 159078"/>
                    <a:gd name="connsiteX3" fmla="*/ 131 w 595856"/>
                    <a:gd name="connsiteY3" fmla="*/ 159078 h 159078"/>
                    <a:gd name="connsiteX4" fmla="*/ 124 w 595856"/>
                    <a:gd name="connsiteY4" fmla="*/ 41841 h 159078"/>
                    <a:gd name="connsiteX0" fmla="*/ 124 w 595959"/>
                    <a:gd name="connsiteY0" fmla="*/ 41841 h 159078"/>
                    <a:gd name="connsiteX1" fmla="*/ 595828 w 595959"/>
                    <a:gd name="connsiteY1" fmla="*/ 0 h 159078"/>
                    <a:gd name="connsiteX2" fmla="*/ 595830 w 595959"/>
                    <a:gd name="connsiteY2" fmla="*/ 116896 h 159078"/>
                    <a:gd name="connsiteX3" fmla="*/ 131 w 595959"/>
                    <a:gd name="connsiteY3" fmla="*/ 159078 h 159078"/>
                    <a:gd name="connsiteX4" fmla="*/ 124 w 595959"/>
                    <a:gd name="connsiteY4" fmla="*/ 41841 h 159078"/>
                    <a:gd name="connsiteX0" fmla="*/ 124 w 597349"/>
                    <a:gd name="connsiteY0" fmla="*/ 42378 h 159615"/>
                    <a:gd name="connsiteX1" fmla="*/ 597349 w 597349"/>
                    <a:gd name="connsiteY1" fmla="*/ 0 h 159615"/>
                    <a:gd name="connsiteX2" fmla="*/ 595830 w 597349"/>
                    <a:gd name="connsiteY2" fmla="*/ 117433 h 159615"/>
                    <a:gd name="connsiteX3" fmla="*/ 131 w 597349"/>
                    <a:gd name="connsiteY3" fmla="*/ 159615 h 159615"/>
                    <a:gd name="connsiteX4" fmla="*/ 124 w 597349"/>
                    <a:gd name="connsiteY4" fmla="*/ 42378 h 159615"/>
                    <a:gd name="connsiteX0" fmla="*/ 124 w 600443"/>
                    <a:gd name="connsiteY0" fmla="*/ 42378 h 159615"/>
                    <a:gd name="connsiteX1" fmla="*/ 597349 w 600443"/>
                    <a:gd name="connsiteY1" fmla="*/ 0 h 159615"/>
                    <a:gd name="connsiteX2" fmla="*/ 600408 w 600443"/>
                    <a:gd name="connsiteY2" fmla="*/ 117433 h 159615"/>
                    <a:gd name="connsiteX3" fmla="*/ 131 w 600443"/>
                    <a:gd name="connsiteY3" fmla="*/ 159615 h 159615"/>
                    <a:gd name="connsiteX4" fmla="*/ 124 w 600443"/>
                    <a:gd name="connsiteY4" fmla="*/ 42378 h 159615"/>
                    <a:gd name="connsiteX0" fmla="*/ 124 w 600537"/>
                    <a:gd name="connsiteY0" fmla="*/ 42378 h 159615"/>
                    <a:gd name="connsiteX1" fmla="*/ 600401 w 600537"/>
                    <a:gd name="connsiteY1" fmla="*/ 0 h 159615"/>
                    <a:gd name="connsiteX2" fmla="*/ 600408 w 600537"/>
                    <a:gd name="connsiteY2" fmla="*/ 117433 h 159615"/>
                    <a:gd name="connsiteX3" fmla="*/ 131 w 600537"/>
                    <a:gd name="connsiteY3" fmla="*/ 159615 h 159615"/>
                    <a:gd name="connsiteX4" fmla="*/ 124 w 600537"/>
                    <a:gd name="connsiteY4" fmla="*/ 42378 h 15961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00537" h="159615">
                      <a:moveTo>
                        <a:pt x="124" y="42378"/>
                      </a:moveTo>
                      <a:cubicBezTo>
                        <a:pt x="296414" y="-50243"/>
                        <a:pt x="418111" y="75773"/>
                        <a:pt x="600401" y="0"/>
                      </a:cubicBezTo>
                      <a:cubicBezTo>
                        <a:pt x="599951" y="33260"/>
                        <a:pt x="600858" y="84173"/>
                        <a:pt x="600408" y="117433"/>
                      </a:cubicBezTo>
                      <a:cubicBezTo>
                        <a:pt x="395490" y="192726"/>
                        <a:pt x="285331" y="62551"/>
                        <a:pt x="131" y="159615"/>
                      </a:cubicBezTo>
                      <a:cubicBezTo>
                        <a:pt x="-323" y="114566"/>
                        <a:pt x="578" y="87427"/>
                        <a:pt x="124" y="42378"/>
                      </a:cubicBezTo>
                      <a:close/>
                    </a:path>
                  </a:pathLst>
                </a:custGeom>
                <a:solidFill>
                  <a:schemeClr val="accent2">
                    <a:lumMod val="40000"/>
                    <a:lumOff val="60000"/>
                  </a:schemeClr>
                </a:solidFill>
                <a:ln w="1270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818" name="矩形 1174">
                  <a:extLst>
                    <a:ext uri="{FF2B5EF4-FFF2-40B4-BE49-F238E27FC236}">
                      <a16:creationId xmlns:a16="http://schemas.microsoft.com/office/drawing/2014/main" id="{A61DB58C-0733-77B2-6D41-5C73C5105D0A}"/>
                    </a:ext>
                  </a:extLst>
                </p:cNvPr>
                <p:cNvSpPr/>
                <p:nvPr/>
              </p:nvSpPr>
              <p:spPr>
                <a:xfrm rot="10800000">
                  <a:off x="5041541" y="7045652"/>
                  <a:ext cx="618707" cy="139508"/>
                </a:xfrm>
                <a:custGeom>
                  <a:avLst/>
                  <a:gdLst>
                    <a:gd name="connsiteX0" fmla="*/ 0 w 595706"/>
                    <a:gd name="connsiteY0" fmla="*/ 0 h 92965"/>
                    <a:gd name="connsiteX1" fmla="*/ 595706 w 595706"/>
                    <a:gd name="connsiteY1" fmla="*/ 0 h 92965"/>
                    <a:gd name="connsiteX2" fmla="*/ 595706 w 595706"/>
                    <a:gd name="connsiteY2" fmla="*/ 92965 h 92965"/>
                    <a:gd name="connsiteX3" fmla="*/ 0 w 595706"/>
                    <a:gd name="connsiteY3" fmla="*/ 92965 h 92965"/>
                    <a:gd name="connsiteX4" fmla="*/ 0 w 595706"/>
                    <a:gd name="connsiteY4" fmla="*/ 0 h 92965"/>
                    <a:gd name="connsiteX0" fmla="*/ 0 w 595706"/>
                    <a:gd name="connsiteY0" fmla="*/ 0 h 135147"/>
                    <a:gd name="connsiteX1" fmla="*/ 595706 w 595706"/>
                    <a:gd name="connsiteY1" fmla="*/ 0 h 135147"/>
                    <a:gd name="connsiteX2" fmla="*/ 595706 w 595706"/>
                    <a:gd name="connsiteY2" fmla="*/ 92965 h 135147"/>
                    <a:gd name="connsiteX3" fmla="*/ 1361 w 595706"/>
                    <a:gd name="connsiteY3" fmla="*/ 135147 h 135147"/>
                    <a:gd name="connsiteX4" fmla="*/ 0 w 595706"/>
                    <a:gd name="connsiteY4" fmla="*/ 0 h 135147"/>
                    <a:gd name="connsiteX0" fmla="*/ 0 w 595706"/>
                    <a:gd name="connsiteY0" fmla="*/ 0 h 135147"/>
                    <a:gd name="connsiteX1" fmla="*/ 595706 w 595706"/>
                    <a:gd name="connsiteY1" fmla="*/ 0 h 135147"/>
                    <a:gd name="connsiteX2" fmla="*/ 595706 w 595706"/>
                    <a:gd name="connsiteY2" fmla="*/ 92965 h 135147"/>
                    <a:gd name="connsiteX3" fmla="*/ 1361 w 595706"/>
                    <a:gd name="connsiteY3" fmla="*/ 135147 h 135147"/>
                    <a:gd name="connsiteX4" fmla="*/ 0 w 595706"/>
                    <a:gd name="connsiteY4" fmla="*/ 0 h 135147"/>
                    <a:gd name="connsiteX0" fmla="*/ 0 w 595706"/>
                    <a:gd name="connsiteY0" fmla="*/ 0 h 135147"/>
                    <a:gd name="connsiteX1" fmla="*/ 595706 w 595706"/>
                    <a:gd name="connsiteY1" fmla="*/ 0 h 135147"/>
                    <a:gd name="connsiteX2" fmla="*/ 595706 w 595706"/>
                    <a:gd name="connsiteY2" fmla="*/ 92965 h 135147"/>
                    <a:gd name="connsiteX3" fmla="*/ 1361 w 595706"/>
                    <a:gd name="connsiteY3" fmla="*/ 135147 h 135147"/>
                    <a:gd name="connsiteX4" fmla="*/ 0 w 595706"/>
                    <a:gd name="connsiteY4" fmla="*/ 0 h 135147"/>
                    <a:gd name="connsiteX0" fmla="*/ 0 w 595706"/>
                    <a:gd name="connsiteY0" fmla="*/ 0 h 135147"/>
                    <a:gd name="connsiteX1" fmla="*/ 595706 w 595706"/>
                    <a:gd name="connsiteY1" fmla="*/ 0 h 135147"/>
                    <a:gd name="connsiteX2" fmla="*/ 595706 w 595706"/>
                    <a:gd name="connsiteY2" fmla="*/ 92965 h 135147"/>
                    <a:gd name="connsiteX3" fmla="*/ 1361 w 595706"/>
                    <a:gd name="connsiteY3" fmla="*/ 135147 h 135147"/>
                    <a:gd name="connsiteX4" fmla="*/ 0 w 595706"/>
                    <a:gd name="connsiteY4" fmla="*/ 0 h 135147"/>
                    <a:gd name="connsiteX0" fmla="*/ 131 w 595837"/>
                    <a:gd name="connsiteY0" fmla="*/ 0 h 148754"/>
                    <a:gd name="connsiteX1" fmla="*/ 595837 w 595837"/>
                    <a:gd name="connsiteY1" fmla="*/ 0 h 148754"/>
                    <a:gd name="connsiteX2" fmla="*/ 595837 w 595837"/>
                    <a:gd name="connsiteY2" fmla="*/ 92965 h 148754"/>
                    <a:gd name="connsiteX3" fmla="*/ 131 w 595837"/>
                    <a:gd name="connsiteY3" fmla="*/ 148754 h 148754"/>
                    <a:gd name="connsiteX4" fmla="*/ 131 w 595837"/>
                    <a:gd name="connsiteY4" fmla="*/ 0 h 148754"/>
                    <a:gd name="connsiteX0" fmla="*/ 131 w 595837"/>
                    <a:gd name="connsiteY0" fmla="*/ 0 h 140590"/>
                    <a:gd name="connsiteX1" fmla="*/ 595837 w 595837"/>
                    <a:gd name="connsiteY1" fmla="*/ 0 h 140590"/>
                    <a:gd name="connsiteX2" fmla="*/ 595837 w 595837"/>
                    <a:gd name="connsiteY2" fmla="*/ 92965 h 140590"/>
                    <a:gd name="connsiteX3" fmla="*/ 131 w 595837"/>
                    <a:gd name="connsiteY3" fmla="*/ 140590 h 140590"/>
                    <a:gd name="connsiteX4" fmla="*/ 131 w 595837"/>
                    <a:gd name="connsiteY4" fmla="*/ 0 h 140590"/>
                    <a:gd name="connsiteX0" fmla="*/ 131 w 595837"/>
                    <a:gd name="connsiteY0" fmla="*/ 0 h 140590"/>
                    <a:gd name="connsiteX1" fmla="*/ 595837 w 595837"/>
                    <a:gd name="connsiteY1" fmla="*/ 0 h 140590"/>
                    <a:gd name="connsiteX2" fmla="*/ 595837 w 595837"/>
                    <a:gd name="connsiteY2" fmla="*/ 92965 h 140590"/>
                    <a:gd name="connsiteX3" fmla="*/ 131 w 595837"/>
                    <a:gd name="connsiteY3" fmla="*/ 140590 h 140590"/>
                    <a:gd name="connsiteX4" fmla="*/ 131 w 595837"/>
                    <a:gd name="connsiteY4" fmla="*/ 0 h 140590"/>
                    <a:gd name="connsiteX0" fmla="*/ 131 w 595837"/>
                    <a:gd name="connsiteY0" fmla="*/ 0 h 140590"/>
                    <a:gd name="connsiteX1" fmla="*/ 595837 w 595837"/>
                    <a:gd name="connsiteY1" fmla="*/ 0 h 140590"/>
                    <a:gd name="connsiteX2" fmla="*/ 595837 w 595837"/>
                    <a:gd name="connsiteY2" fmla="*/ 92965 h 140590"/>
                    <a:gd name="connsiteX3" fmla="*/ 131 w 595837"/>
                    <a:gd name="connsiteY3" fmla="*/ 140590 h 140590"/>
                    <a:gd name="connsiteX4" fmla="*/ 131 w 595837"/>
                    <a:gd name="connsiteY4" fmla="*/ 0 h 140590"/>
                    <a:gd name="connsiteX0" fmla="*/ 131 w 595837"/>
                    <a:gd name="connsiteY0" fmla="*/ 0 h 140590"/>
                    <a:gd name="connsiteX1" fmla="*/ 595837 w 595837"/>
                    <a:gd name="connsiteY1" fmla="*/ 0 h 140590"/>
                    <a:gd name="connsiteX2" fmla="*/ 595837 w 595837"/>
                    <a:gd name="connsiteY2" fmla="*/ 92965 h 140590"/>
                    <a:gd name="connsiteX3" fmla="*/ 131 w 595837"/>
                    <a:gd name="connsiteY3" fmla="*/ 140590 h 140590"/>
                    <a:gd name="connsiteX4" fmla="*/ 131 w 595837"/>
                    <a:gd name="connsiteY4" fmla="*/ 0 h 140590"/>
                    <a:gd name="connsiteX0" fmla="*/ 131 w 595837"/>
                    <a:gd name="connsiteY0" fmla="*/ 0 h 140590"/>
                    <a:gd name="connsiteX1" fmla="*/ 595837 w 595837"/>
                    <a:gd name="connsiteY1" fmla="*/ 0 h 140590"/>
                    <a:gd name="connsiteX2" fmla="*/ 595837 w 595837"/>
                    <a:gd name="connsiteY2" fmla="*/ 92965 h 140590"/>
                    <a:gd name="connsiteX3" fmla="*/ 131 w 595837"/>
                    <a:gd name="connsiteY3" fmla="*/ 140590 h 140590"/>
                    <a:gd name="connsiteX4" fmla="*/ 131 w 595837"/>
                    <a:gd name="connsiteY4" fmla="*/ 0 h 140590"/>
                    <a:gd name="connsiteX0" fmla="*/ 131 w 595837"/>
                    <a:gd name="connsiteY0" fmla="*/ 0 h 156571"/>
                    <a:gd name="connsiteX1" fmla="*/ 595837 w 595837"/>
                    <a:gd name="connsiteY1" fmla="*/ 0 h 156571"/>
                    <a:gd name="connsiteX2" fmla="*/ 594316 w 595837"/>
                    <a:gd name="connsiteY2" fmla="*/ 141984 h 156571"/>
                    <a:gd name="connsiteX3" fmla="*/ 131 w 595837"/>
                    <a:gd name="connsiteY3" fmla="*/ 140590 h 156571"/>
                    <a:gd name="connsiteX4" fmla="*/ 131 w 595837"/>
                    <a:gd name="connsiteY4" fmla="*/ 0 h 156571"/>
                    <a:gd name="connsiteX0" fmla="*/ 1577 w 597283"/>
                    <a:gd name="connsiteY0" fmla="*/ 0 h 271309"/>
                    <a:gd name="connsiteX1" fmla="*/ 597283 w 597283"/>
                    <a:gd name="connsiteY1" fmla="*/ 0 h 271309"/>
                    <a:gd name="connsiteX2" fmla="*/ 595762 w 597283"/>
                    <a:gd name="connsiteY2" fmla="*/ 141984 h 271309"/>
                    <a:gd name="connsiteX3" fmla="*/ 56 w 597283"/>
                    <a:gd name="connsiteY3" fmla="*/ 271309 h 271309"/>
                    <a:gd name="connsiteX4" fmla="*/ 1577 w 597283"/>
                    <a:gd name="connsiteY4" fmla="*/ 0 h 271309"/>
                    <a:gd name="connsiteX0" fmla="*/ 1577 w 597283"/>
                    <a:gd name="connsiteY0" fmla="*/ 0 h 271309"/>
                    <a:gd name="connsiteX1" fmla="*/ 597283 w 597283"/>
                    <a:gd name="connsiteY1" fmla="*/ 0 h 271309"/>
                    <a:gd name="connsiteX2" fmla="*/ 595762 w 597283"/>
                    <a:gd name="connsiteY2" fmla="*/ 141984 h 271309"/>
                    <a:gd name="connsiteX3" fmla="*/ 56 w 597283"/>
                    <a:gd name="connsiteY3" fmla="*/ 271309 h 271309"/>
                    <a:gd name="connsiteX4" fmla="*/ 1577 w 597283"/>
                    <a:gd name="connsiteY4" fmla="*/ 0 h 271309"/>
                    <a:gd name="connsiteX0" fmla="*/ 1577 w 597283"/>
                    <a:gd name="connsiteY0" fmla="*/ 0 h 271309"/>
                    <a:gd name="connsiteX1" fmla="*/ 597283 w 597283"/>
                    <a:gd name="connsiteY1" fmla="*/ 0 h 271309"/>
                    <a:gd name="connsiteX2" fmla="*/ 595762 w 597283"/>
                    <a:gd name="connsiteY2" fmla="*/ 141984 h 271309"/>
                    <a:gd name="connsiteX3" fmla="*/ 56 w 597283"/>
                    <a:gd name="connsiteY3" fmla="*/ 271309 h 271309"/>
                    <a:gd name="connsiteX4" fmla="*/ 1577 w 597283"/>
                    <a:gd name="connsiteY4" fmla="*/ 0 h 271309"/>
                    <a:gd name="connsiteX0" fmla="*/ 1577 w 597283"/>
                    <a:gd name="connsiteY0" fmla="*/ 0 h 271309"/>
                    <a:gd name="connsiteX1" fmla="*/ 597283 w 597283"/>
                    <a:gd name="connsiteY1" fmla="*/ 0 h 271309"/>
                    <a:gd name="connsiteX2" fmla="*/ 595762 w 597283"/>
                    <a:gd name="connsiteY2" fmla="*/ 141984 h 271309"/>
                    <a:gd name="connsiteX3" fmla="*/ 56 w 597283"/>
                    <a:gd name="connsiteY3" fmla="*/ 271309 h 271309"/>
                    <a:gd name="connsiteX4" fmla="*/ 1577 w 597283"/>
                    <a:gd name="connsiteY4" fmla="*/ 0 h 271309"/>
                    <a:gd name="connsiteX0" fmla="*/ 1577 w 597283"/>
                    <a:gd name="connsiteY0" fmla="*/ 0 h 271309"/>
                    <a:gd name="connsiteX1" fmla="*/ 597283 w 597283"/>
                    <a:gd name="connsiteY1" fmla="*/ 0 h 271309"/>
                    <a:gd name="connsiteX2" fmla="*/ 595762 w 597283"/>
                    <a:gd name="connsiteY2" fmla="*/ 141984 h 271309"/>
                    <a:gd name="connsiteX3" fmla="*/ 56 w 597283"/>
                    <a:gd name="connsiteY3" fmla="*/ 271309 h 271309"/>
                    <a:gd name="connsiteX4" fmla="*/ 1577 w 597283"/>
                    <a:gd name="connsiteY4" fmla="*/ 0 h 271309"/>
                    <a:gd name="connsiteX0" fmla="*/ 0 w 600949"/>
                    <a:gd name="connsiteY0" fmla="*/ 0 h 271309"/>
                    <a:gd name="connsiteX1" fmla="*/ 600949 w 600949"/>
                    <a:gd name="connsiteY1" fmla="*/ 0 h 271309"/>
                    <a:gd name="connsiteX2" fmla="*/ 599428 w 600949"/>
                    <a:gd name="connsiteY2" fmla="*/ 141984 h 271309"/>
                    <a:gd name="connsiteX3" fmla="*/ 3722 w 600949"/>
                    <a:gd name="connsiteY3" fmla="*/ 271309 h 271309"/>
                    <a:gd name="connsiteX4" fmla="*/ 0 w 600949"/>
                    <a:gd name="connsiteY4" fmla="*/ 0 h 271309"/>
                    <a:gd name="connsiteX0" fmla="*/ 0 w 599639"/>
                    <a:gd name="connsiteY0" fmla="*/ 0 h 271309"/>
                    <a:gd name="connsiteX1" fmla="*/ 599639 w 599639"/>
                    <a:gd name="connsiteY1" fmla="*/ 0 h 271309"/>
                    <a:gd name="connsiteX2" fmla="*/ 599428 w 599639"/>
                    <a:gd name="connsiteY2" fmla="*/ 141984 h 271309"/>
                    <a:gd name="connsiteX3" fmla="*/ 3722 w 599639"/>
                    <a:gd name="connsiteY3" fmla="*/ 271309 h 271309"/>
                    <a:gd name="connsiteX4" fmla="*/ 0 w 599639"/>
                    <a:gd name="connsiteY4" fmla="*/ 0 h 271309"/>
                    <a:gd name="connsiteX0" fmla="*/ 0 w 597018"/>
                    <a:gd name="connsiteY0" fmla="*/ 0 h 271309"/>
                    <a:gd name="connsiteX1" fmla="*/ 597018 w 597018"/>
                    <a:gd name="connsiteY1" fmla="*/ 0 h 271309"/>
                    <a:gd name="connsiteX2" fmla="*/ 596807 w 597018"/>
                    <a:gd name="connsiteY2" fmla="*/ 141984 h 271309"/>
                    <a:gd name="connsiteX3" fmla="*/ 1101 w 597018"/>
                    <a:gd name="connsiteY3" fmla="*/ 271309 h 271309"/>
                    <a:gd name="connsiteX4" fmla="*/ 0 w 597018"/>
                    <a:gd name="connsiteY4" fmla="*/ 0 h 271309"/>
                    <a:gd name="connsiteX0" fmla="*/ 0 w 596807"/>
                    <a:gd name="connsiteY0" fmla="*/ 0 h 271309"/>
                    <a:gd name="connsiteX1" fmla="*/ 591775 w 596807"/>
                    <a:gd name="connsiteY1" fmla="*/ 0 h 271309"/>
                    <a:gd name="connsiteX2" fmla="*/ 596807 w 596807"/>
                    <a:gd name="connsiteY2" fmla="*/ 141984 h 271309"/>
                    <a:gd name="connsiteX3" fmla="*/ 1101 w 596807"/>
                    <a:gd name="connsiteY3" fmla="*/ 271309 h 271309"/>
                    <a:gd name="connsiteX4" fmla="*/ 0 w 596807"/>
                    <a:gd name="connsiteY4" fmla="*/ 0 h 271309"/>
                    <a:gd name="connsiteX0" fmla="*/ 0 w 596807"/>
                    <a:gd name="connsiteY0" fmla="*/ 0 h 271309"/>
                    <a:gd name="connsiteX1" fmla="*/ 595708 w 596807"/>
                    <a:gd name="connsiteY1" fmla="*/ 0 h 271309"/>
                    <a:gd name="connsiteX2" fmla="*/ 596807 w 596807"/>
                    <a:gd name="connsiteY2" fmla="*/ 141984 h 271309"/>
                    <a:gd name="connsiteX3" fmla="*/ 1101 w 596807"/>
                    <a:gd name="connsiteY3" fmla="*/ 271309 h 271309"/>
                    <a:gd name="connsiteX4" fmla="*/ 0 w 596807"/>
                    <a:gd name="connsiteY4" fmla="*/ 0 h 271309"/>
                    <a:gd name="connsiteX0" fmla="*/ 0 w 595708"/>
                    <a:gd name="connsiteY0" fmla="*/ 0 h 271309"/>
                    <a:gd name="connsiteX1" fmla="*/ 595708 w 595708"/>
                    <a:gd name="connsiteY1" fmla="*/ 0 h 271309"/>
                    <a:gd name="connsiteX2" fmla="*/ 594186 w 595708"/>
                    <a:gd name="connsiteY2" fmla="*/ 141985 h 271309"/>
                    <a:gd name="connsiteX3" fmla="*/ 1101 w 595708"/>
                    <a:gd name="connsiteY3" fmla="*/ 271309 h 271309"/>
                    <a:gd name="connsiteX4" fmla="*/ 0 w 595708"/>
                    <a:gd name="connsiteY4" fmla="*/ 0 h 271309"/>
                    <a:gd name="connsiteX0" fmla="*/ 0 w 596439"/>
                    <a:gd name="connsiteY0" fmla="*/ 109083 h 380392"/>
                    <a:gd name="connsiteX1" fmla="*/ 595708 w 596439"/>
                    <a:gd name="connsiteY1" fmla="*/ 109083 h 380392"/>
                    <a:gd name="connsiteX2" fmla="*/ 594186 w 596439"/>
                    <a:gd name="connsiteY2" fmla="*/ 251068 h 380392"/>
                    <a:gd name="connsiteX3" fmla="*/ 1101 w 596439"/>
                    <a:gd name="connsiteY3" fmla="*/ 380392 h 380392"/>
                    <a:gd name="connsiteX4" fmla="*/ 0 w 596439"/>
                    <a:gd name="connsiteY4" fmla="*/ 109083 h 380392"/>
                    <a:gd name="connsiteX0" fmla="*/ 0 w 595708"/>
                    <a:gd name="connsiteY0" fmla="*/ 0 h 271309"/>
                    <a:gd name="connsiteX1" fmla="*/ 595708 w 595708"/>
                    <a:gd name="connsiteY1" fmla="*/ 0 h 271309"/>
                    <a:gd name="connsiteX2" fmla="*/ 594186 w 595708"/>
                    <a:gd name="connsiteY2" fmla="*/ 141985 h 271309"/>
                    <a:gd name="connsiteX3" fmla="*/ 1101 w 595708"/>
                    <a:gd name="connsiteY3" fmla="*/ 271309 h 271309"/>
                    <a:gd name="connsiteX4" fmla="*/ 0 w 595708"/>
                    <a:gd name="connsiteY4" fmla="*/ 0 h 271309"/>
                    <a:gd name="connsiteX0" fmla="*/ 0 w 596808"/>
                    <a:gd name="connsiteY0" fmla="*/ 0 h 271309"/>
                    <a:gd name="connsiteX1" fmla="*/ 595708 w 596808"/>
                    <a:gd name="connsiteY1" fmla="*/ 0 h 271309"/>
                    <a:gd name="connsiteX2" fmla="*/ 596808 w 596808"/>
                    <a:gd name="connsiteY2" fmla="*/ 141985 h 271309"/>
                    <a:gd name="connsiteX3" fmla="*/ 1101 w 596808"/>
                    <a:gd name="connsiteY3" fmla="*/ 271309 h 271309"/>
                    <a:gd name="connsiteX4" fmla="*/ 0 w 596808"/>
                    <a:gd name="connsiteY4" fmla="*/ 0 h 271309"/>
                    <a:gd name="connsiteX0" fmla="*/ 0 w 596808"/>
                    <a:gd name="connsiteY0" fmla="*/ 0 h 271309"/>
                    <a:gd name="connsiteX1" fmla="*/ 595708 w 596808"/>
                    <a:gd name="connsiteY1" fmla="*/ 0 h 271309"/>
                    <a:gd name="connsiteX2" fmla="*/ 596808 w 596808"/>
                    <a:gd name="connsiteY2" fmla="*/ 141985 h 271309"/>
                    <a:gd name="connsiteX3" fmla="*/ 1101 w 596808"/>
                    <a:gd name="connsiteY3" fmla="*/ 271309 h 271309"/>
                    <a:gd name="connsiteX4" fmla="*/ 0 w 596808"/>
                    <a:gd name="connsiteY4" fmla="*/ 0 h 271309"/>
                    <a:gd name="connsiteX0" fmla="*/ 0 w 596808"/>
                    <a:gd name="connsiteY0" fmla="*/ 0 h 271309"/>
                    <a:gd name="connsiteX1" fmla="*/ 595708 w 596808"/>
                    <a:gd name="connsiteY1" fmla="*/ 0 h 271309"/>
                    <a:gd name="connsiteX2" fmla="*/ 596808 w 596808"/>
                    <a:gd name="connsiteY2" fmla="*/ 141985 h 271309"/>
                    <a:gd name="connsiteX3" fmla="*/ 1101 w 596808"/>
                    <a:gd name="connsiteY3" fmla="*/ 271309 h 271309"/>
                    <a:gd name="connsiteX4" fmla="*/ 0 w 596808"/>
                    <a:gd name="connsiteY4" fmla="*/ 0 h 271309"/>
                    <a:gd name="connsiteX0" fmla="*/ 0 w 595708"/>
                    <a:gd name="connsiteY0" fmla="*/ 0 h 271309"/>
                    <a:gd name="connsiteX1" fmla="*/ 595708 w 595708"/>
                    <a:gd name="connsiteY1" fmla="*/ 0 h 271309"/>
                    <a:gd name="connsiteX2" fmla="*/ 594186 w 595708"/>
                    <a:gd name="connsiteY2" fmla="*/ 141985 h 271309"/>
                    <a:gd name="connsiteX3" fmla="*/ 1101 w 595708"/>
                    <a:gd name="connsiteY3" fmla="*/ 271309 h 271309"/>
                    <a:gd name="connsiteX4" fmla="*/ 0 w 595708"/>
                    <a:gd name="connsiteY4" fmla="*/ 0 h 271309"/>
                    <a:gd name="connsiteX0" fmla="*/ 0 w 595708"/>
                    <a:gd name="connsiteY0" fmla="*/ 0 h 271309"/>
                    <a:gd name="connsiteX1" fmla="*/ 595708 w 595708"/>
                    <a:gd name="connsiteY1" fmla="*/ 0 h 271309"/>
                    <a:gd name="connsiteX2" fmla="*/ 594186 w 595708"/>
                    <a:gd name="connsiteY2" fmla="*/ 141985 h 271309"/>
                    <a:gd name="connsiteX3" fmla="*/ 1101 w 595708"/>
                    <a:gd name="connsiteY3" fmla="*/ 271309 h 271309"/>
                    <a:gd name="connsiteX4" fmla="*/ 0 w 595708"/>
                    <a:gd name="connsiteY4" fmla="*/ 0 h 271309"/>
                    <a:gd name="connsiteX0" fmla="*/ 0 w 595936"/>
                    <a:gd name="connsiteY0" fmla="*/ 0 h 271309"/>
                    <a:gd name="connsiteX1" fmla="*/ 595708 w 595936"/>
                    <a:gd name="connsiteY1" fmla="*/ 0 h 271309"/>
                    <a:gd name="connsiteX2" fmla="*/ 594186 w 595936"/>
                    <a:gd name="connsiteY2" fmla="*/ 141985 h 271309"/>
                    <a:gd name="connsiteX3" fmla="*/ 1101 w 595936"/>
                    <a:gd name="connsiteY3" fmla="*/ 271309 h 271309"/>
                    <a:gd name="connsiteX4" fmla="*/ 0 w 595936"/>
                    <a:gd name="connsiteY4" fmla="*/ 0 h 271309"/>
                    <a:gd name="connsiteX0" fmla="*/ 319 w 596255"/>
                    <a:gd name="connsiteY0" fmla="*/ 0 h 271309"/>
                    <a:gd name="connsiteX1" fmla="*/ 596027 w 596255"/>
                    <a:gd name="connsiteY1" fmla="*/ 0 h 271309"/>
                    <a:gd name="connsiteX2" fmla="*/ 594505 w 596255"/>
                    <a:gd name="connsiteY2" fmla="*/ 141985 h 271309"/>
                    <a:gd name="connsiteX3" fmla="*/ 110 w 596255"/>
                    <a:gd name="connsiteY3" fmla="*/ 271309 h 271309"/>
                    <a:gd name="connsiteX4" fmla="*/ 319 w 596255"/>
                    <a:gd name="connsiteY4" fmla="*/ 0 h 271309"/>
                    <a:gd name="connsiteX0" fmla="*/ 0 w 595936"/>
                    <a:gd name="connsiteY0" fmla="*/ 0 h 271309"/>
                    <a:gd name="connsiteX1" fmla="*/ 595708 w 595936"/>
                    <a:gd name="connsiteY1" fmla="*/ 0 h 271309"/>
                    <a:gd name="connsiteX2" fmla="*/ 594186 w 595936"/>
                    <a:gd name="connsiteY2" fmla="*/ 141985 h 271309"/>
                    <a:gd name="connsiteX3" fmla="*/ 1101 w 595936"/>
                    <a:gd name="connsiteY3" fmla="*/ 271309 h 271309"/>
                    <a:gd name="connsiteX4" fmla="*/ 0 w 595936"/>
                    <a:gd name="connsiteY4" fmla="*/ 0 h 2713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95936" h="271309">
                      <a:moveTo>
                        <a:pt x="0" y="0"/>
                      </a:moveTo>
                      <a:lnTo>
                        <a:pt x="595708" y="0"/>
                      </a:lnTo>
                      <a:cubicBezTo>
                        <a:pt x="595708" y="30988"/>
                        <a:pt x="596806" y="39550"/>
                        <a:pt x="594186" y="141985"/>
                      </a:cubicBezTo>
                      <a:cubicBezTo>
                        <a:pt x="404809" y="352086"/>
                        <a:pt x="341643" y="22672"/>
                        <a:pt x="1101" y="271309"/>
                      </a:cubicBezTo>
                      <a:cubicBezTo>
                        <a:pt x="647" y="226260"/>
                        <a:pt x="454" y="45049"/>
                        <a:pt x="0" y="0"/>
                      </a:cubicBezTo>
                      <a:close/>
                    </a:path>
                  </a:pathLst>
                </a:custGeom>
                <a:solidFill>
                  <a:schemeClr val="accent6">
                    <a:lumMod val="20000"/>
                    <a:lumOff val="80000"/>
                  </a:schemeClr>
                </a:solidFill>
                <a:ln w="1270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819" name="矩形 1174">
                  <a:extLst>
                    <a:ext uri="{FF2B5EF4-FFF2-40B4-BE49-F238E27FC236}">
                      <a16:creationId xmlns:a16="http://schemas.microsoft.com/office/drawing/2014/main" id="{9B1EBA7C-A0DF-F30A-763F-AFEBB25FBB11}"/>
                    </a:ext>
                  </a:extLst>
                </p:cNvPr>
                <p:cNvSpPr/>
                <p:nvPr/>
              </p:nvSpPr>
              <p:spPr>
                <a:xfrm rot="10800000">
                  <a:off x="5041542" y="6594252"/>
                  <a:ext cx="618706" cy="226680"/>
                </a:xfrm>
                <a:custGeom>
                  <a:avLst/>
                  <a:gdLst>
                    <a:gd name="connsiteX0" fmla="*/ 0 w 595706"/>
                    <a:gd name="connsiteY0" fmla="*/ 0 h 92965"/>
                    <a:gd name="connsiteX1" fmla="*/ 595706 w 595706"/>
                    <a:gd name="connsiteY1" fmla="*/ 0 h 92965"/>
                    <a:gd name="connsiteX2" fmla="*/ 595706 w 595706"/>
                    <a:gd name="connsiteY2" fmla="*/ 92965 h 92965"/>
                    <a:gd name="connsiteX3" fmla="*/ 0 w 595706"/>
                    <a:gd name="connsiteY3" fmla="*/ 92965 h 92965"/>
                    <a:gd name="connsiteX4" fmla="*/ 0 w 595706"/>
                    <a:gd name="connsiteY4" fmla="*/ 0 h 92965"/>
                    <a:gd name="connsiteX0" fmla="*/ 0 w 595706"/>
                    <a:gd name="connsiteY0" fmla="*/ 0 h 135147"/>
                    <a:gd name="connsiteX1" fmla="*/ 595706 w 595706"/>
                    <a:gd name="connsiteY1" fmla="*/ 0 h 135147"/>
                    <a:gd name="connsiteX2" fmla="*/ 595706 w 595706"/>
                    <a:gd name="connsiteY2" fmla="*/ 92965 h 135147"/>
                    <a:gd name="connsiteX3" fmla="*/ 1361 w 595706"/>
                    <a:gd name="connsiteY3" fmla="*/ 135147 h 135147"/>
                    <a:gd name="connsiteX4" fmla="*/ 0 w 595706"/>
                    <a:gd name="connsiteY4" fmla="*/ 0 h 135147"/>
                    <a:gd name="connsiteX0" fmla="*/ 0 w 595706"/>
                    <a:gd name="connsiteY0" fmla="*/ 0 h 135147"/>
                    <a:gd name="connsiteX1" fmla="*/ 595706 w 595706"/>
                    <a:gd name="connsiteY1" fmla="*/ 0 h 135147"/>
                    <a:gd name="connsiteX2" fmla="*/ 595706 w 595706"/>
                    <a:gd name="connsiteY2" fmla="*/ 92965 h 135147"/>
                    <a:gd name="connsiteX3" fmla="*/ 1361 w 595706"/>
                    <a:gd name="connsiteY3" fmla="*/ 135147 h 135147"/>
                    <a:gd name="connsiteX4" fmla="*/ 0 w 595706"/>
                    <a:gd name="connsiteY4" fmla="*/ 0 h 135147"/>
                    <a:gd name="connsiteX0" fmla="*/ 0 w 595706"/>
                    <a:gd name="connsiteY0" fmla="*/ 0 h 135147"/>
                    <a:gd name="connsiteX1" fmla="*/ 595706 w 595706"/>
                    <a:gd name="connsiteY1" fmla="*/ 0 h 135147"/>
                    <a:gd name="connsiteX2" fmla="*/ 595706 w 595706"/>
                    <a:gd name="connsiteY2" fmla="*/ 92965 h 135147"/>
                    <a:gd name="connsiteX3" fmla="*/ 1361 w 595706"/>
                    <a:gd name="connsiteY3" fmla="*/ 135147 h 135147"/>
                    <a:gd name="connsiteX4" fmla="*/ 0 w 595706"/>
                    <a:gd name="connsiteY4" fmla="*/ 0 h 135147"/>
                    <a:gd name="connsiteX0" fmla="*/ 0 w 595706"/>
                    <a:gd name="connsiteY0" fmla="*/ 0 h 135147"/>
                    <a:gd name="connsiteX1" fmla="*/ 595706 w 595706"/>
                    <a:gd name="connsiteY1" fmla="*/ 0 h 135147"/>
                    <a:gd name="connsiteX2" fmla="*/ 595706 w 595706"/>
                    <a:gd name="connsiteY2" fmla="*/ 92965 h 135147"/>
                    <a:gd name="connsiteX3" fmla="*/ 1361 w 595706"/>
                    <a:gd name="connsiteY3" fmla="*/ 135147 h 135147"/>
                    <a:gd name="connsiteX4" fmla="*/ 0 w 595706"/>
                    <a:gd name="connsiteY4" fmla="*/ 0 h 135147"/>
                    <a:gd name="connsiteX0" fmla="*/ 1422 w 594406"/>
                    <a:gd name="connsiteY0" fmla="*/ 21376 h 135147"/>
                    <a:gd name="connsiteX1" fmla="*/ 594406 w 594406"/>
                    <a:gd name="connsiteY1" fmla="*/ 0 h 135147"/>
                    <a:gd name="connsiteX2" fmla="*/ 594406 w 594406"/>
                    <a:gd name="connsiteY2" fmla="*/ 92965 h 135147"/>
                    <a:gd name="connsiteX3" fmla="*/ 61 w 594406"/>
                    <a:gd name="connsiteY3" fmla="*/ 135147 h 135147"/>
                    <a:gd name="connsiteX4" fmla="*/ 1422 w 594406"/>
                    <a:gd name="connsiteY4" fmla="*/ 21376 h 135147"/>
                    <a:gd name="connsiteX0" fmla="*/ 1422 w 594406"/>
                    <a:gd name="connsiteY0" fmla="*/ 15599 h 135147"/>
                    <a:gd name="connsiteX1" fmla="*/ 594406 w 594406"/>
                    <a:gd name="connsiteY1" fmla="*/ 0 h 135147"/>
                    <a:gd name="connsiteX2" fmla="*/ 594406 w 594406"/>
                    <a:gd name="connsiteY2" fmla="*/ 92965 h 135147"/>
                    <a:gd name="connsiteX3" fmla="*/ 61 w 594406"/>
                    <a:gd name="connsiteY3" fmla="*/ 135147 h 135147"/>
                    <a:gd name="connsiteX4" fmla="*/ 1422 w 594406"/>
                    <a:gd name="connsiteY4" fmla="*/ 15599 h 135147"/>
                    <a:gd name="connsiteX0" fmla="*/ 131 w 594476"/>
                    <a:gd name="connsiteY0" fmla="*/ 4622 h 135147"/>
                    <a:gd name="connsiteX1" fmla="*/ 594476 w 594476"/>
                    <a:gd name="connsiteY1" fmla="*/ 0 h 135147"/>
                    <a:gd name="connsiteX2" fmla="*/ 594476 w 594476"/>
                    <a:gd name="connsiteY2" fmla="*/ 92965 h 135147"/>
                    <a:gd name="connsiteX3" fmla="*/ 131 w 594476"/>
                    <a:gd name="connsiteY3" fmla="*/ 135147 h 135147"/>
                    <a:gd name="connsiteX4" fmla="*/ 131 w 594476"/>
                    <a:gd name="connsiteY4" fmla="*/ 4622 h 135147"/>
                    <a:gd name="connsiteX0" fmla="*/ 0 w 595706"/>
                    <a:gd name="connsiteY0" fmla="*/ 17910 h 135147"/>
                    <a:gd name="connsiteX1" fmla="*/ 595706 w 595706"/>
                    <a:gd name="connsiteY1" fmla="*/ 0 h 135147"/>
                    <a:gd name="connsiteX2" fmla="*/ 595706 w 595706"/>
                    <a:gd name="connsiteY2" fmla="*/ 92965 h 135147"/>
                    <a:gd name="connsiteX3" fmla="*/ 1361 w 595706"/>
                    <a:gd name="connsiteY3" fmla="*/ 135147 h 135147"/>
                    <a:gd name="connsiteX4" fmla="*/ 0 w 595706"/>
                    <a:gd name="connsiteY4" fmla="*/ 17910 h 135147"/>
                    <a:gd name="connsiteX0" fmla="*/ 0 w 595706"/>
                    <a:gd name="connsiteY0" fmla="*/ 17910 h 135147"/>
                    <a:gd name="connsiteX1" fmla="*/ 595706 w 595706"/>
                    <a:gd name="connsiteY1" fmla="*/ 0 h 135147"/>
                    <a:gd name="connsiteX2" fmla="*/ 595706 w 595706"/>
                    <a:gd name="connsiteY2" fmla="*/ 92965 h 135147"/>
                    <a:gd name="connsiteX3" fmla="*/ 1361 w 595706"/>
                    <a:gd name="connsiteY3" fmla="*/ 135147 h 135147"/>
                    <a:gd name="connsiteX4" fmla="*/ 0 w 595706"/>
                    <a:gd name="connsiteY4" fmla="*/ 17910 h 135147"/>
                    <a:gd name="connsiteX0" fmla="*/ 0 w 595706"/>
                    <a:gd name="connsiteY0" fmla="*/ 17910 h 135147"/>
                    <a:gd name="connsiteX1" fmla="*/ 595706 w 595706"/>
                    <a:gd name="connsiteY1" fmla="*/ 0 h 135147"/>
                    <a:gd name="connsiteX2" fmla="*/ 595706 w 595706"/>
                    <a:gd name="connsiteY2" fmla="*/ 92965 h 135147"/>
                    <a:gd name="connsiteX3" fmla="*/ 1361 w 595706"/>
                    <a:gd name="connsiteY3" fmla="*/ 135147 h 135147"/>
                    <a:gd name="connsiteX4" fmla="*/ 0 w 595706"/>
                    <a:gd name="connsiteY4" fmla="*/ 17910 h 135147"/>
                    <a:gd name="connsiteX0" fmla="*/ 0 w 595706"/>
                    <a:gd name="connsiteY0" fmla="*/ 17910 h 135147"/>
                    <a:gd name="connsiteX1" fmla="*/ 595706 w 595706"/>
                    <a:gd name="connsiteY1" fmla="*/ 0 h 135147"/>
                    <a:gd name="connsiteX2" fmla="*/ 595706 w 595706"/>
                    <a:gd name="connsiteY2" fmla="*/ 92965 h 135147"/>
                    <a:gd name="connsiteX3" fmla="*/ 1361 w 595706"/>
                    <a:gd name="connsiteY3" fmla="*/ 135147 h 135147"/>
                    <a:gd name="connsiteX4" fmla="*/ 0 w 595706"/>
                    <a:gd name="connsiteY4" fmla="*/ 17910 h 135147"/>
                    <a:gd name="connsiteX0" fmla="*/ 0 w 595706"/>
                    <a:gd name="connsiteY0" fmla="*/ 22423 h 139660"/>
                    <a:gd name="connsiteX1" fmla="*/ 595706 w 595706"/>
                    <a:gd name="connsiteY1" fmla="*/ 4513 h 139660"/>
                    <a:gd name="connsiteX2" fmla="*/ 595706 w 595706"/>
                    <a:gd name="connsiteY2" fmla="*/ 97478 h 139660"/>
                    <a:gd name="connsiteX3" fmla="*/ 1361 w 595706"/>
                    <a:gd name="connsiteY3" fmla="*/ 139660 h 139660"/>
                    <a:gd name="connsiteX4" fmla="*/ 0 w 595706"/>
                    <a:gd name="connsiteY4" fmla="*/ 22423 h 139660"/>
                    <a:gd name="connsiteX0" fmla="*/ 0 w 595706"/>
                    <a:gd name="connsiteY0" fmla="*/ 26413 h 143650"/>
                    <a:gd name="connsiteX1" fmla="*/ 595706 w 595706"/>
                    <a:gd name="connsiteY1" fmla="*/ 8503 h 143650"/>
                    <a:gd name="connsiteX2" fmla="*/ 595706 w 595706"/>
                    <a:gd name="connsiteY2" fmla="*/ 101468 h 143650"/>
                    <a:gd name="connsiteX3" fmla="*/ 1361 w 595706"/>
                    <a:gd name="connsiteY3" fmla="*/ 143650 h 143650"/>
                    <a:gd name="connsiteX4" fmla="*/ 0 w 595706"/>
                    <a:gd name="connsiteY4" fmla="*/ 26413 h 143650"/>
                    <a:gd name="connsiteX0" fmla="*/ 0 w 595706"/>
                    <a:gd name="connsiteY0" fmla="*/ 21286 h 138523"/>
                    <a:gd name="connsiteX1" fmla="*/ 595706 w 595706"/>
                    <a:gd name="connsiteY1" fmla="*/ 3376 h 138523"/>
                    <a:gd name="connsiteX2" fmla="*/ 595706 w 595706"/>
                    <a:gd name="connsiteY2" fmla="*/ 96341 h 138523"/>
                    <a:gd name="connsiteX3" fmla="*/ 1361 w 595706"/>
                    <a:gd name="connsiteY3" fmla="*/ 138523 h 138523"/>
                    <a:gd name="connsiteX4" fmla="*/ 0 w 595706"/>
                    <a:gd name="connsiteY4" fmla="*/ 21286 h 138523"/>
                    <a:gd name="connsiteX0" fmla="*/ 0 w 595706"/>
                    <a:gd name="connsiteY0" fmla="*/ 22534 h 139771"/>
                    <a:gd name="connsiteX1" fmla="*/ 595706 w 595706"/>
                    <a:gd name="connsiteY1" fmla="*/ 4624 h 139771"/>
                    <a:gd name="connsiteX2" fmla="*/ 595706 w 595706"/>
                    <a:gd name="connsiteY2" fmla="*/ 97589 h 139771"/>
                    <a:gd name="connsiteX3" fmla="*/ 1361 w 595706"/>
                    <a:gd name="connsiteY3" fmla="*/ 139771 h 139771"/>
                    <a:gd name="connsiteX4" fmla="*/ 0 w 595706"/>
                    <a:gd name="connsiteY4" fmla="*/ 22534 h 139771"/>
                    <a:gd name="connsiteX0" fmla="*/ 0 w 595706"/>
                    <a:gd name="connsiteY0" fmla="*/ 23494 h 140731"/>
                    <a:gd name="connsiteX1" fmla="*/ 595706 w 595706"/>
                    <a:gd name="connsiteY1" fmla="*/ 2118 h 140731"/>
                    <a:gd name="connsiteX2" fmla="*/ 595706 w 595706"/>
                    <a:gd name="connsiteY2" fmla="*/ 98549 h 140731"/>
                    <a:gd name="connsiteX3" fmla="*/ 1361 w 595706"/>
                    <a:gd name="connsiteY3" fmla="*/ 140731 h 140731"/>
                    <a:gd name="connsiteX4" fmla="*/ 0 w 595706"/>
                    <a:gd name="connsiteY4" fmla="*/ 23494 h 140731"/>
                    <a:gd name="connsiteX0" fmla="*/ 0 w 595706"/>
                    <a:gd name="connsiteY0" fmla="*/ 23494 h 140731"/>
                    <a:gd name="connsiteX1" fmla="*/ 595706 w 595706"/>
                    <a:gd name="connsiteY1" fmla="*/ 2118 h 140731"/>
                    <a:gd name="connsiteX2" fmla="*/ 595706 w 595706"/>
                    <a:gd name="connsiteY2" fmla="*/ 98549 h 140731"/>
                    <a:gd name="connsiteX3" fmla="*/ 1361 w 595706"/>
                    <a:gd name="connsiteY3" fmla="*/ 140731 h 140731"/>
                    <a:gd name="connsiteX4" fmla="*/ 0 w 595706"/>
                    <a:gd name="connsiteY4" fmla="*/ 23494 h 140731"/>
                    <a:gd name="connsiteX0" fmla="*/ 0 w 595706"/>
                    <a:gd name="connsiteY0" fmla="*/ 25030 h 142267"/>
                    <a:gd name="connsiteX1" fmla="*/ 595706 w 595706"/>
                    <a:gd name="connsiteY1" fmla="*/ 3654 h 142267"/>
                    <a:gd name="connsiteX2" fmla="*/ 595706 w 595706"/>
                    <a:gd name="connsiteY2" fmla="*/ 100085 h 142267"/>
                    <a:gd name="connsiteX3" fmla="*/ 1361 w 595706"/>
                    <a:gd name="connsiteY3" fmla="*/ 142267 h 142267"/>
                    <a:gd name="connsiteX4" fmla="*/ 0 w 595706"/>
                    <a:gd name="connsiteY4" fmla="*/ 25030 h 142267"/>
                    <a:gd name="connsiteX0" fmla="*/ 0 w 595706"/>
                    <a:gd name="connsiteY0" fmla="*/ 22091 h 139328"/>
                    <a:gd name="connsiteX1" fmla="*/ 595706 w 595706"/>
                    <a:gd name="connsiteY1" fmla="*/ 715 h 139328"/>
                    <a:gd name="connsiteX2" fmla="*/ 595706 w 595706"/>
                    <a:gd name="connsiteY2" fmla="*/ 97146 h 139328"/>
                    <a:gd name="connsiteX3" fmla="*/ 1361 w 595706"/>
                    <a:gd name="connsiteY3" fmla="*/ 139328 h 139328"/>
                    <a:gd name="connsiteX4" fmla="*/ 0 w 595706"/>
                    <a:gd name="connsiteY4" fmla="*/ 22091 h 139328"/>
                    <a:gd name="connsiteX0" fmla="*/ 0 w 595706"/>
                    <a:gd name="connsiteY0" fmla="*/ 23573 h 140810"/>
                    <a:gd name="connsiteX1" fmla="*/ 595706 w 595706"/>
                    <a:gd name="connsiteY1" fmla="*/ 2197 h 140810"/>
                    <a:gd name="connsiteX2" fmla="*/ 595706 w 595706"/>
                    <a:gd name="connsiteY2" fmla="*/ 98628 h 140810"/>
                    <a:gd name="connsiteX3" fmla="*/ 1361 w 595706"/>
                    <a:gd name="connsiteY3" fmla="*/ 140810 h 140810"/>
                    <a:gd name="connsiteX4" fmla="*/ 0 w 595706"/>
                    <a:gd name="connsiteY4" fmla="*/ 23573 h 140810"/>
                    <a:gd name="connsiteX0" fmla="*/ 0 w 595706"/>
                    <a:gd name="connsiteY0" fmla="*/ 21908 h 139145"/>
                    <a:gd name="connsiteX1" fmla="*/ 595706 w 595706"/>
                    <a:gd name="connsiteY1" fmla="*/ 532 h 139145"/>
                    <a:gd name="connsiteX2" fmla="*/ 595706 w 595706"/>
                    <a:gd name="connsiteY2" fmla="*/ 96963 h 139145"/>
                    <a:gd name="connsiteX3" fmla="*/ 1361 w 595706"/>
                    <a:gd name="connsiteY3" fmla="*/ 139145 h 139145"/>
                    <a:gd name="connsiteX4" fmla="*/ 0 w 595706"/>
                    <a:gd name="connsiteY4" fmla="*/ 21908 h 139145"/>
                    <a:gd name="connsiteX0" fmla="*/ 0 w 595706"/>
                    <a:gd name="connsiteY0" fmla="*/ 23863 h 141100"/>
                    <a:gd name="connsiteX1" fmla="*/ 595706 w 595706"/>
                    <a:gd name="connsiteY1" fmla="*/ 2487 h 141100"/>
                    <a:gd name="connsiteX2" fmla="*/ 595706 w 595706"/>
                    <a:gd name="connsiteY2" fmla="*/ 98918 h 141100"/>
                    <a:gd name="connsiteX3" fmla="*/ 1361 w 595706"/>
                    <a:gd name="connsiteY3" fmla="*/ 141100 h 141100"/>
                    <a:gd name="connsiteX4" fmla="*/ 0 w 595706"/>
                    <a:gd name="connsiteY4" fmla="*/ 23863 h 141100"/>
                    <a:gd name="connsiteX0" fmla="*/ 0 w 595706"/>
                    <a:gd name="connsiteY0" fmla="*/ 24472 h 141709"/>
                    <a:gd name="connsiteX1" fmla="*/ 595706 w 595706"/>
                    <a:gd name="connsiteY1" fmla="*/ 3096 h 141709"/>
                    <a:gd name="connsiteX2" fmla="*/ 595706 w 595706"/>
                    <a:gd name="connsiteY2" fmla="*/ 99527 h 141709"/>
                    <a:gd name="connsiteX3" fmla="*/ 1361 w 595706"/>
                    <a:gd name="connsiteY3" fmla="*/ 141709 h 141709"/>
                    <a:gd name="connsiteX4" fmla="*/ 0 w 595706"/>
                    <a:gd name="connsiteY4" fmla="*/ 24472 h 141709"/>
                    <a:gd name="connsiteX0" fmla="*/ 0 w 595706"/>
                    <a:gd name="connsiteY0" fmla="*/ 24267 h 141504"/>
                    <a:gd name="connsiteX1" fmla="*/ 595706 w 595706"/>
                    <a:gd name="connsiteY1" fmla="*/ 2891 h 141504"/>
                    <a:gd name="connsiteX2" fmla="*/ 595706 w 595706"/>
                    <a:gd name="connsiteY2" fmla="*/ 99322 h 141504"/>
                    <a:gd name="connsiteX3" fmla="*/ 1361 w 595706"/>
                    <a:gd name="connsiteY3" fmla="*/ 141504 h 141504"/>
                    <a:gd name="connsiteX4" fmla="*/ 0 w 595706"/>
                    <a:gd name="connsiteY4" fmla="*/ 24267 h 141504"/>
                    <a:gd name="connsiteX0" fmla="*/ 0 w 595706"/>
                    <a:gd name="connsiteY0" fmla="*/ 24472 h 141709"/>
                    <a:gd name="connsiteX1" fmla="*/ 595706 w 595706"/>
                    <a:gd name="connsiteY1" fmla="*/ 3096 h 141709"/>
                    <a:gd name="connsiteX2" fmla="*/ 595706 w 595706"/>
                    <a:gd name="connsiteY2" fmla="*/ 99527 h 141709"/>
                    <a:gd name="connsiteX3" fmla="*/ 1361 w 595706"/>
                    <a:gd name="connsiteY3" fmla="*/ 141709 h 141709"/>
                    <a:gd name="connsiteX4" fmla="*/ 0 w 595706"/>
                    <a:gd name="connsiteY4" fmla="*/ 24472 h 141709"/>
                    <a:gd name="connsiteX0" fmla="*/ 0 w 595706"/>
                    <a:gd name="connsiteY0" fmla="*/ 24472 h 141709"/>
                    <a:gd name="connsiteX1" fmla="*/ 594353 w 595706"/>
                    <a:gd name="connsiteY1" fmla="*/ 3096 h 141709"/>
                    <a:gd name="connsiteX2" fmla="*/ 595706 w 595706"/>
                    <a:gd name="connsiteY2" fmla="*/ 99527 h 141709"/>
                    <a:gd name="connsiteX3" fmla="*/ 1361 w 595706"/>
                    <a:gd name="connsiteY3" fmla="*/ 141709 h 141709"/>
                    <a:gd name="connsiteX4" fmla="*/ 0 w 595706"/>
                    <a:gd name="connsiteY4" fmla="*/ 24472 h 141709"/>
                    <a:gd name="connsiteX0" fmla="*/ 124 w 595830"/>
                    <a:gd name="connsiteY0" fmla="*/ 24472 h 141709"/>
                    <a:gd name="connsiteX1" fmla="*/ 594477 w 595830"/>
                    <a:gd name="connsiteY1" fmla="*/ 3096 h 141709"/>
                    <a:gd name="connsiteX2" fmla="*/ 595830 w 595830"/>
                    <a:gd name="connsiteY2" fmla="*/ 99527 h 141709"/>
                    <a:gd name="connsiteX3" fmla="*/ 131 w 595830"/>
                    <a:gd name="connsiteY3" fmla="*/ 141709 h 141709"/>
                    <a:gd name="connsiteX4" fmla="*/ 124 w 595830"/>
                    <a:gd name="connsiteY4" fmla="*/ 24472 h 141709"/>
                    <a:gd name="connsiteX0" fmla="*/ 124 w 597179"/>
                    <a:gd name="connsiteY0" fmla="*/ 25207 h 142444"/>
                    <a:gd name="connsiteX1" fmla="*/ 597179 w 597179"/>
                    <a:gd name="connsiteY1" fmla="*/ 481 h 142444"/>
                    <a:gd name="connsiteX2" fmla="*/ 595830 w 597179"/>
                    <a:gd name="connsiteY2" fmla="*/ 100262 h 142444"/>
                    <a:gd name="connsiteX3" fmla="*/ 131 w 597179"/>
                    <a:gd name="connsiteY3" fmla="*/ 142444 h 142444"/>
                    <a:gd name="connsiteX4" fmla="*/ 124 w 597179"/>
                    <a:gd name="connsiteY4" fmla="*/ 25207 h 142444"/>
                    <a:gd name="connsiteX0" fmla="*/ 124 w 595889"/>
                    <a:gd name="connsiteY0" fmla="*/ 25842 h 143079"/>
                    <a:gd name="connsiteX1" fmla="*/ 594477 w 595889"/>
                    <a:gd name="connsiteY1" fmla="*/ 0 h 143079"/>
                    <a:gd name="connsiteX2" fmla="*/ 595830 w 595889"/>
                    <a:gd name="connsiteY2" fmla="*/ 100897 h 143079"/>
                    <a:gd name="connsiteX3" fmla="*/ 131 w 595889"/>
                    <a:gd name="connsiteY3" fmla="*/ 143079 h 143079"/>
                    <a:gd name="connsiteX4" fmla="*/ 124 w 595889"/>
                    <a:gd name="connsiteY4" fmla="*/ 25842 h 143079"/>
                    <a:gd name="connsiteX0" fmla="*/ 124 w 595889"/>
                    <a:gd name="connsiteY0" fmla="*/ 24713 h 141950"/>
                    <a:gd name="connsiteX1" fmla="*/ 594477 w 595889"/>
                    <a:gd name="connsiteY1" fmla="*/ 2221 h 141950"/>
                    <a:gd name="connsiteX2" fmla="*/ 595830 w 595889"/>
                    <a:gd name="connsiteY2" fmla="*/ 99768 h 141950"/>
                    <a:gd name="connsiteX3" fmla="*/ 131 w 595889"/>
                    <a:gd name="connsiteY3" fmla="*/ 141950 h 141950"/>
                    <a:gd name="connsiteX4" fmla="*/ 124 w 595889"/>
                    <a:gd name="connsiteY4" fmla="*/ 24713 h 141950"/>
                    <a:gd name="connsiteX0" fmla="*/ 124 w 595959"/>
                    <a:gd name="connsiteY0" fmla="*/ 24713 h 141950"/>
                    <a:gd name="connsiteX1" fmla="*/ 595828 w 595959"/>
                    <a:gd name="connsiteY1" fmla="*/ 2221 h 141950"/>
                    <a:gd name="connsiteX2" fmla="*/ 595830 w 595959"/>
                    <a:gd name="connsiteY2" fmla="*/ 99768 h 141950"/>
                    <a:gd name="connsiteX3" fmla="*/ 131 w 595959"/>
                    <a:gd name="connsiteY3" fmla="*/ 141950 h 141950"/>
                    <a:gd name="connsiteX4" fmla="*/ 124 w 595959"/>
                    <a:gd name="connsiteY4" fmla="*/ 24713 h 141950"/>
                    <a:gd name="connsiteX0" fmla="*/ 124 w 595959"/>
                    <a:gd name="connsiteY0" fmla="*/ 24925 h 142162"/>
                    <a:gd name="connsiteX1" fmla="*/ 595828 w 595959"/>
                    <a:gd name="connsiteY1" fmla="*/ 2433 h 142162"/>
                    <a:gd name="connsiteX2" fmla="*/ 595830 w 595959"/>
                    <a:gd name="connsiteY2" fmla="*/ 99980 h 142162"/>
                    <a:gd name="connsiteX3" fmla="*/ 131 w 595959"/>
                    <a:gd name="connsiteY3" fmla="*/ 142162 h 142162"/>
                    <a:gd name="connsiteX4" fmla="*/ 124 w 595959"/>
                    <a:gd name="connsiteY4" fmla="*/ 24925 h 142162"/>
                    <a:gd name="connsiteX0" fmla="*/ 124 w 595959"/>
                    <a:gd name="connsiteY0" fmla="*/ 22492 h 139729"/>
                    <a:gd name="connsiteX1" fmla="*/ 595828 w 595959"/>
                    <a:gd name="connsiteY1" fmla="*/ 0 h 139729"/>
                    <a:gd name="connsiteX2" fmla="*/ 595830 w 595959"/>
                    <a:gd name="connsiteY2" fmla="*/ 97547 h 139729"/>
                    <a:gd name="connsiteX3" fmla="*/ 131 w 595959"/>
                    <a:gd name="connsiteY3" fmla="*/ 139729 h 139729"/>
                    <a:gd name="connsiteX4" fmla="*/ 124 w 595959"/>
                    <a:gd name="connsiteY4" fmla="*/ 22492 h 139729"/>
                    <a:gd name="connsiteX0" fmla="*/ 124 w 595959"/>
                    <a:gd name="connsiteY0" fmla="*/ 25585 h 142822"/>
                    <a:gd name="connsiteX1" fmla="*/ 595828 w 595959"/>
                    <a:gd name="connsiteY1" fmla="*/ 3093 h 142822"/>
                    <a:gd name="connsiteX2" fmla="*/ 595830 w 595959"/>
                    <a:gd name="connsiteY2" fmla="*/ 100640 h 142822"/>
                    <a:gd name="connsiteX3" fmla="*/ 131 w 595959"/>
                    <a:gd name="connsiteY3" fmla="*/ 142822 h 142822"/>
                    <a:gd name="connsiteX4" fmla="*/ 124 w 595959"/>
                    <a:gd name="connsiteY4" fmla="*/ 25585 h 142822"/>
                    <a:gd name="connsiteX0" fmla="*/ 124 w 595959"/>
                    <a:gd name="connsiteY0" fmla="*/ 25585 h 142822"/>
                    <a:gd name="connsiteX1" fmla="*/ 595828 w 595959"/>
                    <a:gd name="connsiteY1" fmla="*/ 3093 h 142822"/>
                    <a:gd name="connsiteX2" fmla="*/ 595830 w 595959"/>
                    <a:gd name="connsiteY2" fmla="*/ 100640 h 142822"/>
                    <a:gd name="connsiteX3" fmla="*/ 131 w 595959"/>
                    <a:gd name="connsiteY3" fmla="*/ 142822 h 142822"/>
                    <a:gd name="connsiteX4" fmla="*/ 124 w 595959"/>
                    <a:gd name="connsiteY4" fmla="*/ 25585 h 142822"/>
                    <a:gd name="connsiteX0" fmla="*/ 124 w 595959"/>
                    <a:gd name="connsiteY0" fmla="*/ 26512 h 143749"/>
                    <a:gd name="connsiteX1" fmla="*/ 595828 w 595959"/>
                    <a:gd name="connsiteY1" fmla="*/ 4020 h 143749"/>
                    <a:gd name="connsiteX2" fmla="*/ 595830 w 595959"/>
                    <a:gd name="connsiteY2" fmla="*/ 101567 h 143749"/>
                    <a:gd name="connsiteX3" fmla="*/ 131 w 595959"/>
                    <a:gd name="connsiteY3" fmla="*/ 143749 h 143749"/>
                    <a:gd name="connsiteX4" fmla="*/ 124 w 595959"/>
                    <a:gd name="connsiteY4" fmla="*/ 26512 h 143749"/>
                    <a:gd name="connsiteX0" fmla="*/ 124 w 595959"/>
                    <a:gd name="connsiteY0" fmla="*/ 26512 h 143749"/>
                    <a:gd name="connsiteX1" fmla="*/ 595828 w 595959"/>
                    <a:gd name="connsiteY1" fmla="*/ 4020 h 143749"/>
                    <a:gd name="connsiteX2" fmla="*/ 595830 w 595959"/>
                    <a:gd name="connsiteY2" fmla="*/ 101567 h 143749"/>
                    <a:gd name="connsiteX3" fmla="*/ 131 w 595959"/>
                    <a:gd name="connsiteY3" fmla="*/ 143749 h 143749"/>
                    <a:gd name="connsiteX4" fmla="*/ 124 w 595959"/>
                    <a:gd name="connsiteY4" fmla="*/ 26512 h 143749"/>
                    <a:gd name="connsiteX0" fmla="*/ 124 w 595959"/>
                    <a:gd name="connsiteY0" fmla="*/ 28496 h 145733"/>
                    <a:gd name="connsiteX1" fmla="*/ 595828 w 595959"/>
                    <a:gd name="connsiteY1" fmla="*/ 6004 h 145733"/>
                    <a:gd name="connsiteX2" fmla="*/ 595830 w 595959"/>
                    <a:gd name="connsiteY2" fmla="*/ 103551 h 145733"/>
                    <a:gd name="connsiteX3" fmla="*/ 131 w 595959"/>
                    <a:gd name="connsiteY3" fmla="*/ 145733 h 145733"/>
                    <a:gd name="connsiteX4" fmla="*/ 124 w 595959"/>
                    <a:gd name="connsiteY4" fmla="*/ 28496 h 145733"/>
                    <a:gd name="connsiteX0" fmla="*/ 124 w 595959"/>
                    <a:gd name="connsiteY0" fmla="*/ 40766 h 158003"/>
                    <a:gd name="connsiteX1" fmla="*/ 595828 w 595959"/>
                    <a:gd name="connsiteY1" fmla="*/ 0 h 158003"/>
                    <a:gd name="connsiteX2" fmla="*/ 595830 w 595959"/>
                    <a:gd name="connsiteY2" fmla="*/ 115821 h 158003"/>
                    <a:gd name="connsiteX3" fmla="*/ 131 w 595959"/>
                    <a:gd name="connsiteY3" fmla="*/ 158003 h 158003"/>
                    <a:gd name="connsiteX4" fmla="*/ 124 w 595959"/>
                    <a:gd name="connsiteY4" fmla="*/ 40766 h 158003"/>
                    <a:gd name="connsiteX0" fmla="*/ 124 w 595959"/>
                    <a:gd name="connsiteY0" fmla="*/ 40766 h 158003"/>
                    <a:gd name="connsiteX1" fmla="*/ 595828 w 595959"/>
                    <a:gd name="connsiteY1" fmla="*/ 0 h 158003"/>
                    <a:gd name="connsiteX2" fmla="*/ 595830 w 595959"/>
                    <a:gd name="connsiteY2" fmla="*/ 115821 h 158003"/>
                    <a:gd name="connsiteX3" fmla="*/ 131 w 595959"/>
                    <a:gd name="connsiteY3" fmla="*/ 158003 h 158003"/>
                    <a:gd name="connsiteX4" fmla="*/ 124 w 595959"/>
                    <a:gd name="connsiteY4" fmla="*/ 40766 h 158003"/>
                    <a:gd name="connsiteX0" fmla="*/ 124 w 595959"/>
                    <a:gd name="connsiteY0" fmla="*/ 40766 h 158003"/>
                    <a:gd name="connsiteX1" fmla="*/ 595828 w 595959"/>
                    <a:gd name="connsiteY1" fmla="*/ 0 h 158003"/>
                    <a:gd name="connsiteX2" fmla="*/ 595830 w 595959"/>
                    <a:gd name="connsiteY2" fmla="*/ 115821 h 158003"/>
                    <a:gd name="connsiteX3" fmla="*/ 131 w 595959"/>
                    <a:gd name="connsiteY3" fmla="*/ 158003 h 158003"/>
                    <a:gd name="connsiteX4" fmla="*/ 124 w 595959"/>
                    <a:gd name="connsiteY4" fmla="*/ 40766 h 158003"/>
                    <a:gd name="connsiteX0" fmla="*/ 124 w 595959"/>
                    <a:gd name="connsiteY0" fmla="*/ 40766 h 158003"/>
                    <a:gd name="connsiteX1" fmla="*/ 595828 w 595959"/>
                    <a:gd name="connsiteY1" fmla="*/ 0 h 158003"/>
                    <a:gd name="connsiteX2" fmla="*/ 595830 w 595959"/>
                    <a:gd name="connsiteY2" fmla="*/ 115821 h 158003"/>
                    <a:gd name="connsiteX3" fmla="*/ 131 w 595959"/>
                    <a:gd name="connsiteY3" fmla="*/ 158003 h 158003"/>
                    <a:gd name="connsiteX4" fmla="*/ 124 w 595959"/>
                    <a:gd name="connsiteY4" fmla="*/ 40766 h 158003"/>
                    <a:gd name="connsiteX0" fmla="*/ 124 w 595959"/>
                    <a:gd name="connsiteY0" fmla="*/ 40766 h 158003"/>
                    <a:gd name="connsiteX1" fmla="*/ 595828 w 595959"/>
                    <a:gd name="connsiteY1" fmla="*/ 0 h 158003"/>
                    <a:gd name="connsiteX2" fmla="*/ 595830 w 595959"/>
                    <a:gd name="connsiteY2" fmla="*/ 115821 h 158003"/>
                    <a:gd name="connsiteX3" fmla="*/ 131 w 595959"/>
                    <a:gd name="connsiteY3" fmla="*/ 158003 h 158003"/>
                    <a:gd name="connsiteX4" fmla="*/ 124 w 595959"/>
                    <a:gd name="connsiteY4" fmla="*/ 40766 h 158003"/>
                    <a:gd name="connsiteX0" fmla="*/ 124 w 595959"/>
                    <a:gd name="connsiteY0" fmla="*/ 40766 h 158003"/>
                    <a:gd name="connsiteX1" fmla="*/ 595828 w 595959"/>
                    <a:gd name="connsiteY1" fmla="*/ 0 h 158003"/>
                    <a:gd name="connsiteX2" fmla="*/ 595830 w 595959"/>
                    <a:gd name="connsiteY2" fmla="*/ 115821 h 158003"/>
                    <a:gd name="connsiteX3" fmla="*/ 131 w 595959"/>
                    <a:gd name="connsiteY3" fmla="*/ 158003 h 158003"/>
                    <a:gd name="connsiteX4" fmla="*/ 124 w 595959"/>
                    <a:gd name="connsiteY4" fmla="*/ 40766 h 158003"/>
                    <a:gd name="connsiteX0" fmla="*/ 124 w 595959"/>
                    <a:gd name="connsiteY0" fmla="*/ 40766 h 158003"/>
                    <a:gd name="connsiteX1" fmla="*/ 595828 w 595959"/>
                    <a:gd name="connsiteY1" fmla="*/ 0 h 158003"/>
                    <a:gd name="connsiteX2" fmla="*/ 595830 w 595959"/>
                    <a:gd name="connsiteY2" fmla="*/ 115821 h 158003"/>
                    <a:gd name="connsiteX3" fmla="*/ 131 w 595959"/>
                    <a:gd name="connsiteY3" fmla="*/ 158003 h 158003"/>
                    <a:gd name="connsiteX4" fmla="*/ 124 w 595959"/>
                    <a:gd name="connsiteY4" fmla="*/ 40766 h 158003"/>
                    <a:gd name="connsiteX0" fmla="*/ 124 w 595959"/>
                    <a:gd name="connsiteY0" fmla="*/ 40766 h 158003"/>
                    <a:gd name="connsiteX1" fmla="*/ 595828 w 595959"/>
                    <a:gd name="connsiteY1" fmla="*/ 0 h 158003"/>
                    <a:gd name="connsiteX2" fmla="*/ 595830 w 595959"/>
                    <a:gd name="connsiteY2" fmla="*/ 115821 h 158003"/>
                    <a:gd name="connsiteX3" fmla="*/ 131 w 595959"/>
                    <a:gd name="connsiteY3" fmla="*/ 158003 h 158003"/>
                    <a:gd name="connsiteX4" fmla="*/ 124 w 595959"/>
                    <a:gd name="connsiteY4" fmla="*/ 40766 h 158003"/>
                    <a:gd name="connsiteX0" fmla="*/ 124 w 595959"/>
                    <a:gd name="connsiteY0" fmla="*/ 40766 h 158003"/>
                    <a:gd name="connsiteX1" fmla="*/ 595828 w 595959"/>
                    <a:gd name="connsiteY1" fmla="*/ 0 h 158003"/>
                    <a:gd name="connsiteX2" fmla="*/ 595830 w 595959"/>
                    <a:gd name="connsiteY2" fmla="*/ 115821 h 158003"/>
                    <a:gd name="connsiteX3" fmla="*/ 131 w 595959"/>
                    <a:gd name="connsiteY3" fmla="*/ 158003 h 158003"/>
                    <a:gd name="connsiteX4" fmla="*/ 124 w 595959"/>
                    <a:gd name="connsiteY4" fmla="*/ 40766 h 158003"/>
                    <a:gd name="connsiteX0" fmla="*/ 124 w 595856"/>
                    <a:gd name="connsiteY0" fmla="*/ 41841 h 159078"/>
                    <a:gd name="connsiteX1" fmla="*/ 591261 w 595856"/>
                    <a:gd name="connsiteY1" fmla="*/ 0 h 159078"/>
                    <a:gd name="connsiteX2" fmla="*/ 595830 w 595856"/>
                    <a:gd name="connsiteY2" fmla="*/ 116896 h 159078"/>
                    <a:gd name="connsiteX3" fmla="*/ 131 w 595856"/>
                    <a:gd name="connsiteY3" fmla="*/ 159078 h 159078"/>
                    <a:gd name="connsiteX4" fmla="*/ 124 w 595856"/>
                    <a:gd name="connsiteY4" fmla="*/ 41841 h 159078"/>
                    <a:gd name="connsiteX0" fmla="*/ 124 w 595959"/>
                    <a:gd name="connsiteY0" fmla="*/ 41841 h 159078"/>
                    <a:gd name="connsiteX1" fmla="*/ 595828 w 595959"/>
                    <a:gd name="connsiteY1" fmla="*/ 0 h 159078"/>
                    <a:gd name="connsiteX2" fmla="*/ 595830 w 595959"/>
                    <a:gd name="connsiteY2" fmla="*/ 116896 h 159078"/>
                    <a:gd name="connsiteX3" fmla="*/ 131 w 595959"/>
                    <a:gd name="connsiteY3" fmla="*/ 159078 h 159078"/>
                    <a:gd name="connsiteX4" fmla="*/ 124 w 595959"/>
                    <a:gd name="connsiteY4" fmla="*/ 41841 h 159078"/>
                    <a:gd name="connsiteX0" fmla="*/ 124 w 597349"/>
                    <a:gd name="connsiteY0" fmla="*/ 42378 h 159615"/>
                    <a:gd name="connsiteX1" fmla="*/ 597349 w 597349"/>
                    <a:gd name="connsiteY1" fmla="*/ 0 h 159615"/>
                    <a:gd name="connsiteX2" fmla="*/ 595830 w 597349"/>
                    <a:gd name="connsiteY2" fmla="*/ 117433 h 159615"/>
                    <a:gd name="connsiteX3" fmla="*/ 131 w 597349"/>
                    <a:gd name="connsiteY3" fmla="*/ 159615 h 159615"/>
                    <a:gd name="connsiteX4" fmla="*/ 124 w 597349"/>
                    <a:gd name="connsiteY4" fmla="*/ 42378 h 159615"/>
                    <a:gd name="connsiteX0" fmla="*/ 124 w 600443"/>
                    <a:gd name="connsiteY0" fmla="*/ 42378 h 159615"/>
                    <a:gd name="connsiteX1" fmla="*/ 597349 w 600443"/>
                    <a:gd name="connsiteY1" fmla="*/ 0 h 159615"/>
                    <a:gd name="connsiteX2" fmla="*/ 600408 w 600443"/>
                    <a:gd name="connsiteY2" fmla="*/ 117433 h 159615"/>
                    <a:gd name="connsiteX3" fmla="*/ 131 w 600443"/>
                    <a:gd name="connsiteY3" fmla="*/ 159615 h 159615"/>
                    <a:gd name="connsiteX4" fmla="*/ 124 w 600443"/>
                    <a:gd name="connsiteY4" fmla="*/ 42378 h 159615"/>
                    <a:gd name="connsiteX0" fmla="*/ 124 w 600537"/>
                    <a:gd name="connsiteY0" fmla="*/ 42378 h 159615"/>
                    <a:gd name="connsiteX1" fmla="*/ 600401 w 600537"/>
                    <a:gd name="connsiteY1" fmla="*/ 0 h 159615"/>
                    <a:gd name="connsiteX2" fmla="*/ 600408 w 600537"/>
                    <a:gd name="connsiteY2" fmla="*/ 117433 h 159615"/>
                    <a:gd name="connsiteX3" fmla="*/ 131 w 600537"/>
                    <a:gd name="connsiteY3" fmla="*/ 159615 h 159615"/>
                    <a:gd name="connsiteX4" fmla="*/ 124 w 600537"/>
                    <a:gd name="connsiteY4" fmla="*/ 42378 h 15961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00537" h="159615">
                      <a:moveTo>
                        <a:pt x="124" y="42378"/>
                      </a:moveTo>
                      <a:cubicBezTo>
                        <a:pt x="296414" y="-50243"/>
                        <a:pt x="418111" y="75773"/>
                        <a:pt x="600401" y="0"/>
                      </a:cubicBezTo>
                      <a:cubicBezTo>
                        <a:pt x="599951" y="33260"/>
                        <a:pt x="600858" y="84173"/>
                        <a:pt x="600408" y="117433"/>
                      </a:cubicBezTo>
                      <a:cubicBezTo>
                        <a:pt x="395490" y="192726"/>
                        <a:pt x="285331" y="62551"/>
                        <a:pt x="131" y="159615"/>
                      </a:cubicBezTo>
                      <a:cubicBezTo>
                        <a:pt x="-323" y="114566"/>
                        <a:pt x="578" y="87427"/>
                        <a:pt x="124" y="42378"/>
                      </a:cubicBezTo>
                      <a:close/>
                    </a:path>
                  </a:pathLst>
                </a:custGeom>
                <a:solidFill>
                  <a:schemeClr val="accent5">
                    <a:lumMod val="40000"/>
                    <a:lumOff val="60000"/>
                  </a:schemeClr>
                </a:solidFill>
                <a:ln w="1270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grpSp>
              <p:nvGrpSpPr>
                <p:cNvPr id="820" name="组合 819">
                  <a:extLst>
                    <a:ext uri="{FF2B5EF4-FFF2-40B4-BE49-F238E27FC236}">
                      <a16:creationId xmlns:a16="http://schemas.microsoft.com/office/drawing/2014/main" id="{DDF9FDEF-9EF9-3DC4-9806-10293BFF368F}"/>
                    </a:ext>
                  </a:extLst>
                </p:cNvPr>
                <p:cNvGrpSpPr/>
                <p:nvPr/>
              </p:nvGrpSpPr>
              <p:grpSpPr>
                <a:xfrm>
                  <a:off x="5040167" y="6521415"/>
                  <a:ext cx="621640" cy="663817"/>
                  <a:chOff x="3656357" y="6507685"/>
                  <a:chExt cx="621640" cy="663817"/>
                </a:xfrm>
              </p:grpSpPr>
              <p:sp>
                <p:nvSpPr>
                  <p:cNvPr id="821" name="矩形 820">
                    <a:extLst>
                      <a:ext uri="{FF2B5EF4-FFF2-40B4-BE49-F238E27FC236}">
                        <a16:creationId xmlns:a16="http://schemas.microsoft.com/office/drawing/2014/main" id="{A6F8E977-1CF5-70B0-D9D2-18259F60EC40}"/>
                      </a:ext>
                    </a:extLst>
                  </p:cNvPr>
                  <p:cNvSpPr/>
                  <p:nvPr/>
                </p:nvSpPr>
                <p:spPr>
                  <a:xfrm>
                    <a:off x="3656465" y="6640950"/>
                    <a:ext cx="155302" cy="132623"/>
                  </a:xfrm>
                  <a:prstGeom prst="rect">
                    <a:avLst/>
                  </a:prstGeom>
                  <a:no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22" name="矩形 821">
                    <a:extLst>
                      <a:ext uri="{FF2B5EF4-FFF2-40B4-BE49-F238E27FC236}">
                        <a16:creationId xmlns:a16="http://schemas.microsoft.com/office/drawing/2014/main" id="{17CADB2A-0A02-2C19-901E-31E1D8F73B0E}"/>
                      </a:ext>
                    </a:extLst>
                  </p:cNvPr>
                  <p:cNvSpPr/>
                  <p:nvPr/>
                </p:nvSpPr>
                <p:spPr>
                  <a:xfrm>
                    <a:off x="3811875" y="6640950"/>
                    <a:ext cx="155302" cy="132623"/>
                  </a:xfrm>
                  <a:prstGeom prst="rect">
                    <a:avLst/>
                  </a:prstGeom>
                  <a:no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23" name="矩形 822">
                    <a:extLst>
                      <a:ext uri="{FF2B5EF4-FFF2-40B4-BE49-F238E27FC236}">
                        <a16:creationId xmlns:a16="http://schemas.microsoft.com/office/drawing/2014/main" id="{0B15FF0F-3F16-5917-686C-45053DFB9732}"/>
                      </a:ext>
                    </a:extLst>
                  </p:cNvPr>
                  <p:cNvSpPr/>
                  <p:nvPr/>
                </p:nvSpPr>
                <p:spPr>
                  <a:xfrm>
                    <a:off x="3967285" y="6640950"/>
                    <a:ext cx="155302" cy="132623"/>
                  </a:xfrm>
                  <a:prstGeom prst="rect">
                    <a:avLst/>
                  </a:prstGeom>
                  <a:no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24" name="矩形 823">
                    <a:extLst>
                      <a:ext uri="{FF2B5EF4-FFF2-40B4-BE49-F238E27FC236}">
                        <a16:creationId xmlns:a16="http://schemas.microsoft.com/office/drawing/2014/main" id="{EE000950-4856-C0AA-8BF2-5DC2D17A0CC2}"/>
                      </a:ext>
                    </a:extLst>
                  </p:cNvPr>
                  <p:cNvSpPr/>
                  <p:nvPr/>
                </p:nvSpPr>
                <p:spPr>
                  <a:xfrm>
                    <a:off x="4122695" y="6640950"/>
                    <a:ext cx="155302" cy="132623"/>
                  </a:xfrm>
                  <a:prstGeom prst="rect">
                    <a:avLst/>
                  </a:prstGeom>
                  <a:no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25" name="矩形 824">
                    <a:extLst>
                      <a:ext uri="{FF2B5EF4-FFF2-40B4-BE49-F238E27FC236}">
                        <a16:creationId xmlns:a16="http://schemas.microsoft.com/office/drawing/2014/main" id="{400DEDE8-8983-0850-B031-C355E7977628}"/>
                      </a:ext>
                    </a:extLst>
                  </p:cNvPr>
                  <p:cNvSpPr/>
                  <p:nvPr/>
                </p:nvSpPr>
                <p:spPr>
                  <a:xfrm>
                    <a:off x="3656465" y="6773574"/>
                    <a:ext cx="155302" cy="132623"/>
                  </a:xfrm>
                  <a:prstGeom prst="rect">
                    <a:avLst/>
                  </a:prstGeom>
                  <a:no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26" name="矩形 825">
                    <a:extLst>
                      <a:ext uri="{FF2B5EF4-FFF2-40B4-BE49-F238E27FC236}">
                        <a16:creationId xmlns:a16="http://schemas.microsoft.com/office/drawing/2014/main" id="{E6B6EE4F-3015-A04C-47D8-2953758AAAB8}"/>
                      </a:ext>
                    </a:extLst>
                  </p:cNvPr>
                  <p:cNvSpPr/>
                  <p:nvPr/>
                </p:nvSpPr>
                <p:spPr>
                  <a:xfrm>
                    <a:off x="3811875" y="6773574"/>
                    <a:ext cx="155302" cy="132623"/>
                  </a:xfrm>
                  <a:prstGeom prst="rect">
                    <a:avLst/>
                  </a:prstGeom>
                  <a:no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27" name="矩形 826">
                    <a:extLst>
                      <a:ext uri="{FF2B5EF4-FFF2-40B4-BE49-F238E27FC236}">
                        <a16:creationId xmlns:a16="http://schemas.microsoft.com/office/drawing/2014/main" id="{F1227407-F670-9EFE-7D04-7C8DE85D997B}"/>
                      </a:ext>
                    </a:extLst>
                  </p:cNvPr>
                  <p:cNvSpPr/>
                  <p:nvPr/>
                </p:nvSpPr>
                <p:spPr>
                  <a:xfrm>
                    <a:off x="3967285" y="6773574"/>
                    <a:ext cx="155302" cy="132623"/>
                  </a:xfrm>
                  <a:prstGeom prst="rect">
                    <a:avLst/>
                  </a:prstGeom>
                  <a:no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28" name="矩形 827">
                    <a:extLst>
                      <a:ext uri="{FF2B5EF4-FFF2-40B4-BE49-F238E27FC236}">
                        <a16:creationId xmlns:a16="http://schemas.microsoft.com/office/drawing/2014/main" id="{765ED5F6-1FAD-C376-9AB1-0183C08503CB}"/>
                      </a:ext>
                    </a:extLst>
                  </p:cNvPr>
                  <p:cNvSpPr/>
                  <p:nvPr/>
                </p:nvSpPr>
                <p:spPr>
                  <a:xfrm>
                    <a:off x="4122695" y="6773574"/>
                    <a:ext cx="155302" cy="132623"/>
                  </a:xfrm>
                  <a:prstGeom prst="rect">
                    <a:avLst/>
                  </a:prstGeom>
                  <a:no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29" name="矩形 828">
                    <a:extLst>
                      <a:ext uri="{FF2B5EF4-FFF2-40B4-BE49-F238E27FC236}">
                        <a16:creationId xmlns:a16="http://schemas.microsoft.com/office/drawing/2014/main" id="{508368B3-35A6-AD2F-6190-014A911EC72D}"/>
                      </a:ext>
                    </a:extLst>
                  </p:cNvPr>
                  <p:cNvSpPr/>
                  <p:nvPr/>
                </p:nvSpPr>
                <p:spPr>
                  <a:xfrm>
                    <a:off x="3656357" y="6906255"/>
                    <a:ext cx="155302" cy="132623"/>
                  </a:xfrm>
                  <a:prstGeom prst="rect">
                    <a:avLst/>
                  </a:prstGeom>
                  <a:no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30" name="矩形 829">
                    <a:extLst>
                      <a:ext uri="{FF2B5EF4-FFF2-40B4-BE49-F238E27FC236}">
                        <a16:creationId xmlns:a16="http://schemas.microsoft.com/office/drawing/2014/main" id="{64E483E5-7704-5586-4425-BAF3A3952FAE}"/>
                      </a:ext>
                    </a:extLst>
                  </p:cNvPr>
                  <p:cNvSpPr/>
                  <p:nvPr/>
                </p:nvSpPr>
                <p:spPr>
                  <a:xfrm>
                    <a:off x="3811767" y="6906255"/>
                    <a:ext cx="155302" cy="132623"/>
                  </a:xfrm>
                  <a:prstGeom prst="rect">
                    <a:avLst/>
                  </a:prstGeom>
                  <a:no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31" name="矩形 830">
                    <a:extLst>
                      <a:ext uri="{FF2B5EF4-FFF2-40B4-BE49-F238E27FC236}">
                        <a16:creationId xmlns:a16="http://schemas.microsoft.com/office/drawing/2014/main" id="{8EA13E82-97DA-40EE-D650-CDD9E3E69918}"/>
                      </a:ext>
                    </a:extLst>
                  </p:cNvPr>
                  <p:cNvSpPr/>
                  <p:nvPr/>
                </p:nvSpPr>
                <p:spPr>
                  <a:xfrm>
                    <a:off x="3967177" y="6906255"/>
                    <a:ext cx="155302" cy="132623"/>
                  </a:xfrm>
                  <a:prstGeom prst="rect">
                    <a:avLst/>
                  </a:prstGeom>
                  <a:no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32" name="矩形 831">
                    <a:extLst>
                      <a:ext uri="{FF2B5EF4-FFF2-40B4-BE49-F238E27FC236}">
                        <a16:creationId xmlns:a16="http://schemas.microsoft.com/office/drawing/2014/main" id="{75F7057D-DF5B-ECEB-05B5-BB8BFDA7669D}"/>
                      </a:ext>
                    </a:extLst>
                  </p:cNvPr>
                  <p:cNvSpPr/>
                  <p:nvPr/>
                </p:nvSpPr>
                <p:spPr>
                  <a:xfrm>
                    <a:off x="4122587" y="6906255"/>
                    <a:ext cx="155302" cy="132623"/>
                  </a:xfrm>
                  <a:prstGeom prst="rect">
                    <a:avLst/>
                  </a:prstGeom>
                  <a:no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33" name="矩形 832">
                    <a:extLst>
                      <a:ext uri="{FF2B5EF4-FFF2-40B4-BE49-F238E27FC236}">
                        <a16:creationId xmlns:a16="http://schemas.microsoft.com/office/drawing/2014/main" id="{A4EFA3BC-162F-2296-123F-CB4740EB2C3E}"/>
                      </a:ext>
                    </a:extLst>
                  </p:cNvPr>
                  <p:cNvSpPr/>
                  <p:nvPr/>
                </p:nvSpPr>
                <p:spPr>
                  <a:xfrm>
                    <a:off x="3656357" y="7038879"/>
                    <a:ext cx="155302" cy="132623"/>
                  </a:xfrm>
                  <a:prstGeom prst="rect">
                    <a:avLst/>
                  </a:prstGeom>
                  <a:no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34" name="矩形 833">
                    <a:extLst>
                      <a:ext uri="{FF2B5EF4-FFF2-40B4-BE49-F238E27FC236}">
                        <a16:creationId xmlns:a16="http://schemas.microsoft.com/office/drawing/2014/main" id="{61F8191A-BD09-2E70-2A82-74977A5120D3}"/>
                      </a:ext>
                    </a:extLst>
                  </p:cNvPr>
                  <p:cNvSpPr/>
                  <p:nvPr/>
                </p:nvSpPr>
                <p:spPr>
                  <a:xfrm>
                    <a:off x="3811767" y="7038879"/>
                    <a:ext cx="155302" cy="132623"/>
                  </a:xfrm>
                  <a:prstGeom prst="rect">
                    <a:avLst/>
                  </a:prstGeom>
                  <a:no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35" name="矩形 834">
                    <a:extLst>
                      <a:ext uri="{FF2B5EF4-FFF2-40B4-BE49-F238E27FC236}">
                        <a16:creationId xmlns:a16="http://schemas.microsoft.com/office/drawing/2014/main" id="{E501E06A-6E25-CE46-9765-33147AE465B0}"/>
                      </a:ext>
                    </a:extLst>
                  </p:cNvPr>
                  <p:cNvSpPr/>
                  <p:nvPr/>
                </p:nvSpPr>
                <p:spPr>
                  <a:xfrm>
                    <a:off x="3967177" y="7038879"/>
                    <a:ext cx="155302" cy="132623"/>
                  </a:xfrm>
                  <a:prstGeom prst="rect">
                    <a:avLst/>
                  </a:prstGeom>
                  <a:no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36" name="矩形 835">
                    <a:extLst>
                      <a:ext uri="{FF2B5EF4-FFF2-40B4-BE49-F238E27FC236}">
                        <a16:creationId xmlns:a16="http://schemas.microsoft.com/office/drawing/2014/main" id="{5F6D8FCA-BFD1-EE73-FA09-D30DFAF133C8}"/>
                      </a:ext>
                    </a:extLst>
                  </p:cNvPr>
                  <p:cNvSpPr/>
                  <p:nvPr/>
                </p:nvSpPr>
                <p:spPr>
                  <a:xfrm>
                    <a:off x="4122587" y="7038879"/>
                    <a:ext cx="155302" cy="132623"/>
                  </a:xfrm>
                  <a:prstGeom prst="rect">
                    <a:avLst/>
                  </a:prstGeom>
                  <a:no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37" name="矩形 836">
                    <a:extLst>
                      <a:ext uri="{FF2B5EF4-FFF2-40B4-BE49-F238E27FC236}">
                        <a16:creationId xmlns:a16="http://schemas.microsoft.com/office/drawing/2014/main" id="{0191537C-FAD7-CFA3-90A8-1F7D9020F204}"/>
                      </a:ext>
                    </a:extLst>
                  </p:cNvPr>
                  <p:cNvSpPr/>
                  <p:nvPr/>
                </p:nvSpPr>
                <p:spPr>
                  <a:xfrm>
                    <a:off x="3656357" y="6507685"/>
                    <a:ext cx="155302" cy="132623"/>
                  </a:xfrm>
                  <a:prstGeom prst="rect">
                    <a:avLst/>
                  </a:prstGeom>
                  <a:no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38" name="矩形 837">
                    <a:extLst>
                      <a:ext uri="{FF2B5EF4-FFF2-40B4-BE49-F238E27FC236}">
                        <a16:creationId xmlns:a16="http://schemas.microsoft.com/office/drawing/2014/main" id="{595680C1-F9D8-6FCE-905C-97704528F642}"/>
                      </a:ext>
                    </a:extLst>
                  </p:cNvPr>
                  <p:cNvSpPr/>
                  <p:nvPr/>
                </p:nvSpPr>
                <p:spPr>
                  <a:xfrm>
                    <a:off x="3811767" y="6507685"/>
                    <a:ext cx="155302" cy="132623"/>
                  </a:xfrm>
                  <a:prstGeom prst="rect">
                    <a:avLst/>
                  </a:prstGeom>
                  <a:no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39" name="矩形 838">
                    <a:extLst>
                      <a:ext uri="{FF2B5EF4-FFF2-40B4-BE49-F238E27FC236}">
                        <a16:creationId xmlns:a16="http://schemas.microsoft.com/office/drawing/2014/main" id="{0D83E15F-2F33-4004-45F5-877A0FC5B072}"/>
                      </a:ext>
                    </a:extLst>
                  </p:cNvPr>
                  <p:cNvSpPr/>
                  <p:nvPr/>
                </p:nvSpPr>
                <p:spPr>
                  <a:xfrm>
                    <a:off x="3967177" y="6507685"/>
                    <a:ext cx="155302" cy="132623"/>
                  </a:xfrm>
                  <a:prstGeom prst="rect">
                    <a:avLst/>
                  </a:prstGeom>
                  <a:no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40" name="矩形 839">
                    <a:extLst>
                      <a:ext uri="{FF2B5EF4-FFF2-40B4-BE49-F238E27FC236}">
                        <a16:creationId xmlns:a16="http://schemas.microsoft.com/office/drawing/2014/main" id="{EF61ED13-675F-B3B4-F60A-94D1C82F06B4}"/>
                      </a:ext>
                    </a:extLst>
                  </p:cNvPr>
                  <p:cNvSpPr/>
                  <p:nvPr/>
                </p:nvSpPr>
                <p:spPr>
                  <a:xfrm>
                    <a:off x="4122587" y="6507685"/>
                    <a:ext cx="155302" cy="132623"/>
                  </a:xfrm>
                  <a:prstGeom prst="rect">
                    <a:avLst/>
                  </a:prstGeom>
                  <a:no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</p:grpSp>
        </p:grp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CF111A6F-5DF9-B94A-C0BD-6FE857BDE3C2}"/>
              </a:ext>
            </a:extLst>
          </p:cNvPr>
          <p:cNvSpPr txBox="1"/>
          <p:nvPr/>
        </p:nvSpPr>
        <p:spPr>
          <a:xfrm>
            <a:off x="2969576" y="1801764"/>
            <a:ext cx="914954" cy="369332"/>
          </a:xfrm>
          <a:prstGeom prst="rect">
            <a:avLst/>
          </a:prstGeom>
          <a:solidFill>
            <a:srgbClr val="F8CBAD"/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T Task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58AD972-A405-298C-2CA0-93884A59A028}"/>
              </a:ext>
            </a:extLst>
          </p:cNvPr>
          <p:cNvSpPr txBox="1"/>
          <p:nvPr/>
        </p:nvSpPr>
        <p:spPr>
          <a:xfrm>
            <a:off x="4785228" y="1801764"/>
            <a:ext cx="914954" cy="369332"/>
          </a:xfrm>
          <a:prstGeom prst="rect">
            <a:avLst/>
          </a:prstGeom>
          <a:solidFill>
            <a:srgbClr val="BDD7EE"/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 Task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DE31380-F3F5-3DED-60BB-097FDB801F7D}"/>
              </a:ext>
            </a:extLst>
          </p:cNvPr>
          <p:cNvSpPr txBox="1"/>
          <p:nvPr/>
        </p:nvSpPr>
        <p:spPr>
          <a:xfrm>
            <a:off x="6600880" y="1801764"/>
            <a:ext cx="914954" cy="369332"/>
          </a:xfrm>
          <a:prstGeom prst="rect">
            <a:avLst/>
          </a:prstGeom>
          <a:solidFill>
            <a:srgbClr val="F8CBAD"/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T Task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59982FF-6224-EF83-9A3F-42E2792F53E7}"/>
              </a:ext>
            </a:extLst>
          </p:cNvPr>
          <p:cNvSpPr txBox="1"/>
          <p:nvPr/>
        </p:nvSpPr>
        <p:spPr>
          <a:xfrm>
            <a:off x="8416531" y="1801764"/>
            <a:ext cx="914954" cy="369332"/>
          </a:xfrm>
          <a:prstGeom prst="rect">
            <a:avLst/>
          </a:prstGeom>
          <a:solidFill>
            <a:srgbClr val="BDD7EE"/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 Task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6A2D0A4-334C-B9EC-7D72-27BF56FC8DF9}"/>
              </a:ext>
            </a:extLst>
          </p:cNvPr>
          <p:cNvSpPr/>
          <p:nvPr/>
        </p:nvSpPr>
        <p:spPr>
          <a:xfrm>
            <a:off x="3354404" y="5677792"/>
            <a:ext cx="6746852" cy="1095762"/>
          </a:xfrm>
          <a:prstGeom prst="rect">
            <a:avLst/>
          </a:prstGeom>
          <a:noFill/>
          <a:ln w="28575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9283EE1C-00AC-2132-2C22-8EA39807F2E1}"/>
              </a:ext>
            </a:extLst>
          </p:cNvPr>
          <p:cNvSpPr/>
          <p:nvPr/>
        </p:nvSpPr>
        <p:spPr>
          <a:xfrm>
            <a:off x="9480432" y="3311601"/>
            <a:ext cx="412824" cy="327552"/>
          </a:xfrm>
          <a:prstGeom prst="roundRect">
            <a:avLst>
              <a:gd name="adj" fmla="val 31589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094D5438-F193-4C10-4679-403059C51E8A}"/>
                  </a:ext>
                </a:extLst>
              </p:cNvPr>
              <p:cNvSpPr/>
              <p:nvPr/>
            </p:nvSpPr>
            <p:spPr>
              <a:xfrm>
                <a:off x="9440435" y="3325806"/>
                <a:ext cx="569957" cy="30777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140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Loss</m:t>
                      </m:r>
                    </m:oMath>
                  </m:oMathPara>
                </a14:m>
                <a:endParaRPr lang="zh-CN" altLang="en-US" sz="1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094D5438-F193-4C10-4679-403059C51E8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40435" y="3325806"/>
                <a:ext cx="569957" cy="307777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文本框 10">
            <a:extLst>
              <a:ext uri="{FF2B5EF4-FFF2-40B4-BE49-F238E27FC236}">
                <a16:creationId xmlns:a16="http://schemas.microsoft.com/office/drawing/2014/main" id="{C6F9DDD1-2541-FA1D-D52E-5B8CDC6139A1}"/>
              </a:ext>
            </a:extLst>
          </p:cNvPr>
          <p:cNvSpPr txBox="1"/>
          <p:nvPr/>
        </p:nvSpPr>
        <p:spPr>
          <a:xfrm>
            <a:off x="4062100" y="5263351"/>
            <a:ext cx="5192835" cy="400110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b="1" dirty="0">
                <a:cs typeface="Arial" panose="020B0604020202020204" pitchFamily="34" charset="0"/>
              </a:rPr>
              <a:t>Intermediate Data and Neighbor Replication</a:t>
            </a:r>
            <a:endParaRPr lang="zh-CN" altLang="en-US" sz="2000" b="1" dirty="0"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520256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288000" y="0"/>
            <a:ext cx="11164860" cy="141763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badi" panose="020B0604020202020204" pitchFamily="34" charset="0"/>
                <a:sym typeface="+mn-ea"/>
              </a:rPr>
              <a:t>Multi-GPU GNN Systems with Data Parallelism</a:t>
            </a:r>
            <a:endParaRPr lang="en-US" altLang="zh-CN" sz="3600" dirty="0">
              <a:latin typeface="Century Gothic" panose="020B050202020202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5" name="Rectangle 10"/>
          <p:cNvSpPr/>
          <p:nvPr/>
        </p:nvSpPr>
        <p:spPr>
          <a:xfrm>
            <a:off x="0" y="420787"/>
            <a:ext cx="288000" cy="57606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657" name="矩形 656">
            <a:extLst>
              <a:ext uri="{FF2B5EF4-FFF2-40B4-BE49-F238E27FC236}">
                <a16:creationId xmlns:a16="http://schemas.microsoft.com/office/drawing/2014/main" id="{122707FE-F23D-9EC2-A658-286E52EED6F0}"/>
              </a:ext>
            </a:extLst>
          </p:cNvPr>
          <p:cNvSpPr/>
          <p:nvPr/>
        </p:nvSpPr>
        <p:spPr>
          <a:xfrm>
            <a:off x="282280" y="5640460"/>
            <a:ext cx="11668471" cy="115353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59" name="文本框 658">
            <a:extLst>
              <a:ext uri="{FF2B5EF4-FFF2-40B4-BE49-F238E27FC236}">
                <a16:creationId xmlns:a16="http://schemas.microsoft.com/office/drawing/2014/main" id="{C3325C92-8017-D209-BA86-E92D3C0460F3}"/>
              </a:ext>
            </a:extLst>
          </p:cNvPr>
          <p:cNvSpPr txBox="1"/>
          <p:nvPr/>
        </p:nvSpPr>
        <p:spPr>
          <a:xfrm>
            <a:off x="241248" y="6064139"/>
            <a:ext cx="3157268" cy="400110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FF0000"/>
                </a:solidFill>
                <a:cs typeface="Arial" panose="020B0604020202020204" pitchFamily="34" charset="0"/>
              </a:rPr>
              <a:t>The Memory of GPU 1</a:t>
            </a:r>
            <a:endParaRPr lang="zh-CN" altLang="en-US" sz="3200" b="1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  <p:grpSp>
        <p:nvGrpSpPr>
          <p:cNvPr id="597" name="组合 596">
            <a:extLst>
              <a:ext uri="{FF2B5EF4-FFF2-40B4-BE49-F238E27FC236}">
                <a16:creationId xmlns:a16="http://schemas.microsoft.com/office/drawing/2014/main" id="{A3AB9EC3-2062-BD90-4223-E74AE1176097}"/>
              </a:ext>
            </a:extLst>
          </p:cNvPr>
          <p:cNvGrpSpPr/>
          <p:nvPr/>
        </p:nvGrpSpPr>
        <p:grpSpPr>
          <a:xfrm>
            <a:off x="3460133" y="6068274"/>
            <a:ext cx="621640" cy="669775"/>
            <a:chOff x="3656357" y="6507685"/>
            <a:chExt cx="621640" cy="669775"/>
          </a:xfrm>
        </p:grpSpPr>
        <p:sp>
          <p:nvSpPr>
            <p:cNvPr id="598" name="矩形 1174">
              <a:extLst>
                <a:ext uri="{FF2B5EF4-FFF2-40B4-BE49-F238E27FC236}">
                  <a16:creationId xmlns:a16="http://schemas.microsoft.com/office/drawing/2014/main" id="{2C73A039-57CE-A483-8347-742AC622A14C}"/>
                </a:ext>
              </a:extLst>
            </p:cNvPr>
            <p:cNvSpPr/>
            <p:nvPr/>
          </p:nvSpPr>
          <p:spPr>
            <a:xfrm rot="10800000">
              <a:off x="3657805" y="7037952"/>
              <a:ext cx="618707" cy="139508"/>
            </a:xfrm>
            <a:custGeom>
              <a:avLst/>
              <a:gdLst>
                <a:gd name="connsiteX0" fmla="*/ 0 w 595706"/>
                <a:gd name="connsiteY0" fmla="*/ 0 h 92965"/>
                <a:gd name="connsiteX1" fmla="*/ 595706 w 595706"/>
                <a:gd name="connsiteY1" fmla="*/ 0 h 92965"/>
                <a:gd name="connsiteX2" fmla="*/ 595706 w 595706"/>
                <a:gd name="connsiteY2" fmla="*/ 92965 h 92965"/>
                <a:gd name="connsiteX3" fmla="*/ 0 w 595706"/>
                <a:gd name="connsiteY3" fmla="*/ 92965 h 92965"/>
                <a:gd name="connsiteX4" fmla="*/ 0 w 595706"/>
                <a:gd name="connsiteY4" fmla="*/ 0 h 92965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131 w 595837"/>
                <a:gd name="connsiteY0" fmla="*/ 0 h 148754"/>
                <a:gd name="connsiteX1" fmla="*/ 595837 w 595837"/>
                <a:gd name="connsiteY1" fmla="*/ 0 h 148754"/>
                <a:gd name="connsiteX2" fmla="*/ 595837 w 595837"/>
                <a:gd name="connsiteY2" fmla="*/ 92965 h 148754"/>
                <a:gd name="connsiteX3" fmla="*/ 131 w 595837"/>
                <a:gd name="connsiteY3" fmla="*/ 148754 h 148754"/>
                <a:gd name="connsiteX4" fmla="*/ 131 w 595837"/>
                <a:gd name="connsiteY4" fmla="*/ 0 h 148754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56571"/>
                <a:gd name="connsiteX1" fmla="*/ 595837 w 595837"/>
                <a:gd name="connsiteY1" fmla="*/ 0 h 156571"/>
                <a:gd name="connsiteX2" fmla="*/ 594316 w 595837"/>
                <a:gd name="connsiteY2" fmla="*/ 141984 h 156571"/>
                <a:gd name="connsiteX3" fmla="*/ 131 w 595837"/>
                <a:gd name="connsiteY3" fmla="*/ 140590 h 156571"/>
                <a:gd name="connsiteX4" fmla="*/ 131 w 595837"/>
                <a:gd name="connsiteY4" fmla="*/ 0 h 156571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0 w 600949"/>
                <a:gd name="connsiteY0" fmla="*/ 0 h 271309"/>
                <a:gd name="connsiteX1" fmla="*/ 600949 w 600949"/>
                <a:gd name="connsiteY1" fmla="*/ 0 h 271309"/>
                <a:gd name="connsiteX2" fmla="*/ 599428 w 600949"/>
                <a:gd name="connsiteY2" fmla="*/ 141984 h 271309"/>
                <a:gd name="connsiteX3" fmla="*/ 3722 w 600949"/>
                <a:gd name="connsiteY3" fmla="*/ 271309 h 271309"/>
                <a:gd name="connsiteX4" fmla="*/ 0 w 600949"/>
                <a:gd name="connsiteY4" fmla="*/ 0 h 271309"/>
                <a:gd name="connsiteX0" fmla="*/ 0 w 599639"/>
                <a:gd name="connsiteY0" fmla="*/ 0 h 271309"/>
                <a:gd name="connsiteX1" fmla="*/ 599639 w 599639"/>
                <a:gd name="connsiteY1" fmla="*/ 0 h 271309"/>
                <a:gd name="connsiteX2" fmla="*/ 599428 w 599639"/>
                <a:gd name="connsiteY2" fmla="*/ 141984 h 271309"/>
                <a:gd name="connsiteX3" fmla="*/ 3722 w 599639"/>
                <a:gd name="connsiteY3" fmla="*/ 271309 h 271309"/>
                <a:gd name="connsiteX4" fmla="*/ 0 w 599639"/>
                <a:gd name="connsiteY4" fmla="*/ 0 h 271309"/>
                <a:gd name="connsiteX0" fmla="*/ 0 w 597018"/>
                <a:gd name="connsiteY0" fmla="*/ 0 h 271309"/>
                <a:gd name="connsiteX1" fmla="*/ 597018 w 597018"/>
                <a:gd name="connsiteY1" fmla="*/ 0 h 271309"/>
                <a:gd name="connsiteX2" fmla="*/ 596807 w 597018"/>
                <a:gd name="connsiteY2" fmla="*/ 141984 h 271309"/>
                <a:gd name="connsiteX3" fmla="*/ 1101 w 597018"/>
                <a:gd name="connsiteY3" fmla="*/ 271309 h 271309"/>
                <a:gd name="connsiteX4" fmla="*/ 0 w 597018"/>
                <a:gd name="connsiteY4" fmla="*/ 0 h 271309"/>
                <a:gd name="connsiteX0" fmla="*/ 0 w 596807"/>
                <a:gd name="connsiteY0" fmla="*/ 0 h 271309"/>
                <a:gd name="connsiteX1" fmla="*/ 591775 w 596807"/>
                <a:gd name="connsiteY1" fmla="*/ 0 h 271309"/>
                <a:gd name="connsiteX2" fmla="*/ 596807 w 596807"/>
                <a:gd name="connsiteY2" fmla="*/ 141984 h 271309"/>
                <a:gd name="connsiteX3" fmla="*/ 1101 w 596807"/>
                <a:gd name="connsiteY3" fmla="*/ 271309 h 271309"/>
                <a:gd name="connsiteX4" fmla="*/ 0 w 596807"/>
                <a:gd name="connsiteY4" fmla="*/ 0 h 271309"/>
                <a:gd name="connsiteX0" fmla="*/ 0 w 596807"/>
                <a:gd name="connsiteY0" fmla="*/ 0 h 271309"/>
                <a:gd name="connsiteX1" fmla="*/ 595708 w 596807"/>
                <a:gd name="connsiteY1" fmla="*/ 0 h 271309"/>
                <a:gd name="connsiteX2" fmla="*/ 596807 w 596807"/>
                <a:gd name="connsiteY2" fmla="*/ 141984 h 271309"/>
                <a:gd name="connsiteX3" fmla="*/ 1101 w 596807"/>
                <a:gd name="connsiteY3" fmla="*/ 271309 h 271309"/>
                <a:gd name="connsiteX4" fmla="*/ 0 w 596807"/>
                <a:gd name="connsiteY4" fmla="*/ 0 h 271309"/>
                <a:gd name="connsiteX0" fmla="*/ 0 w 595708"/>
                <a:gd name="connsiteY0" fmla="*/ 0 h 271309"/>
                <a:gd name="connsiteX1" fmla="*/ 595708 w 595708"/>
                <a:gd name="connsiteY1" fmla="*/ 0 h 271309"/>
                <a:gd name="connsiteX2" fmla="*/ 594186 w 595708"/>
                <a:gd name="connsiteY2" fmla="*/ 141985 h 271309"/>
                <a:gd name="connsiteX3" fmla="*/ 1101 w 595708"/>
                <a:gd name="connsiteY3" fmla="*/ 271309 h 271309"/>
                <a:gd name="connsiteX4" fmla="*/ 0 w 595708"/>
                <a:gd name="connsiteY4" fmla="*/ 0 h 271309"/>
                <a:gd name="connsiteX0" fmla="*/ 0 w 596439"/>
                <a:gd name="connsiteY0" fmla="*/ 109083 h 380392"/>
                <a:gd name="connsiteX1" fmla="*/ 595708 w 596439"/>
                <a:gd name="connsiteY1" fmla="*/ 109083 h 380392"/>
                <a:gd name="connsiteX2" fmla="*/ 594186 w 596439"/>
                <a:gd name="connsiteY2" fmla="*/ 251068 h 380392"/>
                <a:gd name="connsiteX3" fmla="*/ 1101 w 596439"/>
                <a:gd name="connsiteY3" fmla="*/ 380392 h 380392"/>
                <a:gd name="connsiteX4" fmla="*/ 0 w 596439"/>
                <a:gd name="connsiteY4" fmla="*/ 109083 h 380392"/>
                <a:gd name="connsiteX0" fmla="*/ 0 w 595708"/>
                <a:gd name="connsiteY0" fmla="*/ 0 h 271309"/>
                <a:gd name="connsiteX1" fmla="*/ 595708 w 595708"/>
                <a:gd name="connsiteY1" fmla="*/ 0 h 271309"/>
                <a:gd name="connsiteX2" fmla="*/ 594186 w 595708"/>
                <a:gd name="connsiteY2" fmla="*/ 141985 h 271309"/>
                <a:gd name="connsiteX3" fmla="*/ 1101 w 595708"/>
                <a:gd name="connsiteY3" fmla="*/ 271309 h 271309"/>
                <a:gd name="connsiteX4" fmla="*/ 0 w 595708"/>
                <a:gd name="connsiteY4" fmla="*/ 0 h 271309"/>
                <a:gd name="connsiteX0" fmla="*/ 0 w 596808"/>
                <a:gd name="connsiteY0" fmla="*/ 0 h 271309"/>
                <a:gd name="connsiteX1" fmla="*/ 595708 w 596808"/>
                <a:gd name="connsiteY1" fmla="*/ 0 h 271309"/>
                <a:gd name="connsiteX2" fmla="*/ 596808 w 596808"/>
                <a:gd name="connsiteY2" fmla="*/ 141985 h 271309"/>
                <a:gd name="connsiteX3" fmla="*/ 1101 w 596808"/>
                <a:gd name="connsiteY3" fmla="*/ 271309 h 271309"/>
                <a:gd name="connsiteX4" fmla="*/ 0 w 596808"/>
                <a:gd name="connsiteY4" fmla="*/ 0 h 271309"/>
                <a:gd name="connsiteX0" fmla="*/ 0 w 596808"/>
                <a:gd name="connsiteY0" fmla="*/ 0 h 271309"/>
                <a:gd name="connsiteX1" fmla="*/ 595708 w 596808"/>
                <a:gd name="connsiteY1" fmla="*/ 0 h 271309"/>
                <a:gd name="connsiteX2" fmla="*/ 596808 w 596808"/>
                <a:gd name="connsiteY2" fmla="*/ 141985 h 271309"/>
                <a:gd name="connsiteX3" fmla="*/ 1101 w 596808"/>
                <a:gd name="connsiteY3" fmla="*/ 271309 h 271309"/>
                <a:gd name="connsiteX4" fmla="*/ 0 w 596808"/>
                <a:gd name="connsiteY4" fmla="*/ 0 h 271309"/>
                <a:gd name="connsiteX0" fmla="*/ 0 w 596808"/>
                <a:gd name="connsiteY0" fmla="*/ 0 h 271309"/>
                <a:gd name="connsiteX1" fmla="*/ 595708 w 596808"/>
                <a:gd name="connsiteY1" fmla="*/ 0 h 271309"/>
                <a:gd name="connsiteX2" fmla="*/ 596808 w 596808"/>
                <a:gd name="connsiteY2" fmla="*/ 141985 h 271309"/>
                <a:gd name="connsiteX3" fmla="*/ 1101 w 596808"/>
                <a:gd name="connsiteY3" fmla="*/ 271309 h 271309"/>
                <a:gd name="connsiteX4" fmla="*/ 0 w 596808"/>
                <a:gd name="connsiteY4" fmla="*/ 0 h 271309"/>
                <a:gd name="connsiteX0" fmla="*/ 0 w 595708"/>
                <a:gd name="connsiteY0" fmla="*/ 0 h 271309"/>
                <a:gd name="connsiteX1" fmla="*/ 595708 w 595708"/>
                <a:gd name="connsiteY1" fmla="*/ 0 h 271309"/>
                <a:gd name="connsiteX2" fmla="*/ 594186 w 595708"/>
                <a:gd name="connsiteY2" fmla="*/ 141985 h 271309"/>
                <a:gd name="connsiteX3" fmla="*/ 1101 w 595708"/>
                <a:gd name="connsiteY3" fmla="*/ 271309 h 271309"/>
                <a:gd name="connsiteX4" fmla="*/ 0 w 595708"/>
                <a:gd name="connsiteY4" fmla="*/ 0 h 271309"/>
                <a:gd name="connsiteX0" fmla="*/ 0 w 595708"/>
                <a:gd name="connsiteY0" fmla="*/ 0 h 271309"/>
                <a:gd name="connsiteX1" fmla="*/ 595708 w 595708"/>
                <a:gd name="connsiteY1" fmla="*/ 0 h 271309"/>
                <a:gd name="connsiteX2" fmla="*/ 594186 w 595708"/>
                <a:gd name="connsiteY2" fmla="*/ 141985 h 271309"/>
                <a:gd name="connsiteX3" fmla="*/ 1101 w 595708"/>
                <a:gd name="connsiteY3" fmla="*/ 271309 h 271309"/>
                <a:gd name="connsiteX4" fmla="*/ 0 w 595708"/>
                <a:gd name="connsiteY4" fmla="*/ 0 h 271309"/>
                <a:gd name="connsiteX0" fmla="*/ 0 w 595936"/>
                <a:gd name="connsiteY0" fmla="*/ 0 h 271309"/>
                <a:gd name="connsiteX1" fmla="*/ 595708 w 595936"/>
                <a:gd name="connsiteY1" fmla="*/ 0 h 271309"/>
                <a:gd name="connsiteX2" fmla="*/ 594186 w 595936"/>
                <a:gd name="connsiteY2" fmla="*/ 141985 h 271309"/>
                <a:gd name="connsiteX3" fmla="*/ 1101 w 595936"/>
                <a:gd name="connsiteY3" fmla="*/ 271309 h 271309"/>
                <a:gd name="connsiteX4" fmla="*/ 0 w 595936"/>
                <a:gd name="connsiteY4" fmla="*/ 0 h 271309"/>
                <a:gd name="connsiteX0" fmla="*/ 319 w 596255"/>
                <a:gd name="connsiteY0" fmla="*/ 0 h 271309"/>
                <a:gd name="connsiteX1" fmla="*/ 596027 w 596255"/>
                <a:gd name="connsiteY1" fmla="*/ 0 h 271309"/>
                <a:gd name="connsiteX2" fmla="*/ 594505 w 596255"/>
                <a:gd name="connsiteY2" fmla="*/ 141985 h 271309"/>
                <a:gd name="connsiteX3" fmla="*/ 110 w 596255"/>
                <a:gd name="connsiteY3" fmla="*/ 271309 h 271309"/>
                <a:gd name="connsiteX4" fmla="*/ 319 w 596255"/>
                <a:gd name="connsiteY4" fmla="*/ 0 h 271309"/>
                <a:gd name="connsiteX0" fmla="*/ 0 w 595936"/>
                <a:gd name="connsiteY0" fmla="*/ 0 h 271309"/>
                <a:gd name="connsiteX1" fmla="*/ 595708 w 595936"/>
                <a:gd name="connsiteY1" fmla="*/ 0 h 271309"/>
                <a:gd name="connsiteX2" fmla="*/ 594186 w 595936"/>
                <a:gd name="connsiteY2" fmla="*/ 141985 h 271309"/>
                <a:gd name="connsiteX3" fmla="*/ 1101 w 595936"/>
                <a:gd name="connsiteY3" fmla="*/ 271309 h 271309"/>
                <a:gd name="connsiteX4" fmla="*/ 0 w 595936"/>
                <a:gd name="connsiteY4" fmla="*/ 0 h 271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5936" h="271309">
                  <a:moveTo>
                    <a:pt x="0" y="0"/>
                  </a:moveTo>
                  <a:lnTo>
                    <a:pt x="595708" y="0"/>
                  </a:lnTo>
                  <a:cubicBezTo>
                    <a:pt x="595708" y="30988"/>
                    <a:pt x="596806" y="39550"/>
                    <a:pt x="594186" y="141985"/>
                  </a:cubicBezTo>
                  <a:cubicBezTo>
                    <a:pt x="404809" y="352086"/>
                    <a:pt x="341643" y="22672"/>
                    <a:pt x="1101" y="271309"/>
                  </a:cubicBezTo>
                  <a:cubicBezTo>
                    <a:pt x="647" y="226260"/>
                    <a:pt x="454" y="45049"/>
                    <a:pt x="0" y="0"/>
                  </a:cubicBez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599" name="组合 598">
              <a:extLst>
                <a:ext uri="{FF2B5EF4-FFF2-40B4-BE49-F238E27FC236}">
                  <a16:creationId xmlns:a16="http://schemas.microsoft.com/office/drawing/2014/main" id="{886584A2-8F14-0343-BBB5-66400C61BE8D}"/>
                </a:ext>
              </a:extLst>
            </p:cNvPr>
            <p:cNvGrpSpPr/>
            <p:nvPr/>
          </p:nvGrpSpPr>
          <p:grpSpPr>
            <a:xfrm>
              <a:off x="3656357" y="6507685"/>
              <a:ext cx="621640" cy="663817"/>
              <a:chOff x="3656357" y="6507685"/>
              <a:chExt cx="621640" cy="663817"/>
            </a:xfrm>
          </p:grpSpPr>
          <p:sp>
            <p:nvSpPr>
              <p:cNvPr id="600" name="矩形 599">
                <a:extLst>
                  <a:ext uri="{FF2B5EF4-FFF2-40B4-BE49-F238E27FC236}">
                    <a16:creationId xmlns:a16="http://schemas.microsoft.com/office/drawing/2014/main" id="{2F6AB136-4DF9-AA70-40CA-8EDCA4A1FE98}"/>
                  </a:ext>
                </a:extLst>
              </p:cNvPr>
              <p:cNvSpPr/>
              <p:nvPr/>
            </p:nvSpPr>
            <p:spPr>
              <a:xfrm>
                <a:off x="3656465" y="6640950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01" name="矩形 600">
                <a:extLst>
                  <a:ext uri="{FF2B5EF4-FFF2-40B4-BE49-F238E27FC236}">
                    <a16:creationId xmlns:a16="http://schemas.microsoft.com/office/drawing/2014/main" id="{C982E763-E1FC-89BD-FB27-F448F1BC94EB}"/>
                  </a:ext>
                </a:extLst>
              </p:cNvPr>
              <p:cNvSpPr/>
              <p:nvPr/>
            </p:nvSpPr>
            <p:spPr>
              <a:xfrm>
                <a:off x="3811875" y="6640950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02" name="矩形 601">
                <a:extLst>
                  <a:ext uri="{FF2B5EF4-FFF2-40B4-BE49-F238E27FC236}">
                    <a16:creationId xmlns:a16="http://schemas.microsoft.com/office/drawing/2014/main" id="{892005E8-9890-7EEE-DF73-CF2E818B6F00}"/>
                  </a:ext>
                </a:extLst>
              </p:cNvPr>
              <p:cNvSpPr/>
              <p:nvPr/>
            </p:nvSpPr>
            <p:spPr>
              <a:xfrm>
                <a:off x="3967285" y="6640950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03" name="矩形 602">
                <a:extLst>
                  <a:ext uri="{FF2B5EF4-FFF2-40B4-BE49-F238E27FC236}">
                    <a16:creationId xmlns:a16="http://schemas.microsoft.com/office/drawing/2014/main" id="{61A23AB9-1225-584B-F902-9B329100B108}"/>
                  </a:ext>
                </a:extLst>
              </p:cNvPr>
              <p:cNvSpPr/>
              <p:nvPr/>
            </p:nvSpPr>
            <p:spPr>
              <a:xfrm>
                <a:off x="4122695" y="6640950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04" name="矩形 603">
                <a:extLst>
                  <a:ext uri="{FF2B5EF4-FFF2-40B4-BE49-F238E27FC236}">
                    <a16:creationId xmlns:a16="http://schemas.microsoft.com/office/drawing/2014/main" id="{B2BB2A90-9AC8-D6F5-61F6-B9FE661445A1}"/>
                  </a:ext>
                </a:extLst>
              </p:cNvPr>
              <p:cNvSpPr/>
              <p:nvPr/>
            </p:nvSpPr>
            <p:spPr>
              <a:xfrm>
                <a:off x="3656465" y="6773574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05" name="矩形 604">
                <a:extLst>
                  <a:ext uri="{FF2B5EF4-FFF2-40B4-BE49-F238E27FC236}">
                    <a16:creationId xmlns:a16="http://schemas.microsoft.com/office/drawing/2014/main" id="{97399F19-77FD-4D0C-89BD-177D20715424}"/>
                  </a:ext>
                </a:extLst>
              </p:cNvPr>
              <p:cNvSpPr/>
              <p:nvPr/>
            </p:nvSpPr>
            <p:spPr>
              <a:xfrm>
                <a:off x="3811875" y="6773574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06" name="矩形 605">
                <a:extLst>
                  <a:ext uri="{FF2B5EF4-FFF2-40B4-BE49-F238E27FC236}">
                    <a16:creationId xmlns:a16="http://schemas.microsoft.com/office/drawing/2014/main" id="{B3745597-7EEE-5B6E-8368-905AA95F54B2}"/>
                  </a:ext>
                </a:extLst>
              </p:cNvPr>
              <p:cNvSpPr/>
              <p:nvPr/>
            </p:nvSpPr>
            <p:spPr>
              <a:xfrm>
                <a:off x="3967285" y="6773574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07" name="矩形 606">
                <a:extLst>
                  <a:ext uri="{FF2B5EF4-FFF2-40B4-BE49-F238E27FC236}">
                    <a16:creationId xmlns:a16="http://schemas.microsoft.com/office/drawing/2014/main" id="{8AD8ADEC-A240-398B-E5E0-3602D92F07E1}"/>
                  </a:ext>
                </a:extLst>
              </p:cNvPr>
              <p:cNvSpPr/>
              <p:nvPr/>
            </p:nvSpPr>
            <p:spPr>
              <a:xfrm>
                <a:off x="4122695" y="6773574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08" name="矩形 607">
                <a:extLst>
                  <a:ext uri="{FF2B5EF4-FFF2-40B4-BE49-F238E27FC236}">
                    <a16:creationId xmlns:a16="http://schemas.microsoft.com/office/drawing/2014/main" id="{7FDACAFC-F9A5-AAD7-00BA-680264C4398C}"/>
                  </a:ext>
                </a:extLst>
              </p:cNvPr>
              <p:cNvSpPr/>
              <p:nvPr/>
            </p:nvSpPr>
            <p:spPr>
              <a:xfrm>
                <a:off x="3656357" y="690625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09" name="矩形 608">
                <a:extLst>
                  <a:ext uri="{FF2B5EF4-FFF2-40B4-BE49-F238E27FC236}">
                    <a16:creationId xmlns:a16="http://schemas.microsoft.com/office/drawing/2014/main" id="{7FD77AC2-55D6-267D-FC85-C0386F52E383}"/>
                  </a:ext>
                </a:extLst>
              </p:cNvPr>
              <p:cNvSpPr/>
              <p:nvPr/>
            </p:nvSpPr>
            <p:spPr>
              <a:xfrm>
                <a:off x="3811767" y="690625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0" name="矩形 609">
                <a:extLst>
                  <a:ext uri="{FF2B5EF4-FFF2-40B4-BE49-F238E27FC236}">
                    <a16:creationId xmlns:a16="http://schemas.microsoft.com/office/drawing/2014/main" id="{2F4429C3-A915-E5A9-AE97-B6B6310F3B74}"/>
                  </a:ext>
                </a:extLst>
              </p:cNvPr>
              <p:cNvSpPr/>
              <p:nvPr/>
            </p:nvSpPr>
            <p:spPr>
              <a:xfrm>
                <a:off x="3967177" y="690625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1" name="矩形 610">
                <a:extLst>
                  <a:ext uri="{FF2B5EF4-FFF2-40B4-BE49-F238E27FC236}">
                    <a16:creationId xmlns:a16="http://schemas.microsoft.com/office/drawing/2014/main" id="{8603E164-2A0F-0F94-7C6F-E575B286D3A4}"/>
                  </a:ext>
                </a:extLst>
              </p:cNvPr>
              <p:cNvSpPr/>
              <p:nvPr/>
            </p:nvSpPr>
            <p:spPr>
              <a:xfrm>
                <a:off x="4122587" y="690625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2" name="矩形 611">
                <a:extLst>
                  <a:ext uri="{FF2B5EF4-FFF2-40B4-BE49-F238E27FC236}">
                    <a16:creationId xmlns:a16="http://schemas.microsoft.com/office/drawing/2014/main" id="{1BC2E19B-DAAF-F176-5CD9-564B33518FB3}"/>
                  </a:ext>
                </a:extLst>
              </p:cNvPr>
              <p:cNvSpPr/>
              <p:nvPr/>
            </p:nvSpPr>
            <p:spPr>
              <a:xfrm>
                <a:off x="3656357" y="7038879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3" name="矩形 612">
                <a:extLst>
                  <a:ext uri="{FF2B5EF4-FFF2-40B4-BE49-F238E27FC236}">
                    <a16:creationId xmlns:a16="http://schemas.microsoft.com/office/drawing/2014/main" id="{9ACDC26D-3623-8362-B0F8-52BF01ACA767}"/>
                  </a:ext>
                </a:extLst>
              </p:cNvPr>
              <p:cNvSpPr/>
              <p:nvPr/>
            </p:nvSpPr>
            <p:spPr>
              <a:xfrm>
                <a:off x="3811767" y="7038879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4" name="矩形 613">
                <a:extLst>
                  <a:ext uri="{FF2B5EF4-FFF2-40B4-BE49-F238E27FC236}">
                    <a16:creationId xmlns:a16="http://schemas.microsoft.com/office/drawing/2014/main" id="{4AF5F51E-45D8-D058-0507-B6143893702C}"/>
                  </a:ext>
                </a:extLst>
              </p:cNvPr>
              <p:cNvSpPr/>
              <p:nvPr/>
            </p:nvSpPr>
            <p:spPr>
              <a:xfrm>
                <a:off x="3967177" y="7038879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5" name="矩形 614">
                <a:extLst>
                  <a:ext uri="{FF2B5EF4-FFF2-40B4-BE49-F238E27FC236}">
                    <a16:creationId xmlns:a16="http://schemas.microsoft.com/office/drawing/2014/main" id="{87DE4D0D-7583-AC0C-B789-27A568D23CDF}"/>
                  </a:ext>
                </a:extLst>
              </p:cNvPr>
              <p:cNvSpPr/>
              <p:nvPr/>
            </p:nvSpPr>
            <p:spPr>
              <a:xfrm>
                <a:off x="4122587" y="7038879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6" name="矩形 615">
                <a:extLst>
                  <a:ext uri="{FF2B5EF4-FFF2-40B4-BE49-F238E27FC236}">
                    <a16:creationId xmlns:a16="http://schemas.microsoft.com/office/drawing/2014/main" id="{24C4F8F9-5418-C8F6-71E3-7606319331C5}"/>
                  </a:ext>
                </a:extLst>
              </p:cNvPr>
              <p:cNvSpPr/>
              <p:nvPr/>
            </p:nvSpPr>
            <p:spPr>
              <a:xfrm>
                <a:off x="3656357" y="650768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7" name="矩形 616">
                <a:extLst>
                  <a:ext uri="{FF2B5EF4-FFF2-40B4-BE49-F238E27FC236}">
                    <a16:creationId xmlns:a16="http://schemas.microsoft.com/office/drawing/2014/main" id="{22A8450A-9A05-1780-BE46-D9B2B0DE9DC7}"/>
                  </a:ext>
                </a:extLst>
              </p:cNvPr>
              <p:cNvSpPr/>
              <p:nvPr/>
            </p:nvSpPr>
            <p:spPr>
              <a:xfrm>
                <a:off x="3811767" y="650768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8" name="矩形 617">
                <a:extLst>
                  <a:ext uri="{FF2B5EF4-FFF2-40B4-BE49-F238E27FC236}">
                    <a16:creationId xmlns:a16="http://schemas.microsoft.com/office/drawing/2014/main" id="{F7796BBB-1D48-96B4-B8AE-FFD73B3832BD}"/>
                  </a:ext>
                </a:extLst>
              </p:cNvPr>
              <p:cNvSpPr/>
              <p:nvPr/>
            </p:nvSpPr>
            <p:spPr>
              <a:xfrm>
                <a:off x="3967177" y="650768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9" name="矩形 618">
                <a:extLst>
                  <a:ext uri="{FF2B5EF4-FFF2-40B4-BE49-F238E27FC236}">
                    <a16:creationId xmlns:a16="http://schemas.microsoft.com/office/drawing/2014/main" id="{A70362E8-F65D-0FC6-A927-56EE86569818}"/>
                  </a:ext>
                </a:extLst>
              </p:cNvPr>
              <p:cNvSpPr/>
              <p:nvPr/>
            </p:nvSpPr>
            <p:spPr>
              <a:xfrm>
                <a:off x="4122587" y="650768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779" name="组合 778">
            <a:extLst>
              <a:ext uri="{FF2B5EF4-FFF2-40B4-BE49-F238E27FC236}">
                <a16:creationId xmlns:a16="http://schemas.microsoft.com/office/drawing/2014/main" id="{AC900855-69EC-7D36-A03A-013E1B064C62}"/>
              </a:ext>
            </a:extLst>
          </p:cNvPr>
          <p:cNvGrpSpPr/>
          <p:nvPr/>
        </p:nvGrpSpPr>
        <p:grpSpPr>
          <a:xfrm>
            <a:off x="4623775" y="6074232"/>
            <a:ext cx="621640" cy="663817"/>
            <a:chOff x="4341455" y="6517035"/>
            <a:chExt cx="621640" cy="663817"/>
          </a:xfrm>
        </p:grpSpPr>
        <p:sp>
          <p:nvSpPr>
            <p:cNvPr id="780" name="矩形 1174">
              <a:extLst>
                <a:ext uri="{FF2B5EF4-FFF2-40B4-BE49-F238E27FC236}">
                  <a16:creationId xmlns:a16="http://schemas.microsoft.com/office/drawing/2014/main" id="{0498E65D-32FE-9D0B-DB90-613DBE3457EA}"/>
                </a:ext>
              </a:extLst>
            </p:cNvPr>
            <p:cNvSpPr/>
            <p:nvPr/>
          </p:nvSpPr>
          <p:spPr>
            <a:xfrm rot="10800000">
              <a:off x="4342830" y="6886022"/>
              <a:ext cx="618706" cy="226680"/>
            </a:xfrm>
            <a:custGeom>
              <a:avLst/>
              <a:gdLst>
                <a:gd name="connsiteX0" fmla="*/ 0 w 595706"/>
                <a:gd name="connsiteY0" fmla="*/ 0 h 92965"/>
                <a:gd name="connsiteX1" fmla="*/ 595706 w 595706"/>
                <a:gd name="connsiteY1" fmla="*/ 0 h 92965"/>
                <a:gd name="connsiteX2" fmla="*/ 595706 w 595706"/>
                <a:gd name="connsiteY2" fmla="*/ 92965 h 92965"/>
                <a:gd name="connsiteX3" fmla="*/ 0 w 595706"/>
                <a:gd name="connsiteY3" fmla="*/ 92965 h 92965"/>
                <a:gd name="connsiteX4" fmla="*/ 0 w 595706"/>
                <a:gd name="connsiteY4" fmla="*/ 0 h 92965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1422 w 594406"/>
                <a:gd name="connsiteY0" fmla="*/ 21376 h 135147"/>
                <a:gd name="connsiteX1" fmla="*/ 594406 w 594406"/>
                <a:gd name="connsiteY1" fmla="*/ 0 h 135147"/>
                <a:gd name="connsiteX2" fmla="*/ 594406 w 594406"/>
                <a:gd name="connsiteY2" fmla="*/ 92965 h 135147"/>
                <a:gd name="connsiteX3" fmla="*/ 61 w 594406"/>
                <a:gd name="connsiteY3" fmla="*/ 135147 h 135147"/>
                <a:gd name="connsiteX4" fmla="*/ 1422 w 594406"/>
                <a:gd name="connsiteY4" fmla="*/ 21376 h 135147"/>
                <a:gd name="connsiteX0" fmla="*/ 1422 w 594406"/>
                <a:gd name="connsiteY0" fmla="*/ 15599 h 135147"/>
                <a:gd name="connsiteX1" fmla="*/ 594406 w 594406"/>
                <a:gd name="connsiteY1" fmla="*/ 0 h 135147"/>
                <a:gd name="connsiteX2" fmla="*/ 594406 w 594406"/>
                <a:gd name="connsiteY2" fmla="*/ 92965 h 135147"/>
                <a:gd name="connsiteX3" fmla="*/ 61 w 594406"/>
                <a:gd name="connsiteY3" fmla="*/ 135147 h 135147"/>
                <a:gd name="connsiteX4" fmla="*/ 1422 w 594406"/>
                <a:gd name="connsiteY4" fmla="*/ 15599 h 135147"/>
                <a:gd name="connsiteX0" fmla="*/ 131 w 594476"/>
                <a:gd name="connsiteY0" fmla="*/ 4622 h 135147"/>
                <a:gd name="connsiteX1" fmla="*/ 594476 w 594476"/>
                <a:gd name="connsiteY1" fmla="*/ 0 h 135147"/>
                <a:gd name="connsiteX2" fmla="*/ 594476 w 594476"/>
                <a:gd name="connsiteY2" fmla="*/ 92965 h 135147"/>
                <a:gd name="connsiteX3" fmla="*/ 131 w 594476"/>
                <a:gd name="connsiteY3" fmla="*/ 135147 h 135147"/>
                <a:gd name="connsiteX4" fmla="*/ 131 w 594476"/>
                <a:gd name="connsiteY4" fmla="*/ 4622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22423 h 139660"/>
                <a:gd name="connsiteX1" fmla="*/ 595706 w 595706"/>
                <a:gd name="connsiteY1" fmla="*/ 4513 h 139660"/>
                <a:gd name="connsiteX2" fmla="*/ 595706 w 595706"/>
                <a:gd name="connsiteY2" fmla="*/ 97478 h 139660"/>
                <a:gd name="connsiteX3" fmla="*/ 1361 w 595706"/>
                <a:gd name="connsiteY3" fmla="*/ 139660 h 139660"/>
                <a:gd name="connsiteX4" fmla="*/ 0 w 595706"/>
                <a:gd name="connsiteY4" fmla="*/ 22423 h 139660"/>
                <a:gd name="connsiteX0" fmla="*/ 0 w 595706"/>
                <a:gd name="connsiteY0" fmla="*/ 26413 h 143650"/>
                <a:gd name="connsiteX1" fmla="*/ 595706 w 595706"/>
                <a:gd name="connsiteY1" fmla="*/ 8503 h 143650"/>
                <a:gd name="connsiteX2" fmla="*/ 595706 w 595706"/>
                <a:gd name="connsiteY2" fmla="*/ 101468 h 143650"/>
                <a:gd name="connsiteX3" fmla="*/ 1361 w 595706"/>
                <a:gd name="connsiteY3" fmla="*/ 143650 h 143650"/>
                <a:gd name="connsiteX4" fmla="*/ 0 w 595706"/>
                <a:gd name="connsiteY4" fmla="*/ 26413 h 143650"/>
                <a:gd name="connsiteX0" fmla="*/ 0 w 595706"/>
                <a:gd name="connsiteY0" fmla="*/ 21286 h 138523"/>
                <a:gd name="connsiteX1" fmla="*/ 595706 w 595706"/>
                <a:gd name="connsiteY1" fmla="*/ 3376 h 138523"/>
                <a:gd name="connsiteX2" fmla="*/ 595706 w 595706"/>
                <a:gd name="connsiteY2" fmla="*/ 96341 h 138523"/>
                <a:gd name="connsiteX3" fmla="*/ 1361 w 595706"/>
                <a:gd name="connsiteY3" fmla="*/ 138523 h 138523"/>
                <a:gd name="connsiteX4" fmla="*/ 0 w 595706"/>
                <a:gd name="connsiteY4" fmla="*/ 21286 h 138523"/>
                <a:gd name="connsiteX0" fmla="*/ 0 w 595706"/>
                <a:gd name="connsiteY0" fmla="*/ 22534 h 139771"/>
                <a:gd name="connsiteX1" fmla="*/ 595706 w 595706"/>
                <a:gd name="connsiteY1" fmla="*/ 4624 h 139771"/>
                <a:gd name="connsiteX2" fmla="*/ 595706 w 595706"/>
                <a:gd name="connsiteY2" fmla="*/ 97589 h 139771"/>
                <a:gd name="connsiteX3" fmla="*/ 1361 w 595706"/>
                <a:gd name="connsiteY3" fmla="*/ 139771 h 139771"/>
                <a:gd name="connsiteX4" fmla="*/ 0 w 595706"/>
                <a:gd name="connsiteY4" fmla="*/ 22534 h 139771"/>
                <a:gd name="connsiteX0" fmla="*/ 0 w 595706"/>
                <a:gd name="connsiteY0" fmla="*/ 23494 h 140731"/>
                <a:gd name="connsiteX1" fmla="*/ 595706 w 595706"/>
                <a:gd name="connsiteY1" fmla="*/ 2118 h 140731"/>
                <a:gd name="connsiteX2" fmla="*/ 595706 w 595706"/>
                <a:gd name="connsiteY2" fmla="*/ 98549 h 140731"/>
                <a:gd name="connsiteX3" fmla="*/ 1361 w 595706"/>
                <a:gd name="connsiteY3" fmla="*/ 140731 h 140731"/>
                <a:gd name="connsiteX4" fmla="*/ 0 w 595706"/>
                <a:gd name="connsiteY4" fmla="*/ 23494 h 140731"/>
                <a:gd name="connsiteX0" fmla="*/ 0 w 595706"/>
                <a:gd name="connsiteY0" fmla="*/ 23494 h 140731"/>
                <a:gd name="connsiteX1" fmla="*/ 595706 w 595706"/>
                <a:gd name="connsiteY1" fmla="*/ 2118 h 140731"/>
                <a:gd name="connsiteX2" fmla="*/ 595706 w 595706"/>
                <a:gd name="connsiteY2" fmla="*/ 98549 h 140731"/>
                <a:gd name="connsiteX3" fmla="*/ 1361 w 595706"/>
                <a:gd name="connsiteY3" fmla="*/ 140731 h 140731"/>
                <a:gd name="connsiteX4" fmla="*/ 0 w 595706"/>
                <a:gd name="connsiteY4" fmla="*/ 23494 h 140731"/>
                <a:gd name="connsiteX0" fmla="*/ 0 w 595706"/>
                <a:gd name="connsiteY0" fmla="*/ 25030 h 142267"/>
                <a:gd name="connsiteX1" fmla="*/ 595706 w 595706"/>
                <a:gd name="connsiteY1" fmla="*/ 3654 h 142267"/>
                <a:gd name="connsiteX2" fmla="*/ 595706 w 595706"/>
                <a:gd name="connsiteY2" fmla="*/ 100085 h 142267"/>
                <a:gd name="connsiteX3" fmla="*/ 1361 w 595706"/>
                <a:gd name="connsiteY3" fmla="*/ 142267 h 142267"/>
                <a:gd name="connsiteX4" fmla="*/ 0 w 595706"/>
                <a:gd name="connsiteY4" fmla="*/ 25030 h 142267"/>
                <a:gd name="connsiteX0" fmla="*/ 0 w 595706"/>
                <a:gd name="connsiteY0" fmla="*/ 22091 h 139328"/>
                <a:gd name="connsiteX1" fmla="*/ 595706 w 595706"/>
                <a:gd name="connsiteY1" fmla="*/ 715 h 139328"/>
                <a:gd name="connsiteX2" fmla="*/ 595706 w 595706"/>
                <a:gd name="connsiteY2" fmla="*/ 97146 h 139328"/>
                <a:gd name="connsiteX3" fmla="*/ 1361 w 595706"/>
                <a:gd name="connsiteY3" fmla="*/ 139328 h 139328"/>
                <a:gd name="connsiteX4" fmla="*/ 0 w 595706"/>
                <a:gd name="connsiteY4" fmla="*/ 22091 h 139328"/>
                <a:gd name="connsiteX0" fmla="*/ 0 w 595706"/>
                <a:gd name="connsiteY0" fmla="*/ 23573 h 140810"/>
                <a:gd name="connsiteX1" fmla="*/ 595706 w 595706"/>
                <a:gd name="connsiteY1" fmla="*/ 2197 h 140810"/>
                <a:gd name="connsiteX2" fmla="*/ 595706 w 595706"/>
                <a:gd name="connsiteY2" fmla="*/ 98628 h 140810"/>
                <a:gd name="connsiteX3" fmla="*/ 1361 w 595706"/>
                <a:gd name="connsiteY3" fmla="*/ 140810 h 140810"/>
                <a:gd name="connsiteX4" fmla="*/ 0 w 595706"/>
                <a:gd name="connsiteY4" fmla="*/ 23573 h 140810"/>
                <a:gd name="connsiteX0" fmla="*/ 0 w 595706"/>
                <a:gd name="connsiteY0" fmla="*/ 21908 h 139145"/>
                <a:gd name="connsiteX1" fmla="*/ 595706 w 595706"/>
                <a:gd name="connsiteY1" fmla="*/ 532 h 139145"/>
                <a:gd name="connsiteX2" fmla="*/ 595706 w 595706"/>
                <a:gd name="connsiteY2" fmla="*/ 96963 h 139145"/>
                <a:gd name="connsiteX3" fmla="*/ 1361 w 595706"/>
                <a:gd name="connsiteY3" fmla="*/ 139145 h 139145"/>
                <a:gd name="connsiteX4" fmla="*/ 0 w 595706"/>
                <a:gd name="connsiteY4" fmla="*/ 21908 h 139145"/>
                <a:gd name="connsiteX0" fmla="*/ 0 w 595706"/>
                <a:gd name="connsiteY0" fmla="*/ 23863 h 141100"/>
                <a:gd name="connsiteX1" fmla="*/ 595706 w 595706"/>
                <a:gd name="connsiteY1" fmla="*/ 2487 h 141100"/>
                <a:gd name="connsiteX2" fmla="*/ 595706 w 595706"/>
                <a:gd name="connsiteY2" fmla="*/ 98918 h 141100"/>
                <a:gd name="connsiteX3" fmla="*/ 1361 w 595706"/>
                <a:gd name="connsiteY3" fmla="*/ 141100 h 141100"/>
                <a:gd name="connsiteX4" fmla="*/ 0 w 595706"/>
                <a:gd name="connsiteY4" fmla="*/ 23863 h 141100"/>
                <a:gd name="connsiteX0" fmla="*/ 0 w 595706"/>
                <a:gd name="connsiteY0" fmla="*/ 24472 h 141709"/>
                <a:gd name="connsiteX1" fmla="*/ 595706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0 w 595706"/>
                <a:gd name="connsiteY0" fmla="*/ 24267 h 141504"/>
                <a:gd name="connsiteX1" fmla="*/ 595706 w 595706"/>
                <a:gd name="connsiteY1" fmla="*/ 2891 h 141504"/>
                <a:gd name="connsiteX2" fmla="*/ 595706 w 595706"/>
                <a:gd name="connsiteY2" fmla="*/ 99322 h 141504"/>
                <a:gd name="connsiteX3" fmla="*/ 1361 w 595706"/>
                <a:gd name="connsiteY3" fmla="*/ 141504 h 141504"/>
                <a:gd name="connsiteX4" fmla="*/ 0 w 595706"/>
                <a:gd name="connsiteY4" fmla="*/ 24267 h 141504"/>
                <a:gd name="connsiteX0" fmla="*/ 0 w 595706"/>
                <a:gd name="connsiteY0" fmla="*/ 24472 h 141709"/>
                <a:gd name="connsiteX1" fmla="*/ 595706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0 w 595706"/>
                <a:gd name="connsiteY0" fmla="*/ 24472 h 141709"/>
                <a:gd name="connsiteX1" fmla="*/ 594353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124 w 595830"/>
                <a:gd name="connsiteY0" fmla="*/ 24472 h 141709"/>
                <a:gd name="connsiteX1" fmla="*/ 594477 w 595830"/>
                <a:gd name="connsiteY1" fmla="*/ 3096 h 141709"/>
                <a:gd name="connsiteX2" fmla="*/ 595830 w 595830"/>
                <a:gd name="connsiteY2" fmla="*/ 99527 h 141709"/>
                <a:gd name="connsiteX3" fmla="*/ 131 w 595830"/>
                <a:gd name="connsiteY3" fmla="*/ 141709 h 141709"/>
                <a:gd name="connsiteX4" fmla="*/ 124 w 595830"/>
                <a:gd name="connsiteY4" fmla="*/ 24472 h 141709"/>
                <a:gd name="connsiteX0" fmla="*/ 124 w 597179"/>
                <a:gd name="connsiteY0" fmla="*/ 25207 h 142444"/>
                <a:gd name="connsiteX1" fmla="*/ 597179 w 597179"/>
                <a:gd name="connsiteY1" fmla="*/ 481 h 142444"/>
                <a:gd name="connsiteX2" fmla="*/ 595830 w 597179"/>
                <a:gd name="connsiteY2" fmla="*/ 100262 h 142444"/>
                <a:gd name="connsiteX3" fmla="*/ 131 w 597179"/>
                <a:gd name="connsiteY3" fmla="*/ 142444 h 142444"/>
                <a:gd name="connsiteX4" fmla="*/ 124 w 597179"/>
                <a:gd name="connsiteY4" fmla="*/ 25207 h 142444"/>
                <a:gd name="connsiteX0" fmla="*/ 124 w 595889"/>
                <a:gd name="connsiteY0" fmla="*/ 25842 h 143079"/>
                <a:gd name="connsiteX1" fmla="*/ 594477 w 595889"/>
                <a:gd name="connsiteY1" fmla="*/ 0 h 143079"/>
                <a:gd name="connsiteX2" fmla="*/ 595830 w 595889"/>
                <a:gd name="connsiteY2" fmla="*/ 100897 h 143079"/>
                <a:gd name="connsiteX3" fmla="*/ 131 w 595889"/>
                <a:gd name="connsiteY3" fmla="*/ 143079 h 143079"/>
                <a:gd name="connsiteX4" fmla="*/ 124 w 595889"/>
                <a:gd name="connsiteY4" fmla="*/ 25842 h 143079"/>
                <a:gd name="connsiteX0" fmla="*/ 124 w 595889"/>
                <a:gd name="connsiteY0" fmla="*/ 24713 h 141950"/>
                <a:gd name="connsiteX1" fmla="*/ 594477 w 595889"/>
                <a:gd name="connsiteY1" fmla="*/ 2221 h 141950"/>
                <a:gd name="connsiteX2" fmla="*/ 595830 w 595889"/>
                <a:gd name="connsiteY2" fmla="*/ 99768 h 141950"/>
                <a:gd name="connsiteX3" fmla="*/ 131 w 595889"/>
                <a:gd name="connsiteY3" fmla="*/ 141950 h 141950"/>
                <a:gd name="connsiteX4" fmla="*/ 124 w 595889"/>
                <a:gd name="connsiteY4" fmla="*/ 24713 h 141950"/>
                <a:gd name="connsiteX0" fmla="*/ 124 w 595959"/>
                <a:gd name="connsiteY0" fmla="*/ 24713 h 141950"/>
                <a:gd name="connsiteX1" fmla="*/ 595828 w 595959"/>
                <a:gd name="connsiteY1" fmla="*/ 2221 h 141950"/>
                <a:gd name="connsiteX2" fmla="*/ 595830 w 595959"/>
                <a:gd name="connsiteY2" fmla="*/ 99768 h 141950"/>
                <a:gd name="connsiteX3" fmla="*/ 131 w 595959"/>
                <a:gd name="connsiteY3" fmla="*/ 141950 h 141950"/>
                <a:gd name="connsiteX4" fmla="*/ 124 w 595959"/>
                <a:gd name="connsiteY4" fmla="*/ 24713 h 141950"/>
                <a:gd name="connsiteX0" fmla="*/ 124 w 595959"/>
                <a:gd name="connsiteY0" fmla="*/ 24925 h 142162"/>
                <a:gd name="connsiteX1" fmla="*/ 595828 w 595959"/>
                <a:gd name="connsiteY1" fmla="*/ 2433 h 142162"/>
                <a:gd name="connsiteX2" fmla="*/ 595830 w 595959"/>
                <a:gd name="connsiteY2" fmla="*/ 99980 h 142162"/>
                <a:gd name="connsiteX3" fmla="*/ 131 w 595959"/>
                <a:gd name="connsiteY3" fmla="*/ 142162 h 142162"/>
                <a:gd name="connsiteX4" fmla="*/ 124 w 595959"/>
                <a:gd name="connsiteY4" fmla="*/ 24925 h 142162"/>
                <a:gd name="connsiteX0" fmla="*/ 124 w 595959"/>
                <a:gd name="connsiteY0" fmla="*/ 22492 h 139729"/>
                <a:gd name="connsiteX1" fmla="*/ 595828 w 595959"/>
                <a:gd name="connsiteY1" fmla="*/ 0 h 139729"/>
                <a:gd name="connsiteX2" fmla="*/ 595830 w 595959"/>
                <a:gd name="connsiteY2" fmla="*/ 97547 h 139729"/>
                <a:gd name="connsiteX3" fmla="*/ 131 w 595959"/>
                <a:gd name="connsiteY3" fmla="*/ 139729 h 139729"/>
                <a:gd name="connsiteX4" fmla="*/ 124 w 595959"/>
                <a:gd name="connsiteY4" fmla="*/ 22492 h 139729"/>
                <a:gd name="connsiteX0" fmla="*/ 124 w 595959"/>
                <a:gd name="connsiteY0" fmla="*/ 25585 h 142822"/>
                <a:gd name="connsiteX1" fmla="*/ 595828 w 595959"/>
                <a:gd name="connsiteY1" fmla="*/ 3093 h 142822"/>
                <a:gd name="connsiteX2" fmla="*/ 595830 w 595959"/>
                <a:gd name="connsiteY2" fmla="*/ 100640 h 142822"/>
                <a:gd name="connsiteX3" fmla="*/ 131 w 595959"/>
                <a:gd name="connsiteY3" fmla="*/ 142822 h 142822"/>
                <a:gd name="connsiteX4" fmla="*/ 124 w 595959"/>
                <a:gd name="connsiteY4" fmla="*/ 25585 h 142822"/>
                <a:gd name="connsiteX0" fmla="*/ 124 w 595959"/>
                <a:gd name="connsiteY0" fmla="*/ 25585 h 142822"/>
                <a:gd name="connsiteX1" fmla="*/ 595828 w 595959"/>
                <a:gd name="connsiteY1" fmla="*/ 3093 h 142822"/>
                <a:gd name="connsiteX2" fmla="*/ 595830 w 595959"/>
                <a:gd name="connsiteY2" fmla="*/ 100640 h 142822"/>
                <a:gd name="connsiteX3" fmla="*/ 131 w 595959"/>
                <a:gd name="connsiteY3" fmla="*/ 142822 h 142822"/>
                <a:gd name="connsiteX4" fmla="*/ 124 w 595959"/>
                <a:gd name="connsiteY4" fmla="*/ 25585 h 142822"/>
                <a:gd name="connsiteX0" fmla="*/ 124 w 595959"/>
                <a:gd name="connsiteY0" fmla="*/ 26512 h 143749"/>
                <a:gd name="connsiteX1" fmla="*/ 595828 w 595959"/>
                <a:gd name="connsiteY1" fmla="*/ 4020 h 143749"/>
                <a:gd name="connsiteX2" fmla="*/ 595830 w 595959"/>
                <a:gd name="connsiteY2" fmla="*/ 101567 h 143749"/>
                <a:gd name="connsiteX3" fmla="*/ 131 w 595959"/>
                <a:gd name="connsiteY3" fmla="*/ 143749 h 143749"/>
                <a:gd name="connsiteX4" fmla="*/ 124 w 595959"/>
                <a:gd name="connsiteY4" fmla="*/ 26512 h 143749"/>
                <a:gd name="connsiteX0" fmla="*/ 124 w 595959"/>
                <a:gd name="connsiteY0" fmla="*/ 26512 h 143749"/>
                <a:gd name="connsiteX1" fmla="*/ 595828 w 595959"/>
                <a:gd name="connsiteY1" fmla="*/ 4020 h 143749"/>
                <a:gd name="connsiteX2" fmla="*/ 595830 w 595959"/>
                <a:gd name="connsiteY2" fmla="*/ 101567 h 143749"/>
                <a:gd name="connsiteX3" fmla="*/ 131 w 595959"/>
                <a:gd name="connsiteY3" fmla="*/ 143749 h 143749"/>
                <a:gd name="connsiteX4" fmla="*/ 124 w 595959"/>
                <a:gd name="connsiteY4" fmla="*/ 26512 h 143749"/>
                <a:gd name="connsiteX0" fmla="*/ 124 w 595959"/>
                <a:gd name="connsiteY0" fmla="*/ 28496 h 145733"/>
                <a:gd name="connsiteX1" fmla="*/ 595828 w 595959"/>
                <a:gd name="connsiteY1" fmla="*/ 6004 h 145733"/>
                <a:gd name="connsiteX2" fmla="*/ 595830 w 595959"/>
                <a:gd name="connsiteY2" fmla="*/ 103551 h 145733"/>
                <a:gd name="connsiteX3" fmla="*/ 131 w 595959"/>
                <a:gd name="connsiteY3" fmla="*/ 145733 h 145733"/>
                <a:gd name="connsiteX4" fmla="*/ 124 w 595959"/>
                <a:gd name="connsiteY4" fmla="*/ 28496 h 14573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856"/>
                <a:gd name="connsiteY0" fmla="*/ 41841 h 159078"/>
                <a:gd name="connsiteX1" fmla="*/ 591261 w 595856"/>
                <a:gd name="connsiteY1" fmla="*/ 0 h 159078"/>
                <a:gd name="connsiteX2" fmla="*/ 595830 w 595856"/>
                <a:gd name="connsiteY2" fmla="*/ 116896 h 159078"/>
                <a:gd name="connsiteX3" fmla="*/ 131 w 595856"/>
                <a:gd name="connsiteY3" fmla="*/ 159078 h 159078"/>
                <a:gd name="connsiteX4" fmla="*/ 124 w 595856"/>
                <a:gd name="connsiteY4" fmla="*/ 41841 h 159078"/>
                <a:gd name="connsiteX0" fmla="*/ 124 w 595959"/>
                <a:gd name="connsiteY0" fmla="*/ 41841 h 159078"/>
                <a:gd name="connsiteX1" fmla="*/ 595828 w 595959"/>
                <a:gd name="connsiteY1" fmla="*/ 0 h 159078"/>
                <a:gd name="connsiteX2" fmla="*/ 595830 w 595959"/>
                <a:gd name="connsiteY2" fmla="*/ 116896 h 159078"/>
                <a:gd name="connsiteX3" fmla="*/ 131 w 595959"/>
                <a:gd name="connsiteY3" fmla="*/ 159078 h 159078"/>
                <a:gd name="connsiteX4" fmla="*/ 124 w 595959"/>
                <a:gd name="connsiteY4" fmla="*/ 41841 h 159078"/>
                <a:gd name="connsiteX0" fmla="*/ 124 w 597349"/>
                <a:gd name="connsiteY0" fmla="*/ 42378 h 159615"/>
                <a:gd name="connsiteX1" fmla="*/ 597349 w 597349"/>
                <a:gd name="connsiteY1" fmla="*/ 0 h 159615"/>
                <a:gd name="connsiteX2" fmla="*/ 595830 w 597349"/>
                <a:gd name="connsiteY2" fmla="*/ 117433 h 159615"/>
                <a:gd name="connsiteX3" fmla="*/ 131 w 597349"/>
                <a:gd name="connsiteY3" fmla="*/ 159615 h 159615"/>
                <a:gd name="connsiteX4" fmla="*/ 124 w 597349"/>
                <a:gd name="connsiteY4" fmla="*/ 42378 h 159615"/>
                <a:gd name="connsiteX0" fmla="*/ 124 w 600443"/>
                <a:gd name="connsiteY0" fmla="*/ 42378 h 159615"/>
                <a:gd name="connsiteX1" fmla="*/ 597349 w 600443"/>
                <a:gd name="connsiteY1" fmla="*/ 0 h 159615"/>
                <a:gd name="connsiteX2" fmla="*/ 600408 w 600443"/>
                <a:gd name="connsiteY2" fmla="*/ 117433 h 159615"/>
                <a:gd name="connsiteX3" fmla="*/ 131 w 600443"/>
                <a:gd name="connsiteY3" fmla="*/ 159615 h 159615"/>
                <a:gd name="connsiteX4" fmla="*/ 124 w 600443"/>
                <a:gd name="connsiteY4" fmla="*/ 42378 h 159615"/>
                <a:gd name="connsiteX0" fmla="*/ 124 w 600537"/>
                <a:gd name="connsiteY0" fmla="*/ 42378 h 159615"/>
                <a:gd name="connsiteX1" fmla="*/ 600401 w 600537"/>
                <a:gd name="connsiteY1" fmla="*/ 0 h 159615"/>
                <a:gd name="connsiteX2" fmla="*/ 600408 w 600537"/>
                <a:gd name="connsiteY2" fmla="*/ 117433 h 159615"/>
                <a:gd name="connsiteX3" fmla="*/ 131 w 600537"/>
                <a:gd name="connsiteY3" fmla="*/ 159615 h 159615"/>
                <a:gd name="connsiteX4" fmla="*/ 124 w 600537"/>
                <a:gd name="connsiteY4" fmla="*/ 42378 h 159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0537" h="159615">
                  <a:moveTo>
                    <a:pt x="124" y="42378"/>
                  </a:moveTo>
                  <a:cubicBezTo>
                    <a:pt x="296414" y="-50243"/>
                    <a:pt x="418111" y="75773"/>
                    <a:pt x="600401" y="0"/>
                  </a:cubicBezTo>
                  <a:cubicBezTo>
                    <a:pt x="599951" y="33260"/>
                    <a:pt x="600858" y="84173"/>
                    <a:pt x="600408" y="117433"/>
                  </a:cubicBezTo>
                  <a:cubicBezTo>
                    <a:pt x="395490" y="192726"/>
                    <a:pt x="285331" y="62551"/>
                    <a:pt x="131" y="159615"/>
                  </a:cubicBezTo>
                  <a:cubicBezTo>
                    <a:pt x="-323" y="114566"/>
                    <a:pt x="578" y="87427"/>
                    <a:pt x="124" y="42378"/>
                  </a:cubicBezTo>
                  <a:close/>
                </a:path>
              </a:pathLst>
            </a:custGeom>
            <a:solidFill>
              <a:schemeClr val="accent2">
                <a:lumMod val="40000"/>
                <a:lumOff val="6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81" name="矩形 1174">
              <a:extLst>
                <a:ext uri="{FF2B5EF4-FFF2-40B4-BE49-F238E27FC236}">
                  <a16:creationId xmlns:a16="http://schemas.microsoft.com/office/drawing/2014/main" id="{D9127187-E6D7-6B0D-E296-07FDFDC9AEEB}"/>
                </a:ext>
              </a:extLst>
            </p:cNvPr>
            <p:cNvSpPr/>
            <p:nvPr/>
          </p:nvSpPr>
          <p:spPr>
            <a:xfrm rot="10800000">
              <a:off x="4342829" y="7041272"/>
              <a:ext cx="618707" cy="139508"/>
            </a:xfrm>
            <a:custGeom>
              <a:avLst/>
              <a:gdLst>
                <a:gd name="connsiteX0" fmla="*/ 0 w 595706"/>
                <a:gd name="connsiteY0" fmla="*/ 0 h 92965"/>
                <a:gd name="connsiteX1" fmla="*/ 595706 w 595706"/>
                <a:gd name="connsiteY1" fmla="*/ 0 h 92965"/>
                <a:gd name="connsiteX2" fmla="*/ 595706 w 595706"/>
                <a:gd name="connsiteY2" fmla="*/ 92965 h 92965"/>
                <a:gd name="connsiteX3" fmla="*/ 0 w 595706"/>
                <a:gd name="connsiteY3" fmla="*/ 92965 h 92965"/>
                <a:gd name="connsiteX4" fmla="*/ 0 w 595706"/>
                <a:gd name="connsiteY4" fmla="*/ 0 h 92965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131 w 595837"/>
                <a:gd name="connsiteY0" fmla="*/ 0 h 148754"/>
                <a:gd name="connsiteX1" fmla="*/ 595837 w 595837"/>
                <a:gd name="connsiteY1" fmla="*/ 0 h 148754"/>
                <a:gd name="connsiteX2" fmla="*/ 595837 w 595837"/>
                <a:gd name="connsiteY2" fmla="*/ 92965 h 148754"/>
                <a:gd name="connsiteX3" fmla="*/ 131 w 595837"/>
                <a:gd name="connsiteY3" fmla="*/ 148754 h 148754"/>
                <a:gd name="connsiteX4" fmla="*/ 131 w 595837"/>
                <a:gd name="connsiteY4" fmla="*/ 0 h 148754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56571"/>
                <a:gd name="connsiteX1" fmla="*/ 595837 w 595837"/>
                <a:gd name="connsiteY1" fmla="*/ 0 h 156571"/>
                <a:gd name="connsiteX2" fmla="*/ 594316 w 595837"/>
                <a:gd name="connsiteY2" fmla="*/ 141984 h 156571"/>
                <a:gd name="connsiteX3" fmla="*/ 131 w 595837"/>
                <a:gd name="connsiteY3" fmla="*/ 140590 h 156571"/>
                <a:gd name="connsiteX4" fmla="*/ 131 w 595837"/>
                <a:gd name="connsiteY4" fmla="*/ 0 h 156571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0 w 600949"/>
                <a:gd name="connsiteY0" fmla="*/ 0 h 271309"/>
                <a:gd name="connsiteX1" fmla="*/ 600949 w 600949"/>
                <a:gd name="connsiteY1" fmla="*/ 0 h 271309"/>
                <a:gd name="connsiteX2" fmla="*/ 599428 w 600949"/>
                <a:gd name="connsiteY2" fmla="*/ 141984 h 271309"/>
                <a:gd name="connsiteX3" fmla="*/ 3722 w 600949"/>
                <a:gd name="connsiteY3" fmla="*/ 271309 h 271309"/>
                <a:gd name="connsiteX4" fmla="*/ 0 w 600949"/>
                <a:gd name="connsiteY4" fmla="*/ 0 h 271309"/>
                <a:gd name="connsiteX0" fmla="*/ 0 w 599639"/>
                <a:gd name="connsiteY0" fmla="*/ 0 h 271309"/>
                <a:gd name="connsiteX1" fmla="*/ 599639 w 599639"/>
                <a:gd name="connsiteY1" fmla="*/ 0 h 271309"/>
                <a:gd name="connsiteX2" fmla="*/ 599428 w 599639"/>
                <a:gd name="connsiteY2" fmla="*/ 141984 h 271309"/>
                <a:gd name="connsiteX3" fmla="*/ 3722 w 599639"/>
                <a:gd name="connsiteY3" fmla="*/ 271309 h 271309"/>
                <a:gd name="connsiteX4" fmla="*/ 0 w 599639"/>
                <a:gd name="connsiteY4" fmla="*/ 0 h 271309"/>
                <a:gd name="connsiteX0" fmla="*/ 0 w 597018"/>
                <a:gd name="connsiteY0" fmla="*/ 0 h 271309"/>
                <a:gd name="connsiteX1" fmla="*/ 597018 w 597018"/>
                <a:gd name="connsiteY1" fmla="*/ 0 h 271309"/>
                <a:gd name="connsiteX2" fmla="*/ 596807 w 597018"/>
                <a:gd name="connsiteY2" fmla="*/ 141984 h 271309"/>
                <a:gd name="connsiteX3" fmla="*/ 1101 w 597018"/>
                <a:gd name="connsiteY3" fmla="*/ 271309 h 271309"/>
                <a:gd name="connsiteX4" fmla="*/ 0 w 597018"/>
                <a:gd name="connsiteY4" fmla="*/ 0 h 271309"/>
                <a:gd name="connsiteX0" fmla="*/ 0 w 596807"/>
                <a:gd name="connsiteY0" fmla="*/ 0 h 271309"/>
                <a:gd name="connsiteX1" fmla="*/ 591775 w 596807"/>
                <a:gd name="connsiteY1" fmla="*/ 0 h 271309"/>
                <a:gd name="connsiteX2" fmla="*/ 596807 w 596807"/>
                <a:gd name="connsiteY2" fmla="*/ 141984 h 271309"/>
                <a:gd name="connsiteX3" fmla="*/ 1101 w 596807"/>
                <a:gd name="connsiteY3" fmla="*/ 271309 h 271309"/>
                <a:gd name="connsiteX4" fmla="*/ 0 w 596807"/>
                <a:gd name="connsiteY4" fmla="*/ 0 h 271309"/>
                <a:gd name="connsiteX0" fmla="*/ 0 w 596807"/>
                <a:gd name="connsiteY0" fmla="*/ 0 h 271309"/>
                <a:gd name="connsiteX1" fmla="*/ 595708 w 596807"/>
                <a:gd name="connsiteY1" fmla="*/ 0 h 271309"/>
                <a:gd name="connsiteX2" fmla="*/ 596807 w 596807"/>
                <a:gd name="connsiteY2" fmla="*/ 141984 h 271309"/>
                <a:gd name="connsiteX3" fmla="*/ 1101 w 596807"/>
                <a:gd name="connsiteY3" fmla="*/ 271309 h 271309"/>
                <a:gd name="connsiteX4" fmla="*/ 0 w 596807"/>
                <a:gd name="connsiteY4" fmla="*/ 0 h 271309"/>
                <a:gd name="connsiteX0" fmla="*/ 0 w 595708"/>
                <a:gd name="connsiteY0" fmla="*/ 0 h 271309"/>
                <a:gd name="connsiteX1" fmla="*/ 595708 w 595708"/>
                <a:gd name="connsiteY1" fmla="*/ 0 h 271309"/>
                <a:gd name="connsiteX2" fmla="*/ 594186 w 595708"/>
                <a:gd name="connsiteY2" fmla="*/ 141985 h 271309"/>
                <a:gd name="connsiteX3" fmla="*/ 1101 w 595708"/>
                <a:gd name="connsiteY3" fmla="*/ 271309 h 271309"/>
                <a:gd name="connsiteX4" fmla="*/ 0 w 595708"/>
                <a:gd name="connsiteY4" fmla="*/ 0 h 271309"/>
                <a:gd name="connsiteX0" fmla="*/ 0 w 596439"/>
                <a:gd name="connsiteY0" fmla="*/ 109083 h 380392"/>
                <a:gd name="connsiteX1" fmla="*/ 595708 w 596439"/>
                <a:gd name="connsiteY1" fmla="*/ 109083 h 380392"/>
                <a:gd name="connsiteX2" fmla="*/ 594186 w 596439"/>
                <a:gd name="connsiteY2" fmla="*/ 251068 h 380392"/>
                <a:gd name="connsiteX3" fmla="*/ 1101 w 596439"/>
                <a:gd name="connsiteY3" fmla="*/ 380392 h 380392"/>
                <a:gd name="connsiteX4" fmla="*/ 0 w 596439"/>
                <a:gd name="connsiteY4" fmla="*/ 109083 h 380392"/>
                <a:gd name="connsiteX0" fmla="*/ 0 w 595708"/>
                <a:gd name="connsiteY0" fmla="*/ 0 h 271309"/>
                <a:gd name="connsiteX1" fmla="*/ 595708 w 595708"/>
                <a:gd name="connsiteY1" fmla="*/ 0 h 271309"/>
                <a:gd name="connsiteX2" fmla="*/ 594186 w 595708"/>
                <a:gd name="connsiteY2" fmla="*/ 141985 h 271309"/>
                <a:gd name="connsiteX3" fmla="*/ 1101 w 595708"/>
                <a:gd name="connsiteY3" fmla="*/ 271309 h 271309"/>
                <a:gd name="connsiteX4" fmla="*/ 0 w 595708"/>
                <a:gd name="connsiteY4" fmla="*/ 0 h 271309"/>
                <a:gd name="connsiteX0" fmla="*/ 0 w 596808"/>
                <a:gd name="connsiteY0" fmla="*/ 0 h 271309"/>
                <a:gd name="connsiteX1" fmla="*/ 595708 w 596808"/>
                <a:gd name="connsiteY1" fmla="*/ 0 h 271309"/>
                <a:gd name="connsiteX2" fmla="*/ 596808 w 596808"/>
                <a:gd name="connsiteY2" fmla="*/ 141985 h 271309"/>
                <a:gd name="connsiteX3" fmla="*/ 1101 w 596808"/>
                <a:gd name="connsiteY3" fmla="*/ 271309 h 271309"/>
                <a:gd name="connsiteX4" fmla="*/ 0 w 596808"/>
                <a:gd name="connsiteY4" fmla="*/ 0 h 271309"/>
                <a:gd name="connsiteX0" fmla="*/ 0 w 596808"/>
                <a:gd name="connsiteY0" fmla="*/ 0 h 271309"/>
                <a:gd name="connsiteX1" fmla="*/ 595708 w 596808"/>
                <a:gd name="connsiteY1" fmla="*/ 0 h 271309"/>
                <a:gd name="connsiteX2" fmla="*/ 596808 w 596808"/>
                <a:gd name="connsiteY2" fmla="*/ 141985 h 271309"/>
                <a:gd name="connsiteX3" fmla="*/ 1101 w 596808"/>
                <a:gd name="connsiteY3" fmla="*/ 271309 h 271309"/>
                <a:gd name="connsiteX4" fmla="*/ 0 w 596808"/>
                <a:gd name="connsiteY4" fmla="*/ 0 h 271309"/>
                <a:gd name="connsiteX0" fmla="*/ 0 w 596808"/>
                <a:gd name="connsiteY0" fmla="*/ 0 h 271309"/>
                <a:gd name="connsiteX1" fmla="*/ 595708 w 596808"/>
                <a:gd name="connsiteY1" fmla="*/ 0 h 271309"/>
                <a:gd name="connsiteX2" fmla="*/ 596808 w 596808"/>
                <a:gd name="connsiteY2" fmla="*/ 141985 h 271309"/>
                <a:gd name="connsiteX3" fmla="*/ 1101 w 596808"/>
                <a:gd name="connsiteY3" fmla="*/ 271309 h 271309"/>
                <a:gd name="connsiteX4" fmla="*/ 0 w 596808"/>
                <a:gd name="connsiteY4" fmla="*/ 0 h 271309"/>
                <a:gd name="connsiteX0" fmla="*/ 0 w 595708"/>
                <a:gd name="connsiteY0" fmla="*/ 0 h 271309"/>
                <a:gd name="connsiteX1" fmla="*/ 595708 w 595708"/>
                <a:gd name="connsiteY1" fmla="*/ 0 h 271309"/>
                <a:gd name="connsiteX2" fmla="*/ 594186 w 595708"/>
                <a:gd name="connsiteY2" fmla="*/ 141985 h 271309"/>
                <a:gd name="connsiteX3" fmla="*/ 1101 w 595708"/>
                <a:gd name="connsiteY3" fmla="*/ 271309 h 271309"/>
                <a:gd name="connsiteX4" fmla="*/ 0 w 595708"/>
                <a:gd name="connsiteY4" fmla="*/ 0 h 271309"/>
                <a:gd name="connsiteX0" fmla="*/ 0 w 595708"/>
                <a:gd name="connsiteY0" fmla="*/ 0 h 271309"/>
                <a:gd name="connsiteX1" fmla="*/ 595708 w 595708"/>
                <a:gd name="connsiteY1" fmla="*/ 0 h 271309"/>
                <a:gd name="connsiteX2" fmla="*/ 594186 w 595708"/>
                <a:gd name="connsiteY2" fmla="*/ 141985 h 271309"/>
                <a:gd name="connsiteX3" fmla="*/ 1101 w 595708"/>
                <a:gd name="connsiteY3" fmla="*/ 271309 h 271309"/>
                <a:gd name="connsiteX4" fmla="*/ 0 w 595708"/>
                <a:gd name="connsiteY4" fmla="*/ 0 h 271309"/>
                <a:gd name="connsiteX0" fmla="*/ 0 w 595936"/>
                <a:gd name="connsiteY0" fmla="*/ 0 h 271309"/>
                <a:gd name="connsiteX1" fmla="*/ 595708 w 595936"/>
                <a:gd name="connsiteY1" fmla="*/ 0 h 271309"/>
                <a:gd name="connsiteX2" fmla="*/ 594186 w 595936"/>
                <a:gd name="connsiteY2" fmla="*/ 141985 h 271309"/>
                <a:gd name="connsiteX3" fmla="*/ 1101 w 595936"/>
                <a:gd name="connsiteY3" fmla="*/ 271309 h 271309"/>
                <a:gd name="connsiteX4" fmla="*/ 0 w 595936"/>
                <a:gd name="connsiteY4" fmla="*/ 0 h 271309"/>
                <a:gd name="connsiteX0" fmla="*/ 319 w 596255"/>
                <a:gd name="connsiteY0" fmla="*/ 0 h 271309"/>
                <a:gd name="connsiteX1" fmla="*/ 596027 w 596255"/>
                <a:gd name="connsiteY1" fmla="*/ 0 h 271309"/>
                <a:gd name="connsiteX2" fmla="*/ 594505 w 596255"/>
                <a:gd name="connsiteY2" fmla="*/ 141985 h 271309"/>
                <a:gd name="connsiteX3" fmla="*/ 110 w 596255"/>
                <a:gd name="connsiteY3" fmla="*/ 271309 h 271309"/>
                <a:gd name="connsiteX4" fmla="*/ 319 w 596255"/>
                <a:gd name="connsiteY4" fmla="*/ 0 h 271309"/>
                <a:gd name="connsiteX0" fmla="*/ 0 w 595936"/>
                <a:gd name="connsiteY0" fmla="*/ 0 h 271309"/>
                <a:gd name="connsiteX1" fmla="*/ 595708 w 595936"/>
                <a:gd name="connsiteY1" fmla="*/ 0 h 271309"/>
                <a:gd name="connsiteX2" fmla="*/ 594186 w 595936"/>
                <a:gd name="connsiteY2" fmla="*/ 141985 h 271309"/>
                <a:gd name="connsiteX3" fmla="*/ 1101 w 595936"/>
                <a:gd name="connsiteY3" fmla="*/ 271309 h 271309"/>
                <a:gd name="connsiteX4" fmla="*/ 0 w 595936"/>
                <a:gd name="connsiteY4" fmla="*/ 0 h 271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5936" h="271309">
                  <a:moveTo>
                    <a:pt x="0" y="0"/>
                  </a:moveTo>
                  <a:lnTo>
                    <a:pt x="595708" y="0"/>
                  </a:lnTo>
                  <a:cubicBezTo>
                    <a:pt x="595708" y="30988"/>
                    <a:pt x="596806" y="39550"/>
                    <a:pt x="594186" y="141985"/>
                  </a:cubicBezTo>
                  <a:cubicBezTo>
                    <a:pt x="404809" y="352086"/>
                    <a:pt x="341643" y="22672"/>
                    <a:pt x="1101" y="271309"/>
                  </a:cubicBezTo>
                  <a:cubicBezTo>
                    <a:pt x="647" y="226260"/>
                    <a:pt x="454" y="45049"/>
                    <a:pt x="0" y="0"/>
                  </a:cubicBez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782" name="组合 781">
              <a:extLst>
                <a:ext uri="{FF2B5EF4-FFF2-40B4-BE49-F238E27FC236}">
                  <a16:creationId xmlns:a16="http://schemas.microsoft.com/office/drawing/2014/main" id="{D38EC138-2537-F5DC-0A4F-9F8C6DD6F025}"/>
                </a:ext>
              </a:extLst>
            </p:cNvPr>
            <p:cNvGrpSpPr/>
            <p:nvPr/>
          </p:nvGrpSpPr>
          <p:grpSpPr>
            <a:xfrm>
              <a:off x="4341455" y="6517035"/>
              <a:ext cx="621640" cy="663817"/>
              <a:chOff x="3656357" y="6507685"/>
              <a:chExt cx="621640" cy="663817"/>
            </a:xfrm>
          </p:grpSpPr>
          <p:sp>
            <p:nvSpPr>
              <p:cNvPr id="783" name="矩形 782">
                <a:extLst>
                  <a:ext uri="{FF2B5EF4-FFF2-40B4-BE49-F238E27FC236}">
                    <a16:creationId xmlns:a16="http://schemas.microsoft.com/office/drawing/2014/main" id="{EB429CE9-292E-F1F0-2502-A88751E4AB1A}"/>
                  </a:ext>
                </a:extLst>
              </p:cNvPr>
              <p:cNvSpPr/>
              <p:nvPr/>
            </p:nvSpPr>
            <p:spPr>
              <a:xfrm>
                <a:off x="3656465" y="6640950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84" name="矩形 783">
                <a:extLst>
                  <a:ext uri="{FF2B5EF4-FFF2-40B4-BE49-F238E27FC236}">
                    <a16:creationId xmlns:a16="http://schemas.microsoft.com/office/drawing/2014/main" id="{C0A68D6D-529C-662D-00C5-2B53978E7C3F}"/>
                  </a:ext>
                </a:extLst>
              </p:cNvPr>
              <p:cNvSpPr/>
              <p:nvPr/>
            </p:nvSpPr>
            <p:spPr>
              <a:xfrm>
                <a:off x="3811875" y="6640950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85" name="矩形 784">
                <a:extLst>
                  <a:ext uri="{FF2B5EF4-FFF2-40B4-BE49-F238E27FC236}">
                    <a16:creationId xmlns:a16="http://schemas.microsoft.com/office/drawing/2014/main" id="{AFA37F32-D643-A3B4-F6E1-207194292102}"/>
                  </a:ext>
                </a:extLst>
              </p:cNvPr>
              <p:cNvSpPr/>
              <p:nvPr/>
            </p:nvSpPr>
            <p:spPr>
              <a:xfrm>
                <a:off x="3967285" y="6640950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86" name="矩形 785">
                <a:extLst>
                  <a:ext uri="{FF2B5EF4-FFF2-40B4-BE49-F238E27FC236}">
                    <a16:creationId xmlns:a16="http://schemas.microsoft.com/office/drawing/2014/main" id="{8D3D0C5C-B5DB-FE4E-A444-73DC1C31A4F0}"/>
                  </a:ext>
                </a:extLst>
              </p:cNvPr>
              <p:cNvSpPr/>
              <p:nvPr/>
            </p:nvSpPr>
            <p:spPr>
              <a:xfrm>
                <a:off x="4122695" y="6640950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87" name="矩形 786">
                <a:extLst>
                  <a:ext uri="{FF2B5EF4-FFF2-40B4-BE49-F238E27FC236}">
                    <a16:creationId xmlns:a16="http://schemas.microsoft.com/office/drawing/2014/main" id="{F6E9DE8F-0525-2639-32F9-74AC7885416F}"/>
                  </a:ext>
                </a:extLst>
              </p:cNvPr>
              <p:cNvSpPr/>
              <p:nvPr/>
            </p:nvSpPr>
            <p:spPr>
              <a:xfrm>
                <a:off x="3656465" y="6773574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88" name="矩形 787">
                <a:extLst>
                  <a:ext uri="{FF2B5EF4-FFF2-40B4-BE49-F238E27FC236}">
                    <a16:creationId xmlns:a16="http://schemas.microsoft.com/office/drawing/2014/main" id="{BDD97986-D6E6-AB67-0C22-F2D771BCA675}"/>
                  </a:ext>
                </a:extLst>
              </p:cNvPr>
              <p:cNvSpPr/>
              <p:nvPr/>
            </p:nvSpPr>
            <p:spPr>
              <a:xfrm>
                <a:off x="3811875" y="6773574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89" name="矩形 788">
                <a:extLst>
                  <a:ext uri="{FF2B5EF4-FFF2-40B4-BE49-F238E27FC236}">
                    <a16:creationId xmlns:a16="http://schemas.microsoft.com/office/drawing/2014/main" id="{C0FBDF0B-8ECB-3BAF-1C7D-47955022CF90}"/>
                  </a:ext>
                </a:extLst>
              </p:cNvPr>
              <p:cNvSpPr/>
              <p:nvPr/>
            </p:nvSpPr>
            <p:spPr>
              <a:xfrm>
                <a:off x="3967285" y="6773574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90" name="矩形 789">
                <a:extLst>
                  <a:ext uri="{FF2B5EF4-FFF2-40B4-BE49-F238E27FC236}">
                    <a16:creationId xmlns:a16="http://schemas.microsoft.com/office/drawing/2014/main" id="{ACBBAB36-EA99-FE9B-6566-BF04EDFA5DFB}"/>
                  </a:ext>
                </a:extLst>
              </p:cNvPr>
              <p:cNvSpPr/>
              <p:nvPr/>
            </p:nvSpPr>
            <p:spPr>
              <a:xfrm>
                <a:off x="4122695" y="6773574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91" name="矩形 790">
                <a:extLst>
                  <a:ext uri="{FF2B5EF4-FFF2-40B4-BE49-F238E27FC236}">
                    <a16:creationId xmlns:a16="http://schemas.microsoft.com/office/drawing/2014/main" id="{F24F102E-A089-C00D-C2F3-B476A48CE0FC}"/>
                  </a:ext>
                </a:extLst>
              </p:cNvPr>
              <p:cNvSpPr/>
              <p:nvPr/>
            </p:nvSpPr>
            <p:spPr>
              <a:xfrm>
                <a:off x="3656357" y="690625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92" name="矩形 791">
                <a:extLst>
                  <a:ext uri="{FF2B5EF4-FFF2-40B4-BE49-F238E27FC236}">
                    <a16:creationId xmlns:a16="http://schemas.microsoft.com/office/drawing/2014/main" id="{4CD2B1A6-FF65-C5CB-9EBA-C49F50F866A9}"/>
                  </a:ext>
                </a:extLst>
              </p:cNvPr>
              <p:cNvSpPr/>
              <p:nvPr/>
            </p:nvSpPr>
            <p:spPr>
              <a:xfrm>
                <a:off x="3811767" y="690625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93" name="矩形 792">
                <a:extLst>
                  <a:ext uri="{FF2B5EF4-FFF2-40B4-BE49-F238E27FC236}">
                    <a16:creationId xmlns:a16="http://schemas.microsoft.com/office/drawing/2014/main" id="{2913C4CE-DF64-55FF-FFDC-FA2CEF374694}"/>
                  </a:ext>
                </a:extLst>
              </p:cNvPr>
              <p:cNvSpPr/>
              <p:nvPr/>
            </p:nvSpPr>
            <p:spPr>
              <a:xfrm>
                <a:off x="3967177" y="690625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94" name="矩形 793">
                <a:extLst>
                  <a:ext uri="{FF2B5EF4-FFF2-40B4-BE49-F238E27FC236}">
                    <a16:creationId xmlns:a16="http://schemas.microsoft.com/office/drawing/2014/main" id="{DEE8AA3D-2347-B240-A0EA-8FDF55A28393}"/>
                  </a:ext>
                </a:extLst>
              </p:cNvPr>
              <p:cNvSpPr/>
              <p:nvPr/>
            </p:nvSpPr>
            <p:spPr>
              <a:xfrm>
                <a:off x="4122587" y="690625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95" name="矩形 794">
                <a:extLst>
                  <a:ext uri="{FF2B5EF4-FFF2-40B4-BE49-F238E27FC236}">
                    <a16:creationId xmlns:a16="http://schemas.microsoft.com/office/drawing/2014/main" id="{1BF5D4DB-8C5F-4410-B86C-0B155078CF4E}"/>
                  </a:ext>
                </a:extLst>
              </p:cNvPr>
              <p:cNvSpPr/>
              <p:nvPr/>
            </p:nvSpPr>
            <p:spPr>
              <a:xfrm>
                <a:off x="3656357" y="7038879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96" name="矩形 795">
                <a:extLst>
                  <a:ext uri="{FF2B5EF4-FFF2-40B4-BE49-F238E27FC236}">
                    <a16:creationId xmlns:a16="http://schemas.microsoft.com/office/drawing/2014/main" id="{C9C9A8F8-3D2E-F654-F91F-D96F42C3BAC0}"/>
                  </a:ext>
                </a:extLst>
              </p:cNvPr>
              <p:cNvSpPr/>
              <p:nvPr/>
            </p:nvSpPr>
            <p:spPr>
              <a:xfrm>
                <a:off x="3811767" y="7038879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97" name="矩形 796">
                <a:extLst>
                  <a:ext uri="{FF2B5EF4-FFF2-40B4-BE49-F238E27FC236}">
                    <a16:creationId xmlns:a16="http://schemas.microsoft.com/office/drawing/2014/main" id="{1C11802B-E28D-50DF-2301-86AC965A5499}"/>
                  </a:ext>
                </a:extLst>
              </p:cNvPr>
              <p:cNvSpPr/>
              <p:nvPr/>
            </p:nvSpPr>
            <p:spPr>
              <a:xfrm>
                <a:off x="3967177" y="7038879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98" name="矩形 797">
                <a:extLst>
                  <a:ext uri="{FF2B5EF4-FFF2-40B4-BE49-F238E27FC236}">
                    <a16:creationId xmlns:a16="http://schemas.microsoft.com/office/drawing/2014/main" id="{934504A8-09BF-FB07-8E96-10CB13E999CD}"/>
                  </a:ext>
                </a:extLst>
              </p:cNvPr>
              <p:cNvSpPr/>
              <p:nvPr/>
            </p:nvSpPr>
            <p:spPr>
              <a:xfrm>
                <a:off x="4122587" y="7038879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99" name="矩形 798">
                <a:extLst>
                  <a:ext uri="{FF2B5EF4-FFF2-40B4-BE49-F238E27FC236}">
                    <a16:creationId xmlns:a16="http://schemas.microsoft.com/office/drawing/2014/main" id="{30A3AB1B-EF22-F0C3-3167-5BB1D629BD25}"/>
                  </a:ext>
                </a:extLst>
              </p:cNvPr>
              <p:cNvSpPr/>
              <p:nvPr/>
            </p:nvSpPr>
            <p:spPr>
              <a:xfrm>
                <a:off x="3656357" y="650768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00" name="矩形 799">
                <a:extLst>
                  <a:ext uri="{FF2B5EF4-FFF2-40B4-BE49-F238E27FC236}">
                    <a16:creationId xmlns:a16="http://schemas.microsoft.com/office/drawing/2014/main" id="{C0234835-ED42-BF2D-5C66-3B960BEC1213}"/>
                  </a:ext>
                </a:extLst>
              </p:cNvPr>
              <p:cNvSpPr/>
              <p:nvPr/>
            </p:nvSpPr>
            <p:spPr>
              <a:xfrm>
                <a:off x="3811767" y="650768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01" name="矩形 800">
                <a:extLst>
                  <a:ext uri="{FF2B5EF4-FFF2-40B4-BE49-F238E27FC236}">
                    <a16:creationId xmlns:a16="http://schemas.microsoft.com/office/drawing/2014/main" id="{BBE62DFD-E8C5-38F9-36BF-E9B11ABA6791}"/>
                  </a:ext>
                </a:extLst>
              </p:cNvPr>
              <p:cNvSpPr/>
              <p:nvPr/>
            </p:nvSpPr>
            <p:spPr>
              <a:xfrm>
                <a:off x="3967177" y="650768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02" name="矩形 801">
                <a:extLst>
                  <a:ext uri="{FF2B5EF4-FFF2-40B4-BE49-F238E27FC236}">
                    <a16:creationId xmlns:a16="http://schemas.microsoft.com/office/drawing/2014/main" id="{B58F8841-7D44-73DF-AF2E-BC57C9047482}"/>
                  </a:ext>
                </a:extLst>
              </p:cNvPr>
              <p:cNvSpPr/>
              <p:nvPr/>
            </p:nvSpPr>
            <p:spPr>
              <a:xfrm>
                <a:off x="4122587" y="650768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691" name="组合 690">
            <a:extLst>
              <a:ext uri="{FF2B5EF4-FFF2-40B4-BE49-F238E27FC236}">
                <a16:creationId xmlns:a16="http://schemas.microsoft.com/office/drawing/2014/main" id="{FA3E5FB0-4356-8C29-EE19-1DC6124B1895}"/>
              </a:ext>
            </a:extLst>
          </p:cNvPr>
          <p:cNvGrpSpPr/>
          <p:nvPr/>
        </p:nvGrpSpPr>
        <p:grpSpPr>
          <a:xfrm>
            <a:off x="5787417" y="6074232"/>
            <a:ext cx="621640" cy="663817"/>
            <a:chOff x="5040167" y="6521415"/>
            <a:chExt cx="621640" cy="663817"/>
          </a:xfrm>
        </p:grpSpPr>
        <p:sp>
          <p:nvSpPr>
            <p:cNvPr id="692" name="矩形 1174">
              <a:extLst>
                <a:ext uri="{FF2B5EF4-FFF2-40B4-BE49-F238E27FC236}">
                  <a16:creationId xmlns:a16="http://schemas.microsoft.com/office/drawing/2014/main" id="{A9D82052-17EF-F950-C899-F48CA27C59D2}"/>
                </a:ext>
              </a:extLst>
            </p:cNvPr>
            <p:cNvSpPr/>
            <p:nvPr/>
          </p:nvSpPr>
          <p:spPr>
            <a:xfrm rot="10800000">
              <a:off x="5041542" y="6760560"/>
              <a:ext cx="618706" cy="201627"/>
            </a:xfrm>
            <a:custGeom>
              <a:avLst/>
              <a:gdLst>
                <a:gd name="connsiteX0" fmla="*/ 0 w 595706"/>
                <a:gd name="connsiteY0" fmla="*/ 0 h 92965"/>
                <a:gd name="connsiteX1" fmla="*/ 595706 w 595706"/>
                <a:gd name="connsiteY1" fmla="*/ 0 h 92965"/>
                <a:gd name="connsiteX2" fmla="*/ 595706 w 595706"/>
                <a:gd name="connsiteY2" fmla="*/ 92965 h 92965"/>
                <a:gd name="connsiteX3" fmla="*/ 0 w 595706"/>
                <a:gd name="connsiteY3" fmla="*/ 92965 h 92965"/>
                <a:gd name="connsiteX4" fmla="*/ 0 w 595706"/>
                <a:gd name="connsiteY4" fmla="*/ 0 h 92965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1422 w 594406"/>
                <a:gd name="connsiteY0" fmla="*/ 21376 h 135147"/>
                <a:gd name="connsiteX1" fmla="*/ 594406 w 594406"/>
                <a:gd name="connsiteY1" fmla="*/ 0 h 135147"/>
                <a:gd name="connsiteX2" fmla="*/ 594406 w 594406"/>
                <a:gd name="connsiteY2" fmla="*/ 92965 h 135147"/>
                <a:gd name="connsiteX3" fmla="*/ 61 w 594406"/>
                <a:gd name="connsiteY3" fmla="*/ 135147 h 135147"/>
                <a:gd name="connsiteX4" fmla="*/ 1422 w 594406"/>
                <a:gd name="connsiteY4" fmla="*/ 21376 h 135147"/>
                <a:gd name="connsiteX0" fmla="*/ 1422 w 594406"/>
                <a:gd name="connsiteY0" fmla="*/ 15599 h 135147"/>
                <a:gd name="connsiteX1" fmla="*/ 594406 w 594406"/>
                <a:gd name="connsiteY1" fmla="*/ 0 h 135147"/>
                <a:gd name="connsiteX2" fmla="*/ 594406 w 594406"/>
                <a:gd name="connsiteY2" fmla="*/ 92965 h 135147"/>
                <a:gd name="connsiteX3" fmla="*/ 61 w 594406"/>
                <a:gd name="connsiteY3" fmla="*/ 135147 h 135147"/>
                <a:gd name="connsiteX4" fmla="*/ 1422 w 594406"/>
                <a:gd name="connsiteY4" fmla="*/ 15599 h 135147"/>
                <a:gd name="connsiteX0" fmla="*/ 131 w 594476"/>
                <a:gd name="connsiteY0" fmla="*/ 4622 h 135147"/>
                <a:gd name="connsiteX1" fmla="*/ 594476 w 594476"/>
                <a:gd name="connsiteY1" fmla="*/ 0 h 135147"/>
                <a:gd name="connsiteX2" fmla="*/ 594476 w 594476"/>
                <a:gd name="connsiteY2" fmla="*/ 92965 h 135147"/>
                <a:gd name="connsiteX3" fmla="*/ 131 w 594476"/>
                <a:gd name="connsiteY3" fmla="*/ 135147 h 135147"/>
                <a:gd name="connsiteX4" fmla="*/ 131 w 594476"/>
                <a:gd name="connsiteY4" fmla="*/ 4622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22423 h 139660"/>
                <a:gd name="connsiteX1" fmla="*/ 595706 w 595706"/>
                <a:gd name="connsiteY1" fmla="*/ 4513 h 139660"/>
                <a:gd name="connsiteX2" fmla="*/ 595706 w 595706"/>
                <a:gd name="connsiteY2" fmla="*/ 97478 h 139660"/>
                <a:gd name="connsiteX3" fmla="*/ 1361 w 595706"/>
                <a:gd name="connsiteY3" fmla="*/ 139660 h 139660"/>
                <a:gd name="connsiteX4" fmla="*/ 0 w 595706"/>
                <a:gd name="connsiteY4" fmla="*/ 22423 h 139660"/>
                <a:gd name="connsiteX0" fmla="*/ 0 w 595706"/>
                <a:gd name="connsiteY0" fmla="*/ 26413 h 143650"/>
                <a:gd name="connsiteX1" fmla="*/ 595706 w 595706"/>
                <a:gd name="connsiteY1" fmla="*/ 8503 h 143650"/>
                <a:gd name="connsiteX2" fmla="*/ 595706 w 595706"/>
                <a:gd name="connsiteY2" fmla="*/ 101468 h 143650"/>
                <a:gd name="connsiteX3" fmla="*/ 1361 w 595706"/>
                <a:gd name="connsiteY3" fmla="*/ 143650 h 143650"/>
                <a:gd name="connsiteX4" fmla="*/ 0 w 595706"/>
                <a:gd name="connsiteY4" fmla="*/ 26413 h 143650"/>
                <a:gd name="connsiteX0" fmla="*/ 0 w 595706"/>
                <a:gd name="connsiteY0" fmla="*/ 21286 h 138523"/>
                <a:gd name="connsiteX1" fmla="*/ 595706 w 595706"/>
                <a:gd name="connsiteY1" fmla="*/ 3376 h 138523"/>
                <a:gd name="connsiteX2" fmla="*/ 595706 w 595706"/>
                <a:gd name="connsiteY2" fmla="*/ 96341 h 138523"/>
                <a:gd name="connsiteX3" fmla="*/ 1361 w 595706"/>
                <a:gd name="connsiteY3" fmla="*/ 138523 h 138523"/>
                <a:gd name="connsiteX4" fmla="*/ 0 w 595706"/>
                <a:gd name="connsiteY4" fmla="*/ 21286 h 138523"/>
                <a:gd name="connsiteX0" fmla="*/ 0 w 595706"/>
                <a:gd name="connsiteY0" fmla="*/ 22534 h 139771"/>
                <a:gd name="connsiteX1" fmla="*/ 595706 w 595706"/>
                <a:gd name="connsiteY1" fmla="*/ 4624 h 139771"/>
                <a:gd name="connsiteX2" fmla="*/ 595706 w 595706"/>
                <a:gd name="connsiteY2" fmla="*/ 97589 h 139771"/>
                <a:gd name="connsiteX3" fmla="*/ 1361 w 595706"/>
                <a:gd name="connsiteY3" fmla="*/ 139771 h 139771"/>
                <a:gd name="connsiteX4" fmla="*/ 0 w 595706"/>
                <a:gd name="connsiteY4" fmla="*/ 22534 h 139771"/>
                <a:gd name="connsiteX0" fmla="*/ 0 w 595706"/>
                <a:gd name="connsiteY0" fmla="*/ 23494 h 140731"/>
                <a:gd name="connsiteX1" fmla="*/ 595706 w 595706"/>
                <a:gd name="connsiteY1" fmla="*/ 2118 h 140731"/>
                <a:gd name="connsiteX2" fmla="*/ 595706 w 595706"/>
                <a:gd name="connsiteY2" fmla="*/ 98549 h 140731"/>
                <a:gd name="connsiteX3" fmla="*/ 1361 w 595706"/>
                <a:gd name="connsiteY3" fmla="*/ 140731 h 140731"/>
                <a:gd name="connsiteX4" fmla="*/ 0 w 595706"/>
                <a:gd name="connsiteY4" fmla="*/ 23494 h 140731"/>
                <a:gd name="connsiteX0" fmla="*/ 0 w 595706"/>
                <a:gd name="connsiteY0" fmla="*/ 23494 h 140731"/>
                <a:gd name="connsiteX1" fmla="*/ 595706 w 595706"/>
                <a:gd name="connsiteY1" fmla="*/ 2118 h 140731"/>
                <a:gd name="connsiteX2" fmla="*/ 595706 w 595706"/>
                <a:gd name="connsiteY2" fmla="*/ 98549 h 140731"/>
                <a:gd name="connsiteX3" fmla="*/ 1361 w 595706"/>
                <a:gd name="connsiteY3" fmla="*/ 140731 h 140731"/>
                <a:gd name="connsiteX4" fmla="*/ 0 w 595706"/>
                <a:gd name="connsiteY4" fmla="*/ 23494 h 140731"/>
                <a:gd name="connsiteX0" fmla="*/ 0 w 595706"/>
                <a:gd name="connsiteY0" fmla="*/ 25030 h 142267"/>
                <a:gd name="connsiteX1" fmla="*/ 595706 w 595706"/>
                <a:gd name="connsiteY1" fmla="*/ 3654 h 142267"/>
                <a:gd name="connsiteX2" fmla="*/ 595706 w 595706"/>
                <a:gd name="connsiteY2" fmla="*/ 100085 h 142267"/>
                <a:gd name="connsiteX3" fmla="*/ 1361 w 595706"/>
                <a:gd name="connsiteY3" fmla="*/ 142267 h 142267"/>
                <a:gd name="connsiteX4" fmla="*/ 0 w 595706"/>
                <a:gd name="connsiteY4" fmla="*/ 25030 h 142267"/>
                <a:gd name="connsiteX0" fmla="*/ 0 w 595706"/>
                <a:gd name="connsiteY0" fmla="*/ 22091 h 139328"/>
                <a:gd name="connsiteX1" fmla="*/ 595706 w 595706"/>
                <a:gd name="connsiteY1" fmla="*/ 715 h 139328"/>
                <a:gd name="connsiteX2" fmla="*/ 595706 w 595706"/>
                <a:gd name="connsiteY2" fmla="*/ 97146 h 139328"/>
                <a:gd name="connsiteX3" fmla="*/ 1361 w 595706"/>
                <a:gd name="connsiteY3" fmla="*/ 139328 h 139328"/>
                <a:gd name="connsiteX4" fmla="*/ 0 w 595706"/>
                <a:gd name="connsiteY4" fmla="*/ 22091 h 139328"/>
                <a:gd name="connsiteX0" fmla="*/ 0 w 595706"/>
                <a:gd name="connsiteY0" fmla="*/ 23573 h 140810"/>
                <a:gd name="connsiteX1" fmla="*/ 595706 w 595706"/>
                <a:gd name="connsiteY1" fmla="*/ 2197 h 140810"/>
                <a:gd name="connsiteX2" fmla="*/ 595706 w 595706"/>
                <a:gd name="connsiteY2" fmla="*/ 98628 h 140810"/>
                <a:gd name="connsiteX3" fmla="*/ 1361 w 595706"/>
                <a:gd name="connsiteY3" fmla="*/ 140810 h 140810"/>
                <a:gd name="connsiteX4" fmla="*/ 0 w 595706"/>
                <a:gd name="connsiteY4" fmla="*/ 23573 h 140810"/>
                <a:gd name="connsiteX0" fmla="*/ 0 w 595706"/>
                <a:gd name="connsiteY0" fmla="*/ 21908 h 139145"/>
                <a:gd name="connsiteX1" fmla="*/ 595706 w 595706"/>
                <a:gd name="connsiteY1" fmla="*/ 532 h 139145"/>
                <a:gd name="connsiteX2" fmla="*/ 595706 w 595706"/>
                <a:gd name="connsiteY2" fmla="*/ 96963 h 139145"/>
                <a:gd name="connsiteX3" fmla="*/ 1361 w 595706"/>
                <a:gd name="connsiteY3" fmla="*/ 139145 h 139145"/>
                <a:gd name="connsiteX4" fmla="*/ 0 w 595706"/>
                <a:gd name="connsiteY4" fmla="*/ 21908 h 139145"/>
                <a:gd name="connsiteX0" fmla="*/ 0 w 595706"/>
                <a:gd name="connsiteY0" fmla="*/ 23863 h 141100"/>
                <a:gd name="connsiteX1" fmla="*/ 595706 w 595706"/>
                <a:gd name="connsiteY1" fmla="*/ 2487 h 141100"/>
                <a:gd name="connsiteX2" fmla="*/ 595706 w 595706"/>
                <a:gd name="connsiteY2" fmla="*/ 98918 h 141100"/>
                <a:gd name="connsiteX3" fmla="*/ 1361 w 595706"/>
                <a:gd name="connsiteY3" fmla="*/ 141100 h 141100"/>
                <a:gd name="connsiteX4" fmla="*/ 0 w 595706"/>
                <a:gd name="connsiteY4" fmla="*/ 23863 h 141100"/>
                <a:gd name="connsiteX0" fmla="*/ 0 w 595706"/>
                <a:gd name="connsiteY0" fmla="*/ 24472 h 141709"/>
                <a:gd name="connsiteX1" fmla="*/ 595706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0 w 595706"/>
                <a:gd name="connsiteY0" fmla="*/ 24267 h 141504"/>
                <a:gd name="connsiteX1" fmla="*/ 595706 w 595706"/>
                <a:gd name="connsiteY1" fmla="*/ 2891 h 141504"/>
                <a:gd name="connsiteX2" fmla="*/ 595706 w 595706"/>
                <a:gd name="connsiteY2" fmla="*/ 99322 h 141504"/>
                <a:gd name="connsiteX3" fmla="*/ 1361 w 595706"/>
                <a:gd name="connsiteY3" fmla="*/ 141504 h 141504"/>
                <a:gd name="connsiteX4" fmla="*/ 0 w 595706"/>
                <a:gd name="connsiteY4" fmla="*/ 24267 h 141504"/>
                <a:gd name="connsiteX0" fmla="*/ 0 w 595706"/>
                <a:gd name="connsiteY0" fmla="*/ 24472 h 141709"/>
                <a:gd name="connsiteX1" fmla="*/ 595706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0 w 595706"/>
                <a:gd name="connsiteY0" fmla="*/ 24472 h 141709"/>
                <a:gd name="connsiteX1" fmla="*/ 594353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124 w 595830"/>
                <a:gd name="connsiteY0" fmla="*/ 24472 h 141709"/>
                <a:gd name="connsiteX1" fmla="*/ 594477 w 595830"/>
                <a:gd name="connsiteY1" fmla="*/ 3096 h 141709"/>
                <a:gd name="connsiteX2" fmla="*/ 595830 w 595830"/>
                <a:gd name="connsiteY2" fmla="*/ 99527 h 141709"/>
                <a:gd name="connsiteX3" fmla="*/ 131 w 595830"/>
                <a:gd name="connsiteY3" fmla="*/ 141709 h 141709"/>
                <a:gd name="connsiteX4" fmla="*/ 124 w 595830"/>
                <a:gd name="connsiteY4" fmla="*/ 24472 h 141709"/>
                <a:gd name="connsiteX0" fmla="*/ 124 w 597179"/>
                <a:gd name="connsiteY0" fmla="*/ 25207 h 142444"/>
                <a:gd name="connsiteX1" fmla="*/ 597179 w 597179"/>
                <a:gd name="connsiteY1" fmla="*/ 481 h 142444"/>
                <a:gd name="connsiteX2" fmla="*/ 595830 w 597179"/>
                <a:gd name="connsiteY2" fmla="*/ 100262 h 142444"/>
                <a:gd name="connsiteX3" fmla="*/ 131 w 597179"/>
                <a:gd name="connsiteY3" fmla="*/ 142444 h 142444"/>
                <a:gd name="connsiteX4" fmla="*/ 124 w 597179"/>
                <a:gd name="connsiteY4" fmla="*/ 25207 h 142444"/>
                <a:gd name="connsiteX0" fmla="*/ 124 w 595889"/>
                <a:gd name="connsiteY0" fmla="*/ 25842 h 143079"/>
                <a:gd name="connsiteX1" fmla="*/ 594477 w 595889"/>
                <a:gd name="connsiteY1" fmla="*/ 0 h 143079"/>
                <a:gd name="connsiteX2" fmla="*/ 595830 w 595889"/>
                <a:gd name="connsiteY2" fmla="*/ 100897 h 143079"/>
                <a:gd name="connsiteX3" fmla="*/ 131 w 595889"/>
                <a:gd name="connsiteY3" fmla="*/ 143079 h 143079"/>
                <a:gd name="connsiteX4" fmla="*/ 124 w 595889"/>
                <a:gd name="connsiteY4" fmla="*/ 25842 h 143079"/>
                <a:gd name="connsiteX0" fmla="*/ 124 w 595889"/>
                <a:gd name="connsiteY0" fmla="*/ 24713 h 141950"/>
                <a:gd name="connsiteX1" fmla="*/ 594477 w 595889"/>
                <a:gd name="connsiteY1" fmla="*/ 2221 h 141950"/>
                <a:gd name="connsiteX2" fmla="*/ 595830 w 595889"/>
                <a:gd name="connsiteY2" fmla="*/ 99768 h 141950"/>
                <a:gd name="connsiteX3" fmla="*/ 131 w 595889"/>
                <a:gd name="connsiteY3" fmla="*/ 141950 h 141950"/>
                <a:gd name="connsiteX4" fmla="*/ 124 w 595889"/>
                <a:gd name="connsiteY4" fmla="*/ 24713 h 141950"/>
                <a:gd name="connsiteX0" fmla="*/ 124 w 595959"/>
                <a:gd name="connsiteY0" fmla="*/ 24713 h 141950"/>
                <a:gd name="connsiteX1" fmla="*/ 595828 w 595959"/>
                <a:gd name="connsiteY1" fmla="*/ 2221 h 141950"/>
                <a:gd name="connsiteX2" fmla="*/ 595830 w 595959"/>
                <a:gd name="connsiteY2" fmla="*/ 99768 h 141950"/>
                <a:gd name="connsiteX3" fmla="*/ 131 w 595959"/>
                <a:gd name="connsiteY3" fmla="*/ 141950 h 141950"/>
                <a:gd name="connsiteX4" fmla="*/ 124 w 595959"/>
                <a:gd name="connsiteY4" fmla="*/ 24713 h 141950"/>
                <a:gd name="connsiteX0" fmla="*/ 124 w 595959"/>
                <a:gd name="connsiteY0" fmla="*/ 24925 h 142162"/>
                <a:gd name="connsiteX1" fmla="*/ 595828 w 595959"/>
                <a:gd name="connsiteY1" fmla="*/ 2433 h 142162"/>
                <a:gd name="connsiteX2" fmla="*/ 595830 w 595959"/>
                <a:gd name="connsiteY2" fmla="*/ 99980 h 142162"/>
                <a:gd name="connsiteX3" fmla="*/ 131 w 595959"/>
                <a:gd name="connsiteY3" fmla="*/ 142162 h 142162"/>
                <a:gd name="connsiteX4" fmla="*/ 124 w 595959"/>
                <a:gd name="connsiteY4" fmla="*/ 24925 h 142162"/>
                <a:gd name="connsiteX0" fmla="*/ 124 w 595959"/>
                <a:gd name="connsiteY0" fmla="*/ 22492 h 139729"/>
                <a:gd name="connsiteX1" fmla="*/ 595828 w 595959"/>
                <a:gd name="connsiteY1" fmla="*/ 0 h 139729"/>
                <a:gd name="connsiteX2" fmla="*/ 595830 w 595959"/>
                <a:gd name="connsiteY2" fmla="*/ 97547 h 139729"/>
                <a:gd name="connsiteX3" fmla="*/ 131 w 595959"/>
                <a:gd name="connsiteY3" fmla="*/ 139729 h 139729"/>
                <a:gd name="connsiteX4" fmla="*/ 124 w 595959"/>
                <a:gd name="connsiteY4" fmla="*/ 22492 h 139729"/>
                <a:gd name="connsiteX0" fmla="*/ 124 w 595959"/>
                <a:gd name="connsiteY0" fmla="*/ 25585 h 142822"/>
                <a:gd name="connsiteX1" fmla="*/ 595828 w 595959"/>
                <a:gd name="connsiteY1" fmla="*/ 3093 h 142822"/>
                <a:gd name="connsiteX2" fmla="*/ 595830 w 595959"/>
                <a:gd name="connsiteY2" fmla="*/ 100640 h 142822"/>
                <a:gd name="connsiteX3" fmla="*/ 131 w 595959"/>
                <a:gd name="connsiteY3" fmla="*/ 142822 h 142822"/>
                <a:gd name="connsiteX4" fmla="*/ 124 w 595959"/>
                <a:gd name="connsiteY4" fmla="*/ 25585 h 142822"/>
                <a:gd name="connsiteX0" fmla="*/ 124 w 595959"/>
                <a:gd name="connsiteY0" fmla="*/ 25585 h 142822"/>
                <a:gd name="connsiteX1" fmla="*/ 595828 w 595959"/>
                <a:gd name="connsiteY1" fmla="*/ 3093 h 142822"/>
                <a:gd name="connsiteX2" fmla="*/ 595830 w 595959"/>
                <a:gd name="connsiteY2" fmla="*/ 100640 h 142822"/>
                <a:gd name="connsiteX3" fmla="*/ 131 w 595959"/>
                <a:gd name="connsiteY3" fmla="*/ 142822 h 142822"/>
                <a:gd name="connsiteX4" fmla="*/ 124 w 595959"/>
                <a:gd name="connsiteY4" fmla="*/ 25585 h 142822"/>
                <a:gd name="connsiteX0" fmla="*/ 124 w 595959"/>
                <a:gd name="connsiteY0" fmla="*/ 26512 h 143749"/>
                <a:gd name="connsiteX1" fmla="*/ 595828 w 595959"/>
                <a:gd name="connsiteY1" fmla="*/ 4020 h 143749"/>
                <a:gd name="connsiteX2" fmla="*/ 595830 w 595959"/>
                <a:gd name="connsiteY2" fmla="*/ 101567 h 143749"/>
                <a:gd name="connsiteX3" fmla="*/ 131 w 595959"/>
                <a:gd name="connsiteY3" fmla="*/ 143749 h 143749"/>
                <a:gd name="connsiteX4" fmla="*/ 124 w 595959"/>
                <a:gd name="connsiteY4" fmla="*/ 26512 h 143749"/>
                <a:gd name="connsiteX0" fmla="*/ 124 w 595959"/>
                <a:gd name="connsiteY0" fmla="*/ 26512 h 143749"/>
                <a:gd name="connsiteX1" fmla="*/ 595828 w 595959"/>
                <a:gd name="connsiteY1" fmla="*/ 4020 h 143749"/>
                <a:gd name="connsiteX2" fmla="*/ 595830 w 595959"/>
                <a:gd name="connsiteY2" fmla="*/ 101567 h 143749"/>
                <a:gd name="connsiteX3" fmla="*/ 131 w 595959"/>
                <a:gd name="connsiteY3" fmla="*/ 143749 h 143749"/>
                <a:gd name="connsiteX4" fmla="*/ 124 w 595959"/>
                <a:gd name="connsiteY4" fmla="*/ 26512 h 143749"/>
                <a:gd name="connsiteX0" fmla="*/ 124 w 595959"/>
                <a:gd name="connsiteY0" fmla="*/ 28496 h 145733"/>
                <a:gd name="connsiteX1" fmla="*/ 595828 w 595959"/>
                <a:gd name="connsiteY1" fmla="*/ 6004 h 145733"/>
                <a:gd name="connsiteX2" fmla="*/ 595830 w 595959"/>
                <a:gd name="connsiteY2" fmla="*/ 103551 h 145733"/>
                <a:gd name="connsiteX3" fmla="*/ 131 w 595959"/>
                <a:gd name="connsiteY3" fmla="*/ 145733 h 145733"/>
                <a:gd name="connsiteX4" fmla="*/ 124 w 595959"/>
                <a:gd name="connsiteY4" fmla="*/ 28496 h 14573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856"/>
                <a:gd name="connsiteY0" fmla="*/ 41841 h 159078"/>
                <a:gd name="connsiteX1" fmla="*/ 591261 w 595856"/>
                <a:gd name="connsiteY1" fmla="*/ 0 h 159078"/>
                <a:gd name="connsiteX2" fmla="*/ 595830 w 595856"/>
                <a:gd name="connsiteY2" fmla="*/ 116896 h 159078"/>
                <a:gd name="connsiteX3" fmla="*/ 131 w 595856"/>
                <a:gd name="connsiteY3" fmla="*/ 159078 h 159078"/>
                <a:gd name="connsiteX4" fmla="*/ 124 w 595856"/>
                <a:gd name="connsiteY4" fmla="*/ 41841 h 159078"/>
                <a:gd name="connsiteX0" fmla="*/ 124 w 595959"/>
                <a:gd name="connsiteY0" fmla="*/ 41841 h 159078"/>
                <a:gd name="connsiteX1" fmla="*/ 595828 w 595959"/>
                <a:gd name="connsiteY1" fmla="*/ 0 h 159078"/>
                <a:gd name="connsiteX2" fmla="*/ 595830 w 595959"/>
                <a:gd name="connsiteY2" fmla="*/ 116896 h 159078"/>
                <a:gd name="connsiteX3" fmla="*/ 131 w 595959"/>
                <a:gd name="connsiteY3" fmla="*/ 159078 h 159078"/>
                <a:gd name="connsiteX4" fmla="*/ 124 w 595959"/>
                <a:gd name="connsiteY4" fmla="*/ 41841 h 159078"/>
                <a:gd name="connsiteX0" fmla="*/ 124 w 597349"/>
                <a:gd name="connsiteY0" fmla="*/ 42378 h 159615"/>
                <a:gd name="connsiteX1" fmla="*/ 597349 w 597349"/>
                <a:gd name="connsiteY1" fmla="*/ 0 h 159615"/>
                <a:gd name="connsiteX2" fmla="*/ 595830 w 597349"/>
                <a:gd name="connsiteY2" fmla="*/ 117433 h 159615"/>
                <a:gd name="connsiteX3" fmla="*/ 131 w 597349"/>
                <a:gd name="connsiteY3" fmla="*/ 159615 h 159615"/>
                <a:gd name="connsiteX4" fmla="*/ 124 w 597349"/>
                <a:gd name="connsiteY4" fmla="*/ 42378 h 159615"/>
                <a:gd name="connsiteX0" fmla="*/ 124 w 600443"/>
                <a:gd name="connsiteY0" fmla="*/ 42378 h 159615"/>
                <a:gd name="connsiteX1" fmla="*/ 597349 w 600443"/>
                <a:gd name="connsiteY1" fmla="*/ 0 h 159615"/>
                <a:gd name="connsiteX2" fmla="*/ 600408 w 600443"/>
                <a:gd name="connsiteY2" fmla="*/ 117433 h 159615"/>
                <a:gd name="connsiteX3" fmla="*/ 131 w 600443"/>
                <a:gd name="connsiteY3" fmla="*/ 159615 h 159615"/>
                <a:gd name="connsiteX4" fmla="*/ 124 w 600443"/>
                <a:gd name="connsiteY4" fmla="*/ 42378 h 159615"/>
                <a:gd name="connsiteX0" fmla="*/ 124 w 600537"/>
                <a:gd name="connsiteY0" fmla="*/ 42378 h 159615"/>
                <a:gd name="connsiteX1" fmla="*/ 600401 w 600537"/>
                <a:gd name="connsiteY1" fmla="*/ 0 h 159615"/>
                <a:gd name="connsiteX2" fmla="*/ 600408 w 600537"/>
                <a:gd name="connsiteY2" fmla="*/ 117433 h 159615"/>
                <a:gd name="connsiteX3" fmla="*/ 131 w 600537"/>
                <a:gd name="connsiteY3" fmla="*/ 159615 h 159615"/>
                <a:gd name="connsiteX4" fmla="*/ 124 w 600537"/>
                <a:gd name="connsiteY4" fmla="*/ 42378 h 159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0537" h="159615">
                  <a:moveTo>
                    <a:pt x="124" y="42378"/>
                  </a:moveTo>
                  <a:cubicBezTo>
                    <a:pt x="296414" y="-50243"/>
                    <a:pt x="418111" y="75773"/>
                    <a:pt x="600401" y="0"/>
                  </a:cubicBezTo>
                  <a:cubicBezTo>
                    <a:pt x="599951" y="33260"/>
                    <a:pt x="600858" y="84173"/>
                    <a:pt x="600408" y="117433"/>
                  </a:cubicBezTo>
                  <a:cubicBezTo>
                    <a:pt x="395490" y="192726"/>
                    <a:pt x="285331" y="62551"/>
                    <a:pt x="131" y="159615"/>
                  </a:cubicBezTo>
                  <a:cubicBezTo>
                    <a:pt x="-323" y="114566"/>
                    <a:pt x="578" y="87427"/>
                    <a:pt x="124" y="42378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93" name="矩形 1174">
              <a:extLst>
                <a:ext uri="{FF2B5EF4-FFF2-40B4-BE49-F238E27FC236}">
                  <a16:creationId xmlns:a16="http://schemas.microsoft.com/office/drawing/2014/main" id="{09144DBE-A832-0E0F-07AE-92C36A54707D}"/>
                </a:ext>
              </a:extLst>
            </p:cNvPr>
            <p:cNvSpPr/>
            <p:nvPr/>
          </p:nvSpPr>
          <p:spPr>
            <a:xfrm rot="10800000">
              <a:off x="5041542" y="6890402"/>
              <a:ext cx="618706" cy="226680"/>
            </a:xfrm>
            <a:custGeom>
              <a:avLst/>
              <a:gdLst>
                <a:gd name="connsiteX0" fmla="*/ 0 w 595706"/>
                <a:gd name="connsiteY0" fmla="*/ 0 h 92965"/>
                <a:gd name="connsiteX1" fmla="*/ 595706 w 595706"/>
                <a:gd name="connsiteY1" fmla="*/ 0 h 92965"/>
                <a:gd name="connsiteX2" fmla="*/ 595706 w 595706"/>
                <a:gd name="connsiteY2" fmla="*/ 92965 h 92965"/>
                <a:gd name="connsiteX3" fmla="*/ 0 w 595706"/>
                <a:gd name="connsiteY3" fmla="*/ 92965 h 92965"/>
                <a:gd name="connsiteX4" fmla="*/ 0 w 595706"/>
                <a:gd name="connsiteY4" fmla="*/ 0 h 92965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1422 w 594406"/>
                <a:gd name="connsiteY0" fmla="*/ 21376 h 135147"/>
                <a:gd name="connsiteX1" fmla="*/ 594406 w 594406"/>
                <a:gd name="connsiteY1" fmla="*/ 0 h 135147"/>
                <a:gd name="connsiteX2" fmla="*/ 594406 w 594406"/>
                <a:gd name="connsiteY2" fmla="*/ 92965 h 135147"/>
                <a:gd name="connsiteX3" fmla="*/ 61 w 594406"/>
                <a:gd name="connsiteY3" fmla="*/ 135147 h 135147"/>
                <a:gd name="connsiteX4" fmla="*/ 1422 w 594406"/>
                <a:gd name="connsiteY4" fmla="*/ 21376 h 135147"/>
                <a:gd name="connsiteX0" fmla="*/ 1422 w 594406"/>
                <a:gd name="connsiteY0" fmla="*/ 15599 h 135147"/>
                <a:gd name="connsiteX1" fmla="*/ 594406 w 594406"/>
                <a:gd name="connsiteY1" fmla="*/ 0 h 135147"/>
                <a:gd name="connsiteX2" fmla="*/ 594406 w 594406"/>
                <a:gd name="connsiteY2" fmla="*/ 92965 h 135147"/>
                <a:gd name="connsiteX3" fmla="*/ 61 w 594406"/>
                <a:gd name="connsiteY3" fmla="*/ 135147 h 135147"/>
                <a:gd name="connsiteX4" fmla="*/ 1422 w 594406"/>
                <a:gd name="connsiteY4" fmla="*/ 15599 h 135147"/>
                <a:gd name="connsiteX0" fmla="*/ 131 w 594476"/>
                <a:gd name="connsiteY0" fmla="*/ 4622 h 135147"/>
                <a:gd name="connsiteX1" fmla="*/ 594476 w 594476"/>
                <a:gd name="connsiteY1" fmla="*/ 0 h 135147"/>
                <a:gd name="connsiteX2" fmla="*/ 594476 w 594476"/>
                <a:gd name="connsiteY2" fmla="*/ 92965 h 135147"/>
                <a:gd name="connsiteX3" fmla="*/ 131 w 594476"/>
                <a:gd name="connsiteY3" fmla="*/ 135147 h 135147"/>
                <a:gd name="connsiteX4" fmla="*/ 131 w 594476"/>
                <a:gd name="connsiteY4" fmla="*/ 4622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22423 h 139660"/>
                <a:gd name="connsiteX1" fmla="*/ 595706 w 595706"/>
                <a:gd name="connsiteY1" fmla="*/ 4513 h 139660"/>
                <a:gd name="connsiteX2" fmla="*/ 595706 w 595706"/>
                <a:gd name="connsiteY2" fmla="*/ 97478 h 139660"/>
                <a:gd name="connsiteX3" fmla="*/ 1361 w 595706"/>
                <a:gd name="connsiteY3" fmla="*/ 139660 h 139660"/>
                <a:gd name="connsiteX4" fmla="*/ 0 w 595706"/>
                <a:gd name="connsiteY4" fmla="*/ 22423 h 139660"/>
                <a:gd name="connsiteX0" fmla="*/ 0 w 595706"/>
                <a:gd name="connsiteY0" fmla="*/ 26413 h 143650"/>
                <a:gd name="connsiteX1" fmla="*/ 595706 w 595706"/>
                <a:gd name="connsiteY1" fmla="*/ 8503 h 143650"/>
                <a:gd name="connsiteX2" fmla="*/ 595706 w 595706"/>
                <a:gd name="connsiteY2" fmla="*/ 101468 h 143650"/>
                <a:gd name="connsiteX3" fmla="*/ 1361 w 595706"/>
                <a:gd name="connsiteY3" fmla="*/ 143650 h 143650"/>
                <a:gd name="connsiteX4" fmla="*/ 0 w 595706"/>
                <a:gd name="connsiteY4" fmla="*/ 26413 h 143650"/>
                <a:gd name="connsiteX0" fmla="*/ 0 w 595706"/>
                <a:gd name="connsiteY0" fmla="*/ 21286 h 138523"/>
                <a:gd name="connsiteX1" fmla="*/ 595706 w 595706"/>
                <a:gd name="connsiteY1" fmla="*/ 3376 h 138523"/>
                <a:gd name="connsiteX2" fmla="*/ 595706 w 595706"/>
                <a:gd name="connsiteY2" fmla="*/ 96341 h 138523"/>
                <a:gd name="connsiteX3" fmla="*/ 1361 w 595706"/>
                <a:gd name="connsiteY3" fmla="*/ 138523 h 138523"/>
                <a:gd name="connsiteX4" fmla="*/ 0 w 595706"/>
                <a:gd name="connsiteY4" fmla="*/ 21286 h 138523"/>
                <a:gd name="connsiteX0" fmla="*/ 0 w 595706"/>
                <a:gd name="connsiteY0" fmla="*/ 22534 h 139771"/>
                <a:gd name="connsiteX1" fmla="*/ 595706 w 595706"/>
                <a:gd name="connsiteY1" fmla="*/ 4624 h 139771"/>
                <a:gd name="connsiteX2" fmla="*/ 595706 w 595706"/>
                <a:gd name="connsiteY2" fmla="*/ 97589 h 139771"/>
                <a:gd name="connsiteX3" fmla="*/ 1361 w 595706"/>
                <a:gd name="connsiteY3" fmla="*/ 139771 h 139771"/>
                <a:gd name="connsiteX4" fmla="*/ 0 w 595706"/>
                <a:gd name="connsiteY4" fmla="*/ 22534 h 139771"/>
                <a:gd name="connsiteX0" fmla="*/ 0 w 595706"/>
                <a:gd name="connsiteY0" fmla="*/ 23494 h 140731"/>
                <a:gd name="connsiteX1" fmla="*/ 595706 w 595706"/>
                <a:gd name="connsiteY1" fmla="*/ 2118 h 140731"/>
                <a:gd name="connsiteX2" fmla="*/ 595706 w 595706"/>
                <a:gd name="connsiteY2" fmla="*/ 98549 h 140731"/>
                <a:gd name="connsiteX3" fmla="*/ 1361 w 595706"/>
                <a:gd name="connsiteY3" fmla="*/ 140731 h 140731"/>
                <a:gd name="connsiteX4" fmla="*/ 0 w 595706"/>
                <a:gd name="connsiteY4" fmla="*/ 23494 h 140731"/>
                <a:gd name="connsiteX0" fmla="*/ 0 w 595706"/>
                <a:gd name="connsiteY0" fmla="*/ 23494 h 140731"/>
                <a:gd name="connsiteX1" fmla="*/ 595706 w 595706"/>
                <a:gd name="connsiteY1" fmla="*/ 2118 h 140731"/>
                <a:gd name="connsiteX2" fmla="*/ 595706 w 595706"/>
                <a:gd name="connsiteY2" fmla="*/ 98549 h 140731"/>
                <a:gd name="connsiteX3" fmla="*/ 1361 w 595706"/>
                <a:gd name="connsiteY3" fmla="*/ 140731 h 140731"/>
                <a:gd name="connsiteX4" fmla="*/ 0 w 595706"/>
                <a:gd name="connsiteY4" fmla="*/ 23494 h 140731"/>
                <a:gd name="connsiteX0" fmla="*/ 0 w 595706"/>
                <a:gd name="connsiteY0" fmla="*/ 25030 h 142267"/>
                <a:gd name="connsiteX1" fmla="*/ 595706 w 595706"/>
                <a:gd name="connsiteY1" fmla="*/ 3654 h 142267"/>
                <a:gd name="connsiteX2" fmla="*/ 595706 w 595706"/>
                <a:gd name="connsiteY2" fmla="*/ 100085 h 142267"/>
                <a:gd name="connsiteX3" fmla="*/ 1361 w 595706"/>
                <a:gd name="connsiteY3" fmla="*/ 142267 h 142267"/>
                <a:gd name="connsiteX4" fmla="*/ 0 w 595706"/>
                <a:gd name="connsiteY4" fmla="*/ 25030 h 142267"/>
                <a:gd name="connsiteX0" fmla="*/ 0 w 595706"/>
                <a:gd name="connsiteY0" fmla="*/ 22091 h 139328"/>
                <a:gd name="connsiteX1" fmla="*/ 595706 w 595706"/>
                <a:gd name="connsiteY1" fmla="*/ 715 h 139328"/>
                <a:gd name="connsiteX2" fmla="*/ 595706 w 595706"/>
                <a:gd name="connsiteY2" fmla="*/ 97146 h 139328"/>
                <a:gd name="connsiteX3" fmla="*/ 1361 w 595706"/>
                <a:gd name="connsiteY3" fmla="*/ 139328 h 139328"/>
                <a:gd name="connsiteX4" fmla="*/ 0 w 595706"/>
                <a:gd name="connsiteY4" fmla="*/ 22091 h 139328"/>
                <a:gd name="connsiteX0" fmla="*/ 0 w 595706"/>
                <a:gd name="connsiteY0" fmla="*/ 23573 h 140810"/>
                <a:gd name="connsiteX1" fmla="*/ 595706 w 595706"/>
                <a:gd name="connsiteY1" fmla="*/ 2197 h 140810"/>
                <a:gd name="connsiteX2" fmla="*/ 595706 w 595706"/>
                <a:gd name="connsiteY2" fmla="*/ 98628 h 140810"/>
                <a:gd name="connsiteX3" fmla="*/ 1361 w 595706"/>
                <a:gd name="connsiteY3" fmla="*/ 140810 h 140810"/>
                <a:gd name="connsiteX4" fmla="*/ 0 w 595706"/>
                <a:gd name="connsiteY4" fmla="*/ 23573 h 140810"/>
                <a:gd name="connsiteX0" fmla="*/ 0 w 595706"/>
                <a:gd name="connsiteY0" fmla="*/ 21908 h 139145"/>
                <a:gd name="connsiteX1" fmla="*/ 595706 w 595706"/>
                <a:gd name="connsiteY1" fmla="*/ 532 h 139145"/>
                <a:gd name="connsiteX2" fmla="*/ 595706 w 595706"/>
                <a:gd name="connsiteY2" fmla="*/ 96963 h 139145"/>
                <a:gd name="connsiteX3" fmla="*/ 1361 w 595706"/>
                <a:gd name="connsiteY3" fmla="*/ 139145 h 139145"/>
                <a:gd name="connsiteX4" fmla="*/ 0 w 595706"/>
                <a:gd name="connsiteY4" fmla="*/ 21908 h 139145"/>
                <a:gd name="connsiteX0" fmla="*/ 0 w 595706"/>
                <a:gd name="connsiteY0" fmla="*/ 23863 h 141100"/>
                <a:gd name="connsiteX1" fmla="*/ 595706 w 595706"/>
                <a:gd name="connsiteY1" fmla="*/ 2487 h 141100"/>
                <a:gd name="connsiteX2" fmla="*/ 595706 w 595706"/>
                <a:gd name="connsiteY2" fmla="*/ 98918 h 141100"/>
                <a:gd name="connsiteX3" fmla="*/ 1361 w 595706"/>
                <a:gd name="connsiteY3" fmla="*/ 141100 h 141100"/>
                <a:gd name="connsiteX4" fmla="*/ 0 w 595706"/>
                <a:gd name="connsiteY4" fmla="*/ 23863 h 141100"/>
                <a:gd name="connsiteX0" fmla="*/ 0 w 595706"/>
                <a:gd name="connsiteY0" fmla="*/ 24472 h 141709"/>
                <a:gd name="connsiteX1" fmla="*/ 595706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0 w 595706"/>
                <a:gd name="connsiteY0" fmla="*/ 24267 h 141504"/>
                <a:gd name="connsiteX1" fmla="*/ 595706 w 595706"/>
                <a:gd name="connsiteY1" fmla="*/ 2891 h 141504"/>
                <a:gd name="connsiteX2" fmla="*/ 595706 w 595706"/>
                <a:gd name="connsiteY2" fmla="*/ 99322 h 141504"/>
                <a:gd name="connsiteX3" fmla="*/ 1361 w 595706"/>
                <a:gd name="connsiteY3" fmla="*/ 141504 h 141504"/>
                <a:gd name="connsiteX4" fmla="*/ 0 w 595706"/>
                <a:gd name="connsiteY4" fmla="*/ 24267 h 141504"/>
                <a:gd name="connsiteX0" fmla="*/ 0 w 595706"/>
                <a:gd name="connsiteY0" fmla="*/ 24472 h 141709"/>
                <a:gd name="connsiteX1" fmla="*/ 595706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0 w 595706"/>
                <a:gd name="connsiteY0" fmla="*/ 24472 h 141709"/>
                <a:gd name="connsiteX1" fmla="*/ 594353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124 w 595830"/>
                <a:gd name="connsiteY0" fmla="*/ 24472 h 141709"/>
                <a:gd name="connsiteX1" fmla="*/ 594477 w 595830"/>
                <a:gd name="connsiteY1" fmla="*/ 3096 h 141709"/>
                <a:gd name="connsiteX2" fmla="*/ 595830 w 595830"/>
                <a:gd name="connsiteY2" fmla="*/ 99527 h 141709"/>
                <a:gd name="connsiteX3" fmla="*/ 131 w 595830"/>
                <a:gd name="connsiteY3" fmla="*/ 141709 h 141709"/>
                <a:gd name="connsiteX4" fmla="*/ 124 w 595830"/>
                <a:gd name="connsiteY4" fmla="*/ 24472 h 141709"/>
                <a:gd name="connsiteX0" fmla="*/ 124 w 597179"/>
                <a:gd name="connsiteY0" fmla="*/ 25207 h 142444"/>
                <a:gd name="connsiteX1" fmla="*/ 597179 w 597179"/>
                <a:gd name="connsiteY1" fmla="*/ 481 h 142444"/>
                <a:gd name="connsiteX2" fmla="*/ 595830 w 597179"/>
                <a:gd name="connsiteY2" fmla="*/ 100262 h 142444"/>
                <a:gd name="connsiteX3" fmla="*/ 131 w 597179"/>
                <a:gd name="connsiteY3" fmla="*/ 142444 h 142444"/>
                <a:gd name="connsiteX4" fmla="*/ 124 w 597179"/>
                <a:gd name="connsiteY4" fmla="*/ 25207 h 142444"/>
                <a:gd name="connsiteX0" fmla="*/ 124 w 595889"/>
                <a:gd name="connsiteY0" fmla="*/ 25842 h 143079"/>
                <a:gd name="connsiteX1" fmla="*/ 594477 w 595889"/>
                <a:gd name="connsiteY1" fmla="*/ 0 h 143079"/>
                <a:gd name="connsiteX2" fmla="*/ 595830 w 595889"/>
                <a:gd name="connsiteY2" fmla="*/ 100897 h 143079"/>
                <a:gd name="connsiteX3" fmla="*/ 131 w 595889"/>
                <a:gd name="connsiteY3" fmla="*/ 143079 h 143079"/>
                <a:gd name="connsiteX4" fmla="*/ 124 w 595889"/>
                <a:gd name="connsiteY4" fmla="*/ 25842 h 143079"/>
                <a:gd name="connsiteX0" fmla="*/ 124 w 595889"/>
                <a:gd name="connsiteY0" fmla="*/ 24713 h 141950"/>
                <a:gd name="connsiteX1" fmla="*/ 594477 w 595889"/>
                <a:gd name="connsiteY1" fmla="*/ 2221 h 141950"/>
                <a:gd name="connsiteX2" fmla="*/ 595830 w 595889"/>
                <a:gd name="connsiteY2" fmla="*/ 99768 h 141950"/>
                <a:gd name="connsiteX3" fmla="*/ 131 w 595889"/>
                <a:gd name="connsiteY3" fmla="*/ 141950 h 141950"/>
                <a:gd name="connsiteX4" fmla="*/ 124 w 595889"/>
                <a:gd name="connsiteY4" fmla="*/ 24713 h 141950"/>
                <a:gd name="connsiteX0" fmla="*/ 124 w 595959"/>
                <a:gd name="connsiteY0" fmla="*/ 24713 h 141950"/>
                <a:gd name="connsiteX1" fmla="*/ 595828 w 595959"/>
                <a:gd name="connsiteY1" fmla="*/ 2221 h 141950"/>
                <a:gd name="connsiteX2" fmla="*/ 595830 w 595959"/>
                <a:gd name="connsiteY2" fmla="*/ 99768 h 141950"/>
                <a:gd name="connsiteX3" fmla="*/ 131 w 595959"/>
                <a:gd name="connsiteY3" fmla="*/ 141950 h 141950"/>
                <a:gd name="connsiteX4" fmla="*/ 124 w 595959"/>
                <a:gd name="connsiteY4" fmla="*/ 24713 h 141950"/>
                <a:gd name="connsiteX0" fmla="*/ 124 w 595959"/>
                <a:gd name="connsiteY0" fmla="*/ 24925 h 142162"/>
                <a:gd name="connsiteX1" fmla="*/ 595828 w 595959"/>
                <a:gd name="connsiteY1" fmla="*/ 2433 h 142162"/>
                <a:gd name="connsiteX2" fmla="*/ 595830 w 595959"/>
                <a:gd name="connsiteY2" fmla="*/ 99980 h 142162"/>
                <a:gd name="connsiteX3" fmla="*/ 131 w 595959"/>
                <a:gd name="connsiteY3" fmla="*/ 142162 h 142162"/>
                <a:gd name="connsiteX4" fmla="*/ 124 w 595959"/>
                <a:gd name="connsiteY4" fmla="*/ 24925 h 142162"/>
                <a:gd name="connsiteX0" fmla="*/ 124 w 595959"/>
                <a:gd name="connsiteY0" fmla="*/ 22492 h 139729"/>
                <a:gd name="connsiteX1" fmla="*/ 595828 w 595959"/>
                <a:gd name="connsiteY1" fmla="*/ 0 h 139729"/>
                <a:gd name="connsiteX2" fmla="*/ 595830 w 595959"/>
                <a:gd name="connsiteY2" fmla="*/ 97547 h 139729"/>
                <a:gd name="connsiteX3" fmla="*/ 131 w 595959"/>
                <a:gd name="connsiteY3" fmla="*/ 139729 h 139729"/>
                <a:gd name="connsiteX4" fmla="*/ 124 w 595959"/>
                <a:gd name="connsiteY4" fmla="*/ 22492 h 139729"/>
                <a:gd name="connsiteX0" fmla="*/ 124 w 595959"/>
                <a:gd name="connsiteY0" fmla="*/ 25585 h 142822"/>
                <a:gd name="connsiteX1" fmla="*/ 595828 w 595959"/>
                <a:gd name="connsiteY1" fmla="*/ 3093 h 142822"/>
                <a:gd name="connsiteX2" fmla="*/ 595830 w 595959"/>
                <a:gd name="connsiteY2" fmla="*/ 100640 h 142822"/>
                <a:gd name="connsiteX3" fmla="*/ 131 w 595959"/>
                <a:gd name="connsiteY3" fmla="*/ 142822 h 142822"/>
                <a:gd name="connsiteX4" fmla="*/ 124 w 595959"/>
                <a:gd name="connsiteY4" fmla="*/ 25585 h 142822"/>
                <a:gd name="connsiteX0" fmla="*/ 124 w 595959"/>
                <a:gd name="connsiteY0" fmla="*/ 25585 h 142822"/>
                <a:gd name="connsiteX1" fmla="*/ 595828 w 595959"/>
                <a:gd name="connsiteY1" fmla="*/ 3093 h 142822"/>
                <a:gd name="connsiteX2" fmla="*/ 595830 w 595959"/>
                <a:gd name="connsiteY2" fmla="*/ 100640 h 142822"/>
                <a:gd name="connsiteX3" fmla="*/ 131 w 595959"/>
                <a:gd name="connsiteY3" fmla="*/ 142822 h 142822"/>
                <a:gd name="connsiteX4" fmla="*/ 124 w 595959"/>
                <a:gd name="connsiteY4" fmla="*/ 25585 h 142822"/>
                <a:gd name="connsiteX0" fmla="*/ 124 w 595959"/>
                <a:gd name="connsiteY0" fmla="*/ 26512 h 143749"/>
                <a:gd name="connsiteX1" fmla="*/ 595828 w 595959"/>
                <a:gd name="connsiteY1" fmla="*/ 4020 h 143749"/>
                <a:gd name="connsiteX2" fmla="*/ 595830 w 595959"/>
                <a:gd name="connsiteY2" fmla="*/ 101567 h 143749"/>
                <a:gd name="connsiteX3" fmla="*/ 131 w 595959"/>
                <a:gd name="connsiteY3" fmla="*/ 143749 h 143749"/>
                <a:gd name="connsiteX4" fmla="*/ 124 w 595959"/>
                <a:gd name="connsiteY4" fmla="*/ 26512 h 143749"/>
                <a:gd name="connsiteX0" fmla="*/ 124 w 595959"/>
                <a:gd name="connsiteY0" fmla="*/ 26512 h 143749"/>
                <a:gd name="connsiteX1" fmla="*/ 595828 w 595959"/>
                <a:gd name="connsiteY1" fmla="*/ 4020 h 143749"/>
                <a:gd name="connsiteX2" fmla="*/ 595830 w 595959"/>
                <a:gd name="connsiteY2" fmla="*/ 101567 h 143749"/>
                <a:gd name="connsiteX3" fmla="*/ 131 w 595959"/>
                <a:gd name="connsiteY3" fmla="*/ 143749 h 143749"/>
                <a:gd name="connsiteX4" fmla="*/ 124 w 595959"/>
                <a:gd name="connsiteY4" fmla="*/ 26512 h 143749"/>
                <a:gd name="connsiteX0" fmla="*/ 124 w 595959"/>
                <a:gd name="connsiteY0" fmla="*/ 28496 h 145733"/>
                <a:gd name="connsiteX1" fmla="*/ 595828 w 595959"/>
                <a:gd name="connsiteY1" fmla="*/ 6004 h 145733"/>
                <a:gd name="connsiteX2" fmla="*/ 595830 w 595959"/>
                <a:gd name="connsiteY2" fmla="*/ 103551 h 145733"/>
                <a:gd name="connsiteX3" fmla="*/ 131 w 595959"/>
                <a:gd name="connsiteY3" fmla="*/ 145733 h 145733"/>
                <a:gd name="connsiteX4" fmla="*/ 124 w 595959"/>
                <a:gd name="connsiteY4" fmla="*/ 28496 h 14573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856"/>
                <a:gd name="connsiteY0" fmla="*/ 41841 h 159078"/>
                <a:gd name="connsiteX1" fmla="*/ 591261 w 595856"/>
                <a:gd name="connsiteY1" fmla="*/ 0 h 159078"/>
                <a:gd name="connsiteX2" fmla="*/ 595830 w 595856"/>
                <a:gd name="connsiteY2" fmla="*/ 116896 h 159078"/>
                <a:gd name="connsiteX3" fmla="*/ 131 w 595856"/>
                <a:gd name="connsiteY3" fmla="*/ 159078 h 159078"/>
                <a:gd name="connsiteX4" fmla="*/ 124 w 595856"/>
                <a:gd name="connsiteY4" fmla="*/ 41841 h 159078"/>
                <a:gd name="connsiteX0" fmla="*/ 124 w 595959"/>
                <a:gd name="connsiteY0" fmla="*/ 41841 h 159078"/>
                <a:gd name="connsiteX1" fmla="*/ 595828 w 595959"/>
                <a:gd name="connsiteY1" fmla="*/ 0 h 159078"/>
                <a:gd name="connsiteX2" fmla="*/ 595830 w 595959"/>
                <a:gd name="connsiteY2" fmla="*/ 116896 h 159078"/>
                <a:gd name="connsiteX3" fmla="*/ 131 w 595959"/>
                <a:gd name="connsiteY3" fmla="*/ 159078 h 159078"/>
                <a:gd name="connsiteX4" fmla="*/ 124 w 595959"/>
                <a:gd name="connsiteY4" fmla="*/ 41841 h 159078"/>
                <a:gd name="connsiteX0" fmla="*/ 124 w 597349"/>
                <a:gd name="connsiteY0" fmla="*/ 42378 h 159615"/>
                <a:gd name="connsiteX1" fmla="*/ 597349 w 597349"/>
                <a:gd name="connsiteY1" fmla="*/ 0 h 159615"/>
                <a:gd name="connsiteX2" fmla="*/ 595830 w 597349"/>
                <a:gd name="connsiteY2" fmla="*/ 117433 h 159615"/>
                <a:gd name="connsiteX3" fmla="*/ 131 w 597349"/>
                <a:gd name="connsiteY3" fmla="*/ 159615 h 159615"/>
                <a:gd name="connsiteX4" fmla="*/ 124 w 597349"/>
                <a:gd name="connsiteY4" fmla="*/ 42378 h 159615"/>
                <a:gd name="connsiteX0" fmla="*/ 124 w 600443"/>
                <a:gd name="connsiteY0" fmla="*/ 42378 h 159615"/>
                <a:gd name="connsiteX1" fmla="*/ 597349 w 600443"/>
                <a:gd name="connsiteY1" fmla="*/ 0 h 159615"/>
                <a:gd name="connsiteX2" fmla="*/ 600408 w 600443"/>
                <a:gd name="connsiteY2" fmla="*/ 117433 h 159615"/>
                <a:gd name="connsiteX3" fmla="*/ 131 w 600443"/>
                <a:gd name="connsiteY3" fmla="*/ 159615 h 159615"/>
                <a:gd name="connsiteX4" fmla="*/ 124 w 600443"/>
                <a:gd name="connsiteY4" fmla="*/ 42378 h 159615"/>
                <a:gd name="connsiteX0" fmla="*/ 124 w 600537"/>
                <a:gd name="connsiteY0" fmla="*/ 42378 h 159615"/>
                <a:gd name="connsiteX1" fmla="*/ 600401 w 600537"/>
                <a:gd name="connsiteY1" fmla="*/ 0 h 159615"/>
                <a:gd name="connsiteX2" fmla="*/ 600408 w 600537"/>
                <a:gd name="connsiteY2" fmla="*/ 117433 h 159615"/>
                <a:gd name="connsiteX3" fmla="*/ 131 w 600537"/>
                <a:gd name="connsiteY3" fmla="*/ 159615 h 159615"/>
                <a:gd name="connsiteX4" fmla="*/ 124 w 600537"/>
                <a:gd name="connsiteY4" fmla="*/ 42378 h 159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0537" h="159615">
                  <a:moveTo>
                    <a:pt x="124" y="42378"/>
                  </a:moveTo>
                  <a:cubicBezTo>
                    <a:pt x="296414" y="-50243"/>
                    <a:pt x="418111" y="75773"/>
                    <a:pt x="600401" y="0"/>
                  </a:cubicBezTo>
                  <a:cubicBezTo>
                    <a:pt x="599951" y="33260"/>
                    <a:pt x="600858" y="84173"/>
                    <a:pt x="600408" y="117433"/>
                  </a:cubicBezTo>
                  <a:cubicBezTo>
                    <a:pt x="395490" y="192726"/>
                    <a:pt x="285331" y="62551"/>
                    <a:pt x="131" y="159615"/>
                  </a:cubicBezTo>
                  <a:cubicBezTo>
                    <a:pt x="-323" y="114566"/>
                    <a:pt x="578" y="87427"/>
                    <a:pt x="124" y="42378"/>
                  </a:cubicBezTo>
                  <a:close/>
                </a:path>
              </a:pathLst>
            </a:custGeom>
            <a:solidFill>
              <a:schemeClr val="accent2">
                <a:lumMod val="40000"/>
                <a:lumOff val="6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94" name="矩形 1174">
              <a:extLst>
                <a:ext uri="{FF2B5EF4-FFF2-40B4-BE49-F238E27FC236}">
                  <a16:creationId xmlns:a16="http://schemas.microsoft.com/office/drawing/2014/main" id="{04D438FE-A41D-4D6E-EACD-AE8F9526E406}"/>
                </a:ext>
              </a:extLst>
            </p:cNvPr>
            <p:cNvSpPr/>
            <p:nvPr/>
          </p:nvSpPr>
          <p:spPr>
            <a:xfrm rot="10800000">
              <a:off x="5041541" y="7045652"/>
              <a:ext cx="618707" cy="139508"/>
            </a:xfrm>
            <a:custGeom>
              <a:avLst/>
              <a:gdLst>
                <a:gd name="connsiteX0" fmla="*/ 0 w 595706"/>
                <a:gd name="connsiteY0" fmla="*/ 0 h 92965"/>
                <a:gd name="connsiteX1" fmla="*/ 595706 w 595706"/>
                <a:gd name="connsiteY1" fmla="*/ 0 h 92965"/>
                <a:gd name="connsiteX2" fmla="*/ 595706 w 595706"/>
                <a:gd name="connsiteY2" fmla="*/ 92965 h 92965"/>
                <a:gd name="connsiteX3" fmla="*/ 0 w 595706"/>
                <a:gd name="connsiteY3" fmla="*/ 92965 h 92965"/>
                <a:gd name="connsiteX4" fmla="*/ 0 w 595706"/>
                <a:gd name="connsiteY4" fmla="*/ 0 h 92965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131 w 595837"/>
                <a:gd name="connsiteY0" fmla="*/ 0 h 148754"/>
                <a:gd name="connsiteX1" fmla="*/ 595837 w 595837"/>
                <a:gd name="connsiteY1" fmla="*/ 0 h 148754"/>
                <a:gd name="connsiteX2" fmla="*/ 595837 w 595837"/>
                <a:gd name="connsiteY2" fmla="*/ 92965 h 148754"/>
                <a:gd name="connsiteX3" fmla="*/ 131 w 595837"/>
                <a:gd name="connsiteY3" fmla="*/ 148754 h 148754"/>
                <a:gd name="connsiteX4" fmla="*/ 131 w 595837"/>
                <a:gd name="connsiteY4" fmla="*/ 0 h 148754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56571"/>
                <a:gd name="connsiteX1" fmla="*/ 595837 w 595837"/>
                <a:gd name="connsiteY1" fmla="*/ 0 h 156571"/>
                <a:gd name="connsiteX2" fmla="*/ 594316 w 595837"/>
                <a:gd name="connsiteY2" fmla="*/ 141984 h 156571"/>
                <a:gd name="connsiteX3" fmla="*/ 131 w 595837"/>
                <a:gd name="connsiteY3" fmla="*/ 140590 h 156571"/>
                <a:gd name="connsiteX4" fmla="*/ 131 w 595837"/>
                <a:gd name="connsiteY4" fmla="*/ 0 h 156571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0 w 600949"/>
                <a:gd name="connsiteY0" fmla="*/ 0 h 271309"/>
                <a:gd name="connsiteX1" fmla="*/ 600949 w 600949"/>
                <a:gd name="connsiteY1" fmla="*/ 0 h 271309"/>
                <a:gd name="connsiteX2" fmla="*/ 599428 w 600949"/>
                <a:gd name="connsiteY2" fmla="*/ 141984 h 271309"/>
                <a:gd name="connsiteX3" fmla="*/ 3722 w 600949"/>
                <a:gd name="connsiteY3" fmla="*/ 271309 h 271309"/>
                <a:gd name="connsiteX4" fmla="*/ 0 w 600949"/>
                <a:gd name="connsiteY4" fmla="*/ 0 h 271309"/>
                <a:gd name="connsiteX0" fmla="*/ 0 w 599639"/>
                <a:gd name="connsiteY0" fmla="*/ 0 h 271309"/>
                <a:gd name="connsiteX1" fmla="*/ 599639 w 599639"/>
                <a:gd name="connsiteY1" fmla="*/ 0 h 271309"/>
                <a:gd name="connsiteX2" fmla="*/ 599428 w 599639"/>
                <a:gd name="connsiteY2" fmla="*/ 141984 h 271309"/>
                <a:gd name="connsiteX3" fmla="*/ 3722 w 599639"/>
                <a:gd name="connsiteY3" fmla="*/ 271309 h 271309"/>
                <a:gd name="connsiteX4" fmla="*/ 0 w 599639"/>
                <a:gd name="connsiteY4" fmla="*/ 0 h 271309"/>
                <a:gd name="connsiteX0" fmla="*/ 0 w 597018"/>
                <a:gd name="connsiteY0" fmla="*/ 0 h 271309"/>
                <a:gd name="connsiteX1" fmla="*/ 597018 w 597018"/>
                <a:gd name="connsiteY1" fmla="*/ 0 h 271309"/>
                <a:gd name="connsiteX2" fmla="*/ 596807 w 597018"/>
                <a:gd name="connsiteY2" fmla="*/ 141984 h 271309"/>
                <a:gd name="connsiteX3" fmla="*/ 1101 w 597018"/>
                <a:gd name="connsiteY3" fmla="*/ 271309 h 271309"/>
                <a:gd name="connsiteX4" fmla="*/ 0 w 597018"/>
                <a:gd name="connsiteY4" fmla="*/ 0 h 271309"/>
                <a:gd name="connsiteX0" fmla="*/ 0 w 596807"/>
                <a:gd name="connsiteY0" fmla="*/ 0 h 271309"/>
                <a:gd name="connsiteX1" fmla="*/ 591775 w 596807"/>
                <a:gd name="connsiteY1" fmla="*/ 0 h 271309"/>
                <a:gd name="connsiteX2" fmla="*/ 596807 w 596807"/>
                <a:gd name="connsiteY2" fmla="*/ 141984 h 271309"/>
                <a:gd name="connsiteX3" fmla="*/ 1101 w 596807"/>
                <a:gd name="connsiteY3" fmla="*/ 271309 h 271309"/>
                <a:gd name="connsiteX4" fmla="*/ 0 w 596807"/>
                <a:gd name="connsiteY4" fmla="*/ 0 h 271309"/>
                <a:gd name="connsiteX0" fmla="*/ 0 w 596807"/>
                <a:gd name="connsiteY0" fmla="*/ 0 h 271309"/>
                <a:gd name="connsiteX1" fmla="*/ 595708 w 596807"/>
                <a:gd name="connsiteY1" fmla="*/ 0 h 271309"/>
                <a:gd name="connsiteX2" fmla="*/ 596807 w 596807"/>
                <a:gd name="connsiteY2" fmla="*/ 141984 h 271309"/>
                <a:gd name="connsiteX3" fmla="*/ 1101 w 596807"/>
                <a:gd name="connsiteY3" fmla="*/ 271309 h 271309"/>
                <a:gd name="connsiteX4" fmla="*/ 0 w 596807"/>
                <a:gd name="connsiteY4" fmla="*/ 0 h 271309"/>
                <a:gd name="connsiteX0" fmla="*/ 0 w 595708"/>
                <a:gd name="connsiteY0" fmla="*/ 0 h 271309"/>
                <a:gd name="connsiteX1" fmla="*/ 595708 w 595708"/>
                <a:gd name="connsiteY1" fmla="*/ 0 h 271309"/>
                <a:gd name="connsiteX2" fmla="*/ 594186 w 595708"/>
                <a:gd name="connsiteY2" fmla="*/ 141985 h 271309"/>
                <a:gd name="connsiteX3" fmla="*/ 1101 w 595708"/>
                <a:gd name="connsiteY3" fmla="*/ 271309 h 271309"/>
                <a:gd name="connsiteX4" fmla="*/ 0 w 595708"/>
                <a:gd name="connsiteY4" fmla="*/ 0 h 271309"/>
                <a:gd name="connsiteX0" fmla="*/ 0 w 596439"/>
                <a:gd name="connsiteY0" fmla="*/ 109083 h 380392"/>
                <a:gd name="connsiteX1" fmla="*/ 595708 w 596439"/>
                <a:gd name="connsiteY1" fmla="*/ 109083 h 380392"/>
                <a:gd name="connsiteX2" fmla="*/ 594186 w 596439"/>
                <a:gd name="connsiteY2" fmla="*/ 251068 h 380392"/>
                <a:gd name="connsiteX3" fmla="*/ 1101 w 596439"/>
                <a:gd name="connsiteY3" fmla="*/ 380392 h 380392"/>
                <a:gd name="connsiteX4" fmla="*/ 0 w 596439"/>
                <a:gd name="connsiteY4" fmla="*/ 109083 h 380392"/>
                <a:gd name="connsiteX0" fmla="*/ 0 w 595708"/>
                <a:gd name="connsiteY0" fmla="*/ 0 h 271309"/>
                <a:gd name="connsiteX1" fmla="*/ 595708 w 595708"/>
                <a:gd name="connsiteY1" fmla="*/ 0 h 271309"/>
                <a:gd name="connsiteX2" fmla="*/ 594186 w 595708"/>
                <a:gd name="connsiteY2" fmla="*/ 141985 h 271309"/>
                <a:gd name="connsiteX3" fmla="*/ 1101 w 595708"/>
                <a:gd name="connsiteY3" fmla="*/ 271309 h 271309"/>
                <a:gd name="connsiteX4" fmla="*/ 0 w 595708"/>
                <a:gd name="connsiteY4" fmla="*/ 0 h 271309"/>
                <a:gd name="connsiteX0" fmla="*/ 0 w 596808"/>
                <a:gd name="connsiteY0" fmla="*/ 0 h 271309"/>
                <a:gd name="connsiteX1" fmla="*/ 595708 w 596808"/>
                <a:gd name="connsiteY1" fmla="*/ 0 h 271309"/>
                <a:gd name="connsiteX2" fmla="*/ 596808 w 596808"/>
                <a:gd name="connsiteY2" fmla="*/ 141985 h 271309"/>
                <a:gd name="connsiteX3" fmla="*/ 1101 w 596808"/>
                <a:gd name="connsiteY3" fmla="*/ 271309 h 271309"/>
                <a:gd name="connsiteX4" fmla="*/ 0 w 596808"/>
                <a:gd name="connsiteY4" fmla="*/ 0 h 271309"/>
                <a:gd name="connsiteX0" fmla="*/ 0 w 596808"/>
                <a:gd name="connsiteY0" fmla="*/ 0 h 271309"/>
                <a:gd name="connsiteX1" fmla="*/ 595708 w 596808"/>
                <a:gd name="connsiteY1" fmla="*/ 0 h 271309"/>
                <a:gd name="connsiteX2" fmla="*/ 596808 w 596808"/>
                <a:gd name="connsiteY2" fmla="*/ 141985 h 271309"/>
                <a:gd name="connsiteX3" fmla="*/ 1101 w 596808"/>
                <a:gd name="connsiteY3" fmla="*/ 271309 h 271309"/>
                <a:gd name="connsiteX4" fmla="*/ 0 w 596808"/>
                <a:gd name="connsiteY4" fmla="*/ 0 h 271309"/>
                <a:gd name="connsiteX0" fmla="*/ 0 w 596808"/>
                <a:gd name="connsiteY0" fmla="*/ 0 h 271309"/>
                <a:gd name="connsiteX1" fmla="*/ 595708 w 596808"/>
                <a:gd name="connsiteY1" fmla="*/ 0 h 271309"/>
                <a:gd name="connsiteX2" fmla="*/ 596808 w 596808"/>
                <a:gd name="connsiteY2" fmla="*/ 141985 h 271309"/>
                <a:gd name="connsiteX3" fmla="*/ 1101 w 596808"/>
                <a:gd name="connsiteY3" fmla="*/ 271309 h 271309"/>
                <a:gd name="connsiteX4" fmla="*/ 0 w 596808"/>
                <a:gd name="connsiteY4" fmla="*/ 0 h 271309"/>
                <a:gd name="connsiteX0" fmla="*/ 0 w 595708"/>
                <a:gd name="connsiteY0" fmla="*/ 0 h 271309"/>
                <a:gd name="connsiteX1" fmla="*/ 595708 w 595708"/>
                <a:gd name="connsiteY1" fmla="*/ 0 h 271309"/>
                <a:gd name="connsiteX2" fmla="*/ 594186 w 595708"/>
                <a:gd name="connsiteY2" fmla="*/ 141985 h 271309"/>
                <a:gd name="connsiteX3" fmla="*/ 1101 w 595708"/>
                <a:gd name="connsiteY3" fmla="*/ 271309 h 271309"/>
                <a:gd name="connsiteX4" fmla="*/ 0 w 595708"/>
                <a:gd name="connsiteY4" fmla="*/ 0 h 271309"/>
                <a:gd name="connsiteX0" fmla="*/ 0 w 595708"/>
                <a:gd name="connsiteY0" fmla="*/ 0 h 271309"/>
                <a:gd name="connsiteX1" fmla="*/ 595708 w 595708"/>
                <a:gd name="connsiteY1" fmla="*/ 0 h 271309"/>
                <a:gd name="connsiteX2" fmla="*/ 594186 w 595708"/>
                <a:gd name="connsiteY2" fmla="*/ 141985 h 271309"/>
                <a:gd name="connsiteX3" fmla="*/ 1101 w 595708"/>
                <a:gd name="connsiteY3" fmla="*/ 271309 h 271309"/>
                <a:gd name="connsiteX4" fmla="*/ 0 w 595708"/>
                <a:gd name="connsiteY4" fmla="*/ 0 h 271309"/>
                <a:gd name="connsiteX0" fmla="*/ 0 w 595936"/>
                <a:gd name="connsiteY0" fmla="*/ 0 h 271309"/>
                <a:gd name="connsiteX1" fmla="*/ 595708 w 595936"/>
                <a:gd name="connsiteY1" fmla="*/ 0 h 271309"/>
                <a:gd name="connsiteX2" fmla="*/ 594186 w 595936"/>
                <a:gd name="connsiteY2" fmla="*/ 141985 h 271309"/>
                <a:gd name="connsiteX3" fmla="*/ 1101 w 595936"/>
                <a:gd name="connsiteY3" fmla="*/ 271309 h 271309"/>
                <a:gd name="connsiteX4" fmla="*/ 0 w 595936"/>
                <a:gd name="connsiteY4" fmla="*/ 0 h 271309"/>
                <a:gd name="connsiteX0" fmla="*/ 319 w 596255"/>
                <a:gd name="connsiteY0" fmla="*/ 0 h 271309"/>
                <a:gd name="connsiteX1" fmla="*/ 596027 w 596255"/>
                <a:gd name="connsiteY1" fmla="*/ 0 h 271309"/>
                <a:gd name="connsiteX2" fmla="*/ 594505 w 596255"/>
                <a:gd name="connsiteY2" fmla="*/ 141985 h 271309"/>
                <a:gd name="connsiteX3" fmla="*/ 110 w 596255"/>
                <a:gd name="connsiteY3" fmla="*/ 271309 h 271309"/>
                <a:gd name="connsiteX4" fmla="*/ 319 w 596255"/>
                <a:gd name="connsiteY4" fmla="*/ 0 h 271309"/>
                <a:gd name="connsiteX0" fmla="*/ 0 w 595936"/>
                <a:gd name="connsiteY0" fmla="*/ 0 h 271309"/>
                <a:gd name="connsiteX1" fmla="*/ 595708 w 595936"/>
                <a:gd name="connsiteY1" fmla="*/ 0 h 271309"/>
                <a:gd name="connsiteX2" fmla="*/ 594186 w 595936"/>
                <a:gd name="connsiteY2" fmla="*/ 141985 h 271309"/>
                <a:gd name="connsiteX3" fmla="*/ 1101 w 595936"/>
                <a:gd name="connsiteY3" fmla="*/ 271309 h 271309"/>
                <a:gd name="connsiteX4" fmla="*/ 0 w 595936"/>
                <a:gd name="connsiteY4" fmla="*/ 0 h 271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5936" h="271309">
                  <a:moveTo>
                    <a:pt x="0" y="0"/>
                  </a:moveTo>
                  <a:lnTo>
                    <a:pt x="595708" y="0"/>
                  </a:lnTo>
                  <a:cubicBezTo>
                    <a:pt x="595708" y="30988"/>
                    <a:pt x="596806" y="39550"/>
                    <a:pt x="594186" y="141985"/>
                  </a:cubicBezTo>
                  <a:cubicBezTo>
                    <a:pt x="404809" y="352086"/>
                    <a:pt x="341643" y="22672"/>
                    <a:pt x="1101" y="271309"/>
                  </a:cubicBezTo>
                  <a:cubicBezTo>
                    <a:pt x="647" y="226260"/>
                    <a:pt x="454" y="45049"/>
                    <a:pt x="0" y="0"/>
                  </a:cubicBez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696" name="组合 695">
              <a:extLst>
                <a:ext uri="{FF2B5EF4-FFF2-40B4-BE49-F238E27FC236}">
                  <a16:creationId xmlns:a16="http://schemas.microsoft.com/office/drawing/2014/main" id="{C021C280-4CEE-1C54-3FAB-013FDDAD87C0}"/>
                </a:ext>
              </a:extLst>
            </p:cNvPr>
            <p:cNvGrpSpPr/>
            <p:nvPr/>
          </p:nvGrpSpPr>
          <p:grpSpPr>
            <a:xfrm>
              <a:off x="5040167" y="6521415"/>
              <a:ext cx="621640" cy="663817"/>
              <a:chOff x="3656357" y="6507685"/>
              <a:chExt cx="621640" cy="663817"/>
            </a:xfrm>
          </p:grpSpPr>
          <p:sp>
            <p:nvSpPr>
              <p:cNvPr id="704" name="矩形 703">
                <a:extLst>
                  <a:ext uri="{FF2B5EF4-FFF2-40B4-BE49-F238E27FC236}">
                    <a16:creationId xmlns:a16="http://schemas.microsoft.com/office/drawing/2014/main" id="{0925CB65-BB1C-1AA8-04E0-F30934F933A3}"/>
                  </a:ext>
                </a:extLst>
              </p:cNvPr>
              <p:cNvSpPr/>
              <p:nvPr/>
            </p:nvSpPr>
            <p:spPr>
              <a:xfrm>
                <a:off x="3656465" y="6640950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05" name="矩形 704">
                <a:extLst>
                  <a:ext uri="{FF2B5EF4-FFF2-40B4-BE49-F238E27FC236}">
                    <a16:creationId xmlns:a16="http://schemas.microsoft.com/office/drawing/2014/main" id="{0EEF1A3D-CDEA-0190-ABC5-85AA05116C74}"/>
                  </a:ext>
                </a:extLst>
              </p:cNvPr>
              <p:cNvSpPr/>
              <p:nvPr/>
            </p:nvSpPr>
            <p:spPr>
              <a:xfrm>
                <a:off x="3811875" y="6640950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06" name="矩形 705">
                <a:extLst>
                  <a:ext uri="{FF2B5EF4-FFF2-40B4-BE49-F238E27FC236}">
                    <a16:creationId xmlns:a16="http://schemas.microsoft.com/office/drawing/2014/main" id="{104A2DBE-2E3C-1CF9-25A9-FF2BC4D85C17}"/>
                  </a:ext>
                </a:extLst>
              </p:cNvPr>
              <p:cNvSpPr/>
              <p:nvPr/>
            </p:nvSpPr>
            <p:spPr>
              <a:xfrm>
                <a:off x="3967285" y="6640950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07" name="矩形 706">
                <a:extLst>
                  <a:ext uri="{FF2B5EF4-FFF2-40B4-BE49-F238E27FC236}">
                    <a16:creationId xmlns:a16="http://schemas.microsoft.com/office/drawing/2014/main" id="{3B017BC9-0618-A245-A422-D1137A690B20}"/>
                  </a:ext>
                </a:extLst>
              </p:cNvPr>
              <p:cNvSpPr/>
              <p:nvPr/>
            </p:nvSpPr>
            <p:spPr>
              <a:xfrm>
                <a:off x="4122695" y="6640950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08" name="矩形 707">
                <a:extLst>
                  <a:ext uri="{FF2B5EF4-FFF2-40B4-BE49-F238E27FC236}">
                    <a16:creationId xmlns:a16="http://schemas.microsoft.com/office/drawing/2014/main" id="{A5541330-883F-09A0-DDFB-23BDF9D5DD74}"/>
                  </a:ext>
                </a:extLst>
              </p:cNvPr>
              <p:cNvSpPr/>
              <p:nvPr/>
            </p:nvSpPr>
            <p:spPr>
              <a:xfrm>
                <a:off x="3656465" y="6773574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09" name="矩形 708">
                <a:extLst>
                  <a:ext uri="{FF2B5EF4-FFF2-40B4-BE49-F238E27FC236}">
                    <a16:creationId xmlns:a16="http://schemas.microsoft.com/office/drawing/2014/main" id="{B5BF7C6B-8776-B45F-1F8B-2A5C8B074048}"/>
                  </a:ext>
                </a:extLst>
              </p:cNvPr>
              <p:cNvSpPr/>
              <p:nvPr/>
            </p:nvSpPr>
            <p:spPr>
              <a:xfrm>
                <a:off x="3811875" y="6773574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10" name="矩形 709">
                <a:extLst>
                  <a:ext uri="{FF2B5EF4-FFF2-40B4-BE49-F238E27FC236}">
                    <a16:creationId xmlns:a16="http://schemas.microsoft.com/office/drawing/2014/main" id="{91F472D2-F07A-DFF6-BD88-BC8BD19D31A6}"/>
                  </a:ext>
                </a:extLst>
              </p:cNvPr>
              <p:cNvSpPr/>
              <p:nvPr/>
            </p:nvSpPr>
            <p:spPr>
              <a:xfrm>
                <a:off x="3967285" y="6773574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11" name="矩形 710">
                <a:extLst>
                  <a:ext uri="{FF2B5EF4-FFF2-40B4-BE49-F238E27FC236}">
                    <a16:creationId xmlns:a16="http://schemas.microsoft.com/office/drawing/2014/main" id="{18DB2E74-869C-D7F1-C503-33FD2BC50E09}"/>
                  </a:ext>
                </a:extLst>
              </p:cNvPr>
              <p:cNvSpPr/>
              <p:nvPr/>
            </p:nvSpPr>
            <p:spPr>
              <a:xfrm>
                <a:off x="4122695" y="6773574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12" name="矩形 711">
                <a:extLst>
                  <a:ext uri="{FF2B5EF4-FFF2-40B4-BE49-F238E27FC236}">
                    <a16:creationId xmlns:a16="http://schemas.microsoft.com/office/drawing/2014/main" id="{DB019D52-4825-F2EA-5D9D-5CB1E48F65C6}"/>
                  </a:ext>
                </a:extLst>
              </p:cNvPr>
              <p:cNvSpPr/>
              <p:nvPr/>
            </p:nvSpPr>
            <p:spPr>
              <a:xfrm>
                <a:off x="3656357" y="690625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13" name="矩形 712">
                <a:extLst>
                  <a:ext uri="{FF2B5EF4-FFF2-40B4-BE49-F238E27FC236}">
                    <a16:creationId xmlns:a16="http://schemas.microsoft.com/office/drawing/2014/main" id="{119144CC-73AB-F977-F02E-D22AA4B8C52D}"/>
                  </a:ext>
                </a:extLst>
              </p:cNvPr>
              <p:cNvSpPr/>
              <p:nvPr/>
            </p:nvSpPr>
            <p:spPr>
              <a:xfrm>
                <a:off x="3811767" y="690625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14" name="矩形 713">
                <a:extLst>
                  <a:ext uri="{FF2B5EF4-FFF2-40B4-BE49-F238E27FC236}">
                    <a16:creationId xmlns:a16="http://schemas.microsoft.com/office/drawing/2014/main" id="{9749B7A1-E929-BD3D-2844-26AC403D34AC}"/>
                  </a:ext>
                </a:extLst>
              </p:cNvPr>
              <p:cNvSpPr/>
              <p:nvPr/>
            </p:nvSpPr>
            <p:spPr>
              <a:xfrm>
                <a:off x="3967177" y="690625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15" name="矩形 714">
                <a:extLst>
                  <a:ext uri="{FF2B5EF4-FFF2-40B4-BE49-F238E27FC236}">
                    <a16:creationId xmlns:a16="http://schemas.microsoft.com/office/drawing/2014/main" id="{DA321C66-E38B-5A7C-4F9C-A4C390A2A3F3}"/>
                  </a:ext>
                </a:extLst>
              </p:cNvPr>
              <p:cNvSpPr/>
              <p:nvPr/>
            </p:nvSpPr>
            <p:spPr>
              <a:xfrm>
                <a:off x="4122587" y="690625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16" name="矩形 715">
                <a:extLst>
                  <a:ext uri="{FF2B5EF4-FFF2-40B4-BE49-F238E27FC236}">
                    <a16:creationId xmlns:a16="http://schemas.microsoft.com/office/drawing/2014/main" id="{367B639E-DE5A-9194-8BC8-7A4BD3E645C7}"/>
                  </a:ext>
                </a:extLst>
              </p:cNvPr>
              <p:cNvSpPr/>
              <p:nvPr/>
            </p:nvSpPr>
            <p:spPr>
              <a:xfrm>
                <a:off x="3656357" y="7038879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24" name="矩形 723">
                <a:extLst>
                  <a:ext uri="{FF2B5EF4-FFF2-40B4-BE49-F238E27FC236}">
                    <a16:creationId xmlns:a16="http://schemas.microsoft.com/office/drawing/2014/main" id="{F87F7574-D6E1-50F6-BE18-D5B8F1AA20E7}"/>
                  </a:ext>
                </a:extLst>
              </p:cNvPr>
              <p:cNvSpPr/>
              <p:nvPr/>
            </p:nvSpPr>
            <p:spPr>
              <a:xfrm>
                <a:off x="3811767" y="7038879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25" name="矩形 724">
                <a:extLst>
                  <a:ext uri="{FF2B5EF4-FFF2-40B4-BE49-F238E27FC236}">
                    <a16:creationId xmlns:a16="http://schemas.microsoft.com/office/drawing/2014/main" id="{8D8E660A-5468-698F-DB29-E2A5267A1B24}"/>
                  </a:ext>
                </a:extLst>
              </p:cNvPr>
              <p:cNvSpPr/>
              <p:nvPr/>
            </p:nvSpPr>
            <p:spPr>
              <a:xfrm>
                <a:off x="3967177" y="7038879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26" name="矩形 725">
                <a:extLst>
                  <a:ext uri="{FF2B5EF4-FFF2-40B4-BE49-F238E27FC236}">
                    <a16:creationId xmlns:a16="http://schemas.microsoft.com/office/drawing/2014/main" id="{4CEEF568-C707-6FB5-5BCD-D067E1F7E167}"/>
                  </a:ext>
                </a:extLst>
              </p:cNvPr>
              <p:cNvSpPr/>
              <p:nvPr/>
            </p:nvSpPr>
            <p:spPr>
              <a:xfrm>
                <a:off x="4122587" y="7038879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27" name="矩形 726">
                <a:extLst>
                  <a:ext uri="{FF2B5EF4-FFF2-40B4-BE49-F238E27FC236}">
                    <a16:creationId xmlns:a16="http://schemas.microsoft.com/office/drawing/2014/main" id="{3F5E0304-0DAE-4FE6-8BCA-CABACD65FDF0}"/>
                  </a:ext>
                </a:extLst>
              </p:cNvPr>
              <p:cNvSpPr/>
              <p:nvPr/>
            </p:nvSpPr>
            <p:spPr>
              <a:xfrm>
                <a:off x="3656357" y="650768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28" name="矩形 727">
                <a:extLst>
                  <a:ext uri="{FF2B5EF4-FFF2-40B4-BE49-F238E27FC236}">
                    <a16:creationId xmlns:a16="http://schemas.microsoft.com/office/drawing/2014/main" id="{3C379674-0092-40BB-1636-3CC7D8DD7694}"/>
                  </a:ext>
                </a:extLst>
              </p:cNvPr>
              <p:cNvSpPr/>
              <p:nvPr/>
            </p:nvSpPr>
            <p:spPr>
              <a:xfrm>
                <a:off x="3811767" y="650768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29" name="矩形 728">
                <a:extLst>
                  <a:ext uri="{FF2B5EF4-FFF2-40B4-BE49-F238E27FC236}">
                    <a16:creationId xmlns:a16="http://schemas.microsoft.com/office/drawing/2014/main" id="{5C405B80-EC6B-8B7C-EA33-480ECC9F1A16}"/>
                  </a:ext>
                </a:extLst>
              </p:cNvPr>
              <p:cNvSpPr/>
              <p:nvPr/>
            </p:nvSpPr>
            <p:spPr>
              <a:xfrm>
                <a:off x="3967177" y="650768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30" name="矩形 729">
                <a:extLst>
                  <a:ext uri="{FF2B5EF4-FFF2-40B4-BE49-F238E27FC236}">
                    <a16:creationId xmlns:a16="http://schemas.microsoft.com/office/drawing/2014/main" id="{9F63CC71-5E3C-B338-C352-FC38EFAE2557}"/>
                  </a:ext>
                </a:extLst>
              </p:cNvPr>
              <p:cNvSpPr/>
              <p:nvPr/>
            </p:nvSpPr>
            <p:spPr>
              <a:xfrm>
                <a:off x="4122587" y="650768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53" name="组合 52">
            <a:extLst>
              <a:ext uri="{FF2B5EF4-FFF2-40B4-BE49-F238E27FC236}">
                <a16:creationId xmlns:a16="http://schemas.microsoft.com/office/drawing/2014/main" id="{D4727E77-57A4-3A43-CE4C-72B04FF05925}"/>
              </a:ext>
            </a:extLst>
          </p:cNvPr>
          <p:cNvGrpSpPr/>
          <p:nvPr/>
        </p:nvGrpSpPr>
        <p:grpSpPr>
          <a:xfrm>
            <a:off x="6951059" y="6074232"/>
            <a:ext cx="621640" cy="663817"/>
            <a:chOff x="5040167" y="6521415"/>
            <a:chExt cx="621640" cy="663817"/>
          </a:xfrm>
        </p:grpSpPr>
        <p:sp>
          <p:nvSpPr>
            <p:cNvPr id="54" name="矩形 1174">
              <a:extLst>
                <a:ext uri="{FF2B5EF4-FFF2-40B4-BE49-F238E27FC236}">
                  <a16:creationId xmlns:a16="http://schemas.microsoft.com/office/drawing/2014/main" id="{C0F275F7-BBEA-AD92-9115-BB1C5EE61543}"/>
                </a:ext>
              </a:extLst>
            </p:cNvPr>
            <p:cNvSpPr/>
            <p:nvPr/>
          </p:nvSpPr>
          <p:spPr>
            <a:xfrm rot="10800000">
              <a:off x="5041542" y="6760560"/>
              <a:ext cx="618706" cy="201627"/>
            </a:xfrm>
            <a:custGeom>
              <a:avLst/>
              <a:gdLst>
                <a:gd name="connsiteX0" fmla="*/ 0 w 595706"/>
                <a:gd name="connsiteY0" fmla="*/ 0 h 92965"/>
                <a:gd name="connsiteX1" fmla="*/ 595706 w 595706"/>
                <a:gd name="connsiteY1" fmla="*/ 0 h 92965"/>
                <a:gd name="connsiteX2" fmla="*/ 595706 w 595706"/>
                <a:gd name="connsiteY2" fmla="*/ 92965 h 92965"/>
                <a:gd name="connsiteX3" fmla="*/ 0 w 595706"/>
                <a:gd name="connsiteY3" fmla="*/ 92965 h 92965"/>
                <a:gd name="connsiteX4" fmla="*/ 0 w 595706"/>
                <a:gd name="connsiteY4" fmla="*/ 0 h 92965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1422 w 594406"/>
                <a:gd name="connsiteY0" fmla="*/ 21376 h 135147"/>
                <a:gd name="connsiteX1" fmla="*/ 594406 w 594406"/>
                <a:gd name="connsiteY1" fmla="*/ 0 h 135147"/>
                <a:gd name="connsiteX2" fmla="*/ 594406 w 594406"/>
                <a:gd name="connsiteY2" fmla="*/ 92965 h 135147"/>
                <a:gd name="connsiteX3" fmla="*/ 61 w 594406"/>
                <a:gd name="connsiteY3" fmla="*/ 135147 h 135147"/>
                <a:gd name="connsiteX4" fmla="*/ 1422 w 594406"/>
                <a:gd name="connsiteY4" fmla="*/ 21376 h 135147"/>
                <a:gd name="connsiteX0" fmla="*/ 1422 w 594406"/>
                <a:gd name="connsiteY0" fmla="*/ 15599 h 135147"/>
                <a:gd name="connsiteX1" fmla="*/ 594406 w 594406"/>
                <a:gd name="connsiteY1" fmla="*/ 0 h 135147"/>
                <a:gd name="connsiteX2" fmla="*/ 594406 w 594406"/>
                <a:gd name="connsiteY2" fmla="*/ 92965 h 135147"/>
                <a:gd name="connsiteX3" fmla="*/ 61 w 594406"/>
                <a:gd name="connsiteY3" fmla="*/ 135147 h 135147"/>
                <a:gd name="connsiteX4" fmla="*/ 1422 w 594406"/>
                <a:gd name="connsiteY4" fmla="*/ 15599 h 135147"/>
                <a:gd name="connsiteX0" fmla="*/ 131 w 594476"/>
                <a:gd name="connsiteY0" fmla="*/ 4622 h 135147"/>
                <a:gd name="connsiteX1" fmla="*/ 594476 w 594476"/>
                <a:gd name="connsiteY1" fmla="*/ 0 h 135147"/>
                <a:gd name="connsiteX2" fmla="*/ 594476 w 594476"/>
                <a:gd name="connsiteY2" fmla="*/ 92965 h 135147"/>
                <a:gd name="connsiteX3" fmla="*/ 131 w 594476"/>
                <a:gd name="connsiteY3" fmla="*/ 135147 h 135147"/>
                <a:gd name="connsiteX4" fmla="*/ 131 w 594476"/>
                <a:gd name="connsiteY4" fmla="*/ 4622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22423 h 139660"/>
                <a:gd name="connsiteX1" fmla="*/ 595706 w 595706"/>
                <a:gd name="connsiteY1" fmla="*/ 4513 h 139660"/>
                <a:gd name="connsiteX2" fmla="*/ 595706 w 595706"/>
                <a:gd name="connsiteY2" fmla="*/ 97478 h 139660"/>
                <a:gd name="connsiteX3" fmla="*/ 1361 w 595706"/>
                <a:gd name="connsiteY3" fmla="*/ 139660 h 139660"/>
                <a:gd name="connsiteX4" fmla="*/ 0 w 595706"/>
                <a:gd name="connsiteY4" fmla="*/ 22423 h 139660"/>
                <a:gd name="connsiteX0" fmla="*/ 0 w 595706"/>
                <a:gd name="connsiteY0" fmla="*/ 26413 h 143650"/>
                <a:gd name="connsiteX1" fmla="*/ 595706 w 595706"/>
                <a:gd name="connsiteY1" fmla="*/ 8503 h 143650"/>
                <a:gd name="connsiteX2" fmla="*/ 595706 w 595706"/>
                <a:gd name="connsiteY2" fmla="*/ 101468 h 143650"/>
                <a:gd name="connsiteX3" fmla="*/ 1361 w 595706"/>
                <a:gd name="connsiteY3" fmla="*/ 143650 h 143650"/>
                <a:gd name="connsiteX4" fmla="*/ 0 w 595706"/>
                <a:gd name="connsiteY4" fmla="*/ 26413 h 143650"/>
                <a:gd name="connsiteX0" fmla="*/ 0 w 595706"/>
                <a:gd name="connsiteY0" fmla="*/ 21286 h 138523"/>
                <a:gd name="connsiteX1" fmla="*/ 595706 w 595706"/>
                <a:gd name="connsiteY1" fmla="*/ 3376 h 138523"/>
                <a:gd name="connsiteX2" fmla="*/ 595706 w 595706"/>
                <a:gd name="connsiteY2" fmla="*/ 96341 h 138523"/>
                <a:gd name="connsiteX3" fmla="*/ 1361 w 595706"/>
                <a:gd name="connsiteY3" fmla="*/ 138523 h 138523"/>
                <a:gd name="connsiteX4" fmla="*/ 0 w 595706"/>
                <a:gd name="connsiteY4" fmla="*/ 21286 h 138523"/>
                <a:gd name="connsiteX0" fmla="*/ 0 w 595706"/>
                <a:gd name="connsiteY0" fmla="*/ 22534 h 139771"/>
                <a:gd name="connsiteX1" fmla="*/ 595706 w 595706"/>
                <a:gd name="connsiteY1" fmla="*/ 4624 h 139771"/>
                <a:gd name="connsiteX2" fmla="*/ 595706 w 595706"/>
                <a:gd name="connsiteY2" fmla="*/ 97589 h 139771"/>
                <a:gd name="connsiteX3" fmla="*/ 1361 w 595706"/>
                <a:gd name="connsiteY3" fmla="*/ 139771 h 139771"/>
                <a:gd name="connsiteX4" fmla="*/ 0 w 595706"/>
                <a:gd name="connsiteY4" fmla="*/ 22534 h 139771"/>
                <a:gd name="connsiteX0" fmla="*/ 0 w 595706"/>
                <a:gd name="connsiteY0" fmla="*/ 23494 h 140731"/>
                <a:gd name="connsiteX1" fmla="*/ 595706 w 595706"/>
                <a:gd name="connsiteY1" fmla="*/ 2118 h 140731"/>
                <a:gd name="connsiteX2" fmla="*/ 595706 w 595706"/>
                <a:gd name="connsiteY2" fmla="*/ 98549 h 140731"/>
                <a:gd name="connsiteX3" fmla="*/ 1361 w 595706"/>
                <a:gd name="connsiteY3" fmla="*/ 140731 h 140731"/>
                <a:gd name="connsiteX4" fmla="*/ 0 w 595706"/>
                <a:gd name="connsiteY4" fmla="*/ 23494 h 140731"/>
                <a:gd name="connsiteX0" fmla="*/ 0 w 595706"/>
                <a:gd name="connsiteY0" fmla="*/ 23494 h 140731"/>
                <a:gd name="connsiteX1" fmla="*/ 595706 w 595706"/>
                <a:gd name="connsiteY1" fmla="*/ 2118 h 140731"/>
                <a:gd name="connsiteX2" fmla="*/ 595706 w 595706"/>
                <a:gd name="connsiteY2" fmla="*/ 98549 h 140731"/>
                <a:gd name="connsiteX3" fmla="*/ 1361 w 595706"/>
                <a:gd name="connsiteY3" fmla="*/ 140731 h 140731"/>
                <a:gd name="connsiteX4" fmla="*/ 0 w 595706"/>
                <a:gd name="connsiteY4" fmla="*/ 23494 h 140731"/>
                <a:gd name="connsiteX0" fmla="*/ 0 w 595706"/>
                <a:gd name="connsiteY0" fmla="*/ 25030 h 142267"/>
                <a:gd name="connsiteX1" fmla="*/ 595706 w 595706"/>
                <a:gd name="connsiteY1" fmla="*/ 3654 h 142267"/>
                <a:gd name="connsiteX2" fmla="*/ 595706 w 595706"/>
                <a:gd name="connsiteY2" fmla="*/ 100085 h 142267"/>
                <a:gd name="connsiteX3" fmla="*/ 1361 w 595706"/>
                <a:gd name="connsiteY3" fmla="*/ 142267 h 142267"/>
                <a:gd name="connsiteX4" fmla="*/ 0 w 595706"/>
                <a:gd name="connsiteY4" fmla="*/ 25030 h 142267"/>
                <a:gd name="connsiteX0" fmla="*/ 0 w 595706"/>
                <a:gd name="connsiteY0" fmla="*/ 22091 h 139328"/>
                <a:gd name="connsiteX1" fmla="*/ 595706 w 595706"/>
                <a:gd name="connsiteY1" fmla="*/ 715 h 139328"/>
                <a:gd name="connsiteX2" fmla="*/ 595706 w 595706"/>
                <a:gd name="connsiteY2" fmla="*/ 97146 h 139328"/>
                <a:gd name="connsiteX3" fmla="*/ 1361 w 595706"/>
                <a:gd name="connsiteY3" fmla="*/ 139328 h 139328"/>
                <a:gd name="connsiteX4" fmla="*/ 0 w 595706"/>
                <a:gd name="connsiteY4" fmla="*/ 22091 h 139328"/>
                <a:gd name="connsiteX0" fmla="*/ 0 w 595706"/>
                <a:gd name="connsiteY0" fmla="*/ 23573 h 140810"/>
                <a:gd name="connsiteX1" fmla="*/ 595706 w 595706"/>
                <a:gd name="connsiteY1" fmla="*/ 2197 h 140810"/>
                <a:gd name="connsiteX2" fmla="*/ 595706 w 595706"/>
                <a:gd name="connsiteY2" fmla="*/ 98628 h 140810"/>
                <a:gd name="connsiteX3" fmla="*/ 1361 w 595706"/>
                <a:gd name="connsiteY3" fmla="*/ 140810 h 140810"/>
                <a:gd name="connsiteX4" fmla="*/ 0 w 595706"/>
                <a:gd name="connsiteY4" fmla="*/ 23573 h 140810"/>
                <a:gd name="connsiteX0" fmla="*/ 0 w 595706"/>
                <a:gd name="connsiteY0" fmla="*/ 21908 h 139145"/>
                <a:gd name="connsiteX1" fmla="*/ 595706 w 595706"/>
                <a:gd name="connsiteY1" fmla="*/ 532 h 139145"/>
                <a:gd name="connsiteX2" fmla="*/ 595706 w 595706"/>
                <a:gd name="connsiteY2" fmla="*/ 96963 h 139145"/>
                <a:gd name="connsiteX3" fmla="*/ 1361 w 595706"/>
                <a:gd name="connsiteY3" fmla="*/ 139145 h 139145"/>
                <a:gd name="connsiteX4" fmla="*/ 0 w 595706"/>
                <a:gd name="connsiteY4" fmla="*/ 21908 h 139145"/>
                <a:gd name="connsiteX0" fmla="*/ 0 w 595706"/>
                <a:gd name="connsiteY0" fmla="*/ 23863 h 141100"/>
                <a:gd name="connsiteX1" fmla="*/ 595706 w 595706"/>
                <a:gd name="connsiteY1" fmla="*/ 2487 h 141100"/>
                <a:gd name="connsiteX2" fmla="*/ 595706 w 595706"/>
                <a:gd name="connsiteY2" fmla="*/ 98918 h 141100"/>
                <a:gd name="connsiteX3" fmla="*/ 1361 w 595706"/>
                <a:gd name="connsiteY3" fmla="*/ 141100 h 141100"/>
                <a:gd name="connsiteX4" fmla="*/ 0 w 595706"/>
                <a:gd name="connsiteY4" fmla="*/ 23863 h 141100"/>
                <a:gd name="connsiteX0" fmla="*/ 0 w 595706"/>
                <a:gd name="connsiteY0" fmla="*/ 24472 h 141709"/>
                <a:gd name="connsiteX1" fmla="*/ 595706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0 w 595706"/>
                <a:gd name="connsiteY0" fmla="*/ 24267 h 141504"/>
                <a:gd name="connsiteX1" fmla="*/ 595706 w 595706"/>
                <a:gd name="connsiteY1" fmla="*/ 2891 h 141504"/>
                <a:gd name="connsiteX2" fmla="*/ 595706 w 595706"/>
                <a:gd name="connsiteY2" fmla="*/ 99322 h 141504"/>
                <a:gd name="connsiteX3" fmla="*/ 1361 w 595706"/>
                <a:gd name="connsiteY3" fmla="*/ 141504 h 141504"/>
                <a:gd name="connsiteX4" fmla="*/ 0 w 595706"/>
                <a:gd name="connsiteY4" fmla="*/ 24267 h 141504"/>
                <a:gd name="connsiteX0" fmla="*/ 0 w 595706"/>
                <a:gd name="connsiteY0" fmla="*/ 24472 h 141709"/>
                <a:gd name="connsiteX1" fmla="*/ 595706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0 w 595706"/>
                <a:gd name="connsiteY0" fmla="*/ 24472 h 141709"/>
                <a:gd name="connsiteX1" fmla="*/ 594353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124 w 595830"/>
                <a:gd name="connsiteY0" fmla="*/ 24472 h 141709"/>
                <a:gd name="connsiteX1" fmla="*/ 594477 w 595830"/>
                <a:gd name="connsiteY1" fmla="*/ 3096 h 141709"/>
                <a:gd name="connsiteX2" fmla="*/ 595830 w 595830"/>
                <a:gd name="connsiteY2" fmla="*/ 99527 h 141709"/>
                <a:gd name="connsiteX3" fmla="*/ 131 w 595830"/>
                <a:gd name="connsiteY3" fmla="*/ 141709 h 141709"/>
                <a:gd name="connsiteX4" fmla="*/ 124 w 595830"/>
                <a:gd name="connsiteY4" fmla="*/ 24472 h 141709"/>
                <a:gd name="connsiteX0" fmla="*/ 124 w 597179"/>
                <a:gd name="connsiteY0" fmla="*/ 25207 h 142444"/>
                <a:gd name="connsiteX1" fmla="*/ 597179 w 597179"/>
                <a:gd name="connsiteY1" fmla="*/ 481 h 142444"/>
                <a:gd name="connsiteX2" fmla="*/ 595830 w 597179"/>
                <a:gd name="connsiteY2" fmla="*/ 100262 h 142444"/>
                <a:gd name="connsiteX3" fmla="*/ 131 w 597179"/>
                <a:gd name="connsiteY3" fmla="*/ 142444 h 142444"/>
                <a:gd name="connsiteX4" fmla="*/ 124 w 597179"/>
                <a:gd name="connsiteY4" fmla="*/ 25207 h 142444"/>
                <a:gd name="connsiteX0" fmla="*/ 124 w 595889"/>
                <a:gd name="connsiteY0" fmla="*/ 25842 h 143079"/>
                <a:gd name="connsiteX1" fmla="*/ 594477 w 595889"/>
                <a:gd name="connsiteY1" fmla="*/ 0 h 143079"/>
                <a:gd name="connsiteX2" fmla="*/ 595830 w 595889"/>
                <a:gd name="connsiteY2" fmla="*/ 100897 h 143079"/>
                <a:gd name="connsiteX3" fmla="*/ 131 w 595889"/>
                <a:gd name="connsiteY3" fmla="*/ 143079 h 143079"/>
                <a:gd name="connsiteX4" fmla="*/ 124 w 595889"/>
                <a:gd name="connsiteY4" fmla="*/ 25842 h 143079"/>
                <a:gd name="connsiteX0" fmla="*/ 124 w 595889"/>
                <a:gd name="connsiteY0" fmla="*/ 24713 h 141950"/>
                <a:gd name="connsiteX1" fmla="*/ 594477 w 595889"/>
                <a:gd name="connsiteY1" fmla="*/ 2221 h 141950"/>
                <a:gd name="connsiteX2" fmla="*/ 595830 w 595889"/>
                <a:gd name="connsiteY2" fmla="*/ 99768 h 141950"/>
                <a:gd name="connsiteX3" fmla="*/ 131 w 595889"/>
                <a:gd name="connsiteY3" fmla="*/ 141950 h 141950"/>
                <a:gd name="connsiteX4" fmla="*/ 124 w 595889"/>
                <a:gd name="connsiteY4" fmla="*/ 24713 h 141950"/>
                <a:gd name="connsiteX0" fmla="*/ 124 w 595959"/>
                <a:gd name="connsiteY0" fmla="*/ 24713 h 141950"/>
                <a:gd name="connsiteX1" fmla="*/ 595828 w 595959"/>
                <a:gd name="connsiteY1" fmla="*/ 2221 h 141950"/>
                <a:gd name="connsiteX2" fmla="*/ 595830 w 595959"/>
                <a:gd name="connsiteY2" fmla="*/ 99768 h 141950"/>
                <a:gd name="connsiteX3" fmla="*/ 131 w 595959"/>
                <a:gd name="connsiteY3" fmla="*/ 141950 h 141950"/>
                <a:gd name="connsiteX4" fmla="*/ 124 w 595959"/>
                <a:gd name="connsiteY4" fmla="*/ 24713 h 141950"/>
                <a:gd name="connsiteX0" fmla="*/ 124 w 595959"/>
                <a:gd name="connsiteY0" fmla="*/ 24925 h 142162"/>
                <a:gd name="connsiteX1" fmla="*/ 595828 w 595959"/>
                <a:gd name="connsiteY1" fmla="*/ 2433 h 142162"/>
                <a:gd name="connsiteX2" fmla="*/ 595830 w 595959"/>
                <a:gd name="connsiteY2" fmla="*/ 99980 h 142162"/>
                <a:gd name="connsiteX3" fmla="*/ 131 w 595959"/>
                <a:gd name="connsiteY3" fmla="*/ 142162 h 142162"/>
                <a:gd name="connsiteX4" fmla="*/ 124 w 595959"/>
                <a:gd name="connsiteY4" fmla="*/ 24925 h 142162"/>
                <a:gd name="connsiteX0" fmla="*/ 124 w 595959"/>
                <a:gd name="connsiteY0" fmla="*/ 22492 h 139729"/>
                <a:gd name="connsiteX1" fmla="*/ 595828 w 595959"/>
                <a:gd name="connsiteY1" fmla="*/ 0 h 139729"/>
                <a:gd name="connsiteX2" fmla="*/ 595830 w 595959"/>
                <a:gd name="connsiteY2" fmla="*/ 97547 h 139729"/>
                <a:gd name="connsiteX3" fmla="*/ 131 w 595959"/>
                <a:gd name="connsiteY3" fmla="*/ 139729 h 139729"/>
                <a:gd name="connsiteX4" fmla="*/ 124 w 595959"/>
                <a:gd name="connsiteY4" fmla="*/ 22492 h 139729"/>
                <a:gd name="connsiteX0" fmla="*/ 124 w 595959"/>
                <a:gd name="connsiteY0" fmla="*/ 25585 h 142822"/>
                <a:gd name="connsiteX1" fmla="*/ 595828 w 595959"/>
                <a:gd name="connsiteY1" fmla="*/ 3093 h 142822"/>
                <a:gd name="connsiteX2" fmla="*/ 595830 w 595959"/>
                <a:gd name="connsiteY2" fmla="*/ 100640 h 142822"/>
                <a:gd name="connsiteX3" fmla="*/ 131 w 595959"/>
                <a:gd name="connsiteY3" fmla="*/ 142822 h 142822"/>
                <a:gd name="connsiteX4" fmla="*/ 124 w 595959"/>
                <a:gd name="connsiteY4" fmla="*/ 25585 h 142822"/>
                <a:gd name="connsiteX0" fmla="*/ 124 w 595959"/>
                <a:gd name="connsiteY0" fmla="*/ 25585 h 142822"/>
                <a:gd name="connsiteX1" fmla="*/ 595828 w 595959"/>
                <a:gd name="connsiteY1" fmla="*/ 3093 h 142822"/>
                <a:gd name="connsiteX2" fmla="*/ 595830 w 595959"/>
                <a:gd name="connsiteY2" fmla="*/ 100640 h 142822"/>
                <a:gd name="connsiteX3" fmla="*/ 131 w 595959"/>
                <a:gd name="connsiteY3" fmla="*/ 142822 h 142822"/>
                <a:gd name="connsiteX4" fmla="*/ 124 w 595959"/>
                <a:gd name="connsiteY4" fmla="*/ 25585 h 142822"/>
                <a:gd name="connsiteX0" fmla="*/ 124 w 595959"/>
                <a:gd name="connsiteY0" fmla="*/ 26512 h 143749"/>
                <a:gd name="connsiteX1" fmla="*/ 595828 w 595959"/>
                <a:gd name="connsiteY1" fmla="*/ 4020 h 143749"/>
                <a:gd name="connsiteX2" fmla="*/ 595830 w 595959"/>
                <a:gd name="connsiteY2" fmla="*/ 101567 h 143749"/>
                <a:gd name="connsiteX3" fmla="*/ 131 w 595959"/>
                <a:gd name="connsiteY3" fmla="*/ 143749 h 143749"/>
                <a:gd name="connsiteX4" fmla="*/ 124 w 595959"/>
                <a:gd name="connsiteY4" fmla="*/ 26512 h 143749"/>
                <a:gd name="connsiteX0" fmla="*/ 124 w 595959"/>
                <a:gd name="connsiteY0" fmla="*/ 26512 h 143749"/>
                <a:gd name="connsiteX1" fmla="*/ 595828 w 595959"/>
                <a:gd name="connsiteY1" fmla="*/ 4020 h 143749"/>
                <a:gd name="connsiteX2" fmla="*/ 595830 w 595959"/>
                <a:gd name="connsiteY2" fmla="*/ 101567 h 143749"/>
                <a:gd name="connsiteX3" fmla="*/ 131 w 595959"/>
                <a:gd name="connsiteY3" fmla="*/ 143749 h 143749"/>
                <a:gd name="connsiteX4" fmla="*/ 124 w 595959"/>
                <a:gd name="connsiteY4" fmla="*/ 26512 h 143749"/>
                <a:gd name="connsiteX0" fmla="*/ 124 w 595959"/>
                <a:gd name="connsiteY0" fmla="*/ 28496 h 145733"/>
                <a:gd name="connsiteX1" fmla="*/ 595828 w 595959"/>
                <a:gd name="connsiteY1" fmla="*/ 6004 h 145733"/>
                <a:gd name="connsiteX2" fmla="*/ 595830 w 595959"/>
                <a:gd name="connsiteY2" fmla="*/ 103551 h 145733"/>
                <a:gd name="connsiteX3" fmla="*/ 131 w 595959"/>
                <a:gd name="connsiteY3" fmla="*/ 145733 h 145733"/>
                <a:gd name="connsiteX4" fmla="*/ 124 w 595959"/>
                <a:gd name="connsiteY4" fmla="*/ 28496 h 14573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856"/>
                <a:gd name="connsiteY0" fmla="*/ 41841 h 159078"/>
                <a:gd name="connsiteX1" fmla="*/ 591261 w 595856"/>
                <a:gd name="connsiteY1" fmla="*/ 0 h 159078"/>
                <a:gd name="connsiteX2" fmla="*/ 595830 w 595856"/>
                <a:gd name="connsiteY2" fmla="*/ 116896 h 159078"/>
                <a:gd name="connsiteX3" fmla="*/ 131 w 595856"/>
                <a:gd name="connsiteY3" fmla="*/ 159078 h 159078"/>
                <a:gd name="connsiteX4" fmla="*/ 124 w 595856"/>
                <a:gd name="connsiteY4" fmla="*/ 41841 h 159078"/>
                <a:gd name="connsiteX0" fmla="*/ 124 w 595959"/>
                <a:gd name="connsiteY0" fmla="*/ 41841 h 159078"/>
                <a:gd name="connsiteX1" fmla="*/ 595828 w 595959"/>
                <a:gd name="connsiteY1" fmla="*/ 0 h 159078"/>
                <a:gd name="connsiteX2" fmla="*/ 595830 w 595959"/>
                <a:gd name="connsiteY2" fmla="*/ 116896 h 159078"/>
                <a:gd name="connsiteX3" fmla="*/ 131 w 595959"/>
                <a:gd name="connsiteY3" fmla="*/ 159078 h 159078"/>
                <a:gd name="connsiteX4" fmla="*/ 124 w 595959"/>
                <a:gd name="connsiteY4" fmla="*/ 41841 h 159078"/>
                <a:gd name="connsiteX0" fmla="*/ 124 w 597349"/>
                <a:gd name="connsiteY0" fmla="*/ 42378 h 159615"/>
                <a:gd name="connsiteX1" fmla="*/ 597349 w 597349"/>
                <a:gd name="connsiteY1" fmla="*/ 0 h 159615"/>
                <a:gd name="connsiteX2" fmla="*/ 595830 w 597349"/>
                <a:gd name="connsiteY2" fmla="*/ 117433 h 159615"/>
                <a:gd name="connsiteX3" fmla="*/ 131 w 597349"/>
                <a:gd name="connsiteY3" fmla="*/ 159615 h 159615"/>
                <a:gd name="connsiteX4" fmla="*/ 124 w 597349"/>
                <a:gd name="connsiteY4" fmla="*/ 42378 h 159615"/>
                <a:gd name="connsiteX0" fmla="*/ 124 w 600443"/>
                <a:gd name="connsiteY0" fmla="*/ 42378 h 159615"/>
                <a:gd name="connsiteX1" fmla="*/ 597349 w 600443"/>
                <a:gd name="connsiteY1" fmla="*/ 0 h 159615"/>
                <a:gd name="connsiteX2" fmla="*/ 600408 w 600443"/>
                <a:gd name="connsiteY2" fmla="*/ 117433 h 159615"/>
                <a:gd name="connsiteX3" fmla="*/ 131 w 600443"/>
                <a:gd name="connsiteY3" fmla="*/ 159615 h 159615"/>
                <a:gd name="connsiteX4" fmla="*/ 124 w 600443"/>
                <a:gd name="connsiteY4" fmla="*/ 42378 h 159615"/>
                <a:gd name="connsiteX0" fmla="*/ 124 w 600537"/>
                <a:gd name="connsiteY0" fmla="*/ 42378 h 159615"/>
                <a:gd name="connsiteX1" fmla="*/ 600401 w 600537"/>
                <a:gd name="connsiteY1" fmla="*/ 0 h 159615"/>
                <a:gd name="connsiteX2" fmla="*/ 600408 w 600537"/>
                <a:gd name="connsiteY2" fmla="*/ 117433 h 159615"/>
                <a:gd name="connsiteX3" fmla="*/ 131 w 600537"/>
                <a:gd name="connsiteY3" fmla="*/ 159615 h 159615"/>
                <a:gd name="connsiteX4" fmla="*/ 124 w 600537"/>
                <a:gd name="connsiteY4" fmla="*/ 42378 h 159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0537" h="159615">
                  <a:moveTo>
                    <a:pt x="124" y="42378"/>
                  </a:moveTo>
                  <a:cubicBezTo>
                    <a:pt x="296414" y="-50243"/>
                    <a:pt x="418111" y="75773"/>
                    <a:pt x="600401" y="0"/>
                  </a:cubicBezTo>
                  <a:cubicBezTo>
                    <a:pt x="599951" y="33260"/>
                    <a:pt x="600858" y="84173"/>
                    <a:pt x="600408" y="117433"/>
                  </a:cubicBezTo>
                  <a:cubicBezTo>
                    <a:pt x="395490" y="192726"/>
                    <a:pt x="285331" y="62551"/>
                    <a:pt x="131" y="159615"/>
                  </a:cubicBezTo>
                  <a:cubicBezTo>
                    <a:pt x="-323" y="114566"/>
                    <a:pt x="578" y="87427"/>
                    <a:pt x="124" y="42378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5" name="矩形 1174">
              <a:extLst>
                <a:ext uri="{FF2B5EF4-FFF2-40B4-BE49-F238E27FC236}">
                  <a16:creationId xmlns:a16="http://schemas.microsoft.com/office/drawing/2014/main" id="{C8682012-ED77-363F-B90A-F668D851D3A6}"/>
                </a:ext>
              </a:extLst>
            </p:cNvPr>
            <p:cNvSpPr/>
            <p:nvPr/>
          </p:nvSpPr>
          <p:spPr>
            <a:xfrm rot="10800000">
              <a:off x="5041542" y="6890402"/>
              <a:ext cx="618706" cy="226680"/>
            </a:xfrm>
            <a:custGeom>
              <a:avLst/>
              <a:gdLst>
                <a:gd name="connsiteX0" fmla="*/ 0 w 595706"/>
                <a:gd name="connsiteY0" fmla="*/ 0 h 92965"/>
                <a:gd name="connsiteX1" fmla="*/ 595706 w 595706"/>
                <a:gd name="connsiteY1" fmla="*/ 0 h 92965"/>
                <a:gd name="connsiteX2" fmla="*/ 595706 w 595706"/>
                <a:gd name="connsiteY2" fmla="*/ 92965 h 92965"/>
                <a:gd name="connsiteX3" fmla="*/ 0 w 595706"/>
                <a:gd name="connsiteY3" fmla="*/ 92965 h 92965"/>
                <a:gd name="connsiteX4" fmla="*/ 0 w 595706"/>
                <a:gd name="connsiteY4" fmla="*/ 0 h 92965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1422 w 594406"/>
                <a:gd name="connsiteY0" fmla="*/ 21376 h 135147"/>
                <a:gd name="connsiteX1" fmla="*/ 594406 w 594406"/>
                <a:gd name="connsiteY1" fmla="*/ 0 h 135147"/>
                <a:gd name="connsiteX2" fmla="*/ 594406 w 594406"/>
                <a:gd name="connsiteY2" fmla="*/ 92965 h 135147"/>
                <a:gd name="connsiteX3" fmla="*/ 61 w 594406"/>
                <a:gd name="connsiteY3" fmla="*/ 135147 h 135147"/>
                <a:gd name="connsiteX4" fmla="*/ 1422 w 594406"/>
                <a:gd name="connsiteY4" fmla="*/ 21376 h 135147"/>
                <a:gd name="connsiteX0" fmla="*/ 1422 w 594406"/>
                <a:gd name="connsiteY0" fmla="*/ 15599 h 135147"/>
                <a:gd name="connsiteX1" fmla="*/ 594406 w 594406"/>
                <a:gd name="connsiteY1" fmla="*/ 0 h 135147"/>
                <a:gd name="connsiteX2" fmla="*/ 594406 w 594406"/>
                <a:gd name="connsiteY2" fmla="*/ 92965 h 135147"/>
                <a:gd name="connsiteX3" fmla="*/ 61 w 594406"/>
                <a:gd name="connsiteY3" fmla="*/ 135147 h 135147"/>
                <a:gd name="connsiteX4" fmla="*/ 1422 w 594406"/>
                <a:gd name="connsiteY4" fmla="*/ 15599 h 135147"/>
                <a:gd name="connsiteX0" fmla="*/ 131 w 594476"/>
                <a:gd name="connsiteY0" fmla="*/ 4622 h 135147"/>
                <a:gd name="connsiteX1" fmla="*/ 594476 w 594476"/>
                <a:gd name="connsiteY1" fmla="*/ 0 h 135147"/>
                <a:gd name="connsiteX2" fmla="*/ 594476 w 594476"/>
                <a:gd name="connsiteY2" fmla="*/ 92965 h 135147"/>
                <a:gd name="connsiteX3" fmla="*/ 131 w 594476"/>
                <a:gd name="connsiteY3" fmla="*/ 135147 h 135147"/>
                <a:gd name="connsiteX4" fmla="*/ 131 w 594476"/>
                <a:gd name="connsiteY4" fmla="*/ 4622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22423 h 139660"/>
                <a:gd name="connsiteX1" fmla="*/ 595706 w 595706"/>
                <a:gd name="connsiteY1" fmla="*/ 4513 h 139660"/>
                <a:gd name="connsiteX2" fmla="*/ 595706 w 595706"/>
                <a:gd name="connsiteY2" fmla="*/ 97478 h 139660"/>
                <a:gd name="connsiteX3" fmla="*/ 1361 w 595706"/>
                <a:gd name="connsiteY3" fmla="*/ 139660 h 139660"/>
                <a:gd name="connsiteX4" fmla="*/ 0 w 595706"/>
                <a:gd name="connsiteY4" fmla="*/ 22423 h 139660"/>
                <a:gd name="connsiteX0" fmla="*/ 0 w 595706"/>
                <a:gd name="connsiteY0" fmla="*/ 26413 h 143650"/>
                <a:gd name="connsiteX1" fmla="*/ 595706 w 595706"/>
                <a:gd name="connsiteY1" fmla="*/ 8503 h 143650"/>
                <a:gd name="connsiteX2" fmla="*/ 595706 w 595706"/>
                <a:gd name="connsiteY2" fmla="*/ 101468 h 143650"/>
                <a:gd name="connsiteX3" fmla="*/ 1361 w 595706"/>
                <a:gd name="connsiteY3" fmla="*/ 143650 h 143650"/>
                <a:gd name="connsiteX4" fmla="*/ 0 w 595706"/>
                <a:gd name="connsiteY4" fmla="*/ 26413 h 143650"/>
                <a:gd name="connsiteX0" fmla="*/ 0 w 595706"/>
                <a:gd name="connsiteY0" fmla="*/ 21286 h 138523"/>
                <a:gd name="connsiteX1" fmla="*/ 595706 w 595706"/>
                <a:gd name="connsiteY1" fmla="*/ 3376 h 138523"/>
                <a:gd name="connsiteX2" fmla="*/ 595706 w 595706"/>
                <a:gd name="connsiteY2" fmla="*/ 96341 h 138523"/>
                <a:gd name="connsiteX3" fmla="*/ 1361 w 595706"/>
                <a:gd name="connsiteY3" fmla="*/ 138523 h 138523"/>
                <a:gd name="connsiteX4" fmla="*/ 0 w 595706"/>
                <a:gd name="connsiteY4" fmla="*/ 21286 h 138523"/>
                <a:gd name="connsiteX0" fmla="*/ 0 w 595706"/>
                <a:gd name="connsiteY0" fmla="*/ 22534 h 139771"/>
                <a:gd name="connsiteX1" fmla="*/ 595706 w 595706"/>
                <a:gd name="connsiteY1" fmla="*/ 4624 h 139771"/>
                <a:gd name="connsiteX2" fmla="*/ 595706 w 595706"/>
                <a:gd name="connsiteY2" fmla="*/ 97589 h 139771"/>
                <a:gd name="connsiteX3" fmla="*/ 1361 w 595706"/>
                <a:gd name="connsiteY3" fmla="*/ 139771 h 139771"/>
                <a:gd name="connsiteX4" fmla="*/ 0 w 595706"/>
                <a:gd name="connsiteY4" fmla="*/ 22534 h 139771"/>
                <a:gd name="connsiteX0" fmla="*/ 0 w 595706"/>
                <a:gd name="connsiteY0" fmla="*/ 23494 h 140731"/>
                <a:gd name="connsiteX1" fmla="*/ 595706 w 595706"/>
                <a:gd name="connsiteY1" fmla="*/ 2118 h 140731"/>
                <a:gd name="connsiteX2" fmla="*/ 595706 w 595706"/>
                <a:gd name="connsiteY2" fmla="*/ 98549 h 140731"/>
                <a:gd name="connsiteX3" fmla="*/ 1361 w 595706"/>
                <a:gd name="connsiteY3" fmla="*/ 140731 h 140731"/>
                <a:gd name="connsiteX4" fmla="*/ 0 w 595706"/>
                <a:gd name="connsiteY4" fmla="*/ 23494 h 140731"/>
                <a:gd name="connsiteX0" fmla="*/ 0 w 595706"/>
                <a:gd name="connsiteY0" fmla="*/ 23494 h 140731"/>
                <a:gd name="connsiteX1" fmla="*/ 595706 w 595706"/>
                <a:gd name="connsiteY1" fmla="*/ 2118 h 140731"/>
                <a:gd name="connsiteX2" fmla="*/ 595706 w 595706"/>
                <a:gd name="connsiteY2" fmla="*/ 98549 h 140731"/>
                <a:gd name="connsiteX3" fmla="*/ 1361 w 595706"/>
                <a:gd name="connsiteY3" fmla="*/ 140731 h 140731"/>
                <a:gd name="connsiteX4" fmla="*/ 0 w 595706"/>
                <a:gd name="connsiteY4" fmla="*/ 23494 h 140731"/>
                <a:gd name="connsiteX0" fmla="*/ 0 w 595706"/>
                <a:gd name="connsiteY0" fmla="*/ 25030 h 142267"/>
                <a:gd name="connsiteX1" fmla="*/ 595706 w 595706"/>
                <a:gd name="connsiteY1" fmla="*/ 3654 h 142267"/>
                <a:gd name="connsiteX2" fmla="*/ 595706 w 595706"/>
                <a:gd name="connsiteY2" fmla="*/ 100085 h 142267"/>
                <a:gd name="connsiteX3" fmla="*/ 1361 w 595706"/>
                <a:gd name="connsiteY3" fmla="*/ 142267 h 142267"/>
                <a:gd name="connsiteX4" fmla="*/ 0 w 595706"/>
                <a:gd name="connsiteY4" fmla="*/ 25030 h 142267"/>
                <a:gd name="connsiteX0" fmla="*/ 0 w 595706"/>
                <a:gd name="connsiteY0" fmla="*/ 22091 h 139328"/>
                <a:gd name="connsiteX1" fmla="*/ 595706 w 595706"/>
                <a:gd name="connsiteY1" fmla="*/ 715 h 139328"/>
                <a:gd name="connsiteX2" fmla="*/ 595706 w 595706"/>
                <a:gd name="connsiteY2" fmla="*/ 97146 h 139328"/>
                <a:gd name="connsiteX3" fmla="*/ 1361 w 595706"/>
                <a:gd name="connsiteY3" fmla="*/ 139328 h 139328"/>
                <a:gd name="connsiteX4" fmla="*/ 0 w 595706"/>
                <a:gd name="connsiteY4" fmla="*/ 22091 h 139328"/>
                <a:gd name="connsiteX0" fmla="*/ 0 w 595706"/>
                <a:gd name="connsiteY0" fmla="*/ 23573 h 140810"/>
                <a:gd name="connsiteX1" fmla="*/ 595706 w 595706"/>
                <a:gd name="connsiteY1" fmla="*/ 2197 h 140810"/>
                <a:gd name="connsiteX2" fmla="*/ 595706 w 595706"/>
                <a:gd name="connsiteY2" fmla="*/ 98628 h 140810"/>
                <a:gd name="connsiteX3" fmla="*/ 1361 w 595706"/>
                <a:gd name="connsiteY3" fmla="*/ 140810 h 140810"/>
                <a:gd name="connsiteX4" fmla="*/ 0 w 595706"/>
                <a:gd name="connsiteY4" fmla="*/ 23573 h 140810"/>
                <a:gd name="connsiteX0" fmla="*/ 0 w 595706"/>
                <a:gd name="connsiteY0" fmla="*/ 21908 h 139145"/>
                <a:gd name="connsiteX1" fmla="*/ 595706 w 595706"/>
                <a:gd name="connsiteY1" fmla="*/ 532 h 139145"/>
                <a:gd name="connsiteX2" fmla="*/ 595706 w 595706"/>
                <a:gd name="connsiteY2" fmla="*/ 96963 h 139145"/>
                <a:gd name="connsiteX3" fmla="*/ 1361 w 595706"/>
                <a:gd name="connsiteY3" fmla="*/ 139145 h 139145"/>
                <a:gd name="connsiteX4" fmla="*/ 0 w 595706"/>
                <a:gd name="connsiteY4" fmla="*/ 21908 h 139145"/>
                <a:gd name="connsiteX0" fmla="*/ 0 w 595706"/>
                <a:gd name="connsiteY0" fmla="*/ 23863 h 141100"/>
                <a:gd name="connsiteX1" fmla="*/ 595706 w 595706"/>
                <a:gd name="connsiteY1" fmla="*/ 2487 h 141100"/>
                <a:gd name="connsiteX2" fmla="*/ 595706 w 595706"/>
                <a:gd name="connsiteY2" fmla="*/ 98918 h 141100"/>
                <a:gd name="connsiteX3" fmla="*/ 1361 w 595706"/>
                <a:gd name="connsiteY3" fmla="*/ 141100 h 141100"/>
                <a:gd name="connsiteX4" fmla="*/ 0 w 595706"/>
                <a:gd name="connsiteY4" fmla="*/ 23863 h 141100"/>
                <a:gd name="connsiteX0" fmla="*/ 0 w 595706"/>
                <a:gd name="connsiteY0" fmla="*/ 24472 h 141709"/>
                <a:gd name="connsiteX1" fmla="*/ 595706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0 w 595706"/>
                <a:gd name="connsiteY0" fmla="*/ 24267 h 141504"/>
                <a:gd name="connsiteX1" fmla="*/ 595706 w 595706"/>
                <a:gd name="connsiteY1" fmla="*/ 2891 h 141504"/>
                <a:gd name="connsiteX2" fmla="*/ 595706 w 595706"/>
                <a:gd name="connsiteY2" fmla="*/ 99322 h 141504"/>
                <a:gd name="connsiteX3" fmla="*/ 1361 w 595706"/>
                <a:gd name="connsiteY3" fmla="*/ 141504 h 141504"/>
                <a:gd name="connsiteX4" fmla="*/ 0 w 595706"/>
                <a:gd name="connsiteY4" fmla="*/ 24267 h 141504"/>
                <a:gd name="connsiteX0" fmla="*/ 0 w 595706"/>
                <a:gd name="connsiteY0" fmla="*/ 24472 h 141709"/>
                <a:gd name="connsiteX1" fmla="*/ 595706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0 w 595706"/>
                <a:gd name="connsiteY0" fmla="*/ 24472 h 141709"/>
                <a:gd name="connsiteX1" fmla="*/ 594353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124 w 595830"/>
                <a:gd name="connsiteY0" fmla="*/ 24472 h 141709"/>
                <a:gd name="connsiteX1" fmla="*/ 594477 w 595830"/>
                <a:gd name="connsiteY1" fmla="*/ 3096 h 141709"/>
                <a:gd name="connsiteX2" fmla="*/ 595830 w 595830"/>
                <a:gd name="connsiteY2" fmla="*/ 99527 h 141709"/>
                <a:gd name="connsiteX3" fmla="*/ 131 w 595830"/>
                <a:gd name="connsiteY3" fmla="*/ 141709 h 141709"/>
                <a:gd name="connsiteX4" fmla="*/ 124 w 595830"/>
                <a:gd name="connsiteY4" fmla="*/ 24472 h 141709"/>
                <a:gd name="connsiteX0" fmla="*/ 124 w 597179"/>
                <a:gd name="connsiteY0" fmla="*/ 25207 h 142444"/>
                <a:gd name="connsiteX1" fmla="*/ 597179 w 597179"/>
                <a:gd name="connsiteY1" fmla="*/ 481 h 142444"/>
                <a:gd name="connsiteX2" fmla="*/ 595830 w 597179"/>
                <a:gd name="connsiteY2" fmla="*/ 100262 h 142444"/>
                <a:gd name="connsiteX3" fmla="*/ 131 w 597179"/>
                <a:gd name="connsiteY3" fmla="*/ 142444 h 142444"/>
                <a:gd name="connsiteX4" fmla="*/ 124 w 597179"/>
                <a:gd name="connsiteY4" fmla="*/ 25207 h 142444"/>
                <a:gd name="connsiteX0" fmla="*/ 124 w 595889"/>
                <a:gd name="connsiteY0" fmla="*/ 25842 h 143079"/>
                <a:gd name="connsiteX1" fmla="*/ 594477 w 595889"/>
                <a:gd name="connsiteY1" fmla="*/ 0 h 143079"/>
                <a:gd name="connsiteX2" fmla="*/ 595830 w 595889"/>
                <a:gd name="connsiteY2" fmla="*/ 100897 h 143079"/>
                <a:gd name="connsiteX3" fmla="*/ 131 w 595889"/>
                <a:gd name="connsiteY3" fmla="*/ 143079 h 143079"/>
                <a:gd name="connsiteX4" fmla="*/ 124 w 595889"/>
                <a:gd name="connsiteY4" fmla="*/ 25842 h 143079"/>
                <a:gd name="connsiteX0" fmla="*/ 124 w 595889"/>
                <a:gd name="connsiteY0" fmla="*/ 24713 h 141950"/>
                <a:gd name="connsiteX1" fmla="*/ 594477 w 595889"/>
                <a:gd name="connsiteY1" fmla="*/ 2221 h 141950"/>
                <a:gd name="connsiteX2" fmla="*/ 595830 w 595889"/>
                <a:gd name="connsiteY2" fmla="*/ 99768 h 141950"/>
                <a:gd name="connsiteX3" fmla="*/ 131 w 595889"/>
                <a:gd name="connsiteY3" fmla="*/ 141950 h 141950"/>
                <a:gd name="connsiteX4" fmla="*/ 124 w 595889"/>
                <a:gd name="connsiteY4" fmla="*/ 24713 h 141950"/>
                <a:gd name="connsiteX0" fmla="*/ 124 w 595959"/>
                <a:gd name="connsiteY0" fmla="*/ 24713 h 141950"/>
                <a:gd name="connsiteX1" fmla="*/ 595828 w 595959"/>
                <a:gd name="connsiteY1" fmla="*/ 2221 h 141950"/>
                <a:gd name="connsiteX2" fmla="*/ 595830 w 595959"/>
                <a:gd name="connsiteY2" fmla="*/ 99768 h 141950"/>
                <a:gd name="connsiteX3" fmla="*/ 131 w 595959"/>
                <a:gd name="connsiteY3" fmla="*/ 141950 h 141950"/>
                <a:gd name="connsiteX4" fmla="*/ 124 w 595959"/>
                <a:gd name="connsiteY4" fmla="*/ 24713 h 141950"/>
                <a:gd name="connsiteX0" fmla="*/ 124 w 595959"/>
                <a:gd name="connsiteY0" fmla="*/ 24925 h 142162"/>
                <a:gd name="connsiteX1" fmla="*/ 595828 w 595959"/>
                <a:gd name="connsiteY1" fmla="*/ 2433 h 142162"/>
                <a:gd name="connsiteX2" fmla="*/ 595830 w 595959"/>
                <a:gd name="connsiteY2" fmla="*/ 99980 h 142162"/>
                <a:gd name="connsiteX3" fmla="*/ 131 w 595959"/>
                <a:gd name="connsiteY3" fmla="*/ 142162 h 142162"/>
                <a:gd name="connsiteX4" fmla="*/ 124 w 595959"/>
                <a:gd name="connsiteY4" fmla="*/ 24925 h 142162"/>
                <a:gd name="connsiteX0" fmla="*/ 124 w 595959"/>
                <a:gd name="connsiteY0" fmla="*/ 22492 h 139729"/>
                <a:gd name="connsiteX1" fmla="*/ 595828 w 595959"/>
                <a:gd name="connsiteY1" fmla="*/ 0 h 139729"/>
                <a:gd name="connsiteX2" fmla="*/ 595830 w 595959"/>
                <a:gd name="connsiteY2" fmla="*/ 97547 h 139729"/>
                <a:gd name="connsiteX3" fmla="*/ 131 w 595959"/>
                <a:gd name="connsiteY3" fmla="*/ 139729 h 139729"/>
                <a:gd name="connsiteX4" fmla="*/ 124 w 595959"/>
                <a:gd name="connsiteY4" fmla="*/ 22492 h 139729"/>
                <a:gd name="connsiteX0" fmla="*/ 124 w 595959"/>
                <a:gd name="connsiteY0" fmla="*/ 25585 h 142822"/>
                <a:gd name="connsiteX1" fmla="*/ 595828 w 595959"/>
                <a:gd name="connsiteY1" fmla="*/ 3093 h 142822"/>
                <a:gd name="connsiteX2" fmla="*/ 595830 w 595959"/>
                <a:gd name="connsiteY2" fmla="*/ 100640 h 142822"/>
                <a:gd name="connsiteX3" fmla="*/ 131 w 595959"/>
                <a:gd name="connsiteY3" fmla="*/ 142822 h 142822"/>
                <a:gd name="connsiteX4" fmla="*/ 124 w 595959"/>
                <a:gd name="connsiteY4" fmla="*/ 25585 h 142822"/>
                <a:gd name="connsiteX0" fmla="*/ 124 w 595959"/>
                <a:gd name="connsiteY0" fmla="*/ 25585 h 142822"/>
                <a:gd name="connsiteX1" fmla="*/ 595828 w 595959"/>
                <a:gd name="connsiteY1" fmla="*/ 3093 h 142822"/>
                <a:gd name="connsiteX2" fmla="*/ 595830 w 595959"/>
                <a:gd name="connsiteY2" fmla="*/ 100640 h 142822"/>
                <a:gd name="connsiteX3" fmla="*/ 131 w 595959"/>
                <a:gd name="connsiteY3" fmla="*/ 142822 h 142822"/>
                <a:gd name="connsiteX4" fmla="*/ 124 w 595959"/>
                <a:gd name="connsiteY4" fmla="*/ 25585 h 142822"/>
                <a:gd name="connsiteX0" fmla="*/ 124 w 595959"/>
                <a:gd name="connsiteY0" fmla="*/ 26512 h 143749"/>
                <a:gd name="connsiteX1" fmla="*/ 595828 w 595959"/>
                <a:gd name="connsiteY1" fmla="*/ 4020 h 143749"/>
                <a:gd name="connsiteX2" fmla="*/ 595830 w 595959"/>
                <a:gd name="connsiteY2" fmla="*/ 101567 h 143749"/>
                <a:gd name="connsiteX3" fmla="*/ 131 w 595959"/>
                <a:gd name="connsiteY3" fmla="*/ 143749 h 143749"/>
                <a:gd name="connsiteX4" fmla="*/ 124 w 595959"/>
                <a:gd name="connsiteY4" fmla="*/ 26512 h 143749"/>
                <a:gd name="connsiteX0" fmla="*/ 124 w 595959"/>
                <a:gd name="connsiteY0" fmla="*/ 26512 h 143749"/>
                <a:gd name="connsiteX1" fmla="*/ 595828 w 595959"/>
                <a:gd name="connsiteY1" fmla="*/ 4020 h 143749"/>
                <a:gd name="connsiteX2" fmla="*/ 595830 w 595959"/>
                <a:gd name="connsiteY2" fmla="*/ 101567 h 143749"/>
                <a:gd name="connsiteX3" fmla="*/ 131 w 595959"/>
                <a:gd name="connsiteY3" fmla="*/ 143749 h 143749"/>
                <a:gd name="connsiteX4" fmla="*/ 124 w 595959"/>
                <a:gd name="connsiteY4" fmla="*/ 26512 h 143749"/>
                <a:gd name="connsiteX0" fmla="*/ 124 w 595959"/>
                <a:gd name="connsiteY0" fmla="*/ 28496 h 145733"/>
                <a:gd name="connsiteX1" fmla="*/ 595828 w 595959"/>
                <a:gd name="connsiteY1" fmla="*/ 6004 h 145733"/>
                <a:gd name="connsiteX2" fmla="*/ 595830 w 595959"/>
                <a:gd name="connsiteY2" fmla="*/ 103551 h 145733"/>
                <a:gd name="connsiteX3" fmla="*/ 131 w 595959"/>
                <a:gd name="connsiteY3" fmla="*/ 145733 h 145733"/>
                <a:gd name="connsiteX4" fmla="*/ 124 w 595959"/>
                <a:gd name="connsiteY4" fmla="*/ 28496 h 14573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856"/>
                <a:gd name="connsiteY0" fmla="*/ 41841 h 159078"/>
                <a:gd name="connsiteX1" fmla="*/ 591261 w 595856"/>
                <a:gd name="connsiteY1" fmla="*/ 0 h 159078"/>
                <a:gd name="connsiteX2" fmla="*/ 595830 w 595856"/>
                <a:gd name="connsiteY2" fmla="*/ 116896 h 159078"/>
                <a:gd name="connsiteX3" fmla="*/ 131 w 595856"/>
                <a:gd name="connsiteY3" fmla="*/ 159078 h 159078"/>
                <a:gd name="connsiteX4" fmla="*/ 124 w 595856"/>
                <a:gd name="connsiteY4" fmla="*/ 41841 h 159078"/>
                <a:gd name="connsiteX0" fmla="*/ 124 w 595959"/>
                <a:gd name="connsiteY0" fmla="*/ 41841 h 159078"/>
                <a:gd name="connsiteX1" fmla="*/ 595828 w 595959"/>
                <a:gd name="connsiteY1" fmla="*/ 0 h 159078"/>
                <a:gd name="connsiteX2" fmla="*/ 595830 w 595959"/>
                <a:gd name="connsiteY2" fmla="*/ 116896 h 159078"/>
                <a:gd name="connsiteX3" fmla="*/ 131 w 595959"/>
                <a:gd name="connsiteY3" fmla="*/ 159078 h 159078"/>
                <a:gd name="connsiteX4" fmla="*/ 124 w 595959"/>
                <a:gd name="connsiteY4" fmla="*/ 41841 h 159078"/>
                <a:gd name="connsiteX0" fmla="*/ 124 w 597349"/>
                <a:gd name="connsiteY0" fmla="*/ 42378 h 159615"/>
                <a:gd name="connsiteX1" fmla="*/ 597349 w 597349"/>
                <a:gd name="connsiteY1" fmla="*/ 0 h 159615"/>
                <a:gd name="connsiteX2" fmla="*/ 595830 w 597349"/>
                <a:gd name="connsiteY2" fmla="*/ 117433 h 159615"/>
                <a:gd name="connsiteX3" fmla="*/ 131 w 597349"/>
                <a:gd name="connsiteY3" fmla="*/ 159615 h 159615"/>
                <a:gd name="connsiteX4" fmla="*/ 124 w 597349"/>
                <a:gd name="connsiteY4" fmla="*/ 42378 h 159615"/>
                <a:gd name="connsiteX0" fmla="*/ 124 w 600443"/>
                <a:gd name="connsiteY0" fmla="*/ 42378 h 159615"/>
                <a:gd name="connsiteX1" fmla="*/ 597349 w 600443"/>
                <a:gd name="connsiteY1" fmla="*/ 0 h 159615"/>
                <a:gd name="connsiteX2" fmla="*/ 600408 w 600443"/>
                <a:gd name="connsiteY2" fmla="*/ 117433 h 159615"/>
                <a:gd name="connsiteX3" fmla="*/ 131 w 600443"/>
                <a:gd name="connsiteY3" fmla="*/ 159615 h 159615"/>
                <a:gd name="connsiteX4" fmla="*/ 124 w 600443"/>
                <a:gd name="connsiteY4" fmla="*/ 42378 h 159615"/>
                <a:gd name="connsiteX0" fmla="*/ 124 w 600537"/>
                <a:gd name="connsiteY0" fmla="*/ 42378 h 159615"/>
                <a:gd name="connsiteX1" fmla="*/ 600401 w 600537"/>
                <a:gd name="connsiteY1" fmla="*/ 0 h 159615"/>
                <a:gd name="connsiteX2" fmla="*/ 600408 w 600537"/>
                <a:gd name="connsiteY2" fmla="*/ 117433 h 159615"/>
                <a:gd name="connsiteX3" fmla="*/ 131 w 600537"/>
                <a:gd name="connsiteY3" fmla="*/ 159615 h 159615"/>
                <a:gd name="connsiteX4" fmla="*/ 124 w 600537"/>
                <a:gd name="connsiteY4" fmla="*/ 42378 h 159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0537" h="159615">
                  <a:moveTo>
                    <a:pt x="124" y="42378"/>
                  </a:moveTo>
                  <a:cubicBezTo>
                    <a:pt x="296414" y="-50243"/>
                    <a:pt x="418111" y="75773"/>
                    <a:pt x="600401" y="0"/>
                  </a:cubicBezTo>
                  <a:cubicBezTo>
                    <a:pt x="599951" y="33260"/>
                    <a:pt x="600858" y="84173"/>
                    <a:pt x="600408" y="117433"/>
                  </a:cubicBezTo>
                  <a:cubicBezTo>
                    <a:pt x="395490" y="192726"/>
                    <a:pt x="285331" y="62551"/>
                    <a:pt x="131" y="159615"/>
                  </a:cubicBezTo>
                  <a:cubicBezTo>
                    <a:pt x="-323" y="114566"/>
                    <a:pt x="578" y="87427"/>
                    <a:pt x="124" y="42378"/>
                  </a:cubicBezTo>
                  <a:close/>
                </a:path>
              </a:pathLst>
            </a:custGeom>
            <a:solidFill>
              <a:schemeClr val="accent2">
                <a:lumMod val="40000"/>
                <a:lumOff val="6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6" name="矩形 1174">
              <a:extLst>
                <a:ext uri="{FF2B5EF4-FFF2-40B4-BE49-F238E27FC236}">
                  <a16:creationId xmlns:a16="http://schemas.microsoft.com/office/drawing/2014/main" id="{C6B5F08D-52EC-D18D-BCB0-E8FA0849CFA0}"/>
                </a:ext>
              </a:extLst>
            </p:cNvPr>
            <p:cNvSpPr/>
            <p:nvPr/>
          </p:nvSpPr>
          <p:spPr>
            <a:xfrm rot="10800000">
              <a:off x="5041541" y="7045652"/>
              <a:ext cx="618707" cy="139508"/>
            </a:xfrm>
            <a:custGeom>
              <a:avLst/>
              <a:gdLst>
                <a:gd name="connsiteX0" fmla="*/ 0 w 595706"/>
                <a:gd name="connsiteY0" fmla="*/ 0 h 92965"/>
                <a:gd name="connsiteX1" fmla="*/ 595706 w 595706"/>
                <a:gd name="connsiteY1" fmla="*/ 0 h 92965"/>
                <a:gd name="connsiteX2" fmla="*/ 595706 w 595706"/>
                <a:gd name="connsiteY2" fmla="*/ 92965 h 92965"/>
                <a:gd name="connsiteX3" fmla="*/ 0 w 595706"/>
                <a:gd name="connsiteY3" fmla="*/ 92965 h 92965"/>
                <a:gd name="connsiteX4" fmla="*/ 0 w 595706"/>
                <a:gd name="connsiteY4" fmla="*/ 0 h 92965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131 w 595837"/>
                <a:gd name="connsiteY0" fmla="*/ 0 h 148754"/>
                <a:gd name="connsiteX1" fmla="*/ 595837 w 595837"/>
                <a:gd name="connsiteY1" fmla="*/ 0 h 148754"/>
                <a:gd name="connsiteX2" fmla="*/ 595837 w 595837"/>
                <a:gd name="connsiteY2" fmla="*/ 92965 h 148754"/>
                <a:gd name="connsiteX3" fmla="*/ 131 w 595837"/>
                <a:gd name="connsiteY3" fmla="*/ 148754 h 148754"/>
                <a:gd name="connsiteX4" fmla="*/ 131 w 595837"/>
                <a:gd name="connsiteY4" fmla="*/ 0 h 148754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56571"/>
                <a:gd name="connsiteX1" fmla="*/ 595837 w 595837"/>
                <a:gd name="connsiteY1" fmla="*/ 0 h 156571"/>
                <a:gd name="connsiteX2" fmla="*/ 594316 w 595837"/>
                <a:gd name="connsiteY2" fmla="*/ 141984 h 156571"/>
                <a:gd name="connsiteX3" fmla="*/ 131 w 595837"/>
                <a:gd name="connsiteY3" fmla="*/ 140590 h 156571"/>
                <a:gd name="connsiteX4" fmla="*/ 131 w 595837"/>
                <a:gd name="connsiteY4" fmla="*/ 0 h 156571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0 w 600949"/>
                <a:gd name="connsiteY0" fmla="*/ 0 h 271309"/>
                <a:gd name="connsiteX1" fmla="*/ 600949 w 600949"/>
                <a:gd name="connsiteY1" fmla="*/ 0 h 271309"/>
                <a:gd name="connsiteX2" fmla="*/ 599428 w 600949"/>
                <a:gd name="connsiteY2" fmla="*/ 141984 h 271309"/>
                <a:gd name="connsiteX3" fmla="*/ 3722 w 600949"/>
                <a:gd name="connsiteY3" fmla="*/ 271309 h 271309"/>
                <a:gd name="connsiteX4" fmla="*/ 0 w 600949"/>
                <a:gd name="connsiteY4" fmla="*/ 0 h 271309"/>
                <a:gd name="connsiteX0" fmla="*/ 0 w 599639"/>
                <a:gd name="connsiteY0" fmla="*/ 0 h 271309"/>
                <a:gd name="connsiteX1" fmla="*/ 599639 w 599639"/>
                <a:gd name="connsiteY1" fmla="*/ 0 h 271309"/>
                <a:gd name="connsiteX2" fmla="*/ 599428 w 599639"/>
                <a:gd name="connsiteY2" fmla="*/ 141984 h 271309"/>
                <a:gd name="connsiteX3" fmla="*/ 3722 w 599639"/>
                <a:gd name="connsiteY3" fmla="*/ 271309 h 271309"/>
                <a:gd name="connsiteX4" fmla="*/ 0 w 599639"/>
                <a:gd name="connsiteY4" fmla="*/ 0 h 271309"/>
                <a:gd name="connsiteX0" fmla="*/ 0 w 597018"/>
                <a:gd name="connsiteY0" fmla="*/ 0 h 271309"/>
                <a:gd name="connsiteX1" fmla="*/ 597018 w 597018"/>
                <a:gd name="connsiteY1" fmla="*/ 0 h 271309"/>
                <a:gd name="connsiteX2" fmla="*/ 596807 w 597018"/>
                <a:gd name="connsiteY2" fmla="*/ 141984 h 271309"/>
                <a:gd name="connsiteX3" fmla="*/ 1101 w 597018"/>
                <a:gd name="connsiteY3" fmla="*/ 271309 h 271309"/>
                <a:gd name="connsiteX4" fmla="*/ 0 w 597018"/>
                <a:gd name="connsiteY4" fmla="*/ 0 h 271309"/>
                <a:gd name="connsiteX0" fmla="*/ 0 w 596807"/>
                <a:gd name="connsiteY0" fmla="*/ 0 h 271309"/>
                <a:gd name="connsiteX1" fmla="*/ 591775 w 596807"/>
                <a:gd name="connsiteY1" fmla="*/ 0 h 271309"/>
                <a:gd name="connsiteX2" fmla="*/ 596807 w 596807"/>
                <a:gd name="connsiteY2" fmla="*/ 141984 h 271309"/>
                <a:gd name="connsiteX3" fmla="*/ 1101 w 596807"/>
                <a:gd name="connsiteY3" fmla="*/ 271309 h 271309"/>
                <a:gd name="connsiteX4" fmla="*/ 0 w 596807"/>
                <a:gd name="connsiteY4" fmla="*/ 0 h 271309"/>
                <a:gd name="connsiteX0" fmla="*/ 0 w 596807"/>
                <a:gd name="connsiteY0" fmla="*/ 0 h 271309"/>
                <a:gd name="connsiteX1" fmla="*/ 595708 w 596807"/>
                <a:gd name="connsiteY1" fmla="*/ 0 h 271309"/>
                <a:gd name="connsiteX2" fmla="*/ 596807 w 596807"/>
                <a:gd name="connsiteY2" fmla="*/ 141984 h 271309"/>
                <a:gd name="connsiteX3" fmla="*/ 1101 w 596807"/>
                <a:gd name="connsiteY3" fmla="*/ 271309 h 271309"/>
                <a:gd name="connsiteX4" fmla="*/ 0 w 596807"/>
                <a:gd name="connsiteY4" fmla="*/ 0 h 271309"/>
                <a:gd name="connsiteX0" fmla="*/ 0 w 595708"/>
                <a:gd name="connsiteY0" fmla="*/ 0 h 271309"/>
                <a:gd name="connsiteX1" fmla="*/ 595708 w 595708"/>
                <a:gd name="connsiteY1" fmla="*/ 0 h 271309"/>
                <a:gd name="connsiteX2" fmla="*/ 594186 w 595708"/>
                <a:gd name="connsiteY2" fmla="*/ 141985 h 271309"/>
                <a:gd name="connsiteX3" fmla="*/ 1101 w 595708"/>
                <a:gd name="connsiteY3" fmla="*/ 271309 h 271309"/>
                <a:gd name="connsiteX4" fmla="*/ 0 w 595708"/>
                <a:gd name="connsiteY4" fmla="*/ 0 h 271309"/>
                <a:gd name="connsiteX0" fmla="*/ 0 w 596439"/>
                <a:gd name="connsiteY0" fmla="*/ 109083 h 380392"/>
                <a:gd name="connsiteX1" fmla="*/ 595708 w 596439"/>
                <a:gd name="connsiteY1" fmla="*/ 109083 h 380392"/>
                <a:gd name="connsiteX2" fmla="*/ 594186 w 596439"/>
                <a:gd name="connsiteY2" fmla="*/ 251068 h 380392"/>
                <a:gd name="connsiteX3" fmla="*/ 1101 w 596439"/>
                <a:gd name="connsiteY3" fmla="*/ 380392 h 380392"/>
                <a:gd name="connsiteX4" fmla="*/ 0 w 596439"/>
                <a:gd name="connsiteY4" fmla="*/ 109083 h 380392"/>
                <a:gd name="connsiteX0" fmla="*/ 0 w 595708"/>
                <a:gd name="connsiteY0" fmla="*/ 0 h 271309"/>
                <a:gd name="connsiteX1" fmla="*/ 595708 w 595708"/>
                <a:gd name="connsiteY1" fmla="*/ 0 h 271309"/>
                <a:gd name="connsiteX2" fmla="*/ 594186 w 595708"/>
                <a:gd name="connsiteY2" fmla="*/ 141985 h 271309"/>
                <a:gd name="connsiteX3" fmla="*/ 1101 w 595708"/>
                <a:gd name="connsiteY3" fmla="*/ 271309 h 271309"/>
                <a:gd name="connsiteX4" fmla="*/ 0 w 595708"/>
                <a:gd name="connsiteY4" fmla="*/ 0 h 271309"/>
                <a:gd name="connsiteX0" fmla="*/ 0 w 596808"/>
                <a:gd name="connsiteY0" fmla="*/ 0 h 271309"/>
                <a:gd name="connsiteX1" fmla="*/ 595708 w 596808"/>
                <a:gd name="connsiteY1" fmla="*/ 0 h 271309"/>
                <a:gd name="connsiteX2" fmla="*/ 596808 w 596808"/>
                <a:gd name="connsiteY2" fmla="*/ 141985 h 271309"/>
                <a:gd name="connsiteX3" fmla="*/ 1101 w 596808"/>
                <a:gd name="connsiteY3" fmla="*/ 271309 h 271309"/>
                <a:gd name="connsiteX4" fmla="*/ 0 w 596808"/>
                <a:gd name="connsiteY4" fmla="*/ 0 h 271309"/>
                <a:gd name="connsiteX0" fmla="*/ 0 w 596808"/>
                <a:gd name="connsiteY0" fmla="*/ 0 h 271309"/>
                <a:gd name="connsiteX1" fmla="*/ 595708 w 596808"/>
                <a:gd name="connsiteY1" fmla="*/ 0 h 271309"/>
                <a:gd name="connsiteX2" fmla="*/ 596808 w 596808"/>
                <a:gd name="connsiteY2" fmla="*/ 141985 h 271309"/>
                <a:gd name="connsiteX3" fmla="*/ 1101 w 596808"/>
                <a:gd name="connsiteY3" fmla="*/ 271309 h 271309"/>
                <a:gd name="connsiteX4" fmla="*/ 0 w 596808"/>
                <a:gd name="connsiteY4" fmla="*/ 0 h 271309"/>
                <a:gd name="connsiteX0" fmla="*/ 0 w 596808"/>
                <a:gd name="connsiteY0" fmla="*/ 0 h 271309"/>
                <a:gd name="connsiteX1" fmla="*/ 595708 w 596808"/>
                <a:gd name="connsiteY1" fmla="*/ 0 h 271309"/>
                <a:gd name="connsiteX2" fmla="*/ 596808 w 596808"/>
                <a:gd name="connsiteY2" fmla="*/ 141985 h 271309"/>
                <a:gd name="connsiteX3" fmla="*/ 1101 w 596808"/>
                <a:gd name="connsiteY3" fmla="*/ 271309 h 271309"/>
                <a:gd name="connsiteX4" fmla="*/ 0 w 596808"/>
                <a:gd name="connsiteY4" fmla="*/ 0 h 271309"/>
                <a:gd name="connsiteX0" fmla="*/ 0 w 595708"/>
                <a:gd name="connsiteY0" fmla="*/ 0 h 271309"/>
                <a:gd name="connsiteX1" fmla="*/ 595708 w 595708"/>
                <a:gd name="connsiteY1" fmla="*/ 0 h 271309"/>
                <a:gd name="connsiteX2" fmla="*/ 594186 w 595708"/>
                <a:gd name="connsiteY2" fmla="*/ 141985 h 271309"/>
                <a:gd name="connsiteX3" fmla="*/ 1101 w 595708"/>
                <a:gd name="connsiteY3" fmla="*/ 271309 h 271309"/>
                <a:gd name="connsiteX4" fmla="*/ 0 w 595708"/>
                <a:gd name="connsiteY4" fmla="*/ 0 h 271309"/>
                <a:gd name="connsiteX0" fmla="*/ 0 w 595708"/>
                <a:gd name="connsiteY0" fmla="*/ 0 h 271309"/>
                <a:gd name="connsiteX1" fmla="*/ 595708 w 595708"/>
                <a:gd name="connsiteY1" fmla="*/ 0 h 271309"/>
                <a:gd name="connsiteX2" fmla="*/ 594186 w 595708"/>
                <a:gd name="connsiteY2" fmla="*/ 141985 h 271309"/>
                <a:gd name="connsiteX3" fmla="*/ 1101 w 595708"/>
                <a:gd name="connsiteY3" fmla="*/ 271309 h 271309"/>
                <a:gd name="connsiteX4" fmla="*/ 0 w 595708"/>
                <a:gd name="connsiteY4" fmla="*/ 0 h 271309"/>
                <a:gd name="connsiteX0" fmla="*/ 0 w 595936"/>
                <a:gd name="connsiteY0" fmla="*/ 0 h 271309"/>
                <a:gd name="connsiteX1" fmla="*/ 595708 w 595936"/>
                <a:gd name="connsiteY1" fmla="*/ 0 h 271309"/>
                <a:gd name="connsiteX2" fmla="*/ 594186 w 595936"/>
                <a:gd name="connsiteY2" fmla="*/ 141985 h 271309"/>
                <a:gd name="connsiteX3" fmla="*/ 1101 w 595936"/>
                <a:gd name="connsiteY3" fmla="*/ 271309 h 271309"/>
                <a:gd name="connsiteX4" fmla="*/ 0 w 595936"/>
                <a:gd name="connsiteY4" fmla="*/ 0 h 271309"/>
                <a:gd name="connsiteX0" fmla="*/ 319 w 596255"/>
                <a:gd name="connsiteY0" fmla="*/ 0 h 271309"/>
                <a:gd name="connsiteX1" fmla="*/ 596027 w 596255"/>
                <a:gd name="connsiteY1" fmla="*/ 0 h 271309"/>
                <a:gd name="connsiteX2" fmla="*/ 594505 w 596255"/>
                <a:gd name="connsiteY2" fmla="*/ 141985 h 271309"/>
                <a:gd name="connsiteX3" fmla="*/ 110 w 596255"/>
                <a:gd name="connsiteY3" fmla="*/ 271309 h 271309"/>
                <a:gd name="connsiteX4" fmla="*/ 319 w 596255"/>
                <a:gd name="connsiteY4" fmla="*/ 0 h 271309"/>
                <a:gd name="connsiteX0" fmla="*/ 0 w 595936"/>
                <a:gd name="connsiteY0" fmla="*/ 0 h 271309"/>
                <a:gd name="connsiteX1" fmla="*/ 595708 w 595936"/>
                <a:gd name="connsiteY1" fmla="*/ 0 h 271309"/>
                <a:gd name="connsiteX2" fmla="*/ 594186 w 595936"/>
                <a:gd name="connsiteY2" fmla="*/ 141985 h 271309"/>
                <a:gd name="connsiteX3" fmla="*/ 1101 w 595936"/>
                <a:gd name="connsiteY3" fmla="*/ 271309 h 271309"/>
                <a:gd name="connsiteX4" fmla="*/ 0 w 595936"/>
                <a:gd name="connsiteY4" fmla="*/ 0 h 271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5936" h="271309">
                  <a:moveTo>
                    <a:pt x="0" y="0"/>
                  </a:moveTo>
                  <a:lnTo>
                    <a:pt x="595708" y="0"/>
                  </a:lnTo>
                  <a:cubicBezTo>
                    <a:pt x="595708" y="30988"/>
                    <a:pt x="596806" y="39550"/>
                    <a:pt x="594186" y="141985"/>
                  </a:cubicBezTo>
                  <a:cubicBezTo>
                    <a:pt x="404809" y="352086"/>
                    <a:pt x="341643" y="22672"/>
                    <a:pt x="1101" y="271309"/>
                  </a:cubicBezTo>
                  <a:cubicBezTo>
                    <a:pt x="647" y="226260"/>
                    <a:pt x="454" y="45049"/>
                    <a:pt x="0" y="0"/>
                  </a:cubicBez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7" name="矩形 1174">
              <a:extLst>
                <a:ext uri="{FF2B5EF4-FFF2-40B4-BE49-F238E27FC236}">
                  <a16:creationId xmlns:a16="http://schemas.microsoft.com/office/drawing/2014/main" id="{B02A69AF-DC58-B700-30E1-F70D1879F85E}"/>
                </a:ext>
              </a:extLst>
            </p:cNvPr>
            <p:cNvSpPr/>
            <p:nvPr/>
          </p:nvSpPr>
          <p:spPr>
            <a:xfrm rot="10800000">
              <a:off x="5041542" y="6594252"/>
              <a:ext cx="618706" cy="226680"/>
            </a:xfrm>
            <a:custGeom>
              <a:avLst/>
              <a:gdLst>
                <a:gd name="connsiteX0" fmla="*/ 0 w 595706"/>
                <a:gd name="connsiteY0" fmla="*/ 0 h 92965"/>
                <a:gd name="connsiteX1" fmla="*/ 595706 w 595706"/>
                <a:gd name="connsiteY1" fmla="*/ 0 h 92965"/>
                <a:gd name="connsiteX2" fmla="*/ 595706 w 595706"/>
                <a:gd name="connsiteY2" fmla="*/ 92965 h 92965"/>
                <a:gd name="connsiteX3" fmla="*/ 0 w 595706"/>
                <a:gd name="connsiteY3" fmla="*/ 92965 h 92965"/>
                <a:gd name="connsiteX4" fmla="*/ 0 w 595706"/>
                <a:gd name="connsiteY4" fmla="*/ 0 h 92965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1422 w 594406"/>
                <a:gd name="connsiteY0" fmla="*/ 21376 h 135147"/>
                <a:gd name="connsiteX1" fmla="*/ 594406 w 594406"/>
                <a:gd name="connsiteY1" fmla="*/ 0 h 135147"/>
                <a:gd name="connsiteX2" fmla="*/ 594406 w 594406"/>
                <a:gd name="connsiteY2" fmla="*/ 92965 h 135147"/>
                <a:gd name="connsiteX3" fmla="*/ 61 w 594406"/>
                <a:gd name="connsiteY3" fmla="*/ 135147 h 135147"/>
                <a:gd name="connsiteX4" fmla="*/ 1422 w 594406"/>
                <a:gd name="connsiteY4" fmla="*/ 21376 h 135147"/>
                <a:gd name="connsiteX0" fmla="*/ 1422 w 594406"/>
                <a:gd name="connsiteY0" fmla="*/ 15599 h 135147"/>
                <a:gd name="connsiteX1" fmla="*/ 594406 w 594406"/>
                <a:gd name="connsiteY1" fmla="*/ 0 h 135147"/>
                <a:gd name="connsiteX2" fmla="*/ 594406 w 594406"/>
                <a:gd name="connsiteY2" fmla="*/ 92965 h 135147"/>
                <a:gd name="connsiteX3" fmla="*/ 61 w 594406"/>
                <a:gd name="connsiteY3" fmla="*/ 135147 h 135147"/>
                <a:gd name="connsiteX4" fmla="*/ 1422 w 594406"/>
                <a:gd name="connsiteY4" fmla="*/ 15599 h 135147"/>
                <a:gd name="connsiteX0" fmla="*/ 131 w 594476"/>
                <a:gd name="connsiteY0" fmla="*/ 4622 h 135147"/>
                <a:gd name="connsiteX1" fmla="*/ 594476 w 594476"/>
                <a:gd name="connsiteY1" fmla="*/ 0 h 135147"/>
                <a:gd name="connsiteX2" fmla="*/ 594476 w 594476"/>
                <a:gd name="connsiteY2" fmla="*/ 92965 h 135147"/>
                <a:gd name="connsiteX3" fmla="*/ 131 w 594476"/>
                <a:gd name="connsiteY3" fmla="*/ 135147 h 135147"/>
                <a:gd name="connsiteX4" fmla="*/ 131 w 594476"/>
                <a:gd name="connsiteY4" fmla="*/ 4622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22423 h 139660"/>
                <a:gd name="connsiteX1" fmla="*/ 595706 w 595706"/>
                <a:gd name="connsiteY1" fmla="*/ 4513 h 139660"/>
                <a:gd name="connsiteX2" fmla="*/ 595706 w 595706"/>
                <a:gd name="connsiteY2" fmla="*/ 97478 h 139660"/>
                <a:gd name="connsiteX3" fmla="*/ 1361 w 595706"/>
                <a:gd name="connsiteY3" fmla="*/ 139660 h 139660"/>
                <a:gd name="connsiteX4" fmla="*/ 0 w 595706"/>
                <a:gd name="connsiteY4" fmla="*/ 22423 h 139660"/>
                <a:gd name="connsiteX0" fmla="*/ 0 w 595706"/>
                <a:gd name="connsiteY0" fmla="*/ 26413 h 143650"/>
                <a:gd name="connsiteX1" fmla="*/ 595706 w 595706"/>
                <a:gd name="connsiteY1" fmla="*/ 8503 h 143650"/>
                <a:gd name="connsiteX2" fmla="*/ 595706 w 595706"/>
                <a:gd name="connsiteY2" fmla="*/ 101468 h 143650"/>
                <a:gd name="connsiteX3" fmla="*/ 1361 w 595706"/>
                <a:gd name="connsiteY3" fmla="*/ 143650 h 143650"/>
                <a:gd name="connsiteX4" fmla="*/ 0 w 595706"/>
                <a:gd name="connsiteY4" fmla="*/ 26413 h 143650"/>
                <a:gd name="connsiteX0" fmla="*/ 0 w 595706"/>
                <a:gd name="connsiteY0" fmla="*/ 21286 h 138523"/>
                <a:gd name="connsiteX1" fmla="*/ 595706 w 595706"/>
                <a:gd name="connsiteY1" fmla="*/ 3376 h 138523"/>
                <a:gd name="connsiteX2" fmla="*/ 595706 w 595706"/>
                <a:gd name="connsiteY2" fmla="*/ 96341 h 138523"/>
                <a:gd name="connsiteX3" fmla="*/ 1361 w 595706"/>
                <a:gd name="connsiteY3" fmla="*/ 138523 h 138523"/>
                <a:gd name="connsiteX4" fmla="*/ 0 w 595706"/>
                <a:gd name="connsiteY4" fmla="*/ 21286 h 138523"/>
                <a:gd name="connsiteX0" fmla="*/ 0 w 595706"/>
                <a:gd name="connsiteY0" fmla="*/ 22534 h 139771"/>
                <a:gd name="connsiteX1" fmla="*/ 595706 w 595706"/>
                <a:gd name="connsiteY1" fmla="*/ 4624 h 139771"/>
                <a:gd name="connsiteX2" fmla="*/ 595706 w 595706"/>
                <a:gd name="connsiteY2" fmla="*/ 97589 h 139771"/>
                <a:gd name="connsiteX3" fmla="*/ 1361 w 595706"/>
                <a:gd name="connsiteY3" fmla="*/ 139771 h 139771"/>
                <a:gd name="connsiteX4" fmla="*/ 0 w 595706"/>
                <a:gd name="connsiteY4" fmla="*/ 22534 h 139771"/>
                <a:gd name="connsiteX0" fmla="*/ 0 w 595706"/>
                <a:gd name="connsiteY0" fmla="*/ 23494 h 140731"/>
                <a:gd name="connsiteX1" fmla="*/ 595706 w 595706"/>
                <a:gd name="connsiteY1" fmla="*/ 2118 h 140731"/>
                <a:gd name="connsiteX2" fmla="*/ 595706 w 595706"/>
                <a:gd name="connsiteY2" fmla="*/ 98549 h 140731"/>
                <a:gd name="connsiteX3" fmla="*/ 1361 w 595706"/>
                <a:gd name="connsiteY3" fmla="*/ 140731 h 140731"/>
                <a:gd name="connsiteX4" fmla="*/ 0 w 595706"/>
                <a:gd name="connsiteY4" fmla="*/ 23494 h 140731"/>
                <a:gd name="connsiteX0" fmla="*/ 0 w 595706"/>
                <a:gd name="connsiteY0" fmla="*/ 23494 h 140731"/>
                <a:gd name="connsiteX1" fmla="*/ 595706 w 595706"/>
                <a:gd name="connsiteY1" fmla="*/ 2118 h 140731"/>
                <a:gd name="connsiteX2" fmla="*/ 595706 w 595706"/>
                <a:gd name="connsiteY2" fmla="*/ 98549 h 140731"/>
                <a:gd name="connsiteX3" fmla="*/ 1361 w 595706"/>
                <a:gd name="connsiteY3" fmla="*/ 140731 h 140731"/>
                <a:gd name="connsiteX4" fmla="*/ 0 w 595706"/>
                <a:gd name="connsiteY4" fmla="*/ 23494 h 140731"/>
                <a:gd name="connsiteX0" fmla="*/ 0 w 595706"/>
                <a:gd name="connsiteY0" fmla="*/ 25030 h 142267"/>
                <a:gd name="connsiteX1" fmla="*/ 595706 w 595706"/>
                <a:gd name="connsiteY1" fmla="*/ 3654 h 142267"/>
                <a:gd name="connsiteX2" fmla="*/ 595706 w 595706"/>
                <a:gd name="connsiteY2" fmla="*/ 100085 h 142267"/>
                <a:gd name="connsiteX3" fmla="*/ 1361 w 595706"/>
                <a:gd name="connsiteY3" fmla="*/ 142267 h 142267"/>
                <a:gd name="connsiteX4" fmla="*/ 0 w 595706"/>
                <a:gd name="connsiteY4" fmla="*/ 25030 h 142267"/>
                <a:gd name="connsiteX0" fmla="*/ 0 w 595706"/>
                <a:gd name="connsiteY0" fmla="*/ 22091 h 139328"/>
                <a:gd name="connsiteX1" fmla="*/ 595706 w 595706"/>
                <a:gd name="connsiteY1" fmla="*/ 715 h 139328"/>
                <a:gd name="connsiteX2" fmla="*/ 595706 w 595706"/>
                <a:gd name="connsiteY2" fmla="*/ 97146 h 139328"/>
                <a:gd name="connsiteX3" fmla="*/ 1361 w 595706"/>
                <a:gd name="connsiteY3" fmla="*/ 139328 h 139328"/>
                <a:gd name="connsiteX4" fmla="*/ 0 w 595706"/>
                <a:gd name="connsiteY4" fmla="*/ 22091 h 139328"/>
                <a:gd name="connsiteX0" fmla="*/ 0 w 595706"/>
                <a:gd name="connsiteY0" fmla="*/ 23573 h 140810"/>
                <a:gd name="connsiteX1" fmla="*/ 595706 w 595706"/>
                <a:gd name="connsiteY1" fmla="*/ 2197 h 140810"/>
                <a:gd name="connsiteX2" fmla="*/ 595706 w 595706"/>
                <a:gd name="connsiteY2" fmla="*/ 98628 h 140810"/>
                <a:gd name="connsiteX3" fmla="*/ 1361 w 595706"/>
                <a:gd name="connsiteY3" fmla="*/ 140810 h 140810"/>
                <a:gd name="connsiteX4" fmla="*/ 0 w 595706"/>
                <a:gd name="connsiteY4" fmla="*/ 23573 h 140810"/>
                <a:gd name="connsiteX0" fmla="*/ 0 w 595706"/>
                <a:gd name="connsiteY0" fmla="*/ 21908 h 139145"/>
                <a:gd name="connsiteX1" fmla="*/ 595706 w 595706"/>
                <a:gd name="connsiteY1" fmla="*/ 532 h 139145"/>
                <a:gd name="connsiteX2" fmla="*/ 595706 w 595706"/>
                <a:gd name="connsiteY2" fmla="*/ 96963 h 139145"/>
                <a:gd name="connsiteX3" fmla="*/ 1361 w 595706"/>
                <a:gd name="connsiteY3" fmla="*/ 139145 h 139145"/>
                <a:gd name="connsiteX4" fmla="*/ 0 w 595706"/>
                <a:gd name="connsiteY4" fmla="*/ 21908 h 139145"/>
                <a:gd name="connsiteX0" fmla="*/ 0 w 595706"/>
                <a:gd name="connsiteY0" fmla="*/ 23863 h 141100"/>
                <a:gd name="connsiteX1" fmla="*/ 595706 w 595706"/>
                <a:gd name="connsiteY1" fmla="*/ 2487 h 141100"/>
                <a:gd name="connsiteX2" fmla="*/ 595706 w 595706"/>
                <a:gd name="connsiteY2" fmla="*/ 98918 h 141100"/>
                <a:gd name="connsiteX3" fmla="*/ 1361 w 595706"/>
                <a:gd name="connsiteY3" fmla="*/ 141100 h 141100"/>
                <a:gd name="connsiteX4" fmla="*/ 0 w 595706"/>
                <a:gd name="connsiteY4" fmla="*/ 23863 h 141100"/>
                <a:gd name="connsiteX0" fmla="*/ 0 w 595706"/>
                <a:gd name="connsiteY0" fmla="*/ 24472 h 141709"/>
                <a:gd name="connsiteX1" fmla="*/ 595706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0 w 595706"/>
                <a:gd name="connsiteY0" fmla="*/ 24267 h 141504"/>
                <a:gd name="connsiteX1" fmla="*/ 595706 w 595706"/>
                <a:gd name="connsiteY1" fmla="*/ 2891 h 141504"/>
                <a:gd name="connsiteX2" fmla="*/ 595706 w 595706"/>
                <a:gd name="connsiteY2" fmla="*/ 99322 h 141504"/>
                <a:gd name="connsiteX3" fmla="*/ 1361 w 595706"/>
                <a:gd name="connsiteY3" fmla="*/ 141504 h 141504"/>
                <a:gd name="connsiteX4" fmla="*/ 0 w 595706"/>
                <a:gd name="connsiteY4" fmla="*/ 24267 h 141504"/>
                <a:gd name="connsiteX0" fmla="*/ 0 w 595706"/>
                <a:gd name="connsiteY0" fmla="*/ 24472 h 141709"/>
                <a:gd name="connsiteX1" fmla="*/ 595706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0 w 595706"/>
                <a:gd name="connsiteY0" fmla="*/ 24472 h 141709"/>
                <a:gd name="connsiteX1" fmla="*/ 594353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124 w 595830"/>
                <a:gd name="connsiteY0" fmla="*/ 24472 h 141709"/>
                <a:gd name="connsiteX1" fmla="*/ 594477 w 595830"/>
                <a:gd name="connsiteY1" fmla="*/ 3096 h 141709"/>
                <a:gd name="connsiteX2" fmla="*/ 595830 w 595830"/>
                <a:gd name="connsiteY2" fmla="*/ 99527 h 141709"/>
                <a:gd name="connsiteX3" fmla="*/ 131 w 595830"/>
                <a:gd name="connsiteY3" fmla="*/ 141709 h 141709"/>
                <a:gd name="connsiteX4" fmla="*/ 124 w 595830"/>
                <a:gd name="connsiteY4" fmla="*/ 24472 h 141709"/>
                <a:gd name="connsiteX0" fmla="*/ 124 w 597179"/>
                <a:gd name="connsiteY0" fmla="*/ 25207 h 142444"/>
                <a:gd name="connsiteX1" fmla="*/ 597179 w 597179"/>
                <a:gd name="connsiteY1" fmla="*/ 481 h 142444"/>
                <a:gd name="connsiteX2" fmla="*/ 595830 w 597179"/>
                <a:gd name="connsiteY2" fmla="*/ 100262 h 142444"/>
                <a:gd name="connsiteX3" fmla="*/ 131 w 597179"/>
                <a:gd name="connsiteY3" fmla="*/ 142444 h 142444"/>
                <a:gd name="connsiteX4" fmla="*/ 124 w 597179"/>
                <a:gd name="connsiteY4" fmla="*/ 25207 h 142444"/>
                <a:gd name="connsiteX0" fmla="*/ 124 w 595889"/>
                <a:gd name="connsiteY0" fmla="*/ 25842 h 143079"/>
                <a:gd name="connsiteX1" fmla="*/ 594477 w 595889"/>
                <a:gd name="connsiteY1" fmla="*/ 0 h 143079"/>
                <a:gd name="connsiteX2" fmla="*/ 595830 w 595889"/>
                <a:gd name="connsiteY2" fmla="*/ 100897 h 143079"/>
                <a:gd name="connsiteX3" fmla="*/ 131 w 595889"/>
                <a:gd name="connsiteY3" fmla="*/ 143079 h 143079"/>
                <a:gd name="connsiteX4" fmla="*/ 124 w 595889"/>
                <a:gd name="connsiteY4" fmla="*/ 25842 h 143079"/>
                <a:gd name="connsiteX0" fmla="*/ 124 w 595889"/>
                <a:gd name="connsiteY0" fmla="*/ 24713 h 141950"/>
                <a:gd name="connsiteX1" fmla="*/ 594477 w 595889"/>
                <a:gd name="connsiteY1" fmla="*/ 2221 h 141950"/>
                <a:gd name="connsiteX2" fmla="*/ 595830 w 595889"/>
                <a:gd name="connsiteY2" fmla="*/ 99768 h 141950"/>
                <a:gd name="connsiteX3" fmla="*/ 131 w 595889"/>
                <a:gd name="connsiteY3" fmla="*/ 141950 h 141950"/>
                <a:gd name="connsiteX4" fmla="*/ 124 w 595889"/>
                <a:gd name="connsiteY4" fmla="*/ 24713 h 141950"/>
                <a:gd name="connsiteX0" fmla="*/ 124 w 595959"/>
                <a:gd name="connsiteY0" fmla="*/ 24713 h 141950"/>
                <a:gd name="connsiteX1" fmla="*/ 595828 w 595959"/>
                <a:gd name="connsiteY1" fmla="*/ 2221 h 141950"/>
                <a:gd name="connsiteX2" fmla="*/ 595830 w 595959"/>
                <a:gd name="connsiteY2" fmla="*/ 99768 h 141950"/>
                <a:gd name="connsiteX3" fmla="*/ 131 w 595959"/>
                <a:gd name="connsiteY3" fmla="*/ 141950 h 141950"/>
                <a:gd name="connsiteX4" fmla="*/ 124 w 595959"/>
                <a:gd name="connsiteY4" fmla="*/ 24713 h 141950"/>
                <a:gd name="connsiteX0" fmla="*/ 124 w 595959"/>
                <a:gd name="connsiteY0" fmla="*/ 24925 h 142162"/>
                <a:gd name="connsiteX1" fmla="*/ 595828 w 595959"/>
                <a:gd name="connsiteY1" fmla="*/ 2433 h 142162"/>
                <a:gd name="connsiteX2" fmla="*/ 595830 w 595959"/>
                <a:gd name="connsiteY2" fmla="*/ 99980 h 142162"/>
                <a:gd name="connsiteX3" fmla="*/ 131 w 595959"/>
                <a:gd name="connsiteY3" fmla="*/ 142162 h 142162"/>
                <a:gd name="connsiteX4" fmla="*/ 124 w 595959"/>
                <a:gd name="connsiteY4" fmla="*/ 24925 h 142162"/>
                <a:gd name="connsiteX0" fmla="*/ 124 w 595959"/>
                <a:gd name="connsiteY0" fmla="*/ 22492 h 139729"/>
                <a:gd name="connsiteX1" fmla="*/ 595828 w 595959"/>
                <a:gd name="connsiteY1" fmla="*/ 0 h 139729"/>
                <a:gd name="connsiteX2" fmla="*/ 595830 w 595959"/>
                <a:gd name="connsiteY2" fmla="*/ 97547 h 139729"/>
                <a:gd name="connsiteX3" fmla="*/ 131 w 595959"/>
                <a:gd name="connsiteY3" fmla="*/ 139729 h 139729"/>
                <a:gd name="connsiteX4" fmla="*/ 124 w 595959"/>
                <a:gd name="connsiteY4" fmla="*/ 22492 h 139729"/>
                <a:gd name="connsiteX0" fmla="*/ 124 w 595959"/>
                <a:gd name="connsiteY0" fmla="*/ 25585 h 142822"/>
                <a:gd name="connsiteX1" fmla="*/ 595828 w 595959"/>
                <a:gd name="connsiteY1" fmla="*/ 3093 h 142822"/>
                <a:gd name="connsiteX2" fmla="*/ 595830 w 595959"/>
                <a:gd name="connsiteY2" fmla="*/ 100640 h 142822"/>
                <a:gd name="connsiteX3" fmla="*/ 131 w 595959"/>
                <a:gd name="connsiteY3" fmla="*/ 142822 h 142822"/>
                <a:gd name="connsiteX4" fmla="*/ 124 w 595959"/>
                <a:gd name="connsiteY4" fmla="*/ 25585 h 142822"/>
                <a:gd name="connsiteX0" fmla="*/ 124 w 595959"/>
                <a:gd name="connsiteY0" fmla="*/ 25585 h 142822"/>
                <a:gd name="connsiteX1" fmla="*/ 595828 w 595959"/>
                <a:gd name="connsiteY1" fmla="*/ 3093 h 142822"/>
                <a:gd name="connsiteX2" fmla="*/ 595830 w 595959"/>
                <a:gd name="connsiteY2" fmla="*/ 100640 h 142822"/>
                <a:gd name="connsiteX3" fmla="*/ 131 w 595959"/>
                <a:gd name="connsiteY3" fmla="*/ 142822 h 142822"/>
                <a:gd name="connsiteX4" fmla="*/ 124 w 595959"/>
                <a:gd name="connsiteY4" fmla="*/ 25585 h 142822"/>
                <a:gd name="connsiteX0" fmla="*/ 124 w 595959"/>
                <a:gd name="connsiteY0" fmla="*/ 26512 h 143749"/>
                <a:gd name="connsiteX1" fmla="*/ 595828 w 595959"/>
                <a:gd name="connsiteY1" fmla="*/ 4020 h 143749"/>
                <a:gd name="connsiteX2" fmla="*/ 595830 w 595959"/>
                <a:gd name="connsiteY2" fmla="*/ 101567 h 143749"/>
                <a:gd name="connsiteX3" fmla="*/ 131 w 595959"/>
                <a:gd name="connsiteY3" fmla="*/ 143749 h 143749"/>
                <a:gd name="connsiteX4" fmla="*/ 124 w 595959"/>
                <a:gd name="connsiteY4" fmla="*/ 26512 h 143749"/>
                <a:gd name="connsiteX0" fmla="*/ 124 w 595959"/>
                <a:gd name="connsiteY0" fmla="*/ 26512 h 143749"/>
                <a:gd name="connsiteX1" fmla="*/ 595828 w 595959"/>
                <a:gd name="connsiteY1" fmla="*/ 4020 h 143749"/>
                <a:gd name="connsiteX2" fmla="*/ 595830 w 595959"/>
                <a:gd name="connsiteY2" fmla="*/ 101567 h 143749"/>
                <a:gd name="connsiteX3" fmla="*/ 131 w 595959"/>
                <a:gd name="connsiteY3" fmla="*/ 143749 h 143749"/>
                <a:gd name="connsiteX4" fmla="*/ 124 w 595959"/>
                <a:gd name="connsiteY4" fmla="*/ 26512 h 143749"/>
                <a:gd name="connsiteX0" fmla="*/ 124 w 595959"/>
                <a:gd name="connsiteY0" fmla="*/ 28496 h 145733"/>
                <a:gd name="connsiteX1" fmla="*/ 595828 w 595959"/>
                <a:gd name="connsiteY1" fmla="*/ 6004 h 145733"/>
                <a:gd name="connsiteX2" fmla="*/ 595830 w 595959"/>
                <a:gd name="connsiteY2" fmla="*/ 103551 h 145733"/>
                <a:gd name="connsiteX3" fmla="*/ 131 w 595959"/>
                <a:gd name="connsiteY3" fmla="*/ 145733 h 145733"/>
                <a:gd name="connsiteX4" fmla="*/ 124 w 595959"/>
                <a:gd name="connsiteY4" fmla="*/ 28496 h 14573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856"/>
                <a:gd name="connsiteY0" fmla="*/ 41841 h 159078"/>
                <a:gd name="connsiteX1" fmla="*/ 591261 w 595856"/>
                <a:gd name="connsiteY1" fmla="*/ 0 h 159078"/>
                <a:gd name="connsiteX2" fmla="*/ 595830 w 595856"/>
                <a:gd name="connsiteY2" fmla="*/ 116896 h 159078"/>
                <a:gd name="connsiteX3" fmla="*/ 131 w 595856"/>
                <a:gd name="connsiteY3" fmla="*/ 159078 h 159078"/>
                <a:gd name="connsiteX4" fmla="*/ 124 w 595856"/>
                <a:gd name="connsiteY4" fmla="*/ 41841 h 159078"/>
                <a:gd name="connsiteX0" fmla="*/ 124 w 595959"/>
                <a:gd name="connsiteY0" fmla="*/ 41841 h 159078"/>
                <a:gd name="connsiteX1" fmla="*/ 595828 w 595959"/>
                <a:gd name="connsiteY1" fmla="*/ 0 h 159078"/>
                <a:gd name="connsiteX2" fmla="*/ 595830 w 595959"/>
                <a:gd name="connsiteY2" fmla="*/ 116896 h 159078"/>
                <a:gd name="connsiteX3" fmla="*/ 131 w 595959"/>
                <a:gd name="connsiteY3" fmla="*/ 159078 h 159078"/>
                <a:gd name="connsiteX4" fmla="*/ 124 w 595959"/>
                <a:gd name="connsiteY4" fmla="*/ 41841 h 159078"/>
                <a:gd name="connsiteX0" fmla="*/ 124 w 597349"/>
                <a:gd name="connsiteY0" fmla="*/ 42378 h 159615"/>
                <a:gd name="connsiteX1" fmla="*/ 597349 w 597349"/>
                <a:gd name="connsiteY1" fmla="*/ 0 h 159615"/>
                <a:gd name="connsiteX2" fmla="*/ 595830 w 597349"/>
                <a:gd name="connsiteY2" fmla="*/ 117433 h 159615"/>
                <a:gd name="connsiteX3" fmla="*/ 131 w 597349"/>
                <a:gd name="connsiteY3" fmla="*/ 159615 h 159615"/>
                <a:gd name="connsiteX4" fmla="*/ 124 w 597349"/>
                <a:gd name="connsiteY4" fmla="*/ 42378 h 159615"/>
                <a:gd name="connsiteX0" fmla="*/ 124 w 600443"/>
                <a:gd name="connsiteY0" fmla="*/ 42378 h 159615"/>
                <a:gd name="connsiteX1" fmla="*/ 597349 w 600443"/>
                <a:gd name="connsiteY1" fmla="*/ 0 h 159615"/>
                <a:gd name="connsiteX2" fmla="*/ 600408 w 600443"/>
                <a:gd name="connsiteY2" fmla="*/ 117433 h 159615"/>
                <a:gd name="connsiteX3" fmla="*/ 131 w 600443"/>
                <a:gd name="connsiteY3" fmla="*/ 159615 h 159615"/>
                <a:gd name="connsiteX4" fmla="*/ 124 w 600443"/>
                <a:gd name="connsiteY4" fmla="*/ 42378 h 159615"/>
                <a:gd name="connsiteX0" fmla="*/ 124 w 600537"/>
                <a:gd name="connsiteY0" fmla="*/ 42378 h 159615"/>
                <a:gd name="connsiteX1" fmla="*/ 600401 w 600537"/>
                <a:gd name="connsiteY1" fmla="*/ 0 h 159615"/>
                <a:gd name="connsiteX2" fmla="*/ 600408 w 600537"/>
                <a:gd name="connsiteY2" fmla="*/ 117433 h 159615"/>
                <a:gd name="connsiteX3" fmla="*/ 131 w 600537"/>
                <a:gd name="connsiteY3" fmla="*/ 159615 h 159615"/>
                <a:gd name="connsiteX4" fmla="*/ 124 w 600537"/>
                <a:gd name="connsiteY4" fmla="*/ 42378 h 159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0537" h="159615">
                  <a:moveTo>
                    <a:pt x="124" y="42378"/>
                  </a:moveTo>
                  <a:cubicBezTo>
                    <a:pt x="296414" y="-50243"/>
                    <a:pt x="418111" y="75773"/>
                    <a:pt x="600401" y="0"/>
                  </a:cubicBezTo>
                  <a:cubicBezTo>
                    <a:pt x="599951" y="33260"/>
                    <a:pt x="600858" y="84173"/>
                    <a:pt x="600408" y="117433"/>
                  </a:cubicBezTo>
                  <a:cubicBezTo>
                    <a:pt x="395490" y="192726"/>
                    <a:pt x="285331" y="62551"/>
                    <a:pt x="131" y="159615"/>
                  </a:cubicBezTo>
                  <a:cubicBezTo>
                    <a:pt x="-323" y="114566"/>
                    <a:pt x="578" y="87427"/>
                    <a:pt x="124" y="42378"/>
                  </a:cubicBezTo>
                  <a:close/>
                </a:path>
              </a:pathLst>
            </a:custGeom>
            <a:solidFill>
              <a:schemeClr val="accent5">
                <a:lumMod val="40000"/>
                <a:lumOff val="6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58" name="组合 57">
              <a:extLst>
                <a:ext uri="{FF2B5EF4-FFF2-40B4-BE49-F238E27FC236}">
                  <a16:creationId xmlns:a16="http://schemas.microsoft.com/office/drawing/2014/main" id="{060CF41F-93D2-C061-196D-97B843814087}"/>
                </a:ext>
              </a:extLst>
            </p:cNvPr>
            <p:cNvGrpSpPr/>
            <p:nvPr/>
          </p:nvGrpSpPr>
          <p:grpSpPr>
            <a:xfrm>
              <a:off x="5040167" y="6521415"/>
              <a:ext cx="621640" cy="663817"/>
              <a:chOff x="3656357" y="6507685"/>
              <a:chExt cx="621640" cy="663817"/>
            </a:xfrm>
          </p:grpSpPr>
          <p:sp>
            <p:nvSpPr>
              <p:cNvPr id="59" name="矩形 58">
                <a:extLst>
                  <a:ext uri="{FF2B5EF4-FFF2-40B4-BE49-F238E27FC236}">
                    <a16:creationId xmlns:a16="http://schemas.microsoft.com/office/drawing/2014/main" id="{024FEA7C-20F4-7197-7BE9-E1B8BFF3874D}"/>
                  </a:ext>
                </a:extLst>
              </p:cNvPr>
              <p:cNvSpPr/>
              <p:nvPr/>
            </p:nvSpPr>
            <p:spPr>
              <a:xfrm>
                <a:off x="3656465" y="6640950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0" name="矩形 59">
                <a:extLst>
                  <a:ext uri="{FF2B5EF4-FFF2-40B4-BE49-F238E27FC236}">
                    <a16:creationId xmlns:a16="http://schemas.microsoft.com/office/drawing/2014/main" id="{A67E75BB-3F05-8B91-6DE2-DAD283D09EDD}"/>
                  </a:ext>
                </a:extLst>
              </p:cNvPr>
              <p:cNvSpPr/>
              <p:nvPr/>
            </p:nvSpPr>
            <p:spPr>
              <a:xfrm>
                <a:off x="3811875" y="6640950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" name="矩形 60">
                <a:extLst>
                  <a:ext uri="{FF2B5EF4-FFF2-40B4-BE49-F238E27FC236}">
                    <a16:creationId xmlns:a16="http://schemas.microsoft.com/office/drawing/2014/main" id="{6CD29B4A-5416-F9E4-3D2A-E40715CEF429}"/>
                  </a:ext>
                </a:extLst>
              </p:cNvPr>
              <p:cNvSpPr/>
              <p:nvPr/>
            </p:nvSpPr>
            <p:spPr>
              <a:xfrm>
                <a:off x="3967285" y="6640950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2" name="矩形 61">
                <a:extLst>
                  <a:ext uri="{FF2B5EF4-FFF2-40B4-BE49-F238E27FC236}">
                    <a16:creationId xmlns:a16="http://schemas.microsoft.com/office/drawing/2014/main" id="{94938878-9FFE-1628-EDEC-DB3DB0F99ED2}"/>
                  </a:ext>
                </a:extLst>
              </p:cNvPr>
              <p:cNvSpPr/>
              <p:nvPr/>
            </p:nvSpPr>
            <p:spPr>
              <a:xfrm>
                <a:off x="4122695" y="6640950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04" name="矩形 903">
                <a:extLst>
                  <a:ext uri="{FF2B5EF4-FFF2-40B4-BE49-F238E27FC236}">
                    <a16:creationId xmlns:a16="http://schemas.microsoft.com/office/drawing/2014/main" id="{10731FCC-49DC-F18F-12B6-CDBBE8F1D68A}"/>
                  </a:ext>
                </a:extLst>
              </p:cNvPr>
              <p:cNvSpPr/>
              <p:nvPr/>
            </p:nvSpPr>
            <p:spPr>
              <a:xfrm>
                <a:off x="3656465" y="6773574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05" name="矩形 904">
                <a:extLst>
                  <a:ext uri="{FF2B5EF4-FFF2-40B4-BE49-F238E27FC236}">
                    <a16:creationId xmlns:a16="http://schemas.microsoft.com/office/drawing/2014/main" id="{884D5049-3DBA-B281-8868-694C777EF086}"/>
                  </a:ext>
                </a:extLst>
              </p:cNvPr>
              <p:cNvSpPr/>
              <p:nvPr/>
            </p:nvSpPr>
            <p:spPr>
              <a:xfrm>
                <a:off x="3811875" y="6773574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06" name="矩形 905">
                <a:extLst>
                  <a:ext uri="{FF2B5EF4-FFF2-40B4-BE49-F238E27FC236}">
                    <a16:creationId xmlns:a16="http://schemas.microsoft.com/office/drawing/2014/main" id="{C92C0487-67DB-3741-0A69-9AA032826E85}"/>
                  </a:ext>
                </a:extLst>
              </p:cNvPr>
              <p:cNvSpPr/>
              <p:nvPr/>
            </p:nvSpPr>
            <p:spPr>
              <a:xfrm>
                <a:off x="3967285" y="6773574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07" name="矩形 906">
                <a:extLst>
                  <a:ext uri="{FF2B5EF4-FFF2-40B4-BE49-F238E27FC236}">
                    <a16:creationId xmlns:a16="http://schemas.microsoft.com/office/drawing/2014/main" id="{C28C8031-37F2-AD65-4FC1-EF92D22FB3FB}"/>
                  </a:ext>
                </a:extLst>
              </p:cNvPr>
              <p:cNvSpPr/>
              <p:nvPr/>
            </p:nvSpPr>
            <p:spPr>
              <a:xfrm>
                <a:off x="4122695" y="6773574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08" name="矩形 907">
                <a:extLst>
                  <a:ext uri="{FF2B5EF4-FFF2-40B4-BE49-F238E27FC236}">
                    <a16:creationId xmlns:a16="http://schemas.microsoft.com/office/drawing/2014/main" id="{B7779E3D-39CA-697A-4773-8C3B947DB8AD}"/>
                  </a:ext>
                </a:extLst>
              </p:cNvPr>
              <p:cNvSpPr/>
              <p:nvPr/>
            </p:nvSpPr>
            <p:spPr>
              <a:xfrm>
                <a:off x="3656357" y="690625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09" name="矩形 908">
                <a:extLst>
                  <a:ext uri="{FF2B5EF4-FFF2-40B4-BE49-F238E27FC236}">
                    <a16:creationId xmlns:a16="http://schemas.microsoft.com/office/drawing/2014/main" id="{EFA6DB75-CA01-2F26-4C65-7E0DC26AF626}"/>
                  </a:ext>
                </a:extLst>
              </p:cNvPr>
              <p:cNvSpPr/>
              <p:nvPr/>
            </p:nvSpPr>
            <p:spPr>
              <a:xfrm>
                <a:off x="3811767" y="690625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10" name="矩形 909">
                <a:extLst>
                  <a:ext uri="{FF2B5EF4-FFF2-40B4-BE49-F238E27FC236}">
                    <a16:creationId xmlns:a16="http://schemas.microsoft.com/office/drawing/2014/main" id="{039BE8A1-616D-62CD-93A6-1A32E1775EDD}"/>
                  </a:ext>
                </a:extLst>
              </p:cNvPr>
              <p:cNvSpPr/>
              <p:nvPr/>
            </p:nvSpPr>
            <p:spPr>
              <a:xfrm>
                <a:off x="3967177" y="690625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11" name="矩形 910">
                <a:extLst>
                  <a:ext uri="{FF2B5EF4-FFF2-40B4-BE49-F238E27FC236}">
                    <a16:creationId xmlns:a16="http://schemas.microsoft.com/office/drawing/2014/main" id="{7FDC3155-63C0-9D26-9970-2461F472E39E}"/>
                  </a:ext>
                </a:extLst>
              </p:cNvPr>
              <p:cNvSpPr/>
              <p:nvPr/>
            </p:nvSpPr>
            <p:spPr>
              <a:xfrm>
                <a:off x="4122587" y="690625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12" name="矩形 911">
                <a:extLst>
                  <a:ext uri="{FF2B5EF4-FFF2-40B4-BE49-F238E27FC236}">
                    <a16:creationId xmlns:a16="http://schemas.microsoft.com/office/drawing/2014/main" id="{9244DA77-5907-B838-C572-C3A0FA180BCA}"/>
                  </a:ext>
                </a:extLst>
              </p:cNvPr>
              <p:cNvSpPr/>
              <p:nvPr/>
            </p:nvSpPr>
            <p:spPr>
              <a:xfrm>
                <a:off x="3656357" y="7038879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13" name="矩形 912">
                <a:extLst>
                  <a:ext uri="{FF2B5EF4-FFF2-40B4-BE49-F238E27FC236}">
                    <a16:creationId xmlns:a16="http://schemas.microsoft.com/office/drawing/2014/main" id="{6207B73F-80C5-A55E-06C0-617D7040C006}"/>
                  </a:ext>
                </a:extLst>
              </p:cNvPr>
              <p:cNvSpPr/>
              <p:nvPr/>
            </p:nvSpPr>
            <p:spPr>
              <a:xfrm>
                <a:off x="3811767" y="7038879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14" name="矩形 913">
                <a:extLst>
                  <a:ext uri="{FF2B5EF4-FFF2-40B4-BE49-F238E27FC236}">
                    <a16:creationId xmlns:a16="http://schemas.microsoft.com/office/drawing/2014/main" id="{C7AEECA8-B318-C03A-BA41-C1AB70ADDDA0}"/>
                  </a:ext>
                </a:extLst>
              </p:cNvPr>
              <p:cNvSpPr/>
              <p:nvPr/>
            </p:nvSpPr>
            <p:spPr>
              <a:xfrm>
                <a:off x="3967177" y="7038879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15" name="矩形 914">
                <a:extLst>
                  <a:ext uri="{FF2B5EF4-FFF2-40B4-BE49-F238E27FC236}">
                    <a16:creationId xmlns:a16="http://schemas.microsoft.com/office/drawing/2014/main" id="{796797A8-7958-4B77-BAAE-38E38190F7D4}"/>
                  </a:ext>
                </a:extLst>
              </p:cNvPr>
              <p:cNvSpPr/>
              <p:nvPr/>
            </p:nvSpPr>
            <p:spPr>
              <a:xfrm>
                <a:off x="4122587" y="7038879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16" name="矩形 915">
                <a:extLst>
                  <a:ext uri="{FF2B5EF4-FFF2-40B4-BE49-F238E27FC236}">
                    <a16:creationId xmlns:a16="http://schemas.microsoft.com/office/drawing/2014/main" id="{83548880-EAB8-B070-8E17-3BFBAA2ED52C}"/>
                  </a:ext>
                </a:extLst>
              </p:cNvPr>
              <p:cNvSpPr/>
              <p:nvPr/>
            </p:nvSpPr>
            <p:spPr>
              <a:xfrm>
                <a:off x="3656357" y="650768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17" name="矩形 916">
                <a:extLst>
                  <a:ext uri="{FF2B5EF4-FFF2-40B4-BE49-F238E27FC236}">
                    <a16:creationId xmlns:a16="http://schemas.microsoft.com/office/drawing/2014/main" id="{890EB0EF-9E25-7F77-830A-0A9E4E511972}"/>
                  </a:ext>
                </a:extLst>
              </p:cNvPr>
              <p:cNvSpPr/>
              <p:nvPr/>
            </p:nvSpPr>
            <p:spPr>
              <a:xfrm>
                <a:off x="3811767" y="650768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18" name="矩形 917">
                <a:extLst>
                  <a:ext uri="{FF2B5EF4-FFF2-40B4-BE49-F238E27FC236}">
                    <a16:creationId xmlns:a16="http://schemas.microsoft.com/office/drawing/2014/main" id="{9BB706D8-D317-67A2-5032-BCBE48EEE17C}"/>
                  </a:ext>
                </a:extLst>
              </p:cNvPr>
              <p:cNvSpPr/>
              <p:nvPr/>
            </p:nvSpPr>
            <p:spPr>
              <a:xfrm>
                <a:off x="3967177" y="650768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19" name="矩形 918">
                <a:extLst>
                  <a:ext uri="{FF2B5EF4-FFF2-40B4-BE49-F238E27FC236}">
                    <a16:creationId xmlns:a16="http://schemas.microsoft.com/office/drawing/2014/main" id="{258BCCB6-8D6E-CB71-85F6-DF1BE801B167}"/>
                  </a:ext>
                </a:extLst>
              </p:cNvPr>
              <p:cNvSpPr/>
              <p:nvPr/>
            </p:nvSpPr>
            <p:spPr>
              <a:xfrm>
                <a:off x="4122587" y="650768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938" name="组合 937">
            <a:extLst>
              <a:ext uri="{FF2B5EF4-FFF2-40B4-BE49-F238E27FC236}">
                <a16:creationId xmlns:a16="http://schemas.microsoft.com/office/drawing/2014/main" id="{391FB3D2-08DA-4792-8F06-8A9F35F509F2}"/>
              </a:ext>
            </a:extLst>
          </p:cNvPr>
          <p:cNvGrpSpPr/>
          <p:nvPr/>
        </p:nvGrpSpPr>
        <p:grpSpPr>
          <a:xfrm>
            <a:off x="3041171" y="2236284"/>
            <a:ext cx="734881" cy="457486"/>
            <a:chOff x="3262267" y="3927547"/>
            <a:chExt cx="599802" cy="343893"/>
          </a:xfrm>
        </p:grpSpPr>
        <p:sp>
          <p:nvSpPr>
            <p:cNvPr id="939" name="矩形: 圆角 938">
              <a:extLst>
                <a:ext uri="{FF2B5EF4-FFF2-40B4-BE49-F238E27FC236}">
                  <a16:creationId xmlns:a16="http://schemas.microsoft.com/office/drawing/2014/main" id="{DBD26964-4080-5F1E-62BC-149FB5913F77}"/>
                </a:ext>
              </a:extLst>
            </p:cNvPr>
            <p:cNvSpPr/>
            <p:nvPr/>
          </p:nvSpPr>
          <p:spPr>
            <a:xfrm>
              <a:off x="3337478" y="3927547"/>
              <a:ext cx="393114" cy="343893"/>
            </a:xfrm>
            <a:prstGeom prst="roundRect">
              <a:avLst>
                <a:gd name="adj" fmla="val 31589"/>
              </a:avLst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40" name="矩形 939">
                  <a:extLst>
                    <a:ext uri="{FF2B5EF4-FFF2-40B4-BE49-F238E27FC236}">
                      <a16:creationId xmlns:a16="http://schemas.microsoft.com/office/drawing/2014/main" id="{0D870B33-4F24-B64D-F4B5-9EFE6A4FB429}"/>
                    </a:ext>
                  </a:extLst>
                </p:cNvPr>
                <p:cNvSpPr/>
                <p:nvPr/>
              </p:nvSpPr>
              <p:spPr>
                <a:xfrm>
                  <a:off x="3262267" y="3956287"/>
                  <a:ext cx="599802" cy="27762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dirty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altLang="zh-CN" i="1" dirty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𝑊</m:t>
                            </m:r>
                          </m:sub>
                        </m:s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()</m:t>
                        </m:r>
                      </m:oMath>
                    </m:oMathPara>
                  </a14:m>
                  <a:endParaRPr lang="zh-CN" altLang="en-US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744" name="矩形 743">
                  <a:extLst>
                    <a:ext uri="{FF2B5EF4-FFF2-40B4-BE49-F238E27FC236}">
                      <a16:creationId xmlns:a16="http://schemas.microsoft.com/office/drawing/2014/main" id="{6DD87F4D-7CF6-EBAE-A2AB-0D441457B57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62267" y="3956287"/>
                  <a:ext cx="599802" cy="277627"/>
                </a:xfrm>
                <a:prstGeom prst="rect">
                  <a:avLst/>
                </a:prstGeom>
                <a:blipFill>
                  <a:blip r:embed="rId4"/>
                  <a:stretch>
                    <a:fillRect b="-1475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41" name="组合 940">
            <a:extLst>
              <a:ext uri="{FF2B5EF4-FFF2-40B4-BE49-F238E27FC236}">
                <a16:creationId xmlns:a16="http://schemas.microsoft.com/office/drawing/2014/main" id="{F35EEFFF-D27D-DA1C-94C2-5B4FCF71B15E}"/>
              </a:ext>
            </a:extLst>
          </p:cNvPr>
          <p:cNvGrpSpPr/>
          <p:nvPr/>
        </p:nvGrpSpPr>
        <p:grpSpPr>
          <a:xfrm>
            <a:off x="2145112" y="2208160"/>
            <a:ext cx="723869" cy="479642"/>
            <a:chOff x="2692563" y="3943241"/>
            <a:chExt cx="523260" cy="289098"/>
          </a:xfrm>
        </p:grpSpPr>
        <p:sp>
          <p:nvSpPr>
            <p:cNvPr id="942" name="椭圆 941">
              <a:extLst>
                <a:ext uri="{FF2B5EF4-FFF2-40B4-BE49-F238E27FC236}">
                  <a16:creationId xmlns:a16="http://schemas.microsoft.com/office/drawing/2014/main" id="{99C5B602-D463-7425-87B2-15B83B77141B}"/>
                </a:ext>
              </a:extLst>
            </p:cNvPr>
            <p:cNvSpPr/>
            <p:nvPr/>
          </p:nvSpPr>
          <p:spPr>
            <a:xfrm>
              <a:off x="2692563" y="3963677"/>
              <a:ext cx="477615" cy="268662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43" name="矩形 942">
                  <a:extLst>
                    <a:ext uri="{FF2B5EF4-FFF2-40B4-BE49-F238E27FC236}">
                      <a16:creationId xmlns:a16="http://schemas.microsoft.com/office/drawing/2014/main" id="{122D247E-8F33-1B80-8EF0-A4A93051E698}"/>
                    </a:ext>
                  </a:extLst>
                </p:cNvPr>
                <p:cNvSpPr/>
                <p:nvPr/>
              </p:nvSpPr>
              <p:spPr>
                <a:xfrm>
                  <a:off x="2760246" y="3943241"/>
                  <a:ext cx="455577" cy="27826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70AD47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altLang="zh-CN" sz="2400" b="1" i="1" dirty="0">
                                <a:solidFill>
                                  <a:srgbClr val="70AD47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𝑿</m:t>
                            </m:r>
                          </m:e>
                          <m:sub>
                            <m:r>
                              <a:rPr lang="en-US" altLang="zh-CN" sz="2400" b="1" i="1" dirty="0">
                                <a:solidFill>
                                  <a:srgbClr val="70AD47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𝟎</m:t>
                            </m:r>
                          </m:sub>
                        </m:sSub>
                      </m:oMath>
                    </m:oMathPara>
                  </a14:m>
                  <a:endParaRPr lang="zh-CN" altLang="en-US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943" name="矩形 942">
                  <a:extLst>
                    <a:ext uri="{FF2B5EF4-FFF2-40B4-BE49-F238E27FC236}">
                      <a16:creationId xmlns:a16="http://schemas.microsoft.com/office/drawing/2014/main" id="{122D247E-8F33-1B80-8EF0-A4A93051E69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60246" y="3943241"/>
                  <a:ext cx="455577" cy="278262"/>
                </a:xfrm>
                <a:prstGeom prst="rect">
                  <a:avLst/>
                </a:prstGeom>
                <a:blipFill>
                  <a:blip r:embed="rId5"/>
                  <a:stretch>
                    <a:fillRect l="-1923" b="-526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944" name="矩形 943">
            <a:extLst>
              <a:ext uri="{FF2B5EF4-FFF2-40B4-BE49-F238E27FC236}">
                <a16:creationId xmlns:a16="http://schemas.microsoft.com/office/drawing/2014/main" id="{ED0ACBB3-5769-6CC8-8107-CF60C4B0E0CE}"/>
              </a:ext>
            </a:extLst>
          </p:cNvPr>
          <p:cNvSpPr/>
          <p:nvPr/>
        </p:nvSpPr>
        <p:spPr>
          <a:xfrm>
            <a:off x="1162176" y="2286520"/>
            <a:ext cx="10310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i="0" dirty="0">
                <a:latin typeface="Arial" panose="020B0604020202020204" pitchFamily="34" charset="0"/>
                <a:cs typeface="Arial" panose="020B0604020202020204" pitchFamily="34" charset="0"/>
              </a:rPr>
              <a:t>Forward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47" name="矩形 946">
            <a:extLst>
              <a:ext uri="{FF2B5EF4-FFF2-40B4-BE49-F238E27FC236}">
                <a16:creationId xmlns:a16="http://schemas.microsoft.com/office/drawing/2014/main" id="{F7C6E80A-4697-E4C6-DBD5-09F43A555DAD}"/>
              </a:ext>
            </a:extLst>
          </p:cNvPr>
          <p:cNvSpPr/>
          <p:nvPr/>
        </p:nvSpPr>
        <p:spPr>
          <a:xfrm>
            <a:off x="3764217" y="1451132"/>
            <a:ext cx="852774" cy="3684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200" dirty="0">
                <a:latin typeface="Arial" panose="020B0604020202020204" pitchFamily="34" charset="0"/>
                <a:cs typeface="Arial" panose="020B0604020202020204" pitchFamily="34" charset="0"/>
              </a:rPr>
              <a:t>Layer 1</a:t>
            </a:r>
            <a:endParaRPr lang="zh-CN" alt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49" name="椭圆 948">
            <a:extLst>
              <a:ext uri="{FF2B5EF4-FFF2-40B4-BE49-F238E27FC236}">
                <a16:creationId xmlns:a16="http://schemas.microsoft.com/office/drawing/2014/main" id="{818AD21A-CAE0-D4BC-9C80-6E067A23187D}"/>
              </a:ext>
            </a:extLst>
          </p:cNvPr>
          <p:cNvSpPr/>
          <p:nvPr/>
        </p:nvSpPr>
        <p:spPr>
          <a:xfrm>
            <a:off x="3948243" y="2242432"/>
            <a:ext cx="660722" cy="44573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951" name="组合 950">
            <a:extLst>
              <a:ext uri="{FF2B5EF4-FFF2-40B4-BE49-F238E27FC236}">
                <a16:creationId xmlns:a16="http://schemas.microsoft.com/office/drawing/2014/main" id="{E5E75A57-6557-9A66-C5AA-7EB86C98D168}"/>
              </a:ext>
            </a:extLst>
          </p:cNvPr>
          <p:cNvGrpSpPr/>
          <p:nvPr/>
        </p:nvGrpSpPr>
        <p:grpSpPr>
          <a:xfrm>
            <a:off x="4936437" y="2238788"/>
            <a:ext cx="481646" cy="457486"/>
            <a:chOff x="4842156" y="3773497"/>
            <a:chExt cx="393114" cy="343893"/>
          </a:xfrm>
        </p:grpSpPr>
        <p:grpSp>
          <p:nvGrpSpPr>
            <p:cNvPr id="952" name="组合 951">
              <a:extLst>
                <a:ext uri="{FF2B5EF4-FFF2-40B4-BE49-F238E27FC236}">
                  <a16:creationId xmlns:a16="http://schemas.microsoft.com/office/drawing/2014/main" id="{791A5E5C-9CA9-F511-2A17-8783E84B22AC}"/>
                </a:ext>
              </a:extLst>
            </p:cNvPr>
            <p:cNvGrpSpPr/>
            <p:nvPr/>
          </p:nvGrpSpPr>
          <p:grpSpPr>
            <a:xfrm>
              <a:off x="4937067" y="3821336"/>
              <a:ext cx="261952" cy="260359"/>
              <a:chOff x="5436287" y="3505571"/>
              <a:chExt cx="336942" cy="321770"/>
            </a:xfrm>
          </p:grpSpPr>
          <p:sp>
            <p:nvSpPr>
              <p:cNvPr id="954" name="流程图: 接点 953">
                <a:extLst>
                  <a:ext uri="{FF2B5EF4-FFF2-40B4-BE49-F238E27FC236}">
                    <a16:creationId xmlns:a16="http://schemas.microsoft.com/office/drawing/2014/main" id="{F4545866-31AE-9193-9A44-B42755D8A1BE}"/>
                  </a:ext>
                </a:extLst>
              </p:cNvPr>
              <p:cNvSpPr/>
              <p:nvPr/>
            </p:nvSpPr>
            <p:spPr>
              <a:xfrm>
                <a:off x="5436288" y="3505571"/>
                <a:ext cx="96883" cy="88611"/>
              </a:xfrm>
              <a:prstGeom prst="flowChartConnector">
                <a:avLst/>
              </a:prstGeom>
              <a:noFill/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500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955" name="流程图: 接点 954">
                <a:extLst>
                  <a:ext uri="{FF2B5EF4-FFF2-40B4-BE49-F238E27FC236}">
                    <a16:creationId xmlns:a16="http://schemas.microsoft.com/office/drawing/2014/main" id="{E25326A8-31B9-88B7-6260-B33F7FA7B91E}"/>
                  </a:ext>
                </a:extLst>
              </p:cNvPr>
              <p:cNvSpPr/>
              <p:nvPr/>
            </p:nvSpPr>
            <p:spPr>
              <a:xfrm>
                <a:off x="5436288" y="3623512"/>
                <a:ext cx="96883" cy="88611"/>
              </a:xfrm>
              <a:prstGeom prst="flowChartConnector">
                <a:avLst/>
              </a:prstGeom>
              <a:noFill/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500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956" name="流程图: 接点 955">
                <a:extLst>
                  <a:ext uri="{FF2B5EF4-FFF2-40B4-BE49-F238E27FC236}">
                    <a16:creationId xmlns:a16="http://schemas.microsoft.com/office/drawing/2014/main" id="{47AAA29F-B7A0-6CFB-C948-983EB10D0626}"/>
                  </a:ext>
                </a:extLst>
              </p:cNvPr>
              <p:cNvSpPr/>
              <p:nvPr/>
            </p:nvSpPr>
            <p:spPr>
              <a:xfrm>
                <a:off x="5436287" y="3738730"/>
                <a:ext cx="96883" cy="88611"/>
              </a:xfrm>
              <a:prstGeom prst="flowChartConnector">
                <a:avLst/>
              </a:prstGeom>
              <a:noFill/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500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957" name="流程图: 接点 956">
                <a:extLst>
                  <a:ext uri="{FF2B5EF4-FFF2-40B4-BE49-F238E27FC236}">
                    <a16:creationId xmlns:a16="http://schemas.microsoft.com/office/drawing/2014/main" id="{EA45D55B-3E07-1767-5FCB-0B9BCF00F861}"/>
                  </a:ext>
                </a:extLst>
              </p:cNvPr>
              <p:cNvSpPr/>
              <p:nvPr/>
            </p:nvSpPr>
            <p:spPr>
              <a:xfrm>
                <a:off x="5676346" y="3623512"/>
                <a:ext cx="96883" cy="88611"/>
              </a:xfrm>
              <a:prstGeom prst="flowChartConnector">
                <a:avLst/>
              </a:prstGeom>
              <a:noFill/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500" dirty="0">
                  <a:solidFill>
                    <a:sysClr val="windowText" lastClr="000000"/>
                  </a:solidFill>
                </a:endParaRPr>
              </a:p>
            </p:txBody>
          </p:sp>
          <p:cxnSp>
            <p:nvCxnSpPr>
              <p:cNvPr id="958" name="直接箭头连接符 957">
                <a:extLst>
                  <a:ext uri="{FF2B5EF4-FFF2-40B4-BE49-F238E27FC236}">
                    <a16:creationId xmlns:a16="http://schemas.microsoft.com/office/drawing/2014/main" id="{428BE267-E236-F160-E1E0-E23A2DB1A5A2}"/>
                  </a:ext>
                </a:extLst>
              </p:cNvPr>
              <p:cNvCxnSpPr>
                <a:cxnSpLocks/>
                <a:stCxn id="954" idx="6"/>
                <a:endCxn id="957" idx="2"/>
              </p:cNvCxnSpPr>
              <p:nvPr/>
            </p:nvCxnSpPr>
            <p:spPr>
              <a:xfrm>
                <a:off x="5533171" y="3549877"/>
                <a:ext cx="143175" cy="117941"/>
              </a:xfrm>
              <a:prstGeom prst="straightConnector1">
                <a:avLst/>
              </a:prstGeom>
              <a:ln w="12700">
                <a:tailEnd type="triangle" w="sm" len="sm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59" name="直接箭头连接符 958">
                <a:extLst>
                  <a:ext uri="{FF2B5EF4-FFF2-40B4-BE49-F238E27FC236}">
                    <a16:creationId xmlns:a16="http://schemas.microsoft.com/office/drawing/2014/main" id="{BB0168F8-4653-0BEF-0658-BE386BF8550F}"/>
                  </a:ext>
                </a:extLst>
              </p:cNvPr>
              <p:cNvCxnSpPr>
                <a:cxnSpLocks/>
                <a:stCxn id="955" idx="6"/>
                <a:endCxn id="957" idx="2"/>
              </p:cNvCxnSpPr>
              <p:nvPr/>
            </p:nvCxnSpPr>
            <p:spPr>
              <a:xfrm>
                <a:off x="5533171" y="3667818"/>
                <a:ext cx="143175" cy="0"/>
              </a:xfrm>
              <a:prstGeom prst="straightConnector1">
                <a:avLst/>
              </a:prstGeom>
              <a:ln w="12700">
                <a:tailEnd type="triangle" w="sm" len="sm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91" name="直接箭头连接符 590">
                <a:extLst>
                  <a:ext uri="{FF2B5EF4-FFF2-40B4-BE49-F238E27FC236}">
                    <a16:creationId xmlns:a16="http://schemas.microsoft.com/office/drawing/2014/main" id="{2293BBB7-B187-B99B-F16B-5BCF59A35116}"/>
                  </a:ext>
                </a:extLst>
              </p:cNvPr>
              <p:cNvCxnSpPr>
                <a:cxnSpLocks/>
                <a:stCxn id="956" idx="6"/>
                <a:endCxn id="957" idx="2"/>
              </p:cNvCxnSpPr>
              <p:nvPr/>
            </p:nvCxnSpPr>
            <p:spPr>
              <a:xfrm flipV="1">
                <a:off x="5533170" y="3667818"/>
                <a:ext cx="143176" cy="115218"/>
              </a:xfrm>
              <a:prstGeom prst="straightConnector1">
                <a:avLst/>
              </a:prstGeom>
              <a:ln w="12700">
                <a:tailEnd type="triangle" w="sm" len="sm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953" name="矩形: 圆角 952">
              <a:extLst>
                <a:ext uri="{FF2B5EF4-FFF2-40B4-BE49-F238E27FC236}">
                  <a16:creationId xmlns:a16="http://schemas.microsoft.com/office/drawing/2014/main" id="{005CC2A4-3AC6-92D0-8491-ED17CE3C584B}"/>
                </a:ext>
              </a:extLst>
            </p:cNvPr>
            <p:cNvSpPr/>
            <p:nvPr/>
          </p:nvSpPr>
          <p:spPr>
            <a:xfrm>
              <a:off x="4842156" y="3773497"/>
              <a:ext cx="393114" cy="343893"/>
            </a:xfrm>
            <a:prstGeom prst="roundRect">
              <a:avLst>
                <a:gd name="adj" fmla="val 31589"/>
              </a:avLst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593" name="椭圆 592">
            <a:extLst>
              <a:ext uri="{FF2B5EF4-FFF2-40B4-BE49-F238E27FC236}">
                <a16:creationId xmlns:a16="http://schemas.microsoft.com/office/drawing/2014/main" id="{71D04AB9-B73E-5324-6191-7A6D0120FF8F}"/>
              </a:ext>
            </a:extLst>
          </p:cNvPr>
          <p:cNvSpPr/>
          <p:nvPr/>
        </p:nvSpPr>
        <p:spPr>
          <a:xfrm>
            <a:off x="5750164" y="2247480"/>
            <a:ext cx="660724" cy="44573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595" name="组合 594">
            <a:extLst>
              <a:ext uri="{FF2B5EF4-FFF2-40B4-BE49-F238E27FC236}">
                <a16:creationId xmlns:a16="http://schemas.microsoft.com/office/drawing/2014/main" id="{9FC51C82-3821-42E6-8D8D-809604E65E0B}"/>
              </a:ext>
            </a:extLst>
          </p:cNvPr>
          <p:cNvGrpSpPr/>
          <p:nvPr/>
        </p:nvGrpSpPr>
        <p:grpSpPr>
          <a:xfrm>
            <a:off x="6658518" y="2249670"/>
            <a:ext cx="734881" cy="457486"/>
            <a:chOff x="3262267" y="3927547"/>
            <a:chExt cx="599802" cy="343893"/>
          </a:xfrm>
        </p:grpSpPr>
        <p:sp>
          <p:nvSpPr>
            <p:cNvPr id="596" name="矩形: 圆角 595">
              <a:extLst>
                <a:ext uri="{FF2B5EF4-FFF2-40B4-BE49-F238E27FC236}">
                  <a16:creationId xmlns:a16="http://schemas.microsoft.com/office/drawing/2014/main" id="{16F99BF4-1C95-CD83-7EAB-9E8A6423AF3A}"/>
                </a:ext>
              </a:extLst>
            </p:cNvPr>
            <p:cNvSpPr/>
            <p:nvPr/>
          </p:nvSpPr>
          <p:spPr>
            <a:xfrm>
              <a:off x="3337478" y="3927547"/>
              <a:ext cx="393114" cy="343893"/>
            </a:xfrm>
            <a:prstGeom prst="roundRect">
              <a:avLst>
                <a:gd name="adj" fmla="val 31589"/>
              </a:avLst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8" name="矩形 627">
                  <a:extLst>
                    <a:ext uri="{FF2B5EF4-FFF2-40B4-BE49-F238E27FC236}">
                      <a16:creationId xmlns:a16="http://schemas.microsoft.com/office/drawing/2014/main" id="{AEFC0BF3-2086-2A8B-C8F7-4A98B8CB03D2}"/>
                    </a:ext>
                  </a:extLst>
                </p:cNvPr>
                <p:cNvSpPr/>
                <p:nvPr/>
              </p:nvSpPr>
              <p:spPr>
                <a:xfrm>
                  <a:off x="3262267" y="3956287"/>
                  <a:ext cx="599802" cy="27762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dirty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altLang="zh-CN" i="1" dirty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𝑊</m:t>
                            </m:r>
                          </m:sub>
                        </m:s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()</m:t>
                        </m:r>
                      </m:oMath>
                    </m:oMathPara>
                  </a14:m>
                  <a:endParaRPr lang="zh-CN" altLang="en-US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727" name="矩形 726">
                  <a:extLst>
                    <a:ext uri="{FF2B5EF4-FFF2-40B4-BE49-F238E27FC236}">
                      <a16:creationId xmlns:a16="http://schemas.microsoft.com/office/drawing/2014/main" id="{C93EC40D-74C7-130C-25BA-67268259231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62267" y="3956287"/>
                  <a:ext cx="599802" cy="277627"/>
                </a:xfrm>
                <a:prstGeom prst="rect">
                  <a:avLst/>
                </a:prstGeom>
                <a:blipFill>
                  <a:blip r:embed="rId8"/>
                  <a:stretch>
                    <a:fillRect b="-1475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631" name="椭圆 630">
            <a:extLst>
              <a:ext uri="{FF2B5EF4-FFF2-40B4-BE49-F238E27FC236}">
                <a16:creationId xmlns:a16="http://schemas.microsoft.com/office/drawing/2014/main" id="{AF060704-C7F1-8D1C-4B1A-F76477ED719A}"/>
              </a:ext>
            </a:extLst>
          </p:cNvPr>
          <p:cNvSpPr/>
          <p:nvPr/>
        </p:nvSpPr>
        <p:spPr>
          <a:xfrm>
            <a:off x="7565590" y="2255817"/>
            <a:ext cx="660722" cy="44573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633" name="组合 632">
            <a:extLst>
              <a:ext uri="{FF2B5EF4-FFF2-40B4-BE49-F238E27FC236}">
                <a16:creationId xmlns:a16="http://schemas.microsoft.com/office/drawing/2014/main" id="{AFECA9DB-73BA-EFB6-9994-2CEFAB1500CE}"/>
              </a:ext>
            </a:extLst>
          </p:cNvPr>
          <p:cNvGrpSpPr/>
          <p:nvPr/>
        </p:nvGrpSpPr>
        <p:grpSpPr>
          <a:xfrm>
            <a:off x="8553784" y="2252174"/>
            <a:ext cx="481646" cy="457486"/>
            <a:chOff x="4842156" y="3773497"/>
            <a:chExt cx="393114" cy="343893"/>
          </a:xfrm>
        </p:grpSpPr>
        <p:grpSp>
          <p:nvGrpSpPr>
            <p:cNvPr id="634" name="组合 633">
              <a:extLst>
                <a:ext uri="{FF2B5EF4-FFF2-40B4-BE49-F238E27FC236}">
                  <a16:creationId xmlns:a16="http://schemas.microsoft.com/office/drawing/2014/main" id="{D60DB2A4-2836-3205-7C2D-758AE6ECDD20}"/>
                </a:ext>
              </a:extLst>
            </p:cNvPr>
            <p:cNvGrpSpPr/>
            <p:nvPr/>
          </p:nvGrpSpPr>
          <p:grpSpPr>
            <a:xfrm>
              <a:off x="4937067" y="3821336"/>
              <a:ext cx="261952" cy="260359"/>
              <a:chOff x="5436287" y="3505571"/>
              <a:chExt cx="336942" cy="321770"/>
            </a:xfrm>
          </p:grpSpPr>
          <p:sp>
            <p:nvSpPr>
              <p:cNvPr id="636" name="流程图: 接点 635">
                <a:extLst>
                  <a:ext uri="{FF2B5EF4-FFF2-40B4-BE49-F238E27FC236}">
                    <a16:creationId xmlns:a16="http://schemas.microsoft.com/office/drawing/2014/main" id="{A0D79A93-37FD-B8BF-F952-5AD3D4BC84DC}"/>
                  </a:ext>
                </a:extLst>
              </p:cNvPr>
              <p:cNvSpPr/>
              <p:nvPr/>
            </p:nvSpPr>
            <p:spPr>
              <a:xfrm>
                <a:off x="5436288" y="3505571"/>
                <a:ext cx="96883" cy="88611"/>
              </a:xfrm>
              <a:prstGeom prst="flowChartConnector">
                <a:avLst/>
              </a:prstGeom>
              <a:noFill/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500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637" name="流程图: 接点 636">
                <a:extLst>
                  <a:ext uri="{FF2B5EF4-FFF2-40B4-BE49-F238E27FC236}">
                    <a16:creationId xmlns:a16="http://schemas.microsoft.com/office/drawing/2014/main" id="{168BF05F-5639-D16A-388A-CCC459FF5449}"/>
                  </a:ext>
                </a:extLst>
              </p:cNvPr>
              <p:cNvSpPr/>
              <p:nvPr/>
            </p:nvSpPr>
            <p:spPr>
              <a:xfrm>
                <a:off x="5436288" y="3623512"/>
                <a:ext cx="96883" cy="88611"/>
              </a:xfrm>
              <a:prstGeom prst="flowChartConnector">
                <a:avLst/>
              </a:prstGeom>
              <a:noFill/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500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638" name="流程图: 接点 637">
                <a:extLst>
                  <a:ext uri="{FF2B5EF4-FFF2-40B4-BE49-F238E27FC236}">
                    <a16:creationId xmlns:a16="http://schemas.microsoft.com/office/drawing/2014/main" id="{5B1BD912-022A-F8DF-538D-CC6C8131FCDA}"/>
                  </a:ext>
                </a:extLst>
              </p:cNvPr>
              <p:cNvSpPr/>
              <p:nvPr/>
            </p:nvSpPr>
            <p:spPr>
              <a:xfrm>
                <a:off x="5436287" y="3738730"/>
                <a:ext cx="96883" cy="88611"/>
              </a:xfrm>
              <a:prstGeom prst="flowChartConnector">
                <a:avLst/>
              </a:prstGeom>
              <a:noFill/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500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639" name="流程图: 接点 638">
                <a:extLst>
                  <a:ext uri="{FF2B5EF4-FFF2-40B4-BE49-F238E27FC236}">
                    <a16:creationId xmlns:a16="http://schemas.microsoft.com/office/drawing/2014/main" id="{7F73837D-B587-CD5F-2A9B-FFFB45E37C1A}"/>
                  </a:ext>
                </a:extLst>
              </p:cNvPr>
              <p:cNvSpPr/>
              <p:nvPr/>
            </p:nvSpPr>
            <p:spPr>
              <a:xfrm>
                <a:off x="5676346" y="3623512"/>
                <a:ext cx="96883" cy="88611"/>
              </a:xfrm>
              <a:prstGeom prst="flowChartConnector">
                <a:avLst/>
              </a:prstGeom>
              <a:noFill/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500" dirty="0">
                  <a:solidFill>
                    <a:sysClr val="windowText" lastClr="000000"/>
                  </a:solidFill>
                </a:endParaRPr>
              </a:p>
            </p:txBody>
          </p:sp>
          <p:cxnSp>
            <p:nvCxnSpPr>
              <p:cNvPr id="640" name="直接箭头连接符 639">
                <a:extLst>
                  <a:ext uri="{FF2B5EF4-FFF2-40B4-BE49-F238E27FC236}">
                    <a16:creationId xmlns:a16="http://schemas.microsoft.com/office/drawing/2014/main" id="{363F39EE-AB2F-412F-D228-04E8AA6A7E7C}"/>
                  </a:ext>
                </a:extLst>
              </p:cNvPr>
              <p:cNvCxnSpPr>
                <a:cxnSpLocks/>
                <a:stCxn id="636" idx="6"/>
                <a:endCxn id="639" idx="2"/>
              </p:cNvCxnSpPr>
              <p:nvPr/>
            </p:nvCxnSpPr>
            <p:spPr>
              <a:xfrm>
                <a:off x="5533171" y="3549877"/>
                <a:ext cx="143175" cy="117941"/>
              </a:xfrm>
              <a:prstGeom prst="straightConnector1">
                <a:avLst/>
              </a:prstGeom>
              <a:ln w="12700">
                <a:tailEnd type="triangle" w="sm" len="sm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41" name="直接箭头连接符 640">
                <a:extLst>
                  <a:ext uri="{FF2B5EF4-FFF2-40B4-BE49-F238E27FC236}">
                    <a16:creationId xmlns:a16="http://schemas.microsoft.com/office/drawing/2014/main" id="{9829A5DC-26F2-D341-A7E6-08B461D1E4EC}"/>
                  </a:ext>
                </a:extLst>
              </p:cNvPr>
              <p:cNvCxnSpPr>
                <a:cxnSpLocks/>
                <a:stCxn id="637" idx="6"/>
                <a:endCxn id="639" idx="2"/>
              </p:cNvCxnSpPr>
              <p:nvPr/>
            </p:nvCxnSpPr>
            <p:spPr>
              <a:xfrm>
                <a:off x="5533171" y="3667818"/>
                <a:ext cx="143175" cy="0"/>
              </a:xfrm>
              <a:prstGeom prst="straightConnector1">
                <a:avLst/>
              </a:prstGeom>
              <a:ln w="12700">
                <a:tailEnd type="triangle" w="sm" len="sm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42" name="直接箭头连接符 641">
                <a:extLst>
                  <a:ext uri="{FF2B5EF4-FFF2-40B4-BE49-F238E27FC236}">
                    <a16:creationId xmlns:a16="http://schemas.microsoft.com/office/drawing/2014/main" id="{43CB39C9-DE06-93DF-60DD-F7DE9CEF12AE}"/>
                  </a:ext>
                </a:extLst>
              </p:cNvPr>
              <p:cNvCxnSpPr>
                <a:cxnSpLocks/>
                <a:stCxn id="638" idx="6"/>
                <a:endCxn id="639" idx="2"/>
              </p:cNvCxnSpPr>
              <p:nvPr/>
            </p:nvCxnSpPr>
            <p:spPr>
              <a:xfrm flipV="1">
                <a:off x="5533170" y="3667818"/>
                <a:ext cx="143176" cy="115218"/>
              </a:xfrm>
              <a:prstGeom prst="straightConnector1">
                <a:avLst/>
              </a:prstGeom>
              <a:ln w="12700">
                <a:tailEnd type="triangle" w="sm" len="sm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635" name="矩形: 圆角 634">
              <a:extLst>
                <a:ext uri="{FF2B5EF4-FFF2-40B4-BE49-F238E27FC236}">
                  <a16:creationId xmlns:a16="http://schemas.microsoft.com/office/drawing/2014/main" id="{9316CFCA-7977-2493-4590-83ABF7952FB7}"/>
                </a:ext>
              </a:extLst>
            </p:cNvPr>
            <p:cNvSpPr/>
            <p:nvPr/>
          </p:nvSpPr>
          <p:spPr>
            <a:xfrm>
              <a:off x="4842156" y="3773497"/>
              <a:ext cx="393114" cy="343893"/>
            </a:xfrm>
            <a:prstGeom prst="roundRect">
              <a:avLst>
                <a:gd name="adj" fmla="val 31589"/>
              </a:avLst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658" name="椭圆 657">
            <a:extLst>
              <a:ext uri="{FF2B5EF4-FFF2-40B4-BE49-F238E27FC236}">
                <a16:creationId xmlns:a16="http://schemas.microsoft.com/office/drawing/2014/main" id="{0313ED1B-D6DC-96A2-9B12-D7B3528CA3D6}"/>
              </a:ext>
            </a:extLst>
          </p:cNvPr>
          <p:cNvSpPr/>
          <p:nvPr/>
        </p:nvSpPr>
        <p:spPr>
          <a:xfrm>
            <a:off x="9367511" y="2260866"/>
            <a:ext cx="660724" cy="44573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88" name="矩形 687">
            <a:extLst>
              <a:ext uri="{FF2B5EF4-FFF2-40B4-BE49-F238E27FC236}">
                <a16:creationId xmlns:a16="http://schemas.microsoft.com/office/drawing/2014/main" id="{771B9DCA-8E62-7E7A-443B-5301EB34126E}"/>
              </a:ext>
            </a:extLst>
          </p:cNvPr>
          <p:cNvSpPr/>
          <p:nvPr/>
        </p:nvSpPr>
        <p:spPr>
          <a:xfrm>
            <a:off x="7697258" y="1444382"/>
            <a:ext cx="852774" cy="3684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200" dirty="0">
                <a:latin typeface="Arial" panose="020B0604020202020204" pitchFamily="34" charset="0"/>
                <a:cs typeface="Arial" panose="020B0604020202020204" pitchFamily="34" charset="0"/>
              </a:rPr>
              <a:t>Layer 2</a:t>
            </a:r>
            <a:endParaRPr lang="zh-CN" alt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89" name="直接箭头连接符 688">
            <a:extLst>
              <a:ext uri="{FF2B5EF4-FFF2-40B4-BE49-F238E27FC236}">
                <a16:creationId xmlns:a16="http://schemas.microsoft.com/office/drawing/2014/main" id="{CE2B0B79-8453-7E79-C90B-AFE03C8B1F73}"/>
              </a:ext>
            </a:extLst>
          </p:cNvPr>
          <p:cNvCxnSpPr>
            <a:cxnSpLocks/>
            <a:stCxn id="942" idx="6"/>
            <a:endCxn id="939" idx="1"/>
          </p:cNvCxnSpPr>
          <p:nvPr/>
        </p:nvCxnSpPr>
        <p:spPr>
          <a:xfrm>
            <a:off x="2805827" y="2464946"/>
            <a:ext cx="327498" cy="82"/>
          </a:xfrm>
          <a:prstGeom prst="straightConnector1">
            <a:avLst/>
          </a:prstGeom>
          <a:ln w="19050"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90" name="直接箭头连接符 689">
            <a:extLst>
              <a:ext uri="{FF2B5EF4-FFF2-40B4-BE49-F238E27FC236}">
                <a16:creationId xmlns:a16="http://schemas.microsoft.com/office/drawing/2014/main" id="{3D9F5547-9B67-71D1-C0DD-6152FF23CB9B}"/>
              </a:ext>
            </a:extLst>
          </p:cNvPr>
          <p:cNvCxnSpPr>
            <a:cxnSpLocks/>
            <a:stCxn id="949" idx="6"/>
            <a:endCxn id="953" idx="1"/>
          </p:cNvCxnSpPr>
          <p:nvPr/>
        </p:nvCxnSpPr>
        <p:spPr>
          <a:xfrm>
            <a:off x="4608974" y="2465308"/>
            <a:ext cx="327462" cy="2224"/>
          </a:xfrm>
          <a:prstGeom prst="straightConnector1">
            <a:avLst/>
          </a:prstGeom>
          <a:ln w="19050"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95" name="直接箭头连接符 694">
            <a:extLst>
              <a:ext uri="{FF2B5EF4-FFF2-40B4-BE49-F238E27FC236}">
                <a16:creationId xmlns:a16="http://schemas.microsoft.com/office/drawing/2014/main" id="{602CDC0C-FD33-219A-3FAC-0D449DB8FA24}"/>
              </a:ext>
            </a:extLst>
          </p:cNvPr>
          <p:cNvCxnSpPr>
            <a:cxnSpLocks/>
            <a:stCxn id="947" idx="1"/>
          </p:cNvCxnSpPr>
          <p:nvPr/>
        </p:nvCxnSpPr>
        <p:spPr>
          <a:xfrm flipH="1">
            <a:off x="2194750" y="1635381"/>
            <a:ext cx="1569467" cy="0"/>
          </a:xfrm>
          <a:prstGeom prst="straightConnector1">
            <a:avLst/>
          </a:prstGeom>
          <a:ln w="19050"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97" name="直接箭头连接符 696">
            <a:extLst>
              <a:ext uri="{FF2B5EF4-FFF2-40B4-BE49-F238E27FC236}">
                <a16:creationId xmlns:a16="http://schemas.microsoft.com/office/drawing/2014/main" id="{53241C87-5BAC-604A-A6BA-ADD40D8A312E}"/>
              </a:ext>
            </a:extLst>
          </p:cNvPr>
          <p:cNvCxnSpPr>
            <a:cxnSpLocks/>
            <a:stCxn id="947" idx="3"/>
          </p:cNvCxnSpPr>
          <p:nvPr/>
        </p:nvCxnSpPr>
        <p:spPr>
          <a:xfrm>
            <a:off x="4616991" y="1635381"/>
            <a:ext cx="1448335" cy="0"/>
          </a:xfrm>
          <a:prstGeom prst="straightConnector1">
            <a:avLst/>
          </a:prstGeom>
          <a:ln w="19050"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98" name="直接箭头连接符 697">
            <a:extLst>
              <a:ext uri="{FF2B5EF4-FFF2-40B4-BE49-F238E27FC236}">
                <a16:creationId xmlns:a16="http://schemas.microsoft.com/office/drawing/2014/main" id="{2235710B-E4A4-5B15-B829-8BF511436A42}"/>
              </a:ext>
            </a:extLst>
          </p:cNvPr>
          <p:cNvCxnSpPr>
            <a:cxnSpLocks/>
            <a:stCxn id="939" idx="3"/>
            <a:endCxn id="949" idx="2"/>
          </p:cNvCxnSpPr>
          <p:nvPr/>
        </p:nvCxnSpPr>
        <p:spPr>
          <a:xfrm>
            <a:off x="3614971" y="2465028"/>
            <a:ext cx="333280" cy="279"/>
          </a:xfrm>
          <a:prstGeom prst="straightConnector1">
            <a:avLst/>
          </a:prstGeom>
          <a:ln w="19050"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99" name="直接箭头连接符 698">
            <a:extLst>
              <a:ext uri="{FF2B5EF4-FFF2-40B4-BE49-F238E27FC236}">
                <a16:creationId xmlns:a16="http://schemas.microsoft.com/office/drawing/2014/main" id="{32B78F36-B604-C7A3-518C-26E499D54BB1}"/>
              </a:ext>
            </a:extLst>
          </p:cNvPr>
          <p:cNvCxnSpPr>
            <a:cxnSpLocks/>
            <a:stCxn id="953" idx="3"/>
            <a:endCxn id="593" idx="2"/>
          </p:cNvCxnSpPr>
          <p:nvPr/>
        </p:nvCxnSpPr>
        <p:spPr>
          <a:xfrm>
            <a:off x="5418083" y="2467532"/>
            <a:ext cx="332075" cy="2818"/>
          </a:xfrm>
          <a:prstGeom prst="straightConnector1">
            <a:avLst/>
          </a:prstGeom>
          <a:ln w="19050"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00" name="直接箭头连接符 699">
            <a:extLst>
              <a:ext uri="{FF2B5EF4-FFF2-40B4-BE49-F238E27FC236}">
                <a16:creationId xmlns:a16="http://schemas.microsoft.com/office/drawing/2014/main" id="{D8873C8D-72C9-DC8E-9929-0D8AC5C42C6C}"/>
              </a:ext>
            </a:extLst>
          </p:cNvPr>
          <p:cNvCxnSpPr>
            <a:cxnSpLocks/>
            <a:stCxn id="631" idx="6"/>
            <a:endCxn id="635" idx="1"/>
          </p:cNvCxnSpPr>
          <p:nvPr/>
        </p:nvCxnSpPr>
        <p:spPr>
          <a:xfrm>
            <a:off x="8226322" y="2478693"/>
            <a:ext cx="327462" cy="2224"/>
          </a:xfrm>
          <a:prstGeom prst="straightConnector1">
            <a:avLst/>
          </a:prstGeom>
          <a:ln w="19050"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01" name="直接箭头连接符 700">
            <a:extLst>
              <a:ext uri="{FF2B5EF4-FFF2-40B4-BE49-F238E27FC236}">
                <a16:creationId xmlns:a16="http://schemas.microsoft.com/office/drawing/2014/main" id="{BE62346D-C77A-5CF6-8C08-48378F9293B1}"/>
              </a:ext>
            </a:extLst>
          </p:cNvPr>
          <p:cNvCxnSpPr>
            <a:cxnSpLocks/>
            <a:stCxn id="596" idx="3"/>
            <a:endCxn id="631" idx="2"/>
          </p:cNvCxnSpPr>
          <p:nvPr/>
        </p:nvCxnSpPr>
        <p:spPr>
          <a:xfrm>
            <a:off x="7232318" y="2478414"/>
            <a:ext cx="333280" cy="279"/>
          </a:xfrm>
          <a:prstGeom prst="straightConnector1">
            <a:avLst/>
          </a:prstGeom>
          <a:ln w="19050"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02" name="直接箭头连接符 701">
            <a:extLst>
              <a:ext uri="{FF2B5EF4-FFF2-40B4-BE49-F238E27FC236}">
                <a16:creationId xmlns:a16="http://schemas.microsoft.com/office/drawing/2014/main" id="{0F7D6FF3-DE41-F429-EACE-1AFE8E7E7C2F}"/>
              </a:ext>
            </a:extLst>
          </p:cNvPr>
          <p:cNvCxnSpPr>
            <a:cxnSpLocks/>
            <a:stCxn id="635" idx="3"/>
            <a:endCxn id="658" idx="2"/>
          </p:cNvCxnSpPr>
          <p:nvPr/>
        </p:nvCxnSpPr>
        <p:spPr>
          <a:xfrm>
            <a:off x="9035430" y="2480918"/>
            <a:ext cx="332075" cy="2818"/>
          </a:xfrm>
          <a:prstGeom prst="straightConnector1">
            <a:avLst/>
          </a:prstGeom>
          <a:ln w="19050"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03" name="直接箭头连接符 702">
            <a:extLst>
              <a:ext uri="{FF2B5EF4-FFF2-40B4-BE49-F238E27FC236}">
                <a16:creationId xmlns:a16="http://schemas.microsoft.com/office/drawing/2014/main" id="{DB5F739F-3C0B-48C9-78BE-C53228032CBE}"/>
              </a:ext>
            </a:extLst>
          </p:cNvPr>
          <p:cNvCxnSpPr>
            <a:cxnSpLocks/>
            <a:stCxn id="593" idx="6"/>
            <a:endCxn id="596" idx="1"/>
          </p:cNvCxnSpPr>
          <p:nvPr/>
        </p:nvCxnSpPr>
        <p:spPr>
          <a:xfrm>
            <a:off x="6410882" y="2470350"/>
            <a:ext cx="339790" cy="8064"/>
          </a:xfrm>
          <a:prstGeom prst="straightConnector1">
            <a:avLst/>
          </a:prstGeom>
          <a:ln w="19050"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17" name="直接箭头连接符 716">
            <a:extLst>
              <a:ext uri="{FF2B5EF4-FFF2-40B4-BE49-F238E27FC236}">
                <a16:creationId xmlns:a16="http://schemas.microsoft.com/office/drawing/2014/main" id="{5133DE8C-6282-6B17-0A4B-8D50C1796614}"/>
              </a:ext>
            </a:extLst>
          </p:cNvPr>
          <p:cNvCxnSpPr>
            <a:cxnSpLocks/>
          </p:cNvCxnSpPr>
          <p:nvPr/>
        </p:nvCxnSpPr>
        <p:spPr>
          <a:xfrm>
            <a:off x="9685168" y="2712953"/>
            <a:ext cx="3058" cy="597587"/>
          </a:xfrm>
          <a:prstGeom prst="straightConnector1">
            <a:avLst/>
          </a:prstGeom>
          <a:ln w="19050"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18" name="直接箭头连接符 717">
            <a:extLst>
              <a:ext uri="{FF2B5EF4-FFF2-40B4-BE49-F238E27FC236}">
                <a16:creationId xmlns:a16="http://schemas.microsoft.com/office/drawing/2014/main" id="{297DAA03-5651-4DBC-5ABE-85F6A453FF91}"/>
              </a:ext>
            </a:extLst>
          </p:cNvPr>
          <p:cNvCxnSpPr>
            <a:cxnSpLocks/>
            <a:stCxn id="688" idx="1"/>
          </p:cNvCxnSpPr>
          <p:nvPr/>
        </p:nvCxnSpPr>
        <p:spPr>
          <a:xfrm flipH="1">
            <a:off x="6127790" y="1628631"/>
            <a:ext cx="1569467" cy="0"/>
          </a:xfrm>
          <a:prstGeom prst="straightConnector1">
            <a:avLst/>
          </a:prstGeom>
          <a:ln w="19050"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19" name="直接箭头连接符 718">
            <a:extLst>
              <a:ext uri="{FF2B5EF4-FFF2-40B4-BE49-F238E27FC236}">
                <a16:creationId xmlns:a16="http://schemas.microsoft.com/office/drawing/2014/main" id="{7543D4AF-2919-D2AE-929C-1B8EEE95B49B}"/>
              </a:ext>
            </a:extLst>
          </p:cNvPr>
          <p:cNvCxnSpPr>
            <a:cxnSpLocks/>
            <a:stCxn id="688" idx="3"/>
          </p:cNvCxnSpPr>
          <p:nvPr/>
        </p:nvCxnSpPr>
        <p:spPr>
          <a:xfrm>
            <a:off x="8550031" y="1628631"/>
            <a:ext cx="1448335" cy="0"/>
          </a:xfrm>
          <a:prstGeom prst="straightConnector1">
            <a:avLst/>
          </a:prstGeom>
          <a:ln w="19050"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23" name="文本框 722">
                <a:extLst>
                  <a:ext uri="{FF2B5EF4-FFF2-40B4-BE49-F238E27FC236}">
                    <a16:creationId xmlns:a16="http://schemas.microsoft.com/office/drawing/2014/main" id="{5025BB57-FAAF-4B61-7BB9-29663CE28B41}"/>
                  </a:ext>
                </a:extLst>
              </p:cNvPr>
              <p:cNvSpPr txBox="1"/>
              <p:nvPr/>
            </p:nvSpPr>
            <p:spPr>
              <a:xfrm>
                <a:off x="3774833" y="2231552"/>
                <a:ext cx="1071288" cy="461665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1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altLang="zh-CN" sz="2400" b="1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𝑿</m:t>
                          </m:r>
                        </m:e>
                        <m:sub>
                          <m:r>
                            <a:rPr lang="en-US" altLang="zh-CN" sz="2400" b="1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zh-CN" altLang="en-US" sz="2400" b="1" dirty="0">
                  <a:solidFill>
                    <a:schemeClr val="accent6"/>
                  </a:solidFill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723" name="文本框 722">
                <a:extLst>
                  <a:ext uri="{FF2B5EF4-FFF2-40B4-BE49-F238E27FC236}">
                    <a16:creationId xmlns:a16="http://schemas.microsoft.com/office/drawing/2014/main" id="{5025BB57-FAAF-4B61-7BB9-29663CE28B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4833" y="2231552"/>
                <a:ext cx="1071288" cy="461665"/>
              </a:xfrm>
              <a:prstGeom prst="rect">
                <a:avLst/>
              </a:prstGeom>
              <a:blipFill>
                <a:blip r:embed="rId12"/>
                <a:stretch>
                  <a:fillRect b="-2632"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1" name="文本框 730">
                <a:extLst>
                  <a:ext uri="{FF2B5EF4-FFF2-40B4-BE49-F238E27FC236}">
                    <a16:creationId xmlns:a16="http://schemas.microsoft.com/office/drawing/2014/main" id="{B267F1F4-1244-17C0-277E-74E9C8D7AEB9}"/>
                  </a:ext>
                </a:extLst>
              </p:cNvPr>
              <p:cNvSpPr txBox="1"/>
              <p:nvPr/>
            </p:nvSpPr>
            <p:spPr>
              <a:xfrm>
                <a:off x="5562214" y="2221549"/>
                <a:ext cx="1071288" cy="461665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1" i="1" dirty="0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altLang="zh-CN" sz="2400" b="1" i="1" dirty="0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𝑯</m:t>
                          </m:r>
                        </m:e>
                        <m:sub>
                          <m:r>
                            <a:rPr lang="en-US" altLang="zh-CN" sz="2400" b="1" i="1" dirty="0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zh-CN" altLang="en-US" sz="2400" b="1" dirty="0">
                  <a:solidFill>
                    <a:schemeClr val="accent5"/>
                  </a:solidFill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731" name="文本框 730">
                <a:extLst>
                  <a:ext uri="{FF2B5EF4-FFF2-40B4-BE49-F238E27FC236}">
                    <a16:creationId xmlns:a16="http://schemas.microsoft.com/office/drawing/2014/main" id="{B267F1F4-1244-17C0-277E-74E9C8D7AE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2214" y="2221549"/>
                <a:ext cx="1071288" cy="461665"/>
              </a:xfrm>
              <a:prstGeom prst="rect">
                <a:avLst/>
              </a:prstGeom>
              <a:blipFill>
                <a:blip r:embed="rId13"/>
                <a:stretch>
                  <a:fillRect b="-2632"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2" name="文本框 731">
                <a:extLst>
                  <a:ext uri="{FF2B5EF4-FFF2-40B4-BE49-F238E27FC236}">
                    <a16:creationId xmlns:a16="http://schemas.microsoft.com/office/drawing/2014/main" id="{CCE7606F-93DA-0F8E-2985-B287AA770876}"/>
                  </a:ext>
                </a:extLst>
              </p:cNvPr>
              <p:cNvSpPr txBox="1"/>
              <p:nvPr/>
            </p:nvSpPr>
            <p:spPr>
              <a:xfrm>
                <a:off x="7403462" y="2238788"/>
                <a:ext cx="1071288" cy="461665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1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altLang="zh-CN" sz="2400" b="1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𝑿</m:t>
                          </m:r>
                        </m:e>
                        <m:sub>
                          <m:r>
                            <a:rPr lang="en-US" altLang="zh-CN" sz="2400" b="1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zh-CN" altLang="en-US" sz="2400" b="1" dirty="0">
                  <a:solidFill>
                    <a:schemeClr val="accent6"/>
                  </a:solidFill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732" name="文本框 731">
                <a:extLst>
                  <a:ext uri="{FF2B5EF4-FFF2-40B4-BE49-F238E27FC236}">
                    <a16:creationId xmlns:a16="http://schemas.microsoft.com/office/drawing/2014/main" id="{CCE7606F-93DA-0F8E-2985-B287AA7708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03462" y="2238788"/>
                <a:ext cx="1071288" cy="461665"/>
              </a:xfrm>
              <a:prstGeom prst="rect">
                <a:avLst/>
              </a:prstGeom>
              <a:blipFill>
                <a:blip r:embed="rId14"/>
                <a:stretch>
                  <a:fillRect b="-2632"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3" name="文本框 732">
                <a:extLst>
                  <a:ext uri="{FF2B5EF4-FFF2-40B4-BE49-F238E27FC236}">
                    <a16:creationId xmlns:a16="http://schemas.microsoft.com/office/drawing/2014/main" id="{38625109-3FFF-3160-5BF0-3E232EF17847}"/>
                  </a:ext>
                </a:extLst>
              </p:cNvPr>
              <p:cNvSpPr txBox="1"/>
              <p:nvPr/>
            </p:nvSpPr>
            <p:spPr>
              <a:xfrm>
                <a:off x="9179561" y="2243549"/>
                <a:ext cx="1071288" cy="461665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1" i="1" dirty="0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altLang="zh-CN" sz="2400" b="1" i="1" dirty="0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𝑯</m:t>
                          </m:r>
                        </m:e>
                        <m:sub>
                          <m:r>
                            <a:rPr lang="en-US" altLang="zh-CN" sz="2400" b="1" i="1" dirty="0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zh-CN" altLang="en-US" sz="2400" b="1" dirty="0">
                  <a:solidFill>
                    <a:schemeClr val="accent5"/>
                  </a:solidFill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733" name="文本框 732">
                <a:extLst>
                  <a:ext uri="{FF2B5EF4-FFF2-40B4-BE49-F238E27FC236}">
                    <a16:creationId xmlns:a16="http://schemas.microsoft.com/office/drawing/2014/main" id="{38625109-3FFF-3160-5BF0-3E232EF178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79561" y="2243549"/>
                <a:ext cx="1071288" cy="461665"/>
              </a:xfrm>
              <a:prstGeom prst="rect">
                <a:avLst/>
              </a:prstGeom>
              <a:blipFill>
                <a:blip r:embed="rId15"/>
                <a:stretch>
                  <a:fillRect b="-2632"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34" name="组合 733">
            <a:extLst>
              <a:ext uri="{FF2B5EF4-FFF2-40B4-BE49-F238E27FC236}">
                <a16:creationId xmlns:a16="http://schemas.microsoft.com/office/drawing/2014/main" id="{07DE8C35-A87C-E22C-485E-A926497315A0}"/>
              </a:ext>
            </a:extLst>
          </p:cNvPr>
          <p:cNvGrpSpPr/>
          <p:nvPr/>
        </p:nvGrpSpPr>
        <p:grpSpPr>
          <a:xfrm>
            <a:off x="8114701" y="6002924"/>
            <a:ext cx="621640" cy="735125"/>
            <a:chOff x="5766806" y="6445933"/>
            <a:chExt cx="621640" cy="735125"/>
          </a:xfrm>
        </p:grpSpPr>
        <p:sp>
          <p:nvSpPr>
            <p:cNvPr id="735" name="矩形 1174">
              <a:extLst>
                <a:ext uri="{FF2B5EF4-FFF2-40B4-BE49-F238E27FC236}">
                  <a16:creationId xmlns:a16="http://schemas.microsoft.com/office/drawing/2014/main" id="{A967C7DD-3494-F2C5-E139-3CCEFDF6652A}"/>
                </a:ext>
              </a:extLst>
            </p:cNvPr>
            <p:cNvSpPr/>
            <p:nvPr/>
          </p:nvSpPr>
          <p:spPr>
            <a:xfrm rot="10800000">
              <a:off x="5768235" y="6445933"/>
              <a:ext cx="618706" cy="226680"/>
            </a:xfrm>
            <a:custGeom>
              <a:avLst/>
              <a:gdLst>
                <a:gd name="connsiteX0" fmla="*/ 0 w 595706"/>
                <a:gd name="connsiteY0" fmla="*/ 0 h 92965"/>
                <a:gd name="connsiteX1" fmla="*/ 595706 w 595706"/>
                <a:gd name="connsiteY1" fmla="*/ 0 h 92965"/>
                <a:gd name="connsiteX2" fmla="*/ 595706 w 595706"/>
                <a:gd name="connsiteY2" fmla="*/ 92965 h 92965"/>
                <a:gd name="connsiteX3" fmla="*/ 0 w 595706"/>
                <a:gd name="connsiteY3" fmla="*/ 92965 h 92965"/>
                <a:gd name="connsiteX4" fmla="*/ 0 w 595706"/>
                <a:gd name="connsiteY4" fmla="*/ 0 h 92965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1422 w 594406"/>
                <a:gd name="connsiteY0" fmla="*/ 21376 h 135147"/>
                <a:gd name="connsiteX1" fmla="*/ 594406 w 594406"/>
                <a:gd name="connsiteY1" fmla="*/ 0 h 135147"/>
                <a:gd name="connsiteX2" fmla="*/ 594406 w 594406"/>
                <a:gd name="connsiteY2" fmla="*/ 92965 h 135147"/>
                <a:gd name="connsiteX3" fmla="*/ 61 w 594406"/>
                <a:gd name="connsiteY3" fmla="*/ 135147 h 135147"/>
                <a:gd name="connsiteX4" fmla="*/ 1422 w 594406"/>
                <a:gd name="connsiteY4" fmla="*/ 21376 h 135147"/>
                <a:gd name="connsiteX0" fmla="*/ 1422 w 594406"/>
                <a:gd name="connsiteY0" fmla="*/ 15599 h 135147"/>
                <a:gd name="connsiteX1" fmla="*/ 594406 w 594406"/>
                <a:gd name="connsiteY1" fmla="*/ 0 h 135147"/>
                <a:gd name="connsiteX2" fmla="*/ 594406 w 594406"/>
                <a:gd name="connsiteY2" fmla="*/ 92965 h 135147"/>
                <a:gd name="connsiteX3" fmla="*/ 61 w 594406"/>
                <a:gd name="connsiteY3" fmla="*/ 135147 h 135147"/>
                <a:gd name="connsiteX4" fmla="*/ 1422 w 594406"/>
                <a:gd name="connsiteY4" fmla="*/ 15599 h 135147"/>
                <a:gd name="connsiteX0" fmla="*/ 131 w 594476"/>
                <a:gd name="connsiteY0" fmla="*/ 4622 h 135147"/>
                <a:gd name="connsiteX1" fmla="*/ 594476 w 594476"/>
                <a:gd name="connsiteY1" fmla="*/ 0 h 135147"/>
                <a:gd name="connsiteX2" fmla="*/ 594476 w 594476"/>
                <a:gd name="connsiteY2" fmla="*/ 92965 h 135147"/>
                <a:gd name="connsiteX3" fmla="*/ 131 w 594476"/>
                <a:gd name="connsiteY3" fmla="*/ 135147 h 135147"/>
                <a:gd name="connsiteX4" fmla="*/ 131 w 594476"/>
                <a:gd name="connsiteY4" fmla="*/ 4622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22423 h 139660"/>
                <a:gd name="connsiteX1" fmla="*/ 595706 w 595706"/>
                <a:gd name="connsiteY1" fmla="*/ 4513 h 139660"/>
                <a:gd name="connsiteX2" fmla="*/ 595706 w 595706"/>
                <a:gd name="connsiteY2" fmla="*/ 97478 h 139660"/>
                <a:gd name="connsiteX3" fmla="*/ 1361 w 595706"/>
                <a:gd name="connsiteY3" fmla="*/ 139660 h 139660"/>
                <a:gd name="connsiteX4" fmla="*/ 0 w 595706"/>
                <a:gd name="connsiteY4" fmla="*/ 22423 h 139660"/>
                <a:gd name="connsiteX0" fmla="*/ 0 w 595706"/>
                <a:gd name="connsiteY0" fmla="*/ 26413 h 143650"/>
                <a:gd name="connsiteX1" fmla="*/ 595706 w 595706"/>
                <a:gd name="connsiteY1" fmla="*/ 8503 h 143650"/>
                <a:gd name="connsiteX2" fmla="*/ 595706 w 595706"/>
                <a:gd name="connsiteY2" fmla="*/ 101468 h 143650"/>
                <a:gd name="connsiteX3" fmla="*/ 1361 w 595706"/>
                <a:gd name="connsiteY3" fmla="*/ 143650 h 143650"/>
                <a:gd name="connsiteX4" fmla="*/ 0 w 595706"/>
                <a:gd name="connsiteY4" fmla="*/ 26413 h 143650"/>
                <a:gd name="connsiteX0" fmla="*/ 0 w 595706"/>
                <a:gd name="connsiteY0" fmla="*/ 21286 h 138523"/>
                <a:gd name="connsiteX1" fmla="*/ 595706 w 595706"/>
                <a:gd name="connsiteY1" fmla="*/ 3376 h 138523"/>
                <a:gd name="connsiteX2" fmla="*/ 595706 w 595706"/>
                <a:gd name="connsiteY2" fmla="*/ 96341 h 138523"/>
                <a:gd name="connsiteX3" fmla="*/ 1361 w 595706"/>
                <a:gd name="connsiteY3" fmla="*/ 138523 h 138523"/>
                <a:gd name="connsiteX4" fmla="*/ 0 w 595706"/>
                <a:gd name="connsiteY4" fmla="*/ 21286 h 138523"/>
                <a:gd name="connsiteX0" fmla="*/ 0 w 595706"/>
                <a:gd name="connsiteY0" fmla="*/ 22534 h 139771"/>
                <a:gd name="connsiteX1" fmla="*/ 595706 w 595706"/>
                <a:gd name="connsiteY1" fmla="*/ 4624 h 139771"/>
                <a:gd name="connsiteX2" fmla="*/ 595706 w 595706"/>
                <a:gd name="connsiteY2" fmla="*/ 97589 h 139771"/>
                <a:gd name="connsiteX3" fmla="*/ 1361 w 595706"/>
                <a:gd name="connsiteY3" fmla="*/ 139771 h 139771"/>
                <a:gd name="connsiteX4" fmla="*/ 0 w 595706"/>
                <a:gd name="connsiteY4" fmla="*/ 22534 h 139771"/>
                <a:gd name="connsiteX0" fmla="*/ 0 w 595706"/>
                <a:gd name="connsiteY0" fmla="*/ 23494 h 140731"/>
                <a:gd name="connsiteX1" fmla="*/ 595706 w 595706"/>
                <a:gd name="connsiteY1" fmla="*/ 2118 h 140731"/>
                <a:gd name="connsiteX2" fmla="*/ 595706 w 595706"/>
                <a:gd name="connsiteY2" fmla="*/ 98549 h 140731"/>
                <a:gd name="connsiteX3" fmla="*/ 1361 w 595706"/>
                <a:gd name="connsiteY3" fmla="*/ 140731 h 140731"/>
                <a:gd name="connsiteX4" fmla="*/ 0 w 595706"/>
                <a:gd name="connsiteY4" fmla="*/ 23494 h 140731"/>
                <a:gd name="connsiteX0" fmla="*/ 0 w 595706"/>
                <a:gd name="connsiteY0" fmla="*/ 23494 h 140731"/>
                <a:gd name="connsiteX1" fmla="*/ 595706 w 595706"/>
                <a:gd name="connsiteY1" fmla="*/ 2118 h 140731"/>
                <a:gd name="connsiteX2" fmla="*/ 595706 w 595706"/>
                <a:gd name="connsiteY2" fmla="*/ 98549 h 140731"/>
                <a:gd name="connsiteX3" fmla="*/ 1361 w 595706"/>
                <a:gd name="connsiteY3" fmla="*/ 140731 h 140731"/>
                <a:gd name="connsiteX4" fmla="*/ 0 w 595706"/>
                <a:gd name="connsiteY4" fmla="*/ 23494 h 140731"/>
                <a:gd name="connsiteX0" fmla="*/ 0 w 595706"/>
                <a:gd name="connsiteY0" fmla="*/ 25030 h 142267"/>
                <a:gd name="connsiteX1" fmla="*/ 595706 w 595706"/>
                <a:gd name="connsiteY1" fmla="*/ 3654 h 142267"/>
                <a:gd name="connsiteX2" fmla="*/ 595706 w 595706"/>
                <a:gd name="connsiteY2" fmla="*/ 100085 h 142267"/>
                <a:gd name="connsiteX3" fmla="*/ 1361 w 595706"/>
                <a:gd name="connsiteY3" fmla="*/ 142267 h 142267"/>
                <a:gd name="connsiteX4" fmla="*/ 0 w 595706"/>
                <a:gd name="connsiteY4" fmla="*/ 25030 h 142267"/>
                <a:gd name="connsiteX0" fmla="*/ 0 w 595706"/>
                <a:gd name="connsiteY0" fmla="*/ 22091 h 139328"/>
                <a:gd name="connsiteX1" fmla="*/ 595706 w 595706"/>
                <a:gd name="connsiteY1" fmla="*/ 715 h 139328"/>
                <a:gd name="connsiteX2" fmla="*/ 595706 w 595706"/>
                <a:gd name="connsiteY2" fmla="*/ 97146 h 139328"/>
                <a:gd name="connsiteX3" fmla="*/ 1361 w 595706"/>
                <a:gd name="connsiteY3" fmla="*/ 139328 h 139328"/>
                <a:gd name="connsiteX4" fmla="*/ 0 w 595706"/>
                <a:gd name="connsiteY4" fmla="*/ 22091 h 139328"/>
                <a:gd name="connsiteX0" fmla="*/ 0 w 595706"/>
                <a:gd name="connsiteY0" fmla="*/ 23573 h 140810"/>
                <a:gd name="connsiteX1" fmla="*/ 595706 w 595706"/>
                <a:gd name="connsiteY1" fmla="*/ 2197 h 140810"/>
                <a:gd name="connsiteX2" fmla="*/ 595706 w 595706"/>
                <a:gd name="connsiteY2" fmla="*/ 98628 h 140810"/>
                <a:gd name="connsiteX3" fmla="*/ 1361 w 595706"/>
                <a:gd name="connsiteY3" fmla="*/ 140810 h 140810"/>
                <a:gd name="connsiteX4" fmla="*/ 0 w 595706"/>
                <a:gd name="connsiteY4" fmla="*/ 23573 h 140810"/>
                <a:gd name="connsiteX0" fmla="*/ 0 w 595706"/>
                <a:gd name="connsiteY0" fmla="*/ 21908 h 139145"/>
                <a:gd name="connsiteX1" fmla="*/ 595706 w 595706"/>
                <a:gd name="connsiteY1" fmla="*/ 532 h 139145"/>
                <a:gd name="connsiteX2" fmla="*/ 595706 w 595706"/>
                <a:gd name="connsiteY2" fmla="*/ 96963 h 139145"/>
                <a:gd name="connsiteX3" fmla="*/ 1361 w 595706"/>
                <a:gd name="connsiteY3" fmla="*/ 139145 h 139145"/>
                <a:gd name="connsiteX4" fmla="*/ 0 w 595706"/>
                <a:gd name="connsiteY4" fmla="*/ 21908 h 139145"/>
                <a:gd name="connsiteX0" fmla="*/ 0 w 595706"/>
                <a:gd name="connsiteY0" fmla="*/ 23863 h 141100"/>
                <a:gd name="connsiteX1" fmla="*/ 595706 w 595706"/>
                <a:gd name="connsiteY1" fmla="*/ 2487 h 141100"/>
                <a:gd name="connsiteX2" fmla="*/ 595706 w 595706"/>
                <a:gd name="connsiteY2" fmla="*/ 98918 h 141100"/>
                <a:gd name="connsiteX3" fmla="*/ 1361 w 595706"/>
                <a:gd name="connsiteY3" fmla="*/ 141100 h 141100"/>
                <a:gd name="connsiteX4" fmla="*/ 0 w 595706"/>
                <a:gd name="connsiteY4" fmla="*/ 23863 h 141100"/>
                <a:gd name="connsiteX0" fmla="*/ 0 w 595706"/>
                <a:gd name="connsiteY0" fmla="*/ 24472 h 141709"/>
                <a:gd name="connsiteX1" fmla="*/ 595706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0 w 595706"/>
                <a:gd name="connsiteY0" fmla="*/ 24267 h 141504"/>
                <a:gd name="connsiteX1" fmla="*/ 595706 w 595706"/>
                <a:gd name="connsiteY1" fmla="*/ 2891 h 141504"/>
                <a:gd name="connsiteX2" fmla="*/ 595706 w 595706"/>
                <a:gd name="connsiteY2" fmla="*/ 99322 h 141504"/>
                <a:gd name="connsiteX3" fmla="*/ 1361 w 595706"/>
                <a:gd name="connsiteY3" fmla="*/ 141504 h 141504"/>
                <a:gd name="connsiteX4" fmla="*/ 0 w 595706"/>
                <a:gd name="connsiteY4" fmla="*/ 24267 h 141504"/>
                <a:gd name="connsiteX0" fmla="*/ 0 w 595706"/>
                <a:gd name="connsiteY0" fmla="*/ 24472 h 141709"/>
                <a:gd name="connsiteX1" fmla="*/ 595706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0 w 595706"/>
                <a:gd name="connsiteY0" fmla="*/ 24472 h 141709"/>
                <a:gd name="connsiteX1" fmla="*/ 594353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124 w 595830"/>
                <a:gd name="connsiteY0" fmla="*/ 24472 h 141709"/>
                <a:gd name="connsiteX1" fmla="*/ 594477 w 595830"/>
                <a:gd name="connsiteY1" fmla="*/ 3096 h 141709"/>
                <a:gd name="connsiteX2" fmla="*/ 595830 w 595830"/>
                <a:gd name="connsiteY2" fmla="*/ 99527 h 141709"/>
                <a:gd name="connsiteX3" fmla="*/ 131 w 595830"/>
                <a:gd name="connsiteY3" fmla="*/ 141709 h 141709"/>
                <a:gd name="connsiteX4" fmla="*/ 124 w 595830"/>
                <a:gd name="connsiteY4" fmla="*/ 24472 h 141709"/>
                <a:gd name="connsiteX0" fmla="*/ 124 w 597179"/>
                <a:gd name="connsiteY0" fmla="*/ 25207 h 142444"/>
                <a:gd name="connsiteX1" fmla="*/ 597179 w 597179"/>
                <a:gd name="connsiteY1" fmla="*/ 481 h 142444"/>
                <a:gd name="connsiteX2" fmla="*/ 595830 w 597179"/>
                <a:gd name="connsiteY2" fmla="*/ 100262 h 142444"/>
                <a:gd name="connsiteX3" fmla="*/ 131 w 597179"/>
                <a:gd name="connsiteY3" fmla="*/ 142444 h 142444"/>
                <a:gd name="connsiteX4" fmla="*/ 124 w 597179"/>
                <a:gd name="connsiteY4" fmla="*/ 25207 h 142444"/>
                <a:gd name="connsiteX0" fmla="*/ 124 w 595889"/>
                <a:gd name="connsiteY0" fmla="*/ 25842 h 143079"/>
                <a:gd name="connsiteX1" fmla="*/ 594477 w 595889"/>
                <a:gd name="connsiteY1" fmla="*/ 0 h 143079"/>
                <a:gd name="connsiteX2" fmla="*/ 595830 w 595889"/>
                <a:gd name="connsiteY2" fmla="*/ 100897 h 143079"/>
                <a:gd name="connsiteX3" fmla="*/ 131 w 595889"/>
                <a:gd name="connsiteY3" fmla="*/ 143079 h 143079"/>
                <a:gd name="connsiteX4" fmla="*/ 124 w 595889"/>
                <a:gd name="connsiteY4" fmla="*/ 25842 h 143079"/>
                <a:gd name="connsiteX0" fmla="*/ 124 w 595889"/>
                <a:gd name="connsiteY0" fmla="*/ 24713 h 141950"/>
                <a:gd name="connsiteX1" fmla="*/ 594477 w 595889"/>
                <a:gd name="connsiteY1" fmla="*/ 2221 h 141950"/>
                <a:gd name="connsiteX2" fmla="*/ 595830 w 595889"/>
                <a:gd name="connsiteY2" fmla="*/ 99768 h 141950"/>
                <a:gd name="connsiteX3" fmla="*/ 131 w 595889"/>
                <a:gd name="connsiteY3" fmla="*/ 141950 h 141950"/>
                <a:gd name="connsiteX4" fmla="*/ 124 w 595889"/>
                <a:gd name="connsiteY4" fmla="*/ 24713 h 141950"/>
                <a:gd name="connsiteX0" fmla="*/ 124 w 595959"/>
                <a:gd name="connsiteY0" fmla="*/ 24713 h 141950"/>
                <a:gd name="connsiteX1" fmla="*/ 595828 w 595959"/>
                <a:gd name="connsiteY1" fmla="*/ 2221 h 141950"/>
                <a:gd name="connsiteX2" fmla="*/ 595830 w 595959"/>
                <a:gd name="connsiteY2" fmla="*/ 99768 h 141950"/>
                <a:gd name="connsiteX3" fmla="*/ 131 w 595959"/>
                <a:gd name="connsiteY3" fmla="*/ 141950 h 141950"/>
                <a:gd name="connsiteX4" fmla="*/ 124 w 595959"/>
                <a:gd name="connsiteY4" fmla="*/ 24713 h 141950"/>
                <a:gd name="connsiteX0" fmla="*/ 124 w 595959"/>
                <a:gd name="connsiteY0" fmla="*/ 24925 h 142162"/>
                <a:gd name="connsiteX1" fmla="*/ 595828 w 595959"/>
                <a:gd name="connsiteY1" fmla="*/ 2433 h 142162"/>
                <a:gd name="connsiteX2" fmla="*/ 595830 w 595959"/>
                <a:gd name="connsiteY2" fmla="*/ 99980 h 142162"/>
                <a:gd name="connsiteX3" fmla="*/ 131 w 595959"/>
                <a:gd name="connsiteY3" fmla="*/ 142162 h 142162"/>
                <a:gd name="connsiteX4" fmla="*/ 124 w 595959"/>
                <a:gd name="connsiteY4" fmla="*/ 24925 h 142162"/>
                <a:gd name="connsiteX0" fmla="*/ 124 w 595959"/>
                <a:gd name="connsiteY0" fmla="*/ 22492 h 139729"/>
                <a:gd name="connsiteX1" fmla="*/ 595828 w 595959"/>
                <a:gd name="connsiteY1" fmla="*/ 0 h 139729"/>
                <a:gd name="connsiteX2" fmla="*/ 595830 w 595959"/>
                <a:gd name="connsiteY2" fmla="*/ 97547 h 139729"/>
                <a:gd name="connsiteX3" fmla="*/ 131 w 595959"/>
                <a:gd name="connsiteY3" fmla="*/ 139729 h 139729"/>
                <a:gd name="connsiteX4" fmla="*/ 124 w 595959"/>
                <a:gd name="connsiteY4" fmla="*/ 22492 h 139729"/>
                <a:gd name="connsiteX0" fmla="*/ 124 w 595959"/>
                <a:gd name="connsiteY0" fmla="*/ 25585 h 142822"/>
                <a:gd name="connsiteX1" fmla="*/ 595828 w 595959"/>
                <a:gd name="connsiteY1" fmla="*/ 3093 h 142822"/>
                <a:gd name="connsiteX2" fmla="*/ 595830 w 595959"/>
                <a:gd name="connsiteY2" fmla="*/ 100640 h 142822"/>
                <a:gd name="connsiteX3" fmla="*/ 131 w 595959"/>
                <a:gd name="connsiteY3" fmla="*/ 142822 h 142822"/>
                <a:gd name="connsiteX4" fmla="*/ 124 w 595959"/>
                <a:gd name="connsiteY4" fmla="*/ 25585 h 142822"/>
                <a:gd name="connsiteX0" fmla="*/ 124 w 595959"/>
                <a:gd name="connsiteY0" fmla="*/ 25585 h 142822"/>
                <a:gd name="connsiteX1" fmla="*/ 595828 w 595959"/>
                <a:gd name="connsiteY1" fmla="*/ 3093 h 142822"/>
                <a:gd name="connsiteX2" fmla="*/ 595830 w 595959"/>
                <a:gd name="connsiteY2" fmla="*/ 100640 h 142822"/>
                <a:gd name="connsiteX3" fmla="*/ 131 w 595959"/>
                <a:gd name="connsiteY3" fmla="*/ 142822 h 142822"/>
                <a:gd name="connsiteX4" fmla="*/ 124 w 595959"/>
                <a:gd name="connsiteY4" fmla="*/ 25585 h 142822"/>
                <a:gd name="connsiteX0" fmla="*/ 124 w 595959"/>
                <a:gd name="connsiteY0" fmla="*/ 26512 h 143749"/>
                <a:gd name="connsiteX1" fmla="*/ 595828 w 595959"/>
                <a:gd name="connsiteY1" fmla="*/ 4020 h 143749"/>
                <a:gd name="connsiteX2" fmla="*/ 595830 w 595959"/>
                <a:gd name="connsiteY2" fmla="*/ 101567 h 143749"/>
                <a:gd name="connsiteX3" fmla="*/ 131 w 595959"/>
                <a:gd name="connsiteY3" fmla="*/ 143749 h 143749"/>
                <a:gd name="connsiteX4" fmla="*/ 124 w 595959"/>
                <a:gd name="connsiteY4" fmla="*/ 26512 h 143749"/>
                <a:gd name="connsiteX0" fmla="*/ 124 w 595959"/>
                <a:gd name="connsiteY0" fmla="*/ 26512 h 143749"/>
                <a:gd name="connsiteX1" fmla="*/ 595828 w 595959"/>
                <a:gd name="connsiteY1" fmla="*/ 4020 h 143749"/>
                <a:gd name="connsiteX2" fmla="*/ 595830 w 595959"/>
                <a:gd name="connsiteY2" fmla="*/ 101567 h 143749"/>
                <a:gd name="connsiteX3" fmla="*/ 131 w 595959"/>
                <a:gd name="connsiteY3" fmla="*/ 143749 h 143749"/>
                <a:gd name="connsiteX4" fmla="*/ 124 w 595959"/>
                <a:gd name="connsiteY4" fmla="*/ 26512 h 143749"/>
                <a:gd name="connsiteX0" fmla="*/ 124 w 595959"/>
                <a:gd name="connsiteY0" fmla="*/ 28496 h 145733"/>
                <a:gd name="connsiteX1" fmla="*/ 595828 w 595959"/>
                <a:gd name="connsiteY1" fmla="*/ 6004 h 145733"/>
                <a:gd name="connsiteX2" fmla="*/ 595830 w 595959"/>
                <a:gd name="connsiteY2" fmla="*/ 103551 h 145733"/>
                <a:gd name="connsiteX3" fmla="*/ 131 w 595959"/>
                <a:gd name="connsiteY3" fmla="*/ 145733 h 145733"/>
                <a:gd name="connsiteX4" fmla="*/ 124 w 595959"/>
                <a:gd name="connsiteY4" fmla="*/ 28496 h 14573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856"/>
                <a:gd name="connsiteY0" fmla="*/ 41841 h 159078"/>
                <a:gd name="connsiteX1" fmla="*/ 591261 w 595856"/>
                <a:gd name="connsiteY1" fmla="*/ 0 h 159078"/>
                <a:gd name="connsiteX2" fmla="*/ 595830 w 595856"/>
                <a:gd name="connsiteY2" fmla="*/ 116896 h 159078"/>
                <a:gd name="connsiteX3" fmla="*/ 131 w 595856"/>
                <a:gd name="connsiteY3" fmla="*/ 159078 h 159078"/>
                <a:gd name="connsiteX4" fmla="*/ 124 w 595856"/>
                <a:gd name="connsiteY4" fmla="*/ 41841 h 159078"/>
                <a:gd name="connsiteX0" fmla="*/ 124 w 595959"/>
                <a:gd name="connsiteY0" fmla="*/ 41841 h 159078"/>
                <a:gd name="connsiteX1" fmla="*/ 595828 w 595959"/>
                <a:gd name="connsiteY1" fmla="*/ 0 h 159078"/>
                <a:gd name="connsiteX2" fmla="*/ 595830 w 595959"/>
                <a:gd name="connsiteY2" fmla="*/ 116896 h 159078"/>
                <a:gd name="connsiteX3" fmla="*/ 131 w 595959"/>
                <a:gd name="connsiteY3" fmla="*/ 159078 h 159078"/>
                <a:gd name="connsiteX4" fmla="*/ 124 w 595959"/>
                <a:gd name="connsiteY4" fmla="*/ 41841 h 159078"/>
                <a:gd name="connsiteX0" fmla="*/ 124 w 597349"/>
                <a:gd name="connsiteY0" fmla="*/ 42378 h 159615"/>
                <a:gd name="connsiteX1" fmla="*/ 597349 w 597349"/>
                <a:gd name="connsiteY1" fmla="*/ 0 h 159615"/>
                <a:gd name="connsiteX2" fmla="*/ 595830 w 597349"/>
                <a:gd name="connsiteY2" fmla="*/ 117433 h 159615"/>
                <a:gd name="connsiteX3" fmla="*/ 131 w 597349"/>
                <a:gd name="connsiteY3" fmla="*/ 159615 h 159615"/>
                <a:gd name="connsiteX4" fmla="*/ 124 w 597349"/>
                <a:gd name="connsiteY4" fmla="*/ 42378 h 159615"/>
                <a:gd name="connsiteX0" fmla="*/ 124 w 600443"/>
                <a:gd name="connsiteY0" fmla="*/ 42378 h 159615"/>
                <a:gd name="connsiteX1" fmla="*/ 597349 w 600443"/>
                <a:gd name="connsiteY1" fmla="*/ 0 h 159615"/>
                <a:gd name="connsiteX2" fmla="*/ 600408 w 600443"/>
                <a:gd name="connsiteY2" fmla="*/ 117433 h 159615"/>
                <a:gd name="connsiteX3" fmla="*/ 131 w 600443"/>
                <a:gd name="connsiteY3" fmla="*/ 159615 h 159615"/>
                <a:gd name="connsiteX4" fmla="*/ 124 w 600443"/>
                <a:gd name="connsiteY4" fmla="*/ 42378 h 159615"/>
                <a:gd name="connsiteX0" fmla="*/ 124 w 600537"/>
                <a:gd name="connsiteY0" fmla="*/ 42378 h 159615"/>
                <a:gd name="connsiteX1" fmla="*/ 600401 w 600537"/>
                <a:gd name="connsiteY1" fmla="*/ 0 h 159615"/>
                <a:gd name="connsiteX2" fmla="*/ 600408 w 600537"/>
                <a:gd name="connsiteY2" fmla="*/ 117433 h 159615"/>
                <a:gd name="connsiteX3" fmla="*/ 131 w 600537"/>
                <a:gd name="connsiteY3" fmla="*/ 159615 h 159615"/>
                <a:gd name="connsiteX4" fmla="*/ 124 w 600537"/>
                <a:gd name="connsiteY4" fmla="*/ 42378 h 159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0537" h="159615">
                  <a:moveTo>
                    <a:pt x="124" y="42378"/>
                  </a:moveTo>
                  <a:cubicBezTo>
                    <a:pt x="296414" y="-50243"/>
                    <a:pt x="418111" y="75773"/>
                    <a:pt x="600401" y="0"/>
                  </a:cubicBezTo>
                  <a:cubicBezTo>
                    <a:pt x="599951" y="33260"/>
                    <a:pt x="600858" y="84173"/>
                    <a:pt x="600408" y="117433"/>
                  </a:cubicBezTo>
                  <a:cubicBezTo>
                    <a:pt x="395490" y="192726"/>
                    <a:pt x="285331" y="62551"/>
                    <a:pt x="131" y="159615"/>
                  </a:cubicBezTo>
                  <a:cubicBezTo>
                    <a:pt x="-323" y="114566"/>
                    <a:pt x="578" y="87427"/>
                    <a:pt x="124" y="42378"/>
                  </a:cubicBezTo>
                  <a:close/>
                </a:path>
              </a:pathLst>
            </a:custGeom>
            <a:solidFill>
              <a:schemeClr val="accent2">
                <a:lumMod val="40000"/>
                <a:lumOff val="6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736" name="组合 735">
              <a:extLst>
                <a:ext uri="{FF2B5EF4-FFF2-40B4-BE49-F238E27FC236}">
                  <a16:creationId xmlns:a16="http://schemas.microsoft.com/office/drawing/2014/main" id="{B71A8AC7-7811-AF76-486E-2E2EA239EBBA}"/>
                </a:ext>
              </a:extLst>
            </p:cNvPr>
            <p:cNvGrpSpPr/>
            <p:nvPr/>
          </p:nvGrpSpPr>
          <p:grpSpPr>
            <a:xfrm>
              <a:off x="5766806" y="6517241"/>
              <a:ext cx="621640" cy="663817"/>
              <a:chOff x="5040167" y="6521415"/>
              <a:chExt cx="621640" cy="663817"/>
            </a:xfrm>
          </p:grpSpPr>
          <p:sp>
            <p:nvSpPr>
              <p:cNvPr id="737" name="矩形 1174">
                <a:extLst>
                  <a:ext uri="{FF2B5EF4-FFF2-40B4-BE49-F238E27FC236}">
                    <a16:creationId xmlns:a16="http://schemas.microsoft.com/office/drawing/2014/main" id="{FD5CA058-D9E5-B1EE-C732-9AAA840594C0}"/>
                  </a:ext>
                </a:extLst>
              </p:cNvPr>
              <p:cNvSpPr/>
              <p:nvPr/>
            </p:nvSpPr>
            <p:spPr>
              <a:xfrm rot="10800000">
                <a:off x="5041542" y="6760560"/>
                <a:ext cx="618706" cy="201627"/>
              </a:xfrm>
              <a:custGeom>
                <a:avLst/>
                <a:gdLst>
                  <a:gd name="connsiteX0" fmla="*/ 0 w 595706"/>
                  <a:gd name="connsiteY0" fmla="*/ 0 h 92965"/>
                  <a:gd name="connsiteX1" fmla="*/ 595706 w 595706"/>
                  <a:gd name="connsiteY1" fmla="*/ 0 h 92965"/>
                  <a:gd name="connsiteX2" fmla="*/ 595706 w 595706"/>
                  <a:gd name="connsiteY2" fmla="*/ 92965 h 92965"/>
                  <a:gd name="connsiteX3" fmla="*/ 0 w 595706"/>
                  <a:gd name="connsiteY3" fmla="*/ 92965 h 92965"/>
                  <a:gd name="connsiteX4" fmla="*/ 0 w 595706"/>
                  <a:gd name="connsiteY4" fmla="*/ 0 h 92965"/>
                  <a:gd name="connsiteX0" fmla="*/ 0 w 595706"/>
                  <a:gd name="connsiteY0" fmla="*/ 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0 h 135147"/>
                  <a:gd name="connsiteX0" fmla="*/ 0 w 595706"/>
                  <a:gd name="connsiteY0" fmla="*/ 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0 h 135147"/>
                  <a:gd name="connsiteX0" fmla="*/ 0 w 595706"/>
                  <a:gd name="connsiteY0" fmla="*/ 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0 h 135147"/>
                  <a:gd name="connsiteX0" fmla="*/ 0 w 595706"/>
                  <a:gd name="connsiteY0" fmla="*/ 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0 h 135147"/>
                  <a:gd name="connsiteX0" fmla="*/ 1422 w 594406"/>
                  <a:gd name="connsiteY0" fmla="*/ 21376 h 135147"/>
                  <a:gd name="connsiteX1" fmla="*/ 594406 w 594406"/>
                  <a:gd name="connsiteY1" fmla="*/ 0 h 135147"/>
                  <a:gd name="connsiteX2" fmla="*/ 594406 w 594406"/>
                  <a:gd name="connsiteY2" fmla="*/ 92965 h 135147"/>
                  <a:gd name="connsiteX3" fmla="*/ 61 w 594406"/>
                  <a:gd name="connsiteY3" fmla="*/ 135147 h 135147"/>
                  <a:gd name="connsiteX4" fmla="*/ 1422 w 594406"/>
                  <a:gd name="connsiteY4" fmla="*/ 21376 h 135147"/>
                  <a:gd name="connsiteX0" fmla="*/ 1422 w 594406"/>
                  <a:gd name="connsiteY0" fmla="*/ 15599 h 135147"/>
                  <a:gd name="connsiteX1" fmla="*/ 594406 w 594406"/>
                  <a:gd name="connsiteY1" fmla="*/ 0 h 135147"/>
                  <a:gd name="connsiteX2" fmla="*/ 594406 w 594406"/>
                  <a:gd name="connsiteY2" fmla="*/ 92965 h 135147"/>
                  <a:gd name="connsiteX3" fmla="*/ 61 w 594406"/>
                  <a:gd name="connsiteY3" fmla="*/ 135147 h 135147"/>
                  <a:gd name="connsiteX4" fmla="*/ 1422 w 594406"/>
                  <a:gd name="connsiteY4" fmla="*/ 15599 h 135147"/>
                  <a:gd name="connsiteX0" fmla="*/ 131 w 594476"/>
                  <a:gd name="connsiteY0" fmla="*/ 4622 h 135147"/>
                  <a:gd name="connsiteX1" fmla="*/ 594476 w 594476"/>
                  <a:gd name="connsiteY1" fmla="*/ 0 h 135147"/>
                  <a:gd name="connsiteX2" fmla="*/ 594476 w 594476"/>
                  <a:gd name="connsiteY2" fmla="*/ 92965 h 135147"/>
                  <a:gd name="connsiteX3" fmla="*/ 131 w 594476"/>
                  <a:gd name="connsiteY3" fmla="*/ 135147 h 135147"/>
                  <a:gd name="connsiteX4" fmla="*/ 131 w 594476"/>
                  <a:gd name="connsiteY4" fmla="*/ 4622 h 135147"/>
                  <a:gd name="connsiteX0" fmla="*/ 0 w 595706"/>
                  <a:gd name="connsiteY0" fmla="*/ 1791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17910 h 135147"/>
                  <a:gd name="connsiteX0" fmla="*/ 0 w 595706"/>
                  <a:gd name="connsiteY0" fmla="*/ 1791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17910 h 135147"/>
                  <a:gd name="connsiteX0" fmla="*/ 0 w 595706"/>
                  <a:gd name="connsiteY0" fmla="*/ 1791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17910 h 135147"/>
                  <a:gd name="connsiteX0" fmla="*/ 0 w 595706"/>
                  <a:gd name="connsiteY0" fmla="*/ 1791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17910 h 135147"/>
                  <a:gd name="connsiteX0" fmla="*/ 0 w 595706"/>
                  <a:gd name="connsiteY0" fmla="*/ 22423 h 139660"/>
                  <a:gd name="connsiteX1" fmla="*/ 595706 w 595706"/>
                  <a:gd name="connsiteY1" fmla="*/ 4513 h 139660"/>
                  <a:gd name="connsiteX2" fmla="*/ 595706 w 595706"/>
                  <a:gd name="connsiteY2" fmla="*/ 97478 h 139660"/>
                  <a:gd name="connsiteX3" fmla="*/ 1361 w 595706"/>
                  <a:gd name="connsiteY3" fmla="*/ 139660 h 139660"/>
                  <a:gd name="connsiteX4" fmla="*/ 0 w 595706"/>
                  <a:gd name="connsiteY4" fmla="*/ 22423 h 139660"/>
                  <a:gd name="connsiteX0" fmla="*/ 0 w 595706"/>
                  <a:gd name="connsiteY0" fmla="*/ 26413 h 143650"/>
                  <a:gd name="connsiteX1" fmla="*/ 595706 w 595706"/>
                  <a:gd name="connsiteY1" fmla="*/ 8503 h 143650"/>
                  <a:gd name="connsiteX2" fmla="*/ 595706 w 595706"/>
                  <a:gd name="connsiteY2" fmla="*/ 101468 h 143650"/>
                  <a:gd name="connsiteX3" fmla="*/ 1361 w 595706"/>
                  <a:gd name="connsiteY3" fmla="*/ 143650 h 143650"/>
                  <a:gd name="connsiteX4" fmla="*/ 0 w 595706"/>
                  <a:gd name="connsiteY4" fmla="*/ 26413 h 143650"/>
                  <a:gd name="connsiteX0" fmla="*/ 0 w 595706"/>
                  <a:gd name="connsiteY0" fmla="*/ 21286 h 138523"/>
                  <a:gd name="connsiteX1" fmla="*/ 595706 w 595706"/>
                  <a:gd name="connsiteY1" fmla="*/ 3376 h 138523"/>
                  <a:gd name="connsiteX2" fmla="*/ 595706 w 595706"/>
                  <a:gd name="connsiteY2" fmla="*/ 96341 h 138523"/>
                  <a:gd name="connsiteX3" fmla="*/ 1361 w 595706"/>
                  <a:gd name="connsiteY3" fmla="*/ 138523 h 138523"/>
                  <a:gd name="connsiteX4" fmla="*/ 0 w 595706"/>
                  <a:gd name="connsiteY4" fmla="*/ 21286 h 138523"/>
                  <a:gd name="connsiteX0" fmla="*/ 0 w 595706"/>
                  <a:gd name="connsiteY0" fmla="*/ 22534 h 139771"/>
                  <a:gd name="connsiteX1" fmla="*/ 595706 w 595706"/>
                  <a:gd name="connsiteY1" fmla="*/ 4624 h 139771"/>
                  <a:gd name="connsiteX2" fmla="*/ 595706 w 595706"/>
                  <a:gd name="connsiteY2" fmla="*/ 97589 h 139771"/>
                  <a:gd name="connsiteX3" fmla="*/ 1361 w 595706"/>
                  <a:gd name="connsiteY3" fmla="*/ 139771 h 139771"/>
                  <a:gd name="connsiteX4" fmla="*/ 0 w 595706"/>
                  <a:gd name="connsiteY4" fmla="*/ 22534 h 139771"/>
                  <a:gd name="connsiteX0" fmla="*/ 0 w 595706"/>
                  <a:gd name="connsiteY0" fmla="*/ 23494 h 140731"/>
                  <a:gd name="connsiteX1" fmla="*/ 595706 w 595706"/>
                  <a:gd name="connsiteY1" fmla="*/ 2118 h 140731"/>
                  <a:gd name="connsiteX2" fmla="*/ 595706 w 595706"/>
                  <a:gd name="connsiteY2" fmla="*/ 98549 h 140731"/>
                  <a:gd name="connsiteX3" fmla="*/ 1361 w 595706"/>
                  <a:gd name="connsiteY3" fmla="*/ 140731 h 140731"/>
                  <a:gd name="connsiteX4" fmla="*/ 0 w 595706"/>
                  <a:gd name="connsiteY4" fmla="*/ 23494 h 140731"/>
                  <a:gd name="connsiteX0" fmla="*/ 0 w 595706"/>
                  <a:gd name="connsiteY0" fmla="*/ 23494 h 140731"/>
                  <a:gd name="connsiteX1" fmla="*/ 595706 w 595706"/>
                  <a:gd name="connsiteY1" fmla="*/ 2118 h 140731"/>
                  <a:gd name="connsiteX2" fmla="*/ 595706 w 595706"/>
                  <a:gd name="connsiteY2" fmla="*/ 98549 h 140731"/>
                  <a:gd name="connsiteX3" fmla="*/ 1361 w 595706"/>
                  <a:gd name="connsiteY3" fmla="*/ 140731 h 140731"/>
                  <a:gd name="connsiteX4" fmla="*/ 0 w 595706"/>
                  <a:gd name="connsiteY4" fmla="*/ 23494 h 140731"/>
                  <a:gd name="connsiteX0" fmla="*/ 0 w 595706"/>
                  <a:gd name="connsiteY0" fmla="*/ 25030 h 142267"/>
                  <a:gd name="connsiteX1" fmla="*/ 595706 w 595706"/>
                  <a:gd name="connsiteY1" fmla="*/ 3654 h 142267"/>
                  <a:gd name="connsiteX2" fmla="*/ 595706 w 595706"/>
                  <a:gd name="connsiteY2" fmla="*/ 100085 h 142267"/>
                  <a:gd name="connsiteX3" fmla="*/ 1361 w 595706"/>
                  <a:gd name="connsiteY3" fmla="*/ 142267 h 142267"/>
                  <a:gd name="connsiteX4" fmla="*/ 0 w 595706"/>
                  <a:gd name="connsiteY4" fmla="*/ 25030 h 142267"/>
                  <a:gd name="connsiteX0" fmla="*/ 0 w 595706"/>
                  <a:gd name="connsiteY0" fmla="*/ 22091 h 139328"/>
                  <a:gd name="connsiteX1" fmla="*/ 595706 w 595706"/>
                  <a:gd name="connsiteY1" fmla="*/ 715 h 139328"/>
                  <a:gd name="connsiteX2" fmla="*/ 595706 w 595706"/>
                  <a:gd name="connsiteY2" fmla="*/ 97146 h 139328"/>
                  <a:gd name="connsiteX3" fmla="*/ 1361 w 595706"/>
                  <a:gd name="connsiteY3" fmla="*/ 139328 h 139328"/>
                  <a:gd name="connsiteX4" fmla="*/ 0 w 595706"/>
                  <a:gd name="connsiteY4" fmla="*/ 22091 h 139328"/>
                  <a:gd name="connsiteX0" fmla="*/ 0 w 595706"/>
                  <a:gd name="connsiteY0" fmla="*/ 23573 h 140810"/>
                  <a:gd name="connsiteX1" fmla="*/ 595706 w 595706"/>
                  <a:gd name="connsiteY1" fmla="*/ 2197 h 140810"/>
                  <a:gd name="connsiteX2" fmla="*/ 595706 w 595706"/>
                  <a:gd name="connsiteY2" fmla="*/ 98628 h 140810"/>
                  <a:gd name="connsiteX3" fmla="*/ 1361 w 595706"/>
                  <a:gd name="connsiteY3" fmla="*/ 140810 h 140810"/>
                  <a:gd name="connsiteX4" fmla="*/ 0 w 595706"/>
                  <a:gd name="connsiteY4" fmla="*/ 23573 h 140810"/>
                  <a:gd name="connsiteX0" fmla="*/ 0 w 595706"/>
                  <a:gd name="connsiteY0" fmla="*/ 21908 h 139145"/>
                  <a:gd name="connsiteX1" fmla="*/ 595706 w 595706"/>
                  <a:gd name="connsiteY1" fmla="*/ 532 h 139145"/>
                  <a:gd name="connsiteX2" fmla="*/ 595706 w 595706"/>
                  <a:gd name="connsiteY2" fmla="*/ 96963 h 139145"/>
                  <a:gd name="connsiteX3" fmla="*/ 1361 w 595706"/>
                  <a:gd name="connsiteY3" fmla="*/ 139145 h 139145"/>
                  <a:gd name="connsiteX4" fmla="*/ 0 w 595706"/>
                  <a:gd name="connsiteY4" fmla="*/ 21908 h 139145"/>
                  <a:gd name="connsiteX0" fmla="*/ 0 w 595706"/>
                  <a:gd name="connsiteY0" fmla="*/ 23863 h 141100"/>
                  <a:gd name="connsiteX1" fmla="*/ 595706 w 595706"/>
                  <a:gd name="connsiteY1" fmla="*/ 2487 h 141100"/>
                  <a:gd name="connsiteX2" fmla="*/ 595706 w 595706"/>
                  <a:gd name="connsiteY2" fmla="*/ 98918 h 141100"/>
                  <a:gd name="connsiteX3" fmla="*/ 1361 w 595706"/>
                  <a:gd name="connsiteY3" fmla="*/ 141100 h 141100"/>
                  <a:gd name="connsiteX4" fmla="*/ 0 w 595706"/>
                  <a:gd name="connsiteY4" fmla="*/ 23863 h 141100"/>
                  <a:gd name="connsiteX0" fmla="*/ 0 w 595706"/>
                  <a:gd name="connsiteY0" fmla="*/ 24472 h 141709"/>
                  <a:gd name="connsiteX1" fmla="*/ 595706 w 595706"/>
                  <a:gd name="connsiteY1" fmla="*/ 3096 h 141709"/>
                  <a:gd name="connsiteX2" fmla="*/ 595706 w 595706"/>
                  <a:gd name="connsiteY2" fmla="*/ 99527 h 141709"/>
                  <a:gd name="connsiteX3" fmla="*/ 1361 w 595706"/>
                  <a:gd name="connsiteY3" fmla="*/ 141709 h 141709"/>
                  <a:gd name="connsiteX4" fmla="*/ 0 w 595706"/>
                  <a:gd name="connsiteY4" fmla="*/ 24472 h 141709"/>
                  <a:gd name="connsiteX0" fmla="*/ 0 w 595706"/>
                  <a:gd name="connsiteY0" fmla="*/ 24267 h 141504"/>
                  <a:gd name="connsiteX1" fmla="*/ 595706 w 595706"/>
                  <a:gd name="connsiteY1" fmla="*/ 2891 h 141504"/>
                  <a:gd name="connsiteX2" fmla="*/ 595706 w 595706"/>
                  <a:gd name="connsiteY2" fmla="*/ 99322 h 141504"/>
                  <a:gd name="connsiteX3" fmla="*/ 1361 w 595706"/>
                  <a:gd name="connsiteY3" fmla="*/ 141504 h 141504"/>
                  <a:gd name="connsiteX4" fmla="*/ 0 w 595706"/>
                  <a:gd name="connsiteY4" fmla="*/ 24267 h 141504"/>
                  <a:gd name="connsiteX0" fmla="*/ 0 w 595706"/>
                  <a:gd name="connsiteY0" fmla="*/ 24472 h 141709"/>
                  <a:gd name="connsiteX1" fmla="*/ 595706 w 595706"/>
                  <a:gd name="connsiteY1" fmla="*/ 3096 h 141709"/>
                  <a:gd name="connsiteX2" fmla="*/ 595706 w 595706"/>
                  <a:gd name="connsiteY2" fmla="*/ 99527 h 141709"/>
                  <a:gd name="connsiteX3" fmla="*/ 1361 w 595706"/>
                  <a:gd name="connsiteY3" fmla="*/ 141709 h 141709"/>
                  <a:gd name="connsiteX4" fmla="*/ 0 w 595706"/>
                  <a:gd name="connsiteY4" fmla="*/ 24472 h 141709"/>
                  <a:gd name="connsiteX0" fmla="*/ 0 w 595706"/>
                  <a:gd name="connsiteY0" fmla="*/ 24472 h 141709"/>
                  <a:gd name="connsiteX1" fmla="*/ 594353 w 595706"/>
                  <a:gd name="connsiteY1" fmla="*/ 3096 h 141709"/>
                  <a:gd name="connsiteX2" fmla="*/ 595706 w 595706"/>
                  <a:gd name="connsiteY2" fmla="*/ 99527 h 141709"/>
                  <a:gd name="connsiteX3" fmla="*/ 1361 w 595706"/>
                  <a:gd name="connsiteY3" fmla="*/ 141709 h 141709"/>
                  <a:gd name="connsiteX4" fmla="*/ 0 w 595706"/>
                  <a:gd name="connsiteY4" fmla="*/ 24472 h 141709"/>
                  <a:gd name="connsiteX0" fmla="*/ 124 w 595830"/>
                  <a:gd name="connsiteY0" fmla="*/ 24472 h 141709"/>
                  <a:gd name="connsiteX1" fmla="*/ 594477 w 595830"/>
                  <a:gd name="connsiteY1" fmla="*/ 3096 h 141709"/>
                  <a:gd name="connsiteX2" fmla="*/ 595830 w 595830"/>
                  <a:gd name="connsiteY2" fmla="*/ 99527 h 141709"/>
                  <a:gd name="connsiteX3" fmla="*/ 131 w 595830"/>
                  <a:gd name="connsiteY3" fmla="*/ 141709 h 141709"/>
                  <a:gd name="connsiteX4" fmla="*/ 124 w 595830"/>
                  <a:gd name="connsiteY4" fmla="*/ 24472 h 141709"/>
                  <a:gd name="connsiteX0" fmla="*/ 124 w 597179"/>
                  <a:gd name="connsiteY0" fmla="*/ 25207 h 142444"/>
                  <a:gd name="connsiteX1" fmla="*/ 597179 w 597179"/>
                  <a:gd name="connsiteY1" fmla="*/ 481 h 142444"/>
                  <a:gd name="connsiteX2" fmla="*/ 595830 w 597179"/>
                  <a:gd name="connsiteY2" fmla="*/ 100262 h 142444"/>
                  <a:gd name="connsiteX3" fmla="*/ 131 w 597179"/>
                  <a:gd name="connsiteY3" fmla="*/ 142444 h 142444"/>
                  <a:gd name="connsiteX4" fmla="*/ 124 w 597179"/>
                  <a:gd name="connsiteY4" fmla="*/ 25207 h 142444"/>
                  <a:gd name="connsiteX0" fmla="*/ 124 w 595889"/>
                  <a:gd name="connsiteY0" fmla="*/ 25842 h 143079"/>
                  <a:gd name="connsiteX1" fmla="*/ 594477 w 595889"/>
                  <a:gd name="connsiteY1" fmla="*/ 0 h 143079"/>
                  <a:gd name="connsiteX2" fmla="*/ 595830 w 595889"/>
                  <a:gd name="connsiteY2" fmla="*/ 100897 h 143079"/>
                  <a:gd name="connsiteX3" fmla="*/ 131 w 595889"/>
                  <a:gd name="connsiteY3" fmla="*/ 143079 h 143079"/>
                  <a:gd name="connsiteX4" fmla="*/ 124 w 595889"/>
                  <a:gd name="connsiteY4" fmla="*/ 25842 h 143079"/>
                  <a:gd name="connsiteX0" fmla="*/ 124 w 595889"/>
                  <a:gd name="connsiteY0" fmla="*/ 24713 h 141950"/>
                  <a:gd name="connsiteX1" fmla="*/ 594477 w 595889"/>
                  <a:gd name="connsiteY1" fmla="*/ 2221 h 141950"/>
                  <a:gd name="connsiteX2" fmla="*/ 595830 w 595889"/>
                  <a:gd name="connsiteY2" fmla="*/ 99768 h 141950"/>
                  <a:gd name="connsiteX3" fmla="*/ 131 w 595889"/>
                  <a:gd name="connsiteY3" fmla="*/ 141950 h 141950"/>
                  <a:gd name="connsiteX4" fmla="*/ 124 w 595889"/>
                  <a:gd name="connsiteY4" fmla="*/ 24713 h 141950"/>
                  <a:gd name="connsiteX0" fmla="*/ 124 w 595959"/>
                  <a:gd name="connsiteY0" fmla="*/ 24713 h 141950"/>
                  <a:gd name="connsiteX1" fmla="*/ 595828 w 595959"/>
                  <a:gd name="connsiteY1" fmla="*/ 2221 h 141950"/>
                  <a:gd name="connsiteX2" fmla="*/ 595830 w 595959"/>
                  <a:gd name="connsiteY2" fmla="*/ 99768 h 141950"/>
                  <a:gd name="connsiteX3" fmla="*/ 131 w 595959"/>
                  <a:gd name="connsiteY3" fmla="*/ 141950 h 141950"/>
                  <a:gd name="connsiteX4" fmla="*/ 124 w 595959"/>
                  <a:gd name="connsiteY4" fmla="*/ 24713 h 141950"/>
                  <a:gd name="connsiteX0" fmla="*/ 124 w 595959"/>
                  <a:gd name="connsiteY0" fmla="*/ 24925 h 142162"/>
                  <a:gd name="connsiteX1" fmla="*/ 595828 w 595959"/>
                  <a:gd name="connsiteY1" fmla="*/ 2433 h 142162"/>
                  <a:gd name="connsiteX2" fmla="*/ 595830 w 595959"/>
                  <a:gd name="connsiteY2" fmla="*/ 99980 h 142162"/>
                  <a:gd name="connsiteX3" fmla="*/ 131 w 595959"/>
                  <a:gd name="connsiteY3" fmla="*/ 142162 h 142162"/>
                  <a:gd name="connsiteX4" fmla="*/ 124 w 595959"/>
                  <a:gd name="connsiteY4" fmla="*/ 24925 h 142162"/>
                  <a:gd name="connsiteX0" fmla="*/ 124 w 595959"/>
                  <a:gd name="connsiteY0" fmla="*/ 22492 h 139729"/>
                  <a:gd name="connsiteX1" fmla="*/ 595828 w 595959"/>
                  <a:gd name="connsiteY1" fmla="*/ 0 h 139729"/>
                  <a:gd name="connsiteX2" fmla="*/ 595830 w 595959"/>
                  <a:gd name="connsiteY2" fmla="*/ 97547 h 139729"/>
                  <a:gd name="connsiteX3" fmla="*/ 131 w 595959"/>
                  <a:gd name="connsiteY3" fmla="*/ 139729 h 139729"/>
                  <a:gd name="connsiteX4" fmla="*/ 124 w 595959"/>
                  <a:gd name="connsiteY4" fmla="*/ 22492 h 139729"/>
                  <a:gd name="connsiteX0" fmla="*/ 124 w 595959"/>
                  <a:gd name="connsiteY0" fmla="*/ 25585 h 142822"/>
                  <a:gd name="connsiteX1" fmla="*/ 595828 w 595959"/>
                  <a:gd name="connsiteY1" fmla="*/ 3093 h 142822"/>
                  <a:gd name="connsiteX2" fmla="*/ 595830 w 595959"/>
                  <a:gd name="connsiteY2" fmla="*/ 100640 h 142822"/>
                  <a:gd name="connsiteX3" fmla="*/ 131 w 595959"/>
                  <a:gd name="connsiteY3" fmla="*/ 142822 h 142822"/>
                  <a:gd name="connsiteX4" fmla="*/ 124 w 595959"/>
                  <a:gd name="connsiteY4" fmla="*/ 25585 h 142822"/>
                  <a:gd name="connsiteX0" fmla="*/ 124 w 595959"/>
                  <a:gd name="connsiteY0" fmla="*/ 25585 h 142822"/>
                  <a:gd name="connsiteX1" fmla="*/ 595828 w 595959"/>
                  <a:gd name="connsiteY1" fmla="*/ 3093 h 142822"/>
                  <a:gd name="connsiteX2" fmla="*/ 595830 w 595959"/>
                  <a:gd name="connsiteY2" fmla="*/ 100640 h 142822"/>
                  <a:gd name="connsiteX3" fmla="*/ 131 w 595959"/>
                  <a:gd name="connsiteY3" fmla="*/ 142822 h 142822"/>
                  <a:gd name="connsiteX4" fmla="*/ 124 w 595959"/>
                  <a:gd name="connsiteY4" fmla="*/ 25585 h 142822"/>
                  <a:gd name="connsiteX0" fmla="*/ 124 w 595959"/>
                  <a:gd name="connsiteY0" fmla="*/ 26512 h 143749"/>
                  <a:gd name="connsiteX1" fmla="*/ 595828 w 595959"/>
                  <a:gd name="connsiteY1" fmla="*/ 4020 h 143749"/>
                  <a:gd name="connsiteX2" fmla="*/ 595830 w 595959"/>
                  <a:gd name="connsiteY2" fmla="*/ 101567 h 143749"/>
                  <a:gd name="connsiteX3" fmla="*/ 131 w 595959"/>
                  <a:gd name="connsiteY3" fmla="*/ 143749 h 143749"/>
                  <a:gd name="connsiteX4" fmla="*/ 124 w 595959"/>
                  <a:gd name="connsiteY4" fmla="*/ 26512 h 143749"/>
                  <a:gd name="connsiteX0" fmla="*/ 124 w 595959"/>
                  <a:gd name="connsiteY0" fmla="*/ 26512 h 143749"/>
                  <a:gd name="connsiteX1" fmla="*/ 595828 w 595959"/>
                  <a:gd name="connsiteY1" fmla="*/ 4020 h 143749"/>
                  <a:gd name="connsiteX2" fmla="*/ 595830 w 595959"/>
                  <a:gd name="connsiteY2" fmla="*/ 101567 h 143749"/>
                  <a:gd name="connsiteX3" fmla="*/ 131 w 595959"/>
                  <a:gd name="connsiteY3" fmla="*/ 143749 h 143749"/>
                  <a:gd name="connsiteX4" fmla="*/ 124 w 595959"/>
                  <a:gd name="connsiteY4" fmla="*/ 26512 h 143749"/>
                  <a:gd name="connsiteX0" fmla="*/ 124 w 595959"/>
                  <a:gd name="connsiteY0" fmla="*/ 28496 h 145733"/>
                  <a:gd name="connsiteX1" fmla="*/ 595828 w 595959"/>
                  <a:gd name="connsiteY1" fmla="*/ 6004 h 145733"/>
                  <a:gd name="connsiteX2" fmla="*/ 595830 w 595959"/>
                  <a:gd name="connsiteY2" fmla="*/ 103551 h 145733"/>
                  <a:gd name="connsiteX3" fmla="*/ 131 w 595959"/>
                  <a:gd name="connsiteY3" fmla="*/ 145733 h 145733"/>
                  <a:gd name="connsiteX4" fmla="*/ 124 w 595959"/>
                  <a:gd name="connsiteY4" fmla="*/ 28496 h 14573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856"/>
                  <a:gd name="connsiteY0" fmla="*/ 41841 h 159078"/>
                  <a:gd name="connsiteX1" fmla="*/ 591261 w 595856"/>
                  <a:gd name="connsiteY1" fmla="*/ 0 h 159078"/>
                  <a:gd name="connsiteX2" fmla="*/ 595830 w 595856"/>
                  <a:gd name="connsiteY2" fmla="*/ 116896 h 159078"/>
                  <a:gd name="connsiteX3" fmla="*/ 131 w 595856"/>
                  <a:gd name="connsiteY3" fmla="*/ 159078 h 159078"/>
                  <a:gd name="connsiteX4" fmla="*/ 124 w 595856"/>
                  <a:gd name="connsiteY4" fmla="*/ 41841 h 159078"/>
                  <a:gd name="connsiteX0" fmla="*/ 124 w 595959"/>
                  <a:gd name="connsiteY0" fmla="*/ 41841 h 159078"/>
                  <a:gd name="connsiteX1" fmla="*/ 595828 w 595959"/>
                  <a:gd name="connsiteY1" fmla="*/ 0 h 159078"/>
                  <a:gd name="connsiteX2" fmla="*/ 595830 w 595959"/>
                  <a:gd name="connsiteY2" fmla="*/ 116896 h 159078"/>
                  <a:gd name="connsiteX3" fmla="*/ 131 w 595959"/>
                  <a:gd name="connsiteY3" fmla="*/ 159078 h 159078"/>
                  <a:gd name="connsiteX4" fmla="*/ 124 w 595959"/>
                  <a:gd name="connsiteY4" fmla="*/ 41841 h 159078"/>
                  <a:gd name="connsiteX0" fmla="*/ 124 w 597349"/>
                  <a:gd name="connsiteY0" fmla="*/ 42378 h 159615"/>
                  <a:gd name="connsiteX1" fmla="*/ 597349 w 597349"/>
                  <a:gd name="connsiteY1" fmla="*/ 0 h 159615"/>
                  <a:gd name="connsiteX2" fmla="*/ 595830 w 597349"/>
                  <a:gd name="connsiteY2" fmla="*/ 117433 h 159615"/>
                  <a:gd name="connsiteX3" fmla="*/ 131 w 597349"/>
                  <a:gd name="connsiteY3" fmla="*/ 159615 h 159615"/>
                  <a:gd name="connsiteX4" fmla="*/ 124 w 597349"/>
                  <a:gd name="connsiteY4" fmla="*/ 42378 h 159615"/>
                  <a:gd name="connsiteX0" fmla="*/ 124 w 600443"/>
                  <a:gd name="connsiteY0" fmla="*/ 42378 h 159615"/>
                  <a:gd name="connsiteX1" fmla="*/ 597349 w 600443"/>
                  <a:gd name="connsiteY1" fmla="*/ 0 h 159615"/>
                  <a:gd name="connsiteX2" fmla="*/ 600408 w 600443"/>
                  <a:gd name="connsiteY2" fmla="*/ 117433 h 159615"/>
                  <a:gd name="connsiteX3" fmla="*/ 131 w 600443"/>
                  <a:gd name="connsiteY3" fmla="*/ 159615 h 159615"/>
                  <a:gd name="connsiteX4" fmla="*/ 124 w 600443"/>
                  <a:gd name="connsiteY4" fmla="*/ 42378 h 159615"/>
                  <a:gd name="connsiteX0" fmla="*/ 124 w 600537"/>
                  <a:gd name="connsiteY0" fmla="*/ 42378 h 159615"/>
                  <a:gd name="connsiteX1" fmla="*/ 600401 w 600537"/>
                  <a:gd name="connsiteY1" fmla="*/ 0 h 159615"/>
                  <a:gd name="connsiteX2" fmla="*/ 600408 w 600537"/>
                  <a:gd name="connsiteY2" fmla="*/ 117433 h 159615"/>
                  <a:gd name="connsiteX3" fmla="*/ 131 w 600537"/>
                  <a:gd name="connsiteY3" fmla="*/ 159615 h 159615"/>
                  <a:gd name="connsiteX4" fmla="*/ 124 w 600537"/>
                  <a:gd name="connsiteY4" fmla="*/ 42378 h 1596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00537" h="159615">
                    <a:moveTo>
                      <a:pt x="124" y="42378"/>
                    </a:moveTo>
                    <a:cubicBezTo>
                      <a:pt x="296414" y="-50243"/>
                      <a:pt x="418111" y="75773"/>
                      <a:pt x="600401" y="0"/>
                    </a:cubicBezTo>
                    <a:cubicBezTo>
                      <a:pt x="599951" y="33260"/>
                      <a:pt x="600858" y="84173"/>
                      <a:pt x="600408" y="117433"/>
                    </a:cubicBezTo>
                    <a:cubicBezTo>
                      <a:pt x="395490" y="192726"/>
                      <a:pt x="285331" y="62551"/>
                      <a:pt x="131" y="159615"/>
                    </a:cubicBezTo>
                    <a:cubicBezTo>
                      <a:pt x="-323" y="114566"/>
                      <a:pt x="578" y="87427"/>
                      <a:pt x="124" y="42378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</a:schemeClr>
              </a:solidFill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38" name="矩形 1174">
                <a:extLst>
                  <a:ext uri="{FF2B5EF4-FFF2-40B4-BE49-F238E27FC236}">
                    <a16:creationId xmlns:a16="http://schemas.microsoft.com/office/drawing/2014/main" id="{74CB673C-C0D4-7EDF-FB01-710931A7A813}"/>
                  </a:ext>
                </a:extLst>
              </p:cNvPr>
              <p:cNvSpPr/>
              <p:nvPr/>
            </p:nvSpPr>
            <p:spPr>
              <a:xfrm rot="10800000">
                <a:off x="5041542" y="6890402"/>
                <a:ext cx="618706" cy="226680"/>
              </a:xfrm>
              <a:custGeom>
                <a:avLst/>
                <a:gdLst>
                  <a:gd name="connsiteX0" fmla="*/ 0 w 595706"/>
                  <a:gd name="connsiteY0" fmla="*/ 0 h 92965"/>
                  <a:gd name="connsiteX1" fmla="*/ 595706 w 595706"/>
                  <a:gd name="connsiteY1" fmla="*/ 0 h 92965"/>
                  <a:gd name="connsiteX2" fmla="*/ 595706 w 595706"/>
                  <a:gd name="connsiteY2" fmla="*/ 92965 h 92965"/>
                  <a:gd name="connsiteX3" fmla="*/ 0 w 595706"/>
                  <a:gd name="connsiteY3" fmla="*/ 92965 h 92965"/>
                  <a:gd name="connsiteX4" fmla="*/ 0 w 595706"/>
                  <a:gd name="connsiteY4" fmla="*/ 0 h 92965"/>
                  <a:gd name="connsiteX0" fmla="*/ 0 w 595706"/>
                  <a:gd name="connsiteY0" fmla="*/ 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0 h 135147"/>
                  <a:gd name="connsiteX0" fmla="*/ 0 w 595706"/>
                  <a:gd name="connsiteY0" fmla="*/ 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0 h 135147"/>
                  <a:gd name="connsiteX0" fmla="*/ 0 w 595706"/>
                  <a:gd name="connsiteY0" fmla="*/ 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0 h 135147"/>
                  <a:gd name="connsiteX0" fmla="*/ 0 w 595706"/>
                  <a:gd name="connsiteY0" fmla="*/ 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0 h 135147"/>
                  <a:gd name="connsiteX0" fmla="*/ 1422 w 594406"/>
                  <a:gd name="connsiteY0" fmla="*/ 21376 h 135147"/>
                  <a:gd name="connsiteX1" fmla="*/ 594406 w 594406"/>
                  <a:gd name="connsiteY1" fmla="*/ 0 h 135147"/>
                  <a:gd name="connsiteX2" fmla="*/ 594406 w 594406"/>
                  <a:gd name="connsiteY2" fmla="*/ 92965 h 135147"/>
                  <a:gd name="connsiteX3" fmla="*/ 61 w 594406"/>
                  <a:gd name="connsiteY3" fmla="*/ 135147 h 135147"/>
                  <a:gd name="connsiteX4" fmla="*/ 1422 w 594406"/>
                  <a:gd name="connsiteY4" fmla="*/ 21376 h 135147"/>
                  <a:gd name="connsiteX0" fmla="*/ 1422 w 594406"/>
                  <a:gd name="connsiteY0" fmla="*/ 15599 h 135147"/>
                  <a:gd name="connsiteX1" fmla="*/ 594406 w 594406"/>
                  <a:gd name="connsiteY1" fmla="*/ 0 h 135147"/>
                  <a:gd name="connsiteX2" fmla="*/ 594406 w 594406"/>
                  <a:gd name="connsiteY2" fmla="*/ 92965 h 135147"/>
                  <a:gd name="connsiteX3" fmla="*/ 61 w 594406"/>
                  <a:gd name="connsiteY3" fmla="*/ 135147 h 135147"/>
                  <a:gd name="connsiteX4" fmla="*/ 1422 w 594406"/>
                  <a:gd name="connsiteY4" fmla="*/ 15599 h 135147"/>
                  <a:gd name="connsiteX0" fmla="*/ 131 w 594476"/>
                  <a:gd name="connsiteY0" fmla="*/ 4622 h 135147"/>
                  <a:gd name="connsiteX1" fmla="*/ 594476 w 594476"/>
                  <a:gd name="connsiteY1" fmla="*/ 0 h 135147"/>
                  <a:gd name="connsiteX2" fmla="*/ 594476 w 594476"/>
                  <a:gd name="connsiteY2" fmla="*/ 92965 h 135147"/>
                  <a:gd name="connsiteX3" fmla="*/ 131 w 594476"/>
                  <a:gd name="connsiteY3" fmla="*/ 135147 h 135147"/>
                  <a:gd name="connsiteX4" fmla="*/ 131 w 594476"/>
                  <a:gd name="connsiteY4" fmla="*/ 4622 h 135147"/>
                  <a:gd name="connsiteX0" fmla="*/ 0 w 595706"/>
                  <a:gd name="connsiteY0" fmla="*/ 1791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17910 h 135147"/>
                  <a:gd name="connsiteX0" fmla="*/ 0 w 595706"/>
                  <a:gd name="connsiteY0" fmla="*/ 1791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17910 h 135147"/>
                  <a:gd name="connsiteX0" fmla="*/ 0 w 595706"/>
                  <a:gd name="connsiteY0" fmla="*/ 1791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17910 h 135147"/>
                  <a:gd name="connsiteX0" fmla="*/ 0 w 595706"/>
                  <a:gd name="connsiteY0" fmla="*/ 1791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17910 h 135147"/>
                  <a:gd name="connsiteX0" fmla="*/ 0 w 595706"/>
                  <a:gd name="connsiteY0" fmla="*/ 22423 h 139660"/>
                  <a:gd name="connsiteX1" fmla="*/ 595706 w 595706"/>
                  <a:gd name="connsiteY1" fmla="*/ 4513 h 139660"/>
                  <a:gd name="connsiteX2" fmla="*/ 595706 w 595706"/>
                  <a:gd name="connsiteY2" fmla="*/ 97478 h 139660"/>
                  <a:gd name="connsiteX3" fmla="*/ 1361 w 595706"/>
                  <a:gd name="connsiteY3" fmla="*/ 139660 h 139660"/>
                  <a:gd name="connsiteX4" fmla="*/ 0 w 595706"/>
                  <a:gd name="connsiteY4" fmla="*/ 22423 h 139660"/>
                  <a:gd name="connsiteX0" fmla="*/ 0 w 595706"/>
                  <a:gd name="connsiteY0" fmla="*/ 26413 h 143650"/>
                  <a:gd name="connsiteX1" fmla="*/ 595706 w 595706"/>
                  <a:gd name="connsiteY1" fmla="*/ 8503 h 143650"/>
                  <a:gd name="connsiteX2" fmla="*/ 595706 w 595706"/>
                  <a:gd name="connsiteY2" fmla="*/ 101468 h 143650"/>
                  <a:gd name="connsiteX3" fmla="*/ 1361 w 595706"/>
                  <a:gd name="connsiteY3" fmla="*/ 143650 h 143650"/>
                  <a:gd name="connsiteX4" fmla="*/ 0 w 595706"/>
                  <a:gd name="connsiteY4" fmla="*/ 26413 h 143650"/>
                  <a:gd name="connsiteX0" fmla="*/ 0 w 595706"/>
                  <a:gd name="connsiteY0" fmla="*/ 21286 h 138523"/>
                  <a:gd name="connsiteX1" fmla="*/ 595706 w 595706"/>
                  <a:gd name="connsiteY1" fmla="*/ 3376 h 138523"/>
                  <a:gd name="connsiteX2" fmla="*/ 595706 w 595706"/>
                  <a:gd name="connsiteY2" fmla="*/ 96341 h 138523"/>
                  <a:gd name="connsiteX3" fmla="*/ 1361 w 595706"/>
                  <a:gd name="connsiteY3" fmla="*/ 138523 h 138523"/>
                  <a:gd name="connsiteX4" fmla="*/ 0 w 595706"/>
                  <a:gd name="connsiteY4" fmla="*/ 21286 h 138523"/>
                  <a:gd name="connsiteX0" fmla="*/ 0 w 595706"/>
                  <a:gd name="connsiteY0" fmla="*/ 22534 h 139771"/>
                  <a:gd name="connsiteX1" fmla="*/ 595706 w 595706"/>
                  <a:gd name="connsiteY1" fmla="*/ 4624 h 139771"/>
                  <a:gd name="connsiteX2" fmla="*/ 595706 w 595706"/>
                  <a:gd name="connsiteY2" fmla="*/ 97589 h 139771"/>
                  <a:gd name="connsiteX3" fmla="*/ 1361 w 595706"/>
                  <a:gd name="connsiteY3" fmla="*/ 139771 h 139771"/>
                  <a:gd name="connsiteX4" fmla="*/ 0 w 595706"/>
                  <a:gd name="connsiteY4" fmla="*/ 22534 h 139771"/>
                  <a:gd name="connsiteX0" fmla="*/ 0 w 595706"/>
                  <a:gd name="connsiteY0" fmla="*/ 23494 h 140731"/>
                  <a:gd name="connsiteX1" fmla="*/ 595706 w 595706"/>
                  <a:gd name="connsiteY1" fmla="*/ 2118 h 140731"/>
                  <a:gd name="connsiteX2" fmla="*/ 595706 w 595706"/>
                  <a:gd name="connsiteY2" fmla="*/ 98549 h 140731"/>
                  <a:gd name="connsiteX3" fmla="*/ 1361 w 595706"/>
                  <a:gd name="connsiteY3" fmla="*/ 140731 h 140731"/>
                  <a:gd name="connsiteX4" fmla="*/ 0 w 595706"/>
                  <a:gd name="connsiteY4" fmla="*/ 23494 h 140731"/>
                  <a:gd name="connsiteX0" fmla="*/ 0 w 595706"/>
                  <a:gd name="connsiteY0" fmla="*/ 23494 h 140731"/>
                  <a:gd name="connsiteX1" fmla="*/ 595706 w 595706"/>
                  <a:gd name="connsiteY1" fmla="*/ 2118 h 140731"/>
                  <a:gd name="connsiteX2" fmla="*/ 595706 w 595706"/>
                  <a:gd name="connsiteY2" fmla="*/ 98549 h 140731"/>
                  <a:gd name="connsiteX3" fmla="*/ 1361 w 595706"/>
                  <a:gd name="connsiteY3" fmla="*/ 140731 h 140731"/>
                  <a:gd name="connsiteX4" fmla="*/ 0 w 595706"/>
                  <a:gd name="connsiteY4" fmla="*/ 23494 h 140731"/>
                  <a:gd name="connsiteX0" fmla="*/ 0 w 595706"/>
                  <a:gd name="connsiteY0" fmla="*/ 25030 h 142267"/>
                  <a:gd name="connsiteX1" fmla="*/ 595706 w 595706"/>
                  <a:gd name="connsiteY1" fmla="*/ 3654 h 142267"/>
                  <a:gd name="connsiteX2" fmla="*/ 595706 w 595706"/>
                  <a:gd name="connsiteY2" fmla="*/ 100085 h 142267"/>
                  <a:gd name="connsiteX3" fmla="*/ 1361 w 595706"/>
                  <a:gd name="connsiteY3" fmla="*/ 142267 h 142267"/>
                  <a:gd name="connsiteX4" fmla="*/ 0 w 595706"/>
                  <a:gd name="connsiteY4" fmla="*/ 25030 h 142267"/>
                  <a:gd name="connsiteX0" fmla="*/ 0 w 595706"/>
                  <a:gd name="connsiteY0" fmla="*/ 22091 h 139328"/>
                  <a:gd name="connsiteX1" fmla="*/ 595706 w 595706"/>
                  <a:gd name="connsiteY1" fmla="*/ 715 h 139328"/>
                  <a:gd name="connsiteX2" fmla="*/ 595706 w 595706"/>
                  <a:gd name="connsiteY2" fmla="*/ 97146 h 139328"/>
                  <a:gd name="connsiteX3" fmla="*/ 1361 w 595706"/>
                  <a:gd name="connsiteY3" fmla="*/ 139328 h 139328"/>
                  <a:gd name="connsiteX4" fmla="*/ 0 w 595706"/>
                  <a:gd name="connsiteY4" fmla="*/ 22091 h 139328"/>
                  <a:gd name="connsiteX0" fmla="*/ 0 w 595706"/>
                  <a:gd name="connsiteY0" fmla="*/ 23573 h 140810"/>
                  <a:gd name="connsiteX1" fmla="*/ 595706 w 595706"/>
                  <a:gd name="connsiteY1" fmla="*/ 2197 h 140810"/>
                  <a:gd name="connsiteX2" fmla="*/ 595706 w 595706"/>
                  <a:gd name="connsiteY2" fmla="*/ 98628 h 140810"/>
                  <a:gd name="connsiteX3" fmla="*/ 1361 w 595706"/>
                  <a:gd name="connsiteY3" fmla="*/ 140810 h 140810"/>
                  <a:gd name="connsiteX4" fmla="*/ 0 w 595706"/>
                  <a:gd name="connsiteY4" fmla="*/ 23573 h 140810"/>
                  <a:gd name="connsiteX0" fmla="*/ 0 w 595706"/>
                  <a:gd name="connsiteY0" fmla="*/ 21908 h 139145"/>
                  <a:gd name="connsiteX1" fmla="*/ 595706 w 595706"/>
                  <a:gd name="connsiteY1" fmla="*/ 532 h 139145"/>
                  <a:gd name="connsiteX2" fmla="*/ 595706 w 595706"/>
                  <a:gd name="connsiteY2" fmla="*/ 96963 h 139145"/>
                  <a:gd name="connsiteX3" fmla="*/ 1361 w 595706"/>
                  <a:gd name="connsiteY3" fmla="*/ 139145 h 139145"/>
                  <a:gd name="connsiteX4" fmla="*/ 0 w 595706"/>
                  <a:gd name="connsiteY4" fmla="*/ 21908 h 139145"/>
                  <a:gd name="connsiteX0" fmla="*/ 0 w 595706"/>
                  <a:gd name="connsiteY0" fmla="*/ 23863 h 141100"/>
                  <a:gd name="connsiteX1" fmla="*/ 595706 w 595706"/>
                  <a:gd name="connsiteY1" fmla="*/ 2487 h 141100"/>
                  <a:gd name="connsiteX2" fmla="*/ 595706 w 595706"/>
                  <a:gd name="connsiteY2" fmla="*/ 98918 h 141100"/>
                  <a:gd name="connsiteX3" fmla="*/ 1361 w 595706"/>
                  <a:gd name="connsiteY3" fmla="*/ 141100 h 141100"/>
                  <a:gd name="connsiteX4" fmla="*/ 0 w 595706"/>
                  <a:gd name="connsiteY4" fmla="*/ 23863 h 141100"/>
                  <a:gd name="connsiteX0" fmla="*/ 0 w 595706"/>
                  <a:gd name="connsiteY0" fmla="*/ 24472 h 141709"/>
                  <a:gd name="connsiteX1" fmla="*/ 595706 w 595706"/>
                  <a:gd name="connsiteY1" fmla="*/ 3096 h 141709"/>
                  <a:gd name="connsiteX2" fmla="*/ 595706 w 595706"/>
                  <a:gd name="connsiteY2" fmla="*/ 99527 h 141709"/>
                  <a:gd name="connsiteX3" fmla="*/ 1361 w 595706"/>
                  <a:gd name="connsiteY3" fmla="*/ 141709 h 141709"/>
                  <a:gd name="connsiteX4" fmla="*/ 0 w 595706"/>
                  <a:gd name="connsiteY4" fmla="*/ 24472 h 141709"/>
                  <a:gd name="connsiteX0" fmla="*/ 0 w 595706"/>
                  <a:gd name="connsiteY0" fmla="*/ 24267 h 141504"/>
                  <a:gd name="connsiteX1" fmla="*/ 595706 w 595706"/>
                  <a:gd name="connsiteY1" fmla="*/ 2891 h 141504"/>
                  <a:gd name="connsiteX2" fmla="*/ 595706 w 595706"/>
                  <a:gd name="connsiteY2" fmla="*/ 99322 h 141504"/>
                  <a:gd name="connsiteX3" fmla="*/ 1361 w 595706"/>
                  <a:gd name="connsiteY3" fmla="*/ 141504 h 141504"/>
                  <a:gd name="connsiteX4" fmla="*/ 0 w 595706"/>
                  <a:gd name="connsiteY4" fmla="*/ 24267 h 141504"/>
                  <a:gd name="connsiteX0" fmla="*/ 0 w 595706"/>
                  <a:gd name="connsiteY0" fmla="*/ 24472 h 141709"/>
                  <a:gd name="connsiteX1" fmla="*/ 595706 w 595706"/>
                  <a:gd name="connsiteY1" fmla="*/ 3096 h 141709"/>
                  <a:gd name="connsiteX2" fmla="*/ 595706 w 595706"/>
                  <a:gd name="connsiteY2" fmla="*/ 99527 h 141709"/>
                  <a:gd name="connsiteX3" fmla="*/ 1361 w 595706"/>
                  <a:gd name="connsiteY3" fmla="*/ 141709 h 141709"/>
                  <a:gd name="connsiteX4" fmla="*/ 0 w 595706"/>
                  <a:gd name="connsiteY4" fmla="*/ 24472 h 141709"/>
                  <a:gd name="connsiteX0" fmla="*/ 0 w 595706"/>
                  <a:gd name="connsiteY0" fmla="*/ 24472 h 141709"/>
                  <a:gd name="connsiteX1" fmla="*/ 594353 w 595706"/>
                  <a:gd name="connsiteY1" fmla="*/ 3096 h 141709"/>
                  <a:gd name="connsiteX2" fmla="*/ 595706 w 595706"/>
                  <a:gd name="connsiteY2" fmla="*/ 99527 h 141709"/>
                  <a:gd name="connsiteX3" fmla="*/ 1361 w 595706"/>
                  <a:gd name="connsiteY3" fmla="*/ 141709 h 141709"/>
                  <a:gd name="connsiteX4" fmla="*/ 0 w 595706"/>
                  <a:gd name="connsiteY4" fmla="*/ 24472 h 141709"/>
                  <a:gd name="connsiteX0" fmla="*/ 124 w 595830"/>
                  <a:gd name="connsiteY0" fmla="*/ 24472 h 141709"/>
                  <a:gd name="connsiteX1" fmla="*/ 594477 w 595830"/>
                  <a:gd name="connsiteY1" fmla="*/ 3096 h 141709"/>
                  <a:gd name="connsiteX2" fmla="*/ 595830 w 595830"/>
                  <a:gd name="connsiteY2" fmla="*/ 99527 h 141709"/>
                  <a:gd name="connsiteX3" fmla="*/ 131 w 595830"/>
                  <a:gd name="connsiteY3" fmla="*/ 141709 h 141709"/>
                  <a:gd name="connsiteX4" fmla="*/ 124 w 595830"/>
                  <a:gd name="connsiteY4" fmla="*/ 24472 h 141709"/>
                  <a:gd name="connsiteX0" fmla="*/ 124 w 597179"/>
                  <a:gd name="connsiteY0" fmla="*/ 25207 h 142444"/>
                  <a:gd name="connsiteX1" fmla="*/ 597179 w 597179"/>
                  <a:gd name="connsiteY1" fmla="*/ 481 h 142444"/>
                  <a:gd name="connsiteX2" fmla="*/ 595830 w 597179"/>
                  <a:gd name="connsiteY2" fmla="*/ 100262 h 142444"/>
                  <a:gd name="connsiteX3" fmla="*/ 131 w 597179"/>
                  <a:gd name="connsiteY3" fmla="*/ 142444 h 142444"/>
                  <a:gd name="connsiteX4" fmla="*/ 124 w 597179"/>
                  <a:gd name="connsiteY4" fmla="*/ 25207 h 142444"/>
                  <a:gd name="connsiteX0" fmla="*/ 124 w 595889"/>
                  <a:gd name="connsiteY0" fmla="*/ 25842 h 143079"/>
                  <a:gd name="connsiteX1" fmla="*/ 594477 w 595889"/>
                  <a:gd name="connsiteY1" fmla="*/ 0 h 143079"/>
                  <a:gd name="connsiteX2" fmla="*/ 595830 w 595889"/>
                  <a:gd name="connsiteY2" fmla="*/ 100897 h 143079"/>
                  <a:gd name="connsiteX3" fmla="*/ 131 w 595889"/>
                  <a:gd name="connsiteY3" fmla="*/ 143079 h 143079"/>
                  <a:gd name="connsiteX4" fmla="*/ 124 w 595889"/>
                  <a:gd name="connsiteY4" fmla="*/ 25842 h 143079"/>
                  <a:gd name="connsiteX0" fmla="*/ 124 w 595889"/>
                  <a:gd name="connsiteY0" fmla="*/ 24713 h 141950"/>
                  <a:gd name="connsiteX1" fmla="*/ 594477 w 595889"/>
                  <a:gd name="connsiteY1" fmla="*/ 2221 h 141950"/>
                  <a:gd name="connsiteX2" fmla="*/ 595830 w 595889"/>
                  <a:gd name="connsiteY2" fmla="*/ 99768 h 141950"/>
                  <a:gd name="connsiteX3" fmla="*/ 131 w 595889"/>
                  <a:gd name="connsiteY3" fmla="*/ 141950 h 141950"/>
                  <a:gd name="connsiteX4" fmla="*/ 124 w 595889"/>
                  <a:gd name="connsiteY4" fmla="*/ 24713 h 141950"/>
                  <a:gd name="connsiteX0" fmla="*/ 124 w 595959"/>
                  <a:gd name="connsiteY0" fmla="*/ 24713 h 141950"/>
                  <a:gd name="connsiteX1" fmla="*/ 595828 w 595959"/>
                  <a:gd name="connsiteY1" fmla="*/ 2221 h 141950"/>
                  <a:gd name="connsiteX2" fmla="*/ 595830 w 595959"/>
                  <a:gd name="connsiteY2" fmla="*/ 99768 h 141950"/>
                  <a:gd name="connsiteX3" fmla="*/ 131 w 595959"/>
                  <a:gd name="connsiteY3" fmla="*/ 141950 h 141950"/>
                  <a:gd name="connsiteX4" fmla="*/ 124 w 595959"/>
                  <a:gd name="connsiteY4" fmla="*/ 24713 h 141950"/>
                  <a:gd name="connsiteX0" fmla="*/ 124 w 595959"/>
                  <a:gd name="connsiteY0" fmla="*/ 24925 h 142162"/>
                  <a:gd name="connsiteX1" fmla="*/ 595828 w 595959"/>
                  <a:gd name="connsiteY1" fmla="*/ 2433 h 142162"/>
                  <a:gd name="connsiteX2" fmla="*/ 595830 w 595959"/>
                  <a:gd name="connsiteY2" fmla="*/ 99980 h 142162"/>
                  <a:gd name="connsiteX3" fmla="*/ 131 w 595959"/>
                  <a:gd name="connsiteY3" fmla="*/ 142162 h 142162"/>
                  <a:gd name="connsiteX4" fmla="*/ 124 w 595959"/>
                  <a:gd name="connsiteY4" fmla="*/ 24925 h 142162"/>
                  <a:gd name="connsiteX0" fmla="*/ 124 w 595959"/>
                  <a:gd name="connsiteY0" fmla="*/ 22492 h 139729"/>
                  <a:gd name="connsiteX1" fmla="*/ 595828 w 595959"/>
                  <a:gd name="connsiteY1" fmla="*/ 0 h 139729"/>
                  <a:gd name="connsiteX2" fmla="*/ 595830 w 595959"/>
                  <a:gd name="connsiteY2" fmla="*/ 97547 h 139729"/>
                  <a:gd name="connsiteX3" fmla="*/ 131 w 595959"/>
                  <a:gd name="connsiteY3" fmla="*/ 139729 h 139729"/>
                  <a:gd name="connsiteX4" fmla="*/ 124 w 595959"/>
                  <a:gd name="connsiteY4" fmla="*/ 22492 h 139729"/>
                  <a:gd name="connsiteX0" fmla="*/ 124 w 595959"/>
                  <a:gd name="connsiteY0" fmla="*/ 25585 h 142822"/>
                  <a:gd name="connsiteX1" fmla="*/ 595828 w 595959"/>
                  <a:gd name="connsiteY1" fmla="*/ 3093 h 142822"/>
                  <a:gd name="connsiteX2" fmla="*/ 595830 w 595959"/>
                  <a:gd name="connsiteY2" fmla="*/ 100640 h 142822"/>
                  <a:gd name="connsiteX3" fmla="*/ 131 w 595959"/>
                  <a:gd name="connsiteY3" fmla="*/ 142822 h 142822"/>
                  <a:gd name="connsiteX4" fmla="*/ 124 w 595959"/>
                  <a:gd name="connsiteY4" fmla="*/ 25585 h 142822"/>
                  <a:gd name="connsiteX0" fmla="*/ 124 w 595959"/>
                  <a:gd name="connsiteY0" fmla="*/ 25585 h 142822"/>
                  <a:gd name="connsiteX1" fmla="*/ 595828 w 595959"/>
                  <a:gd name="connsiteY1" fmla="*/ 3093 h 142822"/>
                  <a:gd name="connsiteX2" fmla="*/ 595830 w 595959"/>
                  <a:gd name="connsiteY2" fmla="*/ 100640 h 142822"/>
                  <a:gd name="connsiteX3" fmla="*/ 131 w 595959"/>
                  <a:gd name="connsiteY3" fmla="*/ 142822 h 142822"/>
                  <a:gd name="connsiteX4" fmla="*/ 124 w 595959"/>
                  <a:gd name="connsiteY4" fmla="*/ 25585 h 142822"/>
                  <a:gd name="connsiteX0" fmla="*/ 124 w 595959"/>
                  <a:gd name="connsiteY0" fmla="*/ 26512 h 143749"/>
                  <a:gd name="connsiteX1" fmla="*/ 595828 w 595959"/>
                  <a:gd name="connsiteY1" fmla="*/ 4020 h 143749"/>
                  <a:gd name="connsiteX2" fmla="*/ 595830 w 595959"/>
                  <a:gd name="connsiteY2" fmla="*/ 101567 h 143749"/>
                  <a:gd name="connsiteX3" fmla="*/ 131 w 595959"/>
                  <a:gd name="connsiteY3" fmla="*/ 143749 h 143749"/>
                  <a:gd name="connsiteX4" fmla="*/ 124 w 595959"/>
                  <a:gd name="connsiteY4" fmla="*/ 26512 h 143749"/>
                  <a:gd name="connsiteX0" fmla="*/ 124 w 595959"/>
                  <a:gd name="connsiteY0" fmla="*/ 26512 h 143749"/>
                  <a:gd name="connsiteX1" fmla="*/ 595828 w 595959"/>
                  <a:gd name="connsiteY1" fmla="*/ 4020 h 143749"/>
                  <a:gd name="connsiteX2" fmla="*/ 595830 w 595959"/>
                  <a:gd name="connsiteY2" fmla="*/ 101567 h 143749"/>
                  <a:gd name="connsiteX3" fmla="*/ 131 w 595959"/>
                  <a:gd name="connsiteY3" fmla="*/ 143749 h 143749"/>
                  <a:gd name="connsiteX4" fmla="*/ 124 w 595959"/>
                  <a:gd name="connsiteY4" fmla="*/ 26512 h 143749"/>
                  <a:gd name="connsiteX0" fmla="*/ 124 w 595959"/>
                  <a:gd name="connsiteY0" fmla="*/ 28496 h 145733"/>
                  <a:gd name="connsiteX1" fmla="*/ 595828 w 595959"/>
                  <a:gd name="connsiteY1" fmla="*/ 6004 h 145733"/>
                  <a:gd name="connsiteX2" fmla="*/ 595830 w 595959"/>
                  <a:gd name="connsiteY2" fmla="*/ 103551 h 145733"/>
                  <a:gd name="connsiteX3" fmla="*/ 131 w 595959"/>
                  <a:gd name="connsiteY3" fmla="*/ 145733 h 145733"/>
                  <a:gd name="connsiteX4" fmla="*/ 124 w 595959"/>
                  <a:gd name="connsiteY4" fmla="*/ 28496 h 14573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856"/>
                  <a:gd name="connsiteY0" fmla="*/ 41841 h 159078"/>
                  <a:gd name="connsiteX1" fmla="*/ 591261 w 595856"/>
                  <a:gd name="connsiteY1" fmla="*/ 0 h 159078"/>
                  <a:gd name="connsiteX2" fmla="*/ 595830 w 595856"/>
                  <a:gd name="connsiteY2" fmla="*/ 116896 h 159078"/>
                  <a:gd name="connsiteX3" fmla="*/ 131 w 595856"/>
                  <a:gd name="connsiteY3" fmla="*/ 159078 h 159078"/>
                  <a:gd name="connsiteX4" fmla="*/ 124 w 595856"/>
                  <a:gd name="connsiteY4" fmla="*/ 41841 h 159078"/>
                  <a:gd name="connsiteX0" fmla="*/ 124 w 595959"/>
                  <a:gd name="connsiteY0" fmla="*/ 41841 h 159078"/>
                  <a:gd name="connsiteX1" fmla="*/ 595828 w 595959"/>
                  <a:gd name="connsiteY1" fmla="*/ 0 h 159078"/>
                  <a:gd name="connsiteX2" fmla="*/ 595830 w 595959"/>
                  <a:gd name="connsiteY2" fmla="*/ 116896 h 159078"/>
                  <a:gd name="connsiteX3" fmla="*/ 131 w 595959"/>
                  <a:gd name="connsiteY3" fmla="*/ 159078 h 159078"/>
                  <a:gd name="connsiteX4" fmla="*/ 124 w 595959"/>
                  <a:gd name="connsiteY4" fmla="*/ 41841 h 159078"/>
                  <a:gd name="connsiteX0" fmla="*/ 124 w 597349"/>
                  <a:gd name="connsiteY0" fmla="*/ 42378 h 159615"/>
                  <a:gd name="connsiteX1" fmla="*/ 597349 w 597349"/>
                  <a:gd name="connsiteY1" fmla="*/ 0 h 159615"/>
                  <a:gd name="connsiteX2" fmla="*/ 595830 w 597349"/>
                  <a:gd name="connsiteY2" fmla="*/ 117433 h 159615"/>
                  <a:gd name="connsiteX3" fmla="*/ 131 w 597349"/>
                  <a:gd name="connsiteY3" fmla="*/ 159615 h 159615"/>
                  <a:gd name="connsiteX4" fmla="*/ 124 w 597349"/>
                  <a:gd name="connsiteY4" fmla="*/ 42378 h 159615"/>
                  <a:gd name="connsiteX0" fmla="*/ 124 w 600443"/>
                  <a:gd name="connsiteY0" fmla="*/ 42378 h 159615"/>
                  <a:gd name="connsiteX1" fmla="*/ 597349 w 600443"/>
                  <a:gd name="connsiteY1" fmla="*/ 0 h 159615"/>
                  <a:gd name="connsiteX2" fmla="*/ 600408 w 600443"/>
                  <a:gd name="connsiteY2" fmla="*/ 117433 h 159615"/>
                  <a:gd name="connsiteX3" fmla="*/ 131 w 600443"/>
                  <a:gd name="connsiteY3" fmla="*/ 159615 h 159615"/>
                  <a:gd name="connsiteX4" fmla="*/ 124 w 600443"/>
                  <a:gd name="connsiteY4" fmla="*/ 42378 h 159615"/>
                  <a:gd name="connsiteX0" fmla="*/ 124 w 600537"/>
                  <a:gd name="connsiteY0" fmla="*/ 42378 h 159615"/>
                  <a:gd name="connsiteX1" fmla="*/ 600401 w 600537"/>
                  <a:gd name="connsiteY1" fmla="*/ 0 h 159615"/>
                  <a:gd name="connsiteX2" fmla="*/ 600408 w 600537"/>
                  <a:gd name="connsiteY2" fmla="*/ 117433 h 159615"/>
                  <a:gd name="connsiteX3" fmla="*/ 131 w 600537"/>
                  <a:gd name="connsiteY3" fmla="*/ 159615 h 159615"/>
                  <a:gd name="connsiteX4" fmla="*/ 124 w 600537"/>
                  <a:gd name="connsiteY4" fmla="*/ 42378 h 1596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00537" h="159615">
                    <a:moveTo>
                      <a:pt x="124" y="42378"/>
                    </a:moveTo>
                    <a:cubicBezTo>
                      <a:pt x="296414" y="-50243"/>
                      <a:pt x="418111" y="75773"/>
                      <a:pt x="600401" y="0"/>
                    </a:cubicBezTo>
                    <a:cubicBezTo>
                      <a:pt x="599951" y="33260"/>
                      <a:pt x="600858" y="84173"/>
                      <a:pt x="600408" y="117433"/>
                    </a:cubicBezTo>
                    <a:cubicBezTo>
                      <a:pt x="395490" y="192726"/>
                      <a:pt x="285331" y="62551"/>
                      <a:pt x="131" y="159615"/>
                    </a:cubicBezTo>
                    <a:cubicBezTo>
                      <a:pt x="-323" y="114566"/>
                      <a:pt x="578" y="87427"/>
                      <a:pt x="124" y="42378"/>
                    </a:cubicBezTo>
                    <a:close/>
                  </a:path>
                </a:pathLst>
              </a:custGeom>
              <a:solidFill>
                <a:schemeClr val="accent2">
                  <a:lumMod val="40000"/>
                  <a:lumOff val="60000"/>
                </a:schemeClr>
              </a:solidFill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39" name="矩形 1174">
                <a:extLst>
                  <a:ext uri="{FF2B5EF4-FFF2-40B4-BE49-F238E27FC236}">
                    <a16:creationId xmlns:a16="http://schemas.microsoft.com/office/drawing/2014/main" id="{B217019E-479F-C93F-8C59-B443936DF58A}"/>
                  </a:ext>
                </a:extLst>
              </p:cNvPr>
              <p:cNvSpPr/>
              <p:nvPr/>
            </p:nvSpPr>
            <p:spPr>
              <a:xfrm rot="10800000">
                <a:off x="5041541" y="7045652"/>
                <a:ext cx="618707" cy="139508"/>
              </a:xfrm>
              <a:custGeom>
                <a:avLst/>
                <a:gdLst>
                  <a:gd name="connsiteX0" fmla="*/ 0 w 595706"/>
                  <a:gd name="connsiteY0" fmla="*/ 0 h 92965"/>
                  <a:gd name="connsiteX1" fmla="*/ 595706 w 595706"/>
                  <a:gd name="connsiteY1" fmla="*/ 0 h 92965"/>
                  <a:gd name="connsiteX2" fmla="*/ 595706 w 595706"/>
                  <a:gd name="connsiteY2" fmla="*/ 92965 h 92965"/>
                  <a:gd name="connsiteX3" fmla="*/ 0 w 595706"/>
                  <a:gd name="connsiteY3" fmla="*/ 92965 h 92965"/>
                  <a:gd name="connsiteX4" fmla="*/ 0 w 595706"/>
                  <a:gd name="connsiteY4" fmla="*/ 0 h 92965"/>
                  <a:gd name="connsiteX0" fmla="*/ 0 w 595706"/>
                  <a:gd name="connsiteY0" fmla="*/ 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0 h 135147"/>
                  <a:gd name="connsiteX0" fmla="*/ 0 w 595706"/>
                  <a:gd name="connsiteY0" fmla="*/ 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0 h 135147"/>
                  <a:gd name="connsiteX0" fmla="*/ 0 w 595706"/>
                  <a:gd name="connsiteY0" fmla="*/ 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0 h 135147"/>
                  <a:gd name="connsiteX0" fmla="*/ 0 w 595706"/>
                  <a:gd name="connsiteY0" fmla="*/ 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0 h 135147"/>
                  <a:gd name="connsiteX0" fmla="*/ 131 w 595837"/>
                  <a:gd name="connsiteY0" fmla="*/ 0 h 148754"/>
                  <a:gd name="connsiteX1" fmla="*/ 595837 w 595837"/>
                  <a:gd name="connsiteY1" fmla="*/ 0 h 148754"/>
                  <a:gd name="connsiteX2" fmla="*/ 595837 w 595837"/>
                  <a:gd name="connsiteY2" fmla="*/ 92965 h 148754"/>
                  <a:gd name="connsiteX3" fmla="*/ 131 w 595837"/>
                  <a:gd name="connsiteY3" fmla="*/ 148754 h 148754"/>
                  <a:gd name="connsiteX4" fmla="*/ 131 w 595837"/>
                  <a:gd name="connsiteY4" fmla="*/ 0 h 148754"/>
                  <a:gd name="connsiteX0" fmla="*/ 131 w 595837"/>
                  <a:gd name="connsiteY0" fmla="*/ 0 h 140590"/>
                  <a:gd name="connsiteX1" fmla="*/ 595837 w 595837"/>
                  <a:gd name="connsiteY1" fmla="*/ 0 h 140590"/>
                  <a:gd name="connsiteX2" fmla="*/ 595837 w 595837"/>
                  <a:gd name="connsiteY2" fmla="*/ 92965 h 140590"/>
                  <a:gd name="connsiteX3" fmla="*/ 131 w 595837"/>
                  <a:gd name="connsiteY3" fmla="*/ 140590 h 140590"/>
                  <a:gd name="connsiteX4" fmla="*/ 131 w 595837"/>
                  <a:gd name="connsiteY4" fmla="*/ 0 h 140590"/>
                  <a:gd name="connsiteX0" fmla="*/ 131 w 595837"/>
                  <a:gd name="connsiteY0" fmla="*/ 0 h 140590"/>
                  <a:gd name="connsiteX1" fmla="*/ 595837 w 595837"/>
                  <a:gd name="connsiteY1" fmla="*/ 0 h 140590"/>
                  <a:gd name="connsiteX2" fmla="*/ 595837 w 595837"/>
                  <a:gd name="connsiteY2" fmla="*/ 92965 h 140590"/>
                  <a:gd name="connsiteX3" fmla="*/ 131 w 595837"/>
                  <a:gd name="connsiteY3" fmla="*/ 140590 h 140590"/>
                  <a:gd name="connsiteX4" fmla="*/ 131 w 595837"/>
                  <a:gd name="connsiteY4" fmla="*/ 0 h 140590"/>
                  <a:gd name="connsiteX0" fmla="*/ 131 w 595837"/>
                  <a:gd name="connsiteY0" fmla="*/ 0 h 140590"/>
                  <a:gd name="connsiteX1" fmla="*/ 595837 w 595837"/>
                  <a:gd name="connsiteY1" fmla="*/ 0 h 140590"/>
                  <a:gd name="connsiteX2" fmla="*/ 595837 w 595837"/>
                  <a:gd name="connsiteY2" fmla="*/ 92965 h 140590"/>
                  <a:gd name="connsiteX3" fmla="*/ 131 w 595837"/>
                  <a:gd name="connsiteY3" fmla="*/ 140590 h 140590"/>
                  <a:gd name="connsiteX4" fmla="*/ 131 w 595837"/>
                  <a:gd name="connsiteY4" fmla="*/ 0 h 140590"/>
                  <a:gd name="connsiteX0" fmla="*/ 131 w 595837"/>
                  <a:gd name="connsiteY0" fmla="*/ 0 h 140590"/>
                  <a:gd name="connsiteX1" fmla="*/ 595837 w 595837"/>
                  <a:gd name="connsiteY1" fmla="*/ 0 h 140590"/>
                  <a:gd name="connsiteX2" fmla="*/ 595837 w 595837"/>
                  <a:gd name="connsiteY2" fmla="*/ 92965 h 140590"/>
                  <a:gd name="connsiteX3" fmla="*/ 131 w 595837"/>
                  <a:gd name="connsiteY3" fmla="*/ 140590 h 140590"/>
                  <a:gd name="connsiteX4" fmla="*/ 131 w 595837"/>
                  <a:gd name="connsiteY4" fmla="*/ 0 h 140590"/>
                  <a:gd name="connsiteX0" fmla="*/ 131 w 595837"/>
                  <a:gd name="connsiteY0" fmla="*/ 0 h 140590"/>
                  <a:gd name="connsiteX1" fmla="*/ 595837 w 595837"/>
                  <a:gd name="connsiteY1" fmla="*/ 0 h 140590"/>
                  <a:gd name="connsiteX2" fmla="*/ 595837 w 595837"/>
                  <a:gd name="connsiteY2" fmla="*/ 92965 h 140590"/>
                  <a:gd name="connsiteX3" fmla="*/ 131 w 595837"/>
                  <a:gd name="connsiteY3" fmla="*/ 140590 h 140590"/>
                  <a:gd name="connsiteX4" fmla="*/ 131 w 595837"/>
                  <a:gd name="connsiteY4" fmla="*/ 0 h 140590"/>
                  <a:gd name="connsiteX0" fmla="*/ 131 w 595837"/>
                  <a:gd name="connsiteY0" fmla="*/ 0 h 156571"/>
                  <a:gd name="connsiteX1" fmla="*/ 595837 w 595837"/>
                  <a:gd name="connsiteY1" fmla="*/ 0 h 156571"/>
                  <a:gd name="connsiteX2" fmla="*/ 594316 w 595837"/>
                  <a:gd name="connsiteY2" fmla="*/ 141984 h 156571"/>
                  <a:gd name="connsiteX3" fmla="*/ 131 w 595837"/>
                  <a:gd name="connsiteY3" fmla="*/ 140590 h 156571"/>
                  <a:gd name="connsiteX4" fmla="*/ 131 w 595837"/>
                  <a:gd name="connsiteY4" fmla="*/ 0 h 156571"/>
                  <a:gd name="connsiteX0" fmla="*/ 1577 w 597283"/>
                  <a:gd name="connsiteY0" fmla="*/ 0 h 271309"/>
                  <a:gd name="connsiteX1" fmla="*/ 597283 w 597283"/>
                  <a:gd name="connsiteY1" fmla="*/ 0 h 271309"/>
                  <a:gd name="connsiteX2" fmla="*/ 595762 w 597283"/>
                  <a:gd name="connsiteY2" fmla="*/ 141984 h 271309"/>
                  <a:gd name="connsiteX3" fmla="*/ 56 w 597283"/>
                  <a:gd name="connsiteY3" fmla="*/ 271309 h 271309"/>
                  <a:gd name="connsiteX4" fmla="*/ 1577 w 597283"/>
                  <a:gd name="connsiteY4" fmla="*/ 0 h 271309"/>
                  <a:gd name="connsiteX0" fmla="*/ 1577 w 597283"/>
                  <a:gd name="connsiteY0" fmla="*/ 0 h 271309"/>
                  <a:gd name="connsiteX1" fmla="*/ 597283 w 597283"/>
                  <a:gd name="connsiteY1" fmla="*/ 0 h 271309"/>
                  <a:gd name="connsiteX2" fmla="*/ 595762 w 597283"/>
                  <a:gd name="connsiteY2" fmla="*/ 141984 h 271309"/>
                  <a:gd name="connsiteX3" fmla="*/ 56 w 597283"/>
                  <a:gd name="connsiteY3" fmla="*/ 271309 h 271309"/>
                  <a:gd name="connsiteX4" fmla="*/ 1577 w 597283"/>
                  <a:gd name="connsiteY4" fmla="*/ 0 h 271309"/>
                  <a:gd name="connsiteX0" fmla="*/ 1577 w 597283"/>
                  <a:gd name="connsiteY0" fmla="*/ 0 h 271309"/>
                  <a:gd name="connsiteX1" fmla="*/ 597283 w 597283"/>
                  <a:gd name="connsiteY1" fmla="*/ 0 h 271309"/>
                  <a:gd name="connsiteX2" fmla="*/ 595762 w 597283"/>
                  <a:gd name="connsiteY2" fmla="*/ 141984 h 271309"/>
                  <a:gd name="connsiteX3" fmla="*/ 56 w 597283"/>
                  <a:gd name="connsiteY3" fmla="*/ 271309 h 271309"/>
                  <a:gd name="connsiteX4" fmla="*/ 1577 w 597283"/>
                  <a:gd name="connsiteY4" fmla="*/ 0 h 271309"/>
                  <a:gd name="connsiteX0" fmla="*/ 1577 w 597283"/>
                  <a:gd name="connsiteY0" fmla="*/ 0 h 271309"/>
                  <a:gd name="connsiteX1" fmla="*/ 597283 w 597283"/>
                  <a:gd name="connsiteY1" fmla="*/ 0 h 271309"/>
                  <a:gd name="connsiteX2" fmla="*/ 595762 w 597283"/>
                  <a:gd name="connsiteY2" fmla="*/ 141984 h 271309"/>
                  <a:gd name="connsiteX3" fmla="*/ 56 w 597283"/>
                  <a:gd name="connsiteY3" fmla="*/ 271309 h 271309"/>
                  <a:gd name="connsiteX4" fmla="*/ 1577 w 597283"/>
                  <a:gd name="connsiteY4" fmla="*/ 0 h 271309"/>
                  <a:gd name="connsiteX0" fmla="*/ 1577 w 597283"/>
                  <a:gd name="connsiteY0" fmla="*/ 0 h 271309"/>
                  <a:gd name="connsiteX1" fmla="*/ 597283 w 597283"/>
                  <a:gd name="connsiteY1" fmla="*/ 0 h 271309"/>
                  <a:gd name="connsiteX2" fmla="*/ 595762 w 597283"/>
                  <a:gd name="connsiteY2" fmla="*/ 141984 h 271309"/>
                  <a:gd name="connsiteX3" fmla="*/ 56 w 597283"/>
                  <a:gd name="connsiteY3" fmla="*/ 271309 h 271309"/>
                  <a:gd name="connsiteX4" fmla="*/ 1577 w 597283"/>
                  <a:gd name="connsiteY4" fmla="*/ 0 h 271309"/>
                  <a:gd name="connsiteX0" fmla="*/ 0 w 600949"/>
                  <a:gd name="connsiteY0" fmla="*/ 0 h 271309"/>
                  <a:gd name="connsiteX1" fmla="*/ 600949 w 600949"/>
                  <a:gd name="connsiteY1" fmla="*/ 0 h 271309"/>
                  <a:gd name="connsiteX2" fmla="*/ 599428 w 600949"/>
                  <a:gd name="connsiteY2" fmla="*/ 141984 h 271309"/>
                  <a:gd name="connsiteX3" fmla="*/ 3722 w 600949"/>
                  <a:gd name="connsiteY3" fmla="*/ 271309 h 271309"/>
                  <a:gd name="connsiteX4" fmla="*/ 0 w 600949"/>
                  <a:gd name="connsiteY4" fmla="*/ 0 h 271309"/>
                  <a:gd name="connsiteX0" fmla="*/ 0 w 599639"/>
                  <a:gd name="connsiteY0" fmla="*/ 0 h 271309"/>
                  <a:gd name="connsiteX1" fmla="*/ 599639 w 599639"/>
                  <a:gd name="connsiteY1" fmla="*/ 0 h 271309"/>
                  <a:gd name="connsiteX2" fmla="*/ 599428 w 599639"/>
                  <a:gd name="connsiteY2" fmla="*/ 141984 h 271309"/>
                  <a:gd name="connsiteX3" fmla="*/ 3722 w 599639"/>
                  <a:gd name="connsiteY3" fmla="*/ 271309 h 271309"/>
                  <a:gd name="connsiteX4" fmla="*/ 0 w 599639"/>
                  <a:gd name="connsiteY4" fmla="*/ 0 h 271309"/>
                  <a:gd name="connsiteX0" fmla="*/ 0 w 597018"/>
                  <a:gd name="connsiteY0" fmla="*/ 0 h 271309"/>
                  <a:gd name="connsiteX1" fmla="*/ 597018 w 597018"/>
                  <a:gd name="connsiteY1" fmla="*/ 0 h 271309"/>
                  <a:gd name="connsiteX2" fmla="*/ 596807 w 597018"/>
                  <a:gd name="connsiteY2" fmla="*/ 141984 h 271309"/>
                  <a:gd name="connsiteX3" fmla="*/ 1101 w 597018"/>
                  <a:gd name="connsiteY3" fmla="*/ 271309 h 271309"/>
                  <a:gd name="connsiteX4" fmla="*/ 0 w 597018"/>
                  <a:gd name="connsiteY4" fmla="*/ 0 h 271309"/>
                  <a:gd name="connsiteX0" fmla="*/ 0 w 596807"/>
                  <a:gd name="connsiteY0" fmla="*/ 0 h 271309"/>
                  <a:gd name="connsiteX1" fmla="*/ 591775 w 596807"/>
                  <a:gd name="connsiteY1" fmla="*/ 0 h 271309"/>
                  <a:gd name="connsiteX2" fmla="*/ 596807 w 596807"/>
                  <a:gd name="connsiteY2" fmla="*/ 141984 h 271309"/>
                  <a:gd name="connsiteX3" fmla="*/ 1101 w 596807"/>
                  <a:gd name="connsiteY3" fmla="*/ 271309 h 271309"/>
                  <a:gd name="connsiteX4" fmla="*/ 0 w 596807"/>
                  <a:gd name="connsiteY4" fmla="*/ 0 h 271309"/>
                  <a:gd name="connsiteX0" fmla="*/ 0 w 596807"/>
                  <a:gd name="connsiteY0" fmla="*/ 0 h 271309"/>
                  <a:gd name="connsiteX1" fmla="*/ 595708 w 596807"/>
                  <a:gd name="connsiteY1" fmla="*/ 0 h 271309"/>
                  <a:gd name="connsiteX2" fmla="*/ 596807 w 596807"/>
                  <a:gd name="connsiteY2" fmla="*/ 141984 h 271309"/>
                  <a:gd name="connsiteX3" fmla="*/ 1101 w 596807"/>
                  <a:gd name="connsiteY3" fmla="*/ 271309 h 271309"/>
                  <a:gd name="connsiteX4" fmla="*/ 0 w 596807"/>
                  <a:gd name="connsiteY4" fmla="*/ 0 h 271309"/>
                  <a:gd name="connsiteX0" fmla="*/ 0 w 595708"/>
                  <a:gd name="connsiteY0" fmla="*/ 0 h 271309"/>
                  <a:gd name="connsiteX1" fmla="*/ 595708 w 595708"/>
                  <a:gd name="connsiteY1" fmla="*/ 0 h 271309"/>
                  <a:gd name="connsiteX2" fmla="*/ 594186 w 595708"/>
                  <a:gd name="connsiteY2" fmla="*/ 141985 h 271309"/>
                  <a:gd name="connsiteX3" fmla="*/ 1101 w 595708"/>
                  <a:gd name="connsiteY3" fmla="*/ 271309 h 271309"/>
                  <a:gd name="connsiteX4" fmla="*/ 0 w 595708"/>
                  <a:gd name="connsiteY4" fmla="*/ 0 h 271309"/>
                  <a:gd name="connsiteX0" fmla="*/ 0 w 596439"/>
                  <a:gd name="connsiteY0" fmla="*/ 109083 h 380392"/>
                  <a:gd name="connsiteX1" fmla="*/ 595708 w 596439"/>
                  <a:gd name="connsiteY1" fmla="*/ 109083 h 380392"/>
                  <a:gd name="connsiteX2" fmla="*/ 594186 w 596439"/>
                  <a:gd name="connsiteY2" fmla="*/ 251068 h 380392"/>
                  <a:gd name="connsiteX3" fmla="*/ 1101 w 596439"/>
                  <a:gd name="connsiteY3" fmla="*/ 380392 h 380392"/>
                  <a:gd name="connsiteX4" fmla="*/ 0 w 596439"/>
                  <a:gd name="connsiteY4" fmla="*/ 109083 h 380392"/>
                  <a:gd name="connsiteX0" fmla="*/ 0 w 595708"/>
                  <a:gd name="connsiteY0" fmla="*/ 0 h 271309"/>
                  <a:gd name="connsiteX1" fmla="*/ 595708 w 595708"/>
                  <a:gd name="connsiteY1" fmla="*/ 0 h 271309"/>
                  <a:gd name="connsiteX2" fmla="*/ 594186 w 595708"/>
                  <a:gd name="connsiteY2" fmla="*/ 141985 h 271309"/>
                  <a:gd name="connsiteX3" fmla="*/ 1101 w 595708"/>
                  <a:gd name="connsiteY3" fmla="*/ 271309 h 271309"/>
                  <a:gd name="connsiteX4" fmla="*/ 0 w 595708"/>
                  <a:gd name="connsiteY4" fmla="*/ 0 h 271309"/>
                  <a:gd name="connsiteX0" fmla="*/ 0 w 596808"/>
                  <a:gd name="connsiteY0" fmla="*/ 0 h 271309"/>
                  <a:gd name="connsiteX1" fmla="*/ 595708 w 596808"/>
                  <a:gd name="connsiteY1" fmla="*/ 0 h 271309"/>
                  <a:gd name="connsiteX2" fmla="*/ 596808 w 596808"/>
                  <a:gd name="connsiteY2" fmla="*/ 141985 h 271309"/>
                  <a:gd name="connsiteX3" fmla="*/ 1101 w 596808"/>
                  <a:gd name="connsiteY3" fmla="*/ 271309 h 271309"/>
                  <a:gd name="connsiteX4" fmla="*/ 0 w 596808"/>
                  <a:gd name="connsiteY4" fmla="*/ 0 h 271309"/>
                  <a:gd name="connsiteX0" fmla="*/ 0 w 596808"/>
                  <a:gd name="connsiteY0" fmla="*/ 0 h 271309"/>
                  <a:gd name="connsiteX1" fmla="*/ 595708 w 596808"/>
                  <a:gd name="connsiteY1" fmla="*/ 0 h 271309"/>
                  <a:gd name="connsiteX2" fmla="*/ 596808 w 596808"/>
                  <a:gd name="connsiteY2" fmla="*/ 141985 h 271309"/>
                  <a:gd name="connsiteX3" fmla="*/ 1101 w 596808"/>
                  <a:gd name="connsiteY3" fmla="*/ 271309 h 271309"/>
                  <a:gd name="connsiteX4" fmla="*/ 0 w 596808"/>
                  <a:gd name="connsiteY4" fmla="*/ 0 h 271309"/>
                  <a:gd name="connsiteX0" fmla="*/ 0 w 596808"/>
                  <a:gd name="connsiteY0" fmla="*/ 0 h 271309"/>
                  <a:gd name="connsiteX1" fmla="*/ 595708 w 596808"/>
                  <a:gd name="connsiteY1" fmla="*/ 0 h 271309"/>
                  <a:gd name="connsiteX2" fmla="*/ 596808 w 596808"/>
                  <a:gd name="connsiteY2" fmla="*/ 141985 h 271309"/>
                  <a:gd name="connsiteX3" fmla="*/ 1101 w 596808"/>
                  <a:gd name="connsiteY3" fmla="*/ 271309 h 271309"/>
                  <a:gd name="connsiteX4" fmla="*/ 0 w 596808"/>
                  <a:gd name="connsiteY4" fmla="*/ 0 h 271309"/>
                  <a:gd name="connsiteX0" fmla="*/ 0 w 595708"/>
                  <a:gd name="connsiteY0" fmla="*/ 0 h 271309"/>
                  <a:gd name="connsiteX1" fmla="*/ 595708 w 595708"/>
                  <a:gd name="connsiteY1" fmla="*/ 0 h 271309"/>
                  <a:gd name="connsiteX2" fmla="*/ 594186 w 595708"/>
                  <a:gd name="connsiteY2" fmla="*/ 141985 h 271309"/>
                  <a:gd name="connsiteX3" fmla="*/ 1101 w 595708"/>
                  <a:gd name="connsiteY3" fmla="*/ 271309 h 271309"/>
                  <a:gd name="connsiteX4" fmla="*/ 0 w 595708"/>
                  <a:gd name="connsiteY4" fmla="*/ 0 h 271309"/>
                  <a:gd name="connsiteX0" fmla="*/ 0 w 595708"/>
                  <a:gd name="connsiteY0" fmla="*/ 0 h 271309"/>
                  <a:gd name="connsiteX1" fmla="*/ 595708 w 595708"/>
                  <a:gd name="connsiteY1" fmla="*/ 0 h 271309"/>
                  <a:gd name="connsiteX2" fmla="*/ 594186 w 595708"/>
                  <a:gd name="connsiteY2" fmla="*/ 141985 h 271309"/>
                  <a:gd name="connsiteX3" fmla="*/ 1101 w 595708"/>
                  <a:gd name="connsiteY3" fmla="*/ 271309 h 271309"/>
                  <a:gd name="connsiteX4" fmla="*/ 0 w 595708"/>
                  <a:gd name="connsiteY4" fmla="*/ 0 h 271309"/>
                  <a:gd name="connsiteX0" fmla="*/ 0 w 595936"/>
                  <a:gd name="connsiteY0" fmla="*/ 0 h 271309"/>
                  <a:gd name="connsiteX1" fmla="*/ 595708 w 595936"/>
                  <a:gd name="connsiteY1" fmla="*/ 0 h 271309"/>
                  <a:gd name="connsiteX2" fmla="*/ 594186 w 595936"/>
                  <a:gd name="connsiteY2" fmla="*/ 141985 h 271309"/>
                  <a:gd name="connsiteX3" fmla="*/ 1101 w 595936"/>
                  <a:gd name="connsiteY3" fmla="*/ 271309 h 271309"/>
                  <a:gd name="connsiteX4" fmla="*/ 0 w 595936"/>
                  <a:gd name="connsiteY4" fmla="*/ 0 h 271309"/>
                  <a:gd name="connsiteX0" fmla="*/ 319 w 596255"/>
                  <a:gd name="connsiteY0" fmla="*/ 0 h 271309"/>
                  <a:gd name="connsiteX1" fmla="*/ 596027 w 596255"/>
                  <a:gd name="connsiteY1" fmla="*/ 0 h 271309"/>
                  <a:gd name="connsiteX2" fmla="*/ 594505 w 596255"/>
                  <a:gd name="connsiteY2" fmla="*/ 141985 h 271309"/>
                  <a:gd name="connsiteX3" fmla="*/ 110 w 596255"/>
                  <a:gd name="connsiteY3" fmla="*/ 271309 h 271309"/>
                  <a:gd name="connsiteX4" fmla="*/ 319 w 596255"/>
                  <a:gd name="connsiteY4" fmla="*/ 0 h 271309"/>
                  <a:gd name="connsiteX0" fmla="*/ 0 w 595936"/>
                  <a:gd name="connsiteY0" fmla="*/ 0 h 271309"/>
                  <a:gd name="connsiteX1" fmla="*/ 595708 w 595936"/>
                  <a:gd name="connsiteY1" fmla="*/ 0 h 271309"/>
                  <a:gd name="connsiteX2" fmla="*/ 594186 w 595936"/>
                  <a:gd name="connsiteY2" fmla="*/ 141985 h 271309"/>
                  <a:gd name="connsiteX3" fmla="*/ 1101 w 595936"/>
                  <a:gd name="connsiteY3" fmla="*/ 271309 h 271309"/>
                  <a:gd name="connsiteX4" fmla="*/ 0 w 595936"/>
                  <a:gd name="connsiteY4" fmla="*/ 0 h 2713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5936" h="271309">
                    <a:moveTo>
                      <a:pt x="0" y="0"/>
                    </a:moveTo>
                    <a:lnTo>
                      <a:pt x="595708" y="0"/>
                    </a:lnTo>
                    <a:cubicBezTo>
                      <a:pt x="595708" y="30988"/>
                      <a:pt x="596806" y="39550"/>
                      <a:pt x="594186" y="141985"/>
                    </a:cubicBezTo>
                    <a:cubicBezTo>
                      <a:pt x="404809" y="352086"/>
                      <a:pt x="341643" y="22672"/>
                      <a:pt x="1101" y="271309"/>
                    </a:cubicBezTo>
                    <a:cubicBezTo>
                      <a:pt x="647" y="226260"/>
                      <a:pt x="454" y="45049"/>
                      <a:pt x="0" y="0"/>
                    </a:cubicBezTo>
                    <a:close/>
                  </a:path>
                </a:pathLst>
              </a:custGeom>
              <a:solidFill>
                <a:schemeClr val="accent6">
                  <a:lumMod val="20000"/>
                  <a:lumOff val="80000"/>
                </a:schemeClr>
              </a:solidFill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40" name="矩形 1174">
                <a:extLst>
                  <a:ext uri="{FF2B5EF4-FFF2-40B4-BE49-F238E27FC236}">
                    <a16:creationId xmlns:a16="http://schemas.microsoft.com/office/drawing/2014/main" id="{117A019A-F986-53F7-A9D2-85E109981912}"/>
                  </a:ext>
                </a:extLst>
              </p:cNvPr>
              <p:cNvSpPr/>
              <p:nvPr/>
            </p:nvSpPr>
            <p:spPr>
              <a:xfrm rot="10800000">
                <a:off x="5041542" y="6594252"/>
                <a:ext cx="618706" cy="226680"/>
              </a:xfrm>
              <a:custGeom>
                <a:avLst/>
                <a:gdLst>
                  <a:gd name="connsiteX0" fmla="*/ 0 w 595706"/>
                  <a:gd name="connsiteY0" fmla="*/ 0 h 92965"/>
                  <a:gd name="connsiteX1" fmla="*/ 595706 w 595706"/>
                  <a:gd name="connsiteY1" fmla="*/ 0 h 92965"/>
                  <a:gd name="connsiteX2" fmla="*/ 595706 w 595706"/>
                  <a:gd name="connsiteY2" fmla="*/ 92965 h 92965"/>
                  <a:gd name="connsiteX3" fmla="*/ 0 w 595706"/>
                  <a:gd name="connsiteY3" fmla="*/ 92965 h 92965"/>
                  <a:gd name="connsiteX4" fmla="*/ 0 w 595706"/>
                  <a:gd name="connsiteY4" fmla="*/ 0 h 92965"/>
                  <a:gd name="connsiteX0" fmla="*/ 0 w 595706"/>
                  <a:gd name="connsiteY0" fmla="*/ 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0 h 135147"/>
                  <a:gd name="connsiteX0" fmla="*/ 0 w 595706"/>
                  <a:gd name="connsiteY0" fmla="*/ 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0 h 135147"/>
                  <a:gd name="connsiteX0" fmla="*/ 0 w 595706"/>
                  <a:gd name="connsiteY0" fmla="*/ 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0 h 135147"/>
                  <a:gd name="connsiteX0" fmla="*/ 0 w 595706"/>
                  <a:gd name="connsiteY0" fmla="*/ 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0 h 135147"/>
                  <a:gd name="connsiteX0" fmla="*/ 1422 w 594406"/>
                  <a:gd name="connsiteY0" fmla="*/ 21376 h 135147"/>
                  <a:gd name="connsiteX1" fmla="*/ 594406 w 594406"/>
                  <a:gd name="connsiteY1" fmla="*/ 0 h 135147"/>
                  <a:gd name="connsiteX2" fmla="*/ 594406 w 594406"/>
                  <a:gd name="connsiteY2" fmla="*/ 92965 h 135147"/>
                  <a:gd name="connsiteX3" fmla="*/ 61 w 594406"/>
                  <a:gd name="connsiteY3" fmla="*/ 135147 h 135147"/>
                  <a:gd name="connsiteX4" fmla="*/ 1422 w 594406"/>
                  <a:gd name="connsiteY4" fmla="*/ 21376 h 135147"/>
                  <a:gd name="connsiteX0" fmla="*/ 1422 w 594406"/>
                  <a:gd name="connsiteY0" fmla="*/ 15599 h 135147"/>
                  <a:gd name="connsiteX1" fmla="*/ 594406 w 594406"/>
                  <a:gd name="connsiteY1" fmla="*/ 0 h 135147"/>
                  <a:gd name="connsiteX2" fmla="*/ 594406 w 594406"/>
                  <a:gd name="connsiteY2" fmla="*/ 92965 h 135147"/>
                  <a:gd name="connsiteX3" fmla="*/ 61 w 594406"/>
                  <a:gd name="connsiteY3" fmla="*/ 135147 h 135147"/>
                  <a:gd name="connsiteX4" fmla="*/ 1422 w 594406"/>
                  <a:gd name="connsiteY4" fmla="*/ 15599 h 135147"/>
                  <a:gd name="connsiteX0" fmla="*/ 131 w 594476"/>
                  <a:gd name="connsiteY0" fmla="*/ 4622 h 135147"/>
                  <a:gd name="connsiteX1" fmla="*/ 594476 w 594476"/>
                  <a:gd name="connsiteY1" fmla="*/ 0 h 135147"/>
                  <a:gd name="connsiteX2" fmla="*/ 594476 w 594476"/>
                  <a:gd name="connsiteY2" fmla="*/ 92965 h 135147"/>
                  <a:gd name="connsiteX3" fmla="*/ 131 w 594476"/>
                  <a:gd name="connsiteY3" fmla="*/ 135147 h 135147"/>
                  <a:gd name="connsiteX4" fmla="*/ 131 w 594476"/>
                  <a:gd name="connsiteY4" fmla="*/ 4622 h 135147"/>
                  <a:gd name="connsiteX0" fmla="*/ 0 w 595706"/>
                  <a:gd name="connsiteY0" fmla="*/ 1791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17910 h 135147"/>
                  <a:gd name="connsiteX0" fmla="*/ 0 w 595706"/>
                  <a:gd name="connsiteY0" fmla="*/ 1791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17910 h 135147"/>
                  <a:gd name="connsiteX0" fmla="*/ 0 w 595706"/>
                  <a:gd name="connsiteY0" fmla="*/ 1791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17910 h 135147"/>
                  <a:gd name="connsiteX0" fmla="*/ 0 w 595706"/>
                  <a:gd name="connsiteY0" fmla="*/ 1791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17910 h 135147"/>
                  <a:gd name="connsiteX0" fmla="*/ 0 w 595706"/>
                  <a:gd name="connsiteY0" fmla="*/ 22423 h 139660"/>
                  <a:gd name="connsiteX1" fmla="*/ 595706 w 595706"/>
                  <a:gd name="connsiteY1" fmla="*/ 4513 h 139660"/>
                  <a:gd name="connsiteX2" fmla="*/ 595706 w 595706"/>
                  <a:gd name="connsiteY2" fmla="*/ 97478 h 139660"/>
                  <a:gd name="connsiteX3" fmla="*/ 1361 w 595706"/>
                  <a:gd name="connsiteY3" fmla="*/ 139660 h 139660"/>
                  <a:gd name="connsiteX4" fmla="*/ 0 w 595706"/>
                  <a:gd name="connsiteY4" fmla="*/ 22423 h 139660"/>
                  <a:gd name="connsiteX0" fmla="*/ 0 w 595706"/>
                  <a:gd name="connsiteY0" fmla="*/ 26413 h 143650"/>
                  <a:gd name="connsiteX1" fmla="*/ 595706 w 595706"/>
                  <a:gd name="connsiteY1" fmla="*/ 8503 h 143650"/>
                  <a:gd name="connsiteX2" fmla="*/ 595706 w 595706"/>
                  <a:gd name="connsiteY2" fmla="*/ 101468 h 143650"/>
                  <a:gd name="connsiteX3" fmla="*/ 1361 w 595706"/>
                  <a:gd name="connsiteY3" fmla="*/ 143650 h 143650"/>
                  <a:gd name="connsiteX4" fmla="*/ 0 w 595706"/>
                  <a:gd name="connsiteY4" fmla="*/ 26413 h 143650"/>
                  <a:gd name="connsiteX0" fmla="*/ 0 w 595706"/>
                  <a:gd name="connsiteY0" fmla="*/ 21286 h 138523"/>
                  <a:gd name="connsiteX1" fmla="*/ 595706 w 595706"/>
                  <a:gd name="connsiteY1" fmla="*/ 3376 h 138523"/>
                  <a:gd name="connsiteX2" fmla="*/ 595706 w 595706"/>
                  <a:gd name="connsiteY2" fmla="*/ 96341 h 138523"/>
                  <a:gd name="connsiteX3" fmla="*/ 1361 w 595706"/>
                  <a:gd name="connsiteY3" fmla="*/ 138523 h 138523"/>
                  <a:gd name="connsiteX4" fmla="*/ 0 w 595706"/>
                  <a:gd name="connsiteY4" fmla="*/ 21286 h 138523"/>
                  <a:gd name="connsiteX0" fmla="*/ 0 w 595706"/>
                  <a:gd name="connsiteY0" fmla="*/ 22534 h 139771"/>
                  <a:gd name="connsiteX1" fmla="*/ 595706 w 595706"/>
                  <a:gd name="connsiteY1" fmla="*/ 4624 h 139771"/>
                  <a:gd name="connsiteX2" fmla="*/ 595706 w 595706"/>
                  <a:gd name="connsiteY2" fmla="*/ 97589 h 139771"/>
                  <a:gd name="connsiteX3" fmla="*/ 1361 w 595706"/>
                  <a:gd name="connsiteY3" fmla="*/ 139771 h 139771"/>
                  <a:gd name="connsiteX4" fmla="*/ 0 w 595706"/>
                  <a:gd name="connsiteY4" fmla="*/ 22534 h 139771"/>
                  <a:gd name="connsiteX0" fmla="*/ 0 w 595706"/>
                  <a:gd name="connsiteY0" fmla="*/ 23494 h 140731"/>
                  <a:gd name="connsiteX1" fmla="*/ 595706 w 595706"/>
                  <a:gd name="connsiteY1" fmla="*/ 2118 h 140731"/>
                  <a:gd name="connsiteX2" fmla="*/ 595706 w 595706"/>
                  <a:gd name="connsiteY2" fmla="*/ 98549 h 140731"/>
                  <a:gd name="connsiteX3" fmla="*/ 1361 w 595706"/>
                  <a:gd name="connsiteY3" fmla="*/ 140731 h 140731"/>
                  <a:gd name="connsiteX4" fmla="*/ 0 w 595706"/>
                  <a:gd name="connsiteY4" fmla="*/ 23494 h 140731"/>
                  <a:gd name="connsiteX0" fmla="*/ 0 w 595706"/>
                  <a:gd name="connsiteY0" fmla="*/ 23494 h 140731"/>
                  <a:gd name="connsiteX1" fmla="*/ 595706 w 595706"/>
                  <a:gd name="connsiteY1" fmla="*/ 2118 h 140731"/>
                  <a:gd name="connsiteX2" fmla="*/ 595706 w 595706"/>
                  <a:gd name="connsiteY2" fmla="*/ 98549 h 140731"/>
                  <a:gd name="connsiteX3" fmla="*/ 1361 w 595706"/>
                  <a:gd name="connsiteY3" fmla="*/ 140731 h 140731"/>
                  <a:gd name="connsiteX4" fmla="*/ 0 w 595706"/>
                  <a:gd name="connsiteY4" fmla="*/ 23494 h 140731"/>
                  <a:gd name="connsiteX0" fmla="*/ 0 w 595706"/>
                  <a:gd name="connsiteY0" fmla="*/ 25030 h 142267"/>
                  <a:gd name="connsiteX1" fmla="*/ 595706 w 595706"/>
                  <a:gd name="connsiteY1" fmla="*/ 3654 h 142267"/>
                  <a:gd name="connsiteX2" fmla="*/ 595706 w 595706"/>
                  <a:gd name="connsiteY2" fmla="*/ 100085 h 142267"/>
                  <a:gd name="connsiteX3" fmla="*/ 1361 w 595706"/>
                  <a:gd name="connsiteY3" fmla="*/ 142267 h 142267"/>
                  <a:gd name="connsiteX4" fmla="*/ 0 w 595706"/>
                  <a:gd name="connsiteY4" fmla="*/ 25030 h 142267"/>
                  <a:gd name="connsiteX0" fmla="*/ 0 w 595706"/>
                  <a:gd name="connsiteY0" fmla="*/ 22091 h 139328"/>
                  <a:gd name="connsiteX1" fmla="*/ 595706 w 595706"/>
                  <a:gd name="connsiteY1" fmla="*/ 715 h 139328"/>
                  <a:gd name="connsiteX2" fmla="*/ 595706 w 595706"/>
                  <a:gd name="connsiteY2" fmla="*/ 97146 h 139328"/>
                  <a:gd name="connsiteX3" fmla="*/ 1361 w 595706"/>
                  <a:gd name="connsiteY3" fmla="*/ 139328 h 139328"/>
                  <a:gd name="connsiteX4" fmla="*/ 0 w 595706"/>
                  <a:gd name="connsiteY4" fmla="*/ 22091 h 139328"/>
                  <a:gd name="connsiteX0" fmla="*/ 0 w 595706"/>
                  <a:gd name="connsiteY0" fmla="*/ 23573 h 140810"/>
                  <a:gd name="connsiteX1" fmla="*/ 595706 w 595706"/>
                  <a:gd name="connsiteY1" fmla="*/ 2197 h 140810"/>
                  <a:gd name="connsiteX2" fmla="*/ 595706 w 595706"/>
                  <a:gd name="connsiteY2" fmla="*/ 98628 h 140810"/>
                  <a:gd name="connsiteX3" fmla="*/ 1361 w 595706"/>
                  <a:gd name="connsiteY3" fmla="*/ 140810 h 140810"/>
                  <a:gd name="connsiteX4" fmla="*/ 0 w 595706"/>
                  <a:gd name="connsiteY4" fmla="*/ 23573 h 140810"/>
                  <a:gd name="connsiteX0" fmla="*/ 0 w 595706"/>
                  <a:gd name="connsiteY0" fmla="*/ 21908 h 139145"/>
                  <a:gd name="connsiteX1" fmla="*/ 595706 w 595706"/>
                  <a:gd name="connsiteY1" fmla="*/ 532 h 139145"/>
                  <a:gd name="connsiteX2" fmla="*/ 595706 w 595706"/>
                  <a:gd name="connsiteY2" fmla="*/ 96963 h 139145"/>
                  <a:gd name="connsiteX3" fmla="*/ 1361 w 595706"/>
                  <a:gd name="connsiteY3" fmla="*/ 139145 h 139145"/>
                  <a:gd name="connsiteX4" fmla="*/ 0 w 595706"/>
                  <a:gd name="connsiteY4" fmla="*/ 21908 h 139145"/>
                  <a:gd name="connsiteX0" fmla="*/ 0 w 595706"/>
                  <a:gd name="connsiteY0" fmla="*/ 23863 h 141100"/>
                  <a:gd name="connsiteX1" fmla="*/ 595706 w 595706"/>
                  <a:gd name="connsiteY1" fmla="*/ 2487 h 141100"/>
                  <a:gd name="connsiteX2" fmla="*/ 595706 w 595706"/>
                  <a:gd name="connsiteY2" fmla="*/ 98918 h 141100"/>
                  <a:gd name="connsiteX3" fmla="*/ 1361 w 595706"/>
                  <a:gd name="connsiteY3" fmla="*/ 141100 h 141100"/>
                  <a:gd name="connsiteX4" fmla="*/ 0 w 595706"/>
                  <a:gd name="connsiteY4" fmla="*/ 23863 h 141100"/>
                  <a:gd name="connsiteX0" fmla="*/ 0 w 595706"/>
                  <a:gd name="connsiteY0" fmla="*/ 24472 h 141709"/>
                  <a:gd name="connsiteX1" fmla="*/ 595706 w 595706"/>
                  <a:gd name="connsiteY1" fmla="*/ 3096 h 141709"/>
                  <a:gd name="connsiteX2" fmla="*/ 595706 w 595706"/>
                  <a:gd name="connsiteY2" fmla="*/ 99527 h 141709"/>
                  <a:gd name="connsiteX3" fmla="*/ 1361 w 595706"/>
                  <a:gd name="connsiteY3" fmla="*/ 141709 h 141709"/>
                  <a:gd name="connsiteX4" fmla="*/ 0 w 595706"/>
                  <a:gd name="connsiteY4" fmla="*/ 24472 h 141709"/>
                  <a:gd name="connsiteX0" fmla="*/ 0 w 595706"/>
                  <a:gd name="connsiteY0" fmla="*/ 24267 h 141504"/>
                  <a:gd name="connsiteX1" fmla="*/ 595706 w 595706"/>
                  <a:gd name="connsiteY1" fmla="*/ 2891 h 141504"/>
                  <a:gd name="connsiteX2" fmla="*/ 595706 w 595706"/>
                  <a:gd name="connsiteY2" fmla="*/ 99322 h 141504"/>
                  <a:gd name="connsiteX3" fmla="*/ 1361 w 595706"/>
                  <a:gd name="connsiteY3" fmla="*/ 141504 h 141504"/>
                  <a:gd name="connsiteX4" fmla="*/ 0 w 595706"/>
                  <a:gd name="connsiteY4" fmla="*/ 24267 h 141504"/>
                  <a:gd name="connsiteX0" fmla="*/ 0 w 595706"/>
                  <a:gd name="connsiteY0" fmla="*/ 24472 h 141709"/>
                  <a:gd name="connsiteX1" fmla="*/ 595706 w 595706"/>
                  <a:gd name="connsiteY1" fmla="*/ 3096 h 141709"/>
                  <a:gd name="connsiteX2" fmla="*/ 595706 w 595706"/>
                  <a:gd name="connsiteY2" fmla="*/ 99527 h 141709"/>
                  <a:gd name="connsiteX3" fmla="*/ 1361 w 595706"/>
                  <a:gd name="connsiteY3" fmla="*/ 141709 h 141709"/>
                  <a:gd name="connsiteX4" fmla="*/ 0 w 595706"/>
                  <a:gd name="connsiteY4" fmla="*/ 24472 h 141709"/>
                  <a:gd name="connsiteX0" fmla="*/ 0 w 595706"/>
                  <a:gd name="connsiteY0" fmla="*/ 24472 h 141709"/>
                  <a:gd name="connsiteX1" fmla="*/ 594353 w 595706"/>
                  <a:gd name="connsiteY1" fmla="*/ 3096 h 141709"/>
                  <a:gd name="connsiteX2" fmla="*/ 595706 w 595706"/>
                  <a:gd name="connsiteY2" fmla="*/ 99527 h 141709"/>
                  <a:gd name="connsiteX3" fmla="*/ 1361 w 595706"/>
                  <a:gd name="connsiteY3" fmla="*/ 141709 h 141709"/>
                  <a:gd name="connsiteX4" fmla="*/ 0 w 595706"/>
                  <a:gd name="connsiteY4" fmla="*/ 24472 h 141709"/>
                  <a:gd name="connsiteX0" fmla="*/ 124 w 595830"/>
                  <a:gd name="connsiteY0" fmla="*/ 24472 h 141709"/>
                  <a:gd name="connsiteX1" fmla="*/ 594477 w 595830"/>
                  <a:gd name="connsiteY1" fmla="*/ 3096 h 141709"/>
                  <a:gd name="connsiteX2" fmla="*/ 595830 w 595830"/>
                  <a:gd name="connsiteY2" fmla="*/ 99527 h 141709"/>
                  <a:gd name="connsiteX3" fmla="*/ 131 w 595830"/>
                  <a:gd name="connsiteY3" fmla="*/ 141709 h 141709"/>
                  <a:gd name="connsiteX4" fmla="*/ 124 w 595830"/>
                  <a:gd name="connsiteY4" fmla="*/ 24472 h 141709"/>
                  <a:gd name="connsiteX0" fmla="*/ 124 w 597179"/>
                  <a:gd name="connsiteY0" fmla="*/ 25207 h 142444"/>
                  <a:gd name="connsiteX1" fmla="*/ 597179 w 597179"/>
                  <a:gd name="connsiteY1" fmla="*/ 481 h 142444"/>
                  <a:gd name="connsiteX2" fmla="*/ 595830 w 597179"/>
                  <a:gd name="connsiteY2" fmla="*/ 100262 h 142444"/>
                  <a:gd name="connsiteX3" fmla="*/ 131 w 597179"/>
                  <a:gd name="connsiteY3" fmla="*/ 142444 h 142444"/>
                  <a:gd name="connsiteX4" fmla="*/ 124 w 597179"/>
                  <a:gd name="connsiteY4" fmla="*/ 25207 h 142444"/>
                  <a:gd name="connsiteX0" fmla="*/ 124 w 595889"/>
                  <a:gd name="connsiteY0" fmla="*/ 25842 h 143079"/>
                  <a:gd name="connsiteX1" fmla="*/ 594477 w 595889"/>
                  <a:gd name="connsiteY1" fmla="*/ 0 h 143079"/>
                  <a:gd name="connsiteX2" fmla="*/ 595830 w 595889"/>
                  <a:gd name="connsiteY2" fmla="*/ 100897 h 143079"/>
                  <a:gd name="connsiteX3" fmla="*/ 131 w 595889"/>
                  <a:gd name="connsiteY3" fmla="*/ 143079 h 143079"/>
                  <a:gd name="connsiteX4" fmla="*/ 124 w 595889"/>
                  <a:gd name="connsiteY4" fmla="*/ 25842 h 143079"/>
                  <a:gd name="connsiteX0" fmla="*/ 124 w 595889"/>
                  <a:gd name="connsiteY0" fmla="*/ 24713 h 141950"/>
                  <a:gd name="connsiteX1" fmla="*/ 594477 w 595889"/>
                  <a:gd name="connsiteY1" fmla="*/ 2221 h 141950"/>
                  <a:gd name="connsiteX2" fmla="*/ 595830 w 595889"/>
                  <a:gd name="connsiteY2" fmla="*/ 99768 h 141950"/>
                  <a:gd name="connsiteX3" fmla="*/ 131 w 595889"/>
                  <a:gd name="connsiteY3" fmla="*/ 141950 h 141950"/>
                  <a:gd name="connsiteX4" fmla="*/ 124 w 595889"/>
                  <a:gd name="connsiteY4" fmla="*/ 24713 h 141950"/>
                  <a:gd name="connsiteX0" fmla="*/ 124 w 595959"/>
                  <a:gd name="connsiteY0" fmla="*/ 24713 h 141950"/>
                  <a:gd name="connsiteX1" fmla="*/ 595828 w 595959"/>
                  <a:gd name="connsiteY1" fmla="*/ 2221 h 141950"/>
                  <a:gd name="connsiteX2" fmla="*/ 595830 w 595959"/>
                  <a:gd name="connsiteY2" fmla="*/ 99768 h 141950"/>
                  <a:gd name="connsiteX3" fmla="*/ 131 w 595959"/>
                  <a:gd name="connsiteY3" fmla="*/ 141950 h 141950"/>
                  <a:gd name="connsiteX4" fmla="*/ 124 w 595959"/>
                  <a:gd name="connsiteY4" fmla="*/ 24713 h 141950"/>
                  <a:gd name="connsiteX0" fmla="*/ 124 w 595959"/>
                  <a:gd name="connsiteY0" fmla="*/ 24925 h 142162"/>
                  <a:gd name="connsiteX1" fmla="*/ 595828 w 595959"/>
                  <a:gd name="connsiteY1" fmla="*/ 2433 h 142162"/>
                  <a:gd name="connsiteX2" fmla="*/ 595830 w 595959"/>
                  <a:gd name="connsiteY2" fmla="*/ 99980 h 142162"/>
                  <a:gd name="connsiteX3" fmla="*/ 131 w 595959"/>
                  <a:gd name="connsiteY3" fmla="*/ 142162 h 142162"/>
                  <a:gd name="connsiteX4" fmla="*/ 124 w 595959"/>
                  <a:gd name="connsiteY4" fmla="*/ 24925 h 142162"/>
                  <a:gd name="connsiteX0" fmla="*/ 124 w 595959"/>
                  <a:gd name="connsiteY0" fmla="*/ 22492 h 139729"/>
                  <a:gd name="connsiteX1" fmla="*/ 595828 w 595959"/>
                  <a:gd name="connsiteY1" fmla="*/ 0 h 139729"/>
                  <a:gd name="connsiteX2" fmla="*/ 595830 w 595959"/>
                  <a:gd name="connsiteY2" fmla="*/ 97547 h 139729"/>
                  <a:gd name="connsiteX3" fmla="*/ 131 w 595959"/>
                  <a:gd name="connsiteY3" fmla="*/ 139729 h 139729"/>
                  <a:gd name="connsiteX4" fmla="*/ 124 w 595959"/>
                  <a:gd name="connsiteY4" fmla="*/ 22492 h 139729"/>
                  <a:gd name="connsiteX0" fmla="*/ 124 w 595959"/>
                  <a:gd name="connsiteY0" fmla="*/ 25585 h 142822"/>
                  <a:gd name="connsiteX1" fmla="*/ 595828 w 595959"/>
                  <a:gd name="connsiteY1" fmla="*/ 3093 h 142822"/>
                  <a:gd name="connsiteX2" fmla="*/ 595830 w 595959"/>
                  <a:gd name="connsiteY2" fmla="*/ 100640 h 142822"/>
                  <a:gd name="connsiteX3" fmla="*/ 131 w 595959"/>
                  <a:gd name="connsiteY3" fmla="*/ 142822 h 142822"/>
                  <a:gd name="connsiteX4" fmla="*/ 124 w 595959"/>
                  <a:gd name="connsiteY4" fmla="*/ 25585 h 142822"/>
                  <a:gd name="connsiteX0" fmla="*/ 124 w 595959"/>
                  <a:gd name="connsiteY0" fmla="*/ 25585 h 142822"/>
                  <a:gd name="connsiteX1" fmla="*/ 595828 w 595959"/>
                  <a:gd name="connsiteY1" fmla="*/ 3093 h 142822"/>
                  <a:gd name="connsiteX2" fmla="*/ 595830 w 595959"/>
                  <a:gd name="connsiteY2" fmla="*/ 100640 h 142822"/>
                  <a:gd name="connsiteX3" fmla="*/ 131 w 595959"/>
                  <a:gd name="connsiteY3" fmla="*/ 142822 h 142822"/>
                  <a:gd name="connsiteX4" fmla="*/ 124 w 595959"/>
                  <a:gd name="connsiteY4" fmla="*/ 25585 h 142822"/>
                  <a:gd name="connsiteX0" fmla="*/ 124 w 595959"/>
                  <a:gd name="connsiteY0" fmla="*/ 26512 h 143749"/>
                  <a:gd name="connsiteX1" fmla="*/ 595828 w 595959"/>
                  <a:gd name="connsiteY1" fmla="*/ 4020 h 143749"/>
                  <a:gd name="connsiteX2" fmla="*/ 595830 w 595959"/>
                  <a:gd name="connsiteY2" fmla="*/ 101567 h 143749"/>
                  <a:gd name="connsiteX3" fmla="*/ 131 w 595959"/>
                  <a:gd name="connsiteY3" fmla="*/ 143749 h 143749"/>
                  <a:gd name="connsiteX4" fmla="*/ 124 w 595959"/>
                  <a:gd name="connsiteY4" fmla="*/ 26512 h 143749"/>
                  <a:gd name="connsiteX0" fmla="*/ 124 w 595959"/>
                  <a:gd name="connsiteY0" fmla="*/ 26512 h 143749"/>
                  <a:gd name="connsiteX1" fmla="*/ 595828 w 595959"/>
                  <a:gd name="connsiteY1" fmla="*/ 4020 h 143749"/>
                  <a:gd name="connsiteX2" fmla="*/ 595830 w 595959"/>
                  <a:gd name="connsiteY2" fmla="*/ 101567 h 143749"/>
                  <a:gd name="connsiteX3" fmla="*/ 131 w 595959"/>
                  <a:gd name="connsiteY3" fmla="*/ 143749 h 143749"/>
                  <a:gd name="connsiteX4" fmla="*/ 124 w 595959"/>
                  <a:gd name="connsiteY4" fmla="*/ 26512 h 143749"/>
                  <a:gd name="connsiteX0" fmla="*/ 124 w 595959"/>
                  <a:gd name="connsiteY0" fmla="*/ 28496 h 145733"/>
                  <a:gd name="connsiteX1" fmla="*/ 595828 w 595959"/>
                  <a:gd name="connsiteY1" fmla="*/ 6004 h 145733"/>
                  <a:gd name="connsiteX2" fmla="*/ 595830 w 595959"/>
                  <a:gd name="connsiteY2" fmla="*/ 103551 h 145733"/>
                  <a:gd name="connsiteX3" fmla="*/ 131 w 595959"/>
                  <a:gd name="connsiteY3" fmla="*/ 145733 h 145733"/>
                  <a:gd name="connsiteX4" fmla="*/ 124 w 595959"/>
                  <a:gd name="connsiteY4" fmla="*/ 28496 h 14573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856"/>
                  <a:gd name="connsiteY0" fmla="*/ 41841 h 159078"/>
                  <a:gd name="connsiteX1" fmla="*/ 591261 w 595856"/>
                  <a:gd name="connsiteY1" fmla="*/ 0 h 159078"/>
                  <a:gd name="connsiteX2" fmla="*/ 595830 w 595856"/>
                  <a:gd name="connsiteY2" fmla="*/ 116896 h 159078"/>
                  <a:gd name="connsiteX3" fmla="*/ 131 w 595856"/>
                  <a:gd name="connsiteY3" fmla="*/ 159078 h 159078"/>
                  <a:gd name="connsiteX4" fmla="*/ 124 w 595856"/>
                  <a:gd name="connsiteY4" fmla="*/ 41841 h 159078"/>
                  <a:gd name="connsiteX0" fmla="*/ 124 w 595959"/>
                  <a:gd name="connsiteY0" fmla="*/ 41841 h 159078"/>
                  <a:gd name="connsiteX1" fmla="*/ 595828 w 595959"/>
                  <a:gd name="connsiteY1" fmla="*/ 0 h 159078"/>
                  <a:gd name="connsiteX2" fmla="*/ 595830 w 595959"/>
                  <a:gd name="connsiteY2" fmla="*/ 116896 h 159078"/>
                  <a:gd name="connsiteX3" fmla="*/ 131 w 595959"/>
                  <a:gd name="connsiteY3" fmla="*/ 159078 h 159078"/>
                  <a:gd name="connsiteX4" fmla="*/ 124 w 595959"/>
                  <a:gd name="connsiteY4" fmla="*/ 41841 h 159078"/>
                  <a:gd name="connsiteX0" fmla="*/ 124 w 597349"/>
                  <a:gd name="connsiteY0" fmla="*/ 42378 h 159615"/>
                  <a:gd name="connsiteX1" fmla="*/ 597349 w 597349"/>
                  <a:gd name="connsiteY1" fmla="*/ 0 h 159615"/>
                  <a:gd name="connsiteX2" fmla="*/ 595830 w 597349"/>
                  <a:gd name="connsiteY2" fmla="*/ 117433 h 159615"/>
                  <a:gd name="connsiteX3" fmla="*/ 131 w 597349"/>
                  <a:gd name="connsiteY3" fmla="*/ 159615 h 159615"/>
                  <a:gd name="connsiteX4" fmla="*/ 124 w 597349"/>
                  <a:gd name="connsiteY4" fmla="*/ 42378 h 159615"/>
                  <a:gd name="connsiteX0" fmla="*/ 124 w 600443"/>
                  <a:gd name="connsiteY0" fmla="*/ 42378 h 159615"/>
                  <a:gd name="connsiteX1" fmla="*/ 597349 w 600443"/>
                  <a:gd name="connsiteY1" fmla="*/ 0 h 159615"/>
                  <a:gd name="connsiteX2" fmla="*/ 600408 w 600443"/>
                  <a:gd name="connsiteY2" fmla="*/ 117433 h 159615"/>
                  <a:gd name="connsiteX3" fmla="*/ 131 w 600443"/>
                  <a:gd name="connsiteY3" fmla="*/ 159615 h 159615"/>
                  <a:gd name="connsiteX4" fmla="*/ 124 w 600443"/>
                  <a:gd name="connsiteY4" fmla="*/ 42378 h 159615"/>
                  <a:gd name="connsiteX0" fmla="*/ 124 w 600537"/>
                  <a:gd name="connsiteY0" fmla="*/ 42378 h 159615"/>
                  <a:gd name="connsiteX1" fmla="*/ 600401 w 600537"/>
                  <a:gd name="connsiteY1" fmla="*/ 0 h 159615"/>
                  <a:gd name="connsiteX2" fmla="*/ 600408 w 600537"/>
                  <a:gd name="connsiteY2" fmla="*/ 117433 h 159615"/>
                  <a:gd name="connsiteX3" fmla="*/ 131 w 600537"/>
                  <a:gd name="connsiteY3" fmla="*/ 159615 h 159615"/>
                  <a:gd name="connsiteX4" fmla="*/ 124 w 600537"/>
                  <a:gd name="connsiteY4" fmla="*/ 42378 h 1596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00537" h="159615">
                    <a:moveTo>
                      <a:pt x="124" y="42378"/>
                    </a:moveTo>
                    <a:cubicBezTo>
                      <a:pt x="296414" y="-50243"/>
                      <a:pt x="418111" y="75773"/>
                      <a:pt x="600401" y="0"/>
                    </a:cubicBezTo>
                    <a:cubicBezTo>
                      <a:pt x="599951" y="33260"/>
                      <a:pt x="600858" y="84173"/>
                      <a:pt x="600408" y="117433"/>
                    </a:cubicBezTo>
                    <a:cubicBezTo>
                      <a:pt x="395490" y="192726"/>
                      <a:pt x="285331" y="62551"/>
                      <a:pt x="131" y="159615"/>
                    </a:cubicBezTo>
                    <a:cubicBezTo>
                      <a:pt x="-323" y="114566"/>
                      <a:pt x="578" y="87427"/>
                      <a:pt x="124" y="42378"/>
                    </a:cubicBezTo>
                    <a:close/>
                  </a:path>
                </a:pathLst>
              </a:custGeom>
              <a:solidFill>
                <a:schemeClr val="accent5">
                  <a:lumMod val="40000"/>
                  <a:lumOff val="60000"/>
                </a:schemeClr>
              </a:solidFill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grpSp>
            <p:nvGrpSpPr>
              <p:cNvPr id="741" name="组合 740">
                <a:extLst>
                  <a:ext uri="{FF2B5EF4-FFF2-40B4-BE49-F238E27FC236}">
                    <a16:creationId xmlns:a16="http://schemas.microsoft.com/office/drawing/2014/main" id="{DF8CC6E8-9575-CA4D-6E94-6535355DD547}"/>
                  </a:ext>
                </a:extLst>
              </p:cNvPr>
              <p:cNvGrpSpPr/>
              <p:nvPr/>
            </p:nvGrpSpPr>
            <p:grpSpPr>
              <a:xfrm>
                <a:off x="5040167" y="6521415"/>
                <a:ext cx="621640" cy="663817"/>
                <a:chOff x="3656357" y="6507685"/>
                <a:chExt cx="621640" cy="663817"/>
              </a:xfrm>
            </p:grpSpPr>
            <p:sp>
              <p:nvSpPr>
                <p:cNvPr id="742" name="矩形 741">
                  <a:extLst>
                    <a:ext uri="{FF2B5EF4-FFF2-40B4-BE49-F238E27FC236}">
                      <a16:creationId xmlns:a16="http://schemas.microsoft.com/office/drawing/2014/main" id="{1435B8A9-1813-53AC-006C-602A1A3C7ED0}"/>
                    </a:ext>
                  </a:extLst>
                </p:cNvPr>
                <p:cNvSpPr/>
                <p:nvPr/>
              </p:nvSpPr>
              <p:spPr>
                <a:xfrm>
                  <a:off x="3656465" y="6640950"/>
                  <a:ext cx="155302" cy="132623"/>
                </a:xfrm>
                <a:prstGeom prst="rect">
                  <a:avLst/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43" name="矩形 742">
                  <a:extLst>
                    <a:ext uri="{FF2B5EF4-FFF2-40B4-BE49-F238E27FC236}">
                      <a16:creationId xmlns:a16="http://schemas.microsoft.com/office/drawing/2014/main" id="{D4B3FDBF-1CF9-9507-3FB7-96CF77618EED}"/>
                    </a:ext>
                  </a:extLst>
                </p:cNvPr>
                <p:cNvSpPr/>
                <p:nvPr/>
              </p:nvSpPr>
              <p:spPr>
                <a:xfrm>
                  <a:off x="3811875" y="6640950"/>
                  <a:ext cx="155302" cy="132623"/>
                </a:xfrm>
                <a:prstGeom prst="rect">
                  <a:avLst/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44" name="矩形 743">
                  <a:extLst>
                    <a:ext uri="{FF2B5EF4-FFF2-40B4-BE49-F238E27FC236}">
                      <a16:creationId xmlns:a16="http://schemas.microsoft.com/office/drawing/2014/main" id="{0D75CB3B-8582-F695-B440-67D35FE5C8A0}"/>
                    </a:ext>
                  </a:extLst>
                </p:cNvPr>
                <p:cNvSpPr/>
                <p:nvPr/>
              </p:nvSpPr>
              <p:spPr>
                <a:xfrm>
                  <a:off x="3967285" y="6640950"/>
                  <a:ext cx="155302" cy="132623"/>
                </a:xfrm>
                <a:prstGeom prst="rect">
                  <a:avLst/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45" name="矩形 744">
                  <a:extLst>
                    <a:ext uri="{FF2B5EF4-FFF2-40B4-BE49-F238E27FC236}">
                      <a16:creationId xmlns:a16="http://schemas.microsoft.com/office/drawing/2014/main" id="{C028862E-65D0-95F0-C226-92709D777212}"/>
                    </a:ext>
                  </a:extLst>
                </p:cNvPr>
                <p:cNvSpPr/>
                <p:nvPr/>
              </p:nvSpPr>
              <p:spPr>
                <a:xfrm>
                  <a:off x="4122695" y="6640950"/>
                  <a:ext cx="155302" cy="132623"/>
                </a:xfrm>
                <a:prstGeom prst="rect">
                  <a:avLst/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46" name="矩形 745">
                  <a:extLst>
                    <a:ext uri="{FF2B5EF4-FFF2-40B4-BE49-F238E27FC236}">
                      <a16:creationId xmlns:a16="http://schemas.microsoft.com/office/drawing/2014/main" id="{2F8842D0-0522-6D4C-D967-65EC42F04B40}"/>
                    </a:ext>
                  </a:extLst>
                </p:cNvPr>
                <p:cNvSpPr/>
                <p:nvPr/>
              </p:nvSpPr>
              <p:spPr>
                <a:xfrm>
                  <a:off x="3656465" y="6773574"/>
                  <a:ext cx="155302" cy="132623"/>
                </a:xfrm>
                <a:prstGeom prst="rect">
                  <a:avLst/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47" name="矩形 746">
                  <a:extLst>
                    <a:ext uri="{FF2B5EF4-FFF2-40B4-BE49-F238E27FC236}">
                      <a16:creationId xmlns:a16="http://schemas.microsoft.com/office/drawing/2014/main" id="{8351540B-E2E8-390D-B47E-D2BB391E823F}"/>
                    </a:ext>
                  </a:extLst>
                </p:cNvPr>
                <p:cNvSpPr/>
                <p:nvPr/>
              </p:nvSpPr>
              <p:spPr>
                <a:xfrm>
                  <a:off x="3811875" y="6773574"/>
                  <a:ext cx="155302" cy="132623"/>
                </a:xfrm>
                <a:prstGeom prst="rect">
                  <a:avLst/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48" name="矩形 747">
                  <a:extLst>
                    <a:ext uri="{FF2B5EF4-FFF2-40B4-BE49-F238E27FC236}">
                      <a16:creationId xmlns:a16="http://schemas.microsoft.com/office/drawing/2014/main" id="{29F96FFD-D73D-192A-ECBD-8AE667CF3DB7}"/>
                    </a:ext>
                  </a:extLst>
                </p:cNvPr>
                <p:cNvSpPr/>
                <p:nvPr/>
              </p:nvSpPr>
              <p:spPr>
                <a:xfrm>
                  <a:off x="3967285" y="6773574"/>
                  <a:ext cx="155302" cy="132623"/>
                </a:xfrm>
                <a:prstGeom prst="rect">
                  <a:avLst/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49" name="矩形 748">
                  <a:extLst>
                    <a:ext uri="{FF2B5EF4-FFF2-40B4-BE49-F238E27FC236}">
                      <a16:creationId xmlns:a16="http://schemas.microsoft.com/office/drawing/2014/main" id="{479E535E-437C-6E8B-4E7F-DB8BC63616BB}"/>
                    </a:ext>
                  </a:extLst>
                </p:cNvPr>
                <p:cNvSpPr/>
                <p:nvPr/>
              </p:nvSpPr>
              <p:spPr>
                <a:xfrm>
                  <a:off x="4122695" y="6773574"/>
                  <a:ext cx="155302" cy="132623"/>
                </a:xfrm>
                <a:prstGeom prst="rect">
                  <a:avLst/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50" name="矩形 749">
                  <a:extLst>
                    <a:ext uri="{FF2B5EF4-FFF2-40B4-BE49-F238E27FC236}">
                      <a16:creationId xmlns:a16="http://schemas.microsoft.com/office/drawing/2014/main" id="{FEE59B1F-D8B1-399D-9354-413406D921CC}"/>
                    </a:ext>
                  </a:extLst>
                </p:cNvPr>
                <p:cNvSpPr/>
                <p:nvPr/>
              </p:nvSpPr>
              <p:spPr>
                <a:xfrm>
                  <a:off x="3656357" y="6906255"/>
                  <a:ext cx="155302" cy="132623"/>
                </a:xfrm>
                <a:prstGeom prst="rect">
                  <a:avLst/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51" name="矩形 750">
                  <a:extLst>
                    <a:ext uri="{FF2B5EF4-FFF2-40B4-BE49-F238E27FC236}">
                      <a16:creationId xmlns:a16="http://schemas.microsoft.com/office/drawing/2014/main" id="{FDD07DBE-6E77-D37F-2031-E3ACE922D7D7}"/>
                    </a:ext>
                  </a:extLst>
                </p:cNvPr>
                <p:cNvSpPr/>
                <p:nvPr/>
              </p:nvSpPr>
              <p:spPr>
                <a:xfrm>
                  <a:off x="3811767" y="6906255"/>
                  <a:ext cx="155302" cy="132623"/>
                </a:xfrm>
                <a:prstGeom prst="rect">
                  <a:avLst/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52" name="矩形 751">
                  <a:extLst>
                    <a:ext uri="{FF2B5EF4-FFF2-40B4-BE49-F238E27FC236}">
                      <a16:creationId xmlns:a16="http://schemas.microsoft.com/office/drawing/2014/main" id="{D63E8D40-7087-9DB9-06AC-97C81113E4F6}"/>
                    </a:ext>
                  </a:extLst>
                </p:cNvPr>
                <p:cNvSpPr/>
                <p:nvPr/>
              </p:nvSpPr>
              <p:spPr>
                <a:xfrm>
                  <a:off x="3967177" y="6906255"/>
                  <a:ext cx="155302" cy="132623"/>
                </a:xfrm>
                <a:prstGeom prst="rect">
                  <a:avLst/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53" name="矩形 752">
                  <a:extLst>
                    <a:ext uri="{FF2B5EF4-FFF2-40B4-BE49-F238E27FC236}">
                      <a16:creationId xmlns:a16="http://schemas.microsoft.com/office/drawing/2014/main" id="{8AE01846-1F51-C590-B65F-792D2BD9490B}"/>
                    </a:ext>
                  </a:extLst>
                </p:cNvPr>
                <p:cNvSpPr/>
                <p:nvPr/>
              </p:nvSpPr>
              <p:spPr>
                <a:xfrm>
                  <a:off x="4122587" y="6906255"/>
                  <a:ext cx="155302" cy="132623"/>
                </a:xfrm>
                <a:prstGeom prst="rect">
                  <a:avLst/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54" name="矩形 753">
                  <a:extLst>
                    <a:ext uri="{FF2B5EF4-FFF2-40B4-BE49-F238E27FC236}">
                      <a16:creationId xmlns:a16="http://schemas.microsoft.com/office/drawing/2014/main" id="{F178F084-3B05-176D-D259-E6DF0AC6110E}"/>
                    </a:ext>
                  </a:extLst>
                </p:cNvPr>
                <p:cNvSpPr/>
                <p:nvPr/>
              </p:nvSpPr>
              <p:spPr>
                <a:xfrm>
                  <a:off x="3656357" y="7038879"/>
                  <a:ext cx="155302" cy="132623"/>
                </a:xfrm>
                <a:prstGeom prst="rect">
                  <a:avLst/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803" name="矩形 802">
                  <a:extLst>
                    <a:ext uri="{FF2B5EF4-FFF2-40B4-BE49-F238E27FC236}">
                      <a16:creationId xmlns:a16="http://schemas.microsoft.com/office/drawing/2014/main" id="{15C518EC-5FD5-B0A5-3BAA-DE5D9301EAC2}"/>
                    </a:ext>
                  </a:extLst>
                </p:cNvPr>
                <p:cNvSpPr/>
                <p:nvPr/>
              </p:nvSpPr>
              <p:spPr>
                <a:xfrm>
                  <a:off x="3811767" y="7038879"/>
                  <a:ext cx="155302" cy="132623"/>
                </a:xfrm>
                <a:prstGeom prst="rect">
                  <a:avLst/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804" name="矩形 803">
                  <a:extLst>
                    <a:ext uri="{FF2B5EF4-FFF2-40B4-BE49-F238E27FC236}">
                      <a16:creationId xmlns:a16="http://schemas.microsoft.com/office/drawing/2014/main" id="{3932B514-09B6-6DCF-CF5D-2989E07AE42B}"/>
                    </a:ext>
                  </a:extLst>
                </p:cNvPr>
                <p:cNvSpPr/>
                <p:nvPr/>
              </p:nvSpPr>
              <p:spPr>
                <a:xfrm>
                  <a:off x="3967177" y="7038879"/>
                  <a:ext cx="155302" cy="132623"/>
                </a:xfrm>
                <a:prstGeom prst="rect">
                  <a:avLst/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805" name="矩形 804">
                  <a:extLst>
                    <a:ext uri="{FF2B5EF4-FFF2-40B4-BE49-F238E27FC236}">
                      <a16:creationId xmlns:a16="http://schemas.microsoft.com/office/drawing/2014/main" id="{6F24A74E-287A-35DF-46BF-7F937CC89A28}"/>
                    </a:ext>
                  </a:extLst>
                </p:cNvPr>
                <p:cNvSpPr/>
                <p:nvPr/>
              </p:nvSpPr>
              <p:spPr>
                <a:xfrm>
                  <a:off x="4122587" y="7038879"/>
                  <a:ext cx="155302" cy="132623"/>
                </a:xfrm>
                <a:prstGeom prst="rect">
                  <a:avLst/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806" name="矩形 805">
                  <a:extLst>
                    <a:ext uri="{FF2B5EF4-FFF2-40B4-BE49-F238E27FC236}">
                      <a16:creationId xmlns:a16="http://schemas.microsoft.com/office/drawing/2014/main" id="{1FFF0D0C-154B-5D1B-E5C5-28BBCE2FA4C0}"/>
                    </a:ext>
                  </a:extLst>
                </p:cNvPr>
                <p:cNvSpPr/>
                <p:nvPr/>
              </p:nvSpPr>
              <p:spPr>
                <a:xfrm>
                  <a:off x="3656357" y="6507685"/>
                  <a:ext cx="155302" cy="132623"/>
                </a:xfrm>
                <a:prstGeom prst="rect">
                  <a:avLst/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807" name="矩形 806">
                  <a:extLst>
                    <a:ext uri="{FF2B5EF4-FFF2-40B4-BE49-F238E27FC236}">
                      <a16:creationId xmlns:a16="http://schemas.microsoft.com/office/drawing/2014/main" id="{F1FA3708-5282-746F-6052-7D8DF5C07406}"/>
                    </a:ext>
                  </a:extLst>
                </p:cNvPr>
                <p:cNvSpPr/>
                <p:nvPr/>
              </p:nvSpPr>
              <p:spPr>
                <a:xfrm>
                  <a:off x="3811767" y="6507685"/>
                  <a:ext cx="155302" cy="132623"/>
                </a:xfrm>
                <a:prstGeom prst="rect">
                  <a:avLst/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808" name="矩形 807">
                  <a:extLst>
                    <a:ext uri="{FF2B5EF4-FFF2-40B4-BE49-F238E27FC236}">
                      <a16:creationId xmlns:a16="http://schemas.microsoft.com/office/drawing/2014/main" id="{EDF3530E-7950-DCD3-FDCB-235EB46C0B41}"/>
                    </a:ext>
                  </a:extLst>
                </p:cNvPr>
                <p:cNvSpPr/>
                <p:nvPr/>
              </p:nvSpPr>
              <p:spPr>
                <a:xfrm>
                  <a:off x="3967177" y="6507685"/>
                  <a:ext cx="155302" cy="132623"/>
                </a:xfrm>
                <a:prstGeom prst="rect">
                  <a:avLst/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809" name="矩形 808">
                  <a:extLst>
                    <a:ext uri="{FF2B5EF4-FFF2-40B4-BE49-F238E27FC236}">
                      <a16:creationId xmlns:a16="http://schemas.microsoft.com/office/drawing/2014/main" id="{336BE9C1-8DC0-5467-5617-5C8C0C86E646}"/>
                    </a:ext>
                  </a:extLst>
                </p:cNvPr>
                <p:cNvSpPr/>
                <p:nvPr/>
              </p:nvSpPr>
              <p:spPr>
                <a:xfrm>
                  <a:off x="4122587" y="6507685"/>
                  <a:ext cx="155302" cy="132623"/>
                </a:xfrm>
                <a:prstGeom prst="rect">
                  <a:avLst/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</p:grpSp>
      </p:grpSp>
      <p:grpSp>
        <p:nvGrpSpPr>
          <p:cNvPr id="810" name="组合 809">
            <a:extLst>
              <a:ext uri="{FF2B5EF4-FFF2-40B4-BE49-F238E27FC236}">
                <a16:creationId xmlns:a16="http://schemas.microsoft.com/office/drawing/2014/main" id="{9CD46A6D-0CF4-F551-076D-F646CFD59B46}"/>
              </a:ext>
            </a:extLst>
          </p:cNvPr>
          <p:cNvGrpSpPr/>
          <p:nvPr/>
        </p:nvGrpSpPr>
        <p:grpSpPr>
          <a:xfrm>
            <a:off x="9278344" y="5698278"/>
            <a:ext cx="621640" cy="1039771"/>
            <a:chOff x="6489710" y="6141287"/>
            <a:chExt cx="621640" cy="1039771"/>
          </a:xfrm>
        </p:grpSpPr>
        <p:sp>
          <p:nvSpPr>
            <p:cNvPr id="811" name="矩形 1174">
              <a:extLst>
                <a:ext uri="{FF2B5EF4-FFF2-40B4-BE49-F238E27FC236}">
                  <a16:creationId xmlns:a16="http://schemas.microsoft.com/office/drawing/2014/main" id="{B41C59C4-0E7F-5E39-F66E-CAE68F0D2378}"/>
                </a:ext>
              </a:extLst>
            </p:cNvPr>
            <p:cNvSpPr/>
            <p:nvPr/>
          </p:nvSpPr>
          <p:spPr>
            <a:xfrm rot="10800000">
              <a:off x="6490934" y="6307595"/>
              <a:ext cx="618706" cy="201627"/>
            </a:xfrm>
            <a:custGeom>
              <a:avLst/>
              <a:gdLst>
                <a:gd name="connsiteX0" fmla="*/ 0 w 595706"/>
                <a:gd name="connsiteY0" fmla="*/ 0 h 92965"/>
                <a:gd name="connsiteX1" fmla="*/ 595706 w 595706"/>
                <a:gd name="connsiteY1" fmla="*/ 0 h 92965"/>
                <a:gd name="connsiteX2" fmla="*/ 595706 w 595706"/>
                <a:gd name="connsiteY2" fmla="*/ 92965 h 92965"/>
                <a:gd name="connsiteX3" fmla="*/ 0 w 595706"/>
                <a:gd name="connsiteY3" fmla="*/ 92965 h 92965"/>
                <a:gd name="connsiteX4" fmla="*/ 0 w 595706"/>
                <a:gd name="connsiteY4" fmla="*/ 0 h 92965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1422 w 594406"/>
                <a:gd name="connsiteY0" fmla="*/ 21376 h 135147"/>
                <a:gd name="connsiteX1" fmla="*/ 594406 w 594406"/>
                <a:gd name="connsiteY1" fmla="*/ 0 h 135147"/>
                <a:gd name="connsiteX2" fmla="*/ 594406 w 594406"/>
                <a:gd name="connsiteY2" fmla="*/ 92965 h 135147"/>
                <a:gd name="connsiteX3" fmla="*/ 61 w 594406"/>
                <a:gd name="connsiteY3" fmla="*/ 135147 h 135147"/>
                <a:gd name="connsiteX4" fmla="*/ 1422 w 594406"/>
                <a:gd name="connsiteY4" fmla="*/ 21376 h 135147"/>
                <a:gd name="connsiteX0" fmla="*/ 1422 w 594406"/>
                <a:gd name="connsiteY0" fmla="*/ 15599 h 135147"/>
                <a:gd name="connsiteX1" fmla="*/ 594406 w 594406"/>
                <a:gd name="connsiteY1" fmla="*/ 0 h 135147"/>
                <a:gd name="connsiteX2" fmla="*/ 594406 w 594406"/>
                <a:gd name="connsiteY2" fmla="*/ 92965 h 135147"/>
                <a:gd name="connsiteX3" fmla="*/ 61 w 594406"/>
                <a:gd name="connsiteY3" fmla="*/ 135147 h 135147"/>
                <a:gd name="connsiteX4" fmla="*/ 1422 w 594406"/>
                <a:gd name="connsiteY4" fmla="*/ 15599 h 135147"/>
                <a:gd name="connsiteX0" fmla="*/ 131 w 594476"/>
                <a:gd name="connsiteY0" fmla="*/ 4622 h 135147"/>
                <a:gd name="connsiteX1" fmla="*/ 594476 w 594476"/>
                <a:gd name="connsiteY1" fmla="*/ 0 h 135147"/>
                <a:gd name="connsiteX2" fmla="*/ 594476 w 594476"/>
                <a:gd name="connsiteY2" fmla="*/ 92965 h 135147"/>
                <a:gd name="connsiteX3" fmla="*/ 131 w 594476"/>
                <a:gd name="connsiteY3" fmla="*/ 135147 h 135147"/>
                <a:gd name="connsiteX4" fmla="*/ 131 w 594476"/>
                <a:gd name="connsiteY4" fmla="*/ 4622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22423 h 139660"/>
                <a:gd name="connsiteX1" fmla="*/ 595706 w 595706"/>
                <a:gd name="connsiteY1" fmla="*/ 4513 h 139660"/>
                <a:gd name="connsiteX2" fmla="*/ 595706 w 595706"/>
                <a:gd name="connsiteY2" fmla="*/ 97478 h 139660"/>
                <a:gd name="connsiteX3" fmla="*/ 1361 w 595706"/>
                <a:gd name="connsiteY3" fmla="*/ 139660 h 139660"/>
                <a:gd name="connsiteX4" fmla="*/ 0 w 595706"/>
                <a:gd name="connsiteY4" fmla="*/ 22423 h 139660"/>
                <a:gd name="connsiteX0" fmla="*/ 0 w 595706"/>
                <a:gd name="connsiteY0" fmla="*/ 26413 h 143650"/>
                <a:gd name="connsiteX1" fmla="*/ 595706 w 595706"/>
                <a:gd name="connsiteY1" fmla="*/ 8503 h 143650"/>
                <a:gd name="connsiteX2" fmla="*/ 595706 w 595706"/>
                <a:gd name="connsiteY2" fmla="*/ 101468 h 143650"/>
                <a:gd name="connsiteX3" fmla="*/ 1361 w 595706"/>
                <a:gd name="connsiteY3" fmla="*/ 143650 h 143650"/>
                <a:gd name="connsiteX4" fmla="*/ 0 w 595706"/>
                <a:gd name="connsiteY4" fmla="*/ 26413 h 143650"/>
                <a:gd name="connsiteX0" fmla="*/ 0 w 595706"/>
                <a:gd name="connsiteY0" fmla="*/ 21286 h 138523"/>
                <a:gd name="connsiteX1" fmla="*/ 595706 w 595706"/>
                <a:gd name="connsiteY1" fmla="*/ 3376 h 138523"/>
                <a:gd name="connsiteX2" fmla="*/ 595706 w 595706"/>
                <a:gd name="connsiteY2" fmla="*/ 96341 h 138523"/>
                <a:gd name="connsiteX3" fmla="*/ 1361 w 595706"/>
                <a:gd name="connsiteY3" fmla="*/ 138523 h 138523"/>
                <a:gd name="connsiteX4" fmla="*/ 0 w 595706"/>
                <a:gd name="connsiteY4" fmla="*/ 21286 h 138523"/>
                <a:gd name="connsiteX0" fmla="*/ 0 w 595706"/>
                <a:gd name="connsiteY0" fmla="*/ 22534 h 139771"/>
                <a:gd name="connsiteX1" fmla="*/ 595706 w 595706"/>
                <a:gd name="connsiteY1" fmla="*/ 4624 h 139771"/>
                <a:gd name="connsiteX2" fmla="*/ 595706 w 595706"/>
                <a:gd name="connsiteY2" fmla="*/ 97589 h 139771"/>
                <a:gd name="connsiteX3" fmla="*/ 1361 w 595706"/>
                <a:gd name="connsiteY3" fmla="*/ 139771 h 139771"/>
                <a:gd name="connsiteX4" fmla="*/ 0 w 595706"/>
                <a:gd name="connsiteY4" fmla="*/ 22534 h 139771"/>
                <a:gd name="connsiteX0" fmla="*/ 0 w 595706"/>
                <a:gd name="connsiteY0" fmla="*/ 23494 h 140731"/>
                <a:gd name="connsiteX1" fmla="*/ 595706 w 595706"/>
                <a:gd name="connsiteY1" fmla="*/ 2118 h 140731"/>
                <a:gd name="connsiteX2" fmla="*/ 595706 w 595706"/>
                <a:gd name="connsiteY2" fmla="*/ 98549 h 140731"/>
                <a:gd name="connsiteX3" fmla="*/ 1361 w 595706"/>
                <a:gd name="connsiteY3" fmla="*/ 140731 h 140731"/>
                <a:gd name="connsiteX4" fmla="*/ 0 w 595706"/>
                <a:gd name="connsiteY4" fmla="*/ 23494 h 140731"/>
                <a:gd name="connsiteX0" fmla="*/ 0 w 595706"/>
                <a:gd name="connsiteY0" fmla="*/ 23494 h 140731"/>
                <a:gd name="connsiteX1" fmla="*/ 595706 w 595706"/>
                <a:gd name="connsiteY1" fmla="*/ 2118 h 140731"/>
                <a:gd name="connsiteX2" fmla="*/ 595706 w 595706"/>
                <a:gd name="connsiteY2" fmla="*/ 98549 h 140731"/>
                <a:gd name="connsiteX3" fmla="*/ 1361 w 595706"/>
                <a:gd name="connsiteY3" fmla="*/ 140731 h 140731"/>
                <a:gd name="connsiteX4" fmla="*/ 0 w 595706"/>
                <a:gd name="connsiteY4" fmla="*/ 23494 h 140731"/>
                <a:gd name="connsiteX0" fmla="*/ 0 w 595706"/>
                <a:gd name="connsiteY0" fmla="*/ 25030 h 142267"/>
                <a:gd name="connsiteX1" fmla="*/ 595706 w 595706"/>
                <a:gd name="connsiteY1" fmla="*/ 3654 h 142267"/>
                <a:gd name="connsiteX2" fmla="*/ 595706 w 595706"/>
                <a:gd name="connsiteY2" fmla="*/ 100085 h 142267"/>
                <a:gd name="connsiteX3" fmla="*/ 1361 w 595706"/>
                <a:gd name="connsiteY3" fmla="*/ 142267 h 142267"/>
                <a:gd name="connsiteX4" fmla="*/ 0 w 595706"/>
                <a:gd name="connsiteY4" fmla="*/ 25030 h 142267"/>
                <a:gd name="connsiteX0" fmla="*/ 0 w 595706"/>
                <a:gd name="connsiteY0" fmla="*/ 22091 h 139328"/>
                <a:gd name="connsiteX1" fmla="*/ 595706 w 595706"/>
                <a:gd name="connsiteY1" fmla="*/ 715 h 139328"/>
                <a:gd name="connsiteX2" fmla="*/ 595706 w 595706"/>
                <a:gd name="connsiteY2" fmla="*/ 97146 h 139328"/>
                <a:gd name="connsiteX3" fmla="*/ 1361 w 595706"/>
                <a:gd name="connsiteY3" fmla="*/ 139328 h 139328"/>
                <a:gd name="connsiteX4" fmla="*/ 0 w 595706"/>
                <a:gd name="connsiteY4" fmla="*/ 22091 h 139328"/>
                <a:gd name="connsiteX0" fmla="*/ 0 w 595706"/>
                <a:gd name="connsiteY0" fmla="*/ 23573 h 140810"/>
                <a:gd name="connsiteX1" fmla="*/ 595706 w 595706"/>
                <a:gd name="connsiteY1" fmla="*/ 2197 h 140810"/>
                <a:gd name="connsiteX2" fmla="*/ 595706 w 595706"/>
                <a:gd name="connsiteY2" fmla="*/ 98628 h 140810"/>
                <a:gd name="connsiteX3" fmla="*/ 1361 w 595706"/>
                <a:gd name="connsiteY3" fmla="*/ 140810 h 140810"/>
                <a:gd name="connsiteX4" fmla="*/ 0 w 595706"/>
                <a:gd name="connsiteY4" fmla="*/ 23573 h 140810"/>
                <a:gd name="connsiteX0" fmla="*/ 0 w 595706"/>
                <a:gd name="connsiteY0" fmla="*/ 21908 h 139145"/>
                <a:gd name="connsiteX1" fmla="*/ 595706 w 595706"/>
                <a:gd name="connsiteY1" fmla="*/ 532 h 139145"/>
                <a:gd name="connsiteX2" fmla="*/ 595706 w 595706"/>
                <a:gd name="connsiteY2" fmla="*/ 96963 h 139145"/>
                <a:gd name="connsiteX3" fmla="*/ 1361 w 595706"/>
                <a:gd name="connsiteY3" fmla="*/ 139145 h 139145"/>
                <a:gd name="connsiteX4" fmla="*/ 0 w 595706"/>
                <a:gd name="connsiteY4" fmla="*/ 21908 h 139145"/>
                <a:gd name="connsiteX0" fmla="*/ 0 w 595706"/>
                <a:gd name="connsiteY0" fmla="*/ 23863 h 141100"/>
                <a:gd name="connsiteX1" fmla="*/ 595706 w 595706"/>
                <a:gd name="connsiteY1" fmla="*/ 2487 h 141100"/>
                <a:gd name="connsiteX2" fmla="*/ 595706 w 595706"/>
                <a:gd name="connsiteY2" fmla="*/ 98918 h 141100"/>
                <a:gd name="connsiteX3" fmla="*/ 1361 w 595706"/>
                <a:gd name="connsiteY3" fmla="*/ 141100 h 141100"/>
                <a:gd name="connsiteX4" fmla="*/ 0 w 595706"/>
                <a:gd name="connsiteY4" fmla="*/ 23863 h 141100"/>
                <a:gd name="connsiteX0" fmla="*/ 0 w 595706"/>
                <a:gd name="connsiteY0" fmla="*/ 24472 h 141709"/>
                <a:gd name="connsiteX1" fmla="*/ 595706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0 w 595706"/>
                <a:gd name="connsiteY0" fmla="*/ 24267 h 141504"/>
                <a:gd name="connsiteX1" fmla="*/ 595706 w 595706"/>
                <a:gd name="connsiteY1" fmla="*/ 2891 h 141504"/>
                <a:gd name="connsiteX2" fmla="*/ 595706 w 595706"/>
                <a:gd name="connsiteY2" fmla="*/ 99322 h 141504"/>
                <a:gd name="connsiteX3" fmla="*/ 1361 w 595706"/>
                <a:gd name="connsiteY3" fmla="*/ 141504 h 141504"/>
                <a:gd name="connsiteX4" fmla="*/ 0 w 595706"/>
                <a:gd name="connsiteY4" fmla="*/ 24267 h 141504"/>
                <a:gd name="connsiteX0" fmla="*/ 0 w 595706"/>
                <a:gd name="connsiteY0" fmla="*/ 24472 h 141709"/>
                <a:gd name="connsiteX1" fmla="*/ 595706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0 w 595706"/>
                <a:gd name="connsiteY0" fmla="*/ 24472 h 141709"/>
                <a:gd name="connsiteX1" fmla="*/ 594353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124 w 595830"/>
                <a:gd name="connsiteY0" fmla="*/ 24472 h 141709"/>
                <a:gd name="connsiteX1" fmla="*/ 594477 w 595830"/>
                <a:gd name="connsiteY1" fmla="*/ 3096 h 141709"/>
                <a:gd name="connsiteX2" fmla="*/ 595830 w 595830"/>
                <a:gd name="connsiteY2" fmla="*/ 99527 h 141709"/>
                <a:gd name="connsiteX3" fmla="*/ 131 w 595830"/>
                <a:gd name="connsiteY3" fmla="*/ 141709 h 141709"/>
                <a:gd name="connsiteX4" fmla="*/ 124 w 595830"/>
                <a:gd name="connsiteY4" fmla="*/ 24472 h 141709"/>
                <a:gd name="connsiteX0" fmla="*/ 124 w 597179"/>
                <a:gd name="connsiteY0" fmla="*/ 25207 h 142444"/>
                <a:gd name="connsiteX1" fmla="*/ 597179 w 597179"/>
                <a:gd name="connsiteY1" fmla="*/ 481 h 142444"/>
                <a:gd name="connsiteX2" fmla="*/ 595830 w 597179"/>
                <a:gd name="connsiteY2" fmla="*/ 100262 h 142444"/>
                <a:gd name="connsiteX3" fmla="*/ 131 w 597179"/>
                <a:gd name="connsiteY3" fmla="*/ 142444 h 142444"/>
                <a:gd name="connsiteX4" fmla="*/ 124 w 597179"/>
                <a:gd name="connsiteY4" fmla="*/ 25207 h 142444"/>
                <a:gd name="connsiteX0" fmla="*/ 124 w 595889"/>
                <a:gd name="connsiteY0" fmla="*/ 25842 h 143079"/>
                <a:gd name="connsiteX1" fmla="*/ 594477 w 595889"/>
                <a:gd name="connsiteY1" fmla="*/ 0 h 143079"/>
                <a:gd name="connsiteX2" fmla="*/ 595830 w 595889"/>
                <a:gd name="connsiteY2" fmla="*/ 100897 h 143079"/>
                <a:gd name="connsiteX3" fmla="*/ 131 w 595889"/>
                <a:gd name="connsiteY3" fmla="*/ 143079 h 143079"/>
                <a:gd name="connsiteX4" fmla="*/ 124 w 595889"/>
                <a:gd name="connsiteY4" fmla="*/ 25842 h 143079"/>
                <a:gd name="connsiteX0" fmla="*/ 124 w 595889"/>
                <a:gd name="connsiteY0" fmla="*/ 24713 h 141950"/>
                <a:gd name="connsiteX1" fmla="*/ 594477 w 595889"/>
                <a:gd name="connsiteY1" fmla="*/ 2221 h 141950"/>
                <a:gd name="connsiteX2" fmla="*/ 595830 w 595889"/>
                <a:gd name="connsiteY2" fmla="*/ 99768 h 141950"/>
                <a:gd name="connsiteX3" fmla="*/ 131 w 595889"/>
                <a:gd name="connsiteY3" fmla="*/ 141950 h 141950"/>
                <a:gd name="connsiteX4" fmla="*/ 124 w 595889"/>
                <a:gd name="connsiteY4" fmla="*/ 24713 h 141950"/>
                <a:gd name="connsiteX0" fmla="*/ 124 w 595959"/>
                <a:gd name="connsiteY0" fmla="*/ 24713 h 141950"/>
                <a:gd name="connsiteX1" fmla="*/ 595828 w 595959"/>
                <a:gd name="connsiteY1" fmla="*/ 2221 h 141950"/>
                <a:gd name="connsiteX2" fmla="*/ 595830 w 595959"/>
                <a:gd name="connsiteY2" fmla="*/ 99768 h 141950"/>
                <a:gd name="connsiteX3" fmla="*/ 131 w 595959"/>
                <a:gd name="connsiteY3" fmla="*/ 141950 h 141950"/>
                <a:gd name="connsiteX4" fmla="*/ 124 w 595959"/>
                <a:gd name="connsiteY4" fmla="*/ 24713 h 141950"/>
                <a:gd name="connsiteX0" fmla="*/ 124 w 595959"/>
                <a:gd name="connsiteY0" fmla="*/ 24925 h 142162"/>
                <a:gd name="connsiteX1" fmla="*/ 595828 w 595959"/>
                <a:gd name="connsiteY1" fmla="*/ 2433 h 142162"/>
                <a:gd name="connsiteX2" fmla="*/ 595830 w 595959"/>
                <a:gd name="connsiteY2" fmla="*/ 99980 h 142162"/>
                <a:gd name="connsiteX3" fmla="*/ 131 w 595959"/>
                <a:gd name="connsiteY3" fmla="*/ 142162 h 142162"/>
                <a:gd name="connsiteX4" fmla="*/ 124 w 595959"/>
                <a:gd name="connsiteY4" fmla="*/ 24925 h 142162"/>
                <a:gd name="connsiteX0" fmla="*/ 124 w 595959"/>
                <a:gd name="connsiteY0" fmla="*/ 22492 h 139729"/>
                <a:gd name="connsiteX1" fmla="*/ 595828 w 595959"/>
                <a:gd name="connsiteY1" fmla="*/ 0 h 139729"/>
                <a:gd name="connsiteX2" fmla="*/ 595830 w 595959"/>
                <a:gd name="connsiteY2" fmla="*/ 97547 h 139729"/>
                <a:gd name="connsiteX3" fmla="*/ 131 w 595959"/>
                <a:gd name="connsiteY3" fmla="*/ 139729 h 139729"/>
                <a:gd name="connsiteX4" fmla="*/ 124 w 595959"/>
                <a:gd name="connsiteY4" fmla="*/ 22492 h 139729"/>
                <a:gd name="connsiteX0" fmla="*/ 124 w 595959"/>
                <a:gd name="connsiteY0" fmla="*/ 25585 h 142822"/>
                <a:gd name="connsiteX1" fmla="*/ 595828 w 595959"/>
                <a:gd name="connsiteY1" fmla="*/ 3093 h 142822"/>
                <a:gd name="connsiteX2" fmla="*/ 595830 w 595959"/>
                <a:gd name="connsiteY2" fmla="*/ 100640 h 142822"/>
                <a:gd name="connsiteX3" fmla="*/ 131 w 595959"/>
                <a:gd name="connsiteY3" fmla="*/ 142822 h 142822"/>
                <a:gd name="connsiteX4" fmla="*/ 124 w 595959"/>
                <a:gd name="connsiteY4" fmla="*/ 25585 h 142822"/>
                <a:gd name="connsiteX0" fmla="*/ 124 w 595959"/>
                <a:gd name="connsiteY0" fmla="*/ 25585 h 142822"/>
                <a:gd name="connsiteX1" fmla="*/ 595828 w 595959"/>
                <a:gd name="connsiteY1" fmla="*/ 3093 h 142822"/>
                <a:gd name="connsiteX2" fmla="*/ 595830 w 595959"/>
                <a:gd name="connsiteY2" fmla="*/ 100640 h 142822"/>
                <a:gd name="connsiteX3" fmla="*/ 131 w 595959"/>
                <a:gd name="connsiteY3" fmla="*/ 142822 h 142822"/>
                <a:gd name="connsiteX4" fmla="*/ 124 w 595959"/>
                <a:gd name="connsiteY4" fmla="*/ 25585 h 142822"/>
                <a:gd name="connsiteX0" fmla="*/ 124 w 595959"/>
                <a:gd name="connsiteY0" fmla="*/ 26512 h 143749"/>
                <a:gd name="connsiteX1" fmla="*/ 595828 w 595959"/>
                <a:gd name="connsiteY1" fmla="*/ 4020 h 143749"/>
                <a:gd name="connsiteX2" fmla="*/ 595830 w 595959"/>
                <a:gd name="connsiteY2" fmla="*/ 101567 h 143749"/>
                <a:gd name="connsiteX3" fmla="*/ 131 w 595959"/>
                <a:gd name="connsiteY3" fmla="*/ 143749 h 143749"/>
                <a:gd name="connsiteX4" fmla="*/ 124 w 595959"/>
                <a:gd name="connsiteY4" fmla="*/ 26512 h 143749"/>
                <a:gd name="connsiteX0" fmla="*/ 124 w 595959"/>
                <a:gd name="connsiteY0" fmla="*/ 26512 h 143749"/>
                <a:gd name="connsiteX1" fmla="*/ 595828 w 595959"/>
                <a:gd name="connsiteY1" fmla="*/ 4020 h 143749"/>
                <a:gd name="connsiteX2" fmla="*/ 595830 w 595959"/>
                <a:gd name="connsiteY2" fmla="*/ 101567 h 143749"/>
                <a:gd name="connsiteX3" fmla="*/ 131 w 595959"/>
                <a:gd name="connsiteY3" fmla="*/ 143749 h 143749"/>
                <a:gd name="connsiteX4" fmla="*/ 124 w 595959"/>
                <a:gd name="connsiteY4" fmla="*/ 26512 h 143749"/>
                <a:gd name="connsiteX0" fmla="*/ 124 w 595959"/>
                <a:gd name="connsiteY0" fmla="*/ 28496 h 145733"/>
                <a:gd name="connsiteX1" fmla="*/ 595828 w 595959"/>
                <a:gd name="connsiteY1" fmla="*/ 6004 h 145733"/>
                <a:gd name="connsiteX2" fmla="*/ 595830 w 595959"/>
                <a:gd name="connsiteY2" fmla="*/ 103551 h 145733"/>
                <a:gd name="connsiteX3" fmla="*/ 131 w 595959"/>
                <a:gd name="connsiteY3" fmla="*/ 145733 h 145733"/>
                <a:gd name="connsiteX4" fmla="*/ 124 w 595959"/>
                <a:gd name="connsiteY4" fmla="*/ 28496 h 14573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856"/>
                <a:gd name="connsiteY0" fmla="*/ 41841 h 159078"/>
                <a:gd name="connsiteX1" fmla="*/ 591261 w 595856"/>
                <a:gd name="connsiteY1" fmla="*/ 0 h 159078"/>
                <a:gd name="connsiteX2" fmla="*/ 595830 w 595856"/>
                <a:gd name="connsiteY2" fmla="*/ 116896 h 159078"/>
                <a:gd name="connsiteX3" fmla="*/ 131 w 595856"/>
                <a:gd name="connsiteY3" fmla="*/ 159078 h 159078"/>
                <a:gd name="connsiteX4" fmla="*/ 124 w 595856"/>
                <a:gd name="connsiteY4" fmla="*/ 41841 h 159078"/>
                <a:gd name="connsiteX0" fmla="*/ 124 w 595959"/>
                <a:gd name="connsiteY0" fmla="*/ 41841 h 159078"/>
                <a:gd name="connsiteX1" fmla="*/ 595828 w 595959"/>
                <a:gd name="connsiteY1" fmla="*/ 0 h 159078"/>
                <a:gd name="connsiteX2" fmla="*/ 595830 w 595959"/>
                <a:gd name="connsiteY2" fmla="*/ 116896 h 159078"/>
                <a:gd name="connsiteX3" fmla="*/ 131 w 595959"/>
                <a:gd name="connsiteY3" fmla="*/ 159078 h 159078"/>
                <a:gd name="connsiteX4" fmla="*/ 124 w 595959"/>
                <a:gd name="connsiteY4" fmla="*/ 41841 h 159078"/>
                <a:gd name="connsiteX0" fmla="*/ 124 w 597349"/>
                <a:gd name="connsiteY0" fmla="*/ 42378 h 159615"/>
                <a:gd name="connsiteX1" fmla="*/ 597349 w 597349"/>
                <a:gd name="connsiteY1" fmla="*/ 0 h 159615"/>
                <a:gd name="connsiteX2" fmla="*/ 595830 w 597349"/>
                <a:gd name="connsiteY2" fmla="*/ 117433 h 159615"/>
                <a:gd name="connsiteX3" fmla="*/ 131 w 597349"/>
                <a:gd name="connsiteY3" fmla="*/ 159615 h 159615"/>
                <a:gd name="connsiteX4" fmla="*/ 124 w 597349"/>
                <a:gd name="connsiteY4" fmla="*/ 42378 h 159615"/>
                <a:gd name="connsiteX0" fmla="*/ 124 w 600443"/>
                <a:gd name="connsiteY0" fmla="*/ 42378 h 159615"/>
                <a:gd name="connsiteX1" fmla="*/ 597349 w 600443"/>
                <a:gd name="connsiteY1" fmla="*/ 0 h 159615"/>
                <a:gd name="connsiteX2" fmla="*/ 600408 w 600443"/>
                <a:gd name="connsiteY2" fmla="*/ 117433 h 159615"/>
                <a:gd name="connsiteX3" fmla="*/ 131 w 600443"/>
                <a:gd name="connsiteY3" fmla="*/ 159615 h 159615"/>
                <a:gd name="connsiteX4" fmla="*/ 124 w 600443"/>
                <a:gd name="connsiteY4" fmla="*/ 42378 h 159615"/>
                <a:gd name="connsiteX0" fmla="*/ 124 w 600537"/>
                <a:gd name="connsiteY0" fmla="*/ 42378 h 159615"/>
                <a:gd name="connsiteX1" fmla="*/ 600401 w 600537"/>
                <a:gd name="connsiteY1" fmla="*/ 0 h 159615"/>
                <a:gd name="connsiteX2" fmla="*/ 600408 w 600537"/>
                <a:gd name="connsiteY2" fmla="*/ 117433 h 159615"/>
                <a:gd name="connsiteX3" fmla="*/ 131 w 600537"/>
                <a:gd name="connsiteY3" fmla="*/ 159615 h 159615"/>
                <a:gd name="connsiteX4" fmla="*/ 124 w 600537"/>
                <a:gd name="connsiteY4" fmla="*/ 42378 h 159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0537" h="159615">
                  <a:moveTo>
                    <a:pt x="124" y="42378"/>
                  </a:moveTo>
                  <a:cubicBezTo>
                    <a:pt x="296414" y="-50243"/>
                    <a:pt x="418111" y="75773"/>
                    <a:pt x="600401" y="0"/>
                  </a:cubicBezTo>
                  <a:cubicBezTo>
                    <a:pt x="599951" y="33260"/>
                    <a:pt x="600858" y="84173"/>
                    <a:pt x="600408" y="117433"/>
                  </a:cubicBezTo>
                  <a:cubicBezTo>
                    <a:pt x="395490" y="192726"/>
                    <a:pt x="285331" y="62551"/>
                    <a:pt x="131" y="159615"/>
                  </a:cubicBezTo>
                  <a:cubicBezTo>
                    <a:pt x="-323" y="114566"/>
                    <a:pt x="578" y="87427"/>
                    <a:pt x="124" y="42378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12" name="矩形 1174">
              <a:extLst>
                <a:ext uri="{FF2B5EF4-FFF2-40B4-BE49-F238E27FC236}">
                  <a16:creationId xmlns:a16="http://schemas.microsoft.com/office/drawing/2014/main" id="{530EAA4D-D330-C1FE-5258-D9EF854235E3}"/>
                </a:ext>
              </a:extLst>
            </p:cNvPr>
            <p:cNvSpPr/>
            <p:nvPr/>
          </p:nvSpPr>
          <p:spPr>
            <a:xfrm rot="10800000">
              <a:off x="6490934" y="6141287"/>
              <a:ext cx="618706" cy="226680"/>
            </a:xfrm>
            <a:custGeom>
              <a:avLst/>
              <a:gdLst>
                <a:gd name="connsiteX0" fmla="*/ 0 w 595706"/>
                <a:gd name="connsiteY0" fmla="*/ 0 h 92965"/>
                <a:gd name="connsiteX1" fmla="*/ 595706 w 595706"/>
                <a:gd name="connsiteY1" fmla="*/ 0 h 92965"/>
                <a:gd name="connsiteX2" fmla="*/ 595706 w 595706"/>
                <a:gd name="connsiteY2" fmla="*/ 92965 h 92965"/>
                <a:gd name="connsiteX3" fmla="*/ 0 w 595706"/>
                <a:gd name="connsiteY3" fmla="*/ 92965 h 92965"/>
                <a:gd name="connsiteX4" fmla="*/ 0 w 595706"/>
                <a:gd name="connsiteY4" fmla="*/ 0 h 92965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1422 w 594406"/>
                <a:gd name="connsiteY0" fmla="*/ 21376 h 135147"/>
                <a:gd name="connsiteX1" fmla="*/ 594406 w 594406"/>
                <a:gd name="connsiteY1" fmla="*/ 0 h 135147"/>
                <a:gd name="connsiteX2" fmla="*/ 594406 w 594406"/>
                <a:gd name="connsiteY2" fmla="*/ 92965 h 135147"/>
                <a:gd name="connsiteX3" fmla="*/ 61 w 594406"/>
                <a:gd name="connsiteY3" fmla="*/ 135147 h 135147"/>
                <a:gd name="connsiteX4" fmla="*/ 1422 w 594406"/>
                <a:gd name="connsiteY4" fmla="*/ 21376 h 135147"/>
                <a:gd name="connsiteX0" fmla="*/ 1422 w 594406"/>
                <a:gd name="connsiteY0" fmla="*/ 15599 h 135147"/>
                <a:gd name="connsiteX1" fmla="*/ 594406 w 594406"/>
                <a:gd name="connsiteY1" fmla="*/ 0 h 135147"/>
                <a:gd name="connsiteX2" fmla="*/ 594406 w 594406"/>
                <a:gd name="connsiteY2" fmla="*/ 92965 h 135147"/>
                <a:gd name="connsiteX3" fmla="*/ 61 w 594406"/>
                <a:gd name="connsiteY3" fmla="*/ 135147 h 135147"/>
                <a:gd name="connsiteX4" fmla="*/ 1422 w 594406"/>
                <a:gd name="connsiteY4" fmla="*/ 15599 h 135147"/>
                <a:gd name="connsiteX0" fmla="*/ 131 w 594476"/>
                <a:gd name="connsiteY0" fmla="*/ 4622 h 135147"/>
                <a:gd name="connsiteX1" fmla="*/ 594476 w 594476"/>
                <a:gd name="connsiteY1" fmla="*/ 0 h 135147"/>
                <a:gd name="connsiteX2" fmla="*/ 594476 w 594476"/>
                <a:gd name="connsiteY2" fmla="*/ 92965 h 135147"/>
                <a:gd name="connsiteX3" fmla="*/ 131 w 594476"/>
                <a:gd name="connsiteY3" fmla="*/ 135147 h 135147"/>
                <a:gd name="connsiteX4" fmla="*/ 131 w 594476"/>
                <a:gd name="connsiteY4" fmla="*/ 4622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22423 h 139660"/>
                <a:gd name="connsiteX1" fmla="*/ 595706 w 595706"/>
                <a:gd name="connsiteY1" fmla="*/ 4513 h 139660"/>
                <a:gd name="connsiteX2" fmla="*/ 595706 w 595706"/>
                <a:gd name="connsiteY2" fmla="*/ 97478 h 139660"/>
                <a:gd name="connsiteX3" fmla="*/ 1361 w 595706"/>
                <a:gd name="connsiteY3" fmla="*/ 139660 h 139660"/>
                <a:gd name="connsiteX4" fmla="*/ 0 w 595706"/>
                <a:gd name="connsiteY4" fmla="*/ 22423 h 139660"/>
                <a:gd name="connsiteX0" fmla="*/ 0 w 595706"/>
                <a:gd name="connsiteY0" fmla="*/ 26413 h 143650"/>
                <a:gd name="connsiteX1" fmla="*/ 595706 w 595706"/>
                <a:gd name="connsiteY1" fmla="*/ 8503 h 143650"/>
                <a:gd name="connsiteX2" fmla="*/ 595706 w 595706"/>
                <a:gd name="connsiteY2" fmla="*/ 101468 h 143650"/>
                <a:gd name="connsiteX3" fmla="*/ 1361 w 595706"/>
                <a:gd name="connsiteY3" fmla="*/ 143650 h 143650"/>
                <a:gd name="connsiteX4" fmla="*/ 0 w 595706"/>
                <a:gd name="connsiteY4" fmla="*/ 26413 h 143650"/>
                <a:gd name="connsiteX0" fmla="*/ 0 w 595706"/>
                <a:gd name="connsiteY0" fmla="*/ 21286 h 138523"/>
                <a:gd name="connsiteX1" fmla="*/ 595706 w 595706"/>
                <a:gd name="connsiteY1" fmla="*/ 3376 h 138523"/>
                <a:gd name="connsiteX2" fmla="*/ 595706 w 595706"/>
                <a:gd name="connsiteY2" fmla="*/ 96341 h 138523"/>
                <a:gd name="connsiteX3" fmla="*/ 1361 w 595706"/>
                <a:gd name="connsiteY3" fmla="*/ 138523 h 138523"/>
                <a:gd name="connsiteX4" fmla="*/ 0 w 595706"/>
                <a:gd name="connsiteY4" fmla="*/ 21286 h 138523"/>
                <a:gd name="connsiteX0" fmla="*/ 0 w 595706"/>
                <a:gd name="connsiteY0" fmla="*/ 22534 h 139771"/>
                <a:gd name="connsiteX1" fmla="*/ 595706 w 595706"/>
                <a:gd name="connsiteY1" fmla="*/ 4624 h 139771"/>
                <a:gd name="connsiteX2" fmla="*/ 595706 w 595706"/>
                <a:gd name="connsiteY2" fmla="*/ 97589 h 139771"/>
                <a:gd name="connsiteX3" fmla="*/ 1361 w 595706"/>
                <a:gd name="connsiteY3" fmla="*/ 139771 h 139771"/>
                <a:gd name="connsiteX4" fmla="*/ 0 w 595706"/>
                <a:gd name="connsiteY4" fmla="*/ 22534 h 139771"/>
                <a:gd name="connsiteX0" fmla="*/ 0 w 595706"/>
                <a:gd name="connsiteY0" fmla="*/ 23494 h 140731"/>
                <a:gd name="connsiteX1" fmla="*/ 595706 w 595706"/>
                <a:gd name="connsiteY1" fmla="*/ 2118 h 140731"/>
                <a:gd name="connsiteX2" fmla="*/ 595706 w 595706"/>
                <a:gd name="connsiteY2" fmla="*/ 98549 h 140731"/>
                <a:gd name="connsiteX3" fmla="*/ 1361 w 595706"/>
                <a:gd name="connsiteY3" fmla="*/ 140731 h 140731"/>
                <a:gd name="connsiteX4" fmla="*/ 0 w 595706"/>
                <a:gd name="connsiteY4" fmla="*/ 23494 h 140731"/>
                <a:gd name="connsiteX0" fmla="*/ 0 w 595706"/>
                <a:gd name="connsiteY0" fmla="*/ 23494 h 140731"/>
                <a:gd name="connsiteX1" fmla="*/ 595706 w 595706"/>
                <a:gd name="connsiteY1" fmla="*/ 2118 h 140731"/>
                <a:gd name="connsiteX2" fmla="*/ 595706 w 595706"/>
                <a:gd name="connsiteY2" fmla="*/ 98549 h 140731"/>
                <a:gd name="connsiteX3" fmla="*/ 1361 w 595706"/>
                <a:gd name="connsiteY3" fmla="*/ 140731 h 140731"/>
                <a:gd name="connsiteX4" fmla="*/ 0 w 595706"/>
                <a:gd name="connsiteY4" fmla="*/ 23494 h 140731"/>
                <a:gd name="connsiteX0" fmla="*/ 0 w 595706"/>
                <a:gd name="connsiteY0" fmla="*/ 25030 h 142267"/>
                <a:gd name="connsiteX1" fmla="*/ 595706 w 595706"/>
                <a:gd name="connsiteY1" fmla="*/ 3654 h 142267"/>
                <a:gd name="connsiteX2" fmla="*/ 595706 w 595706"/>
                <a:gd name="connsiteY2" fmla="*/ 100085 h 142267"/>
                <a:gd name="connsiteX3" fmla="*/ 1361 w 595706"/>
                <a:gd name="connsiteY3" fmla="*/ 142267 h 142267"/>
                <a:gd name="connsiteX4" fmla="*/ 0 w 595706"/>
                <a:gd name="connsiteY4" fmla="*/ 25030 h 142267"/>
                <a:gd name="connsiteX0" fmla="*/ 0 w 595706"/>
                <a:gd name="connsiteY0" fmla="*/ 22091 h 139328"/>
                <a:gd name="connsiteX1" fmla="*/ 595706 w 595706"/>
                <a:gd name="connsiteY1" fmla="*/ 715 h 139328"/>
                <a:gd name="connsiteX2" fmla="*/ 595706 w 595706"/>
                <a:gd name="connsiteY2" fmla="*/ 97146 h 139328"/>
                <a:gd name="connsiteX3" fmla="*/ 1361 w 595706"/>
                <a:gd name="connsiteY3" fmla="*/ 139328 h 139328"/>
                <a:gd name="connsiteX4" fmla="*/ 0 w 595706"/>
                <a:gd name="connsiteY4" fmla="*/ 22091 h 139328"/>
                <a:gd name="connsiteX0" fmla="*/ 0 w 595706"/>
                <a:gd name="connsiteY0" fmla="*/ 23573 h 140810"/>
                <a:gd name="connsiteX1" fmla="*/ 595706 w 595706"/>
                <a:gd name="connsiteY1" fmla="*/ 2197 h 140810"/>
                <a:gd name="connsiteX2" fmla="*/ 595706 w 595706"/>
                <a:gd name="connsiteY2" fmla="*/ 98628 h 140810"/>
                <a:gd name="connsiteX3" fmla="*/ 1361 w 595706"/>
                <a:gd name="connsiteY3" fmla="*/ 140810 h 140810"/>
                <a:gd name="connsiteX4" fmla="*/ 0 w 595706"/>
                <a:gd name="connsiteY4" fmla="*/ 23573 h 140810"/>
                <a:gd name="connsiteX0" fmla="*/ 0 w 595706"/>
                <a:gd name="connsiteY0" fmla="*/ 21908 h 139145"/>
                <a:gd name="connsiteX1" fmla="*/ 595706 w 595706"/>
                <a:gd name="connsiteY1" fmla="*/ 532 h 139145"/>
                <a:gd name="connsiteX2" fmla="*/ 595706 w 595706"/>
                <a:gd name="connsiteY2" fmla="*/ 96963 h 139145"/>
                <a:gd name="connsiteX3" fmla="*/ 1361 w 595706"/>
                <a:gd name="connsiteY3" fmla="*/ 139145 h 139145"/>
                <a:gd name="connsiteX4" fmla="*/ 0 w 595706"/>
                <a:gd name="connsiteY4" fmla="*/ 21908 h 139145"/>
                <a:gd name="connsiteX0" fmla="*/ 0 w 595706"/>
                <a:gd name="connsiteY0" fmla="*/ 23863 h 141100"/>
                <a:gd name="connsiteX1" fmla="*/ 595706 w 595706"/>
                <a:gd name="connsiteY1" fmla="*/ 2487 h 141100"/>
                <a:gd name="connsiteX2" fmla="*/ 595706 w 595706"/>
                <a:gd name="connsiteY2" fmla="*/ 98918 h 141100"/>
                <a:gd name="connsiteX3" fmla="*/ 1361 w 595706"/>
                <a:gd name="connsiteY3" fmla="*/ 141100 h 141100"/>
                <a:gd name="connsiteX4" fmla="*/ 0 w 595706"/>
                <a:gd name="connsiteY4" fmla="*/ 23863 h 141100"/>
                <a:gd name="connsiteX0" fmla="*/ 0 w 595706"/>
                <a:gd name="connsiteY0" fmla="*/ 24472 h 141709"/>
                <a:gd name="connsiteX1" fmla="*/ 595706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0 w 595706"/>
                <a:gd name="connsiteY0" fmla="*/ 24267 h 141504"/>
                <a:gd name="connsiteX1" fmla="*/ 595706 w 595706"/>
                <a:gd name="connsiteY1" fmla="*/ 2891 h 141504"/>
                <a:gd name="connsiteX2" fmla="*/ 595706 w 595706"/>
                <a:gd name="connsiteY2" fmla="*/ 99322 h 141504"/>
                <a:gd name="connsiteX3" fmla="*/ 1361 w 595706"/>
                <a:gd name="connsiteY3" fmla="*/ 141504 h 141504"/>
                <a:gd name="connsiteX4" fmla="*/ 0 w 595706"/>
                <a:gd name="connsiteY4" fmla="*/ 24267 h 141504"/>
                <a:gd name="connsiteX0" fmla="*/ 0 w 595706"/>
                <a:gd name="connsiteY0" fmla="*/ 24472 h 141709"/>
                <a:gd name="connsiteX1" fmla="*/ 595706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0 w 595706"/>
                <a:gd name="connsiteY0" fmla="*/ 24472 h 141709"/>
                <a:gd name="connsiteX1" fmla="*/ 594353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124 w 595830"/>
                <a:gd name="connsiteY0" fmla="*/ 24472 h 141709"/>
                <a:gd name="connsiteX1" fmla="*/ 594477 w 595830"/>
                <a:gd name="connsiteY1" fmla="*/ 3096 h 141709"/>
                <a:gd name="connsiteX2" fmla="*/ 595830 w 595830"/>
                <a:gd name="connsiteY2" fmla="*/ 99527 h 141709"/>
                <a:gd name="connsiteX3" fmla="*/ 131 w 595830"/>
                <a:gd name="connsiteY3" fmla="*/ 141709 h 141709"/>
                <a:gd name="connsiteX4" fmla="*/ 124 w 595830"/>
                <a:gd name="connsiteY4" fmla="*/ 24472 h 141709"/>
                <a:gd name="connsiteX0" fmla="*/ 124 w 597179"/>
                <a:gd name="connsiteY0" fmla="*/ 25207 h 142444"/>
                <a:gd name="connsiteX1" fmla="*/ 597179 w 597179"/>
                <a:gd name="connsiteY1" fmla="*/ 481 h 142444"/>
                <a:gd name="connsiteX2" fmla="*/ 595830 w 597179"/>
                <a:gd name="connsiteY2" fmla="*/ 100262 h 142444"/>
                <a:gd name="connsiteX3" fmla="*/ 131 w 597179"/>
                <a:gd name="connsiteY3" fmla="*/ 142444 h 142444"/>
                <a:gd name="connsiteX4" fmla="*/ 124 w 597179"/>
                <a:gd name="connsiteY4" fmla="*/ 25207 h 142444"/>
                <a:gd name="connsiteX0" fmla="*/ 124 w 595889"/>
                <a:gd name="connsiteY0" fmla="*/ 25842 h 143079"/>
                <a:gd name="connsiteX1" fmla="*/ 594477 w 595889"/>
                <a:gd name="connsiteY1" fmla="*/ 0 h 143079"/>
                <a:gd name="connsiteX2" fmla="*/ 595830 w 595889"/>
                <a:gd name="connsiteY2" fmla="*/ 100897 h 143079"/>
                <a:gd name="connsiteX3" fmla="*/ 131 w 595889"/>
                <a:gd name="connsiteY3" fmla="*/ 143079 h 143079"/>
                <a:gd name="connsiteX4" fmla="*/ 124 w 595889"/>
                <a:gd name="connsiteY4" fmla="*/ 25842 h 143079"/>
                <a:gd name="connsiteX0" fmla="*/ 124 w 595889"/>
                <a:gd name="connsiteY0" fmla="*/ 24713 h 141950"/>
                <a:gd name="connsiteX1" fmla="*/ 594477 w 595889"/>
                <a:gd name="connsiteY1" fmla="*/ 2221 h 141950"/>
                <a:gd name="connsiteX2" fmla="*/ 595830 w 595889"/>
                <a:gd name="connsiteY2" fmla="*/ 99768 h 141950"/>
                <a:gd name="connsiteX3" fmla="*/ 131 w 595889"/>
                <a:gd name="connsiteY3" fmla="*/ 141950 h 141950"/>
                <a:gd name="connsiteX4" fmla="*/ 124 w 595889"/>
                <a:gd name="connsiteY4" fmla="*/ 24713 h 141950"/>
                <a:gd name="connsiteX0" fmla="*/ 124 w 595959"/>
                <a:gd name="connsiteY0" fmla="*/ 24713 h 141950"/>
                <a:gd name="connsiteX1" fmla="*/ 595828 w 595959"/>
                <a:gd name="connsiteY1" fmla="*/ 2221 h 141950"/>
                <a:gd name="connsiteX2" fmla="*/ 595830 w 595959"/>
                <a:gd name="connsiteY2" fmla="*/ 99768 h 141950"/>
                <a:gd name="connsiteX3" fmla="*/ 131 w 595959"/>
                <a:gd name="connsiteY3" fmla="*/ 141950 h 141950"/>
                <a:gd name="connsiteX4" fmla="*/ 124 w 595959"/>
                <a:gd name="connsiteY4" fmla="*/ 24713 h 141950"/>
                <a:gd name="connsiteX0" fmla="*/ 124 w 595959"/>
                <a:gd name="connsiteY0" fmla="*/ 24925 h 142162"/>
                <a:gd name="connsiteX1" fmla="*/ 595828 w 595959"/>
                <a:gd name="connsiteY1" fmla="*/ 2433 h 142162"/>
                <a:gd name="connsiteX2" fmla="*/ 595830 w 595959"/>
                <a:gd name="connsiteY2" fmla="*/ 99980 h 142162"/>
                <a:gd name="connsiteX3" fmla="*/ 131 w 595959"/>
                <a:gd name="connsiteY3" fmla="*/ 142162 h 142162"/>
                <a:gd name="connsiteX4" fmla="*/ 124 w 595959"/>
                <a:gd name="connsiteY4" fmla="*/ 24925 h 142162"/>
                <a:gd name="connsiteX0" fmla="*/ 124 w 595959"/>
                <a:gd name="connsiteY0" fmla="*/ 22492 h 139729"/>
                <a:gd name="connsiteX1" fmla="*/ 595828 w 595959"/>
                <a:gd name="connsiteY1" fmla="*/ 0 h 139729"/>
                <a:gd name="connsiteX2" fmla="*/ 595830 w 595959"/>
                <a:gd name="connsiteY2" fmla="*/ 97547 h 139729"/>
                <a:gd name="connsiteX3" fmla="*/ 131 w 595959"/>
                <a:gd name="connsiteY3" fmla="*/ 139729 h 139729"/>
                <a:gd name="connsiteX4" fmla="*/ 124 w 595959"/>
                <a:gd name="connsiteY4" fmla="*/ 22492 h 139729"/>
                <a:gd name="connsiteX0" fmla="*/ 124 w 595959"/>
                <a:gd name="connsiteY0" fmla="*/ 25585 h 142822"/>
                <a:gd name="connsiteX1" fmla="*/ 595828 w 595959"/>
                <a:gd name="connsiteY1" fmla="*/ 3093 h 142822"/>
                <a:gd name="connsiteX2" fmla="*/ 595830 w 595959"/>
                <a:gd name="connsiteY2" fmla="*/ 100640 h 142822"/>
                <a:gd name="connsiteX3" fmla="*/ 131 w 595959"/>
                <a:gd name="connsiteY3" fmla="*/ 142822 h 142822"/>
                <a:gd name="connsiteX4" fmla="*/ 124 w 595959"/>
                <a:gd name="connsiteY4" fmla="*/ 25585 h 142822"/>
                <a:gd name="connsiteX0" fmla="*/ 124 w 595959"/>
                <a:gd name="connsiteY0" fmla="*/ 25585 h 142822"/>
                <a:gd name="connsiteX1" fmla="*/ 595828 w 595959"/>
                <a:gd name="connsiteY1" fmla="*/ 3093 h 142822"/>
                <a:gd name="connsiteX2" fmla="*/ 595830 w 595959"/>
                <a:gd name="connsiteY2" fmla="*/ 100640 h 142822"/>
                <a:gd name="connsiteX3" fmla="*/ 131 w 595959"/>
                <a:gd name="connsiteY3" fmla="*/ 142822 h 142822"/>
                <a:gd name="connsiteX4" fmla="*/ 124 w 595959"/>
                <a:gd name="connsiteY4" fmla="*/ 25585 h 142822"/>
                <a:gd name="connsiteX0" fmla="*/ 124 w 595959"/>
                <a:gd name="connsiteY0" fmla="*/ 26512 h 143749"/>
                <a:gd name="connsiteX1" fmla="*/ 595828 w 595959"/>
                <a:gd name="connsiteY1" fmla="*/ 4020 h 143749"/>
                <a:gd name="connsiteX2" fmla="*/ 595830 w 595959"/>
                <a:gd name="connsiteY2" fmla="*/ 101567 h 143749"/>
                <a:gd name="connsiteX3" fmla="*/ 131 w 595959"/>
                <a:gd name="connsiteY3" fmla="*/ 143749 h 143749"/>
                <a:gd name="connsiteX4" fmla="*/ 124 w 595959"/>
                <a:gd name="connsiteY4" fmla="*/ 26512 h 143749"/>
                <a:gd name="connsiteX0" fmla="*/ 124 w 595959"/>
                <a:gd name="connsiteY0" fmla="*/ 26512 h 143749"/>
                <a:gd name="connsiteX1" fmla="*/ 595828 w 595959"/>
                <a:gd name="connsiteY1" fmla="*/ 4020 h 143749"/>
                <a:gd name="connsiteX2" fmla="*/ 595830 w 595959"/>
                <a:gd name="connsiteY2" fmla="*/ 101567 h 143749"/>
                <a:gd name="connsiteX3" fmla="*/ 131 w 595959"/>
                <a:gd name="connsiteY3" fmla="*/ 143749 h 143749"/>
                <a:gd name="connsiteX4" fmla="*/ 124 w 595959"/>
                <a:gd name="connsiteY4" fmla="*/ 26512 h 143749"/>
                <a:gd name="connsiteX0" fmla="*/ 124 w 595959"/>
                <a:gd name="connsiteY0" fmla="*/ 28496 h 145733"/>
                <a:gd name="connsiteX1" fmla="*/ 595828 w 595959"/>
                <a:gd name="connsiteY1" fmla="*/ 6004 h 145733"/>
                <a:gd name="connsiteX2" fmla="*/ 595830 w 595959"/>
                <a:gd name="connsiteY2" fmla="*/ 103551 h 145733"/>
                <a:gd name="connsiteX3" fmla="*/ 131 w 595959"/>
                <a:gd name="connsiteY3" fmla="*/ 145733 h 145733"/>
                <a:gd name="connsiteX4" fmla="*/ 124 w 595959"/>
                <a:gd name="connsiteY4" fmla="*/ 28496 h 14573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856"/>
                <a:gd name="connsiteY0" fmla="*/ 41841 h 159078"/>
                <a:gd name="connsiteX1" fmla="*/ 591261 w 595856"/>
                <a:gd name="connsiteY1" fmla="*/ 0 h 159078"/>
                <a:gd name="connsiteX2" fmla="*/ 595830 w 595856"/>
                <a:gd name="connsiteY2" fmla="*/ 116896 h 159078"/>
                <a:gd name="connsiteX3" fmla="*/ 131 w 595856"/>
                <a:gd name="connsiteY3" fmla="*/ 159078 h 159078"/>
                <a:gd name="connsiteX4" fmla="*/ 124 w 595856"/>
                <a:gd name="connsiteY4" fmla="*/ 41841 h 159078"/>
                <a:gd name="connsiteX0" fmla="*/ 124 w 595959"/>
                <a:gd name="connsiteY0" fmla="*/ 41841 h 159078"/>
                <a:gd name="connsiteX1" fmla="*/ 595828 w 595959"/>
                <a:gd name="connsiteY1" fmla="*/ 0 h 159078"/>
                <a:gd name="connsiteX2" fmla="*/ 595830 w 595959"/>
                <a:gd name="connsiteY2" fmla="*/ 116896 h 159078"/>
                <a:gd name="connsiteX3" fmla="*/ 131 w 595959"/>
                <a:gd name="connsiteY3" fmla="*/ 159078 h 159078"/>
                <a:gd name="connsiteX4" fmla="*/ 124 w 595959"/>
                <a:gd name="connsiteY4" fmla="*/ 41841 h 159078"/>
                <a:gd name="connsiteX0" fmla="*/ 124 w 597349"/>
                <a:gd name="connsiteY0" fmla="*/ 42378 h 159615"/>
                <a:gd name="connsiteX1" fmla="*/ 597349 w 597349"/>
                <a:gd name="connsiteY1" fmla="*/ 0 h 159615"/>
                <a:gd name="connsiteX2" fmla="*/ 595830 w 597349"/>
                <a:gd name="connsiteY2" fmla="*/ 117433 h 159615"/>
                <a:gd name="connsiteX3" fmla="*/ 131 w 597349"/>
                <a:gd name="connsiteY3" fmla="*/ 159615 h 159615"/>
                <a:gd name="connsiteX4" fmla="*/ 124 w 597349"/>
                <a:gd name="connsiteY4" fmla="*/ 42378 h 159615"/>
                <a:gd name="connsiteX0" fmla="*/ 124 w 600443"/>
                <a:gd name="connsiteY0" fmla="*/ 42378 h 159615"/>
                <a:gd name="connsiteX1" fmla="*/ 597349 w 600443"/>
                <a:gd name="connsiteY1" fmla="*/ 0 h 159615"/>
                <a:gd name="connsiteX2" fmla="*/ 600408 w 600443"/>
                <a:gd name="connsiteY2" fmla="*/ 117433 h 159615"/>
                <a:gd name="connsiteX3" fmla="*/ 131 w 600443"/>
                <a:gd name="connsiteY3" fmla="*/ 159615 h 159615"/>
                <a:gd name="connsiteX4" fmla="*/ 124 w 600443"/>
                <a:gd name="connsiteY4" fmla="*/ 42378 h 159615"/>
                <a:gd name="connsiteX0" fmla="*/ 124 w 600537"/>
                <a:gd name="connsiteY0" fmla="*/ 42378 h 159615"/>
                <a:gd name="connsiteX1" fmla="*/ 600401 w 600537"/>
                <a:gd name="connsiteY1" fmla="*/ 0 h 159615"/>
                <a:gd name="connsiteX2" fmla="*/ 600408 w 600537"/>
                <a:gd name="connsiteY2" fmla="*/ 117433 h 159615"/>
                <a:gd name="connsiteX3" fmla="*/ 131 w 600537"/>
                <a:gd name="connsiteY3" fmla="*/ 159615 h 159615"/>
                <a:gd name="connsiteX4" fmla="*/ 124 w 600537"/>
                <a:gd name="connsiteY4" fmla="*/ 42378 h 159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0537" h="159615">
                  <a:moveTo>
                    <a:pt x="124" y="42378"/>
                  </a:moveTo>
                  <a:cubicBezTo>
                    <a:pt x="296414" y="-50243"/>
                    <a:pt x="418111" y="75773"/>
                    <a:pt x="600401" y="0"/>
                  </a:cubicBezTo>
                  <a:cubicBezTo>
                    <a:pt x="599951" y="33260"/>
                    <a:pt x="600858" y="84173"/>
                    <a:pt x="600408" y="117433"/>
                  </a:cubicBezTo>
                  <a:cubicBezTo>
                    <a:pt x="395490" y="192726"/>
                    <a:pt x="285331" y="62551"/>
                    <a:pt x="131" y="159615"/>
                  </a:cubicBezTo>
                  <a:cubicBezTo>
                    <a:pt x="-323" y="114566"/>
                    <a:pt x="578" y="87427"/>
                    <a:pt x="124" y="42378"/>
                  </a:cubicBezTo>
                  <a:close/>
                </a:path>
              </a:pathLst>
            </a:custGeom>
            <a:solidFill>
              <a:schemeClr val="accent5">
                <a:lumMod val="40000"/>
                <a:lumOff val="6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813" name="组合 812">
              <a:extLst>
                <a:ext uri="{FF2B5EF4-FFF2-40B4-BE49-F238E27FC236}">
                  <a16:creationId xmlns:a16="http://schemas.microsoft.com/office/drawing/2014/main" id="{A7B164DB-2948-3657-C7BA-DF5BE0FE510F}"/>
                </a:ext>
              </a:extLst>
            </p:cNvPr>
            <p:cNvGrpSpPr/>
            <p:nvPr/>
          </p:nvGrpSpPr>
          <p:grpSpPr>
            <a:xfrm>
              <a:off x="6489710" y="6445933"/>
              <a:ext cx="621640" cy="735125"/>
              <a:chOff x="5766806" y="6445933"/>
              <a:chExt cx="621640" cy="735125"/>
            </a:xfrm>
          </p:grpSpPr>
          <p:sp>
            <p:nvSpPr>
              <p:cNvPr id="814" name="矩形 1174">
                <a:extLst>
                  <a:ext uri="{FF2B5EF4-FFF2-40B4-BE49-F238E27FC236}">
                    <a16:creationId xmlns:a16="http://schemas.microsoft.com/office/drawing/2014/main" id="{3DB8F40C-E5C9-9CC9-0708-5D20DAC6CDC1}"/>
                  </a:ext>
                </a:extLst>
              </p:cNvPr>
              <p:cNvSpPr/>
              <p:nvPr/>
            </p:nvSpPr>
            <p:spPr>
              <a:xfrm rot="10800000">
                <a:off x="5768235" y="6445933"/>
                <a:ext cx="618706" cy="226680"/>
              </a:xfrm>
              <a:custGeom>
                <a:avLst/>
                <a:gdLst>
                  <a:gd name="connsiteX0" fmla="*/ 0 w 595706"/>
                  <a:gd name="connsiteY0" fmla="*/ 0 h 92965"/>
                  <a:gd name="connsiteX1" fmla="*/ 595706 w 595706"/>
                  <a:gd name="connsiteY1" fmla="*/ 0 h 92965"/>
                  <a:gd name="connsiteX2" fmla="*/ 595706 w 595706"/>
                  <a:gd name="connsiteY2" fmla="*/ 92965 h 92965"/>
                  <a:gd name="connsiteX3" fmla="*/ 0 w 595706"/>
                  <a:gd name="connsiteY3" fmla="*/ 92965 h 92965"/>
                  <a:gd name="connsiteX4" fmla="*/ 0 w 595706"/>
                  <a:gd name="connsiteY4" fmla="*/ 0 h 92965"/>
                  <a:gd name="connsiteX0" fmla="*/ 0 w 595706"/>
                  <a:gd name="connsiteY0" fmla="*/ 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0 h 135147"/>
                  <a:gd name="connsiteX0" fmla="*/ 0 w 595706"/>
                  <a:gd name="connsiteY0" fmla="*/ 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0 h 135147"/>
                  <a:gd name="connsiteX0" fmla="*/ 0 w 595706"/>
                  <a:gd name="connsiteY0" fmla="*/ 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0 h 135147"/>
                  <a:gd name="connsiteX0" fmla="*/ 0 w 595706"/>
                  <a:gd name="connsiteY0" fmla="*/ 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0 h 135147"/>
                  <a:gd name="connsiteX0" fmla="*/ 1422 w 594406"/>
                  <a:gd name="connsiteY0" fmla="*/ 21376 h 135147"/>
                  <a:gd name="connsiteX1" fmla="*/ 594406 w 594406"/>
                  <a:gd name="connsiteY1" fmla="*/ 0 h 135147"/>
                  <a:gd name="connsiteX2" fmla="*/ 594406 w 594406"/>
                  <a:gd name="connsiteY2" fmla="*/ 92965 h 135147"/>
                  <a:gd name="connsiteX3" fmla="*/ 61 w 594406"/>
                  <a:gd name="connsiteY3" fmla="*/ 135147 h 135147"/>
                  <a:gd name="connsiteX4" fmla="*/ 1422 w 594406"/>
                  <a:gd name="connsiteY4" fmla="*/ 21376 h 135147"/>
                  <a:gd name="connsiteX0" fmla="*/ 1422 w 594406"/>
                  <a:gd name="connsiteY0" fmla="*/ 15599 h 135147"/>
                  <a:gd name="connsiteX1" fmla="*/ 594406 w 594406"/>
                  <a:gd name="connsiteY1" fmla="*/ 0 h 135147"/>
                  <a:gd name="connsiteX2" fmla="*/ 594406 w 594406"/>
                  <a:gd name="connsiteY2" fmla="*/ 92965 h 135147"/>
                  <a:gd name="connsiteX3" fmla="*/ 61 w 594406"/>
                  <a:gd name="connsiteY3" fmla="*/ 135147 h 135147"/>
                  <a:gd name="connsiteX4" fmla="*/ 1422 w 594406"/>
                  <a:gd name="connsiteY4" fmla="*/ 15599 h 135147"/>
                  <a:gd name="connsiteX0" fmla="*/ 131 w 594476"/>
                  <a:gd name="connsiteY0" fmla="*/ 4622 h 135147"/>
                  <a:gd name="connsiteX1" fmla="*/ 594476 w 594476"/>
                  <a:gd name="connsiteY1" fmla="*/ 0 h 135147"/>
                  <a:gd name="connsiteX2" fmla="*/ 594476 w 594476"/>
                  <a:gd name="connsiteY2" fmla="*/ 92965 h 135147"/>
                  <a:gd name="connsiteX3" fmla="*/ 131 w 594476"/>
                  <a:gd name="connsiteY3" fmla="*/ 135147 h 135147"/>
                  <a:gd name="connsiteX4" fmla="*/ 131 w 594476"/>
                  <a:gd name="connsiteY4" fmla="*/ 4622 h 135147"/>
                  <a:gd name="connsiteX0" fmla="*/ 0 w 595706"/>
                  <a:gd name="connsiteY0" fmla="*/ 1791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17910 h 135147"/>
                  <a:gd name="connsiteX0" fmla="*/ 0 w 595706"/>
                  <a:gd name="connsiteY0" fmla="*/ 1791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17910 h 135147"/>
                  <a:gd name="connsiteX0" fmla="*/ 0 w 595706"/>
                  <a:gd name="connsiteY0" fmla="*/ 1791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17910 h 135147"/>
                  <a:gd name="connsiteX0" fmla="*/ 0 w 595706"/>
                  <a:gd name="connsiteY0" fmla="*/ 1791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17910 h 135147"/>
                  <a:gd name="connsiteX0" fmla="*/ 0 w 595706"/>
                  <a:gd name="connsiteY0" fmla="*/ 22423 h 139660"/>
                  <a:gd name="connsiteX1" fmla="*/ 595706 w 595706"/>
                  <a:gd name="connsiteY1" fmla="*/ 4513 h 139660"/>
                  <a:gd name="connsiteX2" fmla="*/ 595706 w 595706"/>
                  <a:gd name="connsiteY2" fmla="*/ 97478 h 139660"/>
                  <a:gd name="connsiteX3" fmla="*/ 1361 w 595706"/>
                  <a:gd name="connsiteY3" fmla="*/ 139660 h 139660"/>
                  <a:gd name="connsiteX4" fmla="*/ 0 w 595706"/>
                  <a:gd name="connsiteY4" fmla="*/ 22423 h 139660"/>
                  <a:gd name="connsiteX0" fmla="*/ 0 w 595706"/>
                  <a:gd name="connsiteY0" fmla="*/ 26413 h 143650"/>
                  <a:gd name="connsiteX1" fmla="*/ 595706 w 595706"/>
                  <a:gd name="connsiteY1" fmla="*/ 8503 h 143650"/>
                  <a:gd name="connsiteX2" fmla="*/ 595706 w 595706"/>
                  <a:gd name="connsiteY2" fmla="*/ 101468 h 143650"/>
                  <a:gd name="connsiteX3" fmla="*/ 1361 w 595706"/>
                  <a:gd name="connsiteY3" fmla="*/ 143650 h 143650"/>
                  <a:gd name="connsiteX4" fmla="*/ 0 w 595706"/>
                  <a:gd name="connsiteY4" fmla="*/ 26413 h 143650"/>
                  <a:gd name="connsiteX0" fmla="*/ 0 w 595706"/>
                  <a:gd name="connsiteY0" fmla="*/ 21286 h 138523"/>
                  <a:gd name="connsiteX1" fmla="*/ 595706 w 595706"/>
                  <a:gd name="connsiteY1" fmla="*/ 3376 h 138523"/>
                  <a:gd name="connsiteX2" fmla="*/ 595706 w 595706"/>
                  <a:gd name="connsiteY2" fmla="*/ 96341 h 138523"/>
                  <a:gd name="connsiteX3" fmla="*/ 1361 w 595706"/>
                  <a:gd name="connsiteY3" fmla="*/ 138523 h 138523"/>
                  <a:gd name="connsiteX4" fmla="*/ 0 w 595706"/>
                  <a:gd name="connsiteY4" fmla="*/ 21286 h 138523"/>
                  <a:gd name="connsiteX0" fmla="*/ 0 w 595706"/>
                  <a:gd name="connsiteY0" fmla="*/ 22534 h 139771"/>
                  <a:gd name="connsiteX1" fmla="*/ 595706 w 595706"/>
                  <a:gd name="connsiteY1" fmla="*/ 4624 h 139771"/>
                  <a:gd name="connsiteX2" fmla="*/ 595706 w 595706"/>
                  <a:gd name="connsiteY2" fmla="*/ 97589 h 139771"/>
                  <a:gd name="connsiteX3" fmla="*/ 1361 w 595706"/>
                  <a:gd name="connsiteY3" fmla="*/ 139771 h 139771"/>
                  <a:gd name="connsiteX4" fmla="*/ 0 w 595706"/>
                  <a:gd name="connsiteY4" fmla="*/ 22534 h 139771"/>
                  <a:gd name="connsiteX0" fmla="*/ 0 w 595706"/>
                  <a:gd name="connsiteY0" fmla="*/ 23494 h 140731"/>
                  <a:gd name="connsiteX1" fmla="*/ 595706 w 595706"/>
                  <a:gd name="connsiteY1" fmla="*/ 2118 h 140731"/>
                  <a:gd name="connsiteX2" fmla="*/ 595706 w 595706"/>
                  <a:gd name="connsiteY2" fmla="*/ 98549 h 140731"/>
                  <a:gd name="connsiteX3" fmla="*/ 1361 w 595706"/>
                  <a:gd name="connsiteY3" fmla="*/ 140731 h 140731"/>
                  <a:gd name="connsiteX4" fmla="*/ 0 w 595706"/>
                  <a:gd name="connsiteY4" fmla="*/ 23494 h 140731"/>
                  <a:gd name="connsiteX0" fmla="*/ 0 w 595706"/>
                  <a:gd name="connsiteY0" fmla="*/ 23494 h 140731"/>
                  <a:gd name="connsiteX1" fmla="*/ 595706 w 595706"/>
                  <a:gd name="connsiteY1" fmla="*/ 2118 h 140731"/>
                  <a:gd name="connsiteX2" fmla="*/ 595706 w 595706"/>
                  <a:gd name="connsiteY2" fmla="*/ 98549 h 140731"/>
                  <a:gd name="connsiteX3" fmla="*/ 1361 w 595706"/>
                  <a:gd name="connsiteY3" fmla="*/ 140731 h 140731"/>
                  <a:gd name="connsiteX4" fmla="*/ 0 w 595706"/>
                  <a:gd name="connsiteY4" fmla="*/ 23494 h 140731"/>
                  <a:gd name="connsiteX0" fmla="*/ 0 w 595706"/>
                  <a:gd name="connsiteY0" fmla="*/ 25030 h 142267"/>
                  <a:gd name="connsiteX1" fmla="*/ 595706 w 595706"/>
                  <a:gd name="connsiteY1" fmla="*/ 3654 h 142267"/>
                  <a:gd name="connsiteX2" fmla="*/ 595706 w 595706"/>
                  <a:gd name="connsiteY2" fmla="*/ 100085 h 142267"/>
                  <a:gd name="connsiteX3" fmla="*/ 1361 w 595706"/>
                  <a:gd name="connsiteY3" fmla="*/ 142267 h 142267"/>
                  <a:gd name="connsiteX4" fmla="*/ 0 w 595706"/>
                  <a:gd name="connsiteY4" fmla="*/ 25030 h 142267"/>
                  <a:gd name="connsiteX0" fmla="*/ 0 w 595706"/>
                  <a:gd name="connsiteY0" fmla="*/ 22091 h 139328"/>
                  <a:gd name="connsiteX1" fmla="*/ 595706 w 595706"/>
                  <a:gd name="connsiteY1" fmla="*/ 715 h 139328"/>
                  <a:gd name="connsiteX2" fmla="*/ 595706 w 595706"/>
                  <a:gd name="connsiteY2" fmla="*/ 97146 h 139328"/>
                  <a:gd name="connsiteX3" fmla="*/ 1361 w 595706"/>
                  <a:gd name="connsiteY3" fmla="*/ 139328 h 139328"/>
                  <a:gd name="connsiteX4" fmla="*/ 0 w 595706"/>
                  <a:gd name="connsiteY4" fmla="*/ 22091 h 139328"/>
                  <a:gd name="connsiteX0" fmla="*/ 0 w 595706"/>
                  <a:gd name="connsiteY0" fmla="*/ 23573 h 140810"/>
                  <a:gd name="connsiteX1" fmla="*/ 595706 w 595706"/>
                  <a:gd name="connsiteY1" fmla="*/ 2197 h 140810"/>
                  <a:gd name="connsiteX2" fmla="*/ 595706 w 595706"/>
                  <a:gd name="connsiteY2" fmla="*/ 98628 h 140810"/>
                  <a:gd name="connsiteX3" fmla="*/ 1361 w 595706"/>
                  <a:gd name="connsiteY3" fmla="*/ 140810 h 140810"/>
                  <a:gd name="connsiteX4" fmla="*/ 0 w 595706"/>
                  <a:gd name="connsiteY4" fmla="*/ 23573 h 140810"/>
                  <a:gd name="connsiteX0" fmla="*/ 0 w 595706"/>
                  <a:gd name="connsiteY0" fmla="*/ 21908 h 139145"/>
                  <a:gd name="connsiteX1" fmla="*/ 595706 w 595706"/>
                  <a:gd name="connsiteY1" fmla="*/ 532 h 139145"/>
                  <a:gd name="connsiteX2" fmla="*/ 595706 w 595706"/>
                  <a:gd name="connsiteY2" fmla="*/ 96963 h 139145"/>
                  <a:gd name="connsiteX3" fmla="*/ 1361 w 595706"/>
                  <a:gd name="connsiteY3" fmla="*/ 139145 h 139145"/>
                  <a:gd name="connsiteX4" fmla="*/ 0 w 595706"/>
                  <a:gd name="connsiteY4" fmla="*/ 21908 h 139145"/>
                  <a:gd name="connsiteX0" fmla="*/ 0 w 595706"/>
                  <a:gd name="connsiteY0" fmla="*/ 23863 h 141100"/>
                  <a:gd name="connsiteX1" fmla="*/ 595706 w 595706"/>
                  <a:gd name="connsiteY1" fmla="*/ 2487 h 141100"/>
                  <a:gd name="connsiteX2" fmla="*/ 595706 w 595706"/>
                  <a:gd name="connsiteY2" fmla="*/ 98918 h 141100"/>
                  <a:gd name="connsiteX3" fmla="*/ 1361 w 595706"/>
                  <a:gd name="connsiteY3" fmla="*/ 141100 h 141100"/>
                  <a:gd name="connsiteX4" fmla="*/ 0 w 595706"/>
                  <a:gd name="connsiteY4" fmla="*/ 23863 h 141100"/>
                  <a:gd name="connsiteX0" fmla="*/ 0 w 595706"/>
                  <a:gd name="connsiteY0" fmla="*/ 24472 h 141709"/>
                  <a:gd name="connsiteX1" fmla="*/ 595706 w 595706"/>
                  <a:gd name="connsiteY1" fmla="*/ 3096 h 141709"/>
                  <a:gd name="connsiteX2" fmla="*/ 595706 w 595706"/>
                  <a:gd name="connsiteY2" fmla="*/ 99527 h 141709"/>
                  <a:gd name="connsiteX3" fmla="*/ 1361 w 595706"/>
                  <a:gd name="connsiteY3" fmla="*/ 141709 h 141709"/>
                  <a:gd name="connsiteX4" fmla="*/ 0 w 595706"/>
                  <a:gd name="connsiteY4" fmla="*/ 24472 h 141709"/>
                  <a:gd name="connsiteX0" fmla="*/ 0 w 595706"/>
                  <a:gd name="connsiteY0" fmla="*/ 24267 h 141504"/>
                  <a:gd name="connsiteX1" fmla="*/ 595706 w 595706"/>
                  <a:gd name="connsiteY1" fmla="*/ 2891 h 141504"/>
                  <a:gd name="connsiteX2" fmla="*/ 595706 w 595706"/>
                  <a:gd name="connsiteY2" fmla="*/ 99322 h 141504"/>
                  <a:gd name="connsiteX3" fmla="*/ 1361 w 595706"/>
                  <a:gd name="connsiteY3" fmla="*/ 141504 h 141504"/>
                  <a:gd name="connsiteX4" fmla="*/ 0 w 595706"/>
                  <a:gd name="connsiteY4" fmla="*/ 24267 h 141504"/>
                  <a:gd name="connsiteX0" fmla="*/ 0 w 595706"/>
                  <a:gd name="connsiteY0" fmla="*/ 24472 h 141709"/>
                  <a:gd name="connsiteX1" fmla="*/ 595706 w 595706"/>
                  <a:gd name="connsiteY1" fmla="*/ 3096 h 141709"/>
                  <a:gd name="connsiteX2" fmla="*/ 595706 w 595706"/>
                  <a:gd name="connsiteY2" fmla="*/ 99527 h 141709"/>
                  <a:gd name="connsiteX3" fmla="*/ 1361 w 595706"/>
                  <a:gd name="connsiteY3" fmla="*/ 141709 h 141709"/>
                  <a:gd name="connsiteX4" fmla="*/ 0 w 595706"/>
                  <a:gd name="connsiteY4" fmla="*/ 24472 h 141709"/>
                  <a:gd name="connsiteX0" fmla="*/ 0 w 595706"/>
                  <a:gd name="connsiteY0" fmla="*/ 24472 h 141709"/>
                  <a:gd name="connsiteX1" fmla="*/ 594353 w 595706"/>
                  <a:gd name="connsiteY1" fmla="*/ 3096 h 141709"/>
                  <a:gd name="connsiteX2" fmla="*/ 595706 w 595706"/>
                  <a:gd name="connsiteY2" fmla="*/ 99527 h 141709"/>
                  <a:gd name="connsiteX3" fmla="*/ 1361 w 595706"/>
                  <a:gd name="connsiteY3" fmla="*/ 141709 h 141709"/>
                  <a:gd name="connsiteX4" fmla="*/ 0 w 595706"/>
                  <a:gd name="connsiteY4" fmla="*/ 24472 h 141709"/>
                  <a:gd name="connsiteX0" fmla="*/ 124 w 595830"/>
                  <a:gd name="connsiteY0" fmla="*/ 24472 h 141709"/>
                  <a:gd name="connsiteX1" fmla="*/ 594477 w 595830"/>
                  <a:gd name="connsiteY1" fmla="*/ 3096 h 141709"/>
                  <a:gd name="connsiteX2" fmla="*/ 595830 w 595830"/>
                  <a:gd name="connsiteY2" fmla="*/ 99527 h 141709"/>
                  <a:gd name="connsiteX3" fmla="*/ 131 w 595830"/>
                  <a:gd name="connsiteY3" fmla="*/ 141709 h 141709"/>
                  <a:gd name="connsiteX4" fmla="*/ 124 w 595830"/>
                  <a:gd name="connsiteY4" fmla="*/ 24472 h 141709"/>
                  <a:gd name="connsiteX0" fmla="*/ 124 w 597179"/>
                  <a:gd name="connsiteY0" fmla="*/ 25207 h 142444"/>
                  <a:gd name="connsiteX1" fmla="*/ 597179 w 597179"/>
                  <a:gd name="connsiteY1" fmla="*/ 481 h 142444"/>
                  <a:gd name="connsiteX2" fmla="*/ 595830 w 597179"/>
                  <a:gd name="connsiteY2" fmla="*/ 100262 h 142444"/>
                  <a:gd name="connsiteX3" fmla="*/ 131 w 597179"/>
                  <a:gd name="connsiteY3" fmla="*/ 142444 h 142444"/>
                  <a:gd name="connsiteX4" fmla="*/ 124 w 597179"/>
                  <a:gd name="connsiteY4" fmla="*/ 25207 h 142444"/>
                  <a:gd name="connsiteX0" fmla="*/ 124 w 595889"/>
                  <a:gd name="connsiteY0" fmla="*/ 25842 h 143079"/>
                  <a:gd name="connsiteX1" fmla="*/ 594477 w 595889"/>
                  <a:gd name="connsiteY1" fmla="*/ 0 h 143079"/>
                  <a:gd name="connsiteX2" fmla="*/ 595830 w 595889"/>
                  <a:gd name="connsiteY2" fmla="*/ 100897 h 143079"/>
                  <a:gd name="connsiteX3" fmla="*/ 131 w 595889"/>
                  <a:gd name="connsiteY3" fmla="*/ 143079 h 143079"/>
                  <a:gd name="connsiteX4" fmla="*/ 124 w 595889"/>
                  <a:gd name="connsiteY4" fmla="*/ 25842 h 143079"/>
                  <a:gd name="connsiteX0" fmla="*/ 124 w 595889"/>
                  <a:gd name="connsiteY0" fmla="*/ 24713 h 141950"/>
                  <a:gd name="connsiteX1" fmla="*/ 594477 w 595889"/>
                  <a:gd name="connsiteY1" fmla="*/ 2221 h 141950"/>
                  <a:gd name="connsiteX2" fmla="*/ 595830 w 595889"/>
                  <a:gd name="connsiteY2" fmla="*/ 99768 h 141950"/>
                  <a:gd name="connsiteX3" fmla="*/ 131 w 595889"/>
                  <a:gd name="connsiteY3" fmla="*/ 141950 h 141950"/>
                  <a:gd name="connsiteX4" fmla="*/ 124 w 595889"/>
                  <a:gd name="connsiteY4" fmla="*/ 24713 h 141950"/>
                  <a:gd name="connsiteX0" fmla="*/ 124 w 595959"/>
                  <a:gd name="connsiteY0" fmla="*/ 24713 h 141950"/>
                  <a:gd name="connsiteX1" fmla="*/ 595828 w 595959"/>
                  <a:gd name="connsiteY1" fmla="*/ 2221 h 141950"/>
                  <a:gd name="connsiteX2" fmla="*/ 595830 w 595959"/>
                  <a:gd name="connsiteY2" fmla="*/ 99768 h 141950"/>
                  <a:gd name="connsiteX3" fmla="*/ 131 w 595959"/>
                  <a:gd name="connsiteY3" fmla="*/ 141950 h 141950"/>
                  <a:gd name="connsiteX4" fmla="*/ 124 w 595959"/>
                  <a:gd name="connsiteY4" fmla="*/ 24713 h 141950"/>
                  <a:gd name="connsiteX0" fmla="*/ 124 w 595959"/>
                  <a:gd name="connsiteY0" fmla="*/ 24925 h 142162"/>
                  <a:gd name="connsiteX1" fmla="*/ 595828 w 595959"/>
                  <a:gd name="connsiteY1" fmla="*/ 2433 h 142162"/>
                  <a:gd name="connsiteX2" fmla="*/ 595830 w 595959"/>
                  <a:gd name="connsiteY2" fmla="*/ 99980 h 142162"/>
                  <a:gd name="connsiteX3" fmla="*/ 131 w 595959"/>
                  <a:gd name="connsiteY3" fmla="*/ 142162 h 142162"/>
                  <a:gd name="connsiteX4" fmla="*/ 124 w 595959"/>
                  <a:gd name="connsiteY4" fmla="*/ 24925 h 142162"/>
                  <a:gd name="connsiteX0" fmla="*/ 124 w 595959"/>
                  <a:gd name="connsiteY0" fmla="*/ 22492 h 139729"/>
                  <a:gd name="connsiteX1" fmla="*/ 595828 w 595959"/>
                  <a:gd name="connsiteY1" fmla="*/ 0 h 139729"/>
                  <a:gd name="connsiteX2" fmla="*/ 595830 w 595959"/>
                  <a:gd name="connsiteY2" fmla="*/ 97547 h 139729"/>
                  <a:gd name="connsiteX3" fmla="*/ 131 w 595959"/>
                  <a:gd name="connsiteY3" fmla="*/ 139729 h 139729"/>
                  <a:gd name="connsiteX4" fmla="*/ 124 w 595959"/>
                  <a:gd name="connsiteY4" fmla="*/ 22492 h 139729"/>
                  <a:gd name="connsiteX0" fmla="*/ 124 w 595959"/>
                  <a:gd name="connsiteY0" fmla="*/ 25585 h 142822"/>
                  <a:gd name="connsiteX1" fmla="*/ 595828 w 595959"/>
                  <a:gd name="connsiteY1" fmla="*/ 3093 h 142822"/>
                  <a:gd name="connsiteX2" fmla="*/ 595830 w 595959"/>
                  <a:gd name="connsiteY2" fmla="*/ 100640 h 142822"/>
                  <a:gd name="connsiteX3" fmla="*/ 131 w 595959"/>
                  <a:gd name="connsiteY3" fmla="*/ 142822 h 142822"/>
                  <a:gd name="connsiteX4" fmla="*/ 124 w 595959"/>
                  <a:gd name="connsiteY4" fmla="*/ 25585 h 142822"/>
                  <a:gd name="connsiteX0" fmla="*/ 124 w 595959"/>
                  <a:gd name="connsiteY0" fmla="*/ 25585 h 142822"/>
                  <a:gd name="connsiteX1" fmla="*/ 595828 w 595959"/>
                  <a:gd name="connsiteY1" fmla="*/ 3093 h 142822"/>
                  <a:gd name="connsiteX2" fmla="*/ 595830 w 595959"/>
                  <a:gd name="connsiteY2" fmla="*/ 100640 h 142822"/>
                  <a:gd name="connsiteX3" fmla="*/ 131 w 595959"/>
                  <a:gd name="connsiteY3" fmla="*/ 142822 h 142822"/>
                  <a:gd name="connsiteX4" fmla="*/ 124 w 595959"/>
                  <a:gd name="connsiteY4" fmla="*/ 25585 h 142822"/>
                  <a:gd name="connsiteX0" fmla="*/ 124 w 595959"/>
                  <a:gd name="connsiteY0" fmla="*/ 26512 h 143749"/>
                  <a:gd name="connsiteX1" fmla="*/ 595828 w 595959"/>
                  <a:gd name="connsiteY1" fmla="*/ 4020 h 143749"/>
                  <a:gd name="connsiteX2" fmla="*/ 595830 w 595959"/>
                  <a:gd name="connsiteY2" fmla="*/ 101567 h 143749"/>
                  <a:gd name="connsiteX3" fmla="*/ 131 w 595959"/>
                  <a:gd name="connsiteY3" fmla="*/ 143749 h 143749"/>
                  <a:gd name="connsiteX4" fmla="*/ 124 w 595959"/>
                  <a:gd name="connsiteY4" fmla="*/ 26512 h 143749"/>
                  <a:gd name="connsiteX0" fmla="*/ 124 w 595959"/>
                  <a:gd name="connsiteY0" fmla="*/ 26512 h 143749"/>
                  <a:gd name="connsiteX1" fmla="*/ 595828 w 595959"/>
                  <a:gd name="connsiteY1" fmla="*/ 4020 h 143749"/>
                  <a:gd name="connsiteX2" fmla="*/ 595830 w 595959"/>
                  <a:gd name="connsiteY2" fmla="*/ 101567 h 143749"/>
                  <a:gd name="connsiteX3" fmla="*/ 131 w 595959"/>
                  <a:gd name="connsiteY3" fmla="*/ 143749 h 143749"/>
                  <a:gd name="connsiteX4" fmla="*/ 124 w 595959"/>
                  <a:gd name="connsiteY4" fmla="*/ 26512 h 143749"/>
                  <a:gd name="connsiteX0" fmla="*/ 124 w 595959"/>
                  <a:gd name="connsiteY0" fmla="*/ 28496 h 145733"/>
                  <a:gd name="connsiteX1" fmla="*/ 595828 w 595959"/>
                  <a:gd name="connsiteY1" fmla="*/ 6004 h 145733"/>
                  <a:gd name="connsiteX2" fmla="*/ 595830 w 595959"/>
                  <a:gd name="connsiteY2" fmla="*/ 103551 h 145733"/>
                  <a:gd name="connsiteX3" fmla="*/ 131 w 595959"/>
                  <a:gd name="connsiteY3" fmla="*/ 145733 h 145733"/>
                  <a:gd name="connsiteX4" fmla="*/ 124 w 595959"/>
                  <a:gd name="connsiteY4" fmla="*/ 28496 h 14573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856"/>
                  <a:gd name="connsiteY0" fmla="*/ 41841 h 159078"/>
                  <a:gd name="connsiteX1" fmla="*/ 591261 w 595856"/>
                  <a:gd name="connsiteY1" fmla="*/ 0 h 159078"/>
                  <a:gd name="connsiteX2" fmla="*/ 595830 w 595856"/>
                  <a:gd name="connsiteY2" fmla="*/ 116896 h 159078"/>
                  <a:gd name="connsiteX3" fmla="*/ 131 w 595856"/>
                  <a:gd name="connsiteY3" fmla="*/ 159078 h 159078"/>
                  <a:gd name="connsiteX4" fmla="*/ 124 w 595856"/>
                  <a:gd name="connsiteY4" fmla="*/ 41841 h 159078"/>
                  <a:gd name="connsiteX0" fmla="*/ 124 w 595959"/>
                  <a:gd name="connsiteY0" fmla="*/ 41841 h 159078"/>
                  <a:gd name="connsiteX1" fmla="*/ 595828 w 595959"/>
                  <a:gd name="connsiteY1" fmla="*/ 0 h 159078"/>
                  <a:gd name="connsiteX2" fmla="*/ 595830 w 595959"/>
                  <a:gd name="connsiteY2" fmla="*/ 116896 h 159078"/>
                  <a:gd name="connsiteX3" fmla="*/ 131 w 595959"/>
                  <a:gd name="connsiteY3" fmla="*/ 159078 h 159078"/>
                  <a:gd name="connsiteX4" fmla="*/ 124 w 595959"/>
                  <a:gd name="connsiteY4" fmla="*/ 41841 h 159078"/>
                  <a:gd name="connsiteX0" fmla="*/ 124 w 597349"/>
                  <a:gd name="connsiteY0" fmla="*/ 42378 h 159615"/>
                  <a:gd name="connsiteX1" fmla="*/ 597349 w 597349"/>
                  <a:gd name="connsiteY1" fmla="*/ 0 h 159615"/>
                  <a:gd name="connsiteX2" fmla="*/ 595830 w 597349"/>
                  <a:gd name="connsiteY2" fmla="*/ 117433 h 159615"/>
                  <a:gd name="connsiteX3" fmla="*/ 131 w 597349"/>
                  <a:gd name="connsiteY3" fmla="*/ 159615 h 159615"/>
                  <a:gd name="connsiteX4" fmla="*/ 124 w 597349"/>
                  <a:gd name="connsiteY4" fmla="*/ 42378 h 159615"/>
                  <a:gd name="connsiteX0" fmla="*/ 124 w 600443"/>
                  <a:gd name="connsiteY0" fmla="*/ 42378 h 159615"/>
                  <a:gd name="connsiteX1" fmla="*/ 597349 w 600443"/>
                  <a:gd name="connsiteY1" fmla="*/ 0 h 159615"/>
                  <a:gd name="connsiteX2" fmla="*/ 600408 w 600443"/>
                  <a:gd name="connsiteY2" fmla="*/ 117433 h 159615"/>
                  <a:gd name="connsiteX3" fmla="*/ 131 w 600443"/>
                  <a:gd name="connsiteY3" fmla="*/ 159615 h 159615"/>
                  <a:gd name="connsiteX4" fmla="*/ 124 w 600443"/>
                  <a:gd name="connsiteY4" fmla="*/ 42378 h 159615"/>
                  <a:gd name="connsiteX0" fmla="*/ 124 w 600537"/>
                  <a:gd name="connsiteY0" fmla="*/ 42378 h 159615"/>
                  <a:gd name="connsiteX1" fmla="*/ 600401 w 600537"/>
                  <a:gd name="connsiteY1" fmla="*/ 0 h 159615"/>
                  <a:gd name="connsiteX2" fmla="*/ 600408 w 600537"/>
                  <a:gd name="connsiteY2" fmla="*/ 117433 h 159615"/>
                  <a:gd name="connsiteX3" fmla="*/ 131 w 600537"/>
                  <a:gd name="connsiteY3" fmla="*/ 159615 h 159615"/>
                  <a:gd name="connsiteX4" fmla="*/ 124 w 600537"/>
                  <a:gd name="connsiteY4" fmla="*/ 42378 h 1596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00537" h="159615">
                    <a:moveTo>
                      <a:pt x="124" y="42378"/>
                    </a:moveTo>
                    <a:cubicBezTo>
                      <a:pt x="296414" y="-50243"/>
                      <a:pt x="418111" y="75773"/>
                      <a:pt x="600401" y="0"/>
                    </a:cubicBezTo>
                    <a:cubicBezTo>
                      <a:pt x="599951" y="33260"/>
                      <a:pt x="600858" y="84173"/>
                      <a:pt x="600408" y="117433"/>
                    </a:cubicBezTo>
                    <a:cubicBezTo>
                      <a:pt x="395490" y="192726"/>
                      <a:pt x="285331" y="62551"/>
                      <a:pt x="131" y="159615"/>
                    </a:cubicBezTo>
                    <a:cubicBezTo>
                      <a:pt x="-323" y="114566"/>
                      <a:pt x="578" y="87427"/>
                      <a:pt x="124" y="42378"/>
                    </a:cubicBezTo>
                    <a:close/>
                  </a:path>
                </a:pathLst>
              </a:custGeom>
              <a:solidFill>
                <a:schemeClr val="accent2">
                  <a:lumMod val="40000"/>
                  <a:lumOff val="60000"/>
                </a:schemeClr>
              </a:solidFill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grpSp>
            <p:nvGrpSpPr>
              <p:cNvPr id="815" name="组合 814">
                <a:extLst>
                  <a:ext uri="{FF2B5EF4-FFF2-40B4-BE49-F238E27FC236}">
                    <a16:creationId xmlns:a16="http://schemas.microsoft.com/office/drawing/2014/main" id="{BD621120-FBF2-BF60-551B-376B7E2791C8}"/>
                  </a:ext>
                </a:extLst>
              </p:cNvPr>
              <p:cNvGrpSpPr/>
              <p:nvPr/>
            </p:nvGrpSpPr>
            <p:grpSpPr>
              <a:xfrm>
                <a:off x="5766806" y="6517241"/>
                <a:ext cx="621640" cy="663817"/>
                <a:chOff x="5040167" y="6521415"/>
                <a:chExt cx="621640" cy="663817"/>
              </a:xfrm>
            </p:grpSpPr>
            <p:sp>
              <p:nvSpPr>
                <p:cNvPr id="816" name="矩形 1174">
                  <a:extLst>
                    <a:ext uri="{FF2B5EF4-FFF2-40B4-BE49-F238E27FC236}">
                      <a16:creationId xmlns:a16="http://schemas.microsoft.com/office/drawing/2014/main" id="{A4A9384D-F4D2-513D-74E9-929BCA2A5854}"/>
                    </a:ext>
                  </a:extLst>
                </p:cNvPr>
                <p:cNvSpPr/>
                <p:nvPr/>
              </p:nvSpPr>
              <p:spPr>
                <a:xfrm rot="10800000">
                  <a:off x="5041542" y="6760560"/>
                  <a:ext cx="618706" cy="201627"/>
                </a:xfrm>
                <a:custGeom>
                  <a:avLst/>
                  <a:gdLst>
                    <a:gd name="connsiteX0" fmla="*/ 0 w 595706"/>
                    <a:gd name="connsiteY0" fmla="*/ 0 h 92965"/>
                    <a:gd name="connsiteX1" fmla="*/ 595706 w 595706"/>
                    <a:gd name="connsiteY1" fmla="*/ 0 h 92965"/>
                    <a:gd name="connsiteX2" fmla="*/ 595706 w 595706"/>
                    <a:gd name="connsiteY2" fmla="*/ 92965 h 92965"/>
                    <a:gd name="connsiteX3" fmla="*/ 0 w 595706"/>
                    <a:gd name="connsiteY3" fmla="*/ 92965 h 92965"/>
                    <a:gd name="connsiteX4" fmla="*/ 0 w 595706"/>
                    <a:gd name="connsiteY4" fmla="*/ 0 h 92965"/>
                    <a:gd name="connsiteX0" fmla="*/ 0 w 595706"/>
                    <a:gd name="connsiteY0" fmla="*/ 0 h 135147"/>
                    <a:gd name="connsiteX1" fmla="*/ 595706 w 595706"/>
                    <a:gd name="connsiteY1" fmla="*/ 0 h 135147"/>
                    <a:gd name="connsiteX2" fmla="*/ 595706 w 595706"/>
                    <a:gd name="connsiteY2" fmla="*/ 92965 h 135147"/>
                    <a:gd name="connsiteX3" fmla="*/ 1361 w 595706"/>
                    <a:gd name="connsiteY3" fmla="*/ 135147 h 135147"/>
                    <a:gd name="connsiteX4" fmla="*/ 0 w 595706"/>
                    <a:gd name="connsiteY4" fmla="*/ 0 h 135147"/>
                    <a:gd name="connsiteX0" fmla="*/ 0 w 595706"/>
                    <a:gd name="connsiteY0" fmla="*/ 0 h 135147"/>
                    <a:gd name="connsiteX1" fmla="*/ 595706 w 595706"/>
                    <a:gd name="connsiteY1" fmla="*/ 0 h 135147"/>
                    <a:gd name="connsiteX2" fmla="*/ 595706 w 595706"/>
                    <a:gd name="connsiteY2" fmla="*/ 92965 h 135147"/>
                    <a:gd name="connsiteX3" fmla="*/ 1361 w 595706"/>
                    <a:gd name="connsiteY3" fmla="*/ 135147 h 135147"/>
                    <a:gd name="connsiteX4" fmla="*/ 0 w 595706"/>
                    <a:gd name="connsiteY4" fmla="*/ 0 h 135147"/>
                    <a:gd name="connsiteX0" fmla="*/ 0 w 595706"/>
                    <a:gd name="connsiteY0" fmla="*/ 0 h 135147"/>
                    <a:gd name="connsiteX1" fmla="*/ 595706 w 595706"/>
                    <a:gd name="connsiteY1" fmla="*/ 0 h 135147"/>
                    <a:gd name="connsiteX2" fmla="*/ 595706 w 595706"/>
                    <a:gd name="connsiteY2" fmla="*/ 92965 h 135147"/>
                    <a:gd name="connsiteX3" fmla="*/ 1361 w 595706"/>
                    <a:gd name="connsiteY3" fmla="*/ 135147 h 135147"/>
                    <a:gd name="connsiteX4" fmla="*/ 0 w 595706"/>
                    <a:gd name="connsiteY4" fmla="*/ 0 h 135147"/>
                    <a:gd name="connsiteX0" fmla="*/ 0 w 595706"/>
                    <a:gd name="connsiteY0" fmla="*/ 0 h 135147"/>
                    <a:gd name="connsiteX1" fmla="*/ 595706 w 595706"/>
                    <a:gd name="connsiteY1" fmla="*/ 0 h 135147"/>
                    <a:gd name="connsiteX2" fmla="*/ 595706 w 595706"/>
                    <a:gd name="connsiteY2" fmla="*/ 92965 h 135147"/>
                    <a:gd name="connsiteX3" fmla="*/ 1361 w 595706"/>
                    <a:gd name="connsiteY3" fmla="*/ 135147 h 135147"/>
                    <a:gd name="connsiteX4" fmla="*/ 0 w 595706"/>
                    <a:gd name="connsiteY4" fmla="*/ 0 h 135147"/>
                    <a:gd name="connsiteX0" fmla="*/ 1422 w 594406"/>
                    <a:gd name="connsiteY0" fmla="*/ 21376 h 135147"/>
                    <a:gd name="connsiteX1" fmla="*/ 594406 w 594406"/>
                    <a:gd name="connsiteY1" fmla="*/ 0 h 135147"/>
                    <a:gd name="connsiteX2" fmla="*/ 594406 w 594406"/>
                    <a:gd name="connsiteY2" fmla="*/ 92965 h 135147"/>
                    <a:gd name="connsiteX3" fmla="*/ 61 w 594406"/>
                    <a:gd name="connsiteY3" fmla="*/ 135147 h 135147"/>
                    <a:gd name="connsiteX4" fmla="*/ 1422 w 594406"/>
                    <a:gd name="connsiteY4" fmla="*/ 21376 h 135147"/>
                    <a:gd name="connsiteX0" fmla="*/ 1422 w 594406"/>
                    <a:gd name="connsiteY0" fmla="*/ 15599 h 135147"/>
                    <a:gd name="connsiteX1" fmla="*/ 594406 w 594406"/>
                    <a:gd name="connsiteY1" fmla="*/ 0 h 135147"/>
                    <a:gd name="connsiteX2" fmla="*/ 594406 w 594406"/>
                    <a:gd name="connsiteY2" fmla="*/ 92965 h 135147"/>
                    <a:gd name="connsiteX3" fmla="*/ 61 w 594406"/>
                    <a:gd name="connsiteY3" fmla="*/ 135147 h 135147"/>
                    <a:gd name="connsiteX4" fmla="*/ 1422 w 594406"/>
                    <a:gd name="connsiteY4" fmla="*/ 15599 h 135147"/>
                    <a:gd name="connsiteX0" fmla="*/ 131 w 594476"/>
                    <a:gd name="connsiteY0" fmla="*/ 4622 h 135147"/>
                    <a:gd name="connsiteX1" fmla="*/ 594476 w 594476"/>
                    <a:gd name="connsiteY1" fmla="*/ 0 h 135147"/>
                    <a:gd name="connsiteX2" fmla="*/ 594476 w 594476"/>
                    <a:gd name="connsiteY2" fmla="*/ 92965 h 135147"/>
                    <a:gd name="connsiteX3" fmla="*/ 131 w 594476"/>
                    <a:gd name="connsiteY3" fmla="*/ 135147 h 135147"/>
                    <a:gd name="connsiteX4" fmla="*/ 131 w 594476"/>
                    <a:gd name="connsiteY4" fmla="*/ 4622 h 135147"/>
                    <a:gd name="connsiteX0" fmla="*/ 0 w 595706"/>
                    <a:gd name="connsiteY0" fmla="*/ 17910 h 135147"/>
                    <a:gd name="connsiteX1" fmla="*/ 595706 w 595706"/>
                    <a:gd name="connsiteY1" fmla="*/ 0 h 135147"/>
                    <a:gd name="connsiteX2" fmla="*/ 595706 w 595706"/>
                    <a:gd name="connsiteY2" fmla="*/ 92965 h 135147"/>
                    <a:gd name="connsiteX3" fmla="*/ 1361 w 595706"/>
                    <a:gd name="connsiteY3" fmla="*/ 135147 h 135147"/>
                    <a:gd name="connsiteX4" fmla="*/ 0 w 595706"/>
                    <a:gd name="connsiteY4" fmla="*/ 17910 h 135147"/>
                    <a:gd name="connsiteX0" fmla="*/ 0 w 595706"/>
                    <a:gd name="connsiteY0" fmla="*/ 17910 h 135147"/>
                    <a:gd name="connsiteX1" fmla="*/ 595706 w 595706"/>
                    <a:gd name="connsiteY1" fmla="*/ 0 h 135147"/>
                    <a:gd name="connsiteX2" fmla="*/ 595706 w 595706"/>
                    <a:gd name="connsiteY2" fmla="*/ 92965 h 135147"/>
                    <a:gd name="connsiteX3" fmla="*/ 1361 w 595706"/>
                    <a:gd name="connsiteY3" fmla="*/ 135147 h 135147"/>
                    <a:gd name="connsiteX4" fmla="*/ 0 w 595706"/>
                    <a:gd name="connsiteY4" fmla="*/ 17910 h 135147"/>
                    <a:gd name="connsiteX0" fmla="*/ 0 w 595706"/>
                    <a:gd name="connsiteY0" fmla="*/ 17910 h 135147"/>
                    <a:gd name="connsiteX1" fmla="*/ 595706 w 595706"/>
                    <a:gd name="connsiteY1" fmla="*/ 0 h 135147"/>
                    <a:gd name="connsiteX2" fmla="*/ 595706 w 595706"/>
                    <a:gd name="connsiteY2" fmla="*/ 92965 h 135147"/>
                    <a:gd name="connsiteX3" fmla="*/ 1361 w 595706"/>
                    <a:gd name="connsiteY3" fmla="*/ 135147 h 135147"/>
                    <a:gd name="connsiteX4" fmla="*/ 0 w 595706"/>
                    <a:gd name="connsiteY4" fmla="*/ 17910 h 135147"/>
                    <a:gd name="connsiteX0" fmla="*/ 0 w 595706"/>
                    <a:gd name="connsiteY0" fmla="*/ 17910 h 135147"/>
                    <a:gd name="connsiteX1" fmla="*/ 595706 w 595706"/>
                    <a:gd name="connsiteY1" fmla="*/ 0 h 135147"/>
                    <a:gd name="connsiteX2" fmla="*/ 595706 w 595706"/>
                    <a:gd name="connsiteY2" fmla="*/ 92965 h 135147"/>
                    <a:gd name="connsiteX3" fmla="*/ 1361 w 595706"/>
                    <a:gd name="connsiteY3" fmla="*/ 135147 h 135147"/>
                    <a:gd name="connsiteX4" fmla="*/ 0 w 595706"/>
                    <a:gd name="connsiteY4" fmla="*/ 17910 h 135147"/>
                    <a:gd name="connsiteX0" fmla="*/ 0 w 595706"/>
                    <a:gd name="connsiteY0" fmla="*/ 22423 h 139660"/>
                    <a:gd name="connsiteX1" fmla="*/ 595706 w 595706"/>
                    <a:gd name="connsiteY1" fmla="*/ 4513 h 139660"/>
                    <a:gd name="connsiteX2" fmla="*/ 595706 w 595706"/>
                    <a:gd name="connsiteY2" fmla="*/ 97478 h 139660"/>
                    <a:gd name="connsiteX3" fmla="*/ 1361 w 595706"/>
                    <a:gd name="connsiteY3" fmla="*/ 139660 h 139660"/>
                    <a:gd name="connsiteX4" fmla="*/ 0 w 595706"/>
                    <a:gd name="connsiteY4" fmla="*/ 22423 h 139660"/>
                    <a:gd name="connsiteX0" fmla="*/ 0 w 595706"/>
                    <a:gd name="connsiteY0" fmla="*/ 26413 h 143650"/>
                    <a:gd name="connsiteX1" fmla="*/ 595706 w 595706"/>
                    <a:gd name="connsiteY1" fmla="*/ 8503 h 143650"/>
                    <a:gd name="connsiteX2" fmla="*/ 595706 w 595706"/>
                    <a:gd name="connsiteY2" fmla="*/ 101468 h 143650"/>
                    <a:gd name="connsiteX3" fmla="*/ 1361 w 595706"/>
                    <a:gd name="connsiteY3" fmla="*/ 143650 h 143650"/>
                    <a:gd name="connsiteX4" fmla="*/ 0 w 595706"/>
                    <a:gd name="connsiteY4" fmla="*/ 26413 h 143650"/>
                    <a:gd name="connsiteX0" fmla="*/ 0 w 595706"/>
                    <a:gd name="connsiteY0" fmla="*/ 21286 h 138523"/>
                    <a:gd name="connsiteX1" fmla="*/ 595706 w 595706"/>
                    <a:gd name="connsiteY1" fmla="*/ 3376 h 138523"/>
                    <a:gd name="connsiteX2" fmla="*/ 595706 w 595706"/>
                    <a:gd name="connsiteY2" fmla="*/ 96341 h 138523"/>
                    <a:gd name="connsiteX3" fmla="*/ 1361 w 595706"/>
                    <a:gd name="connsiteY3" fmla="*/ 138523 h 138523"/>
                    <a:gd name="connsiteX4" fmla="*/ 0 w 595706"/>
                    <a:gd name="connsiteY4" fmla="*/ 21286 h 138523"/>
                    <a:gd name="connsiteX0" fmla="*/ 0 w 595706"/>
                    <a:gd name="connsiteY0" fmla="*/ 22534 h 139771"/>
                    <a:gd name="connsiteX1" fmla="*/ 595706 w 595706"/>
                    <a:gd name="connsiteY1" fmla="*/ 4624 h 139771"/>
                    <a:gd name="connsiteX2" fmla="*/ 595706 w 595706"/>
                    <a:gd name="connsiteY2" fmla="*/ 97589 h 139771"/>
                    <a:gd name="connsiteX3" fmla="*/ 1361 w 595706"/>
                    <a:gd name="connsiteY3" fmla="*/ 139771 h 139771"/>
                    <a:gd name="connsiteX4" fmla="*/ 0 w 595706"/>
                    <a:gd name="connsiteY4" fmla="*/ 22534 h 139771"/>
                    <a:gd name="connsiteX0" fmla="*/ 0 w 595706"/>
                    <a:gd name="connsiteY0" fmla="*/ 23494 h 140731"/>
                    <a:gd name="connsiteX1" fmla="*/ 595706 w 595706"/>
                    <a:gd name="connsiteY1" fmla="*/ 2118 h 140731"/>
                    <a:gd name="connsiteX2" fmla="*/ 595706 w 595706"/>
                    <a:gd name="connsiteY2" fmla="*/ 98549 h 140731"/>
                    <a:gd name="connsiteX3" fmla="*/ 1361 w 595706"/>
                    <a:gd name="connsiteY3" fmla="*/ 140731 h 140731"/>
                    <a:gd name="connsiteX4" fmla="*/ 0 w 595706"/>
                    <a:gd name="connsiteY4" fmla="*/ 23494 h 140731"/>
                    <a:gd name="connsiteX0" fmla="*/ 0 w 595706"/>
                    <a:gd name="connsiteY0" fmla="*/ 23494 h 140731"/>
                    <a:gd name="connsiteX1" fmla="*/ 595706 w 595706"/>
                    <a:gd name="connsiteY1" fmla="*/ 2118 h 140731"/>
                    <a:gd name="connsiteX2" fmla="*/ 595706 w 595706"/>
                    <a:gd name="connsiteY2" fmla="*/ 98549 h 140731"/>
                    <a:gd name="connsiteX3" fmla="*/ 1361 w 595706"/>
                    <a:gd name="connsiteY3" fmla="*/ 140731 h 140731"/>
                    <a:gd name="connsiteX4" fmla="*/ 0 w 595706"/>
                    <a:gd name="connsiteY4" fmla="*/ 23494 h 140731"/>
                    <a:gd name="connsiteX0" fmla="*/ 0 w 595706"/>
                    <a:gd name="connsiteY0" fmla="*/ 25030 h 142267"/>
                    <a:gd name="connsiteX1" fmla="*/ 595706 w 595706"/>
                    <a:gd name="connsiteY1" fmla="*/ 3654 h 142267"/>
                    <a:gd name="connsiteX2" fmla="*/ 595706 w 595706"/>
                    <a:gd name="connsiteY2" fmla="*/ 100085 h 142267"/>
                    <a:gd name="connsiteX3" fmla="*/ 1361 w 595706"/>
                    <a:gd name="connsiteY3" fmla="*/ 142267 h 142267"/>
                    <a:gd name="connsiteX4" fmla="*/ 0 w 595706"/>
                    <a:gd name="connsiteY4" fmla="*/ 25030 h 142267"/>
                    <a:gd name="connsiteX0" fmla="*/ 0 w 595706"/>
                    <a:gd name="connsiteY0" fmla="*/ 22091 h 139328"/>
                    <a:gd name="connsiteX1" fmla="*/ 595706 w 595706"/>
                    <a:gd name="connsiteY1" fmla="*/ 715 h 139328"/>
                    <a:gd name="connsiteX2" fmla="*/ 595706 w 595706"/>
                    <a:gd name="connsiteY2" fmla="*/ 97146 h 139328"/>
                    <a:gd name="connsiteX3" fmla="*/ 1361 w 595706"/>
                    <a:gd name="connsiteY3" fmla="*/ 139328 h 139328"/>
                    <a:gd name="connsiteX4" fmla="*/ 0 w 595706"/>
                    <a:gd name="connsiteY4" fmla="*/ 22091 h 139328"/>
                    <a:gd name="connsiteX0" fmla="*/ 0 w 595706"/>
                    <a:gd name="connsiteY0" fmla="*/ 23573 h 140810"/>
                    <a:gd name="connsiteX1" fmla="*/ 595706 w 595706"/>
                    <a:gd name="connsiteY1" fmla="*/ 2197 h 140810"/>
                    <a:gd name="connsiteX2" fmla="*/ 595706 w 595706"/>
                    <a:gd name="connsiteY2" fmla="*/ 98628 h 140810"/>
                    <a:gd name="connsiteX3" fmla="*/ 1361 w 595706"/>
                    <a:gd name="connsiteY3" fmla="*/ 140810 h 140810"/>
                    <a:gd name="connsiteX4" fmla="*/ 0 w 595706"/>
                    <a:gd name="connsiteY4" fmla="*/ 23573 h 140810"/>
                    <a:gd name="connsiteX0" fmla="*/ 0 w 595706"/>
                    <a:gd name="connsiteY0" fmla="*/ 21908 h 139145"/>
                    <a:gd name="connsiteX1" fmla="*/ 595706 w 595706"/>
                    <a:gd name="connsiteY1" fmla="*/ 532 h 139145"/>
                    <a:gd name="connsiteX2" fmla="*/ 595706 w 595706"/>
                    <a:gd name="connsiteY2" fmla="*/ 96963 h 139145"/>
                    <a:gd name="connsiteX3" fmla="*/ 1361 w 595706"/>
                    <a:gd name="connsiteY3" fmla="*/ 139145 h 139145"/>
                    <a:gd name="connsiteX4" fmla="*/ 0 w 595706"/>
                    <a:gd name="connsiteY4" fmla="*/ 21908 h 139145"/>
                    <a:gd name="connsiteX0" fmla="*/ 0 w 595706"/>
                    <a:gd name="connsiteY0" fmla="*/ 23863 h 141100"/>
                    <a:gd name="connsiteX1" fmla="*/ 595706 w 595706"/>
                    <a:gd name="connsiteY1" fmla="*/ 2487 h 141100"/>
                    <a:gd name="connsiteX2" fmla="*/ 595706 w 595706"/>
                    <a:gd name="connsiteY2" fmla="*/ 98918 h 141100"/>
                    <a:gd name="connsiteX3" fmla="*/ 1361 w 595706"/>
                    <a:gd name="connsiteY3" fmla="*/ 141100 h 141100"/>
                    <a:gd name="connsiteX4" fmla="*/ 0 w 595706"/>
                    <a:gd name="connsiteY4" fmla="*/ 23863 h 141100"/>
                    <a:gd name="connsiteX0" fmla="*/ 0 w 595706"/>
                    <a:gd name="connsiteY0" fmla="*/ 24472 h 141709"/>
                    <a:gd name="connsiteX1" fmla="*/ 595706 w 595706"/>
                    <a:gd name="connsiteY1" fmla="*/ 3096 h 141709"/>
                    <a:gd name="connsiteX2" fmla="*/ 595706 w 595706"/>
                    <a:gd name="connsiteY2" fmla="*/ 99527 h 141709"/>
                    <a:gd name="connsiteX3" fmla="*/ 1361 w 595706"/>
                    <a:gd name="connsiteY3" fmla="*/ 141709 h 141709"/>
                    <a:gd name="connsiteX4" fmla="*/ 0 w 595706"/>
                    <a:gd name="connsiteY4" fmla="*/ 24472 h 141709"/>
                    <a:gd name="connsiteX0" fmla="*/ 0 w 595706"/>
                    <a:gd name="connsiteY0" fmla="*/ 24267 h 141504"/>
                    <a:gd name="connsiteX1" fmla="*/ 595706 w 595706"/>
                    <a:gd name="connsiteY1" fmla="*/ 2891 h 141504"/>
                    <a:gd name="connsiteX2" fmla="*/ 595706 w 595706"/>
                    <a:gd name="connsiteY2" fmla="*/ 99322 h 141504"/>
                    <a:gd name="connsiteX3" fmla="*/ 1361 w 595706"/>
                    <a:gd name="connsiteY3" fmla="*/ 141504 h 141504"/>
                    <a:gd name="connsiteX4" fmla="*/ 0 w 595706"/>
                    <a:gd name="connsiteY4" fmla="*/ 24267 h 141504"/>
                    <a:gd name="connsiteX0" fmla="*/ 0 w 595706"/>
                    <a:gd name="connsiteY0" fmla="*/ 24472 h 141709"/>
                    <a:gd name="connsiteX1" fmla="*/ 595706 w 595706"/>
                    <a:gd name="connsiteY1" fmla="*/ 3096 h 141709"/>
                    <a:gd name="connsiteX2" fmla="*/ 595706 w 595706"/>
                    <a:gd name="connsiteY2" fmla="*/ 99527 h 141709"/>
                    <a:gd name="connsiteX3" fmla="*/ 1361 w 595706"/>
                    <a:gd name="connsiteY3" fmla="*/ 141709 h 141709"/>
                    <a:gd name="connsiteX4" fmla="*/ 0 w 595706"/>
                    <a:gd name="connsiteY4" fmla="*/ 24472 h 141709"/>
                    <a:gd name="connsiteX0" fmla="*/ 0 w 595706"/>
                    <a:gd name="connsiteY0" fmla="*/ 24472 h 141709"/>
                    <a:gd name="connsiteX1" fmla="*/ 594353 w 595706"/>
                    <a:gd name="connsiteY1" fmla="*/ 3096 h 141709"/>
                    <a:gd name="connsiteX2" fmla="*/ 595706 w 595706"/>
                    <a:gd name="connsiteY2" fmla="*/ 99527 h 141709"/>
                    <a:gd name="connsiteX3" fmla="*/ 1361 w 595706"/>
                    <a:gd name="connsiteY3" fmla="*/ 141709 h 141709"/>
                    <a:gd name="connsiteX4" fmla="*/ 0 w 595706"/>
                    <a:gd name="connsiteY4" fmla="*/ 24472 h 141709"/>
                    <a:gd name="connsiteX0" fmla="*/ 124 w 595830"/>
                    <a:gd name="connsiteY0" fmla="*/ 24472 h 141709"/>
                    <a:gd name="connsiteX1" fmla="*/ 594477 w 595830"/>
                    <a:gd name="connsiteY1" fmla="*/ 3096 h 141709"/>
                    <a:gd name="connsiteX2" fmla="*/ 595830 w 595830"/>
                    <a:gd name="connsiteY2" fmla="*/ 99527 h 141709"/>
                    <a:gd name="connsiteX3" fmla="*/ 131 w 595830"/>
                    <a:gd name="connsiteY3" fmla="*/ 141709 h 141709"/>
                    <a:gd name="connsiteX4" fmla="*/ 124 w 595830"/>
                    <a:gd name="connsiteY4" fmla="*/ 24472 h 141709"/>
                    <a:gd name="connsiteX0" fmla="*/ 124 w 597179"/>
                    <a:gd name="connsiteY0" fmla="*/ 25207 h 142444"/>
                    <a:gd name="connsiteX1" fmla="*/ 597179 w 597179"/>
                    <a:gd name="connsiteY1" fmla="*/ 481 h 142444"/>
                    <a:gd name="connsiteX2" fmla="*/ 595830 w 597179"/>
                    <a:gd name="connsiteY2" fmla="*/ 100262 h 142444"/>
                    <a:gd name="connsiteX3" fmla="*/ 131 w 597179"/>
                    <a:gd name="connsiteY3" fmla="*/ 142444 h 142444"/>
                    <a:gd name="connsiteX4" fmla="*/ 124 w 597179"/>
                    <a:gd name="connsiteY4" fmla="*/ 25207 h 142444"/>
                    <a:gd name="connsiteX0" fmla="*/ 124 w 595889"/>
                    <a:gd name="connsiteY0" fmla="*/ 25842 h 143079"/>
                    <a:gd name="connsiteX1" fmla="*/ 594477 w 595889"/>
                    <a:gd name="connsiteY1" fmla="*/ 0 h 143079"/>
                    <a:gd name="connsiteX2" fmla="*/ 595830 w 595889"/>
                    <a:gd name="connsiteY2" fmla="*/ 100897 h 143079"/>
                    <a:gd name="connsiteX3" fmla="*/ 131 w 595889"/>
                    <a:gd name="connsiteY3" fmla="*/ 143079 h 143079"/>
                    <a:gd name="connsiteX4" fmla="*/ 124 w 595889"/>
                    <a:gd name="connsiteY4" fmla="*/ 25842 h 143079"/>
                    <a:gd name="connsiteX0" fmla="*/ 124 w 595889"/>
                    <a:gd name="connsiteY0" fmla="*/ 24713 h 141950"/>
                    <a:gd name="connsiteX1" fmla="*/ 594477 w 595889"/>
                    <a:gd name="connsiteY1" fmla="*/ 2221 h 141950"/>
                    <a:gd name="connsiteX2" fmla="*/ 595830 w 595889"/>
                    <a:gd name="connsiteY2" fmla="*/ 99768 h 141950"/>
                    <a:gd name="connsiteX3" fmla="*/ 131 w 595889"/>
                    <a:gd name="connsiteY3" fmla="*/ 141950 h 141950"/>
                    <a:gd name="connsiteX4" fmla="*/ 124 w 595889"/>
                    <a:gd name="connsiteY4" fmla="*/ 24713 h 141950"/>
                    <a:gd name="connsiteX0" fmla="*/ 124 w 595959"/>
                    <a:gd name="connsiteY0" fmla="*/ 24713 h 141950"/>
                    <a:gd name="connsiteX1" fmla="*/ 595828 w 595959"/>
                    <a:gd name="connsiteY1" fmla="*/ 2221 h 141950"/>
                    <a:gd name="connsiteX2" fmla="*/ 595830 w 595959"/>
                    <a:gd name="connsiteY2" fmla="*/ 99768 h 141950"/>
                    <a:gd name="connsiteX3" fmla="*/ 131 w 595959"/>
                    <a:gd name="connsiteY3" fmla="*/ 141950 h 141950"/>
                    <a:gd name="connsiteX4" fmla="*/ 124 w 595959"/>
                    <a:gd name="connsiteY4" fmla="*/ 24713 h 141950"/>
                    <a:gd name="connsiteX0" fmla="*/ 124 w 595959"/>
                    <a:gd name="connsiteY0" fmla="*/ 24925 h 142162"/>
                    <a:gd name="connsiteX1" fmla="*/ 595828 w 595959"/>
                    <a:gd name="connsiteY1" fmla="*/ 2433 h 142162"/>
                    <a:gd name="connsiteX2" fmla="*/ 595830 w 595959"/>
                    <a:gd name="connsiteY2" fmla="*/ 99980 h 142162"/>
                    <a:gd name="connsiteX3" fmla="*/ 131 w 595959"/>
                    <a:gd name="connsiteY3" fmla="*/ 142162 h 142162"/>
                    <a:gd name="connsiteX4" fmla="*/ 124 w 595959"/>
                    <a:gd name="connsiteY4" fmla="*/ 24925 h 142162"/>
                    <a:gd name="connsiteX0" fmla="*/ 124 w 595959"/>
                    <a:gd name="connsiteY0" fmla="*/ 22492 h 139729"/>
                    <a:gd name="connsiteX1" fmla="*/ 595828 w 595959"/>
                    <a:gd name="connsiteY1" fmla="*/ 0 h 139729"/>
                    <a:gd name="connsiteX2" fmla="*/ 595830 w 595959"/>
                    <a:gd name="connsiteY2" fmla="*/ 97547 h 139729"/>
                    <a:gd name="connsiteX3" fmla="*/ 131 w 595959"/>
                    <a:gd name="connsiteY3" fmla="*/ 139729 h 139729"/>
                    <a:gd name="connsiteX4" fmla="*/ 124 w 595959"/>
                    <a:gd name="connsiteY4" fmla="*/ 22492 h 139729"/>
                    <a:gd name="connsiteX0" fmla="*/ 124 w 595959"/>
                    <a:gd name="connsiteY0" fmla="*/ 25585 h 142822"/>
                    <a:gd name="connsiteX1" fmla="*/ 595828 w 595959"/>
                    <a:gd name="connsiteY1" fmla="*/ 3093 h 142822"/>
                    <a:gd name="connsiteX2" fmla="*/ 595830 w 595959"/>
                    <a:gd name="connsiteY2" fmla="*/ 100640 h 142822"/>
                    <a:gd name="connsiteX3" fmla="*/ 131 w 595959"/>
                    <a:gd name="connsiteY3" fmla="*/ 142822 h 142822"/>
                    <a:gd name="connsiteX4" fmla="*/ 124 w 595959"/>
                    <a:gd name="connsiteY4" fmla="*/ 25585 h 142822"/>
                    <a:gd name="connsiteX0" fmla="*/ 124 w 595959"/>
                    <a:gd name="connsiteY0" fmla="*/ 25585 h 142822"/>
                    <a:gd name="connsiteX1" fmla="*/ 595828 w 595959"/>
                    <a:gd name="connsiteY1" fmla="*/ 3093 h 142822"/>
                    <a:gd name="connsiteX2" fmla="*/ 595830 w 595959"/>
                    <a:gd name="connsiteY2" fmla="*/ 100640 h 142822"/>
                    <a:gd name="connsiteX3" fmla="*/ 131 w 595959"/>
                    <a:gd name="connsiteY3" fmla="*/ 142822 h 142822"/>
                    <a:gd name="connsiteX4" fmla="*/ 124 w 595959"/>
                    <a:gd name="connsiteY4" fmla="*/ 25585 h 142822"/>
                    <a:gd name="connsiteX0" fmla="*/ 124 w 595959"/>
                    <a:gd name="connsiteY0" fmla="*/ 26512 h 143749"/>
                    <a:gd name="connsiteX1" fmla="*/ 595828 w 595959"/>
                    <a:gd name="connsiteY1" fmla="*/ 4020 h 143749"/>
                    <a:gd name="connsiteX2" fmla="*/ 595830 w 595959"/>
                    <a:gd name="connsiteY2" fmla="*/ 101567 h 143749"/>
                    <a:gd name="connsiteX3" fmla="*/ 131 w 595959"/>
                    <a:gd name="connsiteY3" fmla="*/ 143749 h 143749"/>
                    <a:gd name="connsiteX4" fmla="*/ 124 w 595959"/>
                    <a:gd name="connsiteY4" fmla="*/ 26512 h 143749"/>
                    <a:gd name="connsiteX0" fmla="*/ 124 w 595959"/>
                    <a:gd name="connsiteY0" fmla="*/ 26512 h 143749"/>
                    <a:gd name="connsiteX1" fmla="*/ 595828 w 595959"/>
                    <a:gd name="connsiteY1" fmla="*/ 4020 h 143749"/>
                    <a:gd name="connsiteX2" fmla="*/ 595830 w 595959"/>
                    <a:gd name="connsiteY2" fmla="*/ 101567 h 143749"/>
                    <a:gd name="connsiteX3" fmla="*/ 131 w 595959"/>
                    <a:gd name="connsiteY3" fmla="*/ 143749 h 143749"/>
                    <a:gd name="connsiteX4" fmla="*/ 124 w 595959"/>
                    <a:gd name="connsiteY4" fmla="*/ 26512 h 143749"/>
                    <a:gd name="connsiteX0" fmla="*/ 124 w 595959"/>
                    <a:gd name="connsiteY0" fmla="*/ 28496 h 145733"/>
                    <a:gd name="connsiteX1" fmla="*/ 595828 w 595959"/>
                    <a:gd name="connsiteY1" fmla="*/ 6004 h 145733"/>
                    <a:gd name="connsiteX2" fmla="*/ 595830 w 595959"/>
                    <a:gd name="connsiteY2" fmla="*/ 103551 h 145733"/>
                    <a:gd name="connsiteX3" fmla="*/ 131 w 595959"/>
                    <a:gd name="connsiteY3" fmla="*/ 145733 h 145733"/>
                    <a:gd name="connsiteX4" fmla="*/ 124 w 595959"/>
                    <a:gd name="connsiteY4" fmla="*/ 28496 h 145733"/>
                    <a:gd name="connsiteX0" fmla="*/ 124 w 595959"/>
                    <a:gd name="connsiteY0" fmla="*/ 40766 h 158003"/>
                    <a:gd name="connsiteX1" fmla="*/ 595828 w 595959"/>
                    <a:gd name="connsiteY1" fmla="*/ 0 h 158003"/>
                    <a:gd name="connsiteX2" fmla="*/ 595830 w 595959"/>
                    <a:gd name="connsiteY2" fmla="*/ 115821 h 158003"/>
                    <a:gd name="connsiteX3" fmla="*/ 131 w 595959"/>
                    <a:gd name="connsiteY3" fmla="*/ 158003 h 158003"/>
                    <a:gd name="connsiteX4" fmla="*/ 124 w 595959"/>
                    <a:gd name="connsiteY4" fmla="*/ 40766 h 158003"/>
                    <a:gd name="connsiteX0" fmla="*/ 124 w 595959"/>
                    <a:gd name="connsiteY0" fmla="*/ 40766 h 158003"/>
                    <a:gd name="connsiteX1" fmla="*/ 595828 w 595959"/>
                    <a:gd name="connsiteY1" fmla="*/ 0 h 158003"/>
                    <a:gd name="connsiteX2" fmla="*/ 595830 w 595959"/>
                    <a:gd name="connsiteY2" fmla="*/ 115821 h 158003"/>
                    <a:gd name="connsiteX3" fmla="*/ 131 w 595959"/>
                    <a:gd name="connsiteY3" fmla="*/ 158003 h 158003"/>
                    <a:gd name="connsiteX4" fmla="*/ 124 w 595959"/>
                    <a:gd name="connsiteY4" fmla="*/ 40766 h 158003"/>
                    <a:gd name="connsiteX0" fmla="*/ 124 w 595959"/>
                    <a:gd name="connsiteY0" fmla="*/ 40766 h 158003"/>
                    <a:gd name="connsiteX1" fmla="*/ 595828 w 595959"/>
                    <a:gd name="connsiteY1" fmla="*/ 0 h 158003"/>
                    <a:gd name="connsiteX2" fmla="*/ 595830 w 595959"/>
                    <a:gd name="connsiteY2" fmla="*/ 115821 h 158003"/>
                    <a:gd name="connsiteX3" fmla="*/ 131 w 595959"/>
                    <a:gd name="connsiteY3" fmla="*/ 158003 h 158003"/>
                    <a:gd name="connsiteX4" fmla="*/ 124 w 595959"/>
                    <a:gd name="connsiteY4" fmla="*/ 40766 h 158003"/>
                    <a:gd name="connsiteX0" fmla="*/ 124 w 595959"/>
                    <a:gd name="connsiteY0" fmla="*/ 40766 h 158003"/>
                    <a:gd name="connsiteX1" fmla="*/ 595828 w 595959"/>
                    <a:gd name="connsiteY1" fmla="*/ 0 h 158003"/>
                    <a:gd name="connsiteX2" fmla="*/ 595830 w 595959"/>
                    <a:gd name="connsiteY2" fmla="*/ 115821 h 158003"/>
                    <a:gd name="connsiteX3" fmla="*/ 131 w 595959"/>
                    <a:gd name="connsiteY3" fmla="*/ 158003 h 158003"/>
                    <a:gd name="connsiteX4" fmla="*/ 124 w 595959"/>
                    <a:gd name="connsiteY4" fmla="*/ 40766 h 158003"/>
                    <a:gd name="connsiteX0" fmla="*/ 124 w 595959"/>
                    <a:gd name="connsiteY0" fmla="*/ 40766 h 158003"/>
                    <a:gd name="connsiteX1" fmla="*/ 595828 w 595959"/>
                    <a:gd name="connsiteY1" fmla="*/ 0 h 158003"/>
                    <a:gd name="connsiteX2" fmla="*/ 595830 w 595959"/>
                    <a:gd name="connsiteY2" fmla="*/ 115821 h 158003"/>
                    <a:gd name="connsiteX3" fmla="*/ 131 w 595959"/>
                    <a:gd name="connsiteY3" fmla="*/ 158003 h 158003"/>
                    <a:gd name="connsiteX4" fmla="*/ 124 w 595959"/>
                    <a:gd name="connsiteY4" fmla="*/ 40766 h 158003"/>
                    <a:gd name="connsiteX0" fmla="*/ 124 w 595959"/>
                    <a:gd name="connsiteY0" fmla="*/ 40766 h 158003"/>
                    <a:gd name="connsiteX1" fmla="*/ 595828 w 595959"/>
                    <a:gd name="connsiteY1" fmla="*/ 0 h 158003"/>
                    <a:gd name="connsiteX2" fmla="*/ 595830 w 595959"/>
                    <a:gd name="connsiteY2" fmla="*/ 115821 h 158003"/>
                    <a:gd name="connsiteX3" fmla="*/ 131 w 595959"/>
                    <a:gd name="connsiteY3" fmla="*/ 158003 h 158003"/>
                    <a:gd name="connsiteX4" fmla="*/ 124 w 595959"/>
                    <a:gd name="connsiteY4" fmla="*/ 40766 h 158003"/>
                    <a:gd name="connsiteX0" fmla="*/ 124 w 595959"/>
                    <a:gd name="connsiteY0" fmla="*/ 40766 h 158003"/>
                    <a:gd name="connsiteX1" fmla="*/ 595828 w 595959"/>
                    <a:gd name="connsiteY1" fmla="*/ 0 h 158003"/>
                    <a:gd name="connsiteX2" fmla="*/ 595830 w 595959"/>
                    <a:gd name="connsiteY2" fmla="*/ 115821 h 158003"/>
                    <a:gd name="connsiteX3" fmla="*/ 131 w 595959"/>
                    <a:gd name="connsiteY3" fmla="*/ 158003 h 158003"/>
                    <a:gd name="connsiteX4" fmla="*/ 124 w 595959"/>
                    <a:gd name="connsiteY4" fmla="*/ 40766 h 158003"/>
                    <a:gd name="connsiteX0" fmla="*/ 124 w 595959"/>
                    <a:gd name="connsiteY0" fmla="*/ 40766 h 158003"/>
                    <a:gd name="connsiteX1" fmla="*/ 595828 w 595959"/>
                    <a:gd name="connsiteY1" fmla="*/ 0 h 158003"/>
                    <a:gd name="connsiteX2" fmla="*/ 595830 w 595959"/>
                    <a:gd name="connsiteY2" fmla="*/ 115821 h 158003"/>
                    <a:gd name="connsiteX3" fmla="*/ 131 w 595959"/>
                    <a:gd name="connsiteY3" fmla="*/ 158003 h 158003"/>
                    <a:gd name="connsiteX4" fmla="*/ 124 w 595959"/>
                    <a:gd name="connsiteY4" fmla="*/ 40766 h 158003"/>
                    <a:gd name="connsiteX0" fmla="*/ 124 w 595959"/>
                    <a:gd name="connsiteY0" fmla="*/ 40766 h 158003"/>
                    <a:gd name="connsiteX1" fmla="*/ 595828 w 595959"/>
                    <a:gd name="connsiteY1" fmla="*/ 0 h 158003"/>
                    <a:gd name="connsiteX2" fmla="*/ 595830 w 595959"/>
                    <a:gd name="connsiteY2" fmla="*/ 115821 h 158003"/>
                    <a:gd name="connsiteX3" fmla="*/ 131 w 595959"/>
                    <a:gd name="connsiteY3" fmla="*/ 158003 h 158003"/>
                    <a:gd name="connsiteX4" fmla="*/ 124 w 595959"/>
                    <a:gd name="connsiteY4" fmla="*/ 40766 h 158003"/>
                    <a:gd name="connsiteX0" fmla="*/ 124 w 595856"/>
                    <a:gd name="connsiteY0" fmla="*/ 41841 h 159078"/>
                    <a:gd name="connsiteX1" fmla="*/ 591261 w 595856"/>
                    <a:gd name="connsiteY1" fmla="*/ 0 h 159078"/>
                    <a:gd name="connsiteX2" fmla="*/ 595830 w 595856"/>
                    <a:gd name="connsiteY2" fmla="*/ 116896 h 159078"/>
                    <a:gd name="connsiteX3" fmla="*/ 131 w 595856"/>
                    <a:gd name="connsiteY3" fmla="*/ 159078 h 159078"/>
                    <a:gd name="connsiteX4" fmla="*/ 124 w 595856"/>
                    <a:gd name="connsiteY4" fmla="*/ 41841 h 159078"/>
                    <a:gd name="connsiteX0" fmla="*/ 124 w 595959"/>
                    <a:gd name="connsiteY0" fmla="*/ 41841 h 159078"/>
                    <a:gd name="connsiteX1" fmla="*/ 595828 w 595959"/>
                    <a:gd name="connsiteY1" fmla="*/ 0 h 159078"/>
                    <a:gd name="connsiteX2" fmla="*/ 595830 w 595959"/>
                    <a:gd name="connsiteY2" fmla="*/ 116896 h 159078"/>
                    <a:gd name="connsiteX3" fmla="*/ 131 w 595959"/>
                    <a:gd name="connsiteY3" fmla="*/ 159078 h 159078"/>
                    <a:gd name="connsiteX4" fmla="*/ 124 w 595959"/>
                    <a:gd name="connsiteY4" fmla="*/ 41841 h 159078"/>
                    <a:gd name="connsiteX0" fmla="*/ 124 w 597349"/>
                    <a:gd name="connsiteY0" fmla="*/ 42378 h 159615"/>
                    <a:gd name="connsiteX1" fmla="*/ 597349 w 597349"/>
                    <a:gd name="connsiteY1" fmla="*/ 0 h 159615"/>
                    <a:gd name="connsiteX2" fmla="*/ 595830 w 597349"/>
                    <a:gd name="connsiteY2" fmla="*/ 117433 h 159615"/>
                    <a:gd name="connsiteX3" fmla="*/ 131 w 597349"/>
                    <a:gd name="connsiteY3" fmla="*/ 159615 h 159615"/>
                    <a:gd name="connsiteX4" fmla="*/ 124 w 597349"/>
                    <a:gd name="connsiteY4" fmla="*/ 42378 h 159615"/>
                    <a:gd name="connsiteX0" fmla="*/ 124 w 600443"/>
                    <a:gd name="connsiteY0" fmla="*/ 42378 h 159615"/>
                    <a:gd name="connsiteX1" fmla="*/ 597349 w 600443"/>
                    <a:gd name="connsiteY1" fmla="*/ 0 h 159615"/>
                    <a:gd name="connsiteX2" fmla="*/ 600408 w 600443"/>
                    <a:gd name="connsiteY2" fmla="*/ 117433 h 159615"/>
                    <a:gd name="connsiteX3" fmla="*/ 131 w 600443"/>
                    <a:gd name="connsiteY3" fmla="*/ 159615 h 159615"/>
                    <a:gd name="connsiteX4" fmla="*/ 124 w 600443"/>
                    <a:gd name="connsiteY4" fmla="*/ 42378 h 159615"/>
                    <a:gd name="connsiteX0" fmla="*/ 124 w 600537"/>
                    <a:gd name="connsiteY0" fmla="*/ 42378 h 159615"/>
                    <a:gd name="connsiteX1" fmla="*/ 600401 w 600537"/>
                    <a:gd name="connsiteY1" fmla="*/ 0 h 159615"/>
                    <a:gd name="connsiteX2" fmla="*/ 600408 w 600537"/>
                    <a:gd name="connsiteY2" fmla="*/ 117433 h 159615"/>
                    <a:gd name="connsiteX3" fmla="*/ 131 w 600537"/>
                    <a:gd name="connsiteY3" fmla="*/ 159615 h 159615"/>
                    <a:gd name="connsiteX4" fmla="*/ 124 w 600537"/>
                    <a:gd name="connsiteY4" fmla="*/ 42378 h 15961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00537" h="159615">
                      <a:moveTo>
                        <a:pt x="124" y="42378"/>
                      </a:moveTo>
                      <a:cubicBezTo>
                        <a:pt x="296414" y="-50243"/>
                        <a:pt x="418111" y="75773"/>
                        <a:pt x="600401" y="0"/>
                      </a:cubicBezTo>
                      <a:cubicBezTo>
                        <a:pt x="599951" y="33260"/>
                        <a:pt x="600858" y="84173"/>
                        <a:pt x="600408" y="117433"/>
                      </a:cubicBezTo>
                      <a:cubicBezTo>
                        <a:pt x="395490" y="192726"/>
                        <a:pt x="285331" y="62551"/>
                        <a:pt x="131" y="159615"/>
                      </a:cubicBezTo>
                      <a:cubicBezTo>
                        <a:pt x="-323" y="114566"/>
                        <a:pt x="578" y="87427"/>
                        <a:pt x="124" y="42378"/>
                      </a:cubicBezTo>
                      <a:close/>
                    </a:path>
                  </a:pathLst>
                </a:custGeom>
                <a:solidFill>
                  <a:schemeClr val="accent4">
                    <a:lumMod val="60000"/>
                    <a:lumOff val="40000"/>
                  </a:schemeClr>
                </a:solidFill>
                <a:ln w="1270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817" name="矩形 1174">
                  <a:extLst>
                    <a:ext uri="{FF2B5EF4-FFF2-40B4-BE49-F238E27FC236}">
                      <a16:creationId xmlns:a16="http://schemas.microsoft.com/office/drawing/2014/main" id="{8400E767-5D1D-F9D9-ECEF-E583D778EEC5}"/>
                    </a:ext>
                  </a:extLst>
                </p:cNvPr>
                <p:cNvSpPr/>
                <p:nvPr/>
              </p:nvSpPr>
              <p:spPr>
                <a:xfrm rot="10800000">
                  <a:off x="5041542" y="6890402"/>
                  <a:ext cx="618706" cy="226680"/>
                </a:xfrm>
                <a:custGeom>
                  <a:avLst/>
                  <a:gdLst>
                    <a:gd name="connsiteX0" fmla="*/ 0 w 595706"/>
                    <a:gd name="connsiteY0" fmla="*/ 0 h 92965"/>
                    <a:gd name="connsiteX1" fmla="*/ 595706 w 595706"/>
                    <a:gd name="connsiteY1" fmla="*/ 0 h 92965"/>
                    <a:gd name="connsiteX2" fmla="*/ 595706 w 595706"/>
                    <a:gd name="connsiteY2" fmla="*/ 92965 h 92965"/>
                    <a:gd name="connsiteX3" fmla="*/ 0 w 595706"/>
                    <a:gd name="connsiteY3" fmla="*/ 92965 h 92965"/>
                    <a:gd name="connsiteX4" fmla="*/ 0 w 595706"/>
                    <a:gd name="connsiteY4" fmla="*/ 0 h 92965"/>
                    <a:gd name="connsiteX0" fmla="*/ 0 w 595706"/>
                    <a:gd name="connsiteY0" fmla="*/ 0 h 135147"/>
                    <a:gd name="connsiteX1" fmla="*/ 595706 w 595706"/>
                    <a:gd name="connsiteY1" fmla="*/ 0 h 135147"/>
                    <a:gd name="connsiteX2" fmla="*/ 595706 w 595706"/>
                    <a:gd name="connsiteY2" fmla="*/ 92965 h 135147"/>
                    <a:gd name="connsiteX3" fmla="*/ 1361 w 595706"/>
                    <a:gd name="connsiteY3" fmla="*/ 135147 h 135147"/>
                    <a:gd name="connsiteX4" fmla="*/ 0 w 595706"/>
                    <a:gd name="connsiteY4" fmla="*/ 0 h 135147"/>
                    <a:gd name="connsiteX0" fmla="*/ 0 w 595706"/>
                    <a:gd name="connsiteY0" fmla="*/ 0 h 135147"/>
                    <a:gd name="connsiteX1" fmla="*/ 595706 w 595706"/>
                    <a:gd name="connsiteY1" fmla="*/ 0 h 135147"/>
                    <a:gd name="connsiteX2" fmla="*/ 595706 w 595706"/>
                    <a:gd name="connsiteY2" fmla="*/ 92965 h 135147"/>
                    <a:gd name="connsiteX3" fmla="*/ 1361 w 595706"/>
                    <a:gd name="connsiteY3" fmla="*/ 135147 h 135147"/>
                    <a:gd name="connsiteX4" fmla="*/ 0 w 595706"/>
                    <a:gd name="connsiteY4" fmla="*/ 0 h 135147"/>
                    <a:gd name="connsiteX0" fmla="*/ 0 w 595706"/>
                    <a:gd name="connsiteY0" fmla="*/ 0 h 135147"/>
                    <a:gd name="connsiteX1" fmla="*/ 595706 w 595706"/>
                    <a:gd name="connsiteY1" fmla="*/ 0 h 135147"/>
                    <a:gd name="connsiteX2" fmla="*/ 595706 w 595706"/>
                    <a:gd name="connsiteY2" fmla="*/ 92965 h 135147"/>
                    <a:gd name="connsiteX3" fmla="*/ 1361 w 595706"/>
                    <a:gd name="connsiteY3" fmla="*/ 135147 h 135147"/>
                    <a:gd name="connsiteX4" fmla="*/ 0 w 595706"/>
                    <a:gd name="connsiteY4" fmla="*/ 0 h 135147"/>
                    <a:gd name="connsiteX0" fmla="*/ 0 w 595706"/>
                    <a:gd name="connsiteY0" fmla="*/ 0 h 135147"/>
                    <a:gd name="connsiteX1" fmla="*/ 595706 w 595706"/>
                    <a:gd name="connsiteY1" fmla="*/ 0 h 135147"/>
                    <a:gd name="connsiteX2" fmla="*/ 595706 w 595706"/>
                    <a:gd name="connsiteY2" fmla="*/ 92965 h 135147"/>
                    <a:gd name="connsiteX3" fmla="*/ 1361 w 595706"/>
                    <a:gd name="connsiteY3" fmla="*/ 135147 h 135147"/>
                    <a:gd name="connsiteX4" fmla="*/ 0 w 595706"/>
                    <a:gd name="connsiteY4" fmla="*/ 0 h 135147"/>
                    <a:gd name="connsiteX0" fmla="*/ 1422 w 594406"/>
                    <a:gd name="connsiteY0" fmla="*/ 21376 h 135147"/>
                    <a:gd name="connsiteX1" fmla="*/ 594406 w 594406"/>
                    <a:gd name="connsiteY1" fmla="*/ 0 h 135147"/>
                    <a:gd name="connsiteX2" fmla="*/ 594406 w 594406"/>
                    <a:gd name="connsiteY2" fmla="*/ 92965 h 135147"/>
                    <a:gd name="connsiteX3" fmla="*/ 61 w 594406"/>
                    <a:gd name="connsiteY3" fmla="*/ 135147 h 135147"/>
                    <a:gd name="connsiteX4" fmla="*/ 1422 w 594406"/>
                    <a:gd name="connsiteY4" fmla="*/ 21376 h 135147"/>
                    <a:gd name="connsiteX0" fmla="*/ 1422 w 594406"/>
                    <a:gd name="connsiteY0" fmla="*/ 15599 h 135147"/>
                    <a:gd name="connsiteX1" fmla="*/ 594406 w 594406"/>
                    <a:gd name="connsiteY1" fmla="*/ 0 h 135147"/>
                    <a:gd name="connsiteX2" fmla="*/ 594406 w 594406"/>
                    <a:gd name="connsiteY2" fmla="*/ 92965 h 135147"/>
                    <a:gd name="connsiteX3" fmla="*/ 61 w 594406"/>
                    <a:gd name="connsiteY3" fmla="*/ 135147 h 135147"/>
                    <a:gd name="connsiteX4" fmla="*/ 1422 w 594406"/>
                    <a:gd name="connsiteY4" fmla="*/ 15599 h 135147"/>
                    <a:gd name="connsiteX0" fmla="*/ 131 w 594476"/>
                    <a:gd name="connsiteY0" fmla="*/ 4622 h 135147"/>
                    <a:gd name="connsiteX1" fmla="*/ 594476 w 594476"/>
                    <a:gd name="connsiteY1" fmla="*/ 0 h 135147"/>
                    <a:gd name="connsiteX2" fmla="*/ 594476 w 594476"/>
                    <a:gd name="connsiteY2" fmla="*/ 92965 h 135147"/>
                    <a:gd name="connsiteX3" fmla="*/ 131 w 594476"/>
                    <a:gd name="connsiteY3" fmla="*/ 135147 h 135147"/>
                    <a:gd name="connsiteX4" fmla="*/ 131 w 594476"/>
                    <a:gd name="connsiteY4" fmla="*/ 4622 h 135147"/>
                    <a:gd name="connsiteX0" fmla="*/ 0 w 595706"/>
                    <a:gd name="connsiteY0" fmla="*/ 17910 h 135147"/>
                    <a:gd name="connsiteX1" fmla="*/ 595706 w 595706"/>
                    <a:gd name="connsiteY1" fmla="*/ 0 h 135147"/>
                    <a:gd name="connsiteX2" fmla="*/ 595706 w 595706"/>
                    <a:gd name="connsiteY2" fmla="*/ 92965 h 135147"/>
                    <a:gd name="connsiteX3" fmla="*/ 1361 w 595706"/>
                    <a:gd name="connsiteY3" fmla="*/ 135147 h 135147"/>
                    <a:gd name="connsiteX4" fmla="*/ 0 w 595706"/>
                    <a:gd name="connsiteY4" fmla="*/ 17910 h 135147"/>
                    <a:gd name="connsiteX0" fmla="*/ 0 w 595706"/>
                    <a:gd name="connsiteY0" fmla="*/ 17910 h 135147"/>
                    <a:gd name="connsiteX1" fmla="*/ 595706 w 595706"/>
                    <a:gd name="connsiteY1" fmla="*/ 0 h 135147"/>
                    <a:gd name="connsiteX2" fmla="*/ 595706 w 595706"/>
                    <a:gd name="connsiteY2" fmla="*/ 92965 h 135147"/>
                    <a:gd name="connsiteX3" fmla="*/ 1361 w 595706"/>
                    <a:gd name="connsiteY3" fmla="*/ 135147 h 135147"/>
                    <a:gd name="connsiteX4" fmla="*/ 0 w 595706"/>
                    <a:gd name="connsiteY4" fmla="*/ 17910 h 135147"/>
                    <a:gd name="connsiteX0" fmla="*/ 0 w 595706"/>
                    <a:gd name="connsiteY0" fmla="*/ 17910 h 135147"/>
                    <a:gd name="connsiteX1" fmla="*/ 595706 w 595706"/>
                    <a:gd name="connsiteY1" fmla="*/ 0 h 135147"/>
                    <a:gd name="connsiteX2" fmla="*/ 595706 w 595706"/>
                    <a:gd name="connsiteY2" fmla="*/ 92965 h 135147"/>
                    <a:gd name="connsiteX3" fmla="*/ 1361 w 595706"/>
                    <a:gd name="connsiteY3" fmla="*/ 135147 h 135147"/>
                    <a:gd name="connsiteX4" fmla="*/ 0 w 595706"/>
                    <a:gd name="connsiteY4" fmla="*/ 17910 h 135147"/>
                    <a:gd name="connsiteX0" fmla="*/ 0 w 595706"/>
                    <a:gd name="connsiteY0" fmla="*/ 17910 h 135147"/>
                    <a:gd name="connsiteX1" fmla="*/ 595706 w 595706"/>
                    <a:gd name="connsiteY1" fmla="*/ 0 h 135147"/>
                    <a:gd name="connsiteX2" fmla="*/ 595706 w 595706"/>
                    <a:gd name="connsiteY2" fmla="*/ 92965 h 135147"/>
                    <a:gd name="connsiteX3" fmla="*/ 1361 w 595706"/>
                    <a:gd name="connsiteY3" fmla="*/ 135147 h 135147"/>
                    <a:gd name="connsiteX4" fmla="*/ 0 w 595706"/>
                    <a:gd name="connsiteY4" fmla="*/ 17910 h 135147"/>
                    <a:gd name="connsiteX0" fmla="*/ 0 w 595706"/>
                    <a:gd name="connsiteY0" fmla="*/ 22423 h 139660"/>
                    <a:gd name="connsiteX1" fmla="*/ 595706 w 595706"/>
                    <a:gd name="connsiteY1" fmla="*/ 4513 h 139660"/>
                    <a:gd name="connsiteX2" fmla="*/ 595706 w 595706"/>
                    <a:gd name="connsiteY2" fmla="*/ 97478 h 139660"/>
                    <a:gd name="connsiteX3" fmla="*/ 1361 w 595706"/>
                    <a:gd name="connsiteY3" fmla="*/ 139660 h 139660"/>
                    <a:gd name="connsiteX4" fmla="*/ 0 w 595706"/>
                    <a:gd name="connsiteY4" fmla="*/ 22423 h 139660"/>
                    <a:gd name="connsiteX0" fmla="*/ 0 w 595706"/>
                    <a:gd name="connsiteY0" fmla="*/ 26413 h 143650"/>
                    <a:gd name="connsiteX1" fmla="*/ 595706 w 595706"/>
                    <a:gd name="connsiteY1" fmla="*/ 8503 h 143650"/>
                    <a:gd name="connsiteX2" fmla="*/ 595706 w 595706"/>
                    <a:gd name="connsiteY2" fmla="*/ 101468 h 143650"/>
                    <a:gd name="connsiteX3" fmla="*/ 1361 w 595706"/>
                    <a:gd name="connsiteY3" fmla="*/ 143650 h 143650"/>
                    <a:gd name="connsiteX4" fmla="*/ 0 w 595706"/>
                    <a:gd name="connsiteY4" fmla="*/ 26413 h 143650"/>
                    <a:gd name="connsiteX0" fmla="*/ 0 w 595706"/>
                    <a:gd name="connsiteY0" fmla="*/ 21286 h 138523"/>
                    <a:gd name="connsiteX1" fmla="*/ 595706 w 595706"/>
                    <a:gd name="connsiteY1" fmla="*/ 3376 h 138523"/>
                    <a:gd name="connsiteX2" fmla="*/ 595706 w 595706"/>
                    <a:gd name="connsiteY2" fmla="*/ 96341 h 138523"/>
                    <a:gd name="connsiteX3" fmla="*/ 1361 w 595706"/>
                    <a:gd name="connsiteY3" fmla="*/ 138523 h 138523"/>
                    <a:gd name="connsiteX4" fmla="*/ 0 w 595706"/>
                    <a:gd name="connsiteY4" fmla="*/ 21286 h 138523"/>
                    <a:gd name="connsiteX0" fmla="*/ 0 w 595706"/>
                    <a:gd name="connsiteY0" fmla="*/ 22534 h 139771"/>
                    <a:gd name="connsiteX1" fmla="*/ 595706 w 595706"/>
                    <a:gd name="connsiteY1" fmla="*/ 4624 h 139771"/>
                    <a:gd name="connsiteX2" fmla="*/ 595706 w 595706"/>
                    <a:gd name="connsiteY2" fmla="*/ 97589 h 139771"/>
                    <a:gd name="connsiteX3" fmla="*/ 1361 w 595706"/>
                    <a:gd name="connsiteY3" fmla="*/ 139771 h 139771"/>
                    <a:gd name="connsiteX4" fmla="*/ 0 w 595706"/>
                    <a:gd name="connsiteY4" fmla="*/ 22534 h 139771"/>
                    <a:gd name="connsiteX0" fmla="*/ 0 w 595706"/>
                    <a:gd name="connsiteY0" fmla="*/ 23494 h 140731"/>
                    <a:gd name="connsiteX1" fmla="*/ 595706 w 595706"/>
                    <a:gd name="connsiteY1" fmla="*/ 2118 h 140731"/>
                    <a:gd name="connsiteX2" fmla="*/ 595706 w 595706"/>
                    <a:gd name="connsiteY2" fmla="*/ 98549 h 140731"/>
                    <a:gd name="connsiteX3" fmla="*/ 1361 w 595706"/>
                    <a:gd name="connsiteY3" fmla="*/ 140731 h 140731"/>
                    <a:gd name="connsiteX4" fmla="*/ 0 w 595706"/>
                    <a:gd name="connsiteY4" fmla="*/ 23494 h 140731"/>
                    <a:gd name="connsiteX0" fmla="*/ 0 w 595706"/>
                    <a:gd name="connsiteY0" fmla="*/ 23494 h 140731"/>
                    <a:gd name="connsiteX1" fmla="*/ 595706 w 595706"/>
                    <a:gd name="connsiteY1" fmla="*/ 2118 h 140731"/>
                    <a:gd name="connsiteX2" fmla="*/ 595706 w 595706"/>
                    <a:gd name="connsiteY2" fmla="*/ 98549 h 140731"/>
                    <a:gd name="connsiteX3" fmla="*/ 1361 w 595706"/>
                    <a:gd name="connsiteY3" fmla="*/ 140731 h 140731"/>
                    <a:gd name="connsiteX4" fmla="*/ 0 w 595706"/>
                    <a:gd name="connsiteY4" fmla="*/ 23494 h 140731"/>
                    <a:gd name="connsiteX0" fmla="*/ 0 w 595706"/>
                    <a:gd name="connsiteY0" fmla="*/ 25030 h 142267"/>
                    <a:gd name="connsiteX1" fmla="*/ 595706 w 595706"/>
                    <a:gd name="connsiteY1" fmla="*/ 3654 h 142267"/>
                    <a:gd name="connsiteX2" fmla="*/ 595706 w 595706"/>
                    <a:gd name="connsiteY2" fmla="*/ 100085 h 142267"/>
                    <a:gd name="connsiteX3" fmla="*/ 1361 w 595706"/>
                    <a:gd name="connsiteY3" fmla="*/ 142267 h 142267"/>
                    <a:gd name="connsiteX4" fmla="*/ 0 w 595706"/>
                    <a:gd name="connsiteY4" fmla="*/ 25030 h 142267"/>
                    <a:gd name="connsiteX0" fmla="*/ 0 w 595706"/>
                    <a:gd name="connsiteY0" fmla="*/ 22091 h 139328"/>
                    <a:gd name="connsiteX1" fmla="*/ 595706 w 595706"/>
                    <a:gd name="connsiteY1" fmla="*/ 715 h 139328"/>
                    <a:gd name="connsiteX2" fmla="*/ 595706 w 595706"/>
                    <a:gd name="connsiteY2" fmla="*/ 97146 h 139328"/>
                    <a:gd name="connsiteX3" fmla="*/ 1361 w 595706"/>
                    <a:gd name="connsiteY3" fmla="*/ 139328 h 139328"/>
                    <a:gd name="connsiteX4" fmla="*/ 0 w 595706"/>
                    <a:gd name="connsiteY4" fmla="*/ 22091 h 139328"/>
                    <a:gd name="connsiteX0" fmla="*/ 0 w 595706"/>
                    <a:gd name="connsiteY0" fmla="*/ 23573 h 140810"/>
                    <a:gd name="connsiteX1" fmla="*/ 595706 w 595706"/>
                    <a:gd name="connsiteY1" fmla="*/ 2197 h 140810"/>
                    <a:gd name="connsiteX2" fmla="*/ 595706 w 595706"/>
                    <a:gd name="connsiteY2" fmla="*/ 98628 h 140810"/>
                    <a:gd name="connsiteX3" fmla="*/ 1361 w 595706"/>
                    <a:gd name="connsiteY3" fmla="*/ 140810 h 140810"/>
                    <a:gd name="connsiteX4" fmla="*/ 0 w 595706"/>
                    <a:gd name="connsiteY4" fmla="*/ 23573 h 140810"/>
                    <a:gd name="connsiteX0" fmla="*/ 0 w 595706"/>
                    <a:gd name="connsiteY0" fmla="*/ 21908 h 139145"/>
                    <a:gd name="connsiteX1" fmla="*/ 595706 w 595706"/>
                    <a:gd name="connsiteY1" fmla="*/ 532 h 139145"/>
                    <a:gd name="connsiteX2" fmla="*/ 595706 w 595706"/>
                    <a:gd name="connsiteY2" fmla="*/ 96963 h 139145"/>
                    <a:gd name="connsiteX3" fmla="*/ 1361 w 595706"/>
                    <a:gd name="connsiteY3" fmla="*/ 139145 h 139145"/>
                    <a:gd name="connsiteX4" fmla="*/ 0 w 595706"/>
                    <a:gd name="connsiteY4" fmla="*/ 21908 h 139145"/>
                    <a:gd name="connsiteX0" fmla="*/ 0 w 595706"/>
                    <a:gd name="connsiteY0" fmla="*/ 23863 h 141100"/>
                    <a:gd name="connsiteX1" fmla="*/ 595706 w 595706"/>
                    <a:gd name="connsiteY1" fmla="*/ 2487 h 141100"/>
                    <a:gd name="connsiteX2" fmla="*/ 595706 w 595706"/>
                    <a:gd name="connsiteY2" fmla="*/ 98918 h 141100"/>
                    <a:gd name="connsiteX3" fmla="*/ 1361 w 595706"/>
                    <a:gd name="connsiteY3" fmla="*/ 141100 h 141100"/>
                    <a:gd name="connsiteX4" fmla="*/ 0 w 595706"/>
                    <a:gd name="connsiteY4" fmla="*/ 23863 h 141100"/>
                    <a:gd name="connsiteX0" fmla="*/ 0 w 595706"/>
                    <a:gd name="connsiteY0" fmla="*/ 24472 h 141709"/>
                    <a:gd name="connsiteX1" fmla="*/ 595706 w 595706"/>
                    <a:gd name="connsiteY1" fmla="*/ 3096 h 141709"/>
                    <a:gd name="connsiteX2" fmla="*/ 595706 w 595706"/>
                    <a:gd name="connsiteY2" fmla="*/ 99527 h 141709"/>
                    <a:gd name="connsiteX3" fmla="*/ 1361 w 595706"/>
                    <a:gd name="connsiteY3" fmla="*/ 141709 h 141709"/>
                    <a:gd name="connsiteX4" fmla="*/ 0 w 595706"/>
                    <a:gd name="connsiteY4" fmla="*/ 24472 h 141709"/>
                    <a:gd name="connsiteX0" fmla="*/ 0 w 595706"/>
                    <a:gd name="connsiteY0" fmla="*/ 24267 h 141504"/>
                    <a:gd name="connsiteX1" fmla="*/ 595706 w 595706"/>
                    <a:gd name="connsiteY1" fmla="*/ 2891 h 141504"/>
                    <a:gd name="connsiteX2" fmla="*/ 595706 w 595706"/>
                    <a:gd name="connsiteY2" fmla="*/ 99322 h 141504"/>
                    <a:gd name="connsiteX3" fmla="*/ 1361 w 595706"/>
                    <a:gd name="connsiteY3" fmla="*/ 141504 h 141504"/>
                    <a:gd name="connsiteX4" fmla="*/ 0 w 595706"/>
                    <a:gd name="connsiteY4" fmla="*/ 24267 h 141504"/>
                    <a:gd name="connsiteX0" fmla="*/ 0 w 595706"/>
                    <a:gd name="connsiteY0" fmla="*/ 24472 h 141709"/>
                    <a:gd name="connsiteX1" fmla="*/ 595706 w 595706"/>
                    <a:gd name="connsiteY1" fmla="*/ 3096 h 141709"/>
                    <a:gd name="connsiteX2" fmla="*/ 595706 w 595706"/>
                    <a:gd name="connsiteY2" fmla="*/ 99527 h 141709"/>
                    <a:gd name="connsiteX3" fmla="*/ 1361 w 595706"/>
                    <a:gd name="connsiteY3" fmla="*/ 141709 h 141709"/>
                    <a:gd name="connsiteX4" fmla="*/ 0 w 595706"/>
                    <a:gd name="connsiteY4" fmla="*/ 24472 h 141709"/>
                    <a:gd name="connsiteX0" fmla="*/ 0 w 595706"/>
                    <a:gd name="connsiteY0" fmla="*/ 24472 h 141709"/>
                    <a:gd name="connsiteX1" fmla="*/ 594353 w 595706"/>
                    <a:gd name="connsiteY1" fmla="*/ 3096 h 141709"/>
                    <a:gd name="connsiteX2" fmla="*/ 595706 w 595706"/>
                    <a:gd name="connsiteY2" fmla="*/ 99527 h 141709"/>
                    <a:gd name="connsiteX3" fmla="*/ 1361 w 595706"/>
                    <a:gd name="connsiteY3" fmla="*/ 141709 h 141709"/>
                    <a:gd name="connsiteX4" fmla="*/ 0 w 595706"/>
                    <a:gd name="connsiteY4" fmla="*/ 24472 h 141709"/>
                    <a:gd name="connsiteX0" fmla="*/ 124 w 595830"/>
                    <a:gd name="connsiteY0" fmla="*/ 24472 h 141709"/>
                    <a:gd name="connsiteX1" fmla="*/ 594477 w 595830"/>
                    <a:gd name="connsiteY1" fmla="*/ 3096 h 141709"/>
                    <a:gd name="connsiteX2" fmla="*/ 595830 w 595830"/>
                    <a:gd name="connsiteY2" fmla="*/ 99527 h 141709"/>
                    <a:gd name="connsiteX3" fmla="*/ 131 w 595830"/>
                    <a:gd name="connsiteY3" fmla="*/ 141709 h 141709"/>
                    <a:gd name="connsiteX4" fmla="*/ 124 w 595830"/>
                    <a:gd name="connsiteY4" fmla="*/ 24472 h 141709"/>
                    <a:gd name="connsiteX0" fmla="*/ 124 w 597179"/>
                    <a:gd name="connsiteY0" fmla="*/ 25207 h 142444"/>
                    <a:gd name="connsiteX1" fmla="*/ 597179 w 597179"/>
                    <a:gd name="connsiteY1" fmla="*/ 481 h 142444"/>
                    <a:gd name="connsiteX2" fmla="*/ 595830 w 597179"/>
                    <a:gd name="connsiteY2" fmla="*/ 100262 h 142444"/>
                    <a:gd name="connsiteX3" fmla="*/ 131 w 597179"/>
                    <a:gd name="connsiteY3" fmla="*/ 142444 h 142444"/>
                    <a:gd name="connsiteX4" fmla="*/ 124 w 597179"/>
                    <a:gd name="connsiteY4" fmla="*/ 25207 h 142444"/>
                    <a:gd name="connsiteX0" fmla="*/ 124 w 595889"/>
                    <a:gd name="connsiteY0" fmla="*/ 25842 h 143079"/>
                    <a:gd name="connsiteX1" fmla="*/ 594477 w 595889"/>
                    <a:gd name="connsiteY1" fmla="*/ 0 h 143079"/>
                    <a:gd name="connsiteX2" fmla="*/ 595830 w 595889"/>
                    <a:gd name="connsiteY2" fmla="*/ 100897 h 143079"/>
                    <a:gd name="connsiteX3" fmla="*/ 131 w 595889"/>
                    <a:gd name="connsiteY3" fmla="*/ 143079 h 143079"/>
                    <a:gd name="connsiteX4" fmla="*/ 124 w 595889"/>
                    <a:gd name="connsiteY4" fmla="*/ 25842 h 143079"/>
                    <a:gd name="connsiteX0" fmla="*/ 124 w 595889"/>
                    <a:gd name="connsiteY0" fmla="*/ 24713 h 141950"/>
                    <a:gd name="connsiteX1" fmla="*/ 594477 w 595889"/>
                    <a:gd name="connsiteY1" fmla="*/ 2221 h 141950"/>
                    <a:gd name="connsiteX2" fmla="*/ 595830 w 595889"/>
                    <a:gd name="connsiteY2" fmla="*/ 99768 h 141950"/>
                    <a:gd name="connsiteX3" fmla="*/ 131 w 595889"/>
                    <a:gd name="connsiteY3" fmla="*/ 141950 h 141950"/>
                    <a:gd name="connsiteX4" fmla="*/ 124 w 595889"/>
                    <a:gd name="connsiteY4" fmla="*/ 24713 h 141950"/>
                    <a:gd name="connsiteX0" fmla="*/ 124 w 595959"/>
                    <a:gd name="connsiteY0" fmla="*/ 24713 h 141950"/>
                    <a:gd name="connsiteX1" fmla="*/ 595828 w 595959"/>
                    <a:gd name="connsiteY1" fmla="*/ 2221 h 141950"/>
                    <a:gd name="connsiteX2" fmla="*/ 595830 w 595959"/>
                    <a:gd name="connsiteY2" fmla="*/ 99768 h 141950"/>
                    <a:gd name="connsiteX3" fmla="*/ 131 w 595959"/>
                    <a:gd name="connsiteY3" fmla="*/ 141950 h 141950"/>
                    <a:gd name="connsiteX4" fmla="*/ 124 w 595959"/>
                    <a:gd name="connsiteY4" fmla="*/ 24713 h 141950"/>
                    <a:gd name="connsiteX0" fmla="*/ 124 w 595959"/>
                    <a:gd name="connsiteY0" fmla="*/ 24925 h 142162"/>
                    <a:gd name="connsiteX1" fmla="*/ 595828 w 595959"/>
                    <a:gd name="connsiteY1" fmla="*/ 2433 h 142162"/>
                    <a:gd name="connsiteX2" fmla="*/ 595830 w 595959"/>
                    <a:gd name="connsiteY2" fmla="*/ 99980 h 142162"/>
                    <a:gd name="connsiteX3" fmla="*/ 131 w 595959"/>
                    <a:gd name="connsiteY3" fmla="*/ 142162 h 142162"/>
                    <a:gd name="connsiteX4" fmla="*/ 124 w 595959"/>
                    <a:gd name="connsiteY4" fmla="*/ 24925 h 142162"/>
                    <a:gd name="connsiteX0" fmla="*/ 124 w 595959"/>
                    <a:gd name="connsiteY0" fmla="*/ 22492 h 139729"/>
                    <a:gd name="connsiteX1" fmla="*/ 595828 w 595959"/>
                    <a:gd name="connsiteY1" fmla="*/ 0 h 139729"/>
                    <a:gd name="connsiteX2" fmla="*/ 595830 w 595959"/>
                    <a:gd name="connsiteY2" fmla="*/ 97547 h 139729"/>
                    <a:gd name="connsiteX3" fmla="*/ 131 w 595959"/>
                    <a:gd name="connsiteY3" fmla="*/ 139729 h 139729"/>
                    <a:gd name="connsiteX4" fmla="*/ 124 w 595959"/>
                    <a:gd name="connsiteY4" fmla="*/ 22492 h 139729"/>
                    <a:gd name="connsiteX0" fmla="*/ 124 w 595959"/>
                    <a:gd name="connsiteY0" fmla="*/ 25585 h 142822"/>
                    <a:gd name="connsiteX1" fmla="*/ 595828 w 595959"/>
                    <a:gd name="connsiteY1" fmla="*/ 3093 h 142822"/>
                    <a:gd name="connsiteX2" fmla="*/ 595830 w 595959"/>
                    <a:gd name="connsiteY2" fmla="*/ 100640 h 142822"/>
                    <a:gd name="connsiteX3" fmla="*/ 131 w 595959"/>
                    <a:gd name="connsiteY3" fmla="*/ 142822 h 142822"/>
                    <a:gd name="connsiteX4" fmla="*/ 124 w 595959"/>
                    <a:gd name="connsiteY4" fmla="*/ 25585 h 142822"/>
                    <a:gd name="connsiteX0" fmla="*/ 124 w 595959"/>
                    <a:gd name="connsiteY0" fmla="*/ 25585 h 142822"/>
                    <a:gd name="connsiteX1" fmla="*/ 595828 w 595959"/>
                    <a:gd name="connsiteY1" fmla="*/ 3093 h 142822"/>
                    <a:gd name="connsiteX2" fmla="*/ 595830 w 595959"/>
                    <a:gd name="connsiteY2" fmla="*/ 100640 h 142822"/>
                    <a:gd name="connsiteX3" fmla="*/ 131 w 595959"/>
                    <a:gd name="connsiteY3" fmla="*/ 142822 h 142822"/>
                    <a:gd name="connsiteX4" fmla="*/ 124 w 595959"/>
                    <a:gd name="connsiteY4" fmla="*/ 25585 h 142822"/>
                    <a:gd name="connsiteX0" fmla="*/ 124 w 595959"/>
                    <a:gd name="connsiteY0" fmla="*/ 26512 h 143749"/>
                    <a:gd name="connsiteX1" fmla="*/ 595828 w 595959"/>
                    <a:gd name="connsiteY1" fmla="*/ 4020 h 143749"/>
                    <a:gd name="connsiteX2" fmla="*/ 595830 w 595959"/>
                    <a:gd name="connsiteY2" fmla="*/ 101567 h 143749"/>
                    <a:gd name="connsiteX3" fmla="*/ 131 w 595959"/>
                    <a:gd name="connsiteY3" fmla="*/ 143749 h 143749"/>
                    <a:gd name="connsiteX4" fmla="*/ 124 w 595959"/>
                    <a:gd name="connsiteY4" fmla="*/ 26512 h 143749"/>
                    <a:gd name="connsiteX0" fmla="*/ 124 w 595959"/>
                    <a:gd name="connsiteY0" fmla="*/ 26512 h 143749"/>
                    <a:gd name="connsiteX1" fmla="*/ 595828 w 595959"/>
                    <a:gd name="connsiteY1" fmla="*/ 4020 h 143749"/>
                    <a:gd name="connsiteX2" fmla="*/ 595830 w 595959"/>
                    <a:gd name="connsiteY2" fmla="*/ 101567 h 143749"/>
                    <a:gd name="connsiteX3" fmla="*/ 131 w 595959"/>
                    <a:gd name="connsiteY3" fmla="*/ 143749 h 143749"/>
                    <a:gd name="connsiteX4" fmla="*/ 124 w 595959"/>
                    <a:gd name="connsiteY4" fmla="*/ 26512 h 143749"/>
                    <a:gd name="connsiteX0" fmla="*/ 124 w 595959"/>
                    <a:gd name="connsiteY0" fmla="*/ 28496 h 145733"/>
                    <a:gd name="connsiteX1" fmla="*/ 595828 w 595959"/>
                    <a:gd name="connsiteY1" fmla="*/ 6004 h 145733"/>
                    <a:gd name="connsiteX2" fmla="*/ 595830 w 595959"/>
                    <a:gd name="connsiteY2" fmla="*/ 103551 h 145733"/>
                    <a:gd name="connsiteX3" fmla="*/ 131 w 595959"/>
                    <a:gd name="connsiteY3" fmla="*/ 145733 h 145733"/>
                    <a:gd name="connsiteX4" fmla="*/ 124 w 595959"/>
                    <a:gd name="connsiteY4" fmla="*/ 28496 h 145733"/>
                    <a:gd name="connsiteX0" fmla="*/ 124 w 595959"/>
                    <a:gd name="connsiteY0" fmla="*/ 40766 h 158003"/>
                    <a:gd name="connsiteX1" fmla="*/ 595828 w 595959"/>
                    <a:gd name="connsiteY1" fmla="*/ 0 h 158003"/>
                    <a:gd name="connsiteX2" fmla="*/ 595830 w 595959"/>
                    <a:gd name="connsiteY2" fmla="*/ 115821 h 158003"/>
                    <a:gd name="connsiteX3" fmla="*/ 131 w 595959"/>
                    <a:gd name="connsiteY3" fmla="*/ 158003 h 158003"/>
                    <a:gd name="connsiteX4" fmla="*/ 124 w 595959"/>
                    <a:gd name="connsiteY4" fmla="*/ 40766 h 158003"/>
                    <a:gd name="connsiteX0" fmla="*/ 124 w 595959"/>
                    <a:gd name="connsiteY0" fmla="*/ 40766 h 158003"/>
                    <a:gd name="connsiteX1" fmla="*/ 595828 w 595959"/>
                    <a:gd name="connsiteY1" fmla="*/ 0 h 158003"/>
                    <a:gd name="connsiteX2" fmla="*/ 595830 w 595959"/>
                    <a:gd name="connsiteY2" fmla="*/ 115821 h 158003"/>
                    <a:gd name="connsiteX3" fmla="*/ 131 w 595959"/>
                    <a:gd name="connsiteY3" fmla="*/ 158003 h 158003"/>
                    <a:gd name="connsiteX4" fmla="*/ 124 w 595959"/>
                    <a:gd name="connsiteY4" fmla="*/ 40766 h 158003"/>
                    <a:gd name="connsiteX0" fmla="*/ 124 w 595959"/>
                    <a:gd name="connsiteY0" fmla="*/ 40766 h 158003"/>
                    <a:gd name="connsiteX1" fmla="*/ 595828 w 595959"/>
                    <a:gd name="connsiteY1" fmla="*/ 0 h 158003"/>
                    <a:gd name="connsiteX2" fmla="*/ 595830 w 595959"/>
                    <a:gd name="connsiteY2" fmla="*/ 115821 h 158003"/>
                    <a:gd name="connsiteX3" fmla="*/ 131 w 595959"/>
                    <a:gd name="connsiteY3" fmla="*/ 158003 h 158003"/>
                    <a:gd name="connsiteX4" fmla="*/ 124 w 595959"/>
                    <a:gd name="connsiteY4" fmla="*/ 40766 h 158003"/>
                    <a:gd name="connsiteX0" fmla="*/ 124 w 595959"/>
                    <a:gd name="connsiteY0" fmla="*/ 40766 h 158003"/>
                    <a:gd name="connsiteX1" fmla="*/ 595828 w 595959"/>
                    <a:gd name="connsiteY1" fmla="*/ 0 h 158003"/>
                    <a:gd name="connsiteX2" fmla="*/ 595830 w 595959"/>
                    <a:gd name="connsiteY2" fmla="*/ 115821 h 158003"/>
                    <a:gd name="connsiteX3" fmla="*/ 131 w 595959"/>
                    <a:gd name="connsiteY3" fmla="*/ 158003 h 158003"/>
                    <a:gd name="connsiteX4" fmla="*/ 124 w 595959"/>
                    <a:gd name="connsiteY4" fmla="*/ 40766 h 158003"/>
                    <a:gd name="connsiteX0" fmla="*/ 124 w 595959"/>
                    <a:gd name="connsiteY0" fmla="*/ 40766 h 158003"/>
                    <a:gd name="connsiteX1" fmla="*/ 595828 w 595959"/>
                    <a:gd name="connsiteY1" fmla="*/ 0 h 158003"/>
                    <a:gd name="connsiteX2" fmla="*/ 595830 w 595959"/>
                    <a:gd name="connsiteY2" fmla="*/ 115821 h 158003"/>
                    <a:gd name="connsiteX3" fmla="*/ 131 w 595959"/>
                    <a:gd name="connsiteY3" fmla="*/ 158003 h 158003"/>
                    <a:gd name="connsiteX4" fmla="*/ 124 w 595959"/>
                    <a:gd name="connsiteY4" fmla="*/ 40766 h 158003"/>
                    <a:gd name="connsiteX0" fmla="*/ 124 w 595959"/>
                    <a:gd name="connsiteY0" fmla="*/ 40766 h 158003"/>
                    <a:gd name="connsiteX1" fmla="*/ 595828 w 595959"/>
                    <a:gd name="connsiteY1" fmla="*/ 0 h 158003"/>
                    <a:gd name="connsiteX2" fmla="*/ 595830 w 595959"/>
                    <a:gd name="connsiteY2" fmla="*/ 115821 h 158003"/>
                    <a:gd name="connsiteX3" fmla="*/ 131 w 595959"/>
                    <a:gd name="connsiteY3" fmla="*/ 158003 h 158003"/>
                    <a:gd name="connsiteX4" fmla="*/ 124 w 595959"/>
                    <a:gd name="connsiteY4" fmla="*/ 40766 h 158003"/>
                    <a:gd name="connsiteX0" fmla="*/ 124 w 595959"/>
                    <a:gd name="connsiteY0" fmla="*/ 40766 h 158003"/>
                    <a:gd name="connsiteX1" fmla="*/ 595828 w 595959"/>
                    <a:gd name="connsiteY1" fmla="*/ 0 h 158003"/>
                    <a:gd name="connsiteX2" fmla="*/ 595830 w 595959"/>
                    <a:gd name="connsiteY2" fmla="*/ 115821 h 158003"/>
                    <a:gd name="connsiteX3" fmla="*/ 131 w 595959"/>
                    <a:gd name="connsiteY3" fmla="*/ 158003 h 158003"/>
                    <a:gd name="connsiteX4" fmla="*/ 124 w 595959"/>
                    <a:gd name="connsiteY4" fmla="*/ 40766 h 158003"/>
                    <a:gd name="connsiteX0" fmla="*/ 124 w 595959"/>
                    <a:gd name="connsiteY0" fmla="*/ 40766 h 158003"/>
                    <a:gd name="connsiteX1" fmla="*/ 595828 w 595959"/>
                    <a:gd name="connsiteY1" fmla="*/ 0 h 158003"/>
                    <a:gd name="connsiteX2" fmla="*/ 595830 w 595959"/>
                    <a:gd name="connsiteY2" fmla="*/ 115821 h 158003"/>
                    <a:gd name="connsiteX3" fmla="*/ 131 w 595959"/>
                    <a:gd name="connsiteY3" fmla="*/ 158003 h 158003"/>
                    <a:gd name="connsiteX4" fmla="*/ 124 w 595959"/>
                    <a:gd name="connsiteY4" fmla="*/ 40766 h 158003"/>
                    <a:gd name="connsiteX0" fmla="*/ 124 w 595959"/>
                    <a:gd name="connsiteY0" fmla="*/ 40766 h 158003"/>
                    <a:gd name="connsiteX1" fmla="*/ 595828 w 595959"/>
                    <a:gd name="connsiteY1" fmla="*/ 0 h 158003"/>
                    <a:gd name="connsiteX2" fmla="*/ 595830 w 595959"/>
                    <a:gd name="connsiteY2" fmla="*/ 115821 h 158003"/>
                    <a:gd name="connsiteX3" fmla="*/ 131 w 595959"/>
                    <a:gd name="connsiteY3" fmla="*/ 158003 h 158003"/>
                    <a:gd name="connsiteX4" fmla="*/ 124 w 595959"/>
                    <a:gd name="connsiteY4" fmla="*/ 40766 h 158003"/>
                    <a:gd name="connsiteX0" fmla="*/ 124 w 595856"/>
                    <a:gd name="connsiteY0" fmla="*/ 41841 h 159078"/>
                    <a:gd name="connsiteX1" fmla="*/ 591261 w 595856"/>
                    <a:gd name="connsiteY1" fmla="*/ 0 h 159078"/>
                    <a:gd name="connsiteX2" fmla="*/ 595830 w 595856"/>
                    <a:gd name="connsiteY2" fmla="*/ 116896 h 159078"/>
                    <a:gd name="connsiteX3" fmla="*/ 131 w 595856"/>
                    <a:gd name="connsiteY3" fmla="*/ 159078 h 159078"/>
                    <a:gd name="connsiteX4" fmla="*/ 124 w 595856"/>
                    <a:gd name="connsiteY4" fmla="*/ 41841 h 159078"/>
                    <a:gd name="connsiteX0" fmla="*/ 124 w 595959"/>
                    <a:gd name="connsiteY0" fmla="*/ 41841 h 159078"/>
                    <a:gd name="connsiteX1" fmla="*/ 595828 w 595959"/>
                    <a:gd name="connsiteY1" fmla="*/ 0 h 159078"/>
                    <a:gd name="connsiteX2" fmla="*/ 595830 w 595959"/>
                    <a:gd name="connsiteY2" fmla="*/ 116896 h 159078"/>
                    <a:gd name="connsiteX3" fmla="*/ 131 w 595959"/>
                    <a:gd name="connsiteY3" fmla="*/ 159078 h 159078"/>
                    <a:gd name="connsiteX4" fmla="*/ 124 w 595959"/>
                    <a:gd name="connsiteY4" fmla="*/ 41841 h 159078"/>
                    <a:gd name="connsiteX0" fmla="*/ 124 w 597349"/>
                    <a:gd name="connsiteY0" fmla="*/ 42378 h 159615"/>
                    <a:gd name="connsiteX1" fmla="*/ 597349 w 597349"/>
                    <a:gd name="connsiteY1" fmla="*/ 0 h 159615"/>
                    <a:gd name="connsiteX2" fmla="*/ 595830 w 597349"/>
                    <a:gd name="connsiteY2" fmla="*/ 117433 h 159615"/>
                    <a:gd name="connsiteX3" fmla="*/ 131 w 597349"/>
                    <a:gd name="connsiteY3" fmla="*/ 159615 h 159615"/>
                    <a:gd name="connsiteX4" fmla="*/ 124 w 597349"/>
                    <a:gd name="connsiteY4" fmla="*/ 42378 h 159615"/>
                    <a:gd name="connsiteX0" fmla="*/ 124 w 600443"/>
                    <a:gd name="connsiteY0" fmla="*/ 42378 h 159615"/>
                    <a:gd name="connsiteX1" fmla="*/ 597349 w 600443"/>
                    <a:gd name="connsiteY1" fmla="*/ 0 h 159615"/>
                    <a:gd name="connsiteX2" fmla="*/ 600408 w 600443"/>
                    <a:gd name="connsiteY2" fmla="*/ 117433 h 159615"/>
                    <a:gd name="connsiteX3" fmla="*/ 131 w 600443"/>
                    <a:gd name="connsiteY3" fmla="*/ 159615 h 159615"/>
                    <a:gd name="connsiteX4" fmla="*/ 124 w 600443"/>
                    <a:gd name="connsiteY4" fmla="*/ 42378 h 159615"/>
                    <a:gd name="connsiteX0" fmla="*/ 124 w 600537"/>
                    <a:gd name="connsiteY0" fmla="*/ 42378 h 159615"/>
                    <a:gd name="connsiteX1" fmla="*/ 600401 w 600537"/>
                    <a:gd name="connsiteY1" fmla="*/ 0 h 159615"/>
                    <a:gd name="connsiteX2" fmla="*/ 600408 w 600537"/>
                    <a:gd name="connsiteY2" fmla="*/ 117433 h 159615"/>
                    <a:gd name="connsiteX3" fmla="*/ 131 w 600537"/>
                    <a:gd name="connsiteY3" fmla="*/ 159615 h 159615"/>
                    <a:gd name="connsiteX4" fmla="*/ 124 w 600537"/>
                    <a:gd name="connsiteY4" fmla="*/ 42378 h 15961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00537" h="159615">
                      <a:moveTo>
                        <a:pt x="124" y="42378"/>
                      </a:moveTo>
                      <a:cubicBezTo>
                        <a:pt x="296414" y="-50243"/>
                        <a:pt x="418111" y="75773"/>
                        <a:pt x="600401" y="0"/>
                      </a:cubicBezTo>
                      <a:cubicBezTo>
                        <a:pt x="599951" y="33260"/>
                        <a:pt x="600858" y="84173"/>
                        <a:pt x="600408" y="117433"/>
                      </a:cubicBezTo>
                      <a:cubicBezTo>
                        <a:pt x="395490" y="192726"/>
                        <a:pt x="285331" y="62551"/>
                        <a:pt x="131" y="159615"/>
                      </a:cubicBezTo>
                      <a:cubicBezTo>
                        <a:pt x="-323" y="114566"/>
                        <a:pt x="578" y="87427"/>
                        <a:pt x="124" y="42378"/>
                      </a:cubicBezTo>
                      <a:close/>
                    </a:path>
                  </a:pathLst>
                </a:custGeom>
                <a:solidFill>
                  <a:schemeClr val="accent2">
                    <a:lumMod val="40000"/>
                    <a:lumOff val="60000"/>
                  </a:schemeClr>
                </a:solidFill>
                <a:ln w="1270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818" name="矩形 1174">
                  <a:extLst>
                    <a:ext uri="{FF2B5EF4-FFF2-40B4-BE49-F238E27FC236}">
                      <a16:creationId xmlns:a16="http://schemas.microsoft.com/office/drawing/2014/main" id="{A61DB58C-0733-77B2-6D41-5C73C5105D0A}"/>
                    </a:ext>
                  </a:extLst>
                </p:cNvPr>
                <p:cNvSpPr/>
                <p:nvPr/>
              </p:nvSpPr>
              <p:spPr>
                <a:xfrm rot="10800000">
                  <a:off x="5041541" y="7045652"/>
                  <a:ext cx="618707" cy="139508"/>
                </a:xfrm>
                <a:custGeom>
                  <a:avLst/>
                  <a:gdLst>
                    <a:gd name="connsiteX0" fmla="*/ 0 w 595706"/>
                    <a:gd name="connsiteY0" fmla="*/ 0 h 92965"/>
                    <a:gd name="connsiteX1" fmla="*/ 595706 w 595706"/>
                    <a:gd name="connsiteY1" fmla="*/ 0 h 92965"/>
                    <a:gd name="connsiteX2" fmla="*/ 595706 w 595706"/>
                    <a:gd name="connsiteY2" fmla="*/ 92965 h 92965"/>
                    <a:gd name="connsiteX3" fmla="*/ 0 w 595706"/>
                    <a:gd name="connsiteY3" fmla="*/ 92965 h 92965"/>
                    <a:gd name="connsiteX4" fmla="*/ 0 w 595706"/>
                    <a:gd name="connsiteY4" fmla="*/ 0 h 92965"/>
                    <a:gd name="connsiteX0" fmla="*/ 0 w 595706"/>
                    <a:gd name="connsiteY0" fmla="*/ 0 h 135147"/>
                    <a:gd name="connsiteX1" fmla="*/ 595706 w 595706"/>
                    <a:gd name="connsiteY1" fmla="*/ 0 h 135147"/>
                    <a:gd name="connsiteX2" fmla="*/ 595706 w 595706"/>
                    <a:gd name="connsiteY2" fmla="*/ 92965 h 135147"/>
                    <a:gd name="connsiteX3" fmla="*/ 1361 w 595706"/>
                    <a:gd name="connsiteY3" fmla="*/ 135147 h 135147"/>
                    <a:gd name="connsiteX4" fmla="*/ 0 w 595706"/>
                    <a:gd name="connsiteY4" fmla="*/ 0 h 135147"/>
                    <a:gd name="connsiteX0" fmla="*/ 0 w 595706"/>
                    <a:gd name="connsiteY0" fmla="*/ 0 h 135147"/>
                    <a:gd name="connsiteX1" fmla="*/ 595706 w 595706"/>
                    <a:gd name="connsiteY1" fmla="*/ 0 h 135147"/>
                    <a:gd name="connsiteX2" fmla="*/ 595706 w 595706"/>
                    <a:gd name="connsiteY2" fmla="*/ 92965 h 135147"/>
                    <a:gd name="connsiteX3" fmla="*/ 1361 w 595706"/>
                    <a:gd name="connsiteY3" fmla="*/ 135147 h 135147"/>
                    <a:gd name="connsiteX4" fmla="*/ 0 w 595706"/>
                    <a:gd name="connsiteY4" fmla="*/ 0 h 135147"/>
                    <a:gd name="connsiteX0" fmla="*/ 0 w 595706"/>
                    <a:gd name="connsiteY0" fmla="*/ 0 h 135147"/>
                    <a:gd name="connsiteX1" fmla="*/ 595706 w 595706"/>
                    <a:gd name="connsiteY1" fmla="*/ 0 h 135147"/>
                    <a:gd name="connsiteX2" fmla="*/ 595706 w 595706"/>
                    <a:gd name="connsiteY2" fmla="*/ 92965 h 135147"/>
                    <a:gd name="connsiteX3" fmla="*/ 1361 w 595706"/>
                    <a:gd name="connsiteY3" fmla="*/ 135147 h 135147"/>
                    <a:gd name="connsiteX4" fmla="*/ 0 w 595706"/>
                    <a:gd name="connsiteY4" fmla="*/ 0 h 135147"/>
                    <a:gd name="connsiteX0" fmla="*/ 0 w 595706"/>
                    <a:gd name="connsiteY0" fmla="*/ 0 h 135147"/>
                    <a:gd name="connsiteX1" fmla="*/ 595706 w 595706"/>
                    <a:gd name="connsiteY1" fmla="*/ 0 h 135147"/>
                    <a:gd name="connsiteX2" fmla="*/ 595706 w 595706"/>
                    <a:gd name="connsiteY2" fmla="*/ 92965 h 135147"/>
                    <a:gd name="connsiteX3" fmla="*/ 1361 w 595706"/>
                    <a:gd name="connsiteY3" fmla="*/ 135147 h 135147"/>
                    <a:gd name="connsiteX4" fmla="*/ 0 w 595706"/>
                    <a:gd name="connsiteY4" fmla="*/ 0 h 135147"/>
                    <a:gd name="connsiteX0" fmla="*/ 131 w 595837"/>
                    <a:gd name="connsiteY0" fmla="*/ 0 h 148754"/>
                    <a:gd name="connsiteX1" fmla="*/ 595837 w 595837"/>
                    <a:gd name="connsiteY1" fmla="*/ 0 h 148754"/>
                    <a:gd name="connsiteX2" fmla="*/ 595837 w 595837"/>
                    <a:gd name="connsiteY2" fmla="*/ 92965 h 148754"/>
                    <a:gd name="connsiteX3" fmla="*/ 131 w 595837"/>
                    <a:gd name="connsiteY3" fmla="*/ 148754 h 148754"/>
                    <a:gd name="connsiteX4" fmla="*/ 131 w 595837"/>
                    <a:gd name="connsiteY4" fmla="*/ 0 h 148754"/>
                    <a:gd name="connsiteX0" fmla="*/ 131 w 595837"/>
                    <a:gd name="connsiteY0" fmla="*/ 0 h 140590"/>
                    <a:gd name="connsiteX1" fmla="*/ 595837 w 595837"/>
                    <a:gd name="connsiteY1" fmla="*/ 0 h 140590"/>
                    <a:gd name="connsiteX2" fmla="*/ 595837 w 595837"/>
                    <a:gd name="connsiteY2" fmla="*/ 92965 h 140590"/>
                    <a:gd name="connsiteX3" fmla="*/ 131 w 595837"/>
                    <a:gd name="connsiteY3" fmla="*/ 140590 h 140590"/>
                    <a:gd name="connsiteX4" fmla="*/ 131 w 595837"/>
                    <a:gd name="connsiteY4" fmla="*/ 0 h 140590"/>
                    <a:gd name="connsiteX0" fmla="*/ 131 w 595837"/>
                    <a:gd name="connsiteY0" fmla="*/ 0 h 140590"/>
                    <a:gd name="connsiteX1" fmla="*/ 595837 w 595837"/>
                    <a:gd name="connsiteY1" fmla="*/ 0 h 140590"/>
                    <a:gd name="connsiteX2" fmla="*/ 595837 w 595837"/>
                    <a:gd name="connsiteY2" fmla="*/ 92965 h 140590"/>
                    <a:gd name="connsiteX3" fmla="*/ 131 w 595837"/>
                    <a:gd name="connsiteY3" fmla="*/ 140590 h 140590"/>
                    <a:gd name="connsiteX4" fmla="*/ 131 w 595837"/>
                    <a:gd name="connsiteY4" fmla="*/ 0 h 140590"/>
                    <a:gd name="connsiteX0" fmla="*/ 131 w 595837"/>
                    <a:gd name="connsiteY0" fmla="*/ 0 h 140590"/>
                    <a:gd name="connsiteX1" fmla="*/ 595837 w 595837"/>
                    <a:gd name="connsiteY1" fmla="*/ 0 h 140590"/>
                    <a:gd name="connsiteX2" fmla="*/ 595837 w 595837"/>
                    <a:gd name="connsiteY2" fmla="*/ 92965 h 140590"/>
                    <a:gd name="connsiteX3" fmla="*/ 131 w 595837"/>
                    <a:gd name="connsiteY3" fmla="*/ 140590 h 140590"/>
                    <a:gd name="connsiteX4" fmla="*/ 131 w 595837"/>
                    <a:gd name="connsiteY4" fmla="*/ 0 h 140590"/>
                    <a:gd name="connsiteX0" fmla="*/ 131 w 595837"/>
                    <a:gd name="connsiteY0" fmla="*/ 0 h 140590"/>
                    <a:gd name="connsiteX1" fmla="*/ 595837 w 595837"/>
                    <a:gd name="connsiteY1" fmla="*/ 0 h 140590"/>
                    <a:gd name="connsiteX2" fmla="*/ 595837 w 595837"/>
                    <a:gd name="connsiteY2" fmla="*/ 92965 h 140590"/>
                    <a:gd name="connsiteX3" fmla="*/ 131 w 595837"/>
                    <a:gd name="connsiteY3" fmla="*/ 140590 h 140590"/>
                    <a:gd name="connsiteX4" fmla="*/ 131 w 595837"/>
                    <a:gd name="connsiteY4" fmla="*/ 0 h 140590"/>
                    <a:gd name="connsiteX0" fmla="*/ 131 w 595837"/>
                    <a:gd name="connsiteY0" fmla="*/ 0 h 140590"/>
                    <a:gd name="connsiteX1" fmla="*/ 595837 w 595837"/>
                    <a:gd name="connsiteY1" fmla="*/ 0 h 140590"/>
                    <a:gd name="connsiteX2" fmla="*/ 595837 w 595837"/>
                    <a:gd name="connsiteY2" fmla="*/ 92965 h 140590"/>
                    <a:gd name="connsiteX3" fmla="*/ 131 w 595837"/>
                    <a:gd name="connsiteY3" fmla="*/ 140590 h 140590"/>
                    <a:gd name="connsiteX4" fmla="*/ 131 w 595837"/>
                    <a:gd name="connsiteY4" fmla="*/ 0 h 140590"/>
                    <a:gd name="connsiteX0" fmla="*/ 131 w 595837"/>
                    <a:gd name="connsiteY0" fmla="*/ 0 h 156571"/>
                    <a:gd name="connsiteX1" fmla="*/ 595837 w 595837"/>
                    <a:gd name="connsiteY1" fmla="*/ 0 h 156571"/>
                    <a:gd name="connsiteX2" fmla="*/ 594316 w 595837"/>
                    <a:gd name="connsiteY2" fmla="*/ 141984 h 156571"/>
                    <a:gd name="connsiteX3" fmla="*/ 131 w 595837"/>
                    <a:gd name="connsiteY3" fmla="*/ 140590 h 156571"/>
                    <a:gd name="connsiteX4" fmla="*/ 131 w 595837"/>
                    <a:gd name="connsiteY4" fmla="*/ 0 h 156571"/>
                    <a:gd name="connsiteX0" fmla="*/ 1577 w 597283"/>
                    <a:gd name="connsiteY0" fmla="*/ 0 h 271309"/>
                    <a:gd name="connsiteX1" fmla="*/ 597283 w 597283"/>
                    <a:gd name="connsiteY1" fmla="*/ 0 h 271309"/>
                    <a:gd name="connsiteX2" fmla="*/ 595762 w 597283"/>
                    <a:gd name="connsiteY2" fmla="*/ 141984 h 271309"/>
                    <a:gd name="connsiteX3" fmla="*/ 56 w 597283"/>
                    <a:gd name="connsiteY3" fmla="*/ 271309 h 271309"/>
                    <a:gd name="connsiteX4" fmla="*/ 1577 w 597283"/>
                    <a:gd name="connsiteY4" fmla="*/ 0 h 271309"/>
                    <a:gd name="connsiteX0" fmla="*/ 1577 w 597283"/>
                    <a:gd name="connsiteY0" fmla="*/ 0 h 271309"/>
                    <a:gd name="connsiteX1" fmla="*/ 597283 w 597283"/>
                    <a:gd name="connsiteY1" fmla="*/ 0 h 271309"/>
                    <a:gd name="connsiteX2" fmla="*/ 595762 w 597283"/>
                    <a:gd name="connsiteY2" fmla="*/ 141984 h 271309"/>
                    <a:gd name="connsiteX3" fmla="*/ 56 w 597283"/>
                    <a:gd name="connsiteY3" fmla="*/ 271309 h 271309"/>
                    <a:gd name="connsiteX4" fmla="*/ 1577 w 597283"/>
                    <a:gd name="connsiteY4" fmla="*/ 0 h 271309"/>
                    <a:gd name="connsiteX0" fmla="*/ 1577 w 597283"/>
                    <a:gd name="connsiteY0" fmla="*/ 0 h 271309"/>
                    <a:gd name="connsiteX1" fmla="*/ 597283 w 597283"/>
                    <a:gd name="connsiteY1" fmla="*/ 0 h 271309"/>
                    <a:gd name="connsiteX2" fmla="*/ 595762 w 597283"/>
                    <a:gd name="connsiteY2" fmla="*/ 141984 h 271309"/>
                    <a:gd name="connsiteX3" fmla="*/ 56 w 597283"/>
                    <a:gd name="connsiteY3" fmla="*/ 271309 h 271309"/>
                    <a:gd name="connsiteX4" fmla="*/ 1577 w 597283"/>
                    <a:gd name="connsiteY4" fmla="*/ 0 h 271309"/>
                    <a:gd name="connsiteX0" fmla="*/ 1577 w 597283"/>
                    <a:gd name="connsiteY0" fmla="*/ 0 h 271309"/>
                    <a:gd name="connsiteX1" fmla="*/ 597283 w 597283"/>
                    <a:gd name="connsiteY1" fmla="*/ 0 h 271309"/>
                    <a:gd name="connsiteX2" fmla="*/ 595762 w 597283"/>
                    <a:gd name="connsiteY2" fmla="*/ 141984 h 271309"/>
                    <a:gd name="connsiteX3" fmla="*/ 56 w 597283"/>
                    <a:gd name="connsiteY3" fmla="*/ 271309 h 271309"/>
                    <a:gd name="connsiteX4" fmla="*/ 1577 w 597283"/>
                    <a:gd name="connsiteY4" fmla="*/ 0 h 271309"/>
                    <a:gd name="connsiteX0" fmla="*/ 1577 w 597283"/>
                    <a:gd name="connsiteY0" fmla="*/ 0 h 271309"/>
                    <a:gd name="connsiteX1" fmla="*/ 597283 w 597283"/>
                    <a:gd name="connsiteY1" fmla="*/ 0 h 271309"/>
                    <a:gd name="connsiteX2" fmla="*/ 595762 w 597283"/>
                    <a:gd name="connsiteY2" fmla="*/ 141984 h 271309"/>
                    <a:gd name="connsiteX3" fmla="*/ 56 w 597283"/>
                    <a:gd name="connsiteY3" fmla="*/ 271309 h 271309"/>
                    <a:gd name="connsiteX4" fmla="*/ 1577 w 597283"/>
                    <a:gd name="connsiteY4" fmla="*/ 0 h 271309"/>
                    <a:gd name="connsiteX0" fmla="*/ 0 w 600949"/>
                    <a:gd name="connsiteY0" fmla="*/ 0 h 271309"/>
                    <a:gd name="connsiteX1" fmla="*/ 600949 w 600949"/>
                    <a:gd name="connsiteY1" fmla="*/ 0 h 271309"/>
                    <a:gd name="connsiteX2" fmla="*/ 599428 w 600949"/>
                    <a:gd name="connsiteY2" fmla="*/ 141984 h 271309"/>
                    <a:gd name="connsiteX3" fmla="*/ 3722 w 600949"/>
                    <a:gd name="connsiteY3" fmla="*/ 271309 h 271309"/>
                    <a:gd name="connsiteX4" fmla="*/ 0 w 600949"/>
                    <a:gd name="connsiteY4" fmla="*/ 0 h 271309"/>
                    <a:gd name="connsiteX0" fmla="*/ 0 w 599639"/>
                    <a:gd name="connsiteY0" fmla="*/ 0 h 271309"/>
                    <a:gd name="connsiteX1" fmla="*/ 599639 w 599639"/>
                    <a:gd name="connsiteY1" fmla="*/ 0 h 271309"/>
                    <a:gd name="connsiteX2" fmla="*/ 599428 w 599639"/>
                    <a:gd name="connsiteY2" fmla="*/ 141984 h 271309"/>
                    <a:gd name="connsiteX3" fmla="*/ 3722 w 599639"/>
                    <a:gd name="connsiteY3" fmla="*/ 271309 h 271309"/>
                    <a:gd name="connsiteX4" fmla="*/ 0 w 599639"/>
                    <a:gd name="connsiteY4" fmla="*/ 0 h 271309"/>
                    <a:gd name="connsiteX0" fmla="*/ 0 w 597018"/>
                    <a:gd name="connsiteY0" fmla="*/ 0 h 271309"/>
                    <a:gd name="connsiteX1" fmla="*/ 597018 w 597018"/>
                    <a:gd name="connsiteY1" fmla="*/ 0 h 271309"/>
                    <a:gd name="connsiteX2" fmla="*/ 596807 w 597018"/>
                    <a:gd name="connsiteY2" fmla="*/ 141984 h 271309"/>
                    <a:gd name="connsiteX3" fmla="*/ 1101 w 597018"/>
                    <a:gd name="connsiteY3" fmla="*/ 271309 h 271309"/>
                    <a:gd name="connsiteX4" fmla="*/ 0 w 597018"/>
                    <a:gd name="connsiteY4" fmla="*/ 0 h 271309"/>
                    <a:gd name="connsiteX0" fmla="*/ 0 w 596807"/>
                    <a:gd name="connsiteY0" fmla="*/ 0 h 271309"/>
                    <a:gd name="connsiteX1" fmla="*/ 591775 w 596807"/>
                    <a:gd name="connsiteY1" fmla="*/ 0 h 271309"/>
                    <a:gd name="connsiteX2" fmla="*/ 596807 w 596807"/>
                    <a:gd name="connsiteY2" fmla="*/ 141984 h 271309"/>
                    <a:gd name="connsiteX3" fmla="*/ 1101 w 596807"/>
                    <a:gd name="connsiteY3" fmla="*/ 271309 h 271309"/>
                    <a:gd name="connsiteX4" fmla="*/ 0 w 596807"/>
                    <a:gd name="connsiteY4" fmla="*/ 0 h 271309"/>
                    <a:gd name="connsiteX0" fmla="*/ 0 w 596807"/>
                    <a:gd name="connsiteY0" fmla="*/ 0 h 271309"/>
                    <a:gd name="connsiteX1" fmla="*/ 595708 w 596807"/>
                    <a:gd name="connsiteY1" fmla="*/ 0 h 271309"/>
                    <a:gd name="connsiteX2" fmla="*/ 596807 w 596807"/>
                    <a:gd name="connsiteY2" fmla="*/ 141984 h 271309"/>
                    <a:gd name="connsiteX3" fmla="*/ 1101 w 596807"/>
                    <a:gd name="connsiteY3" fmla="*/ 271309 h 271309"/>
                    <a:gd name="connsiteX4" fmla="*/ 0 w 596807"/>
                    <a:gd name="connsiteY4" fmla="*/ 0 h 271309"/>
                    <a:gd name="connsiteX0" fmla="*/ 0 w 595708"/>
                    <a:gd name="connsiteY0" fmla="*/ 0 h 271309"/>
                    <a:gd name="connsiteX1" fmla="*/ 595708 w 595708"/>
                    <a:gd name="connsiteY1" fmla="*/ 0 h 271309"/>
                    <a:gd name="connsiteX2" fmla="*/ 594186 w 595708"/>
                    <a:gd name="connsiteY2" fmla="*/ 141985 h 271309"/>
                    <a:gd name="connsiteX3" fmla="*/ 1101 w 595708"/>
                    <a:gd name="connsiteY3" fmla="*/ 271309 h 271309"/>
                    <a:gd name="connsiteX4" fmla="*/ 0 w 595708"/>
                    <a:gd name="connsiteY4" fmla="*/ 0 h 271309"/>
                    <a:gd name="connsiteX0" fmla="*/ 0 w 596439"/>
                    <a:gd name="connsiteY0" fmla="*/ 109083 h 380392"/>
                    <a:gd name="connsiteX1" fmla="*/ 595708 w 596439"/>
                    <a:gd name="connsiteY1" fmla="*/ 109083 h 380392"/>
                    <a:gd name="connsiteX2" fmla="*/ 594186 w 596439"/>
                    <a:gd name="connsiteY2" fmla="*/ 251068 h 380392"/>
                    <a:gd name="connsiteX3" fmla="*/ 1101 w 596439"/>
                    <a:gd name="connsiteY3" fmla="*/ 380392 h 380392"/>
                    <a:gd name="connsiteX4" fmla="*/ 0 w 596439"/>
                    <a:gd name="connsiteY4" fmla="*/ 109083 h 380392"/>
                    <a:gd name="connsiteX0" fmla="*/ 0 w 595708"/>
                    <a:gd name="connsiteY0" fmla="*/ 0 h 271309"/>
                    <a:gd name="connsiteX1" fmla="*/ 595708 w 595708"/>
                    <a:gd name="connsiteY1" fmla="*/ 0 h 271309"/>
                    <a:gd name="connsiteX2" fmla="*/ 594186 w 595708"/>
                    <a:gd name="connsiteY2" fmla="*/ 141985 h 271309"/>
                    <a:gd name="connsiteX3" fmla="*/ 1101 w 595708"/>
                    <a:gd name="connsiteY3" fmla="*/ 271309 h 271309"/>
                    <a:gd name="connsiteX4" fmla="*/ 0 w 595708"/>
                    <a:gd name="connsiteY4" fmla="*/ 0 h 271309"/>
                    <a:gd name="connsiteX0" fmla="*/ 0 w 596808"/>
                    <a:gd name="connsiteY0" fmla="*/ 0 h 271309"/>
                    <a:gd name="connsiteX1" fmla="*/ 595708 w 596808"/>
                    <a:gd name="connsiteY1" fmla="*/ 0 h 271309"/>
                    <a:gd name="connsiteX2" fmla="*/ 596808 w 596808"/>
                    <a:gd name="connsiteY2" fmla="*/ 141985 h 271309"/>
                    <a:gd name="connsiteX3" fmla="*/ 1101 w 596808"/>
                    <a:gd name="connsiteY3" fmla="*/ 271309 h 271309"/>
                    <a:gd name="connsiteX4" fmla="*/ 0 w 596808"/>
                    <a:gd name="connsiteY4" fmla="*/ 0 h 271309"/>
                    <a:gd name="connsiteX0" fmla="*/ 0 w 596808"/>
                    <a:gd name="connsiteY0" fmla="*/ 0 h 271309"/>
                    <a:gd name="connsiteX1" fmla="*/ 595708 w 596808"/>
                    <a:gd name="connsiteY1" fmla="*/ 0 h 271309"/>
                    <a:gd name="connsiteX2" fmla="*/ 596808 w 596808"/>
                    <a:gd name="connsiteY2" fmla="*/ 141985 h 271309"/>
                    <a:gd name="connsiteX3" fmla="*/ 1101 w 596808"/>
                    <a:gd name="connsiteY3" fmla="*/ 271309 h 271309"/>
                    <a:gd name="connsiteX4" fmla="*/ 0 w 596808"/>
                    <a:gd name="connsiteY4" fmla="*/ 0 h 271309"/>
                    <a:gd name="connsiteX0" fmla="*/ 0 w 596808"/>
                    <a:gd name="connsiteY0" fmla="*/ 0 h 271309"/>
                    <a:gd name="connsiteX1" fmla="*/ 595708 w 596808"/>
                    <a:gd name="connsiteY1" fmla="*/ 0 h 271309"/>
                    <a:gd name="connsiteX2" fmla="*/ 596808 w 596808"/>
                    <a:gd name="connsiteY2" fmla="*/ 141985 h 271309"/>
                    <a:gd name="connsiteX3" fmla="*/ 1101 w 596808"/>
                    <a:gd name="connsiteY3" fmla="*/ 271309 h 271309"/>
                    <a:gd name="connsiteX4" fmla="*/ 0 w 596808"/>
                    <a:gd name="connsiteY4" fmla="*/ 0 h 271309"/>
                    <a:gd name="connsiteX0" fmla="*/ 0 w 595708"/>
                    <a:gd name="connsiteY0" fmla="*/ 0 h 271309"/>
                    <a:gd name="connsiteX1" fmla="*/ 595708 w 595708"/>
                    <a:gd name="connsiteY1" fmla="*/ 0 h 271309"/>
                    <a:gd name="connsiteX2" fmla="*/ 594186 w 595708"/>
                    <a:gd name="connsiteY2" fmla="*/ 141985 h 271309"/>
                    <a:gd name="connsiteX3" fmla="*/ 1101 w 595708"/>
                    <a:gd name="connsiteY3" fmla="*/ 271309 h 271309"/>
                    <a:gd name="connsiteX4" fmla="*/ 0 w 595708"/>
                    <a:gd name="connsiteY4" fmla="*/ 0 h 271309"/>
                    <a:gd name="connsiteX0" fmla="*/ 0 w 595708"/>
                    <a:gd name="connsiteY0" fmla="*/ 0 h 271309"/>
                    <a:gd name="connsiteX1" fmla="*/ 595708 w 595708"/>
                    <a:gd name="connsiteY1" fmla="*/ 0 h 271309"/>
                    <a:gd name="connsiteX2" fmla="*/ 594186 w 595708"/>
                    <a:gd name="connsiteY2" fmla="*/ 141985 h 271309"/>
                    <a:gd name="connsiteX3" fmla="*/ 1101 w 595708"/>
                    <a:gd name="connsiteY3" fmla="*/ 271309 h 271309"/>
                    <a:gd name="connsiteX4" fmla="*/ 0 w 595708"/>
                    <a:gd name="connsiteY4" fmla="*/ 0 h 271309"/>
                    <a:gd name="connsiteX0" fmla="*/ 0 w 595936"/>
                    <a:gd name="connsiteY0" fmla="*/ 0 h 271309"/>
                    <a:gd name="connsiteX1" fmla="*/ 595708 w 595936"/>
                    <a:gd name="connsiteY1" fmla="*/ 0 h 271309"/>
                    <a:gd name="connsiteX2" fmla="*/ 594186 w 595936"/>
                    <a:gd name="connsiteY2" fmla="*/ 141985 h 271309"/>
                    <a:gd name="connsiteX3" fmla="*/ 1101 w 595936"/>
                    <a:gd name="connsiteY3" fmla="*/ 271309 h 271309"/>
                    <a:gd name="connsiteX4" fmla="*/ 0 w 595936"/>
                    <a:gd name="connsiteY4" fmla="*/ 0 h 271309"/>
                    <a:gd name="connsiteX0" fmla="*/ 319 w 596255"/>
                    <a:gd name="connsiteY0" fmla="*/ 0 h 271309"/>
                    <a:gd name="connsiteX1" fmla="*/ 596027 w 596255"/>
                    <a:gd name="connsiteY1" fmla="*/ 0 h 271309"/>
                    <a:gd name="connsiteX2" fmla="*/ 594505 w 596255"/>
                    <a:gd name="connsiteY2" fmla="*/ 141985 h 271309"/>
                    <a:gd name="connsiteX3" fmla="*/ 110 w 596255"/>
                    <a:gd name="connsiteY3" fmla="*/ 271309 h 271309"/>
                    <a:gd name="connsiteX4" fmla="*/ 319 w 596255"/>
                    <a:gd name="connsiteY4" fmla="*/ 0 h 271309"/>
                    <a:gd name="connsiteX0" fmla="*/ 0 w 595936"/>
                    <a:gd name="connsiteY0" fmla="*/ 0 h 271309"/>
                    <a:gd name="connsiteX1" fmla="*/ 595708 w 595936"/>
                    <a:gd name="connsiteY1" fmla="*/ 0 h 271309"/>
                    <a:gd name="connsiteX2" fmla="*/ 594186 w 595936"/>
                    <a:gd name="connsiteY2" fmla="*/ 141985 h 271309"/>
                    <a:gd name="connsiteX3" fmla="*/ 1101 w 595936"/>
                    <a:gd name="connsiteY3" fmla="*/ 271309 h 271309"/>
                    <a:gd name="connsiteX4" fmla="*/ 0 w 595936"/>
                    <a:gd name="connsiteY4" fmla="*/ 0 h 2713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95936" h="271309">
                      <a:moveTo>
                        <a:pt x="0" y="0"/>
                      </a:moveTo>
                      <a:lnTo>
                        <a:pt x="595708" y="0"/>
                      </a:lnTo>
                      <a:cubicBezTo>
                        <a:pt x="595708" y="30988"/>
                        <a:pt x="596806" y="39550"/>
                        <a:pt x="594186" y="141985"/>
                      </a:cubicBezTo>
                      <a:cubicBezTo>
                        <a:pt x="404809" y="352086"/>
                        <a:pt x="341643" y="22672"/>
                        <a:pt x="1101" y="271309"/>
                      </a:cubicBezTo>
                      <a:cubicBezTo>
                        <a:pt x="647" y="226260"/>
                        <a:pt x="454" y="45049"/>
                        <a:pt x="0" y="0"/>
                      </a:cubicBezTo>
                      <a:close/>
                    </a:path>
                  </a:pathLst>
                </a:custGeom>
                <a:solidFill>
                  <a:schemeClr val="accent6">
                    <a:lumMod val="20000"/>
                    <a:lumOff val="80000"/>
                  </a:schemeClr>
                </a:solidFill>
                <a:ln w="1270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819" name="矩形 1174">
                  <a:extLst>
                    <a:ext uri="{FF2B5EF4-FFF2-40B4-BE49-F238E27FC236}">
                      <a16:creationId xmlns:a16="http://schemas.microsoft.com/office/drawing/2014/main" id="{9B1EBA7C-A0DF-F30A-763F-AFEBB25FBB11}"/>
                    </a:ext>
                  </a:extLst>
                </p:cNvPr>
                <p:cNvSpPr/>
                <p:nvPr/>
              </p:nvSpPr>
              <p:spPr>
                <a:xfrm rot="10800000">
                  <a:off x="5041542" y="6594252"/>
                  <a:ext cx="618706" cy="226680"/>
                </a:xfrm>
                <a:custGeom>
                  <a:avLst/>
                  <a:gdLst>
                    <a:gd name="connsiteX0" fmla="*/ 0 w 595706"/>
                    <a:gd name="connsiteY0" fmla="*/ 0 h 92965"/>
                    <a:gd name="connsiteX1" fmla="*/ 595706 w 595706"/>
                    <a:gd name="connsiteY1" fmla="*/ 0 h 92965"/>
                    <a:gd name="connsiteX2" fmla="*/ 595706 w 595706"/>
                    <a:gd name="connsiteY2" fmla="*/ 92965 h 92965"/>
                    <a:gd name="connsiteX3" fmla="*/ 0 w 595706"/>
                    <a:gd name="connsiteY3" fmla="*/ 92965 h 92965"/>
                    <a:gd name="connsiteX4" fmla="*/ 0 w 595706"/>
                    <a:gd name="connsiteY4" fmla="*/ 0 h 92965"/>
                    <a:gd name="connsiteX0" fmla="*/ 0 w 595706"/>
                    <a:gd name="connsiteY0" fmla="*/ 0 h 135147"/>
                    <a:gd name="connsiteX1" fmla="*/ 595706 w 595706"/>
                    <a:gd name="connsiteY1" fmla="*/ 0 h 135147"/>
                    <a:gd name="connsiteX2" fmla="*/ 595706 w 595706"/>
                    <a:gd name="connsiteY2" fmla="*/ 92965 h 135147"/>
                    <a:gd name="connsiteX3" fmla="*/ 1361 w 595706"/>
                    <a:gd name="connsiteY3" fmla="*/ 135147 h 135147"/>
                    <a:gd name="connsiteX4" fmla="*/ 0 w 595706"/>
                    <a:gd name="connsiteY4" fmla="*/ 0 h 135147"/>
                    <a:gd name="connsiteX0" fmla="*/ 0 w 595706"/>
                    <a:gd name="connsiteY0" fmla="*/ 0 h 135147"/>
                    <a:gd name="connsiteX1" fmla="*/ 595706 w 595706"/>
                    <a:gd name="connsiteY1" fmla="*/ 0 h 135147"/>
                    <a:gd name="connsiteX2" fmla="*/ 595706 w 595706"/>
                    <a:gd name="connsiteY2" fmla="*/ 92965 h 135147"/>
                    <a:gd name="connsiteX3" fmla="*/ 1361 w 595706"/>
                    <a:gd name="connsiteY3" fmla="*/ 135147 h 135147"/>
                    <a:gd name="connsiteX4" fmla="*/ 0 w 595706"/>
                    <a:gd name="connsiteY4" fmla="*/ 0 h 135147"/>
                    <a:gd name="connsiteX0" fmla="*/ 0 w 595706"/>
                    <a:gd name="connsiteY0" fmla="*/ 0 h 135147"/>
                    <a:gd name="connsiteX1" fmla="*/ 595706 w 595706"/>
                    <a:gd name="connsiteY1" fmla="*/ 0 h 135147"/>
                    <a:gd name="connsiteX2" fmla="*/ 595706 w 595706"/>
                    <a:gd name="connsiteY2" fmla="*/ 92965 h 135147"/>
                    <a:gd name="connsiteX3" fmla="*/ 1361 w 595706"/>
                    <a:gd name="connsiteY3" fmla="*/ 135147 h 135147"/>
                    <a:gd name="connsiteX4" fmla="*/ 0 w 595706"/>
                    <a:gd name="connsiteY4" fmla="*/ 0 h 135147"/>
                    <a:gd name="connsiteX0" fmla="*/ 0 w 595706"/>
                    <a:gd name="connsiteY0" fmla="*/ 0 h 135147"/>
                    <a:gd name="connsiteX1" fmla="*/ 595706 w 595706"/>
                    <a:gd name="connsiteY1" fmla="*/ 0 h 135147"/>
                    <a:gd name="connsiteX2" fmla="*/ 595706 w 595706"/>
                    <a:gd name="connsiteY2" fmla="*/ 92965 h 135147"/>
                    <a:gd name="connsiteX3" fmla="*/ 1361 w 595706"/>
                    <a:gd name="connsiteY3" fmla="*/ 135147 h 135147"/>
                    <a:gd name="connsiteX4" fmla="*/ 0 w 595706"/>
                    <a:gd name="connsiteY4" fmla="*/ 0 h 135147"/>
                    <a:gd name="connsiteX0" fmla="*/ 1422 w 594406"/>
                    <a:gd name="connsiteY0" fmla="*/ 21376 h 135147"/>
                    <a:gd name="connsiteX1" fmla="*/ 594406 w 594406"/>
                    <a:gd name="connsiteY1" fmla="*/ 0 h 135147"/>
                    <a:gd name="connsiteX2" fmla="*/ 594406 w 594406"/>
                    <a:gd name="connsiteY2" fmla="*/ 92965 h 135147"/>
                    <a:gd name="connsiteX3" fmla="*/ 61 w 594406"/>
                    <a:gd name="connsiteY3" fmla="*/ 135147 h 135147"/>
                    <a:gd name="connsiteX4" fmla="*/ 1422 w 594406"/>
                    <a:gd name="connsiteY4" fmla="*/ 21376 h 135147"/>
                    <a:gd name="connsiteX0" fmla="*/ 1422 w 594406"/>
                    <a:gd name="connsiteY0" fmla="*/ 15599 h 135147"/>
                    <a:gd name="connsiteX1" fmla="*/ 594406 w 594406"/>
                    <a:gd name="connsiteY1" fmla="*/ 0 h 135147"/>
                    <a:gd name="connsiteX2" fmla="*/ 594406 w 594406"/>
                    <a:gd name="connsiteY2" fmla="*/ 92965 h 135147"/>
                    <a:gd name="connsiteX3" fmla="*/ 61 w 594406"/>
                    <a:gd name="connsiteY3" fmla="*/ 135147 h 135147"/>
                    <a:gd name="connsiteX4" fmla="*/ 1422 w 594406"/>
                    <a:gd name="connsiteY4" fmla="*/ 15599 h 135147"/>
                    <a:gd name="connsiteX0" fmla="*/ 131 w 594476"/>
                    <a:gd name="connsiteY0" fmla="*/ 4622 h 135147"/>
                    <a:gd name="connsiteX1" fmla="*/ 594476 w 594476"/>
                    <a:gd name="connsiteY1" fmla="*/ 0 h 135147"/>
                    <a:gd name="connsiteX2" fmla="*/ 594476 w 594476"/>
                    <a:gd name="connsiteY2" fmla="*/ 92965 h 135147"/>
                    <a:gd name="connsiteX3" fmla="*/ 131 w 594476"/>
                    <a:gd name="connsiteY3" fmla="*/ 135147 h 135147"/>
                    <a:gd name="connsiteX4" fmla="*/ 131 w 594476"/>
                    <a:gd name="connsiteY4" fmla="*/ 4622 h 135147"/>
                    <a:gd name="connsiteX0" fmla="*/ 0 w 595706"/>
                    <a:gd name="connsiteY0" fmla="*/ 17910 h 135147"/>
                    <a:gd name="connsiteX1" fmla="*/ 595706 w 595706"/>
                    <a:gd name="connsiteY1" fmla="*/ 0 h 135147"/>
                    <a:gd name="connsiteX2" fmla="*/ 595706 w 595706"/>
                    <a:gd name="connsiteY2" fmla="*/ 92965 h 135147"/>
                    <a:gd name="connsiteX3" fmla="*/ 1361 w 595706"/>
                    <a:gd name="connsiteY3" fmla="*/ 135147 h 135147"/>
                    <a:gd name="connsiteX4" fmla="*/ 0 w 595706"/>
                    <a:gd name="connsiteY4" fmla="*/ 17910 h 135147"/>
                    <a:gd name="connsiteX0" fmla="*/ 0 w 595706"/>
                    <a:gd name="connsiteY0" fmla="*/ 17910 h 135147"/>
                    <a:gd name="connsiteX1" fmla="*/ 595706 w 595706"/>
                    <a:gd name="connsiteY1" fmla="*/ 0 h 135147"/>
                    <a:gd name="connsiteX2" fmla="*/ 595706 w 595706"/>
                    <a:gd name="connsiteY2" fmla="*/ 92965 h 135147"/>
                    <a:gd name="connsiteX3" fmla="*/ 1361 w 595706"/>
                    <a:gd name="connsiteY3" fmla="*/ 135147 h 135147"/>
                    <a:gd name="connsiteX4" fmla="*/ 0 w 595706"/>
                    <a:gd name="connsiteY4" fmla="*/ 17910 h 135147"/>
                    <a:gd name="connsiteX0" fmla="*/ 0 w 595706"/>
                    <a:gd name="connsiteY0" fmla="*/ 17910 h 135147"/>
                    <a:gd name="connsiteX1" fmla="*/ 595706 w 595706"/>
                    <a:gd name="connsiteY1" fmla="*/ 0 h 135147"/>
                    <a:gd name="connsiteX2" fmla="*/ 595706 w 595706"/>
                    <a:gd name="connsiteY2" fmla="*/ 92965 h 135147"/>
                    <a:gd name="connsiteX3" fmla="*/ 1361 w 595706"/>
                    <a:gd name="connsiteY3" fmla="*/ 135147 h 135147"/>
                    <a:gd name="connsiteX4" fmla="*/ 0 w 595706"/>
                    <a:gd name="connsiteY4" fmla="*/ 17910 h 135147"/>
                    <a:gd name="connsiteX0" fmla="*/ 0 w 595706"/>
                    <a:gd name="connsiteY0" fmla="*/ 17910 h 135147"/>
                    <a:gd name="connsiteX1" fmla="*/ 595706 w 595706"/>
                    <a:gd name="connsiteY1" fmla="*/ 0 h 135147"/>
                    <a:gd name="connsiteX2" fmla="*/ 595706 w 595706"/>
                    <a:gd name="connsiteY2" fmla="*/ 92965 h 135147"/>
                    <a:gd name="connsiteX3" fmla="*/ 1361 w 595706"/>
                    <a:gd name="connsiteY3" fmla="*/ 135147 h 135147"/>
                    <a:gd name="connsiteX4" fmla="*/ 0 w 595706"/>
                    <a:gd name="connsiteY4" fmla="*/ 17910 h 135147"/>
                    <a:gd name="connsiteX0" fmla="*/ 0 w 595706"/>
                    <a:gd name="connsiteY0" fmla="*/ 22423 h 139660"/>
                    <a:gd name="connsiteX1" fmla="*/ 595706 w 595706"/>
                    <a:gd name="connsiteY1" fmla="*/ 4513 h 139660"/>
                    <a:gd name="connsiteX2" fmla="*/ 595706 w 595706"/>
                    <a:gd name="connsiteY2" fmla="*/ 97478 h 139660"/>
                    <a:gd name="connsiteX3" fmla="*/ 1361 w 595706"/>
                    <a:gd name="connsiteY3" fmla="*/ 139660 h 139660"/>
                    <a:gd name="connsiteX4" fmla="*/ 0 w 595706"/>
                    <a:gd name="connsiteY4" fmla="*/ 22423 h 139660"/>
                    <a:gd name="connsiteX0" fmla="*/ 0 w 595706"/>
                    <a:gd name="connsiteY0" fmla="*/ 26413 h 143650"/>
                    <a:gd name="connsiteX1" fmla="*/ 595706 w 595706"/>
                    <a:gd name="connsiteY1" fmla="*/ 8503 h 143650"/>
                    <a:gd name="connsiteX2" fmla="*/ 595706 w 595706"/>
                    <a:gd name="connsiteY2" fmla="*/ 101468 h 143650"/>
                    <a:gd name="connsiteX3" fmla="*/ 1361 w 595706"/>
                    <a:gd name="connsiteY3" fmla="*/ 143650 h 143650"/>
                    <a:gd name="connsiteX4" fmla="*/ 0 w 595706"/>
                    <a:gd name="connsiteY4" fmla="*/ 26413 h 143650"/>
                    <a:gd name="connsiteX0" fmla="*/ 0 w 595706"/>
                    <a:gd name="connsiteY0" fmla="*/ 21286 h 138523"/>
                    <a:gd name="connsiteX1" fmla="*/ 595706 w 595706"/>
                    <a:gd name="connsiteY1" fmla="*/ 3376 h 138523"/>
                    <a:gd name="connsiteX2" fmla="*/ 595706 w 595706"/>
                    <a:gd name="connsiteY2" fmla="*/ 96341 h 138523"/>
                    <a:gd name="connsiteX3" fmla="*/ 1361 w 595706"/>
                    <a:gd name="connsiteY3" fmla="*/ 138523 h 138523"/>
                    <a:gd name="connsiteX4" fmla="*/ 0 w 595706"/>
                    <a:gd name="connsiteY4" fmla="*/ 21286 h 138523"/>
                    <a:gd name="connsiteX0" fmla="*/ 0 w 595706"/>
                    <a:gd name="connsiteY0" fmla="*/ 22534 h 139771"/>
                    <a:gd name="connsiteX1" fmla="*/ 595706 w 595706"/>
                    <a:gd name="connsiteY1" fmla="*/ 4624 h 139771"/>
                    <a:gd name="connsiteX2" fmla="*/ 595706 w 595706"/>
                    <a:gd name="connsiteY2" fmla="*/ 97589 h 139771"/>
                    <a:gd name="connsiteX3" fmla="*/ 1361 w 595706"/>
                    <a:gd name="connsiteY3" fmla="*/ 139771 h 139771"/>
                    <a:gd name="connsiteX4" fmla="*/ 0 w 595706"/>
                    <a:gd name="connsiteY4" fmla="*/ 22534 h 139771"/>
                    <a:gd name="connsiteX0" fmla="*/ 0 w 595706"/>
                    <a:gd name="connsiteY0" fmla="*/ 23494 h 140731"/>
                    <a:gd name="connsiteX1" fmla="*/ 595706 w 595706"/>
                    <a:gd name="connsiteY1" fmla="*/ 2118 h 140731"/>
                    <a:gd name="connsiteX2" fmla="*/ 595706 w 595706"/>
                    <a:gd name="connsiteY2" fmla="*/ 98549 h 140731"/>
                    <a:gd name="connsiteX3" fmla="*/ 1361 w 595706"/>
                    <a:gd name="connsiteY3" fmla="*/ 140731 h 140731"/>
                    <a:gd name="connsiteX4" fmla="*/ 0 w 595706"/>
                    <a:gd name="connsiteY4" fmla="*/ 23494 h 140731"/>
                    <a:gd name="connsiteX0" fmla="*/ 0 w 595706"/>
                    <a:gd name="connsiteY0" fmla="*/ 23494 h 140731"/>
                    <a:gd name="connsiteX1" fmla="*/ 595706 w 595706"/>
                    <a:gd name="connsiteY1" fmla="*/ 2118 h 140731"/>
                    <a:gd name="connsiteX2" fmla="*/ 595706 w 595706"/>
                    <a:gd name="connsiteY2" fmla="*/ 98549 h 140731"/>
                    <a:gd name="connsiteX3" fmla="*/ 1361 w 595706"/>
                    <a:gd name="connsiteY3" fmla="*/ 140731 h 140731"/>
                    <a:gd name="connsiteX4" fmla="*/ 0 w 595706"/>
                    <a:gd name="connsiteY4" fmla="*/ 23494 h 140731"/>
                    <a:gd name="connsiteX0" fmla="*/ 0 w 595706"/>
                    <a:gd name="connsiteY0" fmla="*/ 25030 h 142267"/>
                    <a:gd name="connsiteX1" fmla="*/ 595706 w 595706"/>
                    <a:gd name="connsiteY1" fmla="*/ 3654 h 142267"/>
                    <a:gd name="connsiteX2" fmla="*/ 595706 w 595706"/>
                    <a:gd name="connsiteY2" fmla="*/ 100085 h 142267"/>
                    <a:gd name="connsiteX3" fmla="*/ 1361 w 595706"/>
                    <a:gd name="connsiteY3" fmla="*/ 142267 h 142267"/>
                    <a:gd name="connsiteX4" fmla="*/ 0 w 595706"/>
                    <a:gd name="connsiteY4" fmla="*/ 25030 h 142267"/>
                    <a:gd name="connsiteX0" fmla="*/ 0 w 595706"/>
                    <a:gd name="connsiteY0" fmla="*/ 22091 h 139328"/>
                    <a:gd name="connsiteX1" fmla="*/ 595706 w 595706"/>
                    <a:gd name="connsiteY1" fmla="*/ 715 h 139328"/>
                    <a:gd name="connsiteX2" fmla="*/ 595706 w 595706"/>
                    <a:gd name="connsiteY2" fmla="*/ 97146 h 139328"/>
                    <a:gd name="connsiteX3" fmla="*/ 1361 w 595706"/>
                    <a:gd name="connsiteY3" fmla="*/ 139328 h 139328"/>
                    <a:gd name="connsiteX4" fmla="*/ 0 w 595706"/>
                    <a:gd name="connsiteY4" fmla="*/ 22091 h 139328"/>
                    <a:gd name="connsiteX0" fmla="*/ 0 w 595706"/>
                    <a:gd name="connsiteY0" fmla="*/ 23573 h 140810"/>
                    <a:gd name="connsiteX1" fmla="*/ 595706 w 595706"/>
                    <a:gd name="connsiteY1" fmla="*/ 2197 h 140810"/>
                    <a:gd name="connsiteX2" fmla="*/ 595706 w 595706"/>
                    <a:gd name="connsiteY2" fmla="*/ 98628 h 140810"/>
                    <a:gd name="connsiteX3" fmla="*/ 1361 w 595706"/>
                    <a:gd name="connsiteY3" fmla="*/ 140810 h 140810"/>
                    <a:gd name="connsiteX4" fmla="*/ 0 w 595706"/>
                    <a:gd name="connsiteY4" fmla="*/ 23573 h 140810"/>
                    <a:gd name="connsiteX0" fmla="*/ 0 w 595706"/>
                    <a:gd name="connsiteY0" fmla="*/ 21908 h 139145"/>
                    <a:gd name="connsiteX1" fmla="*/ 595706 w 595706"/>
                    <a:gd name="connsiteY1" fmla="*/ 532 h 139145"/>
                    <a:gd name="connsiteX2" fmla="*/ 595706 w 595706"/>
                    <a:gd name="connsiteY2" fmla="*/ 96963 h 139145"/>
                    <a:gd name="connsiteX3" fmla="*/ 1361 w 595706"/>
                    <a:gd name="connsiteY3" fmla="*/ 139145 h 139145"/>
                    <a:gd name="connsiteX4" fmla="*/ 0 w 595706"/>
                    <a:gd name="connsiteY4" fmla="*/ 21908 h 139145"/>
                    <a:gd name="connsiteX0" fmla="*/ 0 w 595706"/>
                    <a:gd name="connsiteY0" fmla="*/ 23863 h 141100"/>
                    <a:gd name="connsiteX1" fmla="*/ 595706 w 595706"/>
                    <a:gd name="connsiteY1" fmla="*/ 2487 h 141100"/>
                    <a:gd name="connsiteX2" fmla="*/ 595706 w 595706"/>
                    <a:gd name="connsiteY2" fmla="*/ 98918 h 141100"/>
                    <a:gd name="connsiteX3" fmla="*/ 1361 w 595706"/>
                    <a:gd name="connsiteY3" fmla="*/ 141100 h 141100"/>
                    <a:gd name="connsiteX4" fmla="*/ 0 w 595706"/>
                    <a:gd name="connsiteY4" fmla="*/ 23863 h 141100"/>
                    <a:gd name="connsiteX0" fmla="*/ 0 w 595706"/>
                    <a:gd name="connsiteY0" fmla="*/ 24472 h 141709"/>
                    <a:gd name="connsiteX1" fmla="*/ 595706 w 595706"/>
                    <a:gd name="connsiteY1" fmla="*/ 3096 h 141709"/>
                    <a:gd name="connsiteX2" fmla="*/ 595706 w 595706"/>
                    <a:gd name="connsiteY2" fmla="*/ 99527 h 141709"/>
                    <a:gd name="connsiteX3" fmla="*/ 1361 w 595706"/>
                    <a:gd name="connsiteY3" fmla="*/ 141709 h 141709"/>
                    <a:gd name="connsiteX4" fmla="*/ 0 w 595706"/>
                    <a:gd name="connsiteY4" fmla="*/ 24472 h 141709"/>
                    <a:gd name="connsiteX0" fmla="*/ 0 w 595706"/>
                    <a:gd name="connsiteY0" fmla="*/ 24267 h 141504"/>
                    <a:gd name="connsiteX1" fmla="*/ 595706 w 595706"/>
                    <a:gd name="connsiteY1" fmla="*/ 2891 h 141504"/>
                    <a:gd name="connsiteX2" fmla="*/ 595706 w 595706"/>
                    <a:gd name="connsiteY2" fmla="*/ 99322 h 141504"/>
                    <a:gd name="connsiteX3" fmla="*/ 1361 w 595706"/>
                    <a:gd name="connsiteY3" fmla="*/ 141504 h 141504"/>
                    <a:gd name="connsiteX4" fmla="*/ 0 w 595706"/>
                    <a:gd name="connsiteY4" fmla="*/ 24267 h 141504"/>
                    <a:gd name="connsiteX0" fmla="*/ 0 w 595706"/>
                    <a:gd name="connsiteY0" fmla="*/ 24472 h 141709"/>
                    <a:gd name="connsiteX1" fmla="*/ 595706 w 595706"/>
                    <a:gd name="connsiteY1" fmla="*/ 3096 h 141709"/>
                    <a:gd name="connsiteX2" fmla="*/ 595706 w 595706"/>
                    <a:gd name="connsiteY2" fmla="*/ 99527 h 141709"/>
                    <a:gd name="connsiteX3" fmla="*/ 1361 w 595706"/>
                    <a:gd name="connsiteY3" fmla="*/ 141709 h 141709"/>
                    <a:gd name="connsiteX4" fmla="*/ 0 w 595706"/>
                    <a:gd name="connsiteY4" fmla="*/ 24472 h 141709"/>
                    <a:gd name="connsiteX0" fmla="*/ 0 w 595706"/>
                    <a:gd name="connsiteY0" fmla="*/ 24472 h 141709"/>
                    <a:gd name="connsiteX1" fmla="*/ 594353 w 595706"/>
                    <a:gd name="connsiteY1" fmla="*/ 3096 h 141709"/>
                    <a:gd name="connsiteX2" fmla="*/ 595706 w 595706"/>
                    <a:gd name="connsiteY2" fmla="*/ 99527 h 141709"/>
                    <a:gd name="connsiteX3" fmla="*/ 1361 w 595706"/>
                    <a:gd name="connsiteY3" fmla="*/ 141709 h 141709"/>
                    <a:gd name="connsiteX4" fmla="*/ 0 w 595706"/>
                    <a:gd name="connsiteY4" fmla="*/ 24472 h 141709"/>
                    <a:gd name="connsiteX0" fmla="*/ 124 w 595830"/>
                    <a:gd name="connsiteY0" fmla="*/ 24472 h 141709"/>
                    <a:gd name="connsiteX1" fmla="*/ 594477 w 595830"/>
                    <a:gd name="connsiteY1" fmla="*/ 3096 h 141709"/>
                    <a:gd name="connsiteX2" fmla="*/ 595830 w 595830"/>
                    <a:gd name="connsiteY2" fmla="*/ 99527 h 141709"/>
                    <a:gd name="connsiteX3" fmla="*/ 131 w 595830"/>
                    <a:gd name="connsiteY3" fmla="*/ 141709 h 141709"/>
                    <a:gd name="connsiteX4" fmla="*/ 124 w 595830"/>
                    <a:gd name="connsiteY4" fmla="*/ 24472 h 141709"/>
                    <a:gd name="connsiteX0" fmla="*/ 124 w 597179"/>
                    <a:gd name="connsiteY0" fmla="*/ 25207 h 142444"/>
                    <a:gd name="connsiteX1" fmla="*/ 597179 w 597179"/>
                    <a:gd name="connsiteY1" fmla="*/ 481 h 142444"/>
                    <a:gd name="connsiteX2" fmla="*/ 595830 w 597179"/>
                    <a:gd name="connsiteY2" fmla="*/ 100262 h 142444"/>
                    <a:gd name="connsiteX3" fmla="*/ 131 w 597179"/>
                    <a:gd name="connsiteY3" fmla="*/ 142444 h 142444"/>
                    <a:gd name="connsiteX4" fmla="*/ 124 w 597179"/>
                    <a:gd name="connsiteY4" fmla="*/ 25207 h 142444"/>
                    <a:gd name="connsiteX0" fmla="*/ 124 w 595889"/>
                    <a:gd name="connsiteY0" fmla="*/ 25842 h 143079"/>
                    <a:gd name="connsiteX1" fmla="*/ 594477 w 595889"/>
                    <a:gd name="connsiteY1" fmla="*/ 0 h 143079"/>
                    <a:gd name="connsiteX2" fmla="*/ 595830 w 595889"/>
                    <a:gd name="connsiteY2" fmla="*/ 100897 h 143079"/>
                    <a:gd name="connsiteX3" fmla="*/ 131 w 595889"/>
                    <a:gd name="connsiteY3" fmla="*/ 143079 h 143079"/>
                    <a:gd name="connsiteX4" fmla="*/ 124 w 595889"/>
                    <a:gd name="connsiteY4" fmla="*/ 25842 h 143079"/>
                    <a:gd name="connsiteX0" fmla="*/ 124 w 595889"/>
                    <a:gd name="connsiteY0" fmla="*/ 24713 h 141950"/>
                    <a:gd name="connsiteX1" fmla="*/ 594477 w 595889"/>
                    <a:gd name="connsiteY1" fmla="*/ 2221 h 141950"/>
                    <a:gd name="connsiteX2" fmla="*/ 595830 w 595889"/>
                    <a:gd name="connsiteY2" fmla="*/ 99768 h 141950"/>
                    <a:gd name="connsiteX3" fmla="*/ 131 w 595889"/>
                    <a:gd name="connsiteY3" fmla="*/ 141950 h 141950"/>
                    <a:gd name="connsiteX4" fmla="*/ 124 w 595889"/>
                    <a:gd name="connsiteY4" fmla="*/ 24713 h 141950"/>
                    <a:gd name="connsiteX0" fmla="*/ 124 w 595959"/>
                    <a:gd name="connsiteY0" fmla="*/ 24713 h 141950"/>
                    <a:gd name="connsiteX1" fmla="*/ 595828 w 595959"/>
                    <a:gd name="connsiteY1" fmla="*/ 2221 h 141950"/>
                    <a:gd name="connsiteX2" fmla="*/ 595830 w 595959"/>
                    <a:gd name="connsiteY2" fmla="*/ 99768 h 141950"/>
                    <a:gd name="connsiteX3" fmla="*/ 131 w 595959"/>
                    <a:gd name="connsiteY3" fmla="*/ 141950 h 141950"/>
                    <a:gd name="connsiteX4" fmla="*/ 124 w 595959"/>
                    <a:gd name="connsiteY4" fmla="*/ 24713 h 141950"/>
                    <a:gd name="connsiteX0" fmla="*/ 124 w 595959"/>
                    <a:gd name="connsiteY0" fmla="*/ 24925 h 142162"/>
                    <a:gd name="connsiteX1" fmla="*/ 595828 w 595959"/>
                    <a:gd name="connsiteY1" fmla="*/ 2433 h 142162"/>
                    <a:gd name="connsiteX2" fmla="*/ 595830 w 595959"/>
                    <a:gd name="connsiteY2" fmla="*/ 99980 h 142162"/>
                    <a:gd name="connsiteX3" fmla="*/ 131 w 595959"/>
                    <a:gd name="connsiteY3" fmla="*/ 142162 h 142162"/>
                    <a:gd name="connsiteX4" fmla="*/ 124 w 595959"/>
                    <a:gd name="connsiteY4" fmla="*/ 24925 h 142162"/>
                    <a:gd name="connsiteX0" fmla="*/ 124 w 595959"/>
                    <a:gd name="connsiteY0" fmla="*/ 22492 h 139729"/>
                    <a:gd name="connsiteX1" fmla="*/ 595828 w 595959"/>
                    <a:gd name="connsiteY1" fmla="*/ 0 h 139729"/>
                    <a:gd name="connsiteX2" fmla="*/ 595830 w 595959"/>
                    <a:gd name="connsiteY2" fmla="*/ 97547 h 139729"/>
                    <a:gd name="connsiteX3" fmla="*/ 131 w 595959"/>
                    <a:gd name="connsiteY3" fmla="*/ 139729 h 139729"/>
                    <a:gd name="connsiteX4" fmla="*/ 124 w 595959"/>
                    <a:gd name="connsiteY4" fmla="*/ 22492 h 139729"/>
                    <a:gd name="connsiteX0" fmla="*/ 124 w 595959"/>
                    <a:gd name="connsiteY0" fmla="*/ 25585 h 142822"/>
                    <a:gd name="connsiteX1" fmla="*/ 595828 w 595959"/>
                    <a:gd name="connsiteY1" fmla="*/ 3093 h 142822"/>
                    <a:gd name="connsiteX2" fmla="*/ 595830 w 595959"/>
                    <a:gd name="connsiteY2" fmla="*/ 100640 h 142822"/>
                    <a:gd name="connsiteX3" fmla="*/ 131 w 595959"/>
                    <a:gd name="connsiteY3" fmla="*/ 142822 h 142822"/>
                    <a:gd name="connsiteX4" fmla="*/ 124 w 595959"/>
                    <a:gd name="connsiteY4" fmla="*/ 25585 h 142822"/>
                    <a:gd name="connsiteX0" fmla="*/ 124 w 595959"/>
                    <a:gd name="connsiteY0" fmla="*/ 25585 h 142822"/>
                    <a:gd name="connsiteX1" fmla="*/ 595828 w 595959"/>
                    <a:gd name="connsiteY1" fmla="*/ 3093 h 142822"/>
                    <a:gd name="connsiteX2" fmla="*/ 595830 w 595959"/>
                    <a:gd name="connsiteY2" fmla="*/ 100640 h 142822"/>
                    <a:gd name="connsiteX3" fmla="*/ 131 w 595959"/>
                    <a:gd name="connsiteY3" fmla="*/ 142822 h 142822"/>
                    <a:gd name="connsiteX4" fmla="*/ 124 w 595959"/>
                    <a:gd name="connsiteY4" fmla="*/ 25585 h 142822"/>
                    <a:gd name="connsiteX0" fmla="*/ 124 w 595959"/>
                    <a:gd name="connsiteY0" fmla="*/ 26512 h 143749"/>
                    <a:gd name="connsiteX1" fmla="*/ 595828 w 595959"/>
                    <a:gd name="connsiteY1" fmla="*/ 4020 h 143749"/>
                    <a:gd name="connsiteX2" fmla="*/ 595830 w 595959"/>
                    <a:gd name="connsiteY2" fmla="*/ 101567 h 143749"/>
                    <a:gd name="connsiteX3" fmla="*/ 131 w 595959"/>
                    <a:gd name="connsiteY3" fmla="*/ 143749 h 143749"/>
                    <a:gd name="connsiteX4" fmla="*/ 124 w 595959"/>
                    <a:gd name="connsiteY4" fmla="*/ 26512 h 143749"/>
                    <a:gd name="connsiteX0" fmla="*/ 124 w 595959"/>
                    <a:gd name="connsiteY0" fmla="*/ 26512 h 143749"/>
                    <a:gd name="connsiteX1" fmla="*/ 595828 w 595959"/>
                    <a:gd name="connsiteY1" fmla="*/ 4020 h 143749"/>
                    <a:gd name="connsiteX2" fmla="*/ 595830 w 595959"/>
                    <a:gd name="connsiteY2" fmla="*/ 101567 h 143749"/>
                    <a:gd name="connsiteX3" fmla="*/ 131 w 595959"/>
                    <a:gd name="connsiteY3" fmla="*/ 143749 h 143749"/>
                    <a:gd name="connsiteX4" fmla="*/ 124 w 595959"/>
                    <a:gd name="connsiteY4" fmla="*/ 26512 h 143749"/>
                    <a:gd name="connsiteX0" fmla="*/ 124 w 595959"/>
                    <a:gd name="connsiteY0" fmla="*/ 28496 h 145733"/>
                    <a:gd name="connsiteX1" fmla="*/ 595828 w 595959"/>
                    <a:gd name="connsiteY1" fmla="*/ 6004 h 145733"/>
                    <a:gd name="connsiteX2" fmla="*/ 595830 w 595959"/>
                    <a:gd name="connsiteY2" fmla="*/ 103551 h 145733"/>
                    <a:gd name="connsiteX3" fmla="*/ 131 w 595959"/>
                    <a:gd name="connsiteY3" fmla="*/ 145733 h 145733"/>
                    <a:gd name="connsiteX4" fmla="*/ 124 w 595959"/>
                    <a:gd name="connsiteY4" fmla="*/ 28496 h 145733"/>
                    <a:gd name="connsiteX0" fmla="*/ 124 w 595959"/>
                    <a:gd name="connsiteY0" fmla="*/ 40766 h 158003"/>
                    <a:gd name="connsiteX1" fmla="*/ 595828 w 595959"/>
                    <a:gd name="connsiteY1" fmla="*/ 0 h 158003"/>
                    <a:gd name="connsiteX2" fmla="*/ 595830 w 595959"/>
                    <a:gd name="connsiteY2" fmla="*/ 115821 h 158003"/>
                    <a:gd name="connsiteX3" fmla="*/ 131 w 595959"/>
                    <a:gd name="connsiteY3" fmla="*/ 158003 h 158003"/>
                    <a:gd name="connsiteX4" fmla="*/ 124 w 595959"/>
                    <a:gd name="connsiteY4" fmla="*/ 40766 h 158003"/>
                    <a:gd name="connsiteX0" fmla="*/ 124 w 595959"/>
                    <a:gd name="connsiteY0" fmla="*/ 40766 h 158003"/>
                    <a:gd name="connsiteX1" fmla="*/ 595828 w 595959"/>
                    <a:gd name="connsiteY1" fmla="*/ 0 h 158003"/>
                    <a:gd name="connsiteX2" fmla="*/ 595830 w 595959"/>
                    <a:gd name="connsiteY2" fmla="*/ 115821 h 158003"/>
                    <a:gd name="connsiteX3" fmla="*/ 131 w 595959"/>
                    <a:gd name="connsiteY3" fmla="*/ 158003 h 158003"/>
                    <a:gd name="connsiteX4" fmla="*/ 124 w 595959"/>
                    <a:gd name="connsiteY4" fmla="*/ 40766 h 158003"/>
                    <a:gd name="connsiteX0" fmla="*/ 124 w 595959"/>
                    <a:gd name="connsiteY0" fmla="*/ 40766 h 158003"/>
                    <a:gd name="connsiteX1" fmla="*/ 595828 w 595959"/>
                    <a:gd name="connsiteY1" fmla="*/ 0 h 158003"/>
                    <a:gd name="connsiteX2" fmla="*/ 595830 w 595959"/>
                    <a:gd name="connsiteY2" fmla="*/ 115821 h 158003"/>
                    <a:gd name="connsiteX3" fmla="*/ 131 w 595959"/>
                    <a:gd name="connsiteY3" fmla="*/ 158003 h 158003"/>
                    <a:gd name="connsiteX4" fmla="*/ 124 w 595959"/>
                    <a:gd name="connsiteY4" fmla="*/ 40766 h 158003"/>
                    <a:gd name="connsiteX0" fmla="*/ 124 w 595959"/>
                    <a:gd name="connsiteY0" fmla="*/ 40766 h 158003"/>
                    <a:gd name="connsiteX1" fmla="*/ 595828 w 595959"/>
                    <a:gd name="connsiteY1" fmla="*/ 0 h 158003"/>
                    <a:gd name="connsiteX2" fmla="*/ 595830 w 595959"/>
                    <a:gd name="connsiteY2" fmla="*/ 115821 h 158003"/>
                    <a:gd name="connsiteX3" fmla="*/ 131 w 595959"/>
                    <a:gd name="connsiteY3" fmla="*/ 158003 h 158003"/>
                    <a:gd name="connsiteX4" fmla="*/ 124 w 595959"/>
                    <a:gd name="connsiteY4" fmla="*/ 40766 h 158003"/>
                    <a:gd name="connsiteX0" fmla="*/ 124 w 595959"/>
                    <a:gd name="connsiteY0" fmla="*/ 40766 h 158003"/>
                    <a:gd name="connsiteX1" fmla="*/ 595828 w 595959"/>
                    <a:gd name="connsiteY1" fmla="*/ 0 h 158003"/>
                    <a:gd name="connsiteX2" fmla="*/ 595830 w 595959"/>
                    <a:gd name="connsiteY2" fmla="*/ 115821 h 158003"/>
                    <a:gd name="connsiteX3" fmla="*/ 131 w 595959"/>
                    <a:gd name="connsiteY3" fmla="*/ 158003 h 158003"/>
                    <a:gd name="connsiteX4" fmla="*/ 124 w 595959"/>
                    <a:gd name="connsiteY4" fmla="*/ 40766 h 158003"/>
                    <a:gd name="connsiteX0" fmla="*/ 124 w 595959"/>
                    <a:gd name="connsiteY0" fmla="*/ 40766 h 158003"/>
                    <a:gd name="connsiteX1" fmla="*/ 595828 w 595959"/>
                    <a:gd name="connsiteY1" fmla="*/ 0 h 158003"/>
                    <a:gd name="connsiteX2" fmla="*/ 595830 w 595959"/>
                    <a:gd name="connsiteY2" fmla="*/ 115821 h 158003"/>
                    <a:gd name="connsiteX3" fmla="*/ 131 w 595959"/>
                    <a:gd name="connsiteY3" fmla="*/ 158003 h 158003"/>
                    <a:gd name="connsiteX4" fmla="*/ 124 w 595959"/>
                    <a:gd name="connsiteY4" fmla="*/ 40766 h 158003"/>
                    <a:gd name="connsiteX0" fmla="*/ 124 w 595959"/>
                    <a:gd name="connsiteY0" fmla="*/ 40766 h 158003"/>
                    <a:gd name="connsiteX1" fmla="*/ 595828 w 595959"/>
                    <a:gd name="connsiteY1" fmla="*/ 0 h 158003"/>
                    <a:gd name="connsiteX2" fmla="*/ 595830 w 595959"/>
                    <a:gd name="connsiteY2" fmla="*/ 115821 h 158003"/>
                    <a:gd name="connsiteX3" fmla="*/ 131 w 595959"/>
                    <a:gd name="connsiteY3" fmla="*/ 158003 h 158003"/>
                    <a:gd name="connsiteX4" fmla="*/ 124 w 595959"/>
                    <a:gd name="connsiteY4" fmla="*/ 40766 h 158003"/>
                    <a:gd name="connsiteX0" fmla="*/ 124 w 595959"/>
                    <a:gd name="connsiteY0" fmla="*/ 40766 h 158003"/>
                    <a:gd name="connsiteX1" fmla="*/ 595828 w 595959"/>
                    <a:gd name="connsiteY1" fmla="*/ 0 h 158003"/>
                    <a:gd name="connsiteX2" fmla="*/ 595830 w 595959"/>
                    <a:gd name="connsiteY2" fmla="*/ 115821 h 158003"/>
                    <a:gd name="connsiteX3" fmla="*/ 131 w 595959"/>
                    <a:gd name="connsiteY3" fmla="*/ 158003 h 158003"/>
                    <a:gd name="connsiteX4" fmla="*/ 124 w 595959"/>
                    <a:gd name="connsiteY4" fmla="*/ 40766 h 158003"/>
                    <a:gd name="connsiteX0" fmla="*/ 124 w 595959"/>
                    <a:gd name="connsiteY0" fmla="*/ 40766 h 158003"/>
                    <a:gd name="connsiteX1" fmla="*/ 595828 w 595959"/>
                    <a:gd name="connsiteY1" fmla="*/ 0 h 158003"/>
                    <a:gd name="connsiteX2" fmla="*/ 595830 w 595959"/>
                    <a:gd name="connsiteY2" fmla="*/ 115821 h 158003"/>
                    <a:gd name="connsiteX3" fmla="*/ 131 w 595959"/>
                    <a:gd name="connsiteY3" fmla="*/ 158003 h 158003"/>
                    <a:gd name="connsiteX4" fmla="*/ 124 w 595959"/>
                    <a:gd name="connsiteY4" fmla="*/ 40766 h 158003"/>
                    <a:gd name="connsiteX0" fmla="*/ 124 w 595856"/>
                    <a:gd name="connsiteY0" fmla="*/ 41841 h 159078"/>
                    <a:gd name="connsiteX1" fmla="*/ 591261 w 595856"/>
                    <a:gd name="connsiteY1" fmla="*/ 0 h 159078"/>
                    <a:gd name="connsiteX2" fmla="*/ 595830 w 595856"/>
                    <a:gd name="connsiteY2" fmla="*/ 116896 h 159078"/>
                    <a:gd name="connsiteX3" fmla="*/ 131 w 595856"/>
                    <a:gd name="connsiteY3" fmla="*/ 159078 h 159078"/>
                    <a:gd name="connsiteX4" fmla="*/ 124 w 595856"/>
                    <a:gd name="connsiteY4" fmla="*/ 41841 h 159078"/>
                    <a:gd name="connsiteX0" fmla="*/ 124 w 595959"/>
                    <a:gd name="connsiteY0" fmla="*/ 41841 h 159078"/>
                    <a:gd name="connsiteX1" fmla="*/ 595828 w 595959"/>
                    <a:gd name="connsiteY1" fmla="*/ 0 h 159078"/>
                    <a:gd name="connsiteX2" fmla="*/ 595830 w 595959"/>
                    <a:gd name="connsiteY2" fmla="*/ 116896 h 159078"/>
                    <a:gd name="connsiteX3" fmla="*/ 131 w 595959"/>
                    <a:gd name="connsiteY3" fmla="*/ 159078 h 159078"/>
                    <a:gd name="connsiteX4" fmla="*/ 124 w 595959"/>
                    <a:gd name="connsiteY4" fmla="*/ 41841 h 159078"/>
                    <a:gd name="connsiteX0" fmla="*/ 124 w 597349"/>
                    <a:gd name="connsiteY0" fmla="*/ 42378 h 159615"/>
                    <a:gd name="connsiteX1" fmla="*/ 597349 w 597349"/>
                    <a:gd name="connsiteY1" fmla="*/ 0 h 159615"/>
                    <a:gd name="connsiteX2" fmla="*/ 595830 w 597349"/>
                    <a:gd name="connsiteY2" fmla="*/ 117433 h 159615"/>
                    <a:gd name="connsiteX3" fmla="*/ 131 w 597349"/>
                    <a:gd name="connsiteY3" fmla="*/ 159615 h 159615"/>
                    <a:gd name="connsiteX4" fmla="*/ 124 w 597349"/>
                    <a:gd name="connsiteY4" fmla="*/ 42378 h 159615"/>
                    <a:gd name="connsiteX0" fmla="*/ 124 w 600443"/>
                    <a:gd name="connsiteY0" fmla="*/ 42378 h 159615"/>
                    <a:gd name="connsiteX1" fmla="*/ 597349 w 600443"/>
                    <a:gd name="connsiteY1" fmla="*/ 0 h 159615"/>
                    <a:gd name="connsiteX2" fmla="*/ 600408 w 600443"/>
                    <a:gd name="connsiteY2" fmla="*/ 117433 h 159615"/>
                    <a:gd name="connsiteX3" fmla="*/ 131 w 600443"/>
                    <a:gd name="connsiteY3" fmla="*/ 159615 h 159615"/>
                    <a:gd name="connsiteX4" fmla="*/ 124 w 600443"/>
                    <a:gd name="connsiteY4" fmla="*/ 42378 h 159615"/>
                    <a:gd name="connsiteX0" fmla="*/ 124 w 600537"/>
                    <a:gd name="connsiteY0" fmla="*/ 42378 h 159615"/>
                    <a:gd name="connsiteX1" fmla="*/ 600401 w 600537"/>
                    <a:gd name="connsiteY1" fmla="*/ 0 h 159615"/>
                    <a:gd name="connsiteX2" fmla="*/ 600408 w 600537"/>
                    <a:gd name="connsiteY2" fmla="*/ 117433 h 159615"/>
                    <a:gd name="connsiteX3" fmla="*/ 131 w 600537"/>
                    <a:gd name="connsiteY3" fmla="*/ 159615 h 159615"/>
                    <a:gd name="connsiteX4" fmla="*/ 124 w 600537"/>
                    <a:gd name="connsiteY4" fmla="*/ 42378 h 15961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00537" h="159615">
                      <a:moveTo>
                        <a:pt x="124" y="42378"/>
                      </a:moveTo>
                      <a:cubicBezTo>
                        <a:pt x="296414" y="-50243"/>
                        <a:pt x="418111" y="75773"/>
                        <a:pt x="600401" y="0"/>
                      </a:cubicBezTo>
                      <a:cubicBezTo>
                        <a:pt x="599951" y="33260"/>
                        <a:pt x="600858" y="84173"/>
                        <a:pt x="600408" y="117433"/>
                      </a:cubicBezTo>
                      <a:cubicBezTo>
                        <a:pt x="395490" y="192726"/>
                        <a:pt x="285331" y="62551"/>
                        <a:pt x="131" y="159615"/>
                      </a:cubicBezTo>
                      <a:cubicBezTo>
                        <a:pt x="-323" y="114566"/>
                        <a:pt x="578" y="87427"/>
                        <a:pt x="124" y="42378"/>
                      </a:cubicBezTo>
                      <a:close/>
                    </a:path>
                  </a:pathLst>
                </a:custGeom>
                <a:solidFill>
                  <a:schemeClr val="accent5">
                    <a:lumMod val="40000"/>
                    <a:lumOff val="60000"/>
                  </a:schemeClr>
                </a:solidFill>
                <a:ln w="1270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grpSp>
              <p:nvGrpSpPr>
                <p:cNvPr id="820" name="组合 819">
                  <a:extLst>
                    <a:ext uri="{FF2B5EF4-FFF2-40B4-BE49-F238E27FC236}">
                      <a16:creationId xmlns:a16="http://schemas.microsoft.com/office/drawing/2014/main" id="{DDF9FDEF-9EF9-3DC4-9806-10293BFF368F}"/>
                    </a:ext>
                  </a:extLst>
                </p:cNvPr>
                <p:cNvGrpSpPr/>
                <p:nvPr/>
              </p:nvGrpSpPr>
              <p:grpSpPr>
                <a:xfrm>
                  <a:off x="5040167" y="6521415"/>
                  <a:ext cx="621640" cy="663817"/>
                  <a:chOff x="3656357" y="6507685"/>
                  <a:chExt cx="621640" cy="663817"/>
                </a:xfrm>
              </p:grpSpPr>
              <p:sp>
                <p:nvSpPr>
                  <p:cNvPr id="821" name="矩形 820">
                    <a:extLst>
                      <a:ext uri="{FF2B5EF4-FFF2-40B4-BE49-F238E27FC236}">
                        <a16:creationId xmlns:a16="http://schemas.microsoft.com/office/drawing/2014/main" id="{A6F8E977-1CF5-70B0-D9D2-18259F60EC40}"/>
                      </a:ext>
                    </a:extLst>
                  </p:cNvPr>
                  <p:cNvSpPr/>
                  <p:nvPr/>
                </p:nvSpPr>
                <p:spPr>
                  <a:xfrm>
                    <a:off x="3656465" y="6640950"/>
                    <a:ext cx="155302" cy="132623"/>
                  </a:xfrm>
                  <a:prstGeom prst="rect">
                    <a:avLst/>
                  </a:prstGeom>
                  <a:no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22" name="矩形 821">
                    <a:extLst>
                      <a:ext uri="{FF2B5EF4-FFF2-40B4-BE49-F238E27FC236}">
                        <a16:creationId xmlns:a16="http://schemas.microsoft.com/office/drawing/2014/main" id="{17CADB2A-0A02-2C19-901E-31E1D8F73B0E}"/>
                      </a:ext>
                    </a:extLst>
                  </p:cNvPr>
                  <p:cNvSpPr/>
                  <p:nvPr/>
                </p:nvSpPr>
                <p:spPr>
                  <a:xfrm>
                    <a:off x="3811875" y="6640950"/>
                    <a:ext cx="155302" cy="132623"/>
                  </a:xfrm>
                  <a:prstGeom prst="rect">
                    <a:avLst/>
                  </a:prstGeom>
                  <a:no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23" name="矩形 822">
                    <a:extLst>
                      <a:ext uri="{FF2B5EF4-FFF2-40B4-BE49-F238E27FC236}">
                        <a16:creationId xmlns:a16="http://schemas.microsoft.com/office/drawing/2014/main" id="{0B15FF0F-3F16-5917-686C-45053DFB9732}"/>
                      </a:ext>
                    </a:extLst>
                  </p:cNvPr>
                  <p:cNvSpPr/>
                  <p:nvPr/>
                </p:nvSpPr>
                <p:spPr>
                  <a:xfrm>
                    <a:off x="3967285" y="6640950"/>
                    <a:ext cx="155302" cy="132623"/>
                  </a:xfrm>
                  <a:prstGeom prst="rect">
                    <a:avLst/>
                  </a:prstGeom>
                  <a:no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24" name="矩形 823">
                    <a:extLst>
                      <a:ext uri="{FF2B5EF4-FFF2-40B4-BE49-F238E27FC236}">
                        <a16:creationId xmlns:a16="http://schemas.microsoft.com/office/drawing/2014/main" id="{EE000950-4856-C0AA-8BF2-5DC2D17A0CC2}"/>
                      </a:ext>
                    </a:extLst>
                  </p:cNvPr>
                  <p:cNvSpPr/>
                  <p:nvPr/>
                </p:nvSpPr>
                <p:spPr>
                  <a:xfrm>
                    <a:off x="4122695" y="6640950"/>
                    <a:ext cx="155302" cy="132623"/>
                  </a:xfrm>
                  <a:prstGeom prst="rect">
                    <a:avLst/>
                  </a:prstGeom>
                  <a:no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25" name="矩形 824">
                    <a:extLst>
                      <a:ext uri="{FF2B5EF4-FFF2-40B4-BE49-F238E27FC236}">
                        <a16:creationId xmlns:a16="http://schemas.microsoft.com/office/drawing/2014/main" id="{400DEDE8-8983-0850-B031-C355E7977628}"/>
                      </a:ext>
                    </a:extLst>
                  </p:cNvPr>
                  <p:cNvSpPr/>
                  <p:nvPr/>
                </p:nvSpPr>
                <p:spPr>
                  <a:xfrm>
                    <a:off x="3656465" y="6773574"/>
                    <a:ext cx="155302" cy="132623"/>
                  </a:xfrm>
                  <a:prstGeom prst="rect">
                    <a:avLst/>
                  </a:prstGeom>
                  <a:no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26" name="矩形 825">
                    <a:extLst>
                      <a:ext uri="{FF2B5EF4-FFF2-40B4-BE49-F238E27FC236}">
                        <a16:creationId xmlns:a16="http://schemas.microsoft.com/office/drawing/2014/main" id="{E6B6EE4F-3015-A04C-47D8-2953758AAAB8}"/>
                      </a:ext>
                    </a:extLst>
                  </p:cNvPr>
                  <p:cNvSpPr/>
                  <p:nvPr/>
                </p:nvSpPr>
                <p:spPr>
                  <a:xfrm>
                    <a:off x="3811875" y="6773574"/>
                    <a:ext cx="155302" cy="132623"/>
                  </a:xfrm>
                  <a:prstGeom prst="rect">
                    <a:avLst/>
                  </a:prstGeom>
                  <a:no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27" name="矩形 826">
                    <a:extLst>
                      <a:ext uri="{FF2B5EF4-FFF2-40B4-BE49-F238E27FC236}">
                        <a16:creationId xmlns:a16="http://schemas.microsoft.com/office/drawing/2014/main" id="{F1227407-F670-9EFE-7D04-7C8DE85D997B}"/>
                      </a:ext>
                    </a:extLst>
                  </p:cNvPr>
                  <p:cNvSpPr/>
                  <p:nvPr/>
                </p:nvSpPr>
                <p:spPr>
                  <a:xfrm>
                    <a:off x="3967285" y="6773574"/>
                    <a:ext cx="155302" cy="132623"/>
                  </a:xfrm>
                  <a:prstGeom prst="rect">
                    <a:avLst/>
                  </a:prstGeom>
                  <a:no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28" name="矩形 827">
                    <a:extLst>
                      <a:ext uri="{FF2B5EF4-FFF2-40B4-BE49-F238E27FC236}">
                        <a16:creationId xmlns:a16="http://schemas.microsoft.com/office/drawing/2014/main" id="{765ED5F6-1FAD-C376-9AB1-0183C08503CB}"/>
                      </a:ext>
                    </a:extLst>
                  </p:cNvPr>
                  <p:cNvSpPr/>
                  <p:nvPr/>
                </p:nvSpPr>
                <p:spPr>
                  <a:xfrm>
                    <a:off x="4122695" y="6773574"/>
                    <a:ext cx="155302" cy="132623"/>
                  </a:xfrm>
                  <a:prstGeom prst="rect">
                    <a:avLst/>
                  </a:prstGeom>
                  <a:no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29" name="矩形 828">
                    <a:extLst>
                      <a:ext uri="{FF2B5EF4-FFF2-40B4-BE49-F238E27FC236}">
                        <a16:creationId xmlns:a16="http://schemas.microsoft.com/office/drawing/2014/main" id="{508368B3-35A6-AD2F-6190-014A911EC72D}"/>
                      </a:ext>
                    </a:extLst>
                  </p:cNvPr>
                  <p:cNvSpPr/>
                  <p:nvPr/>
                </p:nvSpPr>
                <p:spPr>
                  <a:xfrm>
                    <a:off x="3656357" y="6906255"/>
                    <a:ext cx="155302" cy="132623"/>
                  </a:xfrm>
                  <a:prstGeom prst="rect">
                    <a:avLst/>
                  </a:prstGeom>
                  <a:no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30" name="矩形 829">
                    <a:extLst>
                      <a:ext uri="{FF2B5EF4-FFF2-40B4-BE49-F238E27FC236}">
                        <a16:creationId xmlns:a16="http://schemas.microsoft.com/office/drawing/2014/main" id="{64E483E5-7704-5586-4425-BAF3A3952FAE}"/>
                      </a:ext>
                    </a:extLst>
                  </p:cNvPr>
                  <p:cNvSpPr/>
                  <p:nvPr/>
                </p:nvSpPr>
                <p:spPr>
                  <a:xfrm>
                    <a:off x="3811767" y="6906255"/>
                    <a:ext cx="155302" cy="132623"/>
                  </a:xfrm>
                  <a:prstGeom prst="rect">
                    <a:avLst/>
                  </a:prstGeom>
                  <a:no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31" name="矩形 830">
                    <a:extLst>
                      <a:ext uri="{FF2B5EF4-FFF2-40B4-BE49-F238E27FC236}">
                        <a16:creationId xmlns:a16="http://schemas.microsoft.com/office/drawing/2014/main" id="{8EA13E82-97DA-40EE-D650-CDD9E3E69918}"/>
                      </a:ext>
                    </a:extLst>
                  </p:cNvPr>
                  <p:cNvSpPr/>
                  <p:nvPr/>
                </p:nvSpPr>
                <p:spPr>
                  <a:xfrm>
                    <a:off x="3967177" y="6906255"/>
                    <a:ext cx="155302" cy="132623"/>
                  </a:xfrm>
                  <a:prstGeom prst="rect">
                    <a:avLst/>
                  </a:prstGeom>
                  <a:no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32" name="矩形 831">
                    <a:extLst>
                      <a:ext uri="{FF2B5EF4-FFF2-40B4-BE49-F238E27FC236}">
                        <a16:creationId xmlns:a16="http://schemas.microsoft.com/office/drawing/2014/main" id="{75F7057D-DF5B-ECEB-05B5-BB8BFDA7669D}"/>
                      </a:ext>
                    </a:extLst>
                  </p:cNvPr>
                  <p:cNvSpPr/>
                  <p:nvPr/>
                </p:nvSpPr>
                <p:spPr>
                  <a:xfrm>
                    <a:off x="4122587" y="6906255"/>
                    <a:ext cx="155302" cy="132623"/>
                  </a:xfrm>
                  <a:prstGeom prst="rect">
                    <a:avLst/>
                  </a:prstGeom>
                  <a:no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33" name="矩形 832">
                    <a:extLst>
                      <a:ext uri="{FF2B5EF4-FFF2-40B4-BE49-F238E27FC236}">
                        <a16:creationId xmlns:a16="http://schemas.microsoft.com/office/drawing/2014/main" id="{A4EFA3BC-162F-2296-123F-CB4740EB2C3E}"/>
                      </a:ext>
                    </a:extLst>
                  </p:cNvPr>
                  <p:cNvSpPr/>
                  <p:nvPr/>
                </p:nvSpPr>
                <p:spPr>
                  <a:xfrm>
                    <a:off x="3656357" y="7038879"/>
                    <a:ext cx="155302" cy="132623"/>
                  </a:xfrm>
                  <a:prstGeom prst="rect">
                    <a:avLst/>
                  </a:prstGeom>
                  <a:no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34" name="矩形 833">
                    <a:extLst>
                      <a:ext uri="{FF2B5EF4-FFF2-40B4-BE49-F238E27FC236}">
                        <a16:creationId xmlns:a16="http://schemas.microsoft.com/office/drawing/2014/main" id="{61F8191A-BD09-2E70-2A82-74977A5120D3}"/>
                      </a:ext>
                    </a:extLst>
                  </p:cNvPr>
                  <p:cNvSpPr/>
                  <p:nvPr/>
                </p:nvSpPr>
                <p:spPr>
                  <a:xfrm>
                    <a:off x="3811767" y="7038879"/>
                    <a:ext cx="155302" cy="132623"/>
                  </a:xfrm>
                  <a:prstGeom prst="rect">
                    <a:avLst/>
                  </a:prstGeom>
                  <a:no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35" name="矩形 834">
                    <a:extLst>
                      <a:ext uri="{FF2B5EF4-FFF2-40B4-BE49-F238E27FC236}">
                        <a16:creationId xmlns:a16="http://schemas.microsoft.com/office/drawing/2014/main" id="{E501E06A-6E25-CE46-9765-33147AE465B0}"/>
                      </a:ext>
                    </a:extLst>
                  </p:cNvPr>
                  <p:cNvSpPr/>
                  <p:nvPr/>
                </p:nvSpPr>
                <p:spPr>
                  <a:xfrm>
                    <a:off x="3967177" y="7038879"/>
                    <a:ext cx="155302" cy="132623"/>
                  </a:xfrm>
                  <a:prstGeom prst="rect">
                    <a:avLst/>
                  </a:prstGeom>
                  <a:no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36" name="矩形 835">
                    <a:extLst>
                      <a:ext uri="{FF2B5EF4-FFF2-40B4-BE49-F238E27FC236}">
                        <a16:creationId xmlns:a16="http://schemas.microsoft.com/office/drawing/2014/main" id="{5F6D8FCA-BFD1-EE73-FA09-D30DFAF133C8}"/>
                      </a:ext>
                    </a:extLst>
                  </p:cNvPr>
                  <p:cNvSpPr/>
                  <p:nvPr/>
                </p:nvSpPr>
                <p:spPr>
                  <a:xfrm>
                    <a:off x="4122587" y="7038879"/>
                    <a:ext cx="155302" cy="132623"/>
                  </a:xfrm>
                  <a:prstGeom prst="rect">
                    <a:avLst/>
                  </a:prstGeom>
                  <a:no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37" name="矩形 836">
                    <a:extLst>
                      <a:ext uri="{FF2B5EF4-FFF2-40B4-BE49-F238E27FC236}">
                        <a16:creationId xmlns:a16="http://schemas.microsoft.com/office/drawing/2014/main" id="{0191537C-FAD7-CFA3-90A8-1F7D9020F204}"/>
                      </a:ext>
                    </a:extLst>
                  </p:cNvPr>
                  <p:cNvSpPr/>
                  <p:nvPr/>
                </p:nvSpPr>
                <p:spPr>
                  <a:xfrm>
                    <a:off x="3656357" y="6507685"/>
                    <a:ext cx="155302" cy="132623"/>
                  </a:xfrm>
                  <a:prstGeom prst="rect">
                    <a:avLst/>
                  </a:prstGeom>
                  <a:no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38" name="矩形 837">
                    <a:extLst>
                      <a:ext uri="{FF2B5EF4-FFF2-40B4-BE49-F238E27FC236}">
                        <a16:creationId xmlns:a16="http://schemas.microsoft.com/office/drawing/2014/main" id="{595680C1-F9D8-6FCE-905C-97704528F642}"/>
                      </a:ext>
                    </a:extLst>
                  </p:cNvPr>
                  <p:cNvSpPr/>
                  <p:nvPr/>
                </p:nvSpPr>
                <p:spPr>
                  <a:xfrm>
                    <a:off x="3811767" y="6507685"/>
                    <a:ext cx="155302" cy="132623"/>
                  </a:xfrm>
                  <a:prstGeom prst="rect">
                    <a:avLst/>
                  </a:prstGeom>
                  <a:no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39" name="矩形 838">
                    <a:extLst>
                      <a:ext uri="{FF2B5EF4-FFF2-40B4-BE49-F238E27FC236}">
                        <a16:creationId xmlns:a16="http://schemas.microsoft.com/office/drawing/2014/main" id="{0D83E15F-2F33-4004-45F5-877A0FC5B072}"/>
                      </a:ext>
                    </a:extLst>
                  </p:cNvPr>
                  <p:cNvSpPr/>
                  <p:nvPr/>
                </p:nvSpPr>
                <p:spPr>
                  <a:xfrm>
                    <a:off x="3967177" y="6507685"/>
                    <a:ext cx="155302" cy="132623"/>
                  </a:xfrm>
                  <a:prstGeom prst="rect">
                    <a:avLst/>
                  </a:prstGeom>
                  <a:no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40" name="矩形 839">
                    <a:extLst>
                      <a:ext uri="{FF2B5EF4-FFF2-40B4-BE49-F238E27FC236}">
                        <a16:creationId xmlns:a16="http://schemas.microsoft.com/office/drawing/2014/main" id="{EF61ED13-675F-B3B4-F60A-94D1C82F06B4}"/>
                      </a:ext>
                    </a:extLst>
                  </p:cNvPr>
                  <p:cNvSpPr/>
                  <p:nvPr/>
                </p:nvSpPr>
                <p:spPr>
                  <a:xfrm>
                    <a:off x="4122587" y="6507685"/>
                    <a:ext cx="155302" cy="132623"/>
                  </a:xfrm>
                  <a:prstGeom prst="rect">
                    <a:avLst/>
                  </a:prstGeom>
                  <a:no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</p:grpSp>
        </p:grp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CF111A6F-5DF9-B94A-C0BD-6FE857BDE3C2}"/>
              </a:ext>
            </a:extLst>
          </p:cNvPr>
          <p:cNvSpPr txBox="1"/>
          <p:nvPr/>
        </p:nvSpPr>
        <p:spPr>
          <a:xfrm>
            <a:off x="2969576" y="1801764"/>
            <a:ext cx="914954" cy="369332"/>
          </a:xfrm>
          <a:prstGeom prst="rect">
            <a:avLst/>
          </a:prstGeom>
          <a:solidFill>
            <a:srgbClr val="F8CBAD"/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T Task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58AD972-A405-298C-2CA0-93884A59A028}"/>
              </a:ext>
            </a:extLst>
          </p:cNvPr>
          <p:cNvSpPr txBox="1"/>
          <p:nvPr/>
        </p:nvSpPr>
        <p:spPr>
          <a:xfrm>
            <a:off x="4785228" y="1801764"/>
            <a:ext cx="914954" cy="369332"/>
          </a:xfrm>
          <a:prstGeom prst="rect">
            <a:avLst/>
          </a:prstGeom>
          <a:solidFill>
            <a:srgbClr val="BDD7EE"/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 Task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DE31380-F3F5-3DED-60BB-097FDB801F7D}"/>
              </a:ext>
            </a:extLst>
          </p:cNvPr>
          <p:cNvSpPr txBox="1"/>
          <p:nvPr/>
        </p:nvSpPr>
        <p:spPr>
          <a:xfrm>
            <a:off x="6600880" y="1801764"/>
            <a:ext cx="914954" cy="369332"/>
          </a:xfrm>
          <a:prstGeom prst="rect">
            <a:avLst/>
          </a:prstGeom>
          <a:solidFill>
            <a:srgbClr val="F8CBAD"/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T Task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59982FF-6224-EF83-9A3F-42E2792F53E7}"/>
              </a:ext>
            </a:extLst>
          </p:cNvPr>
          <p:cNvSpPr txBox="1"/>
          <p:nvPr/>
        </p:nvSpPr>
        <p:spPr>
          <a:xfrm>
            <a:off x="8416531" y="1801764"/>
            <a:ext cx="914954" cy="369332"/>
          </a:xfrm>
          <a:prstGeom prst="rect">
            <a:avLst/>
          </a:prstGeom>
          <a:solidFill>
            <a:srgbClr val="BDD7EE"/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 Task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6A2D0A4-334C-B9EC-7D72-27BF56FC8DF9}"/>
              </a:ext>
            </a:extLst>
          </p:cNvPr>
          <p:cNvSpPr/>
          <p:nvPr/>
        </p:nvSpPr>
        <p:spPr>
          <a:xfrm>
            <a:off x="3354404" y="5677792"/>
            <a:ext cx="6746852" cy="1095762"/>
          </a:xfrm>
          <a:prstGeom prst="rect">
            <a:avLst/>
          </a:prstGeom>
          <a:noFill/>
          <a:ln w="28575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9283EE1C-00AC-2132-2C22-8EA39807F2E1}"/>
              </a:ext>
            </a:extLst>
          </p:cNvPr>
          <p:cNvSpPr/>
          <p:nvPr/>
        </p:nvSpPr>
        <p:spPr>
          <a:xfrm>
            <a:off x="9480432" y="3311601"/>
            <a:ext cx="412824" cy="327552"/>
          </a:xfrm>
          <a:prstGeom prst="roundRect">
            <a:avLst>
              <a:gd name="adj" fmla="val 31589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094D5438-F193-4C10-4679-403059C51E8A}"/>
                  </a:ext>
                </a:extLst>
              </p:cNvPr>
              <p:cNvSpPr/>
              <p:nvPr/>
            </p:nvSpPr>
            <p:spPr>
              <a:xfrm>
                <a:off x="9440435" y="3325806"/>
                <a:ext cx="569957" cy="30777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140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Loss</m:t>
                      </m:r>
                    </m:oMath>
                  </m:oMathPara>
                </a14:m>
                <a:endParaRPr lang="zh-CN" altLang="en-US" sz="1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094D5438-F193-4C10-4679-403059C51E8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40435" y="3325806"/>
                <a:ext cx="569957" cy="307777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文本框 10">
            <a:extLst>
              <a:ext uri="{FF2B5EF4-FFF2-40B4-BE49-F238E27FC236}">
                <a16:creationId xmlns:a16="http://schemas.microsoft.com/office/drawing/2014/main" id="{C6F9DDD1-2541-FA1D-D52E-5B8CDC6139A1}"/>
              </a:ext>
            </a:extLst>
          </p:cNvPr>
          <p:cNvSpPr txBox="1"/>
          <p:nvPr/>
        </p:nvSpPr>
        <p:spPr>
          <a:xfrm>
            <a:off x="4062100" y="5263351"/>
            <a:ext cx="5192835" cy="400110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b="1" dirty="0">
                <a:solidFill>
                  <a:srgbClr val="FF0000"/>
                </a:solidFill>
                <a:cs typeface="Arial" panose="020B0604020202020204" pitchFamily="34" charset="0"/>
              </a:rPr>
              <a:t>Intermediate Data </a:t>
            </a:r>
            <a:r>
              <a:rPr lang="en-US" altLang="zh-CN" sz="2000" b="1" dirty="0">
                <a:cs typeface="Arial" panose="020B0604020202020204" pitchFamily="34" charset="0"/>
              </a:rPr>
              <a:t>and Neighbor Replication</a:t>
            </a:r>
            <a:endParaRPr lang="zh-CN" altLang="en-US" sz="2000" b="1" dirty="0"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481993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288000" y="0"/>
            <a:ext cx="11164860" cy="141763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badi" panose="020B0604020202020204" pitchFamily="34" charset="0"/>
                <a:sym typeface="+mn-ea"/>
              </a:rPr>
              <a:t>Multi-GPU GNN Systems with Data Parallelism</a:t>
            </a:r>
            <a:endParaRPr lang="en-US" altLang="zh-CN" sz="3600" dirty="0">
              <a:latin typeface="Century Gothic" panose="020B050202020202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5" name="Rectangle 10"/>
          <p:cNvSpPr/>
          <p:nvPr/>
        </p:nvSpPr>
        <p:spPr>
          <a:xfrm>
            <a:off x="0" y="420787"/>
            <a:ext cx="288000" cy="57606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657" name="矩形 656">
            <a:extLst>
              <a:ext uri="{FF2B5EF4-FFF2-40B4-BE49-F238E27FC236}">
                <a16:creationId xmlns:a16="http://schemas.microsoft.com/office/drawing/2014/main" id="{122707FE-F23D-9EC2-A658-286E52EED6F0}"/>
              </a:ext>
            </a:extLst>
          </p:cNvPr>
          <p:cNvSpPr/>
          <p:nvPr/>
        </p:nvSpPr>
        <p:spPr>
          <a:xfrm>
            <a:off x="282280" y="5640460"/>
            <a:ext cx="11668471" cy="115353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59" name="文本框 658">
            <a:extLst>
              <a:ext uri="{FF2B5EF4-FFF2-40B4-BE49-F238E27FC236}">
                <a16:creationId xmlns:a16="http://schemas.microsoft.com/office/drawing/2014/main" id="{C3325C92-8017-D209-BA86-E92D3C0460F3}"/>
              </a:ext>
            </a:extLst>
          </p:cNvPr>
          <p:cNvSpPr txBox="1"/>
          <p:nvPr/>
        </p:nvSpPr>
        <p:spPr>
          <a:xfrm>
            <a:off x="241248" y="6064139"/>
            <a:ext cx="3157268" cy="400110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FF0000"/>
                </a:solidFill>
                <a:cs typeface="Arial" panose="020B0604020202020204" pitchFamily="34" charset="0"/>
              </a:rPr>
              <a:t>The Memory of GPU 1</a:t>
            </a:r>
            <a:endParaRPr lang="zh-CN" altLang="en-US" sz="3200" b="1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  <p:grpSp>
        <p:nvGrpSpPr>
          <p:cNvPr id="597" name="组合 596">
            <a:extLst>
              <a:ext uri="{FF2B5EF4-FFF2-40B4-BE49-F238E27FC236}">
                <a16:creationId xmlns:a16="http://schemas.microsoft.com/office/drawing/2014/main" id="{A3AB9EC3-2062-BD90-4223-E74AE1176097}"/>
              </a:ext>
            </a:extLst>
          </p:cNvPr>
          <p:cNvGrpSpPr/>
          <p:nvPr/>
        </p:nvGrpSpPr>
        <p:grpSpPr>
          <a:xfrm>
            <a:off x="3460133" y="6068274"/>
            <a:ext cx="621640" cy="669775"/>
            <a:chOff x="3656357" y="6507685"/>
            <a:chExt cx="621640" cy="669775"/>
          </a:xfrm>
        </p:grpSpPr>
        <p:sp>
          <p:nvSpPr>
            <p:cNvPr id="598" name="矩形 1174">
              <a:extLst>
                <a:ext uri="{FF2B5EF4-FFF2-40B4-BE49-F238E27FC236}">
                  <a16:creationId xmlns:a16="http://schemas.microsoft.com/office/drawing/2014/main" id="{2C73A039-57CE-A483-8347-742AC622A14C}"/>
                </a:ext>
              </a:extLst>
            </p:cNvPr>
            <p:cNvSpPr/>
            <p:nvPr/>
          </p:nvSpPr>
          <p:spPr>
            <a:xfrm rot="10800000">
              <a:off x="3657805" y="7037952"/>
              <a:ext cx="618707" cy="139508"/>
            </a:xfrm>
            <a:custGeom>
              <a:avLst/>
              <a:gdLst>
                <a:gd name="connsiteX0" fmla="*/ 0 w 595706"/>
                <a:gd name="connsiteY0" fmla="*/ 0 h 92965"/>
                <a:gd name="connsiteX1" fmla="*/ 595706 w 595706"/>
                <a:gd name="connsiteY1" fmla="*/ 0 h 92965"/>
                <a:gd name="connsiteX2" fmla="*/ 595706 w 595706"/>
                <a:gd name="connsiteY2" fmla="*/ 92965 h 92965"/>
                <a:gd name="connsiteX3" fmla="*/ 0 w 595706"/>
                <a:gd name="connsiteY3" fmla="*/ 92965 h 92965"/>
                <a:gd name="connsiteX4" fmla="*/ 0 w 595706"/>
                <a:gd name="connsiteY4" fmla="*/ 0 h 92965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131 w 595837"/>
                <a:gd name="connsiteY0" fmla="*/ 0 h 148754"/>
                <a:gd name="connsiteX1" fmla="*/ 595837 w 595837"/>
                <a:gd name="connsiteY1" fmla="*/ 0 h 148754"/>
                <a:gd name="connsiteX2" fmla="*/ 595837 w 595837"/>
                <a:gd name="connsiteY2" fmla="*/ 92965 h 148754"/>
                <a:gd name="connsiteX3" fmla="*/ 131 w 595837"/>
                <a:gd name="connsiteY3" fmla="*/ 148754 h 148754"/>
                <a:gd name="connsiteX4" fmla="*/ 131 w 595837"/>
                <a:gd name="connsiteY4" fmla="*/ 0 h 148754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56571"/>
                <a:gd name="connsiteX1" fmla="*/ 595837 w 595837"/>
                <a:gd name="connsiteY1" fmla="*/ 0 h 156571"/>
                <a:gd name="connsiteX2" fmla="*/ 594316 w 595837"/>
                <a:gd name="connsiteY2" fmla="*/ 141984 h 156571"/>
                <a:gd name="connsiteX3" fmla="*/ 131 w 595837"/>
                <a:gd name="connsiteY3" fmla="*/ 140590 h 156571"/>
                <a:gd name="connsiteX4" fmla="*/ 131 w 595837"/>
                <a:gd name="connsiteY4" fmla="*/ 0 h 156571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0 w 600949"/>
                <a:gd name="connsiteY0" fmla="*/ 0 h 271309"/>
                <a:gd name="connsiteX1" fmla="*/ 600949 w 600949"/>
                <a:gd name="connsiteY1" fmla="*/ 0 h 271309"/>
                <a:gd name="connsiteX2" fmla="*/ 599428 w 600949"/>
                <a:gd name="connsiteY2" fmla="*/ 141984 h 271309"/>
                <a:gd name="connsiteX3" fmla="*/ 3722 w 600949"/>
                <a:gd name="connsiteY3" fmla="*/ 271309 h 271309"/>
                <a:gd name="connsiteX4" fmla="*/ 0 w 600949"/>
                <a:gd name="connsiteY4" fmla="*/ 0 h 271309"/>
                <a:gd name="connsiteX0" fmla="*/ 0 w 599639"/>
                <a:gd name="connsiteY0" fmla="*/ 0 h 271309"/>
                <a:gd name="connsiteX1" fmla="*/ 599639 w 599639"/>
                <a:gd name="connsiteY1" fmla="*/ 0 h 271309"/>
                <a:gd name="connsiteX2" fmla="*/ 599428 w 599639"/>
                <a:gd name="connsiteY2" fmla="*/ 141984 h 271309"/>
                <a:gd name="connsiteX3" fmla="*/ 3722 w 599639"/>
                <a:gd name="connsiteY3" fmla="*/ 271309 h 271309"/>
                <a:gd name="connsiteX4" fmla="*/ 0 w 599639"/>
                <a:gd name="connsiteY4" fmla="*/ 0 h 271309"/>
                <a:gd name="connsiteX0" fmla="*/ 0 w 597018"/>
                <a:gd name="connsiteY0" fmla="*/ 0 h 271309"/>
                <a:gd name="connsiteX1" fmla="*/ 597018 w 597018"/>
                <a:gd name="connsiteY1" fmla="*/ 0 h 271309"/>
                <a:gd name="connsiteX2" fmla="*/ 596807 w 597018"/>
                <a:gd name="connsiteY2" fmla="*/ 141984 h 271309"/>
                <a:gd name="connsiteX3" fmla="*/ 1101 w 597018"/>
                <a:gd name="connsiteY3" fmla="*/ 271309 h 271309"/>
                <a:gd name="connsiteX4" fmla="*/ 0 w 597018"/>
                <a:gd name="connsiteY4" fmla="*/ 0 h 271309"/>
                <a:gd name="connsiteX0" fmla="*/ 0 w 596807"/>
                <a:gd name="connsiteY0" fmla="*/ 0 h 271309"/>
                <a:gd name="connsiteX1" fmla="*/ 591775 w 596807"/>
                <a:gd name="connsiteY1" fmla="*/ 0 h 271309"/>
                <a:gd name="connsiteX2" fmla="*/ 596807 w 596807"/>
                <a:gd name="connsiteY2" fmla="*/ 141984 h 271309"/>
                <a:gd name="connsiteX3" fmla="*/ 1101 w 596807"/>
                <a:gd name="connsiteY3" fmla="*/ 271309 h 271309"/>
                <a:gd name="connsiteX4" fmla="*/ 0 w 596807"/>
                <a:gd name="connsiteY4" fmla="*/ 0 h 271309"/>
                <a:gd name="connsiteX0" fmla="*/ 0 w 596807"/>
                <a:gd name="connsiteY0" fmla="*/ 0 h 271309"/>
                <a:gd name="connsiteX1" fmla="*/ 595708 w 596807"/>
                <a:gd name="connsiteY1" fmla="*/ 0 h 271309"/>
                <a:gd name="connsiteX2" fmla="*/ 596807 w 596807"/>
                <a:gd name="connsiteY2" fmla="*/ 141984 h 271309"/>
                <a:gd name="connsiteX3" fmla="*/ 1101 w 596807"/>
                <a:gd name="connsiteY3" fmla="*/ 271309 h 271309"/>
                <a:gd name="connsiteX4" fmla="*/ 0 w 596807"/>
                <a:gd name="connsiteY4" fmla="*/ 0 h 271309"/>
                <a:gd name="connsiteX0" fmla="*/ 0 w 595708"/>
                <a:gd name="connsiteY0" fmla="*/ 0 h 271309"/>
                <a:gd name="connsiteX1" fmla="*/ 595708 w 595708"/>
                <a:gd name="connsiteY1" fmla="*/ 0 h 271309"/>
                <a:gd name="connsiteX2" fmla="*/ 594186 w 595708"/>
                <a:gd name="connsiteY2" fmla="*/ 141985 h 271309"/>
                <a:gd name="connsiteX3" fmla="*/ 1101 w 595708"/>
                <a:gd name="connsiteY3" fmla="*/ 271309 h 271309"/>
                <a:gd name="connsiteX4" fmla="*/ 0 w 595708"/>
                <a:gd name="connsiteY4" fmla="*/ 0 h 271309"/>
                <a:gd name="connsiteX0" fmla="*/ 0 w 596439"/>
                <a:gd name="connsiteY0" fmla="*/ 109083 h 380392"/>
                <a:gd name="connsiteX1" fmla="*/ 595708 w 596439"/>
                <a:gd name="connsiteY1" fmla="*/ 109083 h 380392"/>
                <a:gd name="connsiteX2" fmla="*/ 594186 w 596439"/>
                <a:gd name="connsiteY2" fmla="*/ 251068 h 380392"/>
                <a:gd name="connsiteX3" fmla="*/ 1101 w 596439"/>
                <a:gd name="connsiteY3" fmla="*/ 380392 h 380392"/>
                <a:gd name="connsiteX4" fmla="*/ 0 w 596439"/>
                <a:gd name="connsiteY4" fmla="*/ 109083 h 380392"/>
                <a:gd name="connsiteX0" fmla="*/ 0 w 595708"/>
                <a:gd name="connsiteY0" fmla="*/ 0 h 271309"/>
                <a:gd name="connsiteX1" fmla="*/ 595708 w 595708"/>
                <a:gd name="connsiteY1" fmla="*/ 0 h 271309"/>
                <a:gd name="connsiteX2" fmla="*/ 594186 w 595708"/>
                <a:gd name="connsiteY2" fmla="*/ 141985 h 271309"/>
                <a:gd name="connsiteX3" fmla="*/ 1101 w 595708"/>
                <a:gd name="connsiteY3" fmla="*/ 271309 h 271309"/>
                <a:gd name="connsiteX4" fmla="*/ 0 w 595708"/>
                <a:gd name="connsiteY4" fmla="*/ 0 h 271309"/>
                <a:gd name="connsiteX0" fmla="*/ 0 w 596808"/>
                <a:gd name="connsiteY0" fmla="*/ 0 h 271309"/>
                <a:gd name="connsiteX1" fmla="*/ 595708 w 596808"/>
                <a:gd name="connsiteY1" fmla="*/ 0 h 271309"/>
                <a:gd name="connsiteX2" fmla="*/ 596808 w 596808"/>
                <a:gd name="connsiteY2" fmla="*/ 141985 h 271309"/>
                <a:gd name="connsiteX3" fmla="*/ 1101 w 596808"/>
                <a:gd name="connsiteY3" fmla="*/ 271309 h 271309"/>
                <a:gd name="connsiteX4" fmla="*/ 0 w 596808"/>
                <a:gd name="connsiteY4" fmla="*/ 0 h 271309"/>
                <a:gd name="connsiteX0" fmla="*/ 0 w 596808"/>
                <a:gd name="connsiteY0" fmla="*/ 0 h 271309"/>
                <a:gd name="connsiteX1" fmla="*/ 595708 w 596808"/>
                <a:gd name="connsiteY1" fmla="*/ 0 h 271309"/>
                <a:gd name="connsiteX2" fmla="*/ 596808 w 596808"/>
                <a:gd name="connsiteY2" fmla="*/ 141985 h 271309"/>
                <a:gd name="connsiteX3" fmla="*/ 1101 w 596808"/>
                <a:gd name="connsiteY3" fmla="*/ 271309 h 271309"/>
                <a:gd name="connsiteX4" fmla="*/ 0 w 596808"/>
                <a:gd name="connsiteY4" fmla="*/ 0 h 271309"/>
                <a:gd name="connsiteX0" fmla="*/ 0 w 596808"/>
                <a:gd name="connsiteY0" fmla="*/ 0 h 271309"/>
                <a:gd name="connsiteX1" fmla="*/ 595708 w 596808"/>
                <a:gd name="connsiteY1" fmla="*/ 0 h 271309"/>
                <a:gd name="connsiteX2" fmla="*/ 596808 w 596808"/>
                <a:gd name="connsiteY2" fmla="*/ 141985 h 271309"/>
                <a:gd name="connsiteX3" fmla="*/ 1101 w 596808"/>
                <a:gd name="connsiteY3" fmla="*/ 271309 h 271309"/>
                <a:gd name="connsiteX4" fmla="*/ 0 w 596808"/>
                <a:gd name="connsiteY4" fmla="*/ 0 h 271309"/>
                <a:gd name="connsiteX0" fmla="*/ 0 w 595708"/>
                <a:gd name="connsiteY0" fmla="*/ 0 h 271309"/>
                <a:gd name="connsiteX1" fmla="*/ 595708 w 595708"/>
                <a:gd name="connsiteY1" fmla="*/ 0 h 271309"/>
                <a:gd name="connsiteX2" fmla="*/ 594186 w 595708"/>
                <a:gd name="connsiteY2" fmla="*/ 141985 h 271309"/>
                <a:gd name="connsiteX3" fmla="*/ 1101 w 595708"/>
                <a:gd name="connsiteY3" fmla="*/ 271309 h 271309"/>
                <a:gd name="connsiteX4" fmla="*/ 0 w 595708"/>
                <a:gd name="connsiteY4" fmla="*/ 0 h 271309"/>
                <a:gd name="connsiteX0" fmla="*/ 0 w 595708"/>
                <a:gd name="connsiteY0" fmla="*/ 0 h 271309"/>
                <a:gd name="connsiteX1" fmla="*/ 595708 w 595708"/>
                <a:gd name="connsiteY1" fmla="*/ 0 h 271309"/>
                <a:gd name="connsiteX2" fmla="*/ 594186 w 595708"/>
                <a:gd name="connsiteY2" fmla="*/ 141985 h 271309"/>
                <a:gd name="connsiteX3" fmla="*/ 1101 w 595708"/>
                <a:gd name="connsiteY3" fmla="*/ 271309 h 271309"/>
                <a:gd name="connsiteX4" fmla="*/ 0 w 595708"/>
                <a:gd name="connsiteY4" fmla="*/ 0 h 271309"/>
                <a:gd name="connsiteX0" fmla="*/ 0 w 595936"/>
                <a:gd name="connsiteY0" fmla="*/ 0 h 271309"/>
                <a:gd name="connsiteX1" fmla="*/ 595708 w 595936"/>
                <a:gd name="connsiteY1" fmla="*/ 0 h 271309"/>
                <a:gd name="connsiteX2" fmla="*/ 594186 w 595936"/>
                <a:gd name="connsiteY2" fmla="*/ 141985 h 271309"/>
                <a:gd name="connsiteX3" fmla="*/ 1101 w 595936"/>
                <a:gd name="connsiteY3" fmla="*/ 271309 h 271309"/>
                <a:gd name="connsiteX4" fmla="*/ 0 w 595936"/>
                <a:gd name="connsiteY4" fmla="*/ 0 h 271309"/>
                <a:gd name="connsiteX0" fmla="*/ 319 w 596255"/>
                <a:gd name="connsiteY0" fmla="*/ 0 h 271309"/>
                <a:gd name="connsiteX1" fmla="*/ 596027 w 596255"/>
                <a:gd name="connsiteY1" fmla="*/ 0 h 271309"/>
                <a:gd name="connsiteX2" fmla="*/ 594505 w 596255"/>
                <a:gd name="connsiteY2" fmla="*/ 141985 h 271309"/>
                <a:gd name="connsiteX3" fmla="*/ 110 w 596255"/>
                <a:gd name="connsiteY3" fmla="*/ 271309 h 271309"/>
                <a:gd name="connsiteX4" fmla="*/ 319 w 596255"/>
                <a:gd name="connsiteY4" fmla="*/ 0 h 271309"/>
                <a:gd name="connsiteX0" fmla="*/ 0 w 595936"/>
                <a:gd name="connsiteY0" fmla="*/ 0 h 271309"/>
                <a:gd name="connsiteX1" fmla="*/ 595708 w 595936"/>
                <a:gd name="connsiteY1" fmla="*/ 0 h 271309"/>
                <a:gd name="connsiteX2" fmla="*/ 594186 w 595936"/>
                <a:gd name="connsiteY2" fmla="*/ 141985 h 271309"/>
                <a:gd name="connsiteX3" fmla="*/ 1101 w 595936"/>
                <a:gd name="connsiteY3" fmla="*/ 271309 h 271309"/>
                <a:gd name="connsiteX4" fmla="*/ 0 w 595936"/>
                <a:gd name="connsiteY4" fmla="*/ 0 h 271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5936" h="271309">
                  <a:moveTo>
                    <a:pt x="0" y="0"/>
                  </a:moveTo>
                  <a:lnTo>
                    <a:pt x="595708" y="0"/>
                  </a:lnTo>
                  <a:cubicBezTo>
                    <a:pt x="595708" y="30988"/>
                    <a:pt x="596806" y="39550"/>
                    <a:pt x="594186" y="141985"/>
                  </a:cubicBezTo>
                  <a:cubicBezTo>
                    <a:pt x="404809" y="352086"/>
                    <a:pt x="341643" y="22672"/>
                    <a:pt x="1101" y="271309"/>
                  </a:cubicBezTo>
                  <a:cubicBezTo>
                    <a:pt x="647" y="226260"/>
                    <a:pt x="454" y="45049"/>
                    <a:pt x="0" y="0"/>
                  </a:cubicBez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599" name="组合 598">
              <a:extLst>
                <a:ext uri="{FF2B5EF4-FFF2-40B4-BE49-F238E27FC236}">
                  <a16:creationId xmlns:a16="http://schemas.microsoft.com/office/drawing/2014/main" id="{886584A2-8F14-0343-BBB5-66400C61BE8D}"/>
                </a:ext>
              </a:extLst>
            </p:cNvPr>
            <p:cNvGrpSpPr/>
            <p:nvPr/>
          </p:nvGrpSpPr>
          <p:grpSpPr>
            <a:xfrm>
              <a:off x="3656357" y="6507685"/>
              <a:ext cx="621640" cy="663817"/>
              <a:chOff x="3656357" y="6507685"/>
              <a:chExt cx="621640" cy="663817"/>
            </a:xfrm>
          </p:grpSpPr>
          <p:sp>
            <p:nvSpPr>
              <p:cNvPr id="600" name="矩形 599">
                <a:extLst>
                  <a:ext uri="{FF2B5EF4-FFF2-40B4-BE49-F238E27FC236}">
                    <a16:creationId xmlns:a16="http://schemas.microsoft.com/office/drawing/2014/main" id="{2F6AB136-4DF9-AA70-40CA-8EDCA4A1FE98}"/>
                  </a:ext>
                </a:extLst>
              </p:cNvPr>
              <p:cNvSpPr/>
              <p:nvPr/>
            </p:nvSpPr>
            <p:spPr>
              <a:xfrm>
                <a:off x="3656465" y="6640950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01" name="矩形 600">
                <a:extLst>
                  <a:ext uri="{FF2B5EF4-FFF2-40B4-BE49-F238E27FC236}">
                    <a16:creationId xmlns:a16="http://schemas.microsoft.com/office/drawing/2014/main" id="{C982E763-E1FC-89BD-FB27-F448F1BC94EB}"/>
                  </a:ext>
                </a:extLst>
              </p:cNvPr>
              <p:cNvSpPr/>
              <p:nvPr/>
            </p:nvSpPr>
            <p:spPr>
              <a:xfrm>
                <a:off x="3811875" y="6640950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02" name="矩形 601">
                <a:extLst>
                  <a:ext uri="{FF2B5EF4-FFF2-40B4-BE49-F238E27FC236}">
                    <a16:creationId xmlns:a16="http://schemas.microsoft.com/office/drawing/2014/main" id="{892005E8-9890-7EEE-DF73-CF2E818B6F00}"/>
                  </a:ext>
                </a:extLst>
              </p:cNvPr>
              <p:cNvSpPr/>
              <p:nvPr/>
            </p:nvSpPr>
            <p:spPr>
              <a:xfrm>
                <a:off x="3967285" y="6640950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03" name="矩形 602">
                <a:extLst>
                  <a:ext uri="{FF2B5EF4-FFF2-40B4-BE49-F238E27FC236}">
                    <a16:creationId xmlns:a16="http://schemas.microsoft.com/office/drawing/2014/main" id="{61A23AB9-1225-584B-F902-9B329100B108}"/>
                  </a:ext>
                </a:extLst>
              </p:cNvPr>
              <p:cNvSpPr/>
              <p:nvPr/>
            </p:nvSpPr>
            <p:spPr>
              <a:xfrm>
                <a:off x="4122695" y="6640950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04" name="矩形 603">
                <a:extLst>
                  <a:ext uri="{FF2B5EF4-FFF2-40B4-BE49-F238E27FC236}">
                    <a16:creationId xmlns:a16="http://schemas.microsoft.com/office/drawing/2014/main" id="{B2BB2A90-9AC8-D6F5-61F6-B9FE661445A1}"/>
                  </a:ext>
                </a:extLst>
              </p:cNvPr>
              <p:cNvSpPr/>
              <p:nvPr/>
            </p:nvSpPr>
            <p:spPr>
              <a:xfrm>
                <a:off x="3656465" y="6773574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05" name="矩形 604">
                <a:extLst>
                  <a:ext uri="{FF2B5EF4-FFF2-40B4-BE49-F238E27FC236}">
                    <a16:creationId xmlns:a16="http://schemas.microsoft.com/office/drawing/2014/main" id="{97399F19-77FD-4D0C-89BD-177D20715424}"/>
                  </a:ext>
                </a:extLst>
              </p:cNvPr>
              <p:cNvSpPr/>
              <p:nvPr/>
            </p:nvSpPr>
            <p:spPr>
              <a:xfrm>
                <a:off x="3811875" y="6773574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06" name="矩形 605">
                <a:extLst>
                  <a:ext uri="{FF2B5EF4-FFF2-40B4-BE49-F238E27FC236}">
                    <a16:creationId xmlns:a16="http://schemas.microsoft.com/office/drawing/2014/main" id="{B3745597-7EEE-5B6E-8368-905AA95F54B2}"/>
                  </a:ext>
                </a:extLst>
              </p:cNvPr>
              <p:cNvSpPr/>
              <p:nvPr/>
            </p:nvSpPr>
            <p:spPr>
              <a:xfrm>
                <a:off x="3967285" y="6773574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07" name="矩形 606">
                <a:extLst>
                  <a:ext uri="{FF2B5EF4-FFF2-40B4-BE49-F238E27FC236}">
                    <a16:creationId xmlns:a16="http://schemas.microsoft.com/office/drawing/2014/main" id="{8AD8ADEC-A240-398B-E5E0-3602D92F07E1}"/>
                  </a:ext>
                </a:extLst>
              </p:cNvPr>
              <p:cNvSpPr/>
              <p:nvPr/>
            </p:nvSpPr>
            <p:spPr>
              <a:xfrm>
                <a:off x="4122695" y="6773574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08" name="矩形 607">
                <a:extLst>
                  <a:ext uri="{FF2B5EF4-FFF2-40B4-BE49-F238E27FC236}">
                    <a16:creationId xmlns:a16="http://schemas.microsoft.com/office/drawing/2014/main" id="{7FDACAFC-F9A5-AAD7-00BA-680264C4398C}"/>
                  </a:ext>
                </a:extLst>
              </p:cNvPr>
              <p:cNvSpPr/>
              <p:nvPr/>
            </p:nvSpPr>
            <p:spPr>
              <a:xfrm>
                <a:off x="3656357" y="690625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09" name="矩形 608">
                <a:extLst>
                  <a:ext uri="{FF2B5EF4-FFF2-40B4-BE49-F238E27FC236}">
                    <a16:creationId xmlns:a16="http://schemas.microsoft.com/office/drawing/2014/main" id="{7FD77AC2-55D6-267D-FC85-C0386F52E383}"/>
                  </a:ext>
                </a:extLst>
              </p:cNvPr>
              <p:cNvSpPr/>
              <p:nvPr/>
            </p:nvSpPr>
            <p:spPr>
              <a:xfrm>
                <a:off x="3811767" y="690625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0" name="矩形 609">
                <a:extLst>
                  <a:ext uri="{FF2B5EF4-FFF2-40B4-BE49-F238E27FC236}">
                    <a16:creationId xmlns:a16="http://schemas.microsoft.com/office/drawing/2014/main" id="{2F4429C3-A915-E5A9-AE97-B6B6310F3B74}"/>
                  </a:ext>
                </a:extLst>
              </p:cNvPr>
              <p:cNvSpPr/>
              <p:nvPr/>
            </p:nvSpPr>
            <p:spPr>
              <a:xfrm>
                <a:off x="3967177" y="690625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1" name="矩形 610">
                <a:extLst>
                  <a:ext uri="{FF2B5EF4-FFF2-40B4-BE49-F238E27FC236}">
                    <a16:creationId xmlns:a16="http://schemas.microsoft.com/office/drawing/2014/main" id="{8603E164-2A0F-0F94-7C6F-E575B286D3A4}"/>
                  </a:ext>
                </a:extLst>
              </p:cNvPr>
              <p:cNvSpPr/>
              <p:nvPr/>
            </p:nvSpPr>
            <p:spPr>
              <a:xfrm>
                <a:off x="4122587" y="690625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2" name="矩形 611">
                <a:extLst>
                  <a:ext uri="{FF2B5EF4-FFF2-40B4-BE49-F238E27FC236}">
                    <a16:creationId xmlns:a16="http://schemas.microsoft.com/office/drawing/2014/main" id="{1BC2E19B-DAAF-F176-5CD9-564B33518FB3}"/>
                  </a:ext>
                </a:extLst>
              </p:cNvPr>
              <p:cNvSpPr/>
              <p:nvPr/>
            </p:nvSpPr>
            <p:spPr>
              <a:xfrm>
                <a:off x="3656357" y="7038879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3" name="矩形 612">
                <a:extLst>
                  <a:ext uri="{FF2B5EF4-FFF2-40B4-BE49-F238E27FC236}">
                    <a16:creationId xmlns:a16="http://schemas.microsoft.com/office/drawing/2014/main" id="{9ACDC26D-3623-8362-B0F8-52BF01ACA767}"/>
                  </a:ext>
                </a:extLst>
              </p:cNvPr>
              <p:cNvSpPr/>
              <p:nvPr/>
            </p:nvSpPr>
            <p:spPr>
              <a:xfrm>
                <a:off x="3811767" y="7038879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4" name="矩形 613">
                <a:extLst>
                  <a:ext uri="{FF2B5EF4-FFF2-40B4-BE49-F238E27FC236}">
                    <a16:creationId xmlns:a16="http://schemas.microsoft.com/office/drawing/2014/main" id="{4AF5F51E-45D8-D058-0507-B6143893702C}"/>
                  </a:ext>
                </a:extLst>
              </p:cNvPr>
              <p:cNvSpPr/>
              <p:nvPr/>
            </p:nvSpPr>
            <p:spPr>
              <a:xfrm>
                <a:off x="3967177" y="7038879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5" name="矩形 614">
                <a:extLst>
                  <a:ext uri="{FF2B5EF4-FFF2-40B4-BE49-F238E27FC236}">
                    <a16:creationId xmlns:a16="http://schemas.microsoft.com/office/drawing/2014/main" id="{87DE4D0D-7583-AC0C-B789-27A568D23CDF}"/>
                  </a:ext>
                </a:extLst>
              </p:cNvPr>
              <p:cNvSpPr/>
              <p:nvPr/>
            </p:nvSpPr>
            <p:spPr>
              <a:xfrm>
                <a:off x="4122587" y="7038879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6" name="矩形 615">
                <a:extLst>
                  <a:ext uri="{FF2B5EF4-FFF2-40B4-BE49-F238E27FC236}">
                    <a16:creationId xmlns:a16="http://schemas.microsoft.com/office/drawing/2014/main" id="{24C4F8F9-5418-C8F6-71E3-7606319331C5}"/>
                  </a:ext>
                </a:extLst>
              </p:cNvPr>
              <p:cNvSpPr/>
              <p:nvPr/>
            </p:nvSpPr>
            <p:spPr>
              <a:xfrm>
                <a:off x="3656357" y="650768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7" name="矩形 616">
                <a:extLst>
                  <a:ext uri="{FF2B5EF4-FFF2-40B4-BE49-F238E27FC236}">
                    <a16:creationId xmlns:a16="http://schemas.microsoft.com/office/drawing/2014/main" id="{22A8450A-9A05-1780-BE46-D9B2B0DE9DC7}"/>
                  </a:ext>
                </a:extLst>
              </p:cNvPr>
              <p:cNvSpPr/>
              <p:nvPr/>
            </p:nvSpPr>
            <p:spPr>
              <a:xfrm>
                <a:off x="3811767" y="650768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8" name="矩形 617">
                <a:extLst>
                  <a:ext uri="{FF2B5EF4-FFF2-40B4-BE49-F238E27FC236}">
                    <a16:creationId xmlns:a16="http://schemas.microsoft.com/office/drawing/2014/main" id="{F7796BBB-1D48-96B4-B8AE-FFD73B3832BD}"/>
                  </a:ext>
                </a:extLst>
              </p:cNvPr>
              <p:cNvSpPr/>
              <p:nvPr/>
            </p:nvSpPr>
            <p:spPr>
              <a:xfrm>
                <a:off x="3967177" y="650768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9" name="矩形 618">
                <a:extLst>
                  <a:ext uri="{FF2B5EF4-FFF2-40B4-BE49-F238E27FC236}">
                    <a16:creationId xmlns:a16="http://schemas.microsoft.com/office/drawing/2014/main" id="{A70362E8-F65D-0FC6-A927-56EE86569818}"/>
                  </a:ext>
                </a:extLst>
              </p:cNvPr>
              <p:cNvSpPr/>
              <p:nvPr/>
            </p:nvSpPr>
            <p:spPr>
              <a:xfrm>
                <a:off x="4122587" y="650768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779" name="组合 778">
            <a:extLst>
              <a:ext uri="{FF2B5EF4-FFF2-40B4-BE49-F238E27FC236}">
                <a16:creationId xmlns:a16="http://schemas.microsoft.com/office/drawing/2014/main" id="{AC900855-69EC-7D36-A03A-013E1B064C62}"/>
              </a:ext>
            </a:extLst>
          </p:cNvPr>
          <p:cNvGrpSpPr/>
          <p:nvPr/>
        </p:nvGrpSpPr>
        <p:grpSpPr>
          <a:xfrm>
            <a:off x="4623775" y="6074232"/>
            <a:ext cx="621640" cy="663817"/>
            <a:chOff x="4341455" y="6517035"/>
            <a:chExt cx="621640" cy="663817"/>
          </a:xfrm>
        </p:grpSpPr>
        <p:sp>
          <p:nvSpPr>
            <p:cNvPr id="780" name="矩形 1174">
              <a:extLst>
                <a:ext uri="{FF2B5EF4-FFF2-40B4-BE49-F238E27FC236}">
                  <a16:creationId xmlns:a16="http://schemas.microsoft.com/office/drawing/2014/main" id="{0498E65D-32FE-9D0B-DB90-613DBE3457EA}"/>
                </a:ext>
              </a:extLst>
            </p:cNvPr>
            <p:cNvSpPr/>
            <p:nvPr/>
          </p:nvSpPr>
          <p:spPr>
            <a:xfrm rot="10800000">
              <a:off x="4342830" y="6886022"/>
              <a:ext cx="618706" cy="226680"/>
            </a:xfrm>
            <a:custGeom>
              <a:avLst/>
              <a:gdLst>
                <a:gd name="connsiteX0" fmla="*/ 0 w 595706"/>
                <a:gd name="connsiteY0" fmla="*/ 0 h 92965"/>
                <a:gd name="connsiteX1" fmla="*/ 595706 w 595706"/>
                <a:gd name="connsiteY1" fmla="*/ 0 h 92965"/>
                <a:gd name="connsiteX2" fmla="*/ 595706 w 595706"/>
                <a:gd name="connsiteY2" fmla="*/ 92965 h 92965"/>
                <a:gd name="connsiteX3" fmla="*/ 0 w 595706"/>
                <a:gd name="connsiteY3" fmla="*/ 92965 h 92965"/>
                <a:gd name="connsiteX4" fmla="*/ 0 w 595706"/>
                <a:gd name="connsiteY4" fmla="*/ 0 h 92965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1422 w 594406"/>
                <a:gd name="connsiteY0" fmla="*/ 21376 h 135147"/>
                <a:gd name="connsiteX1" fmla="*/ 594406 w 594406"/>
                <a:gd name="connsiteY1" fmla="*/ 0 h 135147"/>
                <a:gd name="connsiteX2" fmla="*/ 594406 w 594406"/>
                <a:gd name="connsiteY2" fmla="*/ 92965 h 135147"/>
                <a:gd name="connsiteX3" fmla="*/ 61 w 594406"/>
                <a:gd name="connsiteY3" fmla="*/ 135147 h 135147"/>
                <a:gd name="connsiteX4" fmla="*/ 1422 w 594406"/>
                <a:gd name="connsiteY4" fmla="*/ 21376 h 135147"/>
                <a:gd name="connsiteX0" fmla="*/ 1422 w 594406"/>
                <a:gd name="connsiteY0" fmla="*/ 15599 h 135147"/>
                <a:gd name="connsiteX1" fmla="*/ 594406 w 594406"/>
                <a:gd name="connsiteY1" fmla="*/ 0 h 135147"/>
                <a:gd name="connsiteX2" fmla="*/ 594406 w 594406"/>
                <a:gd name="connsiteY2" fmla="*/ 92965 h 135147"/>
                <a:gd name="connsiteX3" fmla="*/ 61 w 594406"/>
                <a:gd name="connsiteY3" fmla="*/ 135147 h 135147"/>
                <a:gd name="connsiteX4" fmla="*/ 1422 w 594406"/>
                <a:gd name="connsiteY4" fmla="*/ 15599 h 135147"/>
                <a:gd name="connsiteX0" fmla="*/ 131 w 594476"/>
                <a:gd name="connsiteY0" fmla="*/ 4622 h 135147"/>
                <a:gd name="connsiteX1" fmla="*/ 594476 w 594476"/>
                <a:gd name="connsiteY1" fmla="*/ 0 h 135147"/>
                <a:gd name="connsiteX2" fmla="*/ 594476 w 594476"/>
                <a:gd name="connsiteY2" fmla="*/ 92965 h 135147"/>
                <a:gd name="connsiteX3" fmla="*/ 131 w 594476"/>
                <a:gd name="connsiteY3" fmla="*/ 135147 h 135147"/>
                <a:gd name="connsiteX4" fmla="*/ 131 w 594476"/>
                <a:gd name="connsiteY4" fmla="*/ 4622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22423 h 139660"/>
                <a:gd name="connsiteX1" fmla="*/ 595706 w 595706"/>
                <a:gd name="connsiteY1" fmla="*/ 4513 h 139660"/>
                <a:gd name="connsiteX2" fmla="*/ 595706 w 595706"/>
                <a:gd name="connsiteY2" fmla="*/ 97478 h 139660"/>
                <a:gd name="connsiteX3" fmla="*/ 1361 w 595706"/>
                <a:gd name="connsiteY3" fmla="*/ 139660 h 139660"/>
                <a:gd name="connsiteX4" fmla="*/ 0 w 595706"/>
                <a:gd name="connsiteY4" fmla="*/ 22423 h 139660"/>
                <a:gd name="connsiteX0" fmla="*/ 0 w 595706"/>
                <a:gd name="connsiteY0" fmla="*/ 26413 h 143650"/>
                <a:gd name="connsiteX1" fmla="*/ 595706 w 595706"/>
                <a:gd name="connsiteY1" fmla="*/ 8503 h 143650"/>
                <a:gd name="connsiteX2" fmla="*/ 595706 w 595706"/>
                <a:gd name="connsiteY2" fmla="*/ 101468 h 143650"/>
                <a:gd name="connsiteX3" fmla="*/ 1361 w 595706"/>
                <a:gd name="connsiteY3" fmla="*/ 143650 h 143650"/>
                <a:gd name="connsiteX4" fmla="*/ 0 w 595706"/>
                <a:gd name="connsiteY4" fmla="*/ 26413 h 143650"/>
                <a:gd name="connsiteX0" fmla="*/ 0 w 595706"/>
                <a:gd name="connsiteY0" fmla="*/ 21286 h 138523"/>
                <a:gd name="connsiteX1" fmla="*/ 595706 w 595706"/>
                <a:gd name="connsiteY1" fmla="*/ 3376 h 138523"/>
                <a:gd name="connsiteX2" fmla="*/ 595706 w 595706"/>
                <a:gd name="connsiteY2" fmla="*/ 96341 h 138523"/>
                <a:gd name="connsiteX3" fmla="*/ 1361 w 595706"/>
                <a:gd name="connsiteY3" fmla="*/ 138523 h 138523"/>
                <a:gd name="connsiteX4" fmla="*/ 0 w 595706"/>
                <a:gd name="connsiteY4" fmla="*/ 21286 h 138523"/>
                <a:gd name="connsiteX0" fmla="*/ 0 w 595706"/>
                <a:gd name="connsiteY0" fmla="*/ 22534 h 139771"/>
                <a:gd name="connsiteX1" fmla="*/ 595706 w 595706"/>
                <a:gd name="connsiteY1" fmla="*/ 4624 h 139771"/>
                <a:gd name="connsiteX2" fmla="*/ 595706 w 595706"/>
                <a:gd name="connsiteY2" fmla="*/ 97589 h 139771"/>
                <a:gd name="connsiteX3" fmla="*/ 1361 w 595706"/>
                <a:gd name="connsiteY3" fmla="*/ 139771 h 139771"/>
                <a:gd name="connsiteX4" fmla="*/ 0 w 595706"/>
                <a:gd name="connsiteY4" fmla="*/ 22534 h 139771"/>
                <a:gd name="connsiteX0" fmla="*/ 0 w 595706"/>
                <a:gd name="connsiteY0" fmla="*/ 23494 h 140731"/>
                <a:gd name="connsiteX1" fmla="*/ 595706 w 595706"/>
                <a:gd name="connsiteY1" fmla="*/ 2118 h 140731"/>
                <a:gd name="connsiteX2" fmla="*/ 595706 w 595706"/>
                <a:gd name="connsiteY2" fmla="*/ 98549 h 140731"/>
                <a:gd name="connsiteX3" fmla="*/ 1361 w 595706"/>
                <a:gd name="connsiteY3" fmla="*/ 140731 h 140731"/>
                <a:gd name="connsiteX4" fmla="*/ 0 w 595706"/>
                <a:gd name="connsiteY4" fmla="*/ 23494 h 140731"/>
                <a:gd name="connsiteX0" fmla="*/ 0 w 595706"/>
                <a:gd name="connsiteY0" fmla="*/ 23494 h 140731"/>
                <a:gd name="connsiteX1" fmla="*/ 595706 w 595706"/>
                <a:gd name="connsiteY1" fmla="*/ 2118 h 140731"/>
                <a:gd name="connsiteX2" fmla="*/ 595706 w 595706"/>
                <a:gd name="connsiteY2" fmla="*/ 98549 h 140731"/>
                <a:gd name="connsiteX3" fmla="*/ 1361 w 595706"/>
                <a:gd name="connsiteY3" fmla="*/ 140731 h 140731"/>
                <a:gd name="connsiteX4" fmla="*/ 0 w 595706"/>
                <a:gd name="connsiteY4" fmla="*/ 23494 h 140731"/>
                <a:gd name="connsiteX0" fmla="*/ 0 w 595706"/>
                <a:gd name="connsiteY0" fmla="*/ 25030 h 142267"/>
                <a:gd name="connsiteX1" fmla="*/ 595706 w 595706"/>
                <a:gd name="connsiteY1" fmla="*/ 3654 h 142267"/>
                <a:gd name="connsiteX2" fmla="*/ 595706 w 595706"/>
                <a:gd name="connsiteY2" fmla="*/ 100085 h 142267"/>
                <a:gd name="connsiteX3" fmla="*/ 1361 w 595706"/>
                <a:gd name="connsiteY3" fmla="*/ 142267 h 142267"/>
                <a:gd name="connsiteX4" fmla="*/ 0 w 595706"/>
                <a:gd name="connsiteY4" fmla="*/ 25030 h 142267"/>
                <a:gd name="connsiteX0" fmla="*/ 0 w 595706"/>
                <a:gd name="connsiteY0" fmla="*/ 22091 h 139328"/>
                <a:gd name="connsiteX1" fmla="*/ 595706 w 595706"/>
                <a:gd name="connsiteY1" fmla="*/ 715 h 139328"/>
                <a:gd name="connsiteX2" fmla="*/ 595706 w 595706"/>
                <a:gd name="connsiteY2" fmla="*/ 97146 h 139328"/>
                <a:gd name="connsiteX3" fmla="*/ 1361 w 595706"/>
                <a:gd name="connsiteY3" fmla="*/ 139328 h 139328"/>
                <a:gd name="connsiteX4" fmla="*/ 0 w 595706"/>
                <a:gd name="connsiteY4" fmla="*/ 22091 h 139328"/>
                <a:gd name="connsiteX0" fmla="*/ 0 w 595706"/>
                <a:gd name="connsiteY0" fmla="*/ 23573 h 140810"/>
                <a:gd name="connsiteX1" fmla="*/ 595706 w 595706"/>
                <a:gd name="connsiteY1" fmla="*/ 2197 h 140810"/>
                <a:gd name="connsiteX2" fmla="*/ 595706 w 595706"/>
                <a:gd name="connsiteY2" fmla="*/ 98628 h 140810"/>
                <a:gd name="connsiteX3" fmla="*/ 1361 w 595706"/>
                <a:gd name="connsiteY3" fmla="*/ 140810 h 140810"/>
                <a:gd name="connsiteX4" fmla="*/ 0 w 595706"/>
                <a:gd name="connsiteY4" fmla="*/ 23573 h 140810"/>
                <a:gd name="connsiteX0" fmla="*/ 0 w 595706"/>
                <a:gd name="connsiteY0" fmla="*/ 21908 h 139145"/>
                <a:gd name="connsiteX1" fmla="*/ 595706 w 595706"/>
                <a:gd name="connsiteY1" fmla="*/ 532 h 139145"/>
                <a:gd name="connsiteX2" fmla="*/ 595706 w 595706"/>
                <a:gd name="connsiteY2" fmla="*/ 96963 h 139145"/>
                <a:gd name="connsiteX3" fmla="*/ 1361 w 595706"/>
                <a:gd name="connsiteY3" fmla="*/ 139145 h 139145"/>
                <a:gd name="connsiteX4" fmla="*/ 0 w 595706"/>
                <a:gd name="connsiteY4" fmla="*/ 21908 h 139145"/>
                <a:gd name="connsiteX0" fmla="*/ 0 w 595706"/>
                <a:gd name="connsiteY0" fmla="*/ 23863 h 141100"/>
                <a:gd name="connsiteX1" fmla="*/ 595706 w 595706"/>
                <a:gd name="connsiteY1" fmla="*/ 2487 h 141100"/>
                <a:gd name="connsiteX2" fmla="*/ 595706 w 595706"/>
                <a:gd name="connsiteY2" fmla="*/ 98918 h 141100"/>
                <a:gd name="connsiteX3" fmla="*/ 1361 w 595706"/>
                <a:gd name="connsiteY3" fmla="*/ 141100 h 141100"/>
                <a:gd name="connsiteX4" fmla="*/ 0 w 595706"/>
                <a:gd name="connsiteY4" fmla="*/ 23863 h 141100"/>
                <a:gd name="connsiteX0" fmla="*/ 0 w 595706"/>
                <a:gd name="connsiteY0" fmla="*/ 24472 h 141709"/>
                <a:gd name="connsiteX1" fmla="*/ 595706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0 w 595706"/>
                <a:gd name="connsiteY0" fmla="*/ 24267 h 141504"/>
                <a:gd name="connsiteX1" fmla="*/ 595706 w 595706"/>
                <a:gd name="connsiteY1" fmla="*/ 2891 h 141504"/>
                <a:gd name="connsiteX2" fmla="*/ 595706 w 595706"/>
                <a:gd name="connsiteY2" fmla="*/ 99322 h 141504"/>
                <a:gd name="connsiteX3" fmla="*/ 1361 w 595706"/>
                <a:gd name="connsiteY3" fmla="*/ 141504 h 141504"/>
                <a:gd name="connsiteX4" fmla="*/ 0 w 595706"/>
                <a:gd name="connsiteY4" fmla="*/ 24267 h 141504"/>
                <a:gd name="connsiteX0" fmla="*/ 0 w 595706"/>
                <a:gd name="connsiteY0" fmla="*/ 24472 h 141709"/>
                <a:gd name="connsiteX1" fmla="*/ 595706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0 w 595706"/>
                <a:gd name="connsiteY0" fmla="*/ 24472 h 141709"/>
                <a:gd name="connsiteX1" fmla="*/ 594353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124 w 595830"/>
                <a:gd name="connsiteY0" fmla="*/ 24472 h 141709"/>
                <a:gd name="connsiteX1" fmla="*/ 594477 w 595830"/>
                <a:gd name="connsiteY1" fmla="*/ 3096 h 141709"/>
                <a:gd name="connsiteX2" fmla="*/ 595830 w 595830"/>
                <a:gd name="connsiteY2" fmla="*/ 99527 h 141709"/>
                <a:gd name="connsiteX3" fmla="*/ 131 w 595830"/>
                <a:gd name="connsiteY3" fmla="*/ 141709 h 141709"/>
                <a:gd name="connsiteX4" fmla="*/ 124 w 595830"/>
                <a:gd name="connsiteY4" fmla="*/ 24472 h 141709"/>
                <a:gd name="connsiteX0" fmla="*/ 124 w 597179"/>
                <a:gd name="connsiteY0" fmla="*/ 25207 h 142444"/>
                <a:gd name="connsiteX1" fmla="*/ 597179 w 597179"/>
                <a:gd name="connsiteY1" fmla="*/ 481 h 142444"/>
                <a:gd name="connsiteX2" fmla="*/ 595830 w 597179"/>
                <a:gd name="connsiteY2" fmla="*/ 100262 h 142444"/>
                <a:gd name="connsiteX3" fmla="*/ 131 w 597179"/>
                <a:gd name="connsiteY3" fmla="*/ 142444 h 142444"/>
                <a:gd name="connsiteX4" fmla="*/ 124 w 597179"/>
                <a:gd name="connsiteY4" fmla="*/ 25207 h 142444"/>
                <a:gd name="connsiteX0" fmla="*/ 124 w 595889"/>
                <a:gd name="connsiteY0" fmla="*/ 25842 h 143079"/>
                <a:gd name="connsiteX1" fmla="*/ 594477 w 595889"/>
                <a:gd name="connsiteY1" fmla="*/ 0 h 143079"/>
                <a:gd name="connsiteX2" fmla="*/ 595830 w 595889"/>
                <a:gd name="connsiteY2" fmla="*/ 100897 h 143079"/>
                <a:gd name="connsiteX3" fmla="*/ 131 w 595889"/>
                <a:gd name="connsiteY3" fmla="*/ 143079 h 143079"/>
                <a:gd name="connsiteX4" fmla="*/ 124 w 595889"/>
                <a:gd name="connsiteY4" fmla="*/ 25842 h 143079"/>
                <a:gd name="connsiteX0" fmla="*/ 124 w 595889"/>
                <a:gd name="connsiteY0" fmla="*/ 24713 h 141950"/>
                <a:gd name="connsiteX1" fmla="*/ 594477 w 595889"/>
                <a:gd name="connsiteY1" fmla="*/ 2221 h 141950"/>
                <a:gd name="connsiteX2" fmla="*/ 595830 w 595889"/>
                <a:gd name="connsiteY2" fmla="*/ 99768 h 141950"/>
                <a:gd name="connsiteX3" fmla="*/ 131 w 595889"/>
                <a:gd name="connsiteY3" fmla="*/ 141950 h 141950"/>
                <a:gd name="connsiteX4" fmla="*/ 124 w 595889"/>
                <a:gd name="connsiteY4" fmla="*/ 24713 h 141950"/>
                <a:gd name="connsiteX0" fmla="*/ 124 w 595959"/>
                <a:gd name="connsiteY0" fmla="*/ 24713 h 141950"/>
                <a:gd name="connsiteX1" fmla="*/ 595828 w 595959"/>
                <a:gd name="connsiteY1" fmla="*/ 2221 h 141950"/>
                <a:gd name="connsiteX2" fmla="*/ 595830 w 595959"/>
                <a:gd name="connsiteY2" fmla="*/ 99768 h 141950"/>
                <a:gd name="connsiteX3" fmla="*/ 131 w 595959"/>
                <a:gd name="connsiteY3" fmla="*/ 141950 h 141950"/>
                <a:gd name="connsiteX4" fmla="*/ 124 w 595959"/>
                <a:gd name="connsiteY4" fmla="*/ 24713 h 141950"/>
                <a:gd name="connsiteX0" fmla="*/ 124 w 595959"/>
                <a:gd name="connsiteY0" fmla="*/ 24925 h 142162"/>
                <a:gd name="connsiteX1" fmla="*/ 595828 w 595959"/>
                <a:gd name="connsiteY1" fmla="*/ 2433 h 142162"/>
                <a:gd name="connsiteX2" fmla="*/ 595830 w 595959"/>
                <a:gd name="connsiteY2" fmla="*/ 99980 h 142162"/>
                <a:gd name="connsiteX3" fmla="*/ 131 w 595959"/>
                <a:gd name="connsiteY3" fmla="*/ 142162 h 142162"/>
                <a:gd name="connsiteX4" fmla="*/ 124 w 595959"/>
                <a:gd name="connsiteY4" fmla="*/ 24925 h 142162"/>
                <a:gd name="connsiteX0" fmla="*/ 124 w 595959"/>
                <a:gd name="connsiteY0" fmla="*/ 22492 h 139729"/>
                <a:gd name="connsiteX1" fmla="*/ 595828 w 595959"/>
                <a:gd name="connsiteY1" fmla="*/ 0 h 139729"/>
                <a:gd name="connsiteX2" fmla="*/ 595830 w 595959"/>
                <a:gd name="connsiteY2" fmla="*/ 97547 h 139729"/>
                <a:gd name="connsiteX3" fmla="*/ 131 w 595959"/>
                <a:gd name="connsiteY3" fmla="*/ 139729 h 139729"/>
                <a:gd name="connsiteX4" fmla="*/ 124 w 595959"/>
                <a:gd name="connsiteY4" fmla="*/ 22492 h 139729"/>
                <a:gd name="connsiteX0" fmla="*/ 124 w 595959"/>
                <a:gd name="connsiteY0" fmla="*/ 25585 h 142822"/>
                <a:gd name="connsiteX1" fmla="*/ 595828 w 595959"/>
                <a:gd name="connsiteY1" fmla="*/ 3093 h 142822"/>
                <a:gd name="connsiteX2" fmla="*/ 595830 w 595959"/>
                <a:gd name="connsiteY2" fmla="*/ 100640 h 142822"/>
                <a:gd name="connsiteX3" fmla="*/ 131 w 595959"/>
                <a:gd name="connsiteY3" fmla="*/ 142822 h 142822"/>
                <a:gd name="connsiteX4" fmla="*/ 124 w 595959"/>
                <a:gd name="connsiteY4" fmla="*/ 25585 h 142822"/>
                <a:gd name="connsiteX0" fmla="*/ 124 w 595959"/>
                <a:gd name="connsiteY0" fmla="*/ 25585 h 142822"/>
                <a:gd name="connsiteX1" fmla="*/ 595828 w 595959"/>
                <a:gd name="connsiteY1" fmla="*/ 3093 h 142822"/>
                <a:gd name="connsiteX2" fmla="*/ 595830 w 595959"/>
                <a:gd name="connsiteY2" fmla="*/ 100640 h 142822"/>
                <a:gd name="connsiteX3" fmla="*/ 131 w 595959"/>
                <a:gd name="connsiteY3" fmla="*/ 142822 h 142822"/>
                <a:gd name="connsiteX4" fmla="*/ 124 w 595959"/>
                <a:gd name="connsiteY4" fmla="*/ 25585 h 142822"/>
                <a:gd name="connsiteX0" fmla="*/ 124 w 595959"/>
                <a:gd name="connsiteY0" fmla="*/ 26512 h 143749"/>
                <a:gd name="connsiteX1" fmla="*/ 595828 w 595959"/>
                <a:gd name="connsiteY1" fmla="*/ 4020 h 143749"/>
                <a:gd name="connsiteX2" fmla="*/ 595830 w 595959"/>
                <a:gd name="connsiteY2" fmla="*/ 101567 h 143749"/>
                <a:gd name="connsiteX3" fmla="*/ 131 w 595959"/>
                <a:gd name="connsiteY3" fmla="*/ 143749 h 143749"/>
                <a:gd name="connsiteX4" fmla="*/ 124 w 595959"/>
                <a:gd name="connsiteY4" fmla="*/ 26512 h 143749"/>
                <a:gd name="connsiteX0" fmla="*/ 124 w 595959"/>
                <a:gd name="connsiteY0" fmla="*/ 26512 h 143749"/>
                <a:gd name="connsiteX1" fmla="*/ 595828 w 595959"/>
                <a:gd name="connsiteY1" fmla="*/ 4020 h 143749"/>
                <a:gd name="connsiteX2" fmla="*/ 595830 w 595959"/>
                <a:gd name="connsiteY2" fmla="*/ 101567 h 143749"/>
                <a:gd name="connsiteX3" fmla="*/ 131 w 595959"/>
                <a:gd name="connsiteY3" fmla="*/ 143749 h 143749"/>
                <a:gd name="connsiteX4" fmla="*/ 124 w 595959"/>
                <a:gd name="connsiteY4" fmla="*/ 26512 h 143749"/>
                <a:gd name="connsiteX0" fmla="*/ 124 w 595959"/>
                <a:gd name="connsiteY0" fmla="*/ 28496 h 145733"/>
                <a:gd name="connsiteX1" fmla="*/ 595828 w 595959"/>
                <a:gd name="connsiteY1" fmla="*/ 6004 h 145733"/>
                <a:gd name="connsiteX2" fmla="*/ 595830 w 595959"/>
                <a:gd name="connsiteY2" fmla="*/ 103551 h 145733"/>
                <a:gd name="connsiteX3" fmla="*/ 131 w 595959"/>
                <a:gd name="connsiteY3" fmla="*/ 145733 h 145733"/>
                <a:gd name="connsiteX4" fmla="*/ 124 w 595959"/>
                <a:gd name="connsiteY4" fmla="*/ 28496 h 14573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856"/>
                <a:gd name="connsiteY0" fmla="*/ 41841 h 159078"/>
                <a:gd name="connsiteX1" fmla="*/ 591261 w 595856"/>
                <a:gd name="connsiteY1" fmla="*/ 0 h 159078"/>
                <a:gd name="connsiteX2" fmla="*/ 595830 w 595856"/>
                <a:gd name="connsiteY2" fmla="*/ 116896 h 159078"/>
                <a:gd name="connsiteX3" fmla="*/ 131 w 595856"/>
                <a:gd name="connsiteY3" fmla="*/ 159078 h 159078"/>
                <a:gd name="connsiteX4" fmla="*/ 124 w 595856"/>
                <a:gd name="connsiteY4" fmla="*/ 41841 h 159078"/>
                <a:gd name="connsiteX0" fmla="*/ 124 w 595959"/>
                <a:gd name="connsiteY0" fmla="*/ 41841 h 159078"/>
                <a:gd name="connsiteX1" fmla="*/ 595828 w 595959"/>
                <a:gd name="connsiteY1" fmla="*/ 0 h 159078"/>
                <a:gd name="connsiteX2" fmla="*/ 595830 w 595959"/>
                <a:gd name="connsiteY2" fmla="*/ 116896 h 159078"/>
                <a:gd name="connsiteX3" fmla="*/ 131 w 595959"/>
                <a:gd name="connsiteY3" fmla="*/ 159078 h 159078"/>
                <a:gd name="connsiteX4" fmla="*/ 124 w 595959"/>
                <a:gd name="connsiteY4" fmla="*/ 41841 h 159078"/>
                <a:gd name="connsiteX0" fmla="*/ 124 w 597349"/>
                <a:gd name="connsiteY0" fmla="*/ 42378 h 159615"/>
                <a:gd name="connsiteX1" fmla="*/ 597349 w 597349"/>
                <a:gd name="connsiteY1" fmla="*/ 0 h 159615"/>
                <a:gd name="connsiteX2" fmla="*/ 595830 w 597349"/>
                <a:gd name="connsiteY2" fmla="*/ 117433 h 159615"/>
                <a:gd name="connsiteX3" fmla="*/ 131 w 597349"/>
                <a:gd name="connsiteY3" fmla="*/ 159615 h 159615"/>
                <a:gd name="connsiteX4" fmla="*/ 124 w 597349"/>
                <a:gd name="connsiteY4" fmla="*/ 42378 h 159615"/>
                <a:gd name="connsiteX0" fmla="*/ 124 w 600443"/>
                <a:gd name="connsiteY0" fmla="*/ 42378 h 159615"/>
                <a:gd name="connsiteX1" fmla="*/ 597349 w 600443"/>
                <a:gd name="connsiteY1" fmla="*/ 0 h 159615"/>
                <a:gd name="connsiteX2" fmla="*/ 600408 w 600443"/>
                <a:gd name="connsiteY2" fmla="*/ 117433 h 159615"/>
                <a:gd name="connsiteX3" fmla="*/ 131 w 600443"/>
                <a:gd name="connsiteY3" fmla="*/ 159615 h 159615"/>
                <a:gd name="connsiteX4" fmla="*/ 124 w 600443"/>
                <a:gd name="connsiteY4" fmla="*/ 42378 h 159615"/>
                <a:gd name="connsiteX0" fmla="*/ 124 w 600537"/>
                <a:gd name="connsiteY0" fmla="*/ 42378 h 159615"/>
                <a:gd name="connsiteX1" fmla="*/ 600401 w 600537"/>
                <a:gd name="connsiteY1" fmla="*/ 0 h 159615"/>
                <a:gd name="connsiteX2" fmla="*/ 600408 w 600537"/>
                <a:gd name="connsiteY2" fmla="*/ 117433 h 159615"/>
                <a:gd name="connsiteX3" fmla="*/ 131 w 600537"/>
                <a:gd name="connsiteY3" fmla="*/ 159615 h 159615"/>
                <a:gd name="connsiteX4" fmla="*/ 124 w 600537"/>
                <a:gd name="connsiteY4" fmla="*/ 42378 h 159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0537" h="159615">
                  <a:moveTo>
                    <a:pt x="124" y="42378"/>
                  </a:moveTo>
                  <a:cubicBezTo>
                    <a:pt x="296414" y="-50243"/>
                    <a:pt x="418111" y="75773"/>
                    <a:pt x="600401" y="0"/>
                  </a:cubicBezTo>
                  <a:cubicBezTo>
                    <a:pt x="599951" y="33260"/>
                    <a:pt x="600858" y="84173"/>
                    <a:pt x="600408" y="117433"/>
                  </a:cubicBezTo>
                  <a:cubicBezTo>
                    <a:pt x="395490" y="192726"/>
                    <a:pt x="285331" y="62551"/>
                    <a:pt x="131" y="159615"/>
                  </a:cubicBezTo>
                  <a:cubicBezTo>
                    <a:pt x="-323" y="114566"/>
                    <a:pt x="578" y="87427"/>
                    <a:pt x="124" y="42378"/>
                  </a:cubicBezTo>
                  <a:close/>
                </a:path>
              </a:pathLst>
            </a:custGeom>
            <a:solidFill>
              <a:schemeClr val="accent2">
                <a:lumMod val="40000"/>
                <a:lumOff val="6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81" name="矩形 1174">
              <a:extLst>
                <a:ext uri="{FF2B5EF4-FFF2-40B4-BE49-F238E27FC236}">
                  <a16:creationId xmlns:a16="http://schemas.microsoft.com/office/drawing/2014/main" id="{D9127187-E6D7-6B0D-E296-07FDFDC9AEEB}"/>
                </a:ext>
              </a:extLst>
            </p:cNvPr>
            <p:cNvSpPr/>
            <p:nvPr/>
          </p:nvSpPr>
          <p:spPr>
            <a:xfrm rot="10800000">
              <a:off x="4342829" y="7041272"/>
              <a:ext cx="618707" cy="139508"/>
            </a:xfrm>
            <a:custGeom>
              <a:avLst/>
              <a:gdLst>
                <a:gd name="connsiteX0" fmla="*/ 0 w 595706"/>
                <a:gd name="connsiteY0" fmla="*/ 0 h 92965"/>
                <a:gd name="connsiteX1" fmla="*/ 595706 w 595706"/>
                <a:gd name="connsiteY1" fmla="*/ 0 h 92965"/>
                <a:gd name="connsiteX2" fmla="*/ 595706 w 595706"/>
                <a:gd name="connsiteY2" fmla="*/ 92965 h 92965"/>
                <a:gd name="connsiteX3" fmla="*/ 0 w 595706"/>
                <a:gd name="connsiteY3" fmla="*/ 92965 h 92965"/>
                <a:gd name="connsiteX4" fmla="*/ 0 w 595706"/>
                <a:gd name="connsiteY4" fmla="*/ 0 h 92965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131 w 595837"/>
                <a:gd name="connsiteY0" fmla="*/ 0 h 148754"/>
                <a:gd name="connsiteX1" fmla="*/ 595837 w 595837"/>
                <a:gd name="connsiteY1" fmla="*/ 0 h 148754"/>
                <a:gd name="connsiteX2" fmla="*/ 595837 w 595837"/>
                <a:gd name="connsiteY2" fmla="*/ 92965 h 148754"/>
                <a:gd name="connsiteX3" fmla="*/ 131 w 595837"/>
                <a:gd name="connsiteY3" fmla="*/ 148754 h 148754"/>
                <a:gd name="connsiteX4" fmla="*/ 131 w 595837"/>
                <a:gd name="connsiteY4" fmla="*/ 0 h 148754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56571"/>
                <a:gd name="connsiteX1" fmla="*/ 595837 w 595837"/>
                <a:gd name="connsiteY1" fmla="*/ 0 h 156571"/>
                <a:gd name="connsiteX2" fmla="*/ 594316 w 595837"/>
                <a:gd name="connsiteY2" fmla="*/ 141984 h 156571"/>
                <a:gd name="connsiteX3" fmla="*/ 131 w 595837"/>
                <a:gd name="connsiteY3" fmla="*/ 140590 h 156571"/>
                <a:gd name="connsiteX4" fmla="*/ 131 w 595837"/>
                <a:gd name="connsiteY4" fmla="*/ 0 h 156571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0 w 600949"/>
                <a:gd name="connsiteY0" fmla="*/ 0 h 271309"/>
                <a:gd name="connsiteX1" fmla="*/ 600949 w 600949"/>
                <a:gd name="connsiteY1" fmla="*/ 0 h 271309"/>
                <a:gd name="connsiteX2" fmla="*/ 599428 w 600949"/>
                <a:gd name="connsiteY2" fmla="*/ 141984 h 271309"/>
                <a:gd name="connsiteX3" fmla="*/ 3722 w 600949"/>
                <a:gd name="connsiteY3" fmla="*/ 271309 h 271309"/>
                <a:gd name="connsiteX4" fmla="*/ 0 w 600949"/>
                <a:gd name="connsiteY4" fmla="*/ 0 h 271309"/>
                <a:gd name="connsiteX0" fmla="*/ 0 w 599639"/>
                <a:gd name="connsiteY0" fmla="*/ 0 h 271309"/>
                <a:gd name="connsiteX1" fmla="*/ 599639 w 599639"/>
                <a:gd name="connsiteY1" fmla="*/ 0 h 271309"/>
                <a:gd name="connsiteX2" fmla="*/ 599428 w 599639"/>
                <a:gd name="connsiteY2" fmla="*/ 141984 h 271309"/>
                <a:gd name="connsiteX3" fmla="*/ 3722 w 599639"/>
                <a:gd name="connsiteY3" fmla="*/ 271309 h 271309"/>
                <a:gd name="connsiteX4" fmla="*/ 0 w 599639"/>
                <a:gd name="connsiteY4" fmla="*/ 0 h 271309"/>
                <a:gd name="connsiteX0" fmla="*/ 0 w 597018"/>
                <a:gd name="connsiteY0" fmla="*/ 0 h 271309"/>
                <a:gd name="connsiteX1" fmla="*/ 597018 w 597018"/>
                <a:gd name="connsiteY1" fmla="*/ 0 h 271309"/>
                <a:gd name="connsiteX2" fmla="*/ 596807 w 597018"/>
                <a:gd name="connsiteY2" fmla="*/ 141984 h 271309"/>
                <a:gd name="connsiteX3" fmla="*/ 1101 w 597018"/>
                <a:gd name="connsiteY3" fmla="*/ 271309 h 271309"/>
                <a:gd name="connsiteX4" fmla="*/ 0 w 597018"/>
                <a:gd name="connsiteY4" fmla="*/ 0 h 271309"/>
                <a:gd name="connsiteX0" fmla="*/ 0 w 596807"/>
                <a:gd name="connsiteY0" fmla="*/ 0 h 271309"/>
                <a:gd name="connsiteX1" fmla="*/ 591775 w 596807"/>
                <a:gd name="connsiteY1" fmla="*/ 0 h 271309"/>
                <a:gd name="connsiteX2" fmla="*/ 596807 w 596807"/>
                <a:gd name="connsiteY2" fmla="*/ 141984 h 271309"/>
                <a:gd name="connsiteX3" fmla="*/ 1101 w 596807"/>
                <a:gd name="connsiteY3" fmla="*/ 271309 h 271309"/>
                <a:gd name="connsiteX4" fmla="*/ 0 w 596807"/>
                <a:gd name="connsiteY4" fmla="*/ 0 h 271309"/>
                <a:gd name="connsiteX0" fmla="*/ 0 w 596807"/>
                <a:gd name="connsiteY0" fmla="*/ 0 h 271309"/>
                <a:gd name="connsiteX1" fmla="*/ 595708 w 596807"/>
                <a:gd name="connsiteY1" fmla="*/ 0 h 271309"/>
                <a:gd name="connsiteX2" fmla="*/ 596807 w 596807"/>
                <a:gd name="connsiteY2" fmla="*/ 141984 h 271309"/>
                <a:gd name="connsiteX3" fmla="*/ 1101 w 596807"/>
                <a:gd name="connsiteY3" fmla="*/ 271309 h 271309"/>
                <a:gd name="connsiteX4" fmla="*/ 0 w 596807"/>
                <a:gd name="connsiteY4" fmla="*/ 0 h 271309"/>
                <a:gd name="connsiteX0" fmla="*/ 0 w 595708"/>
                <a:gd name="connsiteY0" fmla="*/ 0 h 271309"/>
                <a:gd name="connsiteX1" fmla="*/ 595708 w 595708"/>
                <a:gd name="connsiteY1" fmla="*/ 0 h 271309"/>
                <a:gd name="connsiteX2" fmla="*/ 594186 w 595708"/>
                <a:gd name="connsiteY2" fmla="*/ 141985 h 271309"/>
                <a:gd name="connsiteX3" fmla="*/ 1101 w 595708"/>
                <a:gd name="connsiteY3" fmla="*/ 271309 h 271309"/>
                <a:gd name="connsiteX4" fmla="*/ 0 w 595708"/>
                <a:gd name="connsiteY4" fmla="*/ 0 h 271309"/>
                <a:gd name="connsiteX0" fmla="*/ 0 w 596439"/>
                <a:gd name="connsiteY0" fmla="*/ 109083 h 380392"/>
                <a:gd name="connsiteX1" fmla="*/ 595708 w 596439"/>
                <a:gd name="connsiteY1" fmla="*/ 109083 h 380392"/>
                <a:gd name="connsiteX2" fmla="*/ 594186 w 596439"/>
                <a:gd name="connsiteY2" fmla="*/ 251068 h 380392"/>
                <a:gd name="connsiteX3" fmla="*/ 1101 w 596439"/>
                <a:gd name="connsiteY3" fmla="*/ 380392 h 380392"/>
                <a:gd name="connsiteX4" fmla="*/ 0 w 596439"/>
                <a:gd name="connsiteY4" fmla="*/ 109083 h 380392"/>
                <a:gd name="connsiteX0" fmla="*/ 0 w 595708"/>
                <a:gd name="connsiteY0" fmla="*/ 0 h 271309"/>
                <a:gd name="connsiteX1" fmla="*/ 595708 w 595708"/>
                <a:gd name="connsiteY1" fmla="*/ 0 h 271309"/>
                <a:gd name="connsiteX2" fmla="*/ 594186 w 595708"/>
                <a:gd name="connsiteY2" fmla="*/ 141985 h 271309"/>
                <a:gd name="connsiteX3" fmla="*/ 1101 w 595708"/>
                <a:gd name="connsiteY3" fmla="*/ 271309 h 271309"/>
                <a:gd name="connsiteX4" fmla="*/ 0 w 595708"/>
                <a:gd name="connsiteY4" fmla="*/ 0 h 271309"/>
                <a:gd name="connsiteX0" fmla="*/ 0 w 596808"/>
                <a:gd name="connsiteY0" fmla="*/ 0 h 271309"/>
                <a:gd name="connsiteX1" fmla="*/ 595708 w 596808"/>
                <a:gd name="connsiteY1" fmla="*/ 0 h 271309"/>
                <a:gd name="connsiteX2" fmla="*/ 596808 w 596808"/>
                <a:gd name="connsiteY2" fmla="*/ 141985 h 271309"/>
                <a:gd name="connsiteX3" fmla="*/ 1101 w 596808"/>
                <a:gd name="connsiteY3" fmla="*/ 271309 h 271309"/>
                <a:gd name="connsiteX4" fmla="*/ 0 w 596808"/>
                <a:gd name="connsiteY4" fmla="*/ 0 h 271309"/>
                <a:gd name="connsiteX0" fmla="*/ 0 w 596808"/>
                <a:gd name="connsiteY0" fmla="*/ 0 h 271309"/>
                <a:gd name="connsiteX1" fmla="*/ 595708 w 596808"/>
                <a:gd name="connsiteY1" fmla="*/ 0 h 271309"/>
                <a:gd name="connsiteX2" fmla="*/ 596808 w 596808"/>
                <a:gd name="connsiteY2" fmla="*/ 141985 h 271309"/>
                <a:gd name="connsiteX3" fmla="*/ 1101 w 596808"/>
                <a:gd name="connsiteY3" fmla="*/ 271309 h 271309"/>
                <a:gd name="connsiteX4" fmla="*/ 0 w 596808"/>
                <a:gd name="connsiteY4" fmla="*/ 0 h 271309"/>
                <a:gd name="connsiteX0" fmla="*/ 0 w 596808"/>
                <a:gd name="connsiteY0" fmla="*/ 0 h 271309"/>
                <a:gd name="connsiteX1" fmla="*/ 595708 w 596808"/>
                <a:gd name="connsiteY1" fmla="*/ 0 h 271309"/>
                <a:gd name="connsiteX2" fmla="*/ 596808 w 596808"/>
                <a:gd name="connsiteY2" fmla="*/ 141985 h 271309"/>
                <a:gd name="connsiteX3" fmla="*/ 1101 w 596808"/>
                <a:gd name="connsiteY3" fmla="*/ 271309 h 271309"/>
                <a:gd name="connsiteX4" fmla="*/ 0 w 596808"/>
                <a:gd name="connsiteY4" fmla="*/ 0 h 271309"/>
                <a:gd name="connsiteX0" fmla="*/ 0 w 595708"/>
                <a:gd name="connsiteY0" fmla="*/ 0 h 271309"/>
                <a:gd name="connsiteX1" fmla="*/ 595708 w 595708"/>
                <a:gd name="connsiteY1" fmla="*/ 0 h 271309"/>
                <a:gd name="connsiteX2" fmla="*/ 594186 w 595708"/>
                <a:gd name="connsiteY2" fmla="*/ 141985 h 271309"/>
                <a:gd name="connsiteX3" fmla="*/ 1101 w 595708"/>
                <a:gd name="connsiteY3" fmla="*/ 271309 h 271309"/>
                <a:gd name="connsiteX4" fmla="*/ 0 w 595708"/>
                <a:gd name="connsiteY4" fmla="*/ 0 h 271309"/>
                <a:gd name="connsiteX0" fmla="*/ 0 w 595708"/>
                <a:gd name="connsiteY0" fmla="*/ 0 h 271309"/>
                <a:gd name="connsiteX1" fmla="*/ 595708 w 595708"/>
                <a:gd name="connsiteY1" fmla="*/ 0 h 271309"/>
                <a:gd name="connsiteX2" fmla="*/ 594186 w 595708"/>
                <a:gd name="connsiteY2" fmla="*/ 141985 h 271309"/>
                <a:gd name="connsiteX3" fmla="*/ 1101 w 595708"/>
                <a:gd name="connsiteY3" fmla="*/ 271309 h 271309"/>
                <a:gd name="connsiteX4" fmla="*/ 0 w 595708"/>
                <a:gd name="connsiteY4" fmla="*/ 0 h 271309"/>
                <a:gd name="connsiteX0" fmla="*/ 0 w 595936"/>
                <a:gd name="connsiteY0" fmla="*/ 0 h 271309"/>
                <a:gd name="connsiteX1" fmla="*/ 595708 w 595936"/>
                <a:gd name="connsiteY1" fmla="*/ 0 h 271309"/>
                <a:gd name="connsiteX2" fmla="*/ 594186 w 595936"/>
                <a:gd name="connsiteY2" fmla="*/ 141985 h 271309"/>
                <a:gd name="connsiteX3" fmla="*/ 1101 w 595936"/>
                <a:gd name="connsiteY3" fmla="*/ 271309 h 271309"/>
                <a:gd name="connsiteX4" fmla="*/ 0 w 595936"/>
                <a:gd name="connsiteY4" fmla="*/ 0 h 271309"/>
                <a:gd name="connsiteX0" fmla="*/ 319 w 596255"/>
                <a:gd name="connsiteY0" fmla="*/ 0 h 271309"/>
                <a:gd name="connsiteX1" fmla="*/ 596027 w 596255"/>
                <a:gd name="connsiteY1" fmla="*/ 0 h 271309"/>
                <a:gd name="connsiteX2" fmla="*/ 594505 w 596255"/>
                <a:gd name="connsiteY2" fmla="*/ 141985 h 271309"/>
                <a:gd name="connsiteX3" fmla="*/ 110 w 596255"/>
                <a:gd name="connsiteY3" fmla="*/ 271309 h 271309"/>
                <a:gd name="connsiteX4" fmla="*/ 319 w 596255"/>
                <a:gd name="connsiteY4" fmla="*/ 0 h 271309"/>
                <a:gd name="connsiteX0" fmla="*/ 0 w 595936"/>
                <a:gd name="connsiteY0" fmla="*/ 0 h 271309"/>
                <a:gd name="connsiteX1" fmla="*/ 595708 w 595936"/>
                <a:gd name="connsiteY1" fmla="*/ 0 h 271309"/>
                <a:gd name="connsiteX2" fmla="*/ 594186 w 595936"/>
                <a:gd name="connsiteY2" fmla="*/ 141985 h 271309"/>
                <a:gd name="connsiteX3" fmla="*/ 1101 w 595936"/>
                <a:gd name="connsiteY3" fmla="*/ 271309 h 271309"/>
                <a:gd name="connsiteX4" fmla="*/ 0 w 595936"/>
                <a:gd name="connsiteY4" fmla="*/ 0 h 271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5936" h="271309">
                  <a:moveTo>
                    <a:pt x="0" y="0"/>
                  </a:moveTo>
                  <a:lnTo>
                    <a:pt x="595708" y="0"/>
                  </a:lnTo>
                  <a:cubicBezTo>
                    <a:pt x="595708" y="30988"/>
                    <a:pt x="596806" y="39550"/>
                    <a:pt x="594186" y="141985"/>
                  </a:cubicBezTo>
                  <a:cubicBezTo>
                    <a:pt x="404809" y="352086"/>
                    <a:pt x="341643" y="22672"/>
                    <a:pt x="1101" y="271309"/>
                  </a:cubicBezTo>
                  <a:cubicBezTo>
                    <a:pt x="647" y="226260"/>
                    <a:pt x="454" y="45049"/>
                    <a:pt x="0" y="0"/>
                  </a:cubicBez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782" name="组合 781">
              <a:extLst>
                <a:ext uri="{FF2B5EF4-FFF2-40B4-BE49-F238E27FC236}">
                  <a16:creationId xmlns:a16="http://schemas.microsoft.com/office/drawing/2014/main" id="{D38EC138-2537-F5DC-0A4F-9F8C6DD6F025}"/>
                </a:ext>
              </a:extLst>
            </p:cNvPr>
            <p:cNvGrpSpPr/>
            <p:nvPr/>
          </p:nvGrpSpPr>
          <p:grpSpPr>
            <a:xfrm>
              <a:off x="4341455" y="6517035"/>
              <a:ext cx="621640" cy="663817"/>
              <a:chOff x="3656357" y="6507685"/>
              <a:chExt cx="621640" cy="663817"/>
            </a:xfrm>
          </p:grpSpPr>
          <p:sp>
            <p:nvSpPr>
              <p:cNvPr id="783" name="矩形 782">
                <a:extLst>
                  <a:ext uri="{FF2B5EF4-FFF2-40B4-BE49-F238E27FC236}">
                    <a16:creationId xmlns:a16="http://schemas.microsoft.com/office/drawing/2014/main" id="{EB429CE9-292E-F1F0-2502-A88751E4AB1A}"/>
                  </a:ext>
                </a:extLst>
              </p:cNvPr>
              <p:cNvSpPr/>
              <p:nvPr/>
            </p:nvSpPr>
            <p:spPr>
              <a:xfrm>
                <a:off x="3656465" y="6640950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84" name="矩形 783">
                <a:extLst>
                  <a:ext uri="{FF2B5EF4-FFF2-40B4-BE49-F238E27FC236}">
                    <a16:creationId xmlns:a16="http://schemas.microsoft.com/office/drawing/2014/main" id="{C0A68D6D-529C-662D-00C5-2B53978E7C3F}"/>
                  </a:ext>
                </a:extLst>
              </p:cNvPr>
              <p:cNvSpPr/>
              <p:nvPr/>
            </p:nvSpPr>
            <p:spPr>
              <a:xfrm>
                <a:off x="3811875" y="6640950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85" name="矩形 784">
                <a:extLst>
                  <a:ext uri="{FF2B5EF4-FFF2-40B4-BE49-F238E27FC236}">
                    <a16:creationId xmlns:a16="http://schemas.microsoft.com/office/drawing/2014/main" id="{AFA37F32-D643-A3B4-F6E1-207194292102}"/>
                  </a:ext>
                </a:extLst>
              </p:cNvPr>
              <p:cNvSpPr/>
              <p:nvPr/>
            </p:nvSpPr>
            <p:spPr>
              <a:xfrm>
                <a:off x="3967285" y="6640950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86" name="矩形 785">
                <a:extLst>
                  <a:ext uri="{FF2B5EF4-FFF2-40B4-BE49-F238E27FC236}">
                    <a16:creationId xmlns:a16="http://schemas.microsoft.com/office/drawing/2014/main" id="{8D3D0C5C-B5DB-FE4E-A444-73DC1C31A4F0}"/>
                  </a:ext>
                </a:extLst>
              </p:cNvPr>
              <p:cNvSpPr/>
              <p:nvPr/>
            </p:nvSpPr>
            <p:spPr>
              <a:xfrm>
                <a:off x="4122695" y="6640950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87" name="矩形 786">
                <a:extLst>
                  <a:ext uri="{FF2B5EF4-FFF2-40B4-BE49-F238E27FC236}">
                    <a16:creationId xmlns:a16="http://schemas.microsoft.com/office/drawing/2014/main" id="{F6E9DE8F-0525-2639-32F9-74AC7885416F}"/>
                  </a:ext>
                </a:extLst>
              </p:cNvPr>
              <p:cNvSpPr/>
              <p:nvPr/>
            </p:nvSpPr>
            <p:spPr>
              <a:xfrm>
                <a:off x="3656465" y="6773574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88" name="矩形 787">
                <a:extLst>
                  <a:ext uri="{FF2B5EF4-FFF2-40B4-BE49-F238E27FC236}">
                    <a16:creationId xmlns:a16="http://schemas.microsoft.com/office/drawing/2014/main" id="{BDD97986-D6E6-AB67-0C22-F2D771BCA675}"/>
                  </a:ext>
                </a:extLst>
              </p:cNvPr>
              <p:cNvSpPr/>
              <p:nvPr/>
            </p:nvSpPr>
            <p:spPr>
              <a:xfrm>
                <a:off x="3811875" y="6773574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89" name="矩形 788">
                <a:extLst>
                  <a:ext uri="{FF2B5EF4-FFF2-40B4-BE49-F238E27FC236}">
                    <a16:creationId xmlns:a16="http://schemas.microsoft.com/office/drawing/2014/main" id="{C0FBDF0B-8ECB-3BAF-1C7D-47955022CF90}"/>
                  </a:ext>
                </a:extLst>
              </p:cNvPr>
              <p:cNvSpPr/>
              <p:nvPr/>
            </p:nvSpPr>
            <p:spPr>
              <a:xfrm>
                <a:off x="3967285" y="6773574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90" name="矩形 789">
                <a:extLst>
                  <a:ext uri="{FF2B5EF4-FFF2-40B4-BE49-F238E27FC236}">
                    <a16:creationId xmlns:a16="http://schemas.microsoft.com/office/drawing/2014/main" id="{ACBBAB36-EA99-FE9B-6566-BF04EDFA5DFB}"/>
                  </a:ext>
                </a:extLst>
              </p:cNvPr>
              <p:cNvSpPr/>
              <p:nvPr/>
            </p:nvSpPr>
            <p:spPr>
              <a:xfrm>
                <a:off x="4122695" y="6773574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91" name="矩形 790">
                <a:extLst>
                  <a:ext uri="{FF2B5EF4-FFF2-40B4-BE49-F238E27FC236}">
                    <a16:creationId xmlns:a16="http://schemas.microsoft.com/office/drawing/2014/main" id="{F24F102E-A089-C00D-C2F3-B476A48CE0FC}"/>
                  </a:ext>
                </a:extLst>
              </p:cNvPr>
              <p:cNvSpPr/>
              <p:nvPr/>
            </p:nvSpPr>
            <p:spPr>
              <a:xfrm>
                <a:off x="3656357" y="690625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92" name="矩形 791">
                <a:extLst>
                  <a:ext uri="{FF2B5EF4-FFF2-40B4-BE49-F238E27FC236}">
                    <a16:creationId xmlns:a16="http://schemas.microsoft.com/office/drawing/2014/main" id="{4CD2B1A6-FF65-C5CB-9EBA-C49F50F866A9}"/>
                  </a:ext>
                </a:extLst>
              </p:cNvPr>
              <p:cNvSpPr/>
              <p:nvPr/>
            </p:nvSpPr>
            <p:spPr>
              <a:xfrm>
                <a:off x="3811767" y="690625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93" name="矩形 792">
                <a:extLst>
                  <a:ext uri="{FF2B5EF4-FFF2-40B4-BE49-F238E27FC236}">
                    <a16:creationId xmlns:a16="http://schemas.microsoft.com/office/drawing/2014/main" id="{2913C4CE-DF64-55FF-FFDC-FA2CEF374694}"/>
                  </a:ext>
                </a:extLst>
              </p:cNvPr>
              <p:cNvSpPr/>
              <p:nvPr/>
            </p:nvSpPr>
            <p:spPr>
              <a:xfrm>
                <a:off x="3967177" y="690625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94" name="矩形 793">
                <a:extLst>
                  <a:ext uri="{FF2B5EF4-FFF2-40B4-BE49-F238E27FC236}">
                    <a16:creationId xmlns:a16="http://schemas.microsoft.com/office/drawing/2014/main" id="{DEE8AA3D-2347-B240-A0EA-8FDF55A28393}"/>
                  </a:ext>
                </a:extLst>
              </p:cNvPr>
              <p:cNvSpPr/>
              <p:nvPr/>
            </p:nvSpPr>
            <p:spPr>
              <a:xfrm>
                <a:off x="4122587" y="690625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95" name="矩形 794">
                <a:extLst>
                  <a:ext uri="{FF2B5EF4-FFF2-40B4-BE49-F238E27FC236}">
                    <a16:creationId xmlns:a16="http://schemas.microsoft.com/office/drawing/2014/main" id="{1BF5D4DB-8C5F-4410-B86C-0B155078CF4E}"/>
                  </a:ext>
                </a:extLst>
              </p:cNvPr>
              <p:cNvSpPr/>
              <p:nvPr/>
            </p:nvSpPr>
            <p:spPr>
              <a:xfrm>
                <a:off x="3656357" y="7038879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96" name="矩形 795">
                <a:extLst>
                  <a:ext uri="{FF2B5EF4-FFF2-40B4-BE49-F238E27FC236}">
                    <a16:creationId xmlns:a16="http://schemas.microsoft.com/office/drawing/2014/main" id="{C9C9A8F8-3D2E-F654-F91F-D96F42C3BAC0}"/>
                  </a:ext>
                </a:extLst>
              </p:cNvPr>
              <p:cNvSpPr/>
              <p:nvPr/>
            </p:nvSpPr>
            <p:spPr>
              <a:xfrm>
                <a:off x="3811767" y="7038879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97" name="矩形 796">
                <a:extLst>
                  <a:ext uri="{FF2B5EF4-FFF2-40B4-BE49-F238E27FC236}">
                    <a16:creationId xmlns:a16="http://schemas.microsoft.com/office/drawing/2014/main" id="{1C11802B-E28D-50DF-2301-86AC965A5499}"/>
                  </a:ext>
                </a:extLst>
              </p:cNvPr>
              <p:cNvSpPr/>
              <p:nvPr/>
            </p:nvSpPr>
            <p:spPr>
              <a:xfrm>
                <a:off x="3967177" y="7038879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98" name="矩形 797">
                <a:extLst>
                  <a:ext uri="{FF2B5EF4-FFF2-40B4-BE49-F238E27FC236}">
                    <a16:creationId xmlns:a16="http://schemas.microsoft.com/office/drawing/2014/main" id="{934504A8-09BF-FB07-8E96-10CB13E999CD}"/>
                  </a:ext>
                </a:extLst>
              </p:cNvPr>
              <p:cNvSpPr/>
              <p:nvPr/>
            </p:nvSpPr>
            <p:spPr>
              <a:xfrm>
                <a:off x="4122587" y="7038879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99" name="矩形 798">
                <a:extLst>
                  <a:ext uri="{FF2B5EF4-FFF2-40B4-BE49-F238E27FC236}">
                    <a16:creationId xmlns:a16="http://schemas.microsoft.com/office/drawing/2014/main" id="{30A3AB1B-EF22-F0C3-3167-5BB1D629BD25}"/>
                  </a:ext>
                </a:extLst>
              </p:cNvPr>
              <p:cNvSpPr/>
              <p:nvPr/>
            </p:nvSpPr>
            <p:spPr>
              <a:xfrm>
                <a:off x="3656357" y="650768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00" name="矩形 799">
                <a:extLst>
                  <a:ext uri="{FF2B5EF4-FFF2-40B4-BE49-F238E27FC236}">
                    <a16:creationId xmlns:a16="http://schemas.microsoft.com/office/drawing/2014/main" id="{C0234835-ED42-BF2D-5C66-3B960BEC1213}"/>
                  </a:ext>
                </a:extLst>
              </p:cNvPr>
              <p:cNvSpPr/>
              <p:nvPr/>
            </p:nvSpPr>
            <p:spPr>
              <a:xfrm>
                <a:off x="3811767" y="650768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01" name="矩形 800">
                <a:extLst>
                  <a:ext uri="{FF2B5EF4-FFF2-40B4-BE49-F238E27FC236}">
                    <a16:creationId xmlns:a16="http://schemas.microsoft.com/office/drawing/2014/main" id="{BBE62DFD-E8C5-38F9-36BF-E9B11ABA6791}"/>
                  </a:ext>
                </a:extLst>
              </p:cNvPr>
              <p:cNvSpPr/>
              <p:nvPr/>
            </p:nvSpPr>
            <p:spPr>
              <a:xfrm>
                <a:off x="3967177" y="650768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02" name="矩形 801">
                <a:extLst>
                  <a:ext uri="{FF2B5EF4-FFF2-40B4-BE49-F238E27FC236}">
                    <a16:creationId xmlns:a16="http://schemas.microsoft.com/office/drawing/2014/main" id="{B58F8841-7D44-73DF-AF2E-BC57C9047482}"/>
                  </a:ext>
                </a:extLst>
              </p:cNvPr>
              <p:cNvSpPr/>
              <p:nvPr/>
            </p:nvSpPr>
            <p:spPr>
              <a:xfrm>
                <a:off x="4122587" y="650768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691" name="组合 690">
            <a:extLst>
              <a:ext uri="{FF2B5EF4-FFF2-40B4-BE49-F238E27FC236}">
                <a16:creationId xmlns:a16="http://schemas.microsoft.com/office/drawing/2014/main" id="{FA3E5FB0-4356-8C29-EE19-1DC6124B1895}"/>
              </a:ext>
            </a:extLst>
          </p:cNvPr>
          <p:cNvGrpSpPr/>
          <p:nvPr/>
        </p:nvGrpSpPr>
        <p:grpSpPr>
          <a:xfrm>
            <a:off x="5787417" y="6074232"/>
            <a:ext cx="621640" cy="663817"/>
            <a:chOff x="5040167" y="6521415"/>
            <a:chExt cx="621640" cy="663817"/>
          </a:xfrm>
        </p:grpSpPr>
        <p:sp>
          <p:nvSpPr>
            <p:cNvPr id="692" name="矩形 1174">
              <a:extLst>
                <a:ext uri="{FF2B5EF4-FFF2-40B4-BE49-F238E27FC236}">
                  <a16:creationId xmlns:a16="http://schemas.microsoft.com/office/drawing/2014/main" id="{A9D82052-17EF-F950-C899-F48CA27C59D2}"/>
                </a:ext>
              </a:extLst>
            </p:cNvPr>
            <p:cNvSpPr/>
            <p:nvPr/>
          </p:nvSpPr>
          <p:spPr>
            <a:xfrm rot="10800000">
              <a:off x="5041542" y="6760560"/>
              <a:ext cx="618706" cy="201627"/>
            </a:xfrm>
            <a:custGeom>
              <a:avLst/>
              <a:gdLst>
                <a:gd name="connsiteX0" fmla="*/ 0 w 595706"/>
                <a:gd name="connsiteY0" fmla="*/ 0 h 92965"/>
                <a:gd name="connsiteX1" fmla="*/ 595706 w 595706"/>
                <a:gd name="connsiteY1" fmla="*/ 0 h 92965"/>
                <a:gd name="connsiteX2" fmla="*/ 595706 w 595706"/>
                <a:gd name="connsiteY2" fmla="*/ 92965 h 92965"/>
                <a:gd name="connsiteX3" fmla="*/ 0 w 595706"/>
                <a:gd name="connsiteY3" fmla="*/ 92965 h 92965"/>
                <a:gd name="connsiteX4" fmla="*/ 0 w 595706"/>
                <a:gd name="connsiteY4" fmla="*/ 0 h 92965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1422 w 594406"/>
                <a:gd name="connsiteY0" fmla="*/ 21376 h 135147"/>
                <a:gd name="connsiteX1" fmla="*/ 594406 w 594406"/>
                <a:gd name="connsiteY1" fmla="*/ 0 h 135147"/>
                <a:gd name="connsiteX2" fmla="*/ 594406 w 594406"/>
                <a:gd name="connsiteY2" fmla="*/ 92965 h 135147"/>
                <a:gd name="connsiteX3" fmla="*/ 61 w 594406"/>
                <a:gd name="connsiteY3" fmla="*/ 135147 h 135147"/>
                <a:gd name="connsiteX4" fmla="*/ 1422 w 594406"/>
                <a:gd name="connsiteY4" fmla="*/ 21376 h 135147"/>
                <a:gd name="connsiteX0" fmla="*/ 1422 w 594406"/>
                <a:gd name="connsiteY0" fmla="*/ 15599 h 135147"/>
                <a:gd name="connsiteX1" fmla="*/ 594406 w 594406"/>
                <a:gd name="connsiteY1" fmla="*/ 0 h 135147"/>
                <a:gd name="connsiteX2" fmla="*/ 594406 w 594406"/>
                <a:gd name="connsiteY2" fmla="*/ 92965 h 135147"/>
                <a:gd name="connsiteX3" fmla="*/ 61 w 594406"/>
                <a:gd name="connsiteY3" fmla="*/ 135147 h 135147"/>
                <a:gd name="connsiteX4" fmla="*/ 1422 w 594406"/>
                <a:gd name="connsiteY4" fmla="*/ 15599 h 135147"/>
                <a:gd name="connsiteX0" fmla="*/ 131 w 594476"/>
                <a:gd name="connsiteY0" fmla="*/ 4622 h 135147"/>
                <a:gd name="connsiteX1" fmla="*/ 594476 w 594476"/>
                <a:gd name="connsiteY1" fmla="*/ 0 h 135147"/>
                <a:gd name="connsiteX2" fmla="*/ 594476 w 594476"/>
                <a:gd name="connsiteY2" fmla="*/ 92965 h 135147"/>
                <a:gd name="connsiteX3" fmla="*/ 131 w 594476"/>
                <a:gd name="connsiteY3" fmla="*/ 135147 h 135147"/>
                <a:gd name="connsiteX4" fmla="*/ 131 w 594476"/>
                <a:gd name="connsiteY4" fmla="*/ 4622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22423 h 139660"/>
                <a:gd name="connsiteX1" fmla="*/ 595706 w 595706"/>
                <a:gd name="connsiteY1" fmla="*/ 4513 h 139660"/>
                <a:gd name="connsiteX2" fmla="*/ 595706 w 595706"/>
                <a:gd name="connsiteY2" fmla="*/ 97478 h 139660"/>
                <a:gd name="connsiteX3" fmla="*/ 1361 w 595706"/>
                <a:gd name="connsiteY3" fmla="*/ 139660 h 139660"/>
                <a:gd name="connsiteX4" fmla="*/ 0 w 595706"/>
                <a:gd name="connsiteY4" fmla="*/ 22423 h 139660"/>
                <a:gd name="connsiteX0" fmla="*/ 0 w 595706"/>
                <a:gd name="connsiteY0" fmla="*/ 26413 h 143650"/>
                <a:gd name="connsiteX1" fmla="*/ 595706 w 595706"/>
                <a:gd name="connsiteY1" fmla="*/ 8503 h 143650"/>
                <a:gd name="connsiteX2" fmla="*/ 595706 w 595706"/>
                <a:gd name="connsiteY2" fmla="*/ 101468 h 143650"/>
                <a:gd name="connsiteX3" fmla="*/ 1361 w 595706"/>
                <a:gd name="connsiteY3" fmla="*/ 143650 h 143650"/>
                <a:gd name="connsiteX4" fmla="*/ 0 w 595706"/>
                <a:gd name="connsiteY4" fmla="*/ 26413 h 143650"/>
                <a:gd name="connsiteX0" fmla="*/ 0 w 595706"/>
                <a:gd name="connsiteY0" fmla="*/ 21286 h 138523"/>
                <a:gd name="connsiteX1" fmla="*/ 595706 w 595706"/>
                <a:gd name="connsiteY1" fmla="*/ 3376 h 138523"/>
                <a:gd name="connsiteX2" fmla="*/ 595706 w 595706"/>
                <a:gd name="connsiteY2" fmla="*/ 96341 h 138523"/>
                <a:gd name="connsiteX3" fmla="*/ 1361 w 595706"/>
                <a:gd name="connsiteY3" fmla="*/ 138523 h 138523"/>
                <a:gd name="connsiteX4" fmla="*/ 0 w 595706"/>
                <a:gd name="connsiteY4" fmla="*/ 21286 h 138523"/>
                <a:gd name="connsiteX0" fmla="*/ 0 w 595706"/>
                <a:gd name="connsiteY0" fmla="*/ 22534 h 139771"/>
                <a:gd name="connsiteX1" fmla="*/ 595706 w 595706"/>
                <a:gd name="connsiteY1" fmla="*/ 4624 h 139771"/>
                <a:gd name="connsiteX2" fmla="*/ 595706 w 595706"/>
                <a:gd name="connsiteY2" fmla="*/ 97589 h 139771"/>
                <a:gd name="connsiteX3" fmla="*/ 1361 w 595706"/>
                <a:gd name="connsiteY3" fmla="*/ 139771 h 139771"/>
                <a:gd name="connsiteX4" fmla="*/ 0 w 595706"/>
                <a:gd name="connsiteY4" fmla="*/ 22534 h 139771"/>
                <a:gd name="connsiteX0" fmla="*/ 0 w 595706"/>
                <a:gd name="connsiteY0" fmla="*/ 23494 h 140731"/>
                <a:gd name="connsiteX1" fmla="*/ 595706 w 595706"/>
                <a:gd name="connsiteY1" fmla="*/ 2118 h 140731"/>
                <a:gd name="connsiteX2" fmla="*/ 595706 w 595706"/>
                <a:gd name="connsiteY2" fmla="*/ 98549 h 140731"/>
                <a:gd name="connsiteX3" fmla="*/ 1361 w 595706"/>
                <a:gd name="connsiteY3" fmla="*/ 140731 h 140731"/>
                <a:gd name="connsiteX4" fmla="*/ 0 w 595706"/>
                <a:gd name="connsiteY4" fmla="*/ 23494 h 140731"/>
                <a:gd name="connsiteX0" fmla="*/ 0 w 595706"/>
                <a:gd name="connsiteY0" fmla="*/ 23494 h 140731"/>
                <a:gd name="connsiteX1" fmla="*/ 595706 w 595706"/>
                <a:gd name="connsiteY1" fmla="*/ 2118 h 140731"/>
                <a:gd name="connsiteX2" fmla="*/ 595706 w 595706"/>
                <a:gd name="connsiteY2" fmla="*/ 98549 h 140731"/>
                <a:gd name="connsiteX3" fmla="*/ 1361 w 595706"/>
                <a:gd name="connsiteY3" fmla="*/ 140731 h 140731"/>
                <a:gd name="connsiteX4" fmla="*/ 0 w 595706"/>
                <a:gd name="connsiteY4" fmla="*/ 23494 h 140731"/>
                <a:gd name="connsiteX0" fmla="*/ 0 w 595706"/>
                <a:gd name="connsiteY0" fmla="*/ 25030 h 142267"/>
                <a:gd name="connsiteX1" fmla="*/ 595706 w 595706"/>
                <a:gd name="connsiteY1" fmla="*/ 3654 h 142267"/>
                <a:gd name="connsiteX2" fmla="*/ 595706 w 595706"/>
                <a:gd name="connsiteY2" fmla="*/ 100085 h 142267"/>
                <a:gd name="connsiteX3" fmla="*/ 1361 w 595706"/>
                <a:gd name="connsiteY3" fmla="*/ 142267 h 142267"/>
                <a:gd name="connsiteX4" fmla="*/ 0 w 595706"/>
                <a:gd name="connsiteY4" fmla="*/ 25030 h 142267"/>
                <a:gd name="connsiteX0" fmla="*/ 0 w 595706"/>
                <a:gd name="connsiteY0" fmla="*/ 22091 h 139328"/>
                <a:gd name="connsiteX1" fmla="*/ 595706 w 595706"/>
                <a:gd name="connsiteY1" fmla="*/ 715 h 139328"/>
                <a:gd name="connsiteX2" fmla="*/ 595706 w 595706"/>
                <a:gd name="connsiteY2" fmla="*/ 97146 h 139328"/>
                <a:gd name="connsiteX3" fmla="*/ 1361 w 595706"/>
                <a:gd name="connsiteY3" fmla="*/ 139328 h 139328"/>
                <a:gd name="connsiteX4" fmla="*/ 0 w 595706"/>
                <a:gd name="connsiteY4" fmla="*/ 22091 h 139328"/>
                <a:gd name="connsiteX0" fmla="*/ 0 w 595706"/>
                <a:gd name="connsiteY0" fmla="*/ 23573 h 140810"/>
                <a:gd name="connsiteX1" fmla="*/ 595706 w 595706"/>
                <a:gd name="connsiteY1" fmla="*/ 2197 h 140810"/>
                <a:gd name="connsiteX2" fmla="*/ 595706 w 595706"/>
                <a:gd name="connsiteY2" fmla="*/ 98628 h 140810"/>
                <a:gd name="connsiteX3" fmla="*/ 1361 w 595706"/>
                <a:gd name="connsiteY3" fmla="*/ 140810 h 140810"/>
                <a:gd name="connsiteX4" fmla="*/ 0 w 595706"/>
                <a:gd name="connsiteY4" fmla="*/ 23573 h 140810"/>
                <a:gd name="connsiteX0" fmla="*/ 0 w 595706"/>
                <a:gd name="connsiteY0" fmla="*/ 21908 h 139145"/>
                <a:gd name="connsiteX1" fmla="*/ 595706 w 595706"/>
                <a:gd name="connsiteY1" fmla="*/ 532 h 139145"/>
                <a:gd name="connsiteX2" fmla="*/ 595706 w 595706"/>
                <a:gd name="connsiteY2" fmla="*/ 96963 h 139145"/>
                <a:gd name="connsiteX3" fmla="*/ 1361 w 595706"/>
                <a:gd name="connsiteY3" fmla="*/ 139145 h 139145"/>
                <a:gd name="connsiteX4" fmla="*/ 0 w 595706"/>
                <a:gd name="connsiteY4" fmla="*/ 21908 h 139145"/>
                <a:gd name="connsiteX0" fmla="*/ 0 w 595706"/>
                <a:gd name="connsiteY0" fmla="*/ 23863 h 141100"/>
                <a:gd name="connsiteX1" fmla="*/ 595706 w 595706"/>
                <a:gd name="connsiteY1" fmla="*/ 2487 h 141100"/>
                <a:gd name="connsiteX2" fmla="*/ 595706 w 595706"/>
                <a:gd name="connsiteY2" fmla="*/ 98918 h 141100"/>
                <a:gd name="connsiteX3" fmla="*/ 1361 w 595706"/>
                <a:gd name="connsiteY3" fmla="*/ 141100 h 141100"/>
                <a:gd name="connsiteX4" fmla="*/ 0 w 595706"/>
                <a:gd name="connsiteY4" fmla="*/ 23863 h 141100"/>
                <a:gd name="connsiteX0" fmla="*/ 0 w 595706"/>
                <a:gd name="connsiteY0" fmla="*/ 24472 h 141709"/>
                <a:gd name="connsiteX1" fmla="*/ 595706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0 w 595706"/>
                <a:gd name="connsiteY0" fmla="*/ 24267 h 141504"/>
                <a:gd name="connsiteX1" fmla="*/ 595706 w 595706"/>
                <a:gd name="connsiteY1" fmla="*/ 2891 h 141504"/>
                <a:gd name="connsiteX2" fmla="*/ 595706 w 595706"/>
                <a:gd name="connsiteY2" fmla="*/ 99322 h 141504"/>
                <a:gd name="connsiteX3" fmla="*/ 1361 w 595706"/>
                <a:gd name="connsiteY3" fmla="*/ 141504 h 141504"/>
                <a:gd name="connsiteX4" fmla="*/ 0 w 595706"/>
                <a:gd name="connsiteY4" fmla="*/ 24267 h 141504"/>
                <a:gd name="connsiteX0" fmla="*/ 0 w 595706"/>
                <a:gd name="connsiteY0" fmla="*/ 24472 h 141709"/>
                <a:gd name="connsiteX1" fmla="*/ 595706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0 w 595706"/>
                <a:gd name="connsiteY0" fmla="*/ 24472 h 141709"/>
                <a:gd name="connsiteX1" fmla="*/ 594353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124 w 595830"/>
                <a:gd name="connsiteY0" fmla="*/ 24472 h 141709"/>
                <a:gd name="connsiteX1" fmla="*/ 594477 w 595830"/>
                <a:gd name="connsiteY1" fmla="*/ 3096 h 141709"/>
                <a:gd name="connsiteX2" fmla="*/ 595830 w 595830"/>
                <a:gd name="connsiteY2" fmla="*/ 99527 h 141709"/>
                <a:gd name="connsiteX3" fmla="*/ 131 w 595830"/>
                <a:gd name="connsiteY3" fmla="*/ 141709 h 141709"/>
                <a:gd name="connsiteX4" fmla="*/ 124 w 595830"/>
                <a:gd name="connsiteY4" fmla="*/ 24472 h 141709"/>
                <a:gd name="connsiteX0" fmla="*/ 124 w 597179"/>
                <a:gd name="connsiteY0" fmla="*/ 25207 h 142444"/>
                <a:gd name="connsiteX1" fmla="*/ 597179 w 597179"/>
                <a:gd name="connsiteY1" fmla="*/ 481 h 142444"/>
                <a:gd name="connsiteX2" fmla="*/ 595830 w 597179"/>
                <a:gd name="connsiteY2" fmla="*/ 100262 h 142444"/>
                <a:gd name="connsiteX3" fmla="*/ 131 w 597179"/>
                <a:gd name="connsiteY3" fmla="*/ 142444 h 142444"/>
                <a:gd name="connsiteX4" fmla="*/ 124 w 597179"/>
                <a:gd name="connsiteY4" fmla="*/ 25207 h 142444"/>
                <a:gd name="connsiteX0" fmla="*/ 124 w 595889"/>
                <a:gd name="connsiteY0" fmla="*/ 25842 h 143079"/>
                <a:gd name="connsiteX1" fmla="*/ 594477 w 595889"/>
                <a:gd name="connsiteY1" fmla="*/ 0 h 143079"/>
                <a:gd name="connsiteX2" fmla="*/ 595830 w 595889"/>
                <a:gd name="connsiteY2" fmla="*/ 100897 h 143079"/>
                <a:gd name="connsiteX3" fmla="*/ 131 w 595889"/>
                <a:gd name="connsiteY3" fmla="*/ 143079 h 143079"/>
                <a:gd name="connsiteX4" fmla="*/ 124 w 595889"/>
                <a:gd name="connsiteY4" fmla="*/ 25842 h 143079"/>
                <a:gd name="connsiteX0" fmla="*/ 124 w 595889"/>
                <a:gd name="connsiteY0" fmla="*/ 24713 h 141950"/>
                <a:gd name="connsiteX1" fmla="*/ 594477 w 595889"/>
                <a:gd name="connsiteY1" fmla="*/ 2221 h 141950"/>
                <a:gd name="connsiteX2" fmla="*/ 595830 w 595889"/>
                <a:gd name="connsiteY2" fmla="*/ 99768 h 141950"/>
                <a:gd name="connsiteX3" fmla="*/ 131 w 595889"/>
                <a:gd name="connsiteY3" fmla="*/ 141950 h 141950"/>
                <a:gd name="connsiteX4" fmla="*/ 124 w 595889"/>
                <a:gd name="connsiteY4" fmla="*/ 24713 h 141950"/>
                <a:gd name="connsiteX0" fmla="*/ 124 w 595959"/>
                <a:gd name="connsiteY0" fmla="*/ 24713 h 141950"/>
                <a:gd name="connsiteX1" fmla="*/ 595828 w 595959"/>
                <a:gd name="connsiteY1" fmla="*/ 2221 h 141950"/>
                <a:gd name="connsiteX2" fmla="*/ 595830 w 595959"/>
                <a:gd name="connsiteY2" fmla="*/ 99768 h 141950"/>
                <a:gd name="connsiteX3" fmla="*/ 131 w 595959"/>
                <a:gd name="connsiteY3" fmla="*/ 141950 h 141950"/>
                <a:gd name="connsiteX4" fmla="*/ 124 w 595959"/>
                <a:gd name="connsiteY4" fmla="*/ 24713 h 141950"/>
                <a:gd name="connsiteX0" fmla="*/ 124 w 595959"/>
                <a:gd name="connsiteY0" fmla="*/ 24925 h 142162"/>
                <a:gd name="connsiteX1" fmla="*/ 595828 w 595959"/>
                <a:gd name="connsiteY1" fmla="*/ 2433 h 142162"/>
                <a:gd name="connsiteX2" fmla="*/ 595830 w 595959"/>
                <a:gd name="connsiteY2" fmla="*/ 99980 h 142162"/>
                <a:gd name="connsiteX3" fmla="*/ 131 w 595959"/>
                <a:gd name="connsiteY3" fmla="*/ 142162 h 142162"/>
                <a:gd name="connsiteX4" fmla="*/ 124 w 595959"/>
                <a:gd name="connsiteY4" fmla="*/ 24925 h 142162"/>
                <a:gd name="connsiteX0" fmla="*/ 124 w 595959"/>
                <a:gd name="connsiteY0" fmla="*/ 22492 h 139729"/>
                <a:gd name="connsiteX1" fmla="*/ 595828 w 595959"/>
                <a:gd name="connsiteY1" fmla="*/ 0 h 139729"/>
                <a:gd name="connsiteX2" fmla="*/ 595830 w 595959"/>
                <a:gd name="connsiteY2" fmla="*/ 97547 h 139729"/>
                <a:gd name="connsiteX3" fmla="*/ 131 w 595959"/>
                <a:gd name="connsiteY3" fmla="*/ 139729 h 139729"/>
                <a:gd name="connsiteX4" fmla="*/ 124 w 595959"/>
                <a:gd name="connsiteY4" fmla="*/ 22492 h 139729"/>
                <a:gd name="connsiteX0" fmla="*/ 124 w 595959"/>
                <a:gd name="connsiteY0" fmla="*/ 25585 h 142822"/>
                <a:gd name="connsiteX1" fmla="*/ 595828 w 595959"/>
                <a:gd name="connsiteY1" fmla="*/ 3093 h 142822"/>
                <a:gd name="connsiteX2" fmla="*/ 595830 w 595959"/>
                <a:gd name="connsiteY2" fmla="*/ 100640 h 142822"/>
                <a:gd name="connsiteX3" fmla="*/ 131 w 595959"/>
                <a:gd name="connsiteY3" fmla="*/ 142822 h 142822"/>
                <a:gd name="connsiteX4" fmla="*/ 124 w 595959"/>
                <a:gd name="connsiteY4" fmla="*/ 25585 h 142822"/>
                <a:gd name="connsiteX0" fmla="*/ 124 w 595959"/>
                <a:gd name="connsiteY0" fmla="*/ 25585 h 142822"/>
                <a:gd name="connsiteX1" fmla="*/ 595828 w 595959"/>
                <a:gd name="connsiteY1" fmla="*/ 3093 h 142822"/>
                <a:gd name="connsiteX2" fmla="*/ 595830 w 595959"/>
                <a:gd name="connsiteY2" fmla="*/ 100640 h 142822"/>
                <a:gd name="connsiteX3" fmla="*/ 131 w 595959"/>
                <a:gd name="connsiteY3" fmla="*/ 142822 h 142822"/>
                <a:gd name="connsiteX4" fmla="*/ 124 w 595959"/>
                <a:gd name="connsiteY4" fmla="*/ 25585 h 142822"/>
                <a:gd name="connsiteX0" fmla="*/ 124 w 595959"/>
                <a:gd name="connsiteY0" fmla="*/ 26512 h 143749"/>
                <a:gd name="connsiteX1" fmla="*/ 595828 w 595959"/>
                <a:gd name="connsiteY1" fmla="*/ 4020 h 143749"/>
                <a:gd name="connsiteX2" fmla="*/ 595830 w 595959"/>
                <a:gd name="connsiteY2" fmla="*/ 101567 h 143749"/>
                <a:gd name="connsiteX3" fmla="*/ 131 w 595959"/>
                <a:gd name="connsiteY3" fmla="*/ 143749 h 143749"/>
                <a:gd name="connsiteX4" fmla="*/ 124 w 595959"/>
                <a:gd name="connsiteY4" fmla="*/ 26512 h 143749"/>
                <a:gd name="connsiteX0" fmla="*/ 124 w 595959"/>
                <a:gd name="connsiteY0" fmla="*/ 26512 h 143749"/>
                <a:gd name="connsiteX1" fmla="*/ 595828 w 595959"/>
                <a:gd name="connsiteY1" fmla="*/ 4020 h 143749"/>
                <a:gd name="connsiteX2" fmla="*/ 595830 w 595959"/>
                <a:gd name="connsiteY2" fmla="*/ 101567 h 143749"/>
                <a:gd name="connsiteX3" fmla="*/ 131 w 595959"/>
                <a:gd name="connsiteY3" fmla="*/ 143749 h 143749"/>
                <a:gd name="connsiteX4" fmla="*/ 124 w 595959"/>
                <a:gd name="connsiteY4" fmla="*/ 26512 h 143749"/>
                <a:gd name="connsiteX0" fmla="*/ 124 w 595959"/>
                <a:gd name="connsiteY0" fmla="*/ 28496 h 145733"/>
                <a:gd name="connsiteX1" fmla="*/ 595828 w 595959"/>
                <a:gd name="connsiteY1" fmla="*/ 6004 h 145733"/>
                <a:gd name="connsiteX2" fmla="*/ 595830 w 595959"/>
                <a:gd name="connsiteY2" fmla="*/ 103551 h 145733"/>
                <a:gd name="connsiteX3" fmla="*/ 131 w 595959"/>
                <a:gd name="connsiteY3" fmla="*/ 145733 h 145733"/>
                <a:gd name="connsiteX4" fmla="*/ 124 w 595959"/>
                <a:gd name="connsiteY4" fmla="*/ 28496 h 14573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856"/>
                <a:gd name="connsiteY0" fmla="*/ 41841 h 159078"/>
                <a:gd name="connsiteX1" fmla="*/ 591261 w 595856"/>
                <a:gd name="connsiteY1" fmla="*/ 0 h 159078"/>
                <a:gd name="connsiteX2" fmla="*/ 595830 w 595856"/>
                <a:gd name="connsiteY2" fmla="*/ 116896 h 159078"/>
                <a:gd name="connsiteX3" fmla="*/ 131 w 595856"/>
                <a:gd name="connsiteY3" fmla="*/ 159078 h 159078"/>
                <a:gd name="connsiteX4" fmla="*/ 124 w 595856"/>
                <a:gd name="connsiteY4" fmla="*/ 41841 h 159078"/>
                <a:gd name="connsiteX0" fmla="*/ 124 w 595959"/>
                <a:gd name="connsiteY0" fmla="*/ 41841 h 159078"/>
                <a:gd name="connsiteX1" fmla="*/ 595828 w 595959"/>
                <a:gd name="connsiteY1" fmla="*/ 0 h 159078"/>
                <a:gd name="connsiteX2" fmla="*/ 595830 w 595959"/>
                <a:gd name="connsiteY2" fmla="*/ 116896 h 159078"/>
                <a:gd name="connsiteX3" fmla="*/ 131 w 595959"/>
                <a:gd name="connsiteY3" fmla="*/ 159078 h 159078"/>
                <a:gd name="connsiteX4" fmla="*/ 124 w 595959"/>
                <a:gd name="connsiteY4" fmla="*/ 41841 h 159078"/>
                <a:gd name="connsiteX0" fmla="*/ 124 w 597349"/>
                <a:gd name="connsiteY0" fmla="*/ 42378 h 159615"/>
                <a:gd name="connsiteX1" fmla="*/ 597349 w 597349"/>
                <a:gd name="connsiteY1" fmla="*/ 0 h 159615"/>
                <a:gd name="connsiteX2" fmla="*/ 595830 w 597349"/>
                <a:gd name="connsiteY2" fmla="*/ 117433 h 159615"/>
                <a:gd name="connsiteX3" fmla="*/ 131 w 597349"/>
                <a:gd name="connsiteY3" fmla="*/ 159615 h 159615"/>
                <a:gd name="connsiteX4" fmla="*/ 124 w 597349"/>
                <a:gd name="connsiteY4" fmla="*/ 42378 h 159615"/>
                <a:gd name="connsiteX0" fmla="*/ 124 w 600443"/>
                <a:gd name="connsiteY0" fmla="*/ 42378 h 159615"/>
                <a:gd name="connsiteX1" fmla="*/ 597349 w 600443"/>
                <a:gd name="connsiteY1" fmla="*/ 0 h 159615"/>
                <a:gd name="connsiteX2" fmla="*/ 600408 w 600443"/>
                <a:gd name="connsiteY2" fmla="*/ 117433 h 159615"/>
                <a:gd name="connsiteX3" fmla="*/ 131 w 600443"/>
                <a:gd name="connsiteY3" fmla="*/ 159615 h 159615"/>
                <a:gd name="connsiteX4" fmla="*/ 124 w 600443"/>
                <a:gd name="connsiteY4" fmla="*/ 42378 h 159615"/>
                <a:gd name="connsiteX0" fmla="*/ 124 w 600537"/>
                <a:gd name="connsiteY0" fmla="*/ 42378 h 159615"/>
                <a:gd name="connsiteX1" fmla="*/ 600401 w 600537"/>
                <a:gd name="connsiteY1" fmla="*/ 0 h 159615"/>
                <a:gd name="connsiteX2" fmla="*/ 600408 w 600537"/>
                <a:gd name="connsiteY2" fmla="*/ 117433 h 159615"/>
                <a:gd name="connsiteX3" fmla="*/ 131 w 600537"/>
                <a:gd name="connsiteY3" fmla="*/ 159615 h 159615"/>
                <a:gd name="connsiteX4" fmla="*/ 124 w 600537"/>
                <a:gd name="connsiteY4" fmla="*/ 42378 h 159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0537" h="159615">
                  <a:moveTo>
                    <a:pt x="124" y="42378"/>
                  </a:moveTo>
                  <a:cubicBezTo>
                    <a:pt x="296414" y="-50243"/>
                    <a:pt x="418111" y="75773"/>
                    <a:pt x="600401" y="0"/>
                  </a:cubicBezTo>
                  <a:cubicBezTo>
                    <a:pt x="599951" y="33260"/>
                    <a:pt x="600858" y="84173"/>
                    <a:pt x="600408" y="117433"/>
                  </a:cubicBezTo>
                  <a:cubicBezTo>
                    <a:pt x="395490" y="192726"/>
                    <a:pt x="285331" y="62551"/>
                    <a:pt x="131" y="159615"/>
                  </a:cubicBezTo>
                  <a:cubicBezTo>
                    <a:pt x="-323" y="114566"/>
                    <a:pt x="578" y="87427"/>
                    <a:pt x="124" y="42378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93" name="矩形 1174">
              <a:extLst>
                <a:ext uri="{FF2B5EF4-FFF2-40B4-BE49-F238E27FC236}">
                  <a16:creationId xmlns:a16="http://schemas.microsoft.com/office/drawing/2014/main" id="{09144DBE-A832-0E0F-07AE-92C36A54707D}"/>
                </a:ext>
              </a:extLst>
            </p:cNvPr>
            <p:cNvSpPr/>
            <p:nvPr/>
          </p:nvSpPr>
          <p:spPr>
            <a:xfrm rot="10800000">
              <a:off x="5041542" y="6890402"/>
              <a:ext cx="618706" cy="226680"/>
            </a:xfrm>
            <a:custGeom>
              <a:avLst/>
              <a:gdLst>
                <a:gd name="connsiteX0" fmla="*/ 0 w 595706"/>
                <a:gd name="connsiteY0" fmla="*/ 0 h 92965"/>
                <a:gd name="connsiteX1" fmla="*/ 595706 w 595706"/>
                <a:gd name="connsiteY1" fmla="*/ 0 h 92965"/>
                <a:gd name="connsiteX2" fmla="*/ 595706 w 595706"/>
                <a:gd name="connsiteY2" fmla="*/ 92965 h 92965"/>
                <a:gd name="connsiteX3" fmla="*/ 0 w 595706"/>
                <a:gd name="connsiteY3" fmla="*/ 92965 h 92965"/>
                <a:gd name="connsiteX4" fmla="*/ 0 w 595706"/>
                <a:gd name="connsiteY4" fmla="*/ 0 h 92965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1422 w 594406"/>
                <a:gd name="connsiteY0" fmla="*/ 21376 h 135147"/>
                <a:gd name="connsiteX1" fmla="*/ 594406 w 594406"/>
                <a:gd name="connsiteY1" fmla="*/ 0 h 135147"/>
                <a:gd name="connsiteX2" fmla="*/ 594406 w 594406"/>
                <a:gd name="connsiteY2" fmla="*/ 92965 h 135147"/>
                <a:gd name="connsiteX3" fmla="*/ 61 w 594406"/>
                <a:gd name="connsiteY3" fmla="*/ 135147 h 135147"/>
                <a:gd name="connsiteX4" fmla="*/ 1422 w 594406"/>
                <a:gd name="connsiteY4" fmla="*/ 21376 h 135147"/>
                <a:gd name="connsiteX0" fmla="*/ 1422 w 594406"/>
                <a:gd name="connsiteY0" fmla="*/ 15599 h 135147"/>
                <a:gd name="connsiteX1" fmla="*/ 594406 w 594406"/>
                <a:gd name="connsiteY1" fmla="*/ 0 h 135147"/>
                <a:gd name="connsiteX2" fmla="*/ 594406 w 594406"/>
                <a:gd name="connsiteY2" fmla="*/ 92965 h 135147"/>
                <a:gd name="connsiteX3" fmla="*/ 61 w 594406"/>
                <a:gd name="connsiteY3" fmla="*/ 135147 h 135147"/>
                <a:gd name="connsiteX4" fmla="*/ 1422 w 594406"/>
                <a:gd name="connsiteY4" fmla="*/ 15599 h 135147"/>
                <a:gd name="connsiteX0" fmla="*/ 131 w 594476"/>
                <a:gd name="connsiteY0" fmla="*/ 4622 h 135147"/>
                <a:gd name="connsiteX1" fmla="*/ 594476 w 594476"/>
                <a:gd name="connsiteY1" fmla="*/ 0 h 135147"/>
                <a:gd name="connsiteX2" fmla="*/ 594476 w 594476"/>
                <a:gd name="connsiteY2" fmla="*/ 92965 h 135147"/>
                <a:gd name="connsiteX3" fmla="*/ 131 w 594476"/>
                <a:gd name="connsiteY3" fmla="*/ 135147 h 135147"/>
                <a:gd name="connsiteX4" fmla="*/ 131 w 594476"/>
                <a:gd name="connsiteY4" fmla="*/ 4622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22423 h 139660"/>
                <a:gd name="connsiteX1" fmla="*/ 595706 w 595706"/>
                <a:gd name="connsiteY1" fmla="*/ 4513 h 139660"/>
                <a:gd name="connsiteX2" fmla="*/ 595706 w 595706"/>
                <a:gd name="connsiteY2" fmla="*/ 97478 h 139660"/>
                <a:gd name="connsiteX3" fmla="*/ 1361 w 595706"/>
                <a:gd name="connsiteY3" fmla="*/ 139660 h 139660"/>
                <a:gd name="connsiteX4" fmla="*/ 0 w 595706"/>
                <a:gd name="connsiteY4" fmla="*/ 22423 h 139660"/>
                <a:gd name="connsiteX0" fmla="*/ 0 w 595706"/>
                <a:gd name="connsiteY0" fmla="*/ 26413 h 143650"/>
                <a:gd name="connsiteX1" fmla="*/ 595706 w 595706"/>
                <a:gd name="connsiteY1" fmla="*/ 8503 h 143650"/>
                <a:gd name="connsiteX2" fmla="*/ 595706 w 595706"/>
                <a:gd name="connsiteY2" fmla="*/ 101468 h 143650"/>
                <a:gd name="connsiteX3" fmla="*/ 1361 w 595706"/>
                <a:gd name="connsiteY3" fmla="*/ 143650 h 143650"/>
                <a:gd name="connsiteX4" fmla="*/ 0 w 595706"/>
                <a:gd name="connsiteY4" fmla="*/ 26413 h 143650"/>
                <a:gd name="connsiteX0" fmla="*/ 0 w 595706"/>
                <a:gd name="connsiteY0" fmla="*/ 21286 h 138523"/>
                <a:gd name="connsiteX1" fmla="*/ 595706 w 595706"/>
                <a:gd name="connsiteY1" fmla="*/ 3376 h 138523"/>
                <a:gd name="connsiteX2" fmla="*/ 595706 w 595706"/>
                <a:gd name="connsiteY2" fmla="*/ 96341 h 138523"/>
                <a:gd name="connsiteX3" fmla="*/ 1361 w 595706"/>
                <a:gd name="connsiteY3" fmla="*/ 138523 h 138523"/>
                <a:gd name="connsiteX4" fmla="*/ 0 w 595706"/>
                <a:gd name="connsiteY4" fmla="*/ 21286 h 138523"/>
                <a:gd name="connsiteX0" fmla="*/ 0 w 595706"/>
                <a:gd name="connsiteY0" fmla="*/ 22534 h 139771"/>
                <a:gd name="connsiteX1" fmla="*/ 595706 w 595706"/>
                <a:gd name="connsiteY1" fmla="*/ 4624 h 139771"/>
                <a:gd name="connsiteX2" fmla="*/ 595706 w 595706"/>
                <a:gd name="connsiteY2" fmla="*/ 97589 h 139771"/>
                <a:gd name="connsiteX3" fmla="*/ 1361 w 595706"/>
                <a:gd name="connsiteY3" fmla="*/ 139771 h 139771"/>
                <a:gd name="connsiteX4" fmla="*/ 0 w 595706"/>
                <a:gd name="connsiteY4" fmla="*/ 22534 h 139771"/>
                <a:gd name="connsiteX0" fmla="*/ 0 w 595706"/>
                <a:gd name="connsiteY0" fmla="*/ 23494 h 140731"/>
                <a:gd name="connsiteX1" fmla="*/ 595706 w 595706"/>
                <a:gd name="connsiteY1" fmla="*/ 2118 h 140731"/>
                <a:gd name="connsiteX2" fmla="*/ 595706 w 595706"/>
                <a:gd name="connsiteY2" fmla="*/ 98549 h 140731"/>
                <a:gd name="connsiteX3" fmla="*/ 1361 w 595706"/>
                <a:gd name="connsiteY3" fmla="*/ 140731 h 140731"/>
                <a:gd name="connsiteX4" fmla="*/ 0 w 595706"/>
                <a:gd name="connsiteY4" fmla="*/ 23494 h 140731"/>
                <a:gd name="connsiteX0" fmla="*/ 0 w 595706"/>
                <a:gd name="connsiteY0" fmla="*/ 23494 h 140731"/>
                <a:gd name="connsiteX1" fmla="*/ 595706 w 595706"/>
                <a:gd name="connsiteY1" fmla="*/ 2118 h 140731"/>
                <a:gd name="connsiteX2" fmla="*/ 595706 w 595706"/>
                <a:gd name="connsiteY2" fmla="*/ 98549 h 140731"/>
                <a:gd name="connsiteX3" fmla="*/ 1361 w 595706"/>
                <a:gd name="connsiteY3" fmla="*/ 140731 h 140731"/>
                <a:gd name="connsiteX4" fmla="*/ 0 w 595706"/>
                <a:gd name="connsiteY4" fmla="*/ 23494 h 140731"/>
                <a:gd name="connsiteX0" fmla="*/ 0 w 595706"/>
                <a:gd name="connsiteY0" fmla="*/ 25030 h 142267"/>
                <a:gd name="connsiteX1" fmla="*/ 595706 w 595706"/>
                <a:gd name="connsiteY1" fmla="*/ 3654 h 142267"/>
                <a:gd name="connsiteX2" fmla="*/ 595706 w 595706"/>
                <a:gd name="connsiteY2" fmla="*/ 100085 h 142267"/>
                <a:gd name="connsiteX3" fmla="*/ 1361 w 595706"/>
                <a:gd name="connsiteY3" fmla="*/ 142267 h 142267"/>
                <a:gd name="connsiteX4" fmla="*/ 0 w 595706"/>
                <a:gd name="connsiteY4" fmla="*/ 25030 h 142267"/>
                <a:gd name="connsiteX0" fmla="*/ 0 w 595706"/>
                <a:gd name="connsiteY0" fmla="*/ 22091 h 139328"/>
                <a:gd name="connsiteX1" fmla="*/ 595706 w 595706"/>
                <a:gd name="connsiteY1" fmla="*/ 715 h 139328"/>
                <a:gd name="connsiteX2" fmla="*/ 595706 w 595706"/>
                <a:gd name="connsiteY2" fmla="*/ 97146 h 139328"/>
                <a:gd name="connsiteX3" fmla="*/ 1361 w 595706"/>
                <a:gd name="connsiteY3" fmla="*/ 139328 h 139328"/>
                <a:gd name="connsiteX4" fmla="*/ 0 w 595706"/>
                <a:gd name="connsiteY4" fmla="*/ 22091 h 139328"/>
                <a:gd name="connsiteX0" fmla="*/ 0 w 595706"/>
                <a:gd name="connsiteY0" fmla="*/ 23573 h 140810"/>
                <a:gd name="connsiteX1" fmla="*/ 595706 w 595706"/>
                <a:gd name="connsiteY1" fmla="*/ 2197 h 140810"/>
                <a:gd name="connsiteX2" fmla="*/ 595706 w 595706"/>
                <a:gd name="connsiteY2" fmla="*/ 98628 h 140810"/>
                <a:gd name="connsiteX3" fmla="*/ 1361 w 595706"/>
                <a:gd name="connsiteY3" fmla="*/ 140810 h 140810"/>
                <a:gd name="connsiteX4" fmla="*/ 0 w 595706"/>
                <a:gd name="connsiteY4" fmla="*/ 23573 h 140810"/>
                <a:gd name="connsiteX0" fmla="*/ 0 w 595706"/>
                <a:gd name="connsiteY0" fmla="*/ 21908 h 139145"/>
                <a:gd name="connsiteX1" fmla="*/ 595706 w 595706"/>
                <a:gd name="connsiteY1" fmla="*/ 532 h 139145"/>
                <a:gd name="connsiteX2" fmla="*/ 595706 w 595706"/>
                <a:gd name="connsiteY2" fmla="*/ 96963 h 139145"/>
                <a:gd name="connsiteX3" fmla="*/ 1361 w 595706"/>
                <a:gd name="connsiteY3" fmla="*/ 139145 h 139145"/>
                <a:gd name="connsiteX4" fmla="*/ 0 w 595706"/>
                <a:gd name="connsiteY4" fmla="*/ 21908 h 139145"/>
                <a:gd name="connsiteX0" fmla="*/ 0 w 595706"/>
                <a:gd name="connsiteY0" fmla="*/ 23863 h 141100"/>
                <a:gd name="connsiteX1" fmla="*/ 595706 w 595706"/>
                <a:gd name="connsiteY1" fmla="*/ 2487 h 141100"/>
                <a:gd name="connsiteX2" fmla="*/ 595706 w 595706"/>
                <a:gd name="connsiteY2" fmla="*/ 98918 h 141100"/>
                <a:gd name="connsiteX3" fmla="*/ 1361 w 595706"/>
                <a:gd name="connsiteY3" fmla="*/ 141100 h 141100"/>
                <a:gd name="connsiteX4" fmla="*/ 0 w 595706"/>
                <a:gd name="connsiteY4" fmla="*/ 23863 h 141100"/>
                <a:gd name="connsiteX0" fmla="*/ 0 w 595706"/>
                <a:gd name="connsiteY0" fmla="*/ 24472 h 141709"/>
                <a:gd name="connsiteX1" fmla="*/ 595706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0 w 595706"/>
                <a:gd name="connsiteY0" fmla="*/ 24267 h 141504"/>
                <a:gd name="connsiteX1" fmla="*/ 595706 w 595706"/>
                <a:gd name="connsiteY1" fmla="*/ 2891 h 141504"/>
                <a:gd name="connsiteX2" fmla="*/ 595706 w 595706"/>
                <a:gd name="connsiteY2" fmla="*/ 99322 h 141504"/>
                <a:gd name="connsiteX3" fmla="*/ 1361 w 595706"/>
                <a:gd name="connsiteY3" fmla="*/ 141504 h 141504"/>
                <a:gd name="connsiteX4" fmla="*/ 0 w 595706"/>
                <a:gd name="connsiteY4" fmla="*/ 24267 h 141504"/>
                <a:gd name="connsiteX0" fmla="*/ 0 w 595706"/>
                <a:gd name="connsiteY0" fmla="*/ 24472 h 141709"/>
                <a:gd name="connsiteX1" fmla="*/ 595706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0 w 595706"/>
                <a:gd name="connsiteY0" fmla="*/ 24472 h 141709"/>
                <a:gd name="connsiteX1" fmla="*/ 594353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124 w 595830"/>
                <a:gd name="connsiteY0" fmla="*/ 24472 h 141709"/>
                <a:gd name="connsiteX1" fmla="*/ 594477 w 595830"/>
                <a:gd name="connsiteY1" fmla="*/ 3096 h 141709"/>
                <a:gd name="connsiteX2" fmla="*/ 595830 w 595830"/>
                <a:gd name="connsiteY2" fmla="*/ 99527 h 141709"/>
                <a:gd name="connsiteX3" fmla="*/ 131 w 595830"/>
                <a:gd name="connsiteY3" fmla="*/ 141709 h 141709"/>
                <a:gd name="connsiteX4" fmla="*/ 124 w 595830"/>
                <a:gd name="connsiteY4" fmla="*/ 24472 h 141709"/>
                <a:gd name="connsiteX0" fmla="*/ 124 w 597179"/>
                <a:gd name="connsiteY0" fmla="*/ 25207 h 142444"/>
                <a:gd name="connsiteX1" fmla="*/ 597179 w 597179"/>
                <a:gd name="connsiteY1" fmla="*/ 481 h 142444"/>
                <a:gd name="connsiteX2" fmla="*/ 595830 w 597179"/>
                <a:gd name="connsiteY2" fmla="*/ 100262 h 142444"/>
                <a:gd name="connsiteX3" fmla="*/ 131 w 597179"/>
                <a:gd name="connsiteY3" fmla="*/ 142444 h 142444"/>
                <a:gd name="connsiteX4" fmla="*/ 124 w 597179"/>
                <a:gd name="connsiteY4" fmla="*/ 25207 h 142444"/>
                <a:gd name="connsiteX0" fmla="*/ 124 w 595889"/>
                <a:gd name="connsiteY0" fmla="*/ 25842 h 143079"/>
                <a:gd name="connsiteX1" fmla="*/ 594477 w 595889"/>
                <a:gd name="connsiteY1" fmla="*/ 0 h 143079"/>
                <a:gd name="connsiteX2" fmla="*/ 595830 w 595889"/>
                <a:gd name="connsiteY2" fmla="*/ 100897 h 143079"/>
                <a:gd name="connsiteX3" fmla="*/ 131 w 595889"/>
                <a:gd name="connsiteY3" fmla="*/ 143079 h 143079"/>
                <a:gd name="connsiteX4" fmla="*/ 124 w 595889"/>
                <a:gd name="connsiteY4" fmla="*/ 25842 h 143079"/>
                <a:gd name="connsiteX0" fmla="*/ 124 w 595889"/>
                <a:gd name="connsiteY0" fmla="*/ 24713 h 141950"/>
                <a:gd name="connsiteX1" fmla="*/ 594477 w 595889"/>
                <a:gd name="connsiteY1" fmla="*/ 2221 h 141950"/>
                <a:gd name="connsiteX2" fmla="*/ 595830 w 595889"/>
                <a:gd name="connsiteY2" fmla="*/ 99768 h 141950"/>
                <a:gd name="connsiteX3" fmla="*/ 131 w 595889"/>
                <a:gd name="connsiteY3" fmla="*/ 141950 h 141950"/>
                <a:gd name="connsiteX4" fmla="*/ 124 w 595889"/>
                <a:gd name="connsiteY4" fmla="*/ 24713 h 141950"/>
                <a:gd name="connsiteX0" fmla="*/ 124 w 595959"/>
                <a:gd name="connsiteY0" fmla="*/ 24713 h 141950"/>
                <a:gd name="connsiteX1" fmla="*/ 595828 w 595959"/>
                <a:gd name="connsiteY1" fmla="*/ 2221 h 141950"/>
                <a:gd name="connsiteX2" fmla="*/ 595830 w 595959"/>
                <a:gd name="connsiteY2" fmla="*/ 99768 h 141950"/>
                <a:gd name="connsiteX3" fmla="*/ 131 w 595959"/>
                <a:gd name="connsiteY3" fmla="*/ 141950 h 141950"/>
                <a:gd name="connsiteX4" fmla="*/ 124 w 595959"/>
                <a:gd name="connsiteY4" fmla="*/ 24713 h 141950"/>
                <a:gd name="connsiteX0" fmla="*/ 124 w 595959"/>
                <a:gd name="connsiteY0" fmla="*/ 24925 h 142162"/>
                <a:gd name="connsiteX1" fmla="*/ 595828 w 595959"/>
                <a:gd name="connsiteY1" fmla="*/ 2433 h 142162"/>
                <a:gd name="connsiteX2" fmla="*/ 595830 w 595959"/>
                <a:gd name="connsiteY2" fmla="*/ 99980 h 142162"/>
                <a:gd name="connsiteX3" fmla="*/ 131 w 595959"/>
                <a:gd name="connsiteY3" fmla="*/ 142162 h 142162"/>
                <a:gd name="connsiteX4" fmla="*/ 124 w 595959"/>
                <a:gd name="connsiteY4" fmla="*/ 24925 h 142162"/>
                <a:gd name="connsiteX0" fmla="*/ 124 w 595959"/>
                <a:gd name="connsiteY0" fmla="*/ 22492 h 139729"/>
                <a:gd name="connsiteX1" fmla="*/ 595828 w 595959"/>
                <a:gd name="connsiteY1" fmla="*/ 0 h 139729"/>
                <a:gd name="connsiteX2" fmla="*/ 595830 w 595959"/>
                <a:gd name="connsiteY2" fmla="*/ 97547 h 139729"/>
                <a:gd name="connsiteX3" fmla="*/ 131 w 595959"/>
                <a:gd name="connsiteY3" fmla="*/ 139729 h 139729"/>
                <a:gd name="connsiteX4" fmla="*/ 124 w 595959"/>
                <a:gd name="connsiteY4" fmla="*/ 22492 h 139729"/>
                <a:gd name="connsiteX0" fmla="*/ 124 w 595959"/>
                <a:gd name="connsiteY0" fmla="*/ 25585 h 142822"/>
                <a:gd name="connsiteX1" fmla="*/ 595828 w 595959"/>
                <a:gd name="connsiteY1" fmla="*/ 3093 h 142822"/>
                <a:gd name="connsiteX2" fmla="*/ 595830 w 595959"/>
                <a:gd name="connsiteY2" fmla="*/ 100640 h 142822"/>
                <a:gd name="connsiteX3" fmla="*/ 131 w 595959"/>
                <a:gd name="connsiteY3" fmla="*/ 142822 h 142822"/>
                <a:gd name="connsiteX4" fmla="*/ 124 w 595959"/>
                <a:gd name="connsiteY4" fmla="*/ 25585 h 142822"/>
                <a:gd name="connsiteX0" fmla="*/ 124 w 595959"/>
                <a:gd name="connsiteY0" fmla="*/ 25585 h 142822"/>
                <a:gd name="connsiteX1" fmla="*/ 595828 w 595959"/>
                <a:gd name="connsiteY1" fmla="*/ 3093 h 142822"/>
                <a:gd name="connsiteX2" fmla="*/ 595830 w 595959"/>
                <a:gd name="connsiteY2" fmla="*/ 100640 h 142822"/>
                <a:gd name="connsiteX3" fmla="*/ 131 w 595959"/>
                <a:gd name="connsiteY3" fmla="*/ 142822 h 142822"/>
                <a:gd name="connsiteX4" fmla="*/ 124 w 595959"/>
                <a:gd name="connsiteY4" fmla="*/ 25585 h 142822"/>
                <a:gd name="connsiteX0" fmla="*/ 124 w 595959"/>
                <a:gd name="connsiteY0" fmla="*/ 26512 h 143749"/>
                <a:gd name="connsiteX1" fmla="*/ 595828 w 595959"/>
                <a:gd name="connsiteY1" fmla="*/ 4020 h 143749"/>
                <a:gd name="connsiteX2" fmla="*/ 595830 w 595959"/>
                <a:gd name="connsiteY2" fmla="*/ 101567 h 143749"/>
                <a:gd name="connsiteX3" fmla="*/ 131 w 595959"/>
                <a:gd name="connsiteY3" fmla="*/ 143749 h 143749"/>
                <a:gd name="connsiteX4" fmla="*/ 124 w 595959"/>
                <a:gd name="connsiteY4" fmla="*/ 26512 h 143749"/>
                <a:gd name="connsiteX0" fmla="*/ 124 w 595959"/>
                <a:gd name="connsiteY0" fmla="*/ 26512 h 143749"/>
                <a:gd name="connsiteX1" fmla="*/ 595828 w 595959"/>
                <a:gd name="connsiteY1" fmla="*/ 4020 h 143749"/>
                <a:gd name="connsiteX2" fmla="*/ 595830 w 595959"/>
                <a:gd name="connsiteY2" fmla="*/ 101567 h 143749"/>
                <a:gd name="connsiteX3" fmla="*/ 131 w 595959"/>
                <a:gd name="connsiteY3" fmla="*/ 143749 h 143749"/>
                <a:gd name="connsiteX4" fmla="*/ 124 w 595959"/>
                <a:gd name="connsiteY4" fmla="*/ 26512 h 143749"/>
                <a:gd name="connsiteX0" fmla="*/ 124 w 595959"/>
                <a:gd name="connsiteY0" fmla="*/ 28496 h 145733"/>
                <a:gd name="connsiteX1" fmla="*/ 595828 w 595959"/>
                <a:gd name="connsiteY1" fmla="*/ 6004 h 145733"/>
                <a:gd name="connsiteX2" fmla="*/ 595830 w 595959"/>
                <a:gd name="connsiteY2" fmla="*/ 103551 h 145733"/>
                <a:gd name="connsiteX3" fmla="*/ 131 w 595959"/>
                <a:gd name="connsiteY3" fmla="*/ 145733 h 145733"/>
                <a:gd name="connsiteX4" fmla="*/ 124 w 595959"/>
                <a:gd name="connsiteY4" fmla="*/ 28496 h 14573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856"/>
                <a:gd name="connsiteY0" fmla="*/ 41841 h 159078"/>
                <a:gd name="connsiteX1" fmla="*/ 591261 w 595856"/>
                <a:gd name="connsiteY1" fmla="*/ 0 h 159078"/>
                <a:gd name="connsiteX2" fmla="*/ 595830 w 595856"/>
                <a:gd name="connsiteY2" fmla="*/ 116896 h 159078"/>
                <a:gd name="connsiteX3" fmla="*/ 131 w 595856"/>
                <a:gd name="connsiteY3" fmla="*/ 159078 h 159078"/>
                <a:gd name="connsiteX4" fmla="*/ 124 w 595856"/>
                <a:gd name="connsiteY4" fmla="*/ 41841 h 159078"/>
                <a:gd name="connsiteX0" fmla="*/ 124 w 595959"/>
                <a:gd name="connsiteY0" fmla="*/ 41841 h 159078"/>
                <a:gd name="connsiteX1" fmla="*/ 595828 w 595959"/>
                <a:gd name="connsiteY1" fmla="*/ 0 h 159078"/>
                <a:gd name="connsiteX2" fmla="*/ 595830 w 595959"/>
                <a:gd name="connsiteY2" fmla="*/ 116896 h 159078"/>
                <a:gd name="connsiteX3" fmla="*/ 131 w 595959"/>
                <a:gd name="connsiteY3" fmla="*/ 159078 h 159078"/>
                <a:gd name="connsiteX4" fmla="*/ 124 w 595959"/>
                <a:gd name="connsiteY4" fmla="*/ 41841 h 159078"/>
                <a:gd name="connsiteX0" fmla="*/ 124 w 597349"/>
                <a:gd name="connsiteY0" fmla="*/ 42378 h 159615"/>
                <a:gd name="connsiteX1" fmla="*/ 597349 w 597349"/>
                <a:gd name="connsiteY1" fmla="*/ 0 h 159615"/>
                <a:gd name="connsiteX2" fmla="*/ 595830 w 597349"/>
                <a:gd name="connsiteY2" fmla="*/ 117433 h 159615"/>
                <a:gd name="connsiteX3" fmla="*/ 131 w 597349"/>
                <a:gd name="connsiteY3" fmla="*/ 159615 h 159615"/>
                <a:gd name="connsiteX4" fmla="*/ 124 w 597349"/>
                <a:gd name="connsiteY4" fmla="*/ 42378 h 159615"/>
                <a:gd name="connsiteX0" fmla="*/ 124 w 600443"/>
                <a:gd name="connsiteY0" fmla="*/ 42378 h 159615"/>
                <a:gd name="connsiteX1" fmla="*/ 597349 w 600443"/>
                <a:gd name="connsiteY1" fmla="*/ 0 h 159615"/>
                <a:gd name="connsiteX2" fmla="*/ 600408 w 600443"/>
                <a:gd name="connsiteY2" fmla="*/ 117433 h 159615"/>
                <a:gd name="connsiteX3" fmla="*/ 131 w 600443"/>
                <a:gd name="connsiteY3" fmla="*/ 159615 h 159615"/>
                <a:gd name="connsiteX4" fmla="*/ 124 w 600443"/>
                <a:gd name="connsiteY4" fmla="*/ 42378 h 159615"/>
                <a:gd name="connsiteX0" fmla="*/ 124 w 600537"/>
                <a:gd name="connsiteY0" fmla="*/ 42378 h 159615"/>
                <a:gd name="connsiteX1" fmla="*/ 600401 w 600537"/>
                <a:gd name="connsiteY1" fmla="*/ 0 h 159615"/>
                <a:gd name="connsiteX2" fmla="*/ 600408 w 600537"/>
                <a:gd name="connsiteY2" fmla="*/ 117433 h 159615"/>
                <a:gd name="connsiteX3" fmla="*/ 131 w 600537"/>
                <a:gd name="connsiteY3" fmla="*/ 159615 h 159615"/>
                <a:gd name="connsiteX4" fmla="*/ 124 w 600537"/>
                <a:gd name="connsiteY4" fmla="*/ 42378 h 159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0537" h="159615">
                  <a:moveTo>
                    <a:pt x="124" y="42378"/>
                  </a:moveTo>
                  <a:cubicBezTo>
                    <a:pt x="296414" y="-50243"/>
                    <a:pt x="418111" y="75773"/>
                    <a:pt x="600401" y="0"/>
                  </a:cubicBezTo>
                  <a:cubicBezTo>
                    <a:pt x="599951" y="33260"/>
                    <a:pt x="600858" y="84173"/>
                    <a:pt x="600408" y="117433"/>
                  </a:cubicBezTo>
                  <a:cubicBezTo>
                    <a:pt x="395490" y="192726"/>
                    <a:pt x="285331" y="62551"/>
                    <a:pt x="131" y="159615"/>
                  </a:cubicBezTo>
                  <a:cubicBezTo>
                    <a:pt x="-323" y="114566"/>
                    <a:pt x="578" y="87427"/>
                    <a:pt x="124" y="42378"/>
                  </a:cubicBezTo>
                  <a:close/>
                </a:path>
              </a:pathLst>
            </a:custGeom>
            <a:solidFill>
              <a:schemeClr val="accent2">
                <a:lumMod val="40000"/>
                <a:lumOff val="6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94" name="矩形 1174">
              <a:extLst>
                <a:ext uri="{FF2B5EF4-FFF2-40B4-BE49-F238E27FC236}">
                  <a16:creationId xmlns:a16="http://schemas.microsoft.com/office/drawing/2014/main" id="{04D438FE-A41D-4D6E-EACD-AE8F9526E406}"/>
                </a:ext>
              </a:extLst>
            </p:cNvPr>
            <p:cNvSpPr/>
            <p:nvPr/>
          </p:nvSpPr>
          <p:spPr>
            <a:xfrm rot="10800000">
              <a:off x="5041541" y="7045652"/>
              <a:ext cx="618707" cy="139508"/>
            </a:xfrm>
            <a:custGeom>
              <a:avLst/>
              <a:gdLst>
                <a:gd name="connsiteX0" fmla="*/ 0 w 595706"/>
                <a:gd name="connsiteY0" fmla="*/ 0 h 92965"/>
                <a:gd name="connsiteX1" fmla="*/ 595706 w 595706"/>
                <a:gd name="connsiteY1" fmla="*/ 0 h 92965"/>
                <a:gd name="connsiteX2" fmla="*/ 595706 w 595706"/>
                <a:gd name="connsiteY2" fmla="*/ 92965 h 92965"/>
                <a:gd name="connsiteX3" fmla="*/ 0 w 595706"/>
                <a:gd name="connsiteY3" fmla="*/ 92965 h 92965"/>
                <a:gd name="connsiteX4" fmla="*/ 0 w 595706"/>
                <a:gd name="connsiteY4" fmla="*/ 0 h 92965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131 w 595837"/>
                <a:gd name="connsiteY0" fmla="*/ 0 h 148754"/>
                <a:gd name="connsiteX1" fmla="*/ 595837 w 595837"/>
                <a:gd name="connsiteY1" fmla="*/ 0 h 148754"/>
                <a:gd name="connsiteX2" fmla="*/ 595837 w 595837"/>
                <a:gd name="connsiteY2" fmla="*/ 92965 h 148754"/>
                <a:gd name="connsiteX3" fmla="*/ 131 w 595837"/>
                <a:gd name="connsiteY3" fmla="*/ 148754 h 148754"/>
                <a:gd name="connsiteX4" fmla="*/ 131 w 595837"/>
                <a:gd name="connsiteY4" fmla="*/ 0 h 148754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56571"/>
                <a:gd name="connsiteX1" fmla="*/ 595837 w 595837"/>
                <a:gd name="connsiteY1" fmla="*/ 0 h 156571"/>
                <a:gd name="connsiteX2" fmla="*/ 594316 w 595837"/>
                <a:gd name="connsiteY2" fmla="*/ 141984 h 156571"/>
                <a:gd name="connsiteX3" fmla="*/ 131 w 595837"/>
                <a:gd name="connsiteY3" fmla="*/ 140590 h 156571"/>
                <a:gd name="connsiteX4" fmla="*/ 131 w 595837"/>
                <a:gd name="connsiteY4" fmla="*/ 0 h 156571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0 w 600949"/>
                <a:gd name="connsiteY0" fmla="*/ 0 h 271309"/>
                <a:gd name="connsiteX1" fmla="*/ 600949 w 600949"/>
                <a:gd name="connsiteY1" fmla="*/ 0 h 271309"/>
                <a:gd name="connsiteX2" fmla="*/ 599428 w 600949"/>
                <a:gd name="connsiteY2" fmla="*/ 141984 h 271309"/>
                <a:gd name="connsiteX3" fmla="*/ 3722 w 600949"/>
                <a:gd name="connsiteY3" fmla="*/ 271309 h 271309"/>
                <a:gd name="connsiteX4" fmla="*/ 0 w 600949"/>
                <a:gd name="connsiteY4" fmla="*/ 0 h 271309"/>
                <a:gd name="connsiteX0" fmla="*/ 0 w 599639"/>
                <a:gd name="connsiteY0" fmla="*/ 0 h 271309"/>
                <a:gd name="connsiteX1" fmla="*/ 599639 w 599639"/>
                <a:gd name="connsiteY1" fmla="*/ 0 h 271309"/>
                <a:gd name="connsiteX2" fmla="*/ 599428 w 599639"/>
                <a:gd name="connsiteY2" fmla="*/ 141984 h 271309"/>
                <a:gd name="connsiteX3" fmla="*/ 3722 w 599639"/>
                <a:gd name="connsiteY3" fmla="*/ 271309 h 271309"/>
                <a:gd name="connsiteX4" fmla="*/ 0 w 599639"/>
                <a:gd name="connsiteY4" fmla="*/ 0 h 271309"/>
                <a:gd name="connsiteX0" fmla="*/ 0 w 597018"/>
                <a:gd name="connsiteY0" fmla="*/ 0 h 271309"/>
                <a:gd name="connsiteX1" fmla="*/ 597018 w 597018"/>
                <a:gd name="connsiteY1" fmla="*/ 0 h 271309"/>
                <a:gd name="connsiteX2" fmla="*/ 596807 w 597018"/>
                <a:gd name="connsiteY2" fmla="*/ 141984 h 271309"/>
                <a:gd name="connsiteX3" fmla="*/ 1101 w 597018"/>
                <a:gd name="connsiteY3" fmla="*/ 271309 h 271309"/>
                <a:gd name="connsiteX4" fmla="*/ 0 w 597018"/>
                <a:gd name="connsiteY4" fmla="*/ 0 h 271309"/>
                <a:gd name="connsiteX0" fmla="*/ 0 w 596807"/>
                <a:gd name="connsiteY0" fmla="*/ 0 h 271309"/>
                <a:gd name="connsiteX1" fmla="*/ 591775 w 596807"/>
                <a:gd name="connsiteY1" fmla="*/ 0 h 271309"/>
                <a:gd name="connsiteX2" fmla="*/ 596807 w 596807"/>
                <a:gd name="connsiteY2" fmla="*/ 141984 h 271309"/>
                <a:gd name="connsiteX3" fmla="*/ 1101 w 596807"/>
                <a:gd name="connsiteY3" fmla="*/ 271309 h 271309"/>
                <a:gd name="connsiteX4" fmla="*/ 0 w 596807"/>
                <a:gd name="connsiteY4" fmla="*/ 0 h 271309"/>
                <a:gd name="connsiteX0" fmla="*/ 0 w 596807"/>
                <a:gd name="connsiteY0" fmla="*/ 0 h 271309"/>
                <a:gd name="connsiteX1" fmla="*/ 595708 w 596807"/>
                <a:gd name="connsiteY1" fmla="*/ 0 h 271309"/>
                <a:gd name="connsiteX2" fmla="*/ 596807 w 596807"/>
                <a:gd name="connsiteY2" fmla="*/ 141984 h 271309"/>
                <a:gd name="connsiteX3" fmla="*/ 1101 w 596807"/>
                <a:gd name="connsiteY3" fmla="*/ 271309 h 271309"/>
                <a:gd name="connsiteX4" fmla="*/ 0 w 596807"/>
                <a:gd name="connsiteY4" fmla="*/ 0 h 271309"/>
                <a:gd name="connsiteX0" fmla="*/ 0 w 595708"/>
                <a:gd name="connsiteY0" fmla="*/ 0 h 271309"/>
                <a:gd name="connsiteX1" fmla="*/ 595708 w 595708"/>
                <a:gd name="connsiteY1" fmla="*/ 0 h 271309"/>
                <a:gd name="connsiteX2" fmla="*/ 594186 w 595708"/>
                <a:gd name="connsiteY2" fmla="*/ 141985 h 271309"/>
                <a:gd name="connsiteX3" fmla="*/ 1101 w 595708"/>
                <a:gd name="connsiteY3" fmla="*/ 271309 h 271309"/>
                <a:gd name="connsiteX4" fmla="*/ 0 w 595708"/>
                <a:gd name="connsiteY4" fmla="*/ 0 h 271309"/>
                <a:gd name="connsiteX0" fmla="*/ 0 w 596439"/>
                <a:gd name="connsiteY0" fmla="*/ 109083 h 380392"/>
                <a:gd name="connsiteX1" fmla="*/ 595708 w 596439"/>
                <a:gd name="connsiteY1" fmla="*/ 109083 h 380392"/>
                <a:gd name="connsiteX2" fmla="*/ 594186 w 596439"/>
                <a:gd name="connsiteY2" fmla="*/ 251068 h 380392"/>
                <a:gd name="connsiteX3" fmla="*/ 1101 w 596439"/>
                <a:gd name="connsiteY3" fmla="*/ 380392 h 380392"/>
                <a:gd name="connsiteX4" fmla="*/ 0 w 596439"/>
                <a:gd name="connsiteY4" fmla="*/ 109083 h 380392"/>
                <a:gd name="connsiteX0" fmla="*/ 0 w 595708"/>
                <a:gd name="connsiteY0" fmla="*/ 0 h 271309"/>
                <a:gd name="connsiteX1" fmla="*/ 595708 w 595708"/>
                <a:gd name="connsiteY1" fmla="*/ 0 h 271309"/>
                <a:gd name="connsiteX2" fmla="*/ 594186 w 595708"/>
                <a:gd name="connsiteY2" fmla="*/ 141985 h 271309"/>
                <a:gd name="connsiteX3" fmla="*/ 1101 w 595708"/>
                <a:gd name="connsiteY3" fmla="*/ 271309 h 271309"/>
                <a:gd name="connsiteX4" fmla="*/ 0 w 595708"/>
                <a:gd name="connsiteY4" fmla="*/ 0 h 271309"/>
                <a:gd name="connsiteX0" fmla="*/ 0 w 596808"/>
                <a:gd name="connsiteY0" fmla="*/ 0 h 271309"/>
                <a:gd name="connsiteX1" fmla="*/ 595708 w 596808"/>
                <a:gd name="connsiteY1" fmla="*/ 0 h 271309"/>
                <a:gd name="connsiteX2" fmla="*/ 596808 w 596808"/>
                <a:gd name="connsiteY2" fmla="*/ 141985 h 271309"/>
                <a:gd name="connsiteX3" fmla="*/ 1101 w 596808"/>
                <a:gd name="connsiteY3" fmla="*/ 271309 h 271309"/>
                <a:gd name="connsiteX4" fmla="*/ 0 w 596808"/>
                <a:gd name="connsiteY4" fmla="*/ 0 h 271309"/>
                <a:gd name="connsiteX0" fmla="*/ 0 w 596808"/>
                <a:gd name="connsiteY0" fmla="*/ 0 h 271309"/>
                <a:gd name="connsiteX1" fmla="*/ 595708 w 596808"/>
                <a:gd name="connsiteY1" fmla="*/ 0 h 271309"/>
                <a:gd name="connsiteX2" fmla="*/ 596808 w 596808"/>
                <a:gd name="connsiteY2" fmla="*/ 141985 h 271309"/>
                <a:gd name="connsiteX3" fmla="*/ 1101 w 596808"/>
                <a:gd name="connsiteY3" fmla="*/ 271309 h 271309"/>
                <a:gd name="connsiteX4" fmla="*/ 0 w 596808"/>
                <a:gd name="connsiteY4" fmla="*/ 0 h 271309"/>
                <a:gd name="connsiteX0" fmla="*/ 0 w 596808"/>
                <a:gd name="connsiteY0" fmla="*/ 0 h 271309"/>
                <a:gd name="connsiteX1" fmla="*/ 595708 w 596808"/>
                <a:gd name="connsiteY1" fmla="*/ 0 h 271309"/>
                <a:gd name="connsiteX2" fmla="*/ 596808 w 596808"/>
                <a:gd name="connsiteY2" fmla="*/ 141985 h 271309"/>
                <a:gd name="connsiteX3" fmla="*/ 1101 w 596808"/>
                <a:gd name="connsiteY3" fmla="*/ 271309 h 271309"/>
                <a:gd name="connsiteX4" fmla="*/ 0 w 596808"/>
                <a:gd name="connsiteY4" fmla="*/ 0 h 271309"/>
                <a:gd name="connsiteX0" fmla="*/ 0 w 595708"/>
                <a:gd name="connsiteY0" fmla="*/ 0 h 271309"/>
                <a:gd name="connsiteX1" fmla="*/ 595708 w 595708"/>
                <a:gd name="connsiteY1" fmla="*/ 0 h 271309"/>
                <a:gd name="connsiteX2" fmla="*/ 594186 w 595708"/>
                <a:gd name="connsiteY2" fmla="*/ 141985 h 271309"/>
                <a:gd name="connsiteX3" fmla="*/ 1101 w 595708"/>
                <a:gd name="connsiteY3" fmla="*/ 271309 h 271309"/>
                <a:gd name="connsiteX4" fmla="*/ 0 w 595708"/>
                <a:gd name="connsiteY4" fmla="*/ 0 h 271309"/>
                <a:gd name="connsiteX0" fmla="*/ 0 w 595708"/>
                <a:gd name="connsiteY0" fmla="*/ 0 h 271309"/>
                <a:gd name="connsiteX1" fmla="*/ 595708 w 595708"/>
                <a:gd name="connsiteY1" fmla="*/ 0 h 271309"/>
                <a:gd name="connsiteX2" fmla="*/ 594186 w 595708"/>
                <a:gd name="connsiteY2" fmla="*/ 141985 h 271309"/>
                <a:gd name="connsiteX3" fmla="*/ 1101 w 595708"/>
                <a:gd name="connsiteY3" fmla="*/ 271309 h 271309"/>
                <a:gd name="connsiteX4" fmla="*/ 0 w 595708"/>
                <a:gd name="connsiteY4" fmla="*/ 0 h 271309"/>
                <a:gd name="connsiteX0" fmla="*/ 0 w 595936"/>
                <a:gd name="connsiteY0" fmla="*/ 0 h 271309"/>
                <a:gd name="connsiteX1" fmla="*/ 595708 w 595936"/>
                <a:gd name="connsiteY1" fmla="*/ 0 h 271309"/>
                <a:gd name="connsiteX2" fmla="*/ 594186 w 595936"/>
                <a:gd name="connsiteY2" fmla="*/ 141985 h 271309"/>
                <a:gd name="connsiteX3" fmla="*/ 1101 w 595936"/>
                <a:gd name="connsiteY3" fmla="*/ 271309 h 271309"/>
                <a:gd name="connsiteX4" fmla="*/ 0 w 595936"/>
                <a:gd name="connsiteY4" fmla="*/ 0 h 271309"/>
                <a:gd name="connsiteX0" fmla="*/ 319 w 596255"/>
                <a:gd name="connsiteY0" fmla="*/ 0 h 271309"/>
                <a:gd name="connsiteX1" fmla="*/ 596027 w 596255"/>
                <a:gd name="connsiteY1" fmla="*/ 0 h 271309"/>
                <a:gd name="connsiteX2" fmla="*/ 594505 w 596255"/>
                <a:gd name="connsiteY2" fmla="*/ 141985 h 271309"/>
                <a:gd name="connsiteX3" fmla="*/ 110 w 596255"/>
                <a:gd name="connsiteY3" fmla="*/ 271309 h 271309"/>
                <a:gd name="connsiteX4" fmla="*/ 319 w 596255"/>
                <a:gd name="connsiteY4" fmla="*/ 0 h 271309"/>
                <a:gd name="connsiteX0" fmla="*/ 0 w 595936"/>
                <a:gd name="connsiteY0" fmla="*/ 0 h 271309"/>
                <a:gd name="connsiteX1" fmla="*/ 595708 w 595936"/>
                <a:gd name="connsiteY1" fmla="*/ 0 h 271309"/>
                <a:gd name="connsiteX2" fmla="*/ 594186 w 595936"/>
                <a:gd name="connsiteY2" fmla="*/ 141985 h 271309"/>
                <a:gd name="connsiteX3" fmla="*/ 1101 w 595936"/>
                <a:gd name="connsiteY3" fmla="*/ 271309 h 271309"/>
                <a:gd name="connsiteX4" fmla="*/ 0 w 595936"/>
                <a:gd name="connsiteY4" fmla="*/ 0 h 271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5936" h="271309">
                  <a:moveTo>
                    <a:pt x="0" y="0"/>
                  </a:moveTo>
                  <a:lnTo>
                    <a:pt x="595708" y="0"/>
                  </a:lnTo>
                  <a:cubicBezTo>
                    <a:pt x="595708" y="30988"/>
                    <a:pt x="596806" y="39550"/>
                    <a:pt x="594186" y="141985"/>
                  </a:cubicBezTo>
                  <a:cubicBezTo>
                    <a:pt x="404809" y="352086"/>
                    <a:pt x="341643" y="22672"/>
                    <a:pt x="1101" y="271309"/>
                  </a:cubicBezTo>
                  <a:cubicBezTo>
                    <a:pt x="647" y="226260"/>
                    <a:pt x="454" y="45049"/>
                    <a:pt x="0" y="0"/>
                  </a:cubicBez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696" name="组合 695">
              <a:extLst>
                <a:ext uri="{FF2B5EF4-FFF2-40B4-BE49-F238E27FC236}">
                  <a16:creationId xmlns:a16="http://schemas.microsoft.com/office/drawing/2014/main" id="{C021C280-4CEE-1C54-3FAB-013FDDAD87C0}"/>
                </a:ext>
              </a:extLst>
            </p:cNvPr>
            <p:cNvGrpSpPr/>
            <p:nvPr/>
          </p:nvGrpSpPr>
          <p:grpSpPr>
            <a:xfrm>
              <a:off x="5040167" y="6521415"/>
              <a:ext cx="621640" cy="663817"/>
              <a:chOff x="3656357" y="6507685"/>
              <a:chExt cx="621640" cy="663817"/>
            </a:xfrm>
          </p:grpSpPr>
          <p:sp>
            <p:nvSpPr>
              <p:cNvPr id="704" name="矩形 703">
                <a:extLst>
                  <a:ext uri="{FF2B5EF4-FFF2-40B4-BE49-F238E27FC236}">
                    <a16:creationId xmlns:a16="http://schemas.microsoft.com/office/drawing/2014/main" id="{0925CB65-BB1C-1AA8-04E0-F30934F933A3}"/>
                  </a:ext>
                </a:extLst>
              </p:cNvPr>
              <p:cNvSpPr/>
              <p:nvPr/>
            </p:nvSpPr>
            <p:spPr>
              <a:xfrm>
                <a:off x="3656465" y="6640950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05" name="矩形 704">
                <a:extLst>
                  <a:ext uri="{FF2B5EF4-FFF2-40B4-BE49-F238E27FC236}">
                    <a16:creationId xmlns:a16="http://schemas.microsoft.com/office/drawing/2014/main" id="{0EEF1A3D-CDEA-0190-ABC5-85AA05116C74}"/>
                  </a:ext>
                </a:extLst>
              </p:cNvPr>
              <p:cNvSpPr/>
              <p:nvPr/>
            </p:nvSpPr>
            <p:spPr>
              <a:xfrm>
                <a:off x="3811875" y="6640950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06" name="矩形 705">
                <a:extLst>
                  <a:ext uri="{FF2B5EF4-FFF2-40B4-BE49-F238E27FC236}">
                    <a16:creationId xmlns:a16="http://schemas.microsoft.com/office/drawing/2014/main" id="{104A2DBE-2E3C-1CF9-25A9-FF2BC4D85C17}"/>
                  </a:ext>
                </a:extLst>
              </p:cNvPr>
              <p:cNvSpPr/>
              <p:nvPr/>
            </p:nvSpPr>
            <p:spPr>
              <a:xfrm>
                <a:off x="3967285" y="6640950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07" name="矩形 706">
                <a:extLst>
                  <a:ext uri="{FF2B5EF4-FFF2-40B4-BE49-F238E27FC236}">
                    <a16:creationId xmlns:a16="http://schemas.microsoft.com/office/drawing/2014/main" id="{3B017BC9-0618-A245-A422-D1137A690B20}"/>
                  </a:ext>
                </a:extLst>
              </p:cNvPr>
              <p:cNvSpPr/>
              <p:nvPr/>
            </p:nvSpPr>
            <p:spPr>
              <a:xfrm>
                <a:off x="4122695" y="6640950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08" name="矩形 707">
                <a:extLst>
                  <a:ext uri="{FF2B5EF4-FFF2-40B4-BE49-F238E27FC236}">
                    <a16:creationId xmlns:a16="http://schemas.microsoft.com/office/drawing/2014/main" id="{A5541330-883F-09A0-DDFB-23BDF9D5DD74}"/>
                  </a:ext>
                </a:extLst>
              </p:cNvPr>
              <p:cNvSpPr/>
              <p:nvPr/>
            </p:nvSpPr>
            <p:spPr>
              <a:xfrm>
                <a:off x="3656465" y="6773574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09" name="矩形 708">
                <a:extLst>
                  <a:ext uri="{FF2B5EF4-FFF2-40B4-BE49-F238E27FC236}">
                    <a16:creationId xmlns:a16="http://schemas.microsoft.com/office/drawing/2014/main" id="{B5BF7C6B-8776-B45F-1F8B-2A5C8B074048}"/>
                  </a:ext>
                </a:extLst>
              </p:cNvPr>
              <p:cNvSpPr/>
              <p:nvPr/>
            </p:nvSpPr>
            <p:spPr>
              <a:xfrm>
                <a:off x="3811875" y="6773574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10" name="矩形 709">
                <a:extLst>
                  <a:ext uri="{FF2B5EF4-FFF2-40B4-BE49-F238E27FC236}">
                    <a16:creationId xmlns:a16="http://schemas.microsoft.com/office/drawing/2014/main" id="{91F472D2-F07A-DFF6-BD88-BC8BD19D31A6}"/>
                  </a:ext>
                </a:extLst>
              </p:cNvPr>
              <p:cNvSpPr/>
              <p:nvPr/>
            </p:nvSpPr>
            <p:spPr>
              <a:xfrm>
                <a:off x="3967285" y="6773574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11" name="矩形 710">
                <a:extLst>
                  <a:ext uri="{FF2B5EF4-FFF2-40B4-BE49-F238E27FC236}">
                    <a16:creationId xmlns:a16="http://schemas.microsoft.com/office/drawing/2014/main" id="{18DB2E74-869C-D7F1-C503-33FD2BC50E09}"/>
                  </a:ext>
                </a:extLst>
              </p:cNvPr>
              <p:cNvSpPr/>
              <p:nvPr/>
            </p:nvSpPr>
            <p:spPr>
              <a:xfrm>
                <a:off x="4122695" y="6773574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12" name="矩形 711">
                <a:extLst>
                  <a:ext uri="{FF2B5EF4-FFF2-40B4-BE49-F238E27FC236}">
                    <a16:creationId xmlns:a16="http://schemas.microsoft.com/office/drawing/2014/main" id="{DB019D52-4825-F2EA-5D9D-5CB1E48F65C6}"/>
                  </a:ext>
                </a:extLst>
              </p:cNvPr>
              <p:cNvSpPr/>
              <p:nvPr/>
            </p:nvSpPr>
            <p:spPr>
              <a:xfrm>
                <a:off x="3656357" y="690625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13" name="矩形 712">
                <a:extLst>
                  <a:ext uri="{FF2B5EF4-FFF2-40B4-BE49-F238E27FC236}">
                    <a16:creationId xmlns:a16="http://schemas.microsoft.com/office/drawing/2014/main" id="{119144CC-73AB-F977-F02E-D22AA4B8C52D}"/>
                  </a:ext>
                </a:extLst>
              </p:cNvPr>
              <p:cNvSpPr/>
              <p:nvPr/>
            </p:nvSpPr>
            <p:spPr>
              <a:xfrm>
                <a:off x="3811767" y="690625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14" name="矩形 713">
                <a:extLst>
                  <a:ext uri="{FF2B5EF4-FFF2-40B4-BE49-F238E27FC236}">
                    <a16:creationId xmlns:a16="http://schemas.microsoft.com/office/drawing/2014/main" id="{9749B7A1-E929-BD3D-2844-26AC403D34AC}"/>
                  </a:ext>
                </a:extLst>
              </p:cNvPr>
              <p:cNvSpPr/>
              <p:nvPr/>
            </p:nvSpPr>
            <p:spPr>
              <a:xfrm>
                <a:off x="3967177" y="690625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15" name="矩形 714">
                <a:extLst>
                  <a:ext uri="{FF2B5EF4-FFF2-40B4-BE49-F238E27FC236}">
                    <a16:creationId xmlns:a16="http://schemas.microsoft.com/office/drawing/2014/main" id="{DA321C66-E38B-5A7C-4F9C-A4C390A2A3F3}"/>
                  </a:ext>
                </a:extLst>
              </p:cNvPr>
              <p:cNvSpPr/>
              <p:nvPr/>
            </p:nvSpPr>
            <p:spPr>
              <a:xfrm>
                <a:off x="4122587" y="690625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16" name="矩形 715">
                <a:extLst>
                  <a:ext uri="{FF2B5EF4-FFF2-40B4-BE49-F238E27FC236}">
                    <a16:creationId xmlns:a16="http://schemas.microsoft.com/office/drawing/2014/main" id="{367B639E-DE5A-9194-8BC8-7A4BD3E645C7}"/>
                  </a:ext>
                </a:extLst>
              </p:cNvPr>
              <p:cNvSpPr/>
              <p:nvPr/>
            </p:nvSpPr>
            <p:spPr>
              <a:xfrm>
                <a:off x="3656357" y="7038879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24" name="矩形 723">
                <a:extLst>
                  <a:ext uri="{FF2B5EF4-FFF2-40B4-BE49-F238E27FC236}">
                    <a16:creationId xmlns:a16="http://schemas.microsoft.com/office/drawing/2014/main" id="{F87F7574-D6E1-50F6-BE18-D5B8F1AA20E7}"/>
                  </a:ext>
                </a:extLst>
              </p:cNvPr>
              <p:cNvSpPr/>
              <p:nvPr/>
            </p:nvSpPr>
            <p:spPr>
              <a:xfrm>
                <a:off x="3811767" y="7038879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25" name="矩形 724">
                <a:extLst>
                  <a:ext uri="{FF2B5EF4-FFF2-40B4-BE49-F238E27FC236}">
                    <a16:creationId xmlns:a16="http://schemas.microsoft.com/office/drawing/2014/main" id="{8D8E660A-5468-698F-DB29-E2A5267A1B24}"/>
                  </a:ext>
                </a:extLst>
              </p:cNvPr>
              <p:cNvSpPr/>
              <p:nvPr/>
            </p:nvSpPr>
            <p:spPr>
              <a:xfrm>
                <a:off x="3967177" y="7038879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26" name="矩形 725">
                <a:extLst>
                  <a:ext uri="{FF2B5EF4-FFF2-40B4-BE49-F238E27FC236}">
                    <a16:creationId xmlns:a16="http://schemas.microsoft.com/office/drawing/2014/main" id="{4CEEF568-C707-6FB5-5BCD-D067E1F7E167}"/>
                  </a:ext>
                </a:extLst>
              </p:cNvPr>
              <p:cNvSpPr/>
              <p:nvPr/>
            </p:nvSpPr>
            <p:spPr>
              <a:xfrm>
                <a:off x="4122587" y="7038879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27" name="矩形 726">
                <a:extLst>
                  <a:ext uri="{FF2B5EF4-FFF2-40B4-BE49-F238E27FC236}">
                    <a16:creationId xmlns:a16="http://schemas.microsoft.com/office/drawing/2014/main" id="{3F5E0304-0DAE-4FE6-8BCA-CABACD65FDF0}"/>
                  </a:ext>
                </a:extLst>
              </p:cNvPr>
              <p:cNvSpPr/>
              <p:nvPr/>
            </p:nvSpPr>
            <p:spPr>
              <a:xfrm>
                <a:off x="3656357" y="650768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28" name="矩形 727">
                <a:extLst>
                  <a:ext uri="{FF2B5EF4-FFF2-40B4-BE49-F238E27FC236}">
                    <a16:creationId xmlns:a16="http://schemas.microsoft.com/office/drawing/2014/main" id="{3C379674-0092-40BB-1636-3CC7D8DD7694}"/>
                  </a:ext>
                </a:extLst>
              </p:cNvPr>
              <p:cNvSpPr/>
              <p:nvPr/>
            </p:nvSpPr>
            <p:spPr>
              <a:xfrm>
                <a:off x="3811767" y="650768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29" name="矩形 728">
                <a:extLst>
                  <a:ext uri="{FF2B5EF4-FFF2-40B4-BE49-F238E27FC236}">
                    <a16:creationId xmlns:a16="http://schemas.microsoft.com/office/drawing/2014/main" id="{5C405B80-EC6B-8B7C-EA33-480ECC9F1A16}"/>
                  </a:ext>
                </a:extLst>
              </p:cNvPr>
              <p:cNvSpPr/>
              <p:nvPr/>
            </p:nvSpPr>
            <p:spPr>
              <a:xfrm>
                <a:off x="3967177" y="650768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30" name="矩形 729">
                <a:extLst>
                  <a:ext uri="{FF2B5EF4-FFF2-40B4-BE49-F238E27FC236}">
                    <a16:creationId xmlns:a16="http://schemas.microsoft.com/office/drawing/2014/main" id="{9F63CC71-5E3C-B338-C352-FC38EFAE2557}"/>
                  </a:ext>
                </a:extLst>
              </p:cNvPr>
              <p:cNvSpPr/>
              <p:nvPr/>
            </p:nvSpPr>
            <p:spPr>
              <a:xfrm>
                <a:off x="4122587" y="650768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53" name="组合 52">
            <a:extLst>
              <a:ext uri="{FF2B5EF4-FFF2-40B4-BE49-F238E27FC236}">
                <a16:creationId xmlns:a16="http://schemas.microsoft.com/office/drawing/2014/main" id="{D4727E77-57A4-3A43-CE4C-72B04FF05925}"/>
              </a:ext>
            </a:extLst>
          </p:cNvPr>
          <p:cNvGrpSpPr/>
          <p:nvPr/>
        </p:nvGrpSpPr>
        <p:grpSpPr>
          <a:xfrm>
            <a:off x="6951059" y="6074232"/>
            <a:ext cx="621640" cy="663817"/>
            <a:chOff x="5040167" y="6521415"/>
            <a:chExt cx="621640" cy="663817"/>
          </a:xfrm>
        </p:grpSpPr>
        <p:sp>
          <p:nvSpPr>
            <p:cNvPr id="54" name="矩形 1174">
              <a:extLst>
                <a:ext uri="{FF2B5EF4-FFF2-40B4-BE49-F238E27FC236}">
                  <a16:creationId xmlns:a16="http://schemas.microsoft.com/office/drawing/2014/main" id="{C0F275F7-BBEA-AD92-9115-BB1C5EE61543}"/>
                </a:ext>
              </a:extLst>
            </p:cNvPr>
            <p:cNvSpPr/>
            <p:nvPr/>
          </p:nvSpPr>
          <p:spPr>
            <a:xfrm rot="10800000">
              <a:off x="5041542" y="6760560"/>
              <a:ext cx="618706" cy="201627"/>
            </a:xfrm>
            <a:custGeom>
              <a:avLst/>
              <a:gdLst>
                <a:gd name="connsiteX0" fmla="*/ 0 w 595706"/>
                <a:gd name="connsiteY0" fmla="*/ 0 h 92965"/>
                <a:gd name="connsiteX1" fmla="*/ 595706 w 595706"/>
                <a:gd name="connsiteY1" fmla="*/ 0 h 92965"/>
                <a:gd name="connsiteX2" fmla="*/ 595706 w 595706"/>
                <a:gd name="connsiteY2" fmla="*/ 92965 h 92965"/>
                <a:gd name="connsiteX3" fmla="*/ 0 w 595706"/>
                <a:gd name="connsiteY3" fmla="*/ 92965 h 92965"/>
                <a:gd name="connsiteX4" fmla="*/ 0 w 595706"/>
                <a:gd name="connsiteY4" fmla="*/ 0 h 92965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1422 w 594406"/>
                <a:gd name="connsiteY0" fmla="*/ 21376 h 135147"/>
                <a:gd name="connsiteX1" fmla="*/ 594406 w 594406"/>
                <a:gd name="connsiteY1" fmla="*/ 0 h 135147"/>
                <a:gd name="connsiteX2" fmla="*/ 594406 w 594406"/>
                <a:gd name="connsiteY2" fmla="*/ 92965 h 135147"/>
                <a:gd name="connsiteX3" fmla="*/ 61 w 594406"/>
                <a:gd name="connsiteY3" fmla="*/ 135147 h 135147"/>
                <a:gd name="connsiteX4" fmla="*/ 1422 w 594406"/>
                <a:gd name="connsiteY4" fmla="*/ 21376 h 135147"/>
                <a:gd name="connsiteX0" fmla="*/ 1422 w 594406"/>
                <a:gd name="connsiteY0" fmla="*/ 15599 h 135147"/>
                <a:gd name="connsiteX1" fmla="*/ 594406 w 594406"/>
                <a:gd name="connsiteY1" fmla="*/ 0 h 135147"/>
                <a:gd name="connsiteX2" fmla="*/ 594406 w 594406"/>
                <a:gd name="connsiteY2" fmla="*/ 92965 h 135147"/>
                <a:gd name="connsiteX3" fmla="*/ 61 w 594406"/>
                <a:gd name="connsiteY3" fmla="*/ 135147 h 135147"/>
                <a:gd name="connsiteX4" fmla="*/ 1422 w 594406"/>
                <a:gd name="connsiteY4" fmla="*/ 15599 h 135147"/>
                <a:gd name="connsiteX0" fmla="*/ 131 w 594476"/>
                <a:gd name="connsiteY0" fmla="*/ 4622 h 135147"/>
                <a:gd name="connsiteX1" fmla="*/ 594476 w 594476"/>
                <a:gd name="connsiteY1" fmla="*/ 0 h 135147"/>
                <a:gd name="connsiteX2" fmla="*/ 594476 w 594476"/>
                <a:gd name="connsiteY2" fmla="*/ 92965 h 135147"/>
                <a:gd name="connsiteX3" fmla="*/ 131 w 594476"/>
                <a:gd name="connsiteY3" fmla="*/ 135147 h 135147"/>
                <a:gd name="connsiteX4" fmla="*/ 131 w 594476"/>
                <a:gd name="connsiteY4" fmla="*/ 4622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22423 h 139660"/>
                <a:gd name="connsiteX1" fmla="*/ 595706 w 595706"/>
                <a:gd name="connsiteY1" fmla="*/ 4513 h 139660"/>
                <a:gd name="connsiteX2" fmla="*/ 595706 w 595706"/>
                <a:gd name="connsiteY2" fmla="*/ 97478 h 139660"/>
                <a:gd name="connsiteX3" fmla="*/ 1361 w 595706"/>
                <a:gd name="connsiteY3" fmla="*/ 139660 h 139660"/>
                <a:gd name="connsiteX4" fmla="*/ 0 w 595706"/>
                <a:gd name="connsiteY4" fmla="*/ 22423 h 139660"/>
                <a:gd name="connsiteX0" fmla="*/ 0 w 595706"/>
                <a:gd name="connsiteY0" fmla="*/ 26413 h 143650"/>
                <a:gd name="connsiteX1" fmla="*/ 595706 w 595706"/>
                <a:gd name="connsiteY1" fmla="*/ 8503 h 143650"/>
                <a:gd name="connsiteX2" fmla="*/ 595706 w 595706"/>
                <a:gd name="connsiteY2" fmla="*/ 101468 h 143650"/>
                <a:gd name="connsiteX3" fmla="*/ 1361 w 595706"/>
                <a:gd name="connsiteY3" fmla="*/ 143650 h 143650"/>
                <a:gd name="connsiteX4" fmla="*/ 0 w 595706"/>
                <a:gd name="connsiteY4" fmla="*/ 26413 h 143650"/>
                <a:gd name="connsiteX0" fmla="*/ 0 w 595706"/>
                <a:gd name="connsiteY0" fmla="*/ 21286 h 138523"/>
                <a:gd name="connsiteX1" fmla="*/ 595706 w 595706"/>
                <a:gd name="connsiteY1" fmla="*/ 3376 h 138523"/>
                <a:gd name="connsiteX2" fmla="*/ 595706 w 595706"/>
                <a:gd name="connsiteY2" fmla="*/ 96341 h 138523"/>
                <a:gd name="connsiteX3" fmla="*/ 1361 w 595706"/>
                <a:gd name="connsiteY3" fmla="*/ 138523 h 138523"/>
                <a:gd name="connsiteX4" fmla="*/ 0 w 595706"/>
                <a:gd name="connsiteY4" fmla="*/ 21286 h 138523"/>
                <a:gd name="connsiteX0" fmla="*/ 0 w 595706"/>
                <a:gd name="connsiteY0" fmla="*/ 22534 h 139771"/>
                <a:gd name="connsiteX1" fmla="*/ 595706 w 595706"/>
                <a:gd name="connsiteY1" fmla="*/ 4624 h 139771"/>
                <a:gd name="connsiteX2" fmla="*/ 595706 w 595706"/>
                <a:gd name="connsiteY2" fmla="*/ 97589 h 139771"/>
                <a:gd name="connsiteX3" fmla="*/ 1361 w 595706"/>
                <a:gd name="connsiteY3" fmla="*/ 139771 h 139771"/>
                <a:gd name="connsiteX4" fmla="*/ 0 w 595706"/>
                <a:gd name="connsiteY4" fmla="*/ 22534 h 139771"/>
                <a:gd name="connsiteX0" fmla="*/ 0 w 595706"/>
                <a:gd name="connsiteY0" fmla="*/ 23494 h 140731"/>
                <a:gd name="connsiteX1" fmla="*/ 595706 w 595706"/>
                <a:gd name="connsiteY1" fmla="*/ 2118 h 140731"/>
                <a:gd name="connsiteX2" fmla="*/ 595706 w 595706"/>
                <a:gd name="connsiteY2" fmla="*/ 98549 h 140731"/>
                <a:gd name="connsiteX3" fmla="*/ 1361 w 595706"/>
                <a:gd name="connsiteY3" fmla="*/ 140731 h 140731"/>
                <a:gd name="connsiteX4" fmla="*/ 0 w 595706"/>
                <a:gd name="connsiteY4" fmla="*/ 23494 h 140731"/>
                <a:gd name="connsiteX0" fmla="*/ 0 w 595706"/>
                <a:gd name="connsiteY0" fmla="*/ 23494 h 140731"/>
                <a:gd name="connsiteX1" fmla="*/ 595706 w 595706"/>
                <a:gd name="connsiteY1" fmla="*/ 2118 h 140731"/>
                <a:gd name="connsiteX2" fmla="*/ 595706 w 595706"/>
                <a:gd name="connsiteY2" fmla="*/ 98549 h 140731"/>
                <a:gd name="connsiteX3" fmla="*/ 1361 w 595706"/>
                <a:gd name="connsiteY3" fmla="*/ 140731 h 140731"/>
                <a:gd name="connsiteX4" fmla="*/ 0 w 595706"/>
                <a:gd name="connsiteY4" fmla="*/ 23494 h 140731"/>
                <a:gd name="connsiteX0" fmla="*/ 0 w 595706"/>
                <a:gd name="connsiteY0" fmla="*/ 25030 h 142267"/>
                <a:gd name="connsiteX1" fmla="*/ 595706 w 595706"/>
                <a:gd name="connsiteY1" fmla="*/ 3654 h 142267"/>
                <a:gd name="connsiteX2" fmla="*/ 595706 w 595706"/>
                <a:gd name="connsiteY2" fmla="*/ 100085 h 142267"/>
                <a:gd name="connsiteX3" fmla="*/ 1361 w 595706"/>
                <a:gd name="connsiteY3" fmla="*/ 142267 h 142267"/>
                <a:gd name="connsiteX4" fmla="*/ 0 w 595706"/>
                <a:gd name="connsiteY4" fmla="*/ 25030 h 142267"/>
                <a:gd name="connsiteX0" fmla="*/ 0 w 595706"/>
                <a:gd name="connsiteY0" fmla="*/ 22091 h 139328"/>
                <a:gd name="connsiteX1" fmla="*/ 595706 w 595706"/>
                <a:gd name="connsiteY1" fmla="*/ 715 h 139328"/>
                <a:gd name="connsiteX2" fmla="*/ 595706 w 595706"/>
                <a:gd name="connsiteY2" fmla="*/ 97146 h 139328"/>
                <a:gd name="connsiteX3" fmla="*/ 1361 w 595706"/>
                <a:gd name="connsiteY3" fmla="*/ 139328 h 139328"/>
                <a:gd name="connsiteX4" fmla="*/ 0 w 595706"/>
                <a:gd name="connsiteY4" fmla="*/ 22091 h 139328"/>
                <a:gd name="connsiteX0" fmla="*/ 0 w 595706"/>
                <a:gd name="connsiteY0" fmla="*/ 23573 h 140810"/>
                <a:gd name="connsiteX1" fmla="*/ 595706 w 595706"/>
                <a:gd name="connsiteY1" fmla="*/ 2197 h 140810"/>
                <a:gd name="connsiteX2" fmla="*/ 595706 w 595706"/>
                <a:gd name="connsiteY2" fmla="*/ 98628 h 140810"/>
                <a:gd name="connsiteX3" fmla="*/ 1361 w 595706"/>
                <a:gd name="connsiteY3" fmla="*/ 140810 h 140810"/>
                <a:gd name="connsiteX4" fmla="*/ 0 w 595706"/>
                <a:gd name="connsiteY4" fmla="*/ 23573 h 140810"/>
                <a:gd name="connsiteX0" fmla="*/ 0 w 595706"/>
                <a:gd name="connsiteY0" fmla="*/ 21908 h 139145"/>
                <a:gd name="connsiteX1" fmla="*/ 595706 w 595706"/>
                <a:gd name="connsiteY1" fmla="*/ 532 h 139145"/>
                <a:gd name="connsiteX2" fmla="*/ 595706 w 595706"/>
                <a:gd name="connsiteY2" fmla="*/ 96963 h 139145"/>
                <a:gd name="connsiteX3" fmla="*/ 1361 w 595706"/>
                <a:gd name="connsiteY3" fmla="*/ 139145 h 139145"/>
                <a:gd name="connsiteX4" fmla="*/ 0 w 595706"/>
                <a:gd name="connsiteY4" fmla="*/ 21908 h 139145"/>
                <a:gd name="connsiteX0" fmla="*/ 0 w 595706"/>
                <a:gd name="connsiteY0" fmla="*/ 23863 h 141100"/>
                <a:gd name="connsiteX1" fmla="*/ 595706 w 595706"/>
                <a:gd name="connsiteY1" fmla="*/ 2487 h 141100"/>
                <a:gd name="connsiteX2" fmla="*/ 595706 w 595706"/>
                <a:gd name="connsiteY2" fmla="*/ 98918 h 141100"/>
                <a:gd name="connsiteX3" fmla="*/ 1361 w 595706"/>
                <a:gd name="connsiteY3" fmla="*/ 141100 h 141100"/>
                <a:gd name="connsiteX4" fmla="*/ 0 w 595706"/>
                <a:gd name="connsiteY4" fmla="*/ 23863 h 141100"/>
                <a:gd name="connsiteX0" fmla="*/ 0 w 595706"/>
                <a:gd name="connsiteY0" fmla="*/ 24472 h 141709"/>
                <a:gd name="connsiteX1" fmla="*/ 595706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0 w 595706"/>
                <a:gd name="connsiteY0" fmla="*/ 24267 h 141504"/>
                <a:gd name="connsiteX1" fmla="*/ 595706 w 595706"/>
                <a:gd name="connsiteY1" fmla="*/ 2891 h 141504"/>
                <a:gd name="connsiteX2" fmla="*/ 595706 w 595706"/>
                <a:gd name="connsiteY2" fmla="*/ 99322 h 141504"/>
                <a:gd name="connsiteX3" fmla="*/ 1361 w 595706"/>
                <a:gd name="connsiteY3" fmla="*/ 141504 h 141504"/>
                <a:gd name="connsiteX4" fmla="*/ 0 w 595706"/>
                <a:gd name="connsiteY4" fmla="*/ 24267 h 141504"/>
                <a:gd name="connsiteX0" fmla="*/ 0 w 595706"/>
                <a:gd name="connsiteY0" fmla="*/ 24472 h 141709"/>
                <a:gd name="connsiteX1" fmla="*/ 595706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0 w 595706"/>
                <a:gd name="connsiteY0" fmla="*/ 24472 h 141709"/>
                <a:gd name="connsiteX1" fmla="*/ 594353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124 w 595830"/>
                <a:gd name="connsiteY0" fmla="*/ 24472 h 141709"/>
                <a:gd name="connsiteX1" fmla="*/ 594477 w 595830"/>
                <a:gd name="connsiteY1" fmla="*/ 3096 h 141709"/>
                <a:gd name="connsiteX2" fmla="*/ 595830 w 595830"/>
                <a:gd name="connsiteY2" fmla="*/ 99527 h 141709"/>
                <a:gd name="connsiteX3" fmla="*/ 131 w 595830"/>
                <a:gd name="connsiteY3" fmla="*/ 141709 h 141709"/>
                <a:gd name="connsiteX4" fmla="*/ 124 w 595830"/>
                <a:gd name="connsiteY4" fmla="*/ 24472 h 141709"/>
                <a:gd name="connsiteX0" fmla="*/ 124 w 597179"/>
                <a:gd name="connsiteY0" fmla="*/ 25207 h 142444"/>
                <a:gd name="connsiteX1" fmla="*/ 597179 w 597179"/>
                <a:gd name="connsiteY1" fmla="*/ 481 h 142444"/>
                <a:gd name="connsiteX2" fmla="*/ 595830 w 597179"/>
                <a:gd name="connsiteY2" fmla="*/ 100262 h 142444"/>
                <a:gd name="connsiteX3" fmla="*/ 131 w 597179"/>
                <a:gd name="connsiteY3" fmla="*/ 142444 h 142444"/>
                <a:gd name="connsiteX4" fmla="*/ 124 w 597179"/>
                <a:gd name="connsiteY4" fmla="*/ 25207 h 142444"/>
                <a:gd name="connsiteX0" fmla="*/ 124 w 595889"/>
                <a:gd name="connsiteY0" fmla="*/ 25842 h 143079"/>
                <a:gd name="connsiteX1" fmla="*/ 594477 w 595889"/>
                <a:gd name="connsiteY1" fmla="*/ 0 h 143079"/>
                <a:gd name="connsiteX2" fmla="*/ 595830 w 595889"/>
                <a:gd name="connsiteY2" fmla="*/ 100897 h 143079"/>
                <a:gd name="connsiteX3" fmla="*/ 131 w 595889"/>
                <a:gd name="connsiteY3" fmla="*/ 143079 h 143079"/>
                <a:gd name="connsiteX4" fmla="*/ 124 w 595889"/>
                <a:gd name="connsiteY4" fmla="*/ 25842 h 143079"/>
                <a:gd name="connsiteX0" fmla="*/ 124 w 595889"/>
                <a:gd name="connsiteY0" fmla="*/ 24713 h 141950"/>
                <a:gd name="connsiteX1" fmla="*/ 594477 w 595889"/>
                <a:gd name="connsiteY1" fmla="*/ 2221 h 141950"/>
                <a:gd name="connsiteX2" fmla="*/ 595830 w 595889"/>
                <a:gd name="connsiteY2" fmla="*/ 99768 h 141950"/>
                <a:gd name="connsiteX3" fmla="*/ 131 w 595889"/>
                <a:gd name="connsiteY3" fmla="*/ 141950 h 141950"/>
                <a:gd name="connsiteX4" fmla="*/ 124 w 595889"/>
                <a:gd name="connsiteY4" fmla="*/ 24713 h 141950"/>
                <a:gd name="connsiteX0" fmla="*/ 124 w 595959"/>
                <a:gd name="connsiteY0" fmla="*/ 24713 h 141950"/>
                <a:gd name="connsiteX1" fmla="*/ 595828 w 595959"/>
                <a:gd name="connsiteY1" fmla="*/ 2221 h 141950"/>
                <a:gd name="connsiteX2" fmla="*/ 595830 w 595959"/>
                <a:gd name="connsiteY2" fmla="*/ 99768 h 141950"/>
                <a:gd name="connsiteX3" fmla="*/ 131 w 595959"/>
                <a:gd name="connsiteY3" fmla="*/ 141950 h 141950"/>
                <a:gd name="connsiteX4" fmla="*/ 124 w 595959"/>
                <a:gd name="connsiteY4" fmla="*/ 24713 h 141950"/>
                <a:gd name="connsiteX0" fmla="*/ 124 w 595959"/>
                <a:gd name="connsiteY0" fmla="*/ 24925 h 142162"/>
                <a:gd name="connsiteX1" fmla="*/ 595828 w 595959"/>
                <a:gd name="connsiteY1" fmla="*/ 2433 h 142162"/>
                <a:gd name="connsiteX2" fmla="*/ 595830 w 595959"/>
                <a:gd name="connsiteY2" fmla="*/ 99980 h 142162"/>
                <a:gd name="connsiteX3" fmla="*/ 131 w 595959"/>
                <a:gd name="connsiteY3" fmla="*/ 142162 h 142162"/>
                <a:gd name="connsiteX4" fmla="*/ 124 w 595959"/>
                <a:gd name="connsiteY4" fmla="*/ 24925 h 142162"/>
                <a:gd name="connsiteX0" fmla="*/ 124 w 595959"/>
                <a:gd name="connsiteY0" fmla="*/ 22492 h 139729"/>
                <a:gd name="connsiteX1" fmla="*/ 595828 w 595959"/>
                <a:gd name="connsiteY1" fmla="*/ 0 h 139729"/>
                <a:gd name="connsiteX2" fmla="*/ 595830 w 595959"/>
                <a:gd name="connsiteY2" fmla="*/ 97547 h 139729"/>
                <a:gd name="connsiteX3" fmla="*/ 131 w 595959"/>
                <a:gd name="connsiteY3" fmla="*/ 139729 h 139729"/>
                <a:gd name="connsiteX4" fmla="*/ 124 w 595959"/>
                <a:gd name="connsiteY4" fmla="*/ 22492 h 139729"/>
                <a:gd name="connsiteX0" fmla="*/ 124 w 595959"/>
                <a:gd name="connsiteY0" fmla="*/ 25585 h 142822"/>
                <a:gd name="connsiteX1" fmla="*/ 595828 w 595959"/>
                <a:gd name="connsiteY1" fmla="*/ 3093 h 142822"/>
                <a:gd name="connsiteX2" fmla="*/ 595830 w 595959"/>
                <a:gd name="connsiteY2" fmla="*/ 100640 h 142822"/>
                <a:gd name="connsiteX3" fmla="*/ 131 w 595959"/>
                <a:gd name="connsiteY3" fmla="*/ 142822 h 142822"/>
                <a:gd name="connsiteX4" fmla="*/ 124 w 595959"/>
                <a:gd name="connsiteY4" fmla="*/ 25585 h 142822"/>
                <a:gd name="connsiteX0" fmla="*/ 124 w 595959"/>
                <a:gd name="connsiteY0" fmla="*/ 25585 h 142822"/>
                <a:gd name="connsiteX1" fmla="*/ 595828 w 595959"/>
                <a:gd name="connsiteY1" fmla="*/ 3093 h 142822"/>
                <a:gd name="connsiteX2" fmla="*/ 595830 w 595959"/>
                <a:gd name="connsiteY2" fmla="*/ 100640 h 142822"/>
                <a:gd name="connsiteX3" fmla="*/ 131 w 595959"/>
                <a:gd name="connsiteY3" fmla="*/ 142822 h 142822"/>
                <a:gd name="connsiteX4" fmla="*/ 124 w 595959"/>
                <a:gd name="connsiteY4" fmla="*/ 25585 h 142822"/>
                <a:gd name="connsiteX0" fmla="*/ 124 w 595959"/>
                <a:gd name="connsiteY0" fmla="*/ 26512 h 143749"/>
                <a:gd name="connsiteX1" fmla="*/ 595828 w 595959"/>
                <a:gd name="connsiteY1" fmla="*/ 4020 h 143749"/>
                <a:gd name="connsiteX2" fmla="*/ 595830 w 595959"/>
                <a:gd name="connsiteY2" fmla="*/ 101567 h 143749"/>
                <a:gd name="connsiteX3" fmla="*/ 131 w 595959"/>
                <a:gd name="connsiteY3" fmla="*/ 143749 h 143749"/>
                <a:gd name="connsiteX4" fmla="*/ 124 w 595959"/>
                <a:gd name="connsiteY4" fmla="*/ 26512 h 143749"/>
                <a:gd name="connsiteX0" fmla="*/ 124 w 595959"/>
                <a:gd name="connsiteY0" fmla="*/ 26512 h 143749"/>
                <a:gd name="connsiteX1" fmla="*/ 595828 w 595959"/>
                <a:gd name="connsiteY1" fmla="*/ 4020 h 143749"/>
                <a:gd name="connsiteX2" fmla="*/ 595830 w 595959"/>
                <a:gd name="connsiteY2" fmla="*/ 101567 h 143749"/>
                <a:gd name="connsiteX3" fmla="*/ 131 w 595959"/>
                <a:gd name="connsiteY3" fmla="*/ 143749 h 143749"/>
                <a:gd name="connsiteX4" fmla="*/ 124 w 595959"/>
                <a:gd name="connsiteY4" fmla="*/ 26512 h 143749"/>
                <a:gd name="connsiteX0" fmla="*/ 124 w 595959"/>
                <a:gd name="connsiteY0" fmla="*/ 28496 h 145733"/>
                <a:gd name="connsiteX1" fmla="*/ 595828 w 595959"/>
                <a:gd name="connsiteY1" fmla="*/ 6004 h 145733"/>
                <a:gd name="connsiteX2" fmla="*/ 595830 w 595959"/>
                <a:gd name="connsiteY2" fmla="*/ 103551 h 145733"/>
                <a:gd name="connsiteX3" fmla="*/ 131 w 595959"/>
                <a:gd name="connsiteY3" fmla="*/ 145733 h 145733"/>
                <a:gd name="connsiteX4" fmla="*/ 124 w 595959"/>
                <a:gd name="connsiteY4" fmla="*/ 28496 h 14573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856"/>
                <a:gd name="connsiteY0" fmla="*/ 41841 h 159078"/>
                <a:gd name="connsiteX1" fmla="*/ 591261 w 595856"/>
                <a:gd name="connsiteY1" fmla="*/ 0 h 159078"/>
                <a:gd name="connsiteX2" fmla="*/ 595830 w 595856"/>
                <a:gd name="connsiteY2" fmla="*/ 116896 h 159078"/>
                <a:gd name="connsiteX3" fmla="*/ 131 w 595856"/>
                <a:gd name="connsiteY3" fmla="*/ 159078 h 159078"/>
                <a:gd name="connsiteX4" fmla="*/ 124 w 595856"/>
                <a:gd name="connsiteY4" fmla="*/ 41841 h 159078"/>
                <a:gd name="connsiteX0" fmla="*/ 124 w 595959"/>
                <a:gd name="connsiteY0" fmla="*/ 41841 h 159078"/>
                <a:gd name="connsiteX1" fmla="*/ 595828 w 595959"/>
                <a:gd name="connsiteY1" fmla="*/ 0 h 159078"/>
                <a:gd name="connsiteX2" fmla="*/ 595830 w 595959"/>
                <a:gd name="connsiteY2" fmla="*/ 116896 h 159078"/>
                <a:gd name="connsiteX3" fmla="*/ 131 w 595959"/>
                <a:gd name="connsiteY3" fmla="*/ 159078 h 159078"/>
                <a:gd name="connsiteX4" fmla="*/ 124 w 595959"/>
                <a:gd name="connsiteY4" fmla="*/ 41841 h 159078"/>
                <a:gd name="connsiteX0" fmla="*/ 124 w 597349"/>
                <a:gd name="connsiteY0" fmla="*/ 42378 h 159615"/>
                <a:gd name="connsiteX1" fmla="*/ 597349 w 597349"/>
                <a:gd name="connsiteY1" fmla="*/ 0 h 159615"/>
                <a:gd name="connsiteX2" fmla="*/ 595830 w 597349"/>
                <a:gd name="connsiteY2" fmla="*/ 117433 h 159615"/>
                <a:gd name="connsiteX3" fmla="*/ 131 w 597349"/>
                <a:gd name="connsiteY3" fmla="*/ 159615 h 159615"/>
                <a:gd name="connsiteX4" fmla="*/ 124 w 597349"/>
                <a:gd name="connsiteY4" fmla="*/ 42378 h 159615"/>
                <a:gd name="connsiteX0" fmla="*/ 124 w 600443"/>
                <a:gd name="connsiteY0" fmla="*/ 42378 h 159615"/>
                <a:gd name="connsiteX1" fmla="*/ 597349 w 600443"/>
                <a:gd name="connsiteY1" fmla="*/ 0 h 159615"/>
                <a:gd name="connsiteX2" fmla="*/ 600408 w 600443"/>
                <a:gd name="connsiteY2" fmla="*/ 117433 h 159615"/>
                <a:gd name="connsiteX3" fmla="*/ 131 w 600443"/>
                <a:gd name="connsiteY3" fmla="*/ 159615 h 159615"/>
                <a:gd name="connsiteX4" fmla="*/ 124 w 600443"/>
                <a:gd name="connsiteY4" fmla="*/ 42378 h 159615"/>
                <a:gd name="connsiteX0" fmla="*/ 124 w 600537"/>
                <a:gd name="connsiteY0" fmla="*/ 42378 h 159615"/>
                <a:gd name="connsiteX1" fmla="*/ 600401 w 600537"/>
                <a:gd name="connsiteY1" fmla="*/ 0 h 159615"/>
                <a:gd name="connsiteX2" fmla="*/ 600408 w 600537"/>
                <a:gd name="connsiteY2" fmla="*/ 117433 h 159615"/>
                <a:gd name="connsiteX3" fmla="*/ 131 w 600537"/>
                <a:gd name="connsiteY3" fmla="*/ 159615 h 159615"/>
                <a:gd name="connsiteX4" fmla="*/ 124 w 600537"/>
                <a:gd name="connsiteY4" fmla="*/ 42378 h 159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0537" h="159615">
                  <a:moveTo>
                    <a:pt x="124" y="42378"/>
                  </a:moveTo>
                  <a:cubicBezTo>
                    <a:pt x="296414" y="-50243"/>
                    <a:pt x="418111" y="75773"/>
                    <a:pt x="600401" y="0"/>
                  </a:cubicBezTo>
                  <a:cubicBezTo>
                    <a:pt x="599951" y="33260"/>
                    <a:pt x="600858" y="84173"/>
                    <a:pt x="600408" y="117433"/>
                  </a:cubicBezTo>
                  <a:cubicBezTo>
                    <a:pt x="395490" y="192726"/>
                    <a:pt x="285331" y="62551"/>
                    <a:pt x="131" y="159615"/>
                  </a:cubicBezTo>
                  <a:cubicBezTo>
                    <a:pt x="-323" y="114566"/>
                    <a:pt x="578" y="87427"/>
                    <a:pt x="124" y="42378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5" name="矩形 1174">
              <a:extLst>
                <a:ext uri="{FF2B5EF4-FFF2-40B4-BE49-F238E27FC236}">
                  <a16:creationId xmlns:a16="http://schemas.microsoft.com/office/drawing/2014/main" id="{C8682012-ED77-363F-B90A-F668D851D3A6}"/>
                </a:ext>
              </a:extLst>
            </p:cNvPr>
            <p:cNvSpPr/>
            <p:nvPr/>
          </p:nvSpPr>
          <p:spPr>
            <a:xfrm rot="10800000">
              <a:off x="5041542" y="6890402"/>
              <a:ext cx="618706" cy="226680"/>
            </a:xfrm>
            <a:custGeom>
              <a:avLst/>
              <a:gdLst>
                <a:gd name="connsiteX0" fmla="*/ 0 w 595706"/>
                <a:gd name="connsiteY0" fmla="*/ 0 h 92965"/>
                <a:gd name="connsiteX1" fmla="*/ 595706 w 595706"/>
                <a:gd name="connsiteY1" fmla="*/ 0 h 92965"/>
                <a:gd name="connsiteX2" fmla="*/ 595706 w 595706"/>
                <a:gd name="connsiteY2" fmla="*/ 92965 h 92965"/>
                <a:gd name="connsiteX3" fmla="*/ 0 w 595706"/>
                <a:gd name="connsiteY3" fmla="*/ 92965 h 92965"/>
                <a:gd name="connsiteX4" fmla="*/ 0 w 595706"/>
                <a:gd name="connsiteY4" fmla="*/ 0 h 92965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1422 w 594406"/>
                <a:gd name="connsiteY0" fmla="*/ 21376 h 135147"/>
                <a:gd name="connsiteX1" fmla="*/ 594406 w 594406"/>
                <a:gd name="connsiteY1" fmla="*/ 0 h 135147"/>
                <a:gd name="connsiteX2" fmla="*/ 594406 w 594406"/>
                <a:gd name="connsiteY2" fmla="*/ 92965 h 135147"/>
                <a:gd name="connsiteX3" fmla="*/ 61 w 594406"/>
                <a:gd name="connsiteY3" fmla="*/ 135147 h 135147"/>
                <a:gd name="connsiteX4" fmla="*/ 1422 w 594406"/>
                <a:gd name="connsiteY4" fmla="*/ 21376 h 135147"/>
                <a:gd name="connsiteX0" fmla="*/ 1422 w 594406"/>
                <a:gd name="connsiteY0" fmla="*/ 15599 h 135147"/>
                <a:gd name="connsiteX1" fmla="*/ 594406 w 594406"/>
                <a:gd name="connsiteY1" fmla="*/ 0 h 135147"/>
                <a:gd name="connsiteX2" fmla="*/ 594406 w 594406"/>
                <a:gd name="connsiteY2" fmla="*/ 92965 h 135147"/>
                <a:gd name="connsiteX3" fmla="*/ 61 w 594406"/>
                <a:gd name="connsiteY3" fmla="*/ 135147 h 135147"/>
                <a:gd name="connsiteX4" fmla="*/ 1422 w 594406"/>
                <a:gd name="connsiteY4" fmla="*/ 15599 h 135147"/>
                <a:gd name="connsiteX0" fmla="*/ 131 w 594476"/>
                <a:gd name="connsiteY0" fmla="*/ 4622 h 135147"/>
                <a:gd name="connsiteX1" fmla="*/ 594476 w 594476"/>
                <a:gd name="connsiteY1" fmla="*/ 0 h 135147"/>
                <a:gd name="connsiteX2" fmla="*/ 594476 w 594476"/>
                <a:gd name="connsiteY2" fmla="*/ 92965 h 135147"/>
                <a:gd name="connsiteX3" fmla="*/ 131 w 594476"/>
                <a:gd name="connsiteY3" fmla="*/ 135147 h 135147"/>
                <a:gd name="connsiteX4" fmla="*/ 131 w 594476"/>
                <a:gd name="connsiteY4" fmla="*/ 4622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22423 h 139660"/>
                <a:gd name="connsiteX1" fmla="*/ 595706 w 595706"/>
                <a:gd name="connsiteY1" fmla="*/ 4513 h 139660"/>
                <a:gd name="connsiteX2" fmla="*/ 595706 w 595706"/>
                <a:gd name="connsiteY2" fmla="*/ 97478 h 139660"/>
                <a:gd name="connsiteX3" fmla="*/ 1361 w 595706"/>
                <a:gd name="connsiteY3" fmla="*/ 139660 h 139660"/>
                <a:gd name="connsiteX4" fmla="*/ 0 w 595706"/>
                <a:gd name="connsiteY4" fmla="*/ 22423 h 139660"/>
                <a:gd name="connsiteX0" fmla="*/ 0 w 595706"/>
                <a:gd name="connsiteY0" fmla="*/ 26413 h 143650"/>
                <a:gd name="connsiteX1" fmla="*/ 595706 w 595706"/>
                <a:gd name="connsiteY1" fmla="*/ 8503 h 143650"/>
                <a:gd name="connsiteX2" fmla="*/ 595706 w 595706"/>
                <a:gd name="connsiteY2" fmla="*/ 101468 h 143650"/>
                <a:gd name="connsiteX3" fmla="*/ 1361 w 595706"/>
                <a:gd name="connsiteY3" fmla="*/ 143650 h 143650"/>
                <a:gd name="connsiteX4" fmla="*/ 0 w 595706"/>
                <a:gd name="connsiteY4" fmla="*/ 26413 h 143650"/>
                <a:gd name="connsiteX0" fmla="*/ 0 w 595706"/>
                <a:gd name="connsiteY0" fmla="*/ 21286 h 138523"/>
                <a:gd name="connsiteX1" fmla="*/ 595706 w 595706"/>
                <a:gd name="connsiteY1" fmla="*/ 3376 h 138523"/>
                <a:gd name="connsiteX2" fmla="*/ 595706 w 595706"/>
                <a:gd name="connsiteY2" fmla="*/ 96341 h 138523"/>
                <a:gd name="connsiteX3" fmla="*/ 1361 w 595706"/>
                <a:gd name="connsiteY3" fmla="*/ 138523 h 138523"/>
                <a:gd name="connsiteX4" fmla="*/ 0 w 595706"/>
                <a:gd name="connsiteY4" fmla="*/ 21286 h 138523"/>
                <a:gd name="connsiteX0" fmla="*/ 0 w 595706"/>
                <a:gd name="connsiteY0" fmla="*/ 22534 h 139771"/>
                <a:gd name="connsiteX1" fmla="*/ 595706 w 595706"/>
                <a:gd name="connsiteY1" fmla="*/ 4624 h 139771"/>
                <a:gd name="connsiteX2" fmla="*/ 595706 w 595706"/>
                <a:gd name="connsiteY2" fmla="*/ 97589 h 139771"/>
                <a:gd name="connsiteX3" fmla="*/ 1361 w 595706"/>
                <a:gd name="connsiteY3" fmla="*/ 139771 h 139771"/>
                <a:gd name="connsiteX4" fmla="*/ 0 w 595706"/>
                <a:gd name="connsiteY4" fmla="*/ 22534 h 139771"/>
                <a:gd name="connsiteX0" fmla="*/ 0 w 595706"/>
                <a:gd name="connsiteY0" fmla="*/ 23494 h 140731"/>
                <a:gd name="connsiteX1" fmla="*/ 595706 w 595706"/>
                <a:gd name="connsiteY1" fmla="*/ 2118 h 140731"/>
                <a:gd name="connsiteX2" fmla="*/ 595706 w 595706"/>
                <a:gd name="connsiteY2" fmla="*/ 98549 h 140731"/>
                <a:gd name="connsiteX3" fmla="*/ 1361 w 595706"/>
                <a:gd name="connsiteY3" fmla="*/ 140731 h 140731"/>
                <a:gd name="connsiteX4" fmla="*/ 0 w 595706"/>
                <a:gd name="connsiteY4" fmla="*/ 23494 h 140731"/>
                <a:gd name="connsiteX0" fmla="*/ 0 w 595706"/>
                <a:gd name="connsiteY0" fmla="*/ 23494 h 140731"/>
                <a:gd name="connsiteX1" fmla="*/ 595706 w 595706"/>
                <a:gd name="connsiteY1" fmla="*/ 2118 h 140731"/>
                <a:gd name="connsiteX2" fmla="*/ 595706 w 595706"/>
                <a:gd name="connsiteY2" fmla="*/ 98549 h 140731"/>
                <a:gd name="connsiteX3" fmla="*/ 1361 w 595706"/>
                <a:gd name="connsiteY3" fmla="*/ 140731 h 140731"/>
                <a:gd name="connsiteX4" fmla="*/ 0 w 595706"/>
                <a:gd name="connsiteY4" fmla="*/ 23494 h 140731"/>
                <a:gd name="connsiteX0" fmla="*/ 0 w 595706"/>
                <a:gd name="connsiteY0" fmla="*/ 25030 h 142267"/>
                <a:gd name="connsiteX1" fmla="*/ 595706 w 595706"/>
                <a:gd name="connsiteY1" fmla="*/ 3654 h 142267"/>
                <a:gd name="connsiteX2" fmla="*/ 595706 w 595706"/>
                <a:gd name="connsiteY2" fmla="*/ 100085 h 142267"/>
                <a:gd name="connsiteX3" fmla="*/ 1361 w 595706"/>
                <a:gd name="connsiteY3" fmla="*/ 142267 h 142267"/>
                <a:gd name="connsiteX4" fmla="*/ 0 w 595706"/>
                <a:gd name="connsiteY4" fmla="*/ 25030 h 142267"/>
                <a:gd name="connsiteX0" fmla="*/ 0 w 595706"/>
                <a:gd name="connsiteY0" fmla="*/ 22091 h 139328"/>
                <a:gd name="connsiteX1" fmla="*/ 595706 w 595706"/>
                <a:gd name="connsiteY1" fmla="*/ 715 h 139328"/>
                <a:gd name="connsiteX2" fmla="*/ 595706 w 595706"/>
                <a:gd name="connsiteY2" fmla="*/ 97146 h 139328"/>
                <a:gd name="connsiteX3" fmla="*/ 1361 w 595706"/>
                <a:gd name="connsiteY3" fmla="*/ 139328 h 139328"/>
                <a:gd name="connsiteX4" fmla="*/ 0 w 595706"/>
                <a:gd name="connsiteY4" fmla="*/ 22091 h 139328"/>
                <a:gd name="connsiteX0" fmla="*/ 0 w 595706"/>
                <a:gd name="connsiteY0" fmla="*/ 23573 h 140810"/>
                <a:gd name="connsiteX1" fmla="*/ 595706 w 595706"/>
                <a:gd name="connsiteY1" fmla="*/ 2197 h 140810"/>
                <a:gd name="connsiteX2" fmla="*/ 595706 w 595706"/>
                <a:gd name="connsiteY2" fmla="*/ 98628 h 140810"/>
                <a:gd name="connsiteX3" fmla="*/ 1361 w 595706"/>
                <a:gd name="connsiteY3" fmla="*/ 140810 h 140810"/>
                <a:gd name="connsiteX4" fmla="*/ 0 w 595706"/>
                <a:gd name="connsiteY4" fmla="*/ 23573 h 140810"/>
                <a:gd name="connsiteX0" fmla="*/ 0 w 595706"/>
                <a:gd name="connsiteY0" fmla="*/ 21908 h 139145"/>
                <a:gd name="connsiteX1" fmla="*/ 595706 w 595706"/>
                <a:gd name="connsiteY1" fmla="*/ 532 h 139145"/>
                <a:gd name="connsiteX2" fmla="*/ 595706 w 595706"/>
                <a:gd name="connsiteY2" fmla="*/ 96963 h 139145"/>
                <a:gd name="connsiteX3" fmla="*/ 1361 w 595706"/>
                <a:gd name="connsiteY3" fmla="*/ 139145 h 139145"/>
                <a:gd name="connsiteX4" fmla="*/ 0 w 595706"/>
                <a:gd name="connsiteY4" fmla="*/ 21908 h 139145"/>
                <a:gd name="connsiteX0" fmla="*/ 0 w 595706"/>
                <a:gd name="connsiteY0" fmla="*/ 23863 h 141100"/>
                <a:gd name="connsiteX1" fmla="*/ 595706 w 595706"/>
                <a:gd name="connsiteY1" fmla="*/ 2487 h 141100"/>
                <a:gd name="connsiteX2" fmla="*/ 595706 w 595706"/>
                <a:gd name="connsiteY2" fmla="*/ 98918 h 141100"/>
                <a:gd name="connsiteX3" fmla="*/ 1361 w 595706"/>
                <a:gd name="connsiteY3" fmla="*/ 141100 h 141100"/>
                <a:gd name="connsiteX4" fmla="*/ 0 w 595706"/>
                <a:gd name="connsiteY4" fmla="*/ 23863 h 141100"/>
                <a:gd name="connsiteX0" fmla="*/ 0 w 595706"/>
                <a:gd name="connsiteY0" fmla="*/ 24472 h 141709"/>
                <a:gd name="connsiteX1" fmla="*/ 595706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0 w 595706"/>
                <a:gd name="connsiteY0" fmla="*/ 24267 h 141504"/>
                <a:gd name="connsiteX1" fmla="*/ 595706 w 595706"/>
                <a:gd name="connsiteY1" fmla="*/ 2891 h 141504"/>
                <a:gd name="connsiteX2" fmla="*/ 595706 w 595706"/>
                <a:gd name="connsiteY2" fmla="*/ 99322 h 141504"/>
                <a:gd name="connsiteX3" fmla="*/ 1361 w 595706"/>
                <a:gd name="connsiteY3" fmla="*/ 141504 h 141504"/>
                <a:gd name="connsiteX4" fmla="*/ 0 w 595706"/>
                <a:gd name="connsiteY4" fmla="*/ 24267 h 141504"/>
                <a:gd name="connsiteX0" fmla="*/ 0 w 595706"/>
                <a:gd name="connsiteY0" fmla="*/ 24472 h 141709"/>
                <a:gd name="connsiteX1" fmla="*/ 595706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0 w 595706"/>
                <a:gd name="connsiteY0" fmla="*/ 24472 h 141709"/>
                <a:gd name="connsiteX1" fmla="*/ 594353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124 w 595830"/>
                <a:gd name="connsiteY0" fmla="*/ 24472 h 141709"/>
                <a:gd name="connsiteX1" fmla="*/ 594477 w 595830"/>
                <a:gd name="connsiteY1" fmla="*/ 3096 h 141709"/>
                <a:gd name="connsiteX2" fmla="*/ 595830 w 595830"/>
                <a:gd name="connsiteY2" fmla="*/ 99527 h 141709"/>
                <a:gd name="connsiteX3" fmla="*/ 131 w 595830"/>
                <a:gd name="connsiteY3" fmla="*/ 141709 h 141709"/>
                <a:gd name="connsiteX4" fmla="*/ 124 w 595830"/>
                <a:gd name="connsiteY4" fmla="*/ 24472 h 141709"/>
                <a:gd name="connsiteX0" fmla="*/ 124 w 597179"/>
                <a:gd name="connsiteY0" fmla="*/ 25207 h 142444"/>
                <a:gd name="connsiteX1" fmla="*/ 597179 w 597179"/>
                <a:gd name="connsiteY1" fmla="*/ 481 h 142444"/>
                <a:gd name="connsiteX2" fmla="*/ 595830 w 597179"/>
                <a:gd name="connsiteY2" fmla="*/ 100262 h 142444"/>
                <a:gd name="connsiteX3" fmla="*/ 131 w 597179"/>
                <a:gd name="connsiteY3" fmla="*/ 142444 h 142444"/>
                <a:gd name="connsiteX4" fmla="*/ 124 w 597179"/>
                <a:gd name="connsiteY4" fmla="*/ 25207 h 142444"/>
                <a:gd name="connsiteX0" fmla="*/ 124 w 595889"/>
                <a:gd name="connsiteY0" fmla="*/ 25842 h 143079"/>
                <a:gd name="connsiteX1" fmla="*/ 594477 w 595889"/>
                <a:gd name="connsiteY1" fmla="*/ 0 h 143079"/>
                <a:gd name="connsiteX2" fmla="*/ 595830 w 595889"/>
                <a:gd name="connsiteY2" fmla="*/ 100897 h 143079"/>
                <a:gd name="connsiteX3" fmla="*/ 131 w 595889"/>
                <a:gd name="connsiteY3" fmla="*/ 143079 h 143079"/>
                <a:gd name="connsiteX4" fmla="*/ 124 w 595889"/>
                <a:gd name="connsiteY4" fmla="*/ 25842 h 143079"/>
                <a:gd name="connsiteX0" fmla="*/ 124 w 595889"/>
                <a:gd name="connsiteY0" fmla="*/ 24713 h 141950"/>
                <a:gd name="connsiteX1" fmla="*/ 594477 w 595889"/>
                <a:gd name="connsiteY1" fmla="*/ 2221 h 141950"/>
                <a:gd name="connsiteX2" fmla="*/ 595830 w 595889"/>
                <a:gd name="connsiteY2" fmla="*/ 99768 h 141950"/>
                <a:gd name="connsiteX3" fmla="*/ 131 w 595889"/>
                <a:gd name="connsiteY3" fmla="*/ 141950 h 141950"/>
                <a:gd name="connsiteX4" fmla="*/ 124 w 595889"/>
                <a:gd name="connsiteY4" fmla="*/ 24713 h 141950"/>
                <a:gd name="connsiteX0" fmla="*/ 124 w 595959"/>
                <a:gd name="connsiteY0" fmla="*/ 24713 h 141950"/>
                <a:gd name="connsiteX1" fmla="*/ 595828 w 595959"/>
                <a:gd name="connsiteY1" fmla="*/ 2221 h 141950"/>
                <a:gd name="connsiteX2" fmla="*/ 595830 w 595959"/>
                <a:gd name="connsiteY2" fmla="*/ 99768 h 141950"/>
                <a:gd name="connsiteX3" fmla="*/ 131 w 595959"/>
                <a:gd name="connsiteY3" fmla="*/ 141950 h 141950"/>
                <a:gd name="connsiteX4" fmla="*/ 124 w 595959"/>
                <a:gd name="connsiteY4" fmla="*/ 24713 h 141950"/>
                <a:gd name="connsiteX0" fmla="*/ 124 w 595959"/>
                <a:gd name="connsiteY0" fmla="*/ 24925 h 142162"/>
                <a:gd name="connsiteX1" fmla="*/ 595828 w 595959"/>
                <a:gd name="connsiteY1" fmla="*/ 2433 h 142162"/>
                <a:gd name="connsiteX2" fmla="*/ 595830 w 595959"/>
                <a:gd name="connsiteY2" fmla="*/ 99980 h 142162"/>
                <a:gd name="connsiteX3" fmla="*/ 131 w 595959"/>
                <a:gd name="connsiteY3" fmla="*/ 142162 h 142162"/>
                <a:gd name="connsiteX4" fmla="*/ 124 w 595959"/>
                <a:gd name="connsiteY4" fmla="*/ 24925 h 142162"/>
                <a:gd name="connsiteX0" fmla="*/ 124 w 595959"/>
                <a:gd name="connsiteY0" fmla="*/ 22492 h 139729"/>
                <a:gd name="connsiteX1" fmla="*/ 595828 w 595959"/>
                <a:gd name="connsiteY1" fmla="*/ 0 h 139729"/>
                <a:gd name="connsiteX2" fmla="*/ 595830 w 595959"/>
                <a:gd name="connsiteY2" fmla="*/ 97547 h 139729"/>
                <a:gd name="connsiteX3" fmla="*/ 131 w 595959"/>
                <a:gd name="connsiteY3" fmla="*/ 139729 h 139729"/>
                <a:gd name="connsiteX4" fmla="*/ 124 w 595959"/>
                <a:gd name="connsiteY4" fmla="*/ 22492 h 139729"/>
                <a:gd name="connsiteX0" fmla="*/ 124 w 595959"/>
                <a:gd name="connsiteY0" fmla="*/ 25585 h 142822"/>
                <a:gd name="connsiteX1" fmla="*/ 595828 w 595959"/>
                <a:gd name="connsiteY1" fmla="*/ 3093 h 142822"/>
                <a:gd name="connsiteX2" fmla="*/ 595830 w 595959"/>
                <a:gd name="connsiteY2" fmla="*/ 100640 h 142822"/>
                <a:gd name="connsiteX3" fmla="*/ 131 w 595959"/>
                <a:gd name="connsiteY3" fmla="*/ 142822 h 142822"/>
                <a:gd name="connsiteX4" fmla="*/ 124 w 595959"/>
                <a:gd name="connsiteY4" fmla="*/ 25585 h 142822"/>
                <a:gd name="connsiteX0" fmla="*/ 124 w 595959"/>
                <a:gd name="connsiteY0" fmla="*/ 25585 h 142822"/>
                <a:gd name="connsiteX1" fmla="*/ 595828 w 595959"/>
                <a:gd name="connsiteY1" fmla="*/ 3093 h 142822"/>
                <a:gd name="connsiteX2" fmla="*/ 595830 w 595959"/>
                <a:gd name="connsiteY2" fmla="*/ 100640 h 142822"/>
                <a:gd name="connsiteX3" fmla="*/ 131 w 595959"/>
                <a:gd name="connsiteY3" fmla="*/ 142822 h 142822"/>
                <a:gd name="connsiteX4" fmla="*/ 124 w 595959"/>
                <a:gd name="connsiteY4" fmla="*/ 25585 h 142822"/>
                <a:gd name="connsiteX0" fmla="*/ 124 w 595959"/>
                <a:gd name="connsiteY0" fmla="*/ 26512 h 143749"/>
                <a:gd name="connsiteX1" fmla="*/ 595828 w 595959"/>
                <a:gd name="connsiteY1" fmla="*/ 4020 h 143749"/>
                <a:gd name="connsiteX2" fmla="*/ 595830 w 595959"/>
                <a:gd name="connsiteY2" fmla="*/ 101567 h 143749"/>
                <a:gd name="connsiteX3" fmla="*/ 131 w 595959"/>
                <a:gd name="connsiteY3" fmla="*/ 143749 h 143749"/>
                <a:gd name="connsiteX4" fmla="*/ 124 w 595959"/>
                <a:gd name="connsiteY4" fmla="*/ 26512 h 143749"/>
                <a:gd name="connsiteX0" fmla="*/ 124 w 595959"/>
                <a:gd name="connsiteY0" fmla="*/ 26512 h 143749"/>
                <a:gd name="connsiteX1" fmla="*/ 595828 w 595959"/>
                <a:gd name="connsiteY1" fmla="*/ 4020 h 143749"/>
                <a:gd name="connsiteX2" fmla="*/ 595830 w 595959"/>
                <a:gd name="connsiteY2" fmla="*/ 101567 h 143749"/>
                <a:gd name="connsiteX3" fmla="*/ 131 w 595959"/>
                <a:gd name="connsiteY3" fmla="*/ 143749 h 143749"/>
                <a:gd name="connsiteX4" fmla="*/ 124 w 595959"/>
                <a:gd name="connsiteY4" fmla="*/ 26512 h 143749"/>
                <a:gd name="connsiteX0" fmla="*/ 124 w 595959"/>
                <a:gd name="connsiteY0" fmla="*/ 28496 h 145733"/>
                <a:gd name="connsiteX1" fmla="*/ 595828 w 595959"/>
                <a:gd name="connsiteY1" fmla="*/ 6004 h 145733"/>
                <a:gd name="connsiteX2" fmla="*/ 595830 w 595959"/>
                <a:gd name="connsiteY2" fmla="*/ 103551 h 145733"/>
                <a:gd name="connsiteX3" fmla="*/ 131 w 595959"/>
                <a:gd name="connsiteY3" fmla="*/ 145733 h 145733"/>
                <a:gd name="connsiteX4" fmla="*/ 124 w 595959"/>
                <a:gd name="connsiteY4" fmla="*/ 28496 h 14573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856"/>
                <a:gd name="connsiteY0" fmla="*/ 41841 h 159078"/>
                <a:gd name="connsiteX1" fmla="*/ 591261 w 595856"/>
                <a:gd name="connsiteY1" fmla="*/ 0 h 159078"/>
                <a:gd name="connsiteX2" fmla="*/ 595830 w 595856"/>
                <a:gd name="connsiteY2" fmla="*/ 116896 h 159078"/>
                <a:gd name="connsiteX3" fmla="*/ 131 w 595856"/>
                <a:gd name="connsiteY3" fmla="*/ 159078 h 159078"/>
                <a:gd name="connsiteX4" fmla="*/ 124 w 595856"/>
                <a:gd name="connsiteY4" fmla="*/ 41841 h 159078"/>
                <a:gd name="connsiteX0" fmla="*/ 124 w 595959"/>
                <a:gd name="connsiteY0" fmla="*/ 41841 h 159078"/>
                <a:gd name="connsiteX1" fmla="*/ 595828 w 595959"/>
                <a:gd name="connsiteY1" fmla="*/ 0 h 159078"/>
                <a:gd name="connsiteX2" fmla="*/ 595830 w 595959"/>
                <a:gd name="connsiteY2" fmla="*/ 116896 h 159078"/>
                <a:gd name="connsiteX3" fmla="*/ 131 w 595959"/>
                <a:gd name="connsiteY3" fmla="*/ 159078 h 159078"/>
                <a:gd name="connsiteX4" fmla="*/ 124 w 595959"/>
                <a:gd name="connsiteY4" fmla="*/ 41841 h 159078"/>
                <a:gd name="connsiteX0" fmla="*/ 124 w 597349"/>
                <a:gd name="connsiteY0" fmla="*/ 42378 h 159615"/>
                <a:gd name="connsiteX1" fmla="*/ 597349 w 597349"/>
                <a:gd name="connsiteY1" fmla="*/ 0 h 159615"/>
                <a:gd name="connsiteX2" fmla="*/ 595830 w 597349"/>
                <a:gd name="connsiteY2" fmla="*/ 117433 h 159615"/>
                <a:gd name="connsiteX3" fmla="*/ 131 w 597349"/>
                <a:gd name="connsiteY3" fmla="*/ 159615 h 159615"/>
                <a:gd name="connsiteX4" fmla="*/ 124 w 597349"/>
                <a:gd name="connsiteY4" fmla="*/ 42378 h 159615"/>
                <a:gd name="connsiteX0" fmla="*/ 124 w 600443"/>
                <a:gd name="connsiteY0" fmla="*/ 42378 h 159615"/>
                <a:gd name="connsiteX1" fmla="*/ 597349 w 600443"/>
                <a:gd name="connsiteY1" fmla="*/ 0 h 159615"/>
                <a:gd name="connsiteX2" fmla="*/ 600408 w 600443"/>
                <a:gd name="connsiteY2" fmla="*/ 117433 h 159615"/>
                <a:gd name="connsiteX3" fmla="*/ 131 w 600443"/>
                <a:gd name="connsiteY3" fmla="*/ 159615 h 159615"/>
                <a:gd name="connsiteX4" fmla="*/ 124 w 600443"/>
                <a:gd name="connsiteY4" fmla="*/ 42378 h 159615"/>
                <a:gd name="connsiteX0" fmla="*/ 124 w 600537"/>
                <a:gd name="connsiteY0" fmla="*/ 42378 h 159615"/>
                <a:gd name="connsiteX1" fmla="*/ 600401 w 600537"/>
                <a:gd name="connsiteY1" fmla="*/ 0 h 159615"/>
                <a:gd name="connsiteX2" fmla="*/ 600408 w 600537"/>
                <a:gd name="connsiteY2" fmla="*/ 117433 h 159615"/>
                <a:gd name="connsiteX3" fmla="*/ 131 w 600537"/>
                <a:gd name="connsiteY3" fmla="*/ 159615 h 159615"/>
                <a:gd name="connsiteX4" fmla="*/ 124 w 600537"/>
                <a:gd name="connsiteY4" fmla="*/ 42378 h 159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0537" h="159615">
                  <a:moveTo>
                    <a:pt x="124" y="42378"/>
                  </a:moveTo>
                  <a:cubicBezTo>
                    <a:pt x="296414" y="-50243"/>
                    <a:pt x="418111" y="75773"/>
                    <a:pt x="600401" y="0"/>
                  </a:cubicBezTo>
                  <a:cubicBezTo>
                    <a:pt x="599951" y="33260"/>
                    <a:pt x="600858" y="84173"/>
                    <a:pt x="600408" y="117433"/>
                  </a:cubicBezTo>
                  <a:cubicBezTo>
                    <a:pt x="395490" y="192726"/>
                    <a:pt x="285331" y="62551"/>
                    <a:pt x="131" y="159615"/>
                  </a:cubicBezTo>
                  <a:cubicBezTo>
                    <a:pt x="-323" y="114566"/>
                    <a:pt x="578" y="87427"/>
                    <a:pt x="124" y="42378"/>
                  </a:cubicBezTo>
                  <a:close/>
                </a:path>
              </a:pathLst>
            </a:custGeom>
            <a:solidFill>
              <a:schemeClr val="accent2">
                <a:lumMod val="40000"/>
                <a:lumOff val="6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6" name="矩形 1174">
              <a:extLst>
                <a:ext uri="{FF2B5EF4-FFF2-40B4-BE49-F238E27FC236}">
                  <a16:creationId xmlns:a16="http://schemas.microsoft.com/office/drawing/2014/main" id="{C6B5F08D-52EC-D18D-BCB0-E8FA0849CFA0}"/>
                </a:ext>
              </a:extLst>
            </p:cNvPr>
            <p:cNvSpPr/>
            <p:nvPr/>
          </p:nvSpPr>
          <p:spPr>
            <a:xfrm rot="10800000">
              <a:off x="5041541" y="7045652"/>
              <a:ext cx="618707" cy="139508"/>
            </a:xfrm>
            <a:custGeom>
              <a:avLst/>
              <a:gdLst>
                <a:gd name="connsiteX0" fmla="*/ 0 w 595706"/>
                <a:gd name="connsiteY0" fmla="*/ 0 h 92965"/>
                <a:gd name="connsiteX1" fmla="*/ 595706 w 595706"/>
                <a:gd name="connsiteY1" fmla="*/ 0 h 92965"/>
                <a:gd name="connsiteX2" fmla="*/ 595706 w 595706"/>
                <a:gd name="connsiteY2" fmla="*/ 92965 h 92965"/>
                <a:gd name="connsiteX3" fmla="*/ 0 w 595706"/>
                <a:gd name="connsiteY3" fmla="*/ 92965 h 92965"/>
                <a:gd name="connsiteX4" fmla="*/ 0 w 595706"/>
                <a:gd name="connsiteY4" fmla="*/ 0 h 92965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131 w 595837"/>
                <a:gd name="connsiteY0" fmla="*/ 0 h 148754"/>
                <a:gd name="connsiteX1" fmla="*/ 595837 w 595837"/>
                <a:gd name="connsiteY1" fmla="*/ 0 h 148754"/>
                <a:gd name="connsiteX2" fmla="*/ 595837 w 595837"/>
                <a:gd name="connsiteY2" fmla="*/ 92965 h 148754"/>
                <a:gd name="connsiteX3" fmla="*/ 131 w 595837"/>
                <a:gd name="connsiteY3" fmla="*/ 148754 h 148754"/>
                <a:gd name="connsiteX4" fmla="*/ 131 w 595837"/>
                <a:gd name="connsiteY4" fmla="*/ 0 h 148754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56571"/>
                <a:gd name="connsiteX1" fmla="*/ 595837 w 595837"/>
                <a:gd name="connsiteY1" fmla="*/ 0 h 156571"/>
                <a:gd name="connsiteX2" fmla="*/ 594316 w 595837"/>
                <a:gd name="connsiteY2" fmla="*/ 141984 h 156571"/>
                <a:gd name="connsiteX3" fmla="*/ 131 w 595837"/>
                <a:gd name="connsiteY3" fmla="*/ 140590 h 156571"/>
                <a:gd name="connsiteX4" fmla="*/ 131 w 595837"/>
                <a:gd name="connsiteY4" fmla="*/ 0 h 156571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0 w 600949"/>
                <a:gd name="connsiteY0" fmla="*/ 0 h 271309"/>
                <a:gd name="connsiteX1" fmla="*/ 600949 w 600949"/>
                <a:gd name="connsiteY1" fmla="*/ 0 h 271309"/>
                <a:gd name="connsiteX2" fmla="*/ 599428 w 600949"/>
                <a:gd name="connsiteY2" fmla="*/ 141984 h 271309"/>
                <a:gd name="connsiteX3" fmla="*/ 3722 w 600949"/>
                <a:gd name="connsiteY3" fmla="*/ 271309 h 271309"/>
                <a:gd name="connsiteX4" fmla="*/ 0 w 600949"/>
                <a:gd name="connsiteY4" fmla="*/ 0 h 271309"/>
                <a:gd name="connsiteX0" fmla="*/ 0 w 599639"/>
                <a:gd name="connsiteY0" fmla="*/ 0 h 271309"/>
                <a:gd name="connsiteX1" fmla="*/ 599639 w 599639"/>
                <a:gd name="connsiteY1" fmla="*/ 0 h 271309"/>
                <a:gd name="connsiteX2" fmla="*/ 599428 w 599639"/>
                <a:gd name="connsiteY2" fmla="*/ 141984 h 271309"/>
                <a:gd name="connsiteX3" fmla="*/ 3722 w 599639"/>
                <a:gd name="connsiteY3" fmla="*/ 271309 h 271309"/>
                <a:gd name="connsiteX4" fmla="*/ 0 w 599639"/>
                <a:gd name="connsiteY4" fmla="*/ 0 h 271309"/>
                <a:gd name="connsiteX0" fmla="*/ 0 w 597018"/>
                <a:gd name="connsiteY0" fmla="*/ 0 h 271309"/>
                <a:gd name="connsiteX1" fmla="*/ 597018 w 597018"/>
                <a:gd name="connsiteY1" fmla="*/ 0 h 271309"/>
                <a:gd name="connsiteX2" fmla="*/ 596807 w 597018"/>
                <a:gd name="connsiteY2" fmla="*/ 141984 h 271309"/>
                <a:gd name="connsiteX3" fmla="*/ 1101 w 597018"/>
                <a:gd name="connsiteY3" fmla="*/ 271309 h 271309"/>
                <a:gd name="connsiteX4" fmla="*/ 0 w 597018"/>
                <a:gd name="connsiteY4" fmla="*/ 0 h 271309"/>
                <a:gd name="connsiteX0" fmla="*/ 0 w 596807"/>
                <a:gd name="connsiteY0" fmla="*/ 0 h 271309"/>
                <a:gd name="connsiteX1" fmla="*/ 591775 w 596807"/>
                <a:gd name="connsiteY1" fmla="*/ 0 h 271309"/>
                <a:gd name="connsiteX2" fmla="*/ 596807 w 596807"/>
                <a:gd name="connsiteY2" fmla="*/ 141984 h 271309"/>
                <a:gd name="connsiteX3" fmla="*/ 1101 w 596807"/>
                <a:gd name="connsiteY3" fmla="*/ 271309 h 271309"/>
                <a:gd name="connsiteX4" fmla="*/ 0 w 596807"/>
                <a:gd name="connsiteY4" fmla="*/ 0 h 271309"/>
                <a:gd name="connsiteX0" fmla="*/ 0 w 596807"/>
                <a:gd name="connsiteY0" fmla="*/ 0 h 271309"/>
                <a:gd name="connsiteX1" fmla="*/ 595708 w 596807"/>
                <a:gd name="connsiteY1" fmla="*/ 0 h 271309"/>
                <a:gd name="connsiteX2" fmla="*/ 596807 w 596807"/>
                <a:gd name="connsiteY2" fmla="*/ 141984 h 271309"/>
                <a:gd name="connsiteX3" fmla="*/ 1101 w 596807"/>
                <a:gd name="connsiteY3" fmla="*/ 271309 h 271309"/>
                <a:gd name="connsiteX4" fmla="*/ 0 w 596807"/>
                <a:gd name="connsiteY4" fmla="*/ 0 h 271309"/>
                <a:gd name="connsiteX0" fmla="*/ 0 w 595708"/>
                <a:gd name="connsiteY0" fmla="*/ 0 h 271309"/>
                <a:gd name="connsiteX1" fmla="*/ 595708 w 595708"/>
                <a:gd name="connsiteY1" fmla="*/ 0 h 271309"/>
                <a:gd name="connsiteX2" fmla="*/ 594186 w 595708"/>
                <a:gd name="connsiteY2" fmla="*/ 141985 h 271309"/>
                <a:gd name="connsiteX3" fmla="*/ 1101 w 595708"/>
                <a:gd name="connsiteY3" fmla="*/ 271309 h 271309"/>
                <a:gd name="connsiteX4" fmla="*/ 0 w 595708"/>
                <a:gd name="connsiteY4" fmla="*/ 0 h 271309"/>
                <a:gd name="connsiteX0" fmla="*/ 0 w 596439"/>
                <a:gd name="connsiteY0" fmla="*/ 109083 h 380392"/>
                <a:gd name="connsiteX1" fmla="*/ 595708 w 596439"/>
                <a:gd name="connsiteY1" fmla="*/ 109083 h 380392"/>
                <a:gd name="connsiteX2" fmla="*/ 594186 w 596439"/>
                <a:gd name="connsiteY2" fmla="*/ 251068 h 380392"/>
                <a:gd name="connsiteX3" fmla="*/ 1101 w 596439"/>
                <a:gd name="connsiteY3" fmla="*/ 380392 h 380392"/>
                <a:gd name="connsiteX4" fmla="*/ 0 w 596439"/>
                <a:gd name="connsiteY4" fmla="*/ 109083 h 380392"/>
                <a:gd name="connsiteX0" fmla="*/ 0 w 595708"/>
                <a:gd name="connsiteY0" fmla="*/ 0 h 271309"/>
                <a:gd name="connsiteX1" fmla="*/ 595708 w 595708"/>
                <a:gd name="connsiteY1" fmla="*/ 0 h 271309"/>
                <a:gd name="connsiteX2" fmla="*/ 594186 w 595708"/>
                <a:gd name="connsiteY2" fmla="*/ 141985 h 271309"/>
                <a:gd name="connsiteX3" fmla="*/ 1101 w 595708"/>
                <a:gd name="connsiteY3" fmla="*/ 271309 h 271309"/>
                <a:gd name="connsiteX4" fmla="*/ 0 w 595708"/>
                <a:gd name="connsiteY4" fmla="*/ 0 h 271309"/>
                <a:gd name="connsiteX0" fmla="*/ 0 w 596808"/>
                <a:gd name="connsiteY0" fmla="*/ 0 h 271309"/>
                <a:gd name="connsiteX1" fmla="*/ 595708 w 596808"/>
                <a:gd name="connsiteY1" fmla="*/ 0 h 271309"/>
                <a:gd name="connsiteX2" fmla="*/ 596808 w 596808"/>
                <a:gd name="connsiteY2" fmla="*/ 141985 h 271309"/>
                <a:gd name="connsiteX3" fmla="*/ 1101 w 596808"/>
                <a:gd name="connsiteY3" fmla="*/ 271309 h 271309"/>
                <a:gd name="connsiteX4" fmla="*/ 0 w 596808"/>
                <a:gd name="connsiteY4" fmla="*/ 0 h 271309"/>
                <a:gd name="connsiteX0" fmla="*/ 0 w 596808"/>
                <a:gd name="connsiteY0" fmla="*/ 0 h 271309"/>
                <a:gd name="connsiteX1" fmla="*/ 595708 w 596808"/>
                <a:gd name="connsiteY1" fmla="*/ 0 h 271309"/>
                <a:gd name="connsiteX2" fmla="*/ 596808 w 596808"/>
                <a:gd name="connsiteY2" fmla="*/ 141985 h 271309"/>
                <a:gd name="connsiteX3" fmla="*/ 1101 w 596808"/>
                <a:gd name="connsiteY3" fmla="*/ 271309 h 271309"/>
                <a:gd name="connsiteX4" fmla="*/ 0 w 596808"/>
                <a:gd name="connsiteY4" fmla="*/ 0 h 271309"/>
                <a:gd name="connsiteX0" fmla="*/ 0 w 596808"/>
                <a:gd name="connsiteY0" fmla="*/ 0 h 271309"/>
                <a:gd name="connsiteX1" fmla="*/ 595708 w 596808"/>
                <a:gd name="connsiteY1" fmla="*/ 0 h 271309"/>
                <a:gd name="connsiteX2" fmla="*/ 596808 w 596808"/>
                <a:gd name="connsiteY2" fmla="*/ 141985 h 271309"/>
                <a:gd name="connsiteX3" fmla="*/ 1101 w 596808"/>
                <a:gd name="connsiteY3" fmla="*/ 271309 h 271309"/>
                <a:gd name="connsiteX4" fmla="*/ 0 w 596808"/>
                <a:gd name="connsiteY4" fmla="*/ 0 h 271309"/>
                <a:gd name="connsiteX0" fmla="*/ 0 w 595708"/>
                <a:gd name="connsiteY0" fmla="*/ 0 h 271309"/>
                <a:gd name="connsiteX1" fmla="*/ 595708 w 595708"/>
                <a:gd name="connsiteY1" fmla="*/ 0 h 271309"/>
                <a:gd name="connsiteX2" fmla="*/ 594186 w 595708"/>
                <a:gd name="connsiteY2" fmla="*/ 141985 h 271309"/>
                <a:gd name="connsiteX3" fmla="*/ 1101 w 595708"/>
                <a:gd name="connsiteY3" fmla="*/ 271309 h 271309"/>
                <a:gd name="connsiteX4" fmla="*/ 0 w 595708"/>
                <a:gd name="connsiteY4" fmla="*/ 0 h 271309"/>
                <a:gd name="connsiteX0" fmla="*/ 0 w 595708"/>
                <a:gd name="connsiteY0" fmla="*/ 0 h 271309"/>
                <a:gd name="connsiteX1" fmla="*/ 595708 w 595708"/>
                <a:gd name="connsiteY1" fmla="*/ 0 h 271309"/>
                <a:gd name="connsiteX2" fmla="*/ 594186 w 595708"/>
                <a:gd name="connsiteY2" fmla="*/ 141985 h 271309"/>
                <a:gd name="connsiteX3" fmla="*/ 1101 w 595708"/>
                <a:gd name="connsiteY3" fmla="*/ 271309 h 271309"/>
                <a:gd name="connsiteX4" fmla="*/ 0 w 595708"/>
                <a:gd name="connsiteY4" fmla="*/ 0 h 271309"/>
                <a:gd name="connsiteX0" fmla="*/ 0 w 595936"/>
                <a:gd name="connsiteY0" fmla="*/ 0 h 271309"/>
                <a:gd name="connsiteX1" fmla="*/ 595708 w 595936"/>
                <a:gd name="connsiteY1" fmla="*/ 0 h 271309"/>
                <a:gd name="connsiteX2" fmla="*/ 594186 w 595936"/>
                <a:gd name="connsiteY2" fmla="*/ 141985 h 271309"/>
                <a:gd name="connsiteX3" fmla="*/ 1101 w 595936"/>
                <a:gd name="connsiteY3" fmla="*/ 271309 h 271309"/>
                <a:gd name="connsiteX4" fmla="*/ 0 w 595936"/>
                <a:gd name="connsiteY4" fmla="*/ 0 h 271309"/>
                <a:gd name="connsiteX0" fmla="*/ 319 w 596255"/>
                <a:gd name="connsiteY0" fmla="*/ 0 h 271309"/>
                <a:gd name="connsiteX1" fmla="*/ 596027 w 596255"/>
                <a:gd name="connsiteY1" fmla="*/ 0 h 271309"/>
                <a:gd name="connsiteX2" fmla="*/ 594505 w 596255"/>
                <a:gd name="connsiteY2" fmla="*/ 141985 h 271309"/>
                <a:gd name="connsiteX3" fmla="*/ 110 w 596255"/>
                <a:gd name="connsiteY3" fmla="*/ 271309 h 271309"/>
                <a:gd name="connsiteX4" fmla="*/ 319 w 596255"/>
                <a:gd name="connsiteY4" fmla="*/ 0 h 271309"/>
                <a:gd name="connsiteX0" fmla="*/ 0 w 595936"/>
                <a:gd name="connsiteY0" fmla="*/ 0 h 271309"/>
                <a:gd name="connsiteX1" fmla="*/ 595708 w 595936"/>
                <a:gd name="connsiteY1" fmla="*/ 0 h 271309"/>
                <a:gd name="connsiteX2" fmla="*/ 594186 w 595936"/>
                <a:gd name="connsiteY2" fmla="*/ 141985 h 271309"/>
                <a:gd name="connsiteX3" fmla="*/ 1101 w 595936"/>
                <a:gd name="connsiteY3" fmla="*/ 271309 h 271309"/>
                <a:gd name="connsiteX4" fmla="*/ 0 w 595936"/>
                <a:gd name="connsiteY4" fmla="*/ 0 h 271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5936" h="271309">
                  <a:moveTo>
                    <a:pt x="0" y="0"/>
                  </a:moveTo>
                  <a:lnTo>
                    <a:pt x="595708" y="0"/>
                  </a:lnTo>
                  <a:cubicBezTo>
                    <a:pt x="595708" y="30988"/>
                    <a:pt x="596806" y="39550"/>
                    <a:pt x="594186" y="141985"/>
                  </a:cubicBezTo>
                  <a:cubicBezTo>
                    <a:pt x="404809" y="352086"/>
                    <a:pt x="341643" y="22672"/>
                    <a:pt x="1101" y="271309"/>
                  </a:cubicBezTo>
                  <a:cubicBezTo>
                    <a:pt x="647" y="226260"/>
                    <a:pt x="454" y="45049"/>
                    <a:pt x="0" y="0"/>
                  </a:cubicBez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7" name="矩形 1174">
              <a:extLst>
                <a:ext uri="{FF2B5EF4-FFF2-40B4-BE49-F238E27FC236}">
                  <a16:creationId xmlns:a16="http://schemas.microsoft.com/office/drawing/2014/main" id="{B02A69AF-DC58-B700-30E1-F70D1879F85E}"/>
                </a:ext>
              </a:extLst>
            </p:cNvPr>
            <p:cNvSpPr/>
            <p:nvPr/>
          </p:nvSpPr>
          <p:spPr>
            <a:xfrm rot="10800000">
              <a:off x="5041542" y="6594252"/>
              <a:ext cx="618706" cy="226680"/>
            </a:xfrm>
            <a:custGeom>
              <a:avLst/>
              <a:gdLst>
                <a:gd name="connsiteX0" fmla="*/ 0 w 595706"/>
                <a:gd name="connsiteY0" fmla="*/ 0 h 92965"/>
                <a:gd name="connsiteX1" fmla="*/ 595706 w 595706"/>
                <a:gd name="connsiteY1" fmla="*/ 0 h 92965"/>
                <a:gd name="connsiteX2" fmla="*/ 595706 w 595706"/>
                <a:gd name="connsiteY2" fmla="*/ 92965 h 92965"/>
                <a:gd name="connsiteX3" fmla="*/ 0 w 595706"/>
                <a:gd name="connsiteY3" fmla="*/ 92965 h 92965"/>
                <a:gd name="connsiteX4" fmla="*/ 0 w 595706"/>
                <a:gd name="connsiteY4" fmla="*/ 0 h 92965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1422 w 594406"/>
                <a:gd name="connsiteY0" fmla="*/ 21376 h 135147"/>
                <a:gd name="connsiteX1" fmla="*/ 594406 w 594406"/>
                <a:gd name="connsiteY1" fmla="*/ 0 h 135147"/>
                <a:gd name="connsiteX2" fmla="*/ 594406 w 594406"/>
                <a:gd name="connsiteY2" fmla="*/ 92965 h 135147"/>
                <a:gd name="connsiteX3" fmla="*/ 61 w 594406"/>
                <a:gd name="connsiteY3" fmla="*/ 135147 h 135147"/>
                <a:gd name="connsiteX4" fmla="*/ 1422 w 594406"/>
                <a:gd name="connsiteY4" fmla="*/ 21376 h 135147"/>
                <a:gd name="connsiteX0" fmla="*/ 1422 w 594406"/>
                <a:gd name="connsiteY0" fmla="*/ 15599 h 135147"/>
                <a:gd name="connsiteX1" fmla="*/ 594406 w 594406"/>
                <a:gd name="connsiteY1" fmla="*/ 0 h 135147"/>
                <a:gd name="connsiteX2" fmla="*/ 594406 w 594406"/>
                <a:gd name="connsiteY2" fmla="*/ 92965 h 135147"/>
                <a:gd name="connsiteX3" fmla="*/ 61 w 594406"/>
                <a:gd name="connsiteY3" fmla="*/ 135147 h 135147"/>
                <a:gd name="connsiteX4" fmla="*/ 1422 w 594406"/>
                <a:gd name="connsiteY4" fmla="*/ 15599 h 135147"/>
                <a:gd name="connsiteX0" fmla="*/ 131 w 594476"/>
                <a:gd name="connsiteY0" fmla="*/ 4622 h 135147"/>
                <a:gd name="connsiteX1" fmla="*/ 594476 w 594476"/>
                <a:gd name="connsiteY1" fmla="*/ 0 h 135147"/>
                <a:gd name="connsiteX2" fmla="*/ 594476 w 594476"/>
                <a:gd name="connsiteY2" fmla="*/ 92965 h 135147"/>
                <a:gd name="connsiteX3" fmla="*/ 131 w 594476"/>
                <a:gd name="connsiteY3" fmla="*/ 135147 h 135147"/>
                <a:gd name="connsiteX4" fmla="*/ 131 w 594476"/>
                <a:gd name="connsiteY4" fmla="*/ 4622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22423 h 139660"/>
                <a:gd name="connsiteX1" fmla="*/ 595706 w 595706"/>
                <a:gd name="connsiteY1" fmla="*/ 4513 h 139660"/>
                <a:gd name="connsiteX2" fmla="*/ 595706 w 595706"/>
                <a:gd name="connsiteY2" fmla="*/ 97478 h 139660"/>
                <a:gd name="connsiteX3" fmla="*/ 1361 w 595706"/>
                <a:gd name="connsiteY3" fmla="*/ 139660 h 139660"/>
                <a:gd name="connsiteX4" fmla="*/ 0 w 595706"/>
                <a:gd name="connsiteY4" fmla="*/ 22423 h 139660"/>
                <a:gd name="connsiteX0" fmla="*/ 0 w 595706"/>
                <a:gd name="connsiteY0" fmla="*/ 26413 h 143650"/>
                <a:gd name="connsiteX1" fmla="*/ 595706 w 595706"/>
                <a:gd name="connsiteY1" fmla="*/ 8503 h 143650"/>
                <a:gd name="connsiteX2" fmla="*/ 595706 w 595706"/>
                <a:gd name="connsiteY2" fmla="*/ 101468 h 143650"/>
                <a:gd name="connsiteX3" fmla="*/ 1361 w 595706"/>
                <a:gd name="connsiteY3" fmla="*/ 143650 h 143650"/>
                <a:gd name="connsiteX4" fmla="*/ 0 w 595706"/>
                <a:gd name="connsiteY4" fmla="*/ 26413 h 143650"/>
                <a:gd name="connsiteX0" fmla="*/ 0 w 595706"/>
                <a:gd name="connsiteY0" fmla="*/ 21286 h 138523"/>
                <a:gd name="connsiteX1" fmla="*/ 595706 w 595706"/>
                <a:gd name="connsiteY1" fmla="*/ 3376 h 138523"/>
                <a:gd name="connsiteX2" fmla="*/ 595706 w 595706"/>
                <a:gd name="connsiteY2" fmla="*/ 96341 h 138523"/>
                <a:gd name="connsiteX3" fmla="*/ 1361 w 595706"/>
                <a:gd name="connsiteY3" fmla="*/ 138523 h 138523"/>
                <a:gd name="connsiteX4" fmla="*/ 0 w 595706"/>
                <a:gd name="connsiteY4" fmla="*/ 21286 h 138523"/>
                <a:gd name="connsiteX0" fmla="*/ 0 w 595706"/>
                <a:gd name="connsiteY0" fmla="*/ 22534 h 139771"/>
                <a:gd name="connsiteX1" fmla="*/ 595706 w 595706"/>
                <a:gd name="connsiteY1" fmla="*/ 4624 h 139771"/>
                <a:gd name="connsiteX2" fmla="*/ 595706 w 595706"/>
                <a:gd name="connsiteY2" fmla="*/ 97589 h 139771"/>
                <a:gd name="connsiteX3" fmla="*/ 1361 w 595706"/>
                <a:gd name="connsiteY3" fmla="*/ 139771 h 139771"/>
                <a:gd name="connsiteX4" fmla="*/ 0 w 595706"/>
                <a:gd name="connsiteY4" fmla="*/ 22534 h 139771"/>
                <a:gd name="connsiteX0" fmla="*/ 0 w 595706"/>
                <a:gd name="connsiteY0" fmla="*/ 23494 h 140731"/>
                <a:gd name="connsiteX1" fmla="*/ 595706 w 595706"/>
                <a:gd name="connsiteY1" fmla="*/ 2118 h 140731"/>
                <a:gd name="connsiteX2" fmla="*/ 595706 w 595706"/>
                <a:gd name="connsiteY2" fmla="*/ 98549 h 140731"/>
                <a:gd name="connsiteX3" fmla="*/ 1361 w 595706"/>
                <a:gd name="connsiteY3" fmla="*/ 140731 h 140731"/>
                <a:gd name="connsiteX4" fmla="*/ 0 w 595706"/>
                <a:gd name="connsiteY4" fmla="*/ 23494 h 140731"/>
                <a:gd name="connsiteX0" fmla="*/ 0 w 595706"/>
                <a:gd name="connsiteY0" fmla="*/ 23494 h 140731"/>
                <a:gd name="connsiteX1" fmla="*/ 595706 w 595706"/>
                <a:gd name="connsiteY1" fmla="*/ 2118 h 140731"/>
                <a:gd name="connsiteX2" fmla="*/ 595706 w 595706"/>
                <a:gd name="connsiteY2" fmla="*/ 98549 h 140731"/>
                <a:gd name="connsiteX3" fmla="*/ 1361 w 595706"/>
                <a:gd name="connsiteY3" fmla="*/ 140731 h 140731"/>
                <a:gd name="connsiteX4" fmla="*/ 0 w 595706"/>
                <a:gd name="connsiteY4" fmla="*/ 23494 h 140731"/>
                <a:gd name="connsiteX0" fmla="*/ 0 w 595706"/>
                <a:gd name="connsiteY0" fmla="*/ 25030 h 142267"/>
                <a:gd name="connsiteX1" fmla="*/ 595706 w 595706"/>
                <a:gd name="connsiteY1" fmla="*/ 3654 h 142267"/>
                <a:gd name="connsiteX2" fmla="*/ 595706 w 595706"/>
                <a:gd name="connsiteY2" fmla="*/ 100085 h 142267"/>
                <a:gd name="connsiteX3" fmla="*/ 1361 w 595706"/>
                <a:gd name="connsiteY3" fmla="*/ 142267 h 142267"/>
                <a:gd name="connsiteX4" fmla="*/ 0 w 595706"/>
                <a:gd name="connsiteY4" fmla="*/ 25030 h 142267"/>
                <a:gd name="connsiteX0" fmla="*/ 0 w 595706"/>
                <a:gd name="connsiteY0" fmla="*/ 22091 h 139328"/>
                <a:gd name="connsiteX1" fmla="*/ 595706 w 595706"/>
                <a:gd name="connsiteY1" fmla="*/ 715 h 139328"/>
                <a:gd name="connsiteX2" fmla="*/ 595706 w 595706"/>
                <a:gd name="connsiteY2" fmla="*/ 97146 h 139328"/>
                <a:gd name="connsiteX3" fmla="*/ 1361 w 595706"/>
                <a:gd name="connsiteY3" fmla="*/ 139328 h 139328"/>
                <a:gd name="connsiteX4" fmla="*/ 0 w 595706"/>
                <a:gd name="connsiteY4" fmla="*/ 22091 h 139328"/>
                <a:gd name="connsiteX0" fmla="*/ 0 w 595706"/>
                <a:gd name="connsiteY0" fmla="*/ 23573 h 140810"/>
                <a:gd name="connsiteX1" fmla="*/ 595706 w 595706"/>
                <a:gd name="connsiteY1" fmla="*/ 2197 h 140810"/>
                <a:gd name="connsiteX2" fmla="*/ 595706 w 595706"/>
                <a:gd name="connsiteY2" fmla="*/ 98628 h 140810"/>
                <a:gd name="connsiteX3" fmla="*/ 1361 w 595706"/>
                <a:gd name="connsiteY3" fmla="*/ 140810 h 140810"/>
                <a:gd name="connsiteX4" fmla="*/ 0 w 595706"/>
                <a:gd name="connsiteY4" fmla="*/ 23573 h 140810"/>
                <a:gd name="connsiteX0" fmla="*/ 0 w 595706"/>
                <a:gd name="connsiteY0" fmla="*/ 21908 h 139145"/>
                <a:gd name="connsiteX1" fmla="*/ 595706 w 595706"/>
                <a:gd name="connsiteY1" fmla="*/ 532 h 139145"/>
                <a:gd name="connsiteX2" fmla="*/ 595706 w 595706"/>
                <a:gd name="connsiteY2" fmla="*/ 96963 h 139145"/>
                <a:gd name="connsiteX3" fmla="*/ 1361 w 595706"/>
                <a:gd name="connsiteY3" fmla="*/ 139145 h 139145"/>
                <a:gd name="connsiteX4" fmla="*/ 0 w 595706"/>
                <a:gd name="connsiteY4" fmla="*/ 21908 h 139145"/>
                <a:gd name="connsiteX0" fmla="*/ 0 w 595706"/>
                <a:gd name="connsiteY0" fmla="*/ 23863 h 141100"/>
                <a:gd name="connsiteX1" fmla="*/ 595706 w 595706"/>
                <a:gd name="connsiteY1" fmla="*/ 2487 h 141100"/>
                <a:gd name="connsiteX2" fmla="*/ 595706 w 595706"/>
                <a:gd name="connsiteY2" fmla="*/ 98918 h 141100"/>
                <a:gd name="connsiteX3" fmla="*/ 1361 w 595706"/>
                <a:gd name="connsiteY3" fmla="*/ 141100 h 141100"/>
                <a:gd name="connsiteX4" fmla="*/ 0 w 595706"/>
                <a:gd name="connsiteY4" fmla="*/ 23863 h 141100"/>
                <a:gd name="connsiteX0" fmla="*/ 0 w 595706"/>
                <a:gd name="connsiteY0" fmla="*/ 24472 h 141709"/>
                <a:gd name="connsiteX1" fmla="*/ 595706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0 w 595706"/>
                <a:gd name="connsiteY0" fmla="*/ 24267 h 141504"/>
                <a:gd name="connsiteX1" fmla="*/ 595706 w 595706"/>
                <a:gd name="connsiteY1" fmla="*/ 2891 h 141504"/>
                <a:gd name="connsiteX2" fmla="*/ 595706 w 595706"/>
                <a:gd name="connsiteY2" fmla="*/ 99322 h 141504"/>
                <a:gd name="connsiteX3" fmla="*/ 1361 w 595706"/>
                <a:gd name="connsiteY3" fmla="*/ 141504 h 141504"/>
                <a:gd name="connsiteX4" fmla="*/ 0 w 595706"/>
                <a:gd name="connsiteY4" fmla="*/ 24267 h 141504"/>
                <a:gd name="connsiteX0" fmla="*/ 0 w 595706"/>
                <a:gd name="connsiteY0" fmla="*/ 24472 h 141709"/>
                <a:gd name="connsiteX1" fmla="*/ 595706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0 w 595706"/>
                <a:gd name="connsiteY0" fmla="*/ 24472 h 141709"/>
                <a:gd name="connsiteX1" fmla="*/ 594353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124 w 595830"/>
                <a:gd name="connsiteY0" fmla="*/ 24472 h 141709"/>
                <a:gd name="connsiteX1" fmla="*/ 594477 w 595830"/>
                <a:gd name="connsiteY1" fmla="*/ 3096 h 141709"/>
                <a:gd name="connsiteX2" fmla="*/ 595830 w 595830"/>
                <a:gd name="connsiteY2" fmla="*/ 99527 h 141709"/>
                <a:gd name="connsiteX3" fmla="*/ 131 w 595830"/>
                <a:gd name="connsiteY3" fmla="*/ 141709 h 141709"/>
                <a:gd name="connsiteX4" fmla="*/ 124 w 595830"/>
                <a:gd name="connsiteY4" fmla="*/ 24472 h 141709"/>
                <a:gd name="connsiteX0" fmla="*/ 124 w 597179"/>
                <a:gd name="connsiteY0" fmla="*/ 25207 h 142444"/>
                <a:gd name="connsiteX1" fmla="*/ 597179 w 597179"/>
                <a:gd name="connsiteY1" fmla="*/ 481 h 142444"/>
                <a:gd name="connsiteX2" fmla="*/ 595830 w 597179"/>
                <a:gd name="connsiteY2" fmla="*/ 100262 h 142444"/>
                <a:gd name="connsiteX3" fmla="*/ 131 w 597179"/>
                <a:gd name="connsiteY3" fmla="*/ 142444 h 142444"/>
                <a:gd name="connsiteX4" fmla="*/ 124 w 597179"/>
                <a:gd name="connsiteY4" fmla="*/ 25207 h 142444"/>
                <a:gd name="connsiteX0" fmla="*/ 124 w 595889"/>
                <a:gd name="connsiteY0" fmla="*/ 25842 h 143079"/>
                <a:gd name="connsiteX1" fmla="*/ 594477 w 595889"/>
                <a:gd name="connsiteY1" fmla="*/ 0 h 143079"/>
                <a:gd name="connsiteX2" fmla="*/ 595830 w 595889"/>
                <a:gd name="connsiteY2" fmla="*/ 100897 h 143079"/>
                <a:gd name="connsiteX3" fmla="*/ 131 w 595889"/>
                <a:gd name="connsiteY3" fmla="*/ 143079 h 143079"/>
                <a:gd name="connsiteX4" fmla="*/ 124 w 595889"/>
                <a:gd name="connsiteY4" fmla="*/ 25842 h 143079"/>
                <a:gd name="connsiteX0" fmla="*/ 124 w 595889"/>
                <a:gd name="connsiteY0" fmla="*/ 24713 h 141950"/>
                <a:gd name="connsiteX1" fmla="*/ 594477 w 595889"/>
                <a:gd name="connsiteY1" fmla="*/ 2221 h 141950"/>
                <a:gd name="connsiteX2" fmla="*/ 595830 w 595889"/>
                <a:gd name="connsiteY2" fmla="*/ 99768 h 141950"/>
                <a:gd name="connsiteX3" fmla="*/ 131 w 595889"/>
                <a:gd name="connsiteY3" fmla="*/ 141950 h 141950"/>
                <a:gd name="connsiteX4" fmla="*/ 124 w 595889"/>
                <a:gd name="connsiteY4" fmla="*/ 24713 h 141950"/>
                <a:gd name="connsiteX0" fmla="*/ 124 w 595959"/>
                <a:gd name="connsiteY0" fmla="*/ 24713 h 141950"/>
                <a:gd name="connsiteX1" fmla="*/ 595828 w 595959"/>
                <a:gd name="connsiteY1" fmla="*/ 2221 h 141950"/>
                <a:gd name="connsiteX2" fmla="*/ 595830 w 595959"/>
                <a:gd name="connsiteY2" fmla="*/ 99768 h 141950"/>
                <a:gd name="connsiteX3" fmla="*/ 131 w 595959"/>
                <a:gd name="connsiteY3" fmla="*/ 141950 h 141950"/>
                <a:gd name="connsiteX4" fmla="*/ 124 w 595959"/>
                <a:gd name="connsiteY4" fmla="*/ 24713 h 141950"/>
                <a:gd name="connsiteX0" fmla="*/ 124 w 595959"/>
                <a:gd name="connsiteY0" fmla="*/ 24925 h 142162"/>
                <a:gd name="connsiteX1" fmla="*/ 595828 w 595959"/>
                <a:gd name="connsiteY1" fmla="*/ 2433 h 142162"/>
                <a:gd name="connsiteX2" fmla="*/ 595830 w 595959"/>
                <a:gd name="connsiteY2" fmla="*/ 99980 h 142162"/>
                <a:gd name="connsiteX3" fmla="*/ 131 w 595959"/>
                <a:gd name="connsiteY3" fmla="*/ 142162 h 142162"/>
                <a:gd name="connsiteX4" fmla="*/ 124 w 595959"/>
                <a:gd name="connsiteY4" fmla="*/ 24925 h 142162"/>
                <a:gd name="connsiteX0" fmla="*/ 124 w 595959"/>
                <a:gd name="connsiteY0" fmla="*/ 22492 h 139729"/>
                <a:gd name="connsiteX1" fmla="*/ 595828 w 595959"/>
                <a:gd name="connsiteY1" fmla="*/ 0 h 139729"/>
                <a:gd name="connsiteX2" fmla="*/ 595830 w 595959"/>
                <a:gd name="connsiteY2" fmla="*/ 97547 h 139729"/>
                <a:gd name="connsiteX3" fmla="*/ 131 w 595959"/>
                <a:gd name="connsiteY3" fmla="*/ 139729 h 139729"/>
                <a:gd name="connsiteX4" fmla="*/ 124 w 595959"/>
                <a:gd name="connsiteY4" fmla="*/ 22492 h 139729"/>
                <a:gd name="connsiteX0" fmla="*/ 124 w 595959"/>
                <a:gd name="connsiteY0" fmla="*/ 25585 h 142822"/>
                <a:gd name="connsiteX1" fmla="*/ 595828 w 595959"/>
                <a:gd name="connsiteY1" fmla="*/ 3093 h 142822"/>
                <a:gd name="connsiteX2" fmla="*/ 595830 w 595959"/>
                <a:gd name="connsiteY2" fmla="*/ 100640 h 142822"/>
                <a:gd name="connsiteX3" fmla="*/ 131 w 595959"/>
                <a:gd name="connsiteY3" fmla="*/ 142822 h 142822"/>
                <a:gd name="connsiteX4" fmla="*/ 124 w 595959"/>
                <a:gd name="connsiteY4" fmla="*/ 25585 h 142822"/>
                <a:gd name="connsiteX0" fmla="*/ 124 w 595959"/>
                <a:gd name="connsiteY0" fmla="*/ 25585 h 142822"/>
                <a:gd name="connsiteX1" fmla="*/ 595828 w 595959"/>
                <a:gd name="connsiteY1" fmla="*/ 3093 h 142822"/>
                <a:gd name="connsiteX2" fmla="*/ 595830 w 595959"/>
                <a:gd name="connsiteY2" fmla="*/ 100640 h 142822"/>
                <a:gd name="connsiteX3" fmla="*/ 131 w 595959"/>
                <a:gd name="connsiteY3" fmla="*/ 142822 h 142822"/>
                <a:gd name="connsiteX4" fmla="*/ 124 w 595959"/>
                <a:gd name="connsiteY4" fmla="*/ 25585 h 142822"/>
                <a:gd name="connsiteX0" fmla="*/ 124 w 595959"/>
                <a:gd name="connsiteY0" fmla="*/ 26512 h 143749"/>
                <a:gd name="connsiteX1" fmla="*/ 595828 w 595959"/>
                <a:gd name="connsiteY1" fmla="*/ 4020 h 143749"/>
                <a:gd name="connsiteX2" fmla="*/ 595830 w 595959"/>
                <a:gd name="connsiteY2" fmla="*/ 101567 h 143749"/>
                <a:gd name="connsiteX3" fmla="*/ 131 w 595959"/>
                <a:gd name="connsiteY3" fmla="*/ 143749 h 143749"/>
                <a:gd name="connsiteX4" fmla="*/ 124 w 595959"/>
                <a:gd name="connsiteY4" fmla="*/ 26512 h 143749"/>
                <a:gd name="connsiteX0" fmla="*/ 124 w 595959"/>
                <a:gd name="connsiteY0" fmla="*/ 26512 h 143749"/>
                <a:gd name="connsiteX1" fmla="*/ 595828 w 595959"/>
                <a:gd name="connsiteY1" fmla="*/ 4020 h 143749"/>
                <a:gd name="connsiteX2" fmla="*/ 595830 w 595959"/>
                <a:gd name="connsiteY2" fmla="*/ 101567 h 143749"/>
                <a:gd name="connsiteX3" fmla="*/ 131 w 595959"/>
                <a:gd name="connsiteY3" fmla="*/ 143749 h 143749"/>
                <a:gd name="connsiteX4" fmla="*/ 124 w 595959"/>
                <a:gd name="connsiteY4" fmla="*/ 26512 h 143749"/>
                <a:gd name="connsiteX0" fmla="*/ 124 w 595959"/>
                <a:gd name="connsiteY0" fmla="*/ 28496 h 145733"/>
                <a:gd name="connsiteX1" fmla="*/ 595828 w 595959"/>
                <a:gd name="connsiteY1" fmla="*/ 6004 h 145733"/>
                <a:gd name="connsiteX2" fmla="*/ 595830 w 595959"/>
                <a:gd name="connsiteY2" fmla="*/ 103551 h 145733"/>
                <a:gd name="connsiteX3" fmla="*/ 131 w 595959"/>
                <a:gd name="connsiteY3" fmla="*/ 145733 h 145733"/>
                <a:gd name="connsiteX4" fmla="*/ 124 w 595959"/>
                <a:gd name="connsiteY4" fmla="*/ 28496 h 14573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856"/>
                <a:gd name="connsiteY0" fmla="*/ 41841 h 159078"/>
                <a:gd name="connsiteX1" fmla="*/ 591261 w 595856"/>
                <a:gd name="connsiteY1" fmla="*/ 0 h 159078"/>
                <a:gd name="connsiteX2" fmla="*/ 595830 w 595856"/>
                <a:gd name="connsiteY2" fmla="*/ 116896 h 159078"/>
                <a:gd name="connsiteX3" fmla="*/ 131 w 595856"/>
                <a:gd name="connsiteY3" fmla="*/ 159078 h 159078"/>
                <a:gd name="connsiteX4" fmla="*/ 124 w 595856"/>
                <a:gd name="connsiteY4" fmla="*/ 41841 h 159078"/>
                <a:gd name="connsiteX0" fmla="*/ 124 w 595959"/>
                <a:gd name="connsiteY0" fmla="*/ 41841 h 159078"/>
                <a:gd name="connsiteX1" fmla="*/ 595828 w 595959"/>
                <a:gd name="connsiteY1" fmla="*/ 0 h 159078"/>
                <a:gd name="connsiteX2" fmla="*/ 595830 w 595959"/>
                <a:gd name="connsiteY2" fmla="*/ 116896 h 159078"/>
                <a:gd name="connsiteX3" fmla="*/ 131 w 595959"/>
                <a:gd name="connsiteY3" fmla="*/ 159078 h 159078"/>
                <a:gd name="connsiteX4" fmla="*/ 124 w 595959"/>
                <a:gd name="connsiteY4" fmla="*/ 41841 h 159078"/>
                <a:gd name="connsiteX0" fmla="*/ 124 w 597349"/>
                <a:gd name="connsiteY0" fmla="*/ 42378 h 159615"/>
                <a:gd name="connsiteX1" fmla="*/ 597349 w 597349"/>
                <a:gd name="connsiteY1" fmla="*/ 0 h 159615"/>
                <a:gd name="connsiteX2" fmla="*/ 595830 w 597349"/>
                <a:gd name="connsiteY2" fmla="*/ 117433 h 159615"/>
                <a:gd name="connsiteX3" fmla="*/ 131 w 597349"/>
                <a:gd name="connsiteY3" fmla="*/ 159615 h 159615"/>
                <a:gd name="connsiteX4" fmla="*/ 124 w 597349"/>
                <a:gd name="connsiteY4" fmla="*/ 42378 h 159615"/>
                <a:gd name="connsiteX0" fmla="*/ 124 w 600443"/>
                <a:gd name="connsiteY0" fmla="*/ 42378 h 159615"/>
                <a:gd name="connsiteX1" fmla="*/ 597349 w 600443"/>
                <a:gd name="connsiteY1" fmla="*/ 0 h 159615"/>
                <a:gd name="connsiteX2" fmla="*/ 600408 w 600443"/>
                <a:gd name="connsiteY2" fmla="*/ 117433 h 159615"/>
                <a:gd name="connsiteX3" fmla="*/ 131 w 600443"/>
                <a:gd name="connsiteY3" fmla="*/ 159615 h 159615"/>
                <a:gd name="connsiteX4" fmla="*/ 124 w 600443"/>
                <a:gd name="connsiteY4" fmla="*/ 42378 h 159615"/>
                <a:gd name="connsiteX0" fmla="*/ 124 w 600537"/>
                <a:gd name="connsiteY0" fmla="*/ 42378 h 159615"/>
                <a:gd name="connsiteX1" fmla="*/ 600401 w 600537"/>
                <a:gd name="connsiteY1" fmla="*/ 0 h 159615"/>
                <a:gd name="connsiteX2" fmla="*/ 600408 w 600537"/>
                <a:gd name="connsiteY2" fmla="*/ 117433 h 159615"/>
                <a:gd name="connsiteX3" fmla="*/ 131 w 600537"/>
                <a:gd name="connsiteY3" fmla="*/ 159615 h 159615"/>
                <a:gd name="connsiteX4" fmla="*/ 124 w 600537"/>
                <a:gd name="connsiteY4" fmla="*/ 42378 h 159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0537" h="159615">
                  <a:moveTo>
                    <a:pt x="124" y="42378"/>
                  </a:moveTo>
                  <a:cubicBezTo>
                    <a:pt x="296414" y="-50243"/>
                    <a:pt x="418111" y="75773"/>
                    <a:pt x="600401" y="0"/>
                  </a:cubicBezTo>
                  <a:cubicBezTo>
                    <a:pt x="599951" y="33260"/>
                    <a:pt x="600858" y="84173"/>
                    <a:pt x="600408" y="117433"/>
                  </a:cubicBezTo>
                  <a:cubicBezTo>
                    <a:pt x="395490" y="192726"/>
                    <a:pt x="285331" y="62551"/>
                    <a:pt x="131" y="159615"/>
                  </a:cubicBezTo>
                  <a:cubicBezTo>
                    <a:pt x="-323" y="114566"/>
                    <a:pt x="578" y="87427"/>
                    <a:pt x="124" y="42378"/>
                  </a:cubicBezTo>
                  <a:close/>
                </a:path>
              </a:pathLst>
            </a:custGeom>
            <a:solidFill>
              <a:schemeClr val="accent5">
                <a:lumMod val="40000"/>
                <a:lumOff val="6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58" name="组合 57">
              <a:extLst>
                <a:ext uri="{FF2B5EF4-FFF2-40B4-BE49-F238E27FC236}">
                  <a16:creationId xmlns:a16="http://schemas.microsoft.com/office/drawing/2014/main" id="{060CF41F-93D2-C061-196D-97B843814087}"/>
                </a:ext>
              </a:extLst>
            </p:cNvPr>
            <p:cNvGrpSpPr/>
            <p:nvPr/>
          </p:nvGrpSpPr>
          <p:grpSpPr>
            <a:xfrm>
              <a:off x="5040167" y="6521415"/>
              <a:ext cx="621640" cy="663817"/>
              <a:chOff x="3656357" y="6507685"/>
              <a:chExt cx="621640" cy="663817"/>
            </a:xfrm>
          </p:grpSpPr>
          <p:sp>
            <p:nvSpPr>
              <p:cNvPr id="59" name="矩形 58">
                <a:extLst>
                  <a:ext uri="{FF2B5EF4-FFF2-40B4-BE49-F238E27FC236}">
                    <a16:creationId xmlns:a16="http://schemas.microsoft.com/office/drawing/2014/main" id="{024FEA7C-20F4-7197-7BE9-E1B8BFF3874D}"/>
                  </a:ext>
                </a:extLst>
              </p:cNvPr>
              <p:cNvSpPr/>
              <p:nvPr/>
            </p:nvSpPr>
            <p:spPr>
              <a:xfrm>
                <a:off x="3656465" y="6640950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0" name="矩形 59">
                <a:extLst>
                  <a:ext uri="{FF2B5EF4-FFF2-40B4-BE49-F238E27FC236}">
                    <a16:creationId xmlns:a16="http://schemas.microsoft.com/office/drawing/2014/main" id="{A67E75BB-3F05-8B91-6DE2-DAD283D09EDD}"/>
                  </a:ext>
                </a:extLst>
              </p:cNvPr>
              <p:cNvSpPr/>
              <p:nvPr/>
            </p:nvSpPr>
            <p:spPr>
              <a:xfrm>
                <a:off x="3811875" y="6640950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" name="矩形 60">
                <a:extLst>
                  <a:ext uri="{FF2B5EF4-FFF2-40B4-BE49-F238E27FC236}">
                    <a16:creationId xmlns:a16="http://schemas.microsoft.com/office/drawing/2014/main" id="{6CD29B4A-5416-F9E4-3D2A-E40715CEF429}"/>
                  </a:ext>
                </a:extLst>
              </p:cNvPr>
              <p:cNvSpPr/>
              <p:nvPr/>
            </p:nvSpPr>
            <p:spPr>
              <a:xfrm>
                <a:off x="3967285" y="6640950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2" name="矩形 61">
                <a:extLst>
                  <a:ext uri="{FF2B5EF4-FFF2-40B4-BE49-F238E27FC236}">
                    <a16:creationId xmlns:a16="http://schemas.microsoft.com/office/drawing/2014/main" id="{94938878-9FFE-1628-EDEC-DB3DB0F99ED2}"/>
                  </a:ext>
                </a:extLst>
              </p:cNvPr>
              <p:cNvSpPr/>
              <p:nvPr/>
            </p:nvSpPr>
            <p:spPr>
              <a:xfrm>
                <a:off x="4122695" y="6640950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04" name="矩形 903">
                <a:extLst>
                  <a:ext uri="{FF2B5EF4-FFF2-40B4-BE49-F238E27FC236}">
                    <a16:creationId xmlns:a16="http://schemas.microsoft.com/office/drawing/2014/main" id="{10731FCC-49DC-F18F-12B6-CDBBE8F1D68A}"/>
                  </a:ext>
                </a:extLst>
              </p:cNvPr>
              <p:cNvSpPr/>
              <p:nvPr/>
            </p:nvSpPr>
            <p:spPr>
              <a:xfrm>
                <a:off x="3656465" y="6773574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05" name="矩形 904">
                <a:extLst>
                  <a:ext uri="{FF2B5EF4-FFF2-40B4-BE49-F238E27FC236}">
                    <a16:creationId xmlns:a16="http://schemas.microsoft.com/office/drawing/2014/main" id="{884D5049-3DBA-B281-8868-694C777EF086}"/>
                  </a:ext>
                </a:extLst>
              </p:cNvPr>
              <p:cNvSpPr/>
              <p:nvPr/>
            </p:nvSpPr>
            <p:spPr>
              <a:xfrm>
                <a:off x="3811875" y="6773574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06" name="矩形 905">
                <a:extLst>
                  <a:ext uri="{FF2B5EF4-FFF2-40B4-BE49-F238E27FC236}">
                    <a16:creationId xmlns:a16="http://schemas.microsoft.com/office/drawing/2014/main" id="{C92C0487-67DB-3741-0A69-9AA032826E85}"/>
                  </a:ext>
                </a:extLst>
              </p:cNvPr>
              <p:cNvSpPr/>
              <p:nvPr/>
            </p:nvSpPr>
            <p:spPr>
              <a:xfrm>
                <a:off x="3967285" y="6773574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07" name="矩形 906">
                <a:extLst>
                  <a:ext uri="{FF2B5EF4-FFF2-40B4-BE49-F238E27FC236}">
                    <a16:creationId xmlns:a16="http://schemas.microsoft.com/office/drawing/2014/main" id="{C28C8031-37F2-AD65-4FC1-EF92D22FB3FB}"/>
                  </a:ext>
                </a:extLst>
              </p:cNvPr>
              <p:cNvSpPr/>
              <p:nvPr/>
            </p:nvSpPr>
            <p:spPr>
              <a:xfrm>
                <a:off x="4122695" y="6773574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08" name="矩形 907">
                <a:extLst>
                  <a:ext uri="{FF2B5EF4-FFF2-40B4-BE49-F238E27FC236}">
                    <a16:creationId xmlns:a16="http://schemas.microsoft.com/office/drawing/2014/main" id="{B7779E3D-39CA-697A-4773-8C3B947DB8AD}"/>
                  </a:ext>
                </a:extLst>
              </p:cNvPr>
              <p:cNvSpPr/>
              <p:nvPr/>
            </p:nvSpPr>
            <p:spPr>
              <a:xfrm>
                <a:off x="3656357" y="690625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09" name="矩形 908">
                <a:extLst>
                  <a:ext uri="{FF2B5EF4-FFF2-40B4-BE49-F238E27FC236}">
                    <a16:creationId xmlns:a16="http://schemas.microsoft.com/office/drawing/2014/main" id="{EFA6DB75-CA01-2F26-4C65-7E0DC26AF626}"/>
                  </a:ext>
                </a:extLst>
              </p:cNvPr>
              <p:cNvSpPr/>
              <p:nvPr/>
            </p:nvSpPr>
            <p:spPr>
              <a:xfrm>
                <a:off x="3811767" y="690625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10" name="矩形 909">
                <a:extLst>
                  <a:ext uri="{FF2B5EF4-FFF2-40B4-BE49-F238E27FC236}">
                    <a16:creationId xmlns:a16="http://schemas.microsoft.com/office/drawing/2014/main" id="{039BE8A1-616D-62CD-93A6-1A32E1775EDD}"/>
                  </a:ext>
                </a:extLst>
              </p:cNvPr>
              <p:cNvSpPr/>
              <p:nvPr/>
            </p:nvSpPr>
            <p:spPr>
              <a:xfrm>
                <a:off x="3967177" y="690625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11" name="矩形 910">
                <a:extLst>
                  <a:ext uri="{FF2B5EF4-FFF2-40B4-BE49-F238E27FC236}">
                    <a16:creationId xmlns:a16="http://schemas.microsoft.com/office/drawing/2014/main" id="{7FDC3155-63C0-9D26-9970-2461F472E39E}"/>
                  </a:ext>
                </a:extLst>
              </p:cNvPr>
              <p:cNvSpPr/>
              <p:nvPr/>
            </p:nvSpPr>
            <p:spPr>
              <a:xfrm>
                <a:off x="4122587" y="690625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12" name="矩形 911">
                <a:extLst>
                  <a:ext uri="{FF2B5EF4-FFF2-40B4-BE49-F238E27FC236}">
                    <a16:creationId xmlns:a16="http://schemas.microsoft.com/office/drawing/2014/main" id="{9244DA77-5907-B838-C572-C3A0FA180BCA}"/>
                  </a:ext>
                </a:extLst>
              </p:cNvPr>
              <p:cNvSpPr/>
              <p:nvPr/>
            </p:nvSpPr>
            <p:spPr>
              <a:xfrm>
                <a:off x="3656357" y="7038879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13" name="矩形 912">
                <a:extLst>
                  <a:ext uri="{FF2B5EF4-FFF2-40B4-BE49-F238E27FC236}">
                    <a16:creationId xmlns:a16="http://schemas.microsoft.com/office/drawing/2014/main" id="{6207B73F-80C5-A55E-06C0-617D7040C006}"/>
                  </a:ext>
                </a:extLst>
              </p:cNvPr>
              <p:cNvSpPr/>
              <p:nvPr/>
            </p:nvSpPr>
            <p:spPr>
              <a:xfrm>
                <a:off x="3811767" y="7038879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14" name="矩形 913">
                <a:extLst>
                  <a:ext uri="{FF2B5EF4-FFF2-40B4-BE49-F238E27FC236}">
                    <a16:creationId xmlns:a16="http://schemas.microsoft.com/office/drawing/2014/main" id="{C7AEECA8-B318-C03A-BA41-C1AB70ADDDA0}"/>
                  </a:ext>
                </a:extLst>
              </p:cNvPr>
              <p:cNvSpPr/>
              <p:nvPr/>
            </p:nvSpPr>
            <p:spPr>
              <a:xfrm>
                <a:off x="3967177" y="7038879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15" name="矩形 914">
                <a:extLst>
                  <a:ext uri="{FF2B5EF4-FFF2-40B4-BE49-F238E27FC236}">
                    <a16:creationId xmlns:a16="http://schemas.microsoft.com/office/drawing/2014/main" id="{796797A8-7958-4B77-BAAE-38E38190F7D4}"/>
                  </a:ext>
                </a:extLst>
              </p:cNvPr>
              <p:cNvSpPr/>
              <p:nvPr/>
            </p:nvSpPr>
            <p:spPr>
              <a:xfrm>
                <a:off x="4122587" y="7038879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16" name="矩形 915">
                <a:extLst>
                  <a:ext uri="{FF2B5EF4-FFF2-40B4-BE49-F238E27FC236}">
                    <a16:creationId xmlns:a16="http://schemas.microsoft.com/office/drawing/2014/main" id="{83548880-EAB8-B070-8E17-3BFBAA2ED52C}"/>
                  </a:ext>
                </a:extLst>
              </p:cNvPr>
              <p:cNvSpPr/>
              <p:nvPr/>
            </p:nvSpPr>
            <p:spPr>
              <a:xfrm>
                <a:off x="3656357" y="650768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17" name="矩形 916">
                <a:extLst>
                  <a:ext uri="{FF2B5EF4-FFF2-40B4-BE49-F238E27FC236}">
                    <a16:creationId xmlns:a16="http://schemas.microsoft.com/office/drawing/2014/main" id="{890EB0EF-9E25-7F77-830A-0A9E4E511972}"/>
                  </a:ext>
                </a:extLst>
              </p:cNvPr>
              <p:cNvSpPr/>
              <p:nvPr/>
            </p:nvSpPr>
            <p:spPr>
              <a:xfrm>
                <a:off x="3811767" y="650768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18" name="矩形 917">
                <a:extLst>
                  <a:ext uri="{FF2B5EF4-FFF2-40B4-BE49-F238E27FC236}">
                    <a16:creationId xmlns:a16="http://schemas.microsoft.com/office/drawing/2014/main" id="{9BB706D8-D317-67A2-5032-BCBE48EEE17C}"/>
                  </a:ext>
                </a:extLst>
              </p:cNvPr>
              <p:cNvSpPr/>
              <p:nvPr/>
            </p:nvSpPr>
            <p:spPr>
              <a:xfrm>
                <a:off x="3967177" y="650768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19" name="矩形 918">
                <a:extLst>
                  <a:ext uri="{FF2B5EF4-FFF2-40B4-BE49-F238E27FC236}">
                    <a16:creationId xmlns:a16="http://schemas.microsoft.com/office/drawing/2014/main" id="{258BCCB6-8D6E-CB71-85F6-DF1BE801B167}"/>
                  </a:ext>
                </a:extLst>
              </p:cNvPr>
              <p:cNvSpPr/>
              <p:nvPr/>
            </p:nvSpPr>
            <p:spPr>
              <a:xfrm>
                <a:off x="4122587" y="650768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938" name="组合 937">
            <a:extLst>
              <a:ext uri="{FF2B5EF4-FFF2-40B4-BE49-F238E27FC236}">
                <a16:creationId xmlns:a16="http://schemas.microsoft.com/office/drawing/2014/main" id="{391FB3D2-08DA-4792-8F06-8A9F35F509F2}"/>
              </a:ext>
            </a:extLst>
          </p:cNvPr>
          <p:cNvGrpSpPr/>
          <p:nvPr/>
        </p:nvGrpSpPr>
        <p:grpSpPr>
          <a:xfrm>
            <a:off x="3041171" y="2236284"/>
            <a:ext cx="734881" cy="457486"/>
            <a:chOff x="3262267" y="3927547"/>
            <a:chExt cx="599802" cy="343893"/>
          </a:xfrm>
        </p:grpSpPr>
        <p:sp>
          <p:nvSpPr>
            <p:cNvPr id="939" name="矩形: 圆角 938">
              <a:extLst>
                <a:ext uri="{FF2B5EF4-FFF2-40B4-BE49-F238E27FC236}">
                  <a16:creationId xmlns:a16="http://schemas.microsoft.com/office/drawing/2014/main" id="{DBD26964-4080-5F1E-62BC-149FB5913F77}"/>
                </a:ext>
              </a:extLst>
            </p:cNvPr>
            <p:cNvSpPr/>
            <p:nvPr/>
          </p:nvSpPr>
          <p:spPr>
            <a:xfrm>
              <a:off x="3337478" y="3927547"/>
              <a:ext cx="393114" cy="343893"/>
            </a:xfrm>
            <a:prstGeom prst="roundRect">
              <a:avLst>
                <a:gd name="adj" fmla="val 31589"/>
              </a:avLst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40" name="矩形 939">
                  <a:extLst>
                    <a:ext uri="{FF2B5EF4-FFF2-40B4-BE49-F238E27FC236}">
                      <a16:creationId xmlns:a16="http://schemas.microsoft.com/office/drawing/2014/main" id="{0D870B33-4F24-B64D-F4B5-9EFE6A4FB429}"/>
                    </a:ext>
                  </a:extLst>
                </p:cNvPr>
                <p:cNvSpPr/>
                <p:nvPr/>
              </p:nvSpPr>
              <p:spPr>
                <a:xfrm>
                  <a:off x="3262267" y="3956287"/>
                  <a:ext cx="599802" cy="27762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dirty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altLang="zh-CN" i="1" dirty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𝑊</m:t>
                            </m:r>
                          </m:sub>
                        </m:s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()</m:t>
                        </m:r>
                      </m:oMath>
                    </m:oMathPara>
                  </a14:m>
                  <a:endParaRPr lang="zh-CN" altLang="en-US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744" name="矩形 743">
                  <a:extLst>
                    <a:ext uri="{FF2B5EF4-FFF2-40B4-BE49-F238E27FC236}">
                      <a16:creationId xmlns:a16="http://schemas.microsoft.com/office/drawing/2014/main" id="{6DD87F4D-7CF6-EBAE-A2AB-0D441457B57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62267" y="3956287"/>
                  <a:ext cx="599802" cy="277627"/>
                </a:xfrm>
                <a:prstGeom prst="rect">
                  <a:avLst/>
                </a:prstGeom>
                <a:blipFill>
                  <a:blip r:embed="rId4"/>
                  <a:stretch>
                    <a:fillRect b="-1475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41" name="组合 940">
            <a:extLst>
              <a:ext uri="{FF2B5EF4-FFF2-40B4-BE49-F238E27FC236}">
                <a16:creationId xmlns:a16="http://schemas.microsoft.com/office/drawing/2014/main" id="{F35EEFFF-D27D-DA1C-94C2-5B4FCF71B15E}"/>
              </a:ext>
            </a:extLst>
          </p:cNvPr>
          <p:cNvGrpSpPr/>
          <p:nvPr/>
        </p:nvGrpSpPr>
        <p:grpSpPr>
          <a:xfrm>
            <a:off x="2145112" y="2208160"/>
            <a:ext cx="723869" cy="479642"/>
            <a:chOff x="2692563" y="3943241"/>
            <a:chExt cx="523260" cy="289098"/>
          </a:xfrm>
        </p:grpSpPr>
        <p:sp>
          <p:nvSpPr>
            <p:cNvPr id="942" name="椭圆 941">
              <a:extLst>
                <a:ext uri="{FF2B5EF4-FFF2-40B4-BE49-F238E27FC236}">
                  <a16:creationId xmlns:a16="http://schemas.microsoft.com/office/drawing/2014/main" id="{99C5B602-D463-7425-87B2-15B83B77141B}"/>
                </a:ext>
              </a:extLst>
            </p:cNvPr>
            <p:cNvSpPr/>
            <p:nvPr/>
          </p:nvSpPr>
          <p:spPr>
            <a:xfrm>
              <a:off x="2692563" y="3963677"/>
              <a:ext cx="477615" cy="268662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43" name="矩形 942">
                  <a:extLst>
                    <a:ext uri="{FF2B5EF4-FFF2-40B4-BE49-F238E27FC236}">
                      <a16:creationId xmlns:a16="http://schemas.microsoft.com/office/drawing/2014/main" id="{122D247E-8F33-1B80-8EF0-A4A93051E698}"/>
                    </a:ext>
                  </a:extLst>
                </p:cNvPr>
                <p:cNvSpPr/>
                <p:nvPr/>
              </p:nvSpPr>
              <p:spPr>
                <a:xfrm>
                  <a:off x="2760246" y="3943241"/>
                  <a:ext cx="455577" cy="27826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70AD47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altLang="zh-CN" sz="2400" b="1" i="1" dirty="0">
                                <a:solidFill>
                                  <a:srgbClr val="70AD47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𝑿</m:t>
                            </m:r>
                          </m:e>
                          <m:sub>
                            <m:r>
                              <a:rPr lang="en-US" altLang="zh-CN" sz="2400" b="1" i="1" dirty="0">
                                <a:solidFill>
                                  <a:srgbClr val="70AD47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𝟎</m:t>
                            </m:r>
                          </m:sub>
                        </m:sSub>
                      </m:oMath>
                    </m:oMathPara>
                  </a14:m>
                  <a:endParaRPr lang="zh-CN" altLang="en-US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943" name="矩形 942">
                  <a:extLst>
                    <a:ext uri="{FF2B5EF4-FFF2-40B4-BE49-F238E27FC236}">
                      <a16:creationId xmlns:a16="http://schemas.microsoft.com/office/drawing/2014/main" id="{122D247E-8F33-1B80-8EF0-A4A93051E69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60246" y="3943241"/>
                  <a:ext cx="455577" cy="278262"/>
                </a:xfrm>
                <a:prstGeom prst="rect">
                  <a:avLst/>
                </a:prstGeom>
                <a:blipFill>
                  <a:blip r:embed="rId5"/>
                  <a:stretch>
                    <a:fillRect l="-1923" b="-526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944" name="矩形 943">
            <a:extLst>
              <a:ext uri="{FF2B5EF4-FFF2-40B4-BE49-F238E27FC236}">
                <a16:creationId xmlns:a16="http://schemas.microsoft.com/office/drawing/2014/main" id="{ED0ACBB3-5769-6CC8-8107-CF60C4B0E0CE}"/>
              </a:ext>
            </a:extLst>
          </p:cNvPr>
          <p:cNvSpPr/>
          <p:nvPr/>
        </p:nvSpPr>
        <p:spPr>
          <a:xfrm>
            <a:off x="1162176" y="2286520"/>
            <a:ext cx="10310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i="0" dirty="0">
                <a:latin typeface="Arial" panose="020B0604020202020204" pitchFamily="34" charset="0"/>
                <a:cs typeface="Arial" panose="020B0604020202020204" pitchFamily="34" charset="0"/>
              </a:rPr>
              <a:t>Forward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47" name="矩形 946">
            <a:extLst>
              <a:ext uri="{FF2B5EF4-FFF2-40B4-BE49-F238E27FC236}">
                <a16:creationId xmlns:a16="http://schemas.microsoft.com/office/drawing/2014/main" id="{F7C6E80A-4697-E4C6-DBD5-09F43A555DAD}"/>
              </a:ext>
            </a:extLst>
          </p:cNvPr>
          <p:cNvSpPr/>
          <p:nvPr/>
        </p:nvSpPr>
        <p:spPr>
          <a:xfrm>
            <a:off x="3764217" y="1451132"/>
            <a:ext cx="852774" cy="3684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200" dirty="0">
                <a:latin typeface="Arial" panose="020B0604020202020204" pitchFamily="34" charset="0"/>
                <a:cs typeface="Arial" panose="020B0604020202020204" pitchFamily="34" charset="0"/>
              </a:rPr>
              <a:t>Layer 1</a:t>
            </a:r>
            <a:endParaRPr lang="zh-CN" alt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49" name="椭圆 948">
            <a:extLst>
              <a:ext uri="{FF2B5EF4-FFF2-40B4-BE49-F238E27FC236}">
                <a16:creationId xmlns:a16="http://schemas.microsoft.com/office/drawing/2014/main" id="{818AD21A-CAE0-D4BC-9C80-6E067A23187D}"/>
              </a:ext>
            </a:extLst>
          </p:cNvPr>
          <p:cNvSpPr/>
          <p:nvPr/>
        </p:nvSpPr>
        <p:spPr>
          <a:xfrm>
            <a:off x="3948243" y="2242432"/>
            <a:ext cx="660722" cy="44573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951" name="组合 950">
            <a:extLst>
              <a:ext uri="{FF2B5EF4-FFF2-40B4-BE49-F238E27FC236}">
                <a16:creationId xmlns:a16="http://schemas.microsoft.com/office/drawing/2014/main" id="{E5E75A57-6557-9A66-C5AA-7EB86C98D168}"/>
              </a:ext>
            </a:extLst>
          </p:cNvPr>
          <p:cNvGrpSpPr/>
          <p:nvPr/>
        </p:nvGrpSpPr>
        <p:grpSpPr>
          <a:xfrm>
            <a:off x="4936437" y="2238788"/>
            <a:ext cx="481646" cy="457486"/>
            <a:chOff x="4842156" y="3773497"/>
            <a:chExt cx="393114" cy="343893"/>
          </a:xfrm>
        </p:grpSpPr>
        <p:grpSp>
          <p:nvGrpSpPr>
            <p:cNvPr id="952" name="组合 951">
              <a:extLst>
                <a:ext uri="{FF2B5EF4-FFF2-40B4-BE49-F238E27FC236}">
                  <a16:creationId xmlns:a16="http://schemas.microsoft.com/office/drawing/2014/main" id="{791A5E5C-9CA9-F511-2A17-8783E84B22AC}"/>
                </a:ext>
              </a:extLst>
            </p:cNvPr>
            <p:cNvGrpSpPr/>
            <p:nvPr/>
          </p:nvGrpSpPr>
          <p:grpSpPr>
            <a:xfrm>
              <a:off x="4937067" y="3821336"/>
              <a:ext cx="261952" cy="260359"/>
              <a:chOff x="5436287" y="3505571"/>
              <a:chExt cx="336942" cy="321770"/>
            </a:xfrm>
          </p:grpSpPr>
          <p:sp>
            <p:nvSpPr>
              <p:cNvPr id="954" name="流程图: 接点 953">
                <a:extLst>
                  <a:ext uri="{FF2B5EF4-FFF2-40B4-BE49-F238E27FC236}">
                    <a16:creationId xmlns:a16="http://schemas.microsoft.com/office/drawing/2014/main" id="{F4545866-31AE-9193-9A44-B42755D8A1BE}"/>
                  </a:ext>
                </a:extLst>
              </p:cNvPr>
              <p:cNvSpPr/>
              <p:nvPr/>
            </p:nvSpPr>
            <p:spPr>
              <a:xfrm>
                <a:off x="5436288" y="3505571"/>
                <a:ext cx="96883" cy="88611"/>
              </a:xfrm>
              <a:prstGeom prst="flowChartConnector">
                <a:avLst/>
              </a:prstGeom>
              <a:noFill/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500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955" name="流程图: 接点 954">
                <a:extLst>
                  <a:ext uri="{FF2B5EF4-FFF2-40B4-BE49-F238E27FC236}">
                    <a16:creationId xmlns:a16="http://schemas.microsoft.com/office/drawing/2014/main" id="{E25326A8-31B9-88B7-6260-B33F7FA7B91E}"/>
                  </a:ext>
                </a:extLst>
              </p:cNvPr>
              <p:cNvSpPr/>
              <p:nvPr/>
            </p:nvSpPr>
            <p:spPr>
              <a:xfrm>
                <a:off x="5436288" y="3623512"/>
                <a:ext cx="96883" cy="88611"/>
              </a:xfrm>
              <a:prstGeom prst="flowChartConnector">
                <a:avLst/>
              </a:prstGeom>
              <a:noFill/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500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956" name="流程图: 接点 955">
                <a:extLst>
                  <a:ext uri="{FF2B5EF4-FFF2-40B4-BE49-F238E27FC236}">
                    <a16:creationId xmlns:a16="http://schemas.microsoft.com/office/drawing/2014/main" id="{47AAA29F-B7A0-6CFB-C948-983EB10D0626}"/>
                  </a:ext>
                </a:extLst>
              </p:cNvPr>
              <p:cNvSpPr/>
              <p:nvPr/>
            </p:nvSpPr>
            <p:spPr>
              <a:xfrm>
                <a:off x="5436287" y="3738730"/>
                <a:ext cx="96883" cy="88611"/>
              </a:xfrm>
              <a:prstGeom prst="flowChartConnector">
                <a:avLst/>
              </a:prstGeom>
              <a:noFill/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500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957" name="流程图: 接点 956">
                <a:extLst>
                  <a:ext uri="{FF2B5EF4-FFF2-40B4-BE49-F238E27FC236}">
                    <a16:creationId xmlns:a16="http://schemas.microsoft.com/office/drawing/2014/main" id="{EA45D55B-3E07-1767-5FCB-0B9BCF00F861}"/>
                  </a:ext>
                </a:extLst>
              </p:cNvPr>
              <p:cNvSpPr/>
              <p:nvPr/>
            </p:nvSpPr>
            <p:spPr>
              <a:xfrm>
                <a:off x="5676346" y="3623512"/>
                <a:ext cx="96883" cy="88611"/>
              </a:xfrm>
              <a:prstGeom prst="flowChartConnector">
                <a:avLst/>
              </a:prstGeom>
              <a:noFill/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500" dirty="0">
                  <a:solidFill>
                    <a:sysClr val="windowText" lastClr="000000"/>
                  </a:solidFill>
                </a:endParaRPr>
              </a:p>
            </p:txBody>
          </p:sp>
          <p:cxnSp>
            <p:nvCxnSpPr>
              <p:cNvPr id="958" name="直接箭头连接符 957">
                <a:extLst>
                  <a:ext uri="{FF2B5EF4-FFF2-40B4-BE49-F238E27FC236}">
                    <a16:creationId xmlns:a16="http://schemas.microsoft.com/office/drawing/2014/main" id="{428BE267-E236-F160-E1E0-E23A2DB1A5A2}"/>
                  </a:ext>
                </a:extLst>
              </p:cNvPr>
              <p:cNvCxnSpPr>
                <a:cxnSpLocks/>
                <a:stCxn id="954" idx="6"/>
                <a:endCxn id="957" idx="2"/>
              </p:cNvCxnSpPr>
              <p:nvPr/>
            </p:nvCxnSpPr>
            <p:spPr>
              <a:xfrm>
                <a:off x="5533171" y="3549877"/>
                <a:ext cx="143175" cy="117941"/>
              </a:xfrm>
              <a:prstGeom prst="straightConnector1">
                <a:avLst/>
              </a:prstGeom>
              <a:ln w="12700">
                <a:tailEnd type="triangle" w="sm" len="sm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59" name="直接箭头连接符 958">
                <a:extLst>
                  <a:ext uri="{FF2B5EF4-FFF2-40B4-BE49-F238E27FC236}">
                    <a16:creationId xmlns:a16="http://schemas.microsoft.com/office/drawing/2014/main" id="{BB0168F8-4653-0BEF-0658-BE386BF8550F}"/>
                  </a:ext>
                </a:extLst>
              </p:cNvPr>
              <p:cNvCxnSpPr>
                <a:cxnSpLocks/>
                <a:stCxn id="955" idx="6"/>
                <a:endCxn id="957" idx="2"/>
              </p:cNvCxnSpPr>
              <p:nvPr/>
            </p:nvCxnSpPr>
            <p:spPr>
              <a:xfrm>
                <a:off x="5533171" y="3667818"/>
                <a:ext cx="143175" cy="0"/>
              </a:xfrm>
              <a:prstGeom prst="straightConnector1">
                <a:avLst/>
              </a:prstGeom>
              <a:ln w="12700">
                <a:tailEnd type="triangle" w="sm" len="sm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91" name="直接箭头连接符 590">
                <a:extLst>
                  <a:ext uri="{FF2B5EF4-FFF2-40B4-BE49-F238E27FC236}">
                    <a16:creationId xmlns:a16="http://schemas.microsoft.com/office/drawing/2014/main" id="{2293BBB7-B187-B99B-F16B-5BCF59A35116}"/>
                  </a:ext>
                </a:extLst>
              </p:cNvPr>
              <p:cNvCxnSpPr>
                <a:cxnSpLocks/>
                <a:stCxn id="956" idx="6"/>
                <a:endCxn id="957" idx="2"/>
              </p:cNvCxnSpPr>
              <p:nvPr/>
            </p:nvCxnSpPr>
            <p:spPr>
              <a:xfrm flipV="1">
                <a:off x="5533170" y="3667818"/>
                <a:ext cx="143176" cy="115218"/>
              </a:xfrm>
              <a:prstGeom prst="straightConnector1">
                <a:avLst/>
              </a:prstGeom>
              <a:ln w="12700">
                <a:tailEnd type="triangle" w="sm" len="sm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953" name="矩形: 圆角 952">
              <a:extLst>
                <a:ext uri="{FF2B5EF4-FFF2-40B4-BE49-F238E27FC236}">
                  <a16:creationId xmlns:a16="http://schemas.microsoft.com/office/drawing/2014/main" id="{005CC2A4-3AC6-92D0-8491-ED17CE3C584B}"/>
                </a:ext>
              </a:extLst>
            </p:cNvPr>
            <p:cNvSpPr/>
            <p:nvPr/>
          </p:nvSpPr>
          <p:spPr>
            <a:xfrm>
              <a:off x="4842156" y="3773497"/>
              <a:ext cx="393114" cy="343893"/>
            </a:xfrm>
            <a:prstGeom prst="roundRect">
              <a:avLst>
                <a:gd name="adj" fmla="val 31589"/>
              </a:avLst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593" name="椭圆 592">
            <a:extLst>
              <a:ext uri="{FF2B5EF4-FFF2-40B4-BE49-F238E27FC236}">
                <a16:creationId xmlns:a16="http://schemas.microsoft.com/office/drawing/2014/main" id="{71D04AB9-B73E-5324-6191-7A6D0120FF8F}"/>
              </a:ext>
            </a:extLst>
          </p:cNvPr>
          <p:cNvSpPr/>
          <p:nvPr/>
        </p:nvSpPr>
        <p:spPr>
          <a:xfrm>
            <a:off x="5750164" y="2247480"/>
            <a:ext cx="660724" cy="44573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595" name="组合 594">
            <a:extLst>
              <a:ext uri="{FF2B5EF4-FFF2-40B4-BE49-F238E27FC236}">
                <a16:creationId xmlns:a16="http://schemas.microsoft.com/office/drawing/2014/main" id="{9FC51C82-3821-42E6-8D8D-809604E65E0B}"/>
              </a:ext>
            </a:extLst>
          </p:cNvPr>
          <p:cNvGrpSpPr/>
          <p:nvPr/>
        </p:nvGrpSpPr>
        <p:grpSpPr>
          <a:xfrm>
            <a:off x="6658518" y="2249670"/>
            <a:ext cx="734881" cy="457486"/>
            <a:chOff x="3262267" y="3927547"/>
            <a:chExt cx="599802" cy="343893"/>
          </a:xfrm>
        </p:grpSpPr>
        <p:sp>
          <p:nvSpPr>
            <p:cNvPr id="596" name="矩形: 圆角 595">
              <a:extLst>
                <a:ext uri="{FF2B5EF4-FFF2-40B4-BE49-F238E27FC236}">
                  <a16:creationId xmlns:a16="http://schemas.microsoft.com/office/drawing/2014/main" id="{16F99BF4-1C95-CD83-7EAB-9E8A6423AF3A}"/>
                </a:ext>
              </a:extLst>
            </p:cNvPr>
            <p:cNvSpPr/>
            <p:nvPr/>
          </p:nvSpPr>
          <p:spPr>
            <a:xfrm>
              <a:off x="3337478" y="3927547"/>
              <a:ext cx="393114" cy="343893"/>
            </a:xfrm>
            <a:prstGeom prst="roundRect">
              <a:avLst>
                <a:gd name="adj" fmla="val 31589"/>
              </a:avLst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8" name="矩形 627">
                  <a:extLst>
                    <a:ext uri="{FF2B5EF4-FFF2-40B4-BE49-F238E27FC236}">
                      <a16:creationId xmlns:a16="http://schemas.microsoft.com/office/drawing/2014/main" id="{AEFC0BF3-2086-2A8B-C8F7-4A98B8CB03D2}"/>
                    </a:ext>
                  </a:extLst>
                </p:cNvPr>
                <p:cNvSpPr/>
                <p:nvPr/>
              </p:nvSpPr>
              <p:spPr>
                <a:xfrm>
                  <a:off x="3262267" y="3956287"/>
                  <a:ext cx="599802" cy="27762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dirty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altLang="zh-CN" i="1" dirty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𝑊</m:t>
                            </m:r>
                          </m:sub>
                        </m:s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()</m:t>
                        </m:r>
                      </m:oMath>
                    </m:oMathPara>
                  </a14:m>
                  <a:endParaRPr lang="zh-CN" altLang="en-US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727" name="矩形 726">
                  <a:extLst>
                    <a:ext uri="{FF2B5EF4-FFF2-40B4-BE49-F238E27FC236}">
                      <a16:creationId xmlns:a16="http://schemas.microsoft.com/office/drawing/2014/main" id="{C93EC40D-74C7-130C-25BA-67268259231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62267" y="3956287"/>
                  <a:ext cx="599802" cy="277627"/>
                </a:xfrm>
                <a:prstGeom prst="rect">
                  <a:avLst/>
                </a:prstGeom>
                <a:blipFill>
                  <a:blip r:embed="rId8"/>
                  <a:stretch>
                    <a:fillRect b="-1475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631" name="椭圆 630">
            <a:extLst>
              <a:ext uri="{FF2B5EF4-FFF2-40B4-BE49-F238E27FC236}">
                <a16:creationId xmlns:a16="http://schemas.microsoft.com/office/drawing/2014/main" id="{AF060704-C7F1-8D1C-4B1A-F76477ED719A}"/>
              </a:ext>
            </a:extLst>
          </p:cNvPr>
          <p:cNvSpPr/>
          <p:nvPr/>
        </p:nvSpPr>
        <p:spPr>
          <a:xfrm>
            <a:off x="7565590" y="2255817"/>
            <a:ext cx="660722" cy="44573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633" name="组合 632">
            <a:extLst>
              <a:ext uri="{FF2B5EF4-FFF2-40B4-BE49-F238E27FC236}">
                <a16:creationId xmlns:a16="http://schemas.microsoft.com/office/drawing/2014/main" id="{AFECA9DB-73BA-EFB6-9994-2CEFAB1500CE}"/>
              </a:ext>
            </a:extLst>
          </p:cNvPr>
          <p:cNvGrpSpPr/>
          <p:nvPr/>
        </p:nvGrpSpPr>
        <p:grpSpPr>
          <a:xfrm>
            <a:off x="8553784" y="2252174"/>
            <a:ext cx="481646" cy="457486"/>
            <a:chOff x="4842156" y="3773497"/>
            <a:chExt cx="393114" cy="343893"/>
          </a:xfrm>
        </p:grpSpPr>
        <p:grpSp>
          <p:nvGrpSpPr>
            <p:cNvPr id="634" name="组合 633">
              <a:extLst>
                <a:ext uri="{FF2B5EF4-FFF2-40B4-BE49-F238E27FC236}">
                  <a16:creationId xmlns:a16="http://schemas.microsoft.com/office/drawing/2014/main" id="{D60DB2A4-2836-3205-7C2D-758AE6ECDD20}"/>
                </a:ext>
              </a:extLst>
            </p:cNvPr>
            <p:cNvGrpSpPr/>
            <p:nvPr/>
          </p:nvGrpSpPr>
          <p:grpSpPr>
            <a:xfrm>
              <a:off x="4937067" y="3821336"/>
              <a:ext cx="261952" cy="260359"/>
              <a:chOff x="5436287" y="3505571"/>
              <a:chExt cx="336942" cy="321770"/>
            </a:xfrm>
          </p:grpSpPr>
          <p:sp>
            <p:nvSpPr>
              <p:cNvPr id="636" name="流程图: 接点 635">
                <a:extLst>
                  <a:ext uri="{FF2B5EF4-FFF2-40B4-BE49-F238E27FC236}">
                    <a16:creationId xmlns:a16="http://schemas.microsoft.com/office/drawing/2014/main" id="{A0D79A93-37FD-B8BF-F952-5AD3D4BC84DC}"/>
                  </a:ext>
                </a:extLst>
              </p:cNvPr>
              <p:cNvSpPr/>
              <p:nvPr/>
            </p:nvSpPr>
            <p:spPr>
              <a:xfrm>
                <a:off x="5436288" y="3505571"/>
                <a:ext cx="96883" cy="88611"/>
              </a:xfrm>
              <a:prstGeom prst="flowChartConnector">
                <a:avLst/>
              </a:prstGeom>
              <a:noFill/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500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637" name="流程图: 接点 636">
                <a:extLst>
                  <a:ext uri="{FF2B5EF4-FFF2-40B4-BE49-F238E27FC236}">
                    <a16:creationId xmlns:a16="http://schemas.microsoft.com/office/drawing/2014/main" id="{168BF05F-5639-D16A-388A-CCC459FF5449}"/>
                  </a:ext>
                </a:extLst>
              </p:cNvPr>
              <p:cNvSpPr/>
              <p:nvPr/>
            </p:nvSpPr>
            <p:spPr>
              <a:xfrm>
                <a:off x="5436288" y="3623512"/>
                <a:ext cx="96883" cy="88611"/>
              </a:xfrm>
              <a:prstGeom prst="flowChartConnector">
                <a:avLst/>
              </a:prstGeom>
              <a:noFill/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500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638" name="流程图: 接点 637">
                <a:extLst>
                  <a:ext uri="{FF2B5EF4-FFF2-40B4-BE49-F238E27FC236}">
                    <a16:creationId xmlns:a16="http://schemas.microsoft.com/office/drawing/2014/main" id="{5B1BD912-022A-F8DF-538D-CC6C8131FCDA}"/>
                  </a:ext>
                </a:extLst>
              </p:cNvPr>
              <p:cNvSpPr/>
              <p:nvPr/>
            </p:nvSpPr>
            <p:spPr>
              <a:xfrm>
                <a:off x="5436287" y="3738730"/>
                <a:ext cx="96883" cy="88611"/>
              </a:xfrm>
              <a:prstGeom prst="flowChartConnector">
                <a:avLst/>
              </a:prstGeom>
              <a:noFill/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500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639" name="流程图: 接点 638">
                <a:extLst>
                  <a:ext uri="{FF2B5EF4-FFF2-40B4-BE49-F238E27FC236}">
                    <a16:creationId xmlns:a16="http://schemas.microsoft.com/office/drawing/2014/main" id="{7F73837D-B587-CD5F-2A9B-FFFB45E37C1A}"/>
                  </a:ext>
                </a:extLst>
              </p:cNvPr>
              <p:cNvSpPr/>
              <p:nvPr/>
            </p:nvSpPr>
            <p:spPr>
              <a:xfrm>
                <a:off x="5676346" y="3623512"/>
                <a:ext cx="96883" cy="88611"/>
              </a:xfrm>
              <a:prstGeom prst="flowChartConnector">
                <a:avLst/>
              </a:prstGeom>
              <a:noFill/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500" dirty="0">
                  <a:solidFill>
                    <a:sysClr val="windowText" lastClr="000000"/>
                  </a:solidFill>
                </a:endParaRPr>
              </a:p>
            </p:txBody>
          </p:sp>
          <p:cxnSp>
            <p:nvCxnSpPr>
              <p:cNvPr id="640" name="直接箭头连接符 639">
                <a:extLst>
                  <a:ext uri="{FF2B5EF4-FFF2-40B4-BE49-F238E27FC236}">
                    <a16:creationId xmlns:a16="http://schemas.microsoft.com/office/drawing/2014/main" id="{363F39EE-AB2F-412F-D228-04E8AA6A7E7C}"/>
                  </a:ext>
                </a:extLst>
              </p:cNvPr>
              <p:cNvCxnSpPr>
                <a:cxnSpLocks/>
                <a:stCxn id="636" idx="6"/>
                <a:endCxn id="639" idx="2"/>
              </p:cNvCxnSpPr>
              <p:nvPr/>
            </p:nvCxnSpPr>
            <p:spPr>
              <a:xfrm>
                <a:off x="5533171" y="3549877"/>
                <a:ext cx="143175" cy="117941"/>
              </a:xfrm>
              <a:prstGeom prst="straightConnector1">
                <a:avLst/>
              </a:prstGeom>
              <a:ln w="12700">
                <a:tailEnd type="triangle" w="sm" len="sm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41" name="直接箭头连接符 640">
                <a:extLst>
                  <a:ext uri="{FF2B5EF4-FFF2-40B4-BE49-F238E27FC236}">
                    <a16:creationId xmlns:a16="http://schemas.microsoft.com/office/drawing/2014/main" id="{9829A5DC-26F2-D341-A7E6-08B461D1E4EC}"/>
                  </a:ext>
                </a:extLst>
              </p:cNvPr>
              <p:cNvCxnSpPr>
                <a:cxnSpLocks/>
                <a:stCxn id="637" idx="6"/>
                <a:endCxn id="639" idx="2"/>
              </p:cNvCxnSpPr>
              <p:nvPr/>
            </p:nvCxnSpPr>
            <p:spPr>
              <a:xfrm>
                <a:off x="5533171" y="3667818"/>
                <a:ext cx="143175" cy="0"/>
              </a:xfrm>
              <a:prstGeom prst="straightConnector1">
                <a:avLst/>
              </a:prstGeom>
              <a:ln w="12700">
                <a:tailEnd type="triangle" w="sm" len="sm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42" name="直接箭头连接符 641">
                <a:extLst>
                  <a:ext uri="{FF2B5EF4-FFF2-40B4-BE49-F238E27FC236}">
                    <a16:creationId xmlns:a16="http://schemas.microsoft.com/office/drawing/2014/main" id="{43CB39C9-DE06-93DF-60DD-F7DE9CEF12AE}"/>
                  </a:ext>
                </a:extLst>
              </p:cNvPr>
              <p:cNvCxnSpPr>
                <a:cxnSpLocks/>
                <a:stCxn id="638" idx="6"/>
                <a:endCxn id="639" idx="2"/>
              </p:cNvCxnSpPr>
              <p:nvPr/>
            </p:nvCxnSpPr>
            <p:spPr>
              <a:xfrm flipV="1">
                <a:off x="5533170" y="3667818"/>
                <a:ext cx="143176" cy="115218"/>
              </a:xfrm>
              <a:prstGeom prst="straightConnector1">
                <a:avLst/>
              </a:prstGeom>
              <a:ln w="12700">
                <a:tailEnd type="triangle" w="sm" len="sm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635" name="矩形: 圆角 634">
              <a:extLst>
                <a:ext uri="{FF2B5EF4-FFF2-40B4-BE49-F238E27FC236}">
                  <a16:creationId xmlns:a16="http://schemas.microsoft.com/office/drawing/2014/main" id="{9316CFCA-7977-2493-4590-83ABF7952FB7}"/>
                </a:ext>
              </a:extLst>
            </p:cNvPr>
            <p:cNvSpPr/>
            <p:nvPr/>
          </p:nvSpPr>
          <p:spPr>
            <a:xfrm>
              <a:off x="4842156" y="3773497"/>
              <a:ext cx="393114" cy="343893"/>
            </a:xfrm>
            <a:prstGeom prst="roundRect">
              <a:avLst>
                <a:gd name="adj" fmla="val 31589"/>
              </a:avLst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658" name="椭圆 657">
            <a:extLst>
              <a:ext uri="{FF2B5EF4-FFF2-40B4-BE49-F238E27FC236}">
                <a16:creationId xmlns:a16="http://schemas.microsoft.com/office/drawing/2014/main" id="{0313ED1B-D6DC-96A2-9B12-D7B3528CA3D6}"/>
              </a:ext>
            </a:extLst>
          </p:cNvPr>
          <p:cNvSpPr/>
          <p:nvPr/>
        </p:nvSpPr>
        <p:spPr>
          <a:xfrm>
            <a:off x="9367511" y="2260866"/>
            <a:ext cx="660724" cy="44573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88" name="矩形 687">
            <a:extLst>
              <a:ext uri="{FF2B5EF4-FFF2-40B4-BE49-F238E27FC236}">
                <a16:creationId xmlns:a16="http://schemas.microsoft.com/office/drawing/2014/main" id="{771B9DCA-8E62-7E7A-443B-5301EB34126E}"/>
              </a:ext>
            </a:extLst>
          </p:cNvPr>
          <p:cNvSpPr/>
          <p:nvPr/>
        </p:nvSpPr>
        <p:spPr>
          <a:xfrm>
            <a:off x="7697258" y="1444382"/>
            <a:ext cx="852774" cy="3684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200" dirty="0">
                <a:latin typeface="Arial" panose="020B0604020202020204" pitchFamily="34" charset="0"/>
                <a:cs typeface="Arial" panose="020B0604020202020204" pitchFamily="34" charset="0"/>
              </a:rPr>
              <a:t>Layer 2</a:t>
            </a:r>
            <a:endParaRPr lang="zh-CN" alt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89" name="直接箭头连接符 688">
            <a:extLst>
              <a:ext uri="{FF2B5EF4-FFF2-40B4-BE49-F238E27FC236}">
                <a16:creationId xmlns:a16="http://schemas.microsoft.com/office/drawing/2014/main" id="{CE2B0B79-8453-7E79-C90B-AFE03C8B1F73}"/>
              </a:ext>
            </a:extLst>
          </p:cNvPr>
          <p:cNvCxnSpPr>
            <a:cxnSpLocks/>
            <a:stCxn id="942" idx="6"/>
            <a:endCxn id="939" idx="1"/>
          </p:cNvCxnSpPr>
          <p:nvPr/>
        </p:nvCxnSpPr>
        <p:spPr>
          <a:xfrm>
            <a:off x="2805827" y="2464946"/>
            <a:ext cx="327498" cy="82"/>
          </a:xfrm>
          <a:prstGeom prst="straightConnector1">
            <a:avLst/>
          </a:prstGeom>
          <a:ln w="19050"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90" name="直接箭头连接符 689">
            <a:extLst>
              <a:ext uri="{FF2B5EF4-FFF2-40B4-BE49-F238E27FC236}">
                <a16:creationId xmlns:a16="http://schemas.microsoft.com/office/drawing/2014/main" id="{3D9F5547-9B67-71D1-C0DD-6152FF23CB9B}"/>
              </a:ext>
            </a:extLst>
          </p:cNvPr>
          <p:cNvCxnSpPr>
            <a:cxnSpLocks/>
            <a:stCxn id="949" idx="6"/>
            <a:endCxn id="953" idx="1"/>
          </p:cNvCxnSpPr>
          <p:nvPr/>
        </p:nvCxnSpPr>
        <p:spPr>
          <a:xfrm>
            <a:off x="4608974" y="2465308"/>
            <a:ext cx="327462" cy="2224"/>
          </a:xfrm>
          <a:prstGeom prst="straightConnector1">
            <a:avLst/>
          </a:prstGeom>
          <a:ln w="19050"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95" name="直接箭头连接符 694">
            <a:extLst>
              <a:ext uri="{FF2B5EF4-FFF2-40B4-BE49-F238E27FC236}">
                <a16:creationId xmlns:a16="http://schemas.microsoft.com/office/drawing/2014/main" id="{602CDC0C-FD33-219A-3FAC-0D449DB8FA24}"/>
              </a:ext>
            </a:extLst>
          </p:cNvPr>
          <p:cNvCxnSpPr>
            <a:cxnSpLocks/>
            <a:stCxn id="947" idx="1"/>
          </p:cNvCxnSpPr>
          <p:nvPr/>
        </p:nvCxnSpPr>
        <p:spPr>
          <a:xfrm flipH="1">
            <a:off x="2194750" y="1635381"/>
            <a:ext cx="1569467" cy="0"/>
          </a:xfrm>
          <a:prstGeom prst="straightConnector1">
            <a:avLst/>
          </a:prstGeom>
          <a:ln w="19050"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97" name="直接箭头连接符 696">
            <a:extLst>
              <a:ext uri="{FF2B5EF4-FFF2-40B4-BE49-F238E27FC236}">
                <a16:creationId xmlns:a16="http://schemas.microsoft.com/office/drawing/2014/main" id="{53241C87-5BAC-604A-A6BA-ADD40D8A312E}"/>
              </a:ext>
            </a:extLst>
          </p:cNvPr>
          <p:cNvCxnSpPr>
            <a:cxnSpLocks/>
            <a:stCxn id="947" idx="3"/>
          </p:cNvCxnSpPr>
          <p:nvPr/>
        </p:nvCxnSpPr>
        <p:spPr>
          <a:xfrm>
            <a:off x="4616991" y="1635381"/>
            <a:ext cx="1448335" cy="0"/>
          </a:xfrm>
          <a:prstGeom prst="straightConnector1">
            <a:avLst/>
          </a:prstGeom>
          <a:ln w="19050"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98" name="直接箭头连接符 697">
            <a:extLst>
              <a:ext uri="{FF2B5EF4-FFF2-40B4-BE49-F238E27FC236}">
                <a16:creationId xmlns:a16="http://schemas.microsoft.com/office/drawing/2014/main" id="{2235710B-E4A4-5B15-B829-8BF511436A42}"/>
              </a:ext>
            </a:extLst>
          </p:cNvPr>
          <p:cNvCxnSpPr>
            <a:cxnSpLocks/>
            <a:stCxn id="939" idx="3"/>
            <a:endCxn id="949" idx="2"/>
          </p:cNvCxnSpPr>
          <p:nvPr/>
        </p:nvCxnSpPr>
        <p:spPr>
          <a:xfrm>
            <a:off x="3614971" y="2465028"/>
            <a:ext cx="333280" cy="279"/>
          </a:xfrm>
          <a:prstGeom prst="straightConnector1">
            <a:avLst/>
          </a:prstGeom>
          <a:ln w="19050"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99" name="直接箭头连接符 698">
            <a:extLst>
              <a:ext uri="{FF2B5EF4-FFF2-40B4-BE49-F238E27FC236}">
                <a16:creationId xmlns:a16="http://schemas.microsoft.com/office/drawing/2014/main" id="{32B78F36-B604-C7A3-518C-26E499D54BB1}"/>
              </a:ext>
            </a:extLst>
          </p:cNvPr>
          <p:cNvCxnSpPr>
            <a:cxnSpLocks/>
            <a:stCxn id="953" idx="3"/>
            <a:endCxn id="593" idx="2"/>
          </p:cNvCxnSpPr>
          <p:nvPr/>
        </p:nvCxnSpPr>
        <p:spPr>
          <a:xfrm>
            <a:off x="5418083" y="2467532"/>
            <a:ext cx="332075" cy="2818"/>
          </a:xfrm>
          <a:prstGeom prst="straightConnector1">
            <a:avLst/>
          </a:prstGeom>
          <a:ln w="19050"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00" name="直接箭头连接符 699">
            <a:extLst>
              <a:ext uri="{FF2B5EF4-FFF2-40B4-BE49-F238E27FC236}">
                <a16:creationId xmlns:a16="http://schemas.microsoft.com/office/drawing/2014/main" id="{D8873C8D-72C9-DC8E-9929-0D8AC5C42C6C}"/>
              </a:ext>
            </a:extLst>
          </p:cNvPr>
          <p:cNvCxnSpPr>
            <a:cxnSpLocks/>
            <a:stCxn id="631" idx="6"/>
            <a:endCxn id="635" idx="1"/>
          </p:cNvCxnSpPr>
          <p:nvPr/>
        </p:nvCxnSpPr>
        <p:spPr>
          <a:xfrm>
            <a:off x="8226322" y="2478693"/>
            <a:ext cx="327462" cy="2224"/>
          </a:xfrm>
          <a:prstGeom prst="straightConnector1">
            <a:avLst/>
          </a:prstGeom>
          <a:ln w="19050"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01" name="直接箭头连接符 700">
            <a:extLst>
              <a:ext uri="{FF2B5EF4-FFF2-40B4-BE49-F238E27FC236}">
                <a16:creationId xmlns:a16="http://schemas.microsoft.com/office/drawing/2014/main" id="{BE62346D-C77A-5CF6-8C08-48378F9293B1}"/>
              </a:ext>
            </a:extLst>
          </p:cNvPr>
          <p:cNvCxnSpPr>
            <a:cxnSpLocks/>
            <a:stCxn id="596" idx="3"/>
            <a:endCxn id="631" idx="2"/>
          </p:cNvCxnSpPr>
          <p:nvPr/>
        </p:nvCxnSpPr>
        <p:spPr>
          <a:xfrm>
            <a:off x="7232318" y="2478414"/>
            <a:ext cx="333280" cy="279"/>
          </a:xfrm>
          <a:prstGeom prst="straightConnector1">
            <a:avLst/>
          </a:prstGeom>
          <a:ln w="19050"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02" name="直接箭头连接符 701">
            <a:extLst>
              <a:ext uri="{FF2B5EF4-FFF2-40B4-BE49-F238E27FC236}">
                <a16:creationId xmlns:a16="http://schemas.microsoft.com/office/drawing/2014/main" id="{0F7D6FF3-DE41-F429-EACE-1AFE8E7E7C2F}"/>
              </a:ext>
            </a:extLst>
          </p:cNvPr>
          <p:cNvCxnSpPr>
            <a:cxnSpLocks/>
            <a:stCxn id="635" idx="3"/>
            <a:endCxn id="658" idx="2"/>
          </p:cNvCxnSpPr>
          <p:nvPr/>
        </p:nvCxnSpPr>
        <p:spPr>
          <a:xfrm>
            <a:off x="9035430" y="2480918"/>
            <a:ext cx="332075" cy="2818"/>
          </a:xfrm>
          <a:prstGeom prst="straightConnector1">
            <a:avLst/>
          </a:prstGeom>
          <a:ln w="19050"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03" name="直接箭头连接符 702">
            <a:extLst>
              <a:ext uri="{FF2B5EF4-FFF2-40B4-BE49-F238E27FC236}">
                <a16:creationId xmlns:a16="http://schemas.microsoft.com/office/drawing/2014/main" id="{DB5F739F-3C0B-48C9-78BE-C53228032CBE}"/>
              </a:ext>
            </a:extLst>
          </p:cNvPr>
          <p:cNvCxnSpPr>
            <a:cxnSpLocks/>
            <a:stCxn id="593" idx="6"/>
            <a:endCxn id="596" idx="1"/>
          </p:cNvCxnSpPr>
          <p:nvPr/>
        </p:nvCxnSpPr>
        <p:spPr>
          <a:xfrm>
            <a:off x="6410882" y="2470350"/>
            <a:ext cx="339790" cy="8064"/>
          </a:xfrm>
          <a:prstGeom prst="straightConnector1">
            <a:avLst/>
          </a:prstGeom>
          <a:ln w="19050"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18" name="直接箭头连接符 717">
            <a:extLst>
              <a:ext uri="{FF2B5EF4-FFF2-40B4-BE49-F238E27FC236}">
                <a16:creationId xmlns:a16="http://schemas.microsoft.com/office/drawing/2014/main" id="{297DAA03-5651-4DBC-5ABE-85F6A453FF91}"/>
              </a:ext>
            </a:extLst>
          </p:cNvPr>
          <p:cNvCxnSpPr>
            <a:cxnSpLocks/>
            <a:stCxn id="688" idx="1"/>
          </p:cNvCxnSpPr>
          <p:nvPr/>
        </p:nvCxnSpPr>
        <p:spPr>
          <a:xfrm flipH="1">
            <a:off x="6127790" y="1628631"/>
            <a:ext cx="1569467" cy="0"/>
          </a:xfrm>
          <a:prstGeom prst="straightConnector1">
            <a:avLst/>
          </a:prstGeom>
          <a:ln w="19050"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19" name="直接箭头连接符 718">
            <a:extLst>
              <a:ext uri="{FF2B5EF4-FFF2-40B4-BE49-F238E27FC236}">
                <a16:creationId xmlns:a16="http://schemas.microsoft.com/office/drawing/2014/main" id="{7543D4AF-2919-D2AE-929C-1B8EEE95B49B}"/>
              </a:ext>
            </a:extLst>
          </p:cNvPr>
          <p:cNvCxnSpPr>
            <a:cxnSpLocks/>
            <a:stCxn id="688" idx="3"/>
          </p:cNvCxnSpPr>
          <p:nvPr/>
        </p:nvCxnSpPr>
        <p:spPr>
          <a:xfrm>
            <a:off x="8550031" y="1628631"/>
            <a:ext cx="1448335" cy="0"/>
          </a:xfrm>
          <a:prstGeom prst="straightConnector1">
            <a:avLst/>
          </a:prstGeom>
          <a:ln w="19050"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23" name="文本框 722">
                <a:extLst>
                  <a:ext uri="{FF2B5EF4-FFF2-40B4-BE49-F238E27FC236}">
                    <a16:creationId xmlns:a16="http://schemas.microsoft.com/office/drawing/2014/main" id="{5025BB57-FAAF-4B61-7BB9-29663CE28B41}"/>
                  </a:ext>
                </a:extLst>
              </p:cNvPr>
              <p:cNvSpPr txBox="1"/>
              <p:nvPr/>
            </p:nvSpPr>
            <p:spPr>
              <a:xfrm>
                <a:off x="3774833" y="2231552"/>
                <a:ext cx="1071288" cy="461665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1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altLang="zh-CN" sz="2400" b="1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𝑿</m:t>
                          </m:r>
                        </m:e>
                        <m:sub>
                          <m:r>
                            <a:rPr lang="en-US" altLang="zh-CN" sz="2400" b="1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zh-CN" altLang="en-US" sz="2400" b="1" dirty="0">
                  <a:solidFill>
                    <a:schemeClr val="accent6"/>
                  </a:solidFill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723" name="文本框 722">
                <a:extLst>
                  <a:ext uri="{FF2B5EF4-FFF2-40B4-BE49-F238E27FC236}">
                    <a16:creationId xmlns:a16="http://schemas.microsoft.com/office/drawing/2014/main" id="{5025BB57-FAAF-4B61-7BB9-29663CE28B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4833" y="2231552"/>
                <a:ext cx="1071288" cy="461665"/>
              </a:xfrm>
              <a:prstGeom prst="rect">
                <a:avLst/>
              </a:prstGeom>
              <a:blipFill>
                <a:blip r:embed="rId9"/>
                <a:stretch>
                  <a:fillRect b="-2632"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1" name="文本框 730">
                <a:extLst>
                  <a:ext uri="{FF2B5EF4-FFF2-40B4-BE49-F238E27FC236}">
                    <a16:creationId xmlns:a16="http://schemas.microsoft.com/office/drawing/2014/main" id="{B267F1F4-1244-17C0-277E-74E9C8D7AEB9}"/>
                  </a:ext>
                </a:extLst>
              </p:cNvPr>
              <p:cNvSpPr txBox="1"/>
              <p:nvPr/>
            </p:nvSpPr>
            <p:spPr>
              <a:xfrm>
                <a:off x="5562214" y="2221549"/>
                <a:ext cx="1071288" cy="461665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1" i="1" dirty="0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altLang="zh-CN" sz="2400" b="1" i="1" dirty="0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𝑯</m:t>
                          </m:r>
                        </m:e>
                        <m:sub>
                          <m:r>
                            <a:rPr lang="en-US" altLang="zh-CN" sz="2400" b="1" i="1" dirty="0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zh-CN" altLang="en-US" sz="2400" b="1" dirty="0">
                  <a:solidFill>
                    <a:schemeClr val="accent5"/>
                  </a:solidFill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731" name="文本框 730">
                <a:extLst>
                  <a:ext uri="{FF2B5EF4-FFF2-40B4-BE49-F238E27FC236}">
                    <a16:creationId xmlns:a16="http://schemas.microsoft.com/office/drawing/2014/main" id="{B267F1F4-1244-17C0-277E-74E9C8D7AE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2214" y="2221549"/>
                <a:ext cx="1071288" cy="461665"/>
              </a:xfrm>
              <a:prstGeom prst="rect">
                <a:avLst/>
              </a:prstGeom>
              <a:blipFill>
                <a:blip r:embed="rId10"/>
                <a:stretch>
                  <a:fillRect b="-2632"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2" name="文本框 731">
                <a:extLst>
                  <a:ext uri="{FF2B5EF4-FFF2-40B4-BE49-F238E27FC236}">
                    <a16:creationId xmlns:a16="http://schemas.microsoft.com/office/drawing/2014/main" id="{CCE7606F-93DA-0F8E-2985-B287AA770876}"/>
                  </a:ext>
                </a:extLst>
              </p:cNvPr>
              <p:cNvSpPr txBox="1"/>
              <p:nvPr/>
            </p:nvSpPr>
            <p:spPr>
              <a:xfrm>
                <a:off x="7403462" y="2238788"/>
                <a:ext cx="1071288" cy="461665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1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altLang="zh-CN" sz="2400" b="1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𝑿</m:t>
                          </m:r>
                        </m:e>
                        <m:sub>
                          <m:r>
                            <a:rPr lang="en-US" altLang="zh-CN" sz="2400" b="1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zh-CN" altLang="en-US" sz="2400" b="1" dirty="0">
                  <a:solidFill>
                    <a:schemeClr val="accent6"/>
                  </a:solidFill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732" name="文本框 731">
                <a:extLst>
                  <a:ext uri="{FF2B5EF4-FFF2-40B4-BE49-F238E27FC236}">
                    <a16:creationId xmlns:a16="http://schemas.microsoft.com/office/drawing/2014/main" id="{CCE7606F-93DA-0F8E-2985-B287AA7708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03462" y="2238788"/>
                <a:ext cx="1071288" cy="461665"/>
              </a:xfrm>
              <a:prstGeom prst="rect">
                <a:avLst/>
              </a:prstGeom>
              <a:blipFill>
                <a:blip r:embed="rId11"/>
                <a:stretch>
                  <a:fillRect b="-2632"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3" name="文本框 732">
                <a:extLst>
                  <a:ext uri="{FF2B5EF4-FFF2-40B4-BE49-F238E27FC236}">
                    <a16:creationId xmlns:a16="http://schemas.microsoft.com/office/drawing/2014/main" id="{38625109-3FFF-3160-5BF0-3E232EF17847}"/>
                  </a:ext>
                </a:extLst>
              </p:cNvPr>
              <p:cNvSpPr txBox="1"/>
              <p:nvPr/>
            </p:nvSpPr>
            <p:spPr>
              <a:xfrm>
                <a:off x="9179561" y="2243549"/>
                <a:ext cx="1071288" cy="461665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1" i="1" dirty="0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altLang="zh-CN" sz="2400" b="1" i="1" dirty="0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𝑯</m:t>
                          </m:r>
                        </m:e>
                        <m:sub>
                          <m:r>
                            <a:rPr lang="en-US" altLang="zh-CN" sz="2400" b="1" i="1" dirty="0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zh-CN" altLang="en-US" sz="2400" b="1" dirty="0">
                  <a:solidFill>
                    <a:schemeClr val="accent5"/>
                  </a:solidFill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733" name="文本框 732">
                <a:extLst>
                  <a:ext uri="{FF2B5EF4-FFF2-40B4-BE49-F238E27FC236}">
                    <a16:creationId xmlns:a16="http://schemas.microsoft.com/office/drawing/2014/main" id="{38625109-3FFF-3160-5BF0-3E232EF178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79561" y="2243549"/>
                <a:ext cx="1071288" cy="461665"/>
              </a:xfrm>
              <a:prstGeom prst="rect">
                <a:avLst/>
              </a:prstGeom>
              <a:blipFill>
                <a:blip r:embed="rId12"/>
                <a:stretch>
                  <a:fillRect b="-2632"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34" name="组合 733">
            <a:extLst>
              <a:ext uri="{FF2B5EF4-FFF2-40B4-BE49-F238E27FC236}">
                <a16:creationId xmlns:a16="http://schemas.microsoft.com/office/drawing/2014/main" id="{07DE8C35-A87C-E22C-485E-A926497315A0}"/>
              </a:ext>
            </a:extLst>
          </p:cNvPr>
          <p:cNvGrpSpPr/>
          <p:nvPr/>
        </p:nvGrpSpPr>
        <p:grpSpPr>
          <a:xfrm>
            <a:off x="8114701" y="6002924"/>
            <a:ext cx="621640" cy="735125"/>
            <a:chOff x="5766806" y="6445933"/>
            <a:chExt cx="621640" cy="735125"/>
          </a:xfrm>
        </p:grpSpPr>
        <p:sp>
          <p:nvSpPr>
            <p:cNvPr id="735" name="矩形 1174">
              <a:extLst>
                <a:ext uri="{FF2B5EF4-FFF2-40B4-BE49-F238E27FC236}">
                  <a16:creationId xmlns:a16="http://schemas.microsoft.com/office/drawing/2014/main" id="{A967C7DD-3494-F2C5-E139-3CCEFDF6652A}"/>
                </a:ext>
              </a:extLst>
            </p:cNvPr>
            <p:cNvSpPr/>
            <p:nvPr/>
          </p:nvSpPr>
          <p:spPr>
            <a:xfrm rot="10800000">
              <a:off x="5768235" y="6445933"/>
              <a:ext cx="618706" cy="226680"/>
            </a:xfrm>
            <a:custGeom>
              <a:avLst/>
              <a:gdLst>
                <a:gd name="connsiteX0" fmla="*/ 0 w 595706"/>
                <a:gd name="connsiteY0" fmla="*/ 0 h 92965"/>
                <a:gd name="connsiteX1" fmla="*/ 595706 w 595706"/>
                <a:gd name="connsiteY1" fmla="*/ 0 h 92965"/>
                <a:gd name="connsiteX2" fmla="*/ 595706 w 595706"/>
                <a:gd name="connsiteY2" fmla="*/ 92965 h 92965"/>
                <a:gd name="connsiteX3" fmla="*/ 0 w 595706"/>
                <a:gd name="connsiteY3" fmla="*/ 92965 h 92965"/>
                <a:gd name="connsiteX4" fmla="*/ 0 w 595706"/>
                <a:gd name="connsiteY4" fmla="*/ 0 h 92965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1422 w 594406"/>
                <a:gd name="connsiteY0" fmla="*/ 21376 h 135147"/>
                <a:gd name="connsiteX1" fmla="*/ 594406 w 594406"/>
                <a:gd name="connsiteY1" fmla="*/ 0 h 135147"/>
                <a:gd name="connsiteX2" fmla="*/ 594406 w 594406"/>
                <a:gd name="connsiteY2" fmla="*/ 92965 h 135147"/>
                <a:gd name="connsiteX3" fmla="*/ 61 w 594406"/>
                <a:gd name="connsiteY3" fmla="*/ 135147 h 135147"/>
                <a:gd name="connsiteX4" fmla="*/ 1422 w 594406"/>
                <a:gd name="connsiteY4" fmla="*/ 21376 h 135147"/>
                <a:gd name="connsiteX0" fmla="*/ 1422 w 594406"/>
                <a:gd name="connsiteY0" fmla="*/ 15599 h 135147"/>
                <a:gd name="connsiteX1" fmla="*/ 594406 w 594406"/>
                <a:gd name="connsiteY1" fmla="*/ 0 h 135147"/>
                <a:gd name="connsiteX2" fmla="*/ 594406 w 594406"/>
                <a:gd name="connsiteY2" fmla="*/ 92965 h 135147"/>
                <a:gd name="connsiteX3" fmla="*/ 61 w 594406"/>
                <a:gd name="connsiteY3" fmla="*/ 135147 h 135147"/>
                <a:gd name="connsiteX4" fmla="*/ 1422 w 594406"/>
                <a:gd name="connsiteY4" fmla="*/ 15599 h 135147"/>
                <a:gd name="connsiteX0" fmla="*/ 131 w 594476"/>
                <a:gd name="connsiteY0" fmla="*/ 4622 h 135147"/>
                <a:gd name="connsiteX1" fmla="*/ 594476 w 594476"/>
                <a:gd name="connsiteY1" fmla="*/ 0 h 135147"/>
                <a:gd name="connsiteX2" fmla="*/ 594476 w 594476"/>
                <a:gd name="connsiteY2" fmla="*/ 92965 h 135147"/>
                <a:gd name="connsiteX3" fmla="*/ 131 w 594476"/>
                <a:gd name="connsiteY3" fmla="*/ 135147 h 135147"/>
                <a:gd name="connsiteX4" fmla="*/ 131 w 594476"/>
                <a:gd name="connsiteY4" fmla="*/ 4622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22423 h 139660"/>
                <a:gd name="connsiteX1" fmla="*/ 595706 w 595706"/>
                <a:gd name="connsiteY1" fmla="*/ 4513 h 139660"/>
                <a:gd name="connsiteX2" fmla="*/ 595706 w 595706"/>
                <a:gd name="connsiteY2" fmla="*/ 97478 h 139660"/>
                <a:gd name="connsiteX3" fmla="*/ 1361 w 595706"/>
                <a:gd name="connsiteY3" fmla="*/ 139660 h 139660"/>
                <a:gd name="connsiteX4" fmla="*/ 0 w 595706"/>
                <a:gd name="connsiteY4" fmla="*/ 22423 h 139660"/>
                <a:gd name="connsiteX0" fmla="*/ 0 w 595706"/>
                <a:gd name="connsiteY0" fmla="*/ 26413 h 143650"/>
                <a:gd name="connsiteX1" fmla="*/ 595706 w 595706"/>
                <a:gd name="connsiteY1" fmla="*/ 8503 h 143650"/>
                <a:gd name="connsiteX2" fmla="*/ 595706 w 595706"/>
                <a:gd name="connsiteY2" fmla="*/ 101468 h 143650"/>
                <a:gd name="connsiteX3" fmla="*/ 1361 w 595706"/>
                <a:gd name="connsiteY3" fmla="*/ 143650 h 143650"/>
                <a:gd name="connsiteX4" fmla="*/ 0 w 595706"/>
                <a:gd name="connsiteY4" fmla="*/ 26413 h 143650"/>
                <a:gd name="connsiteX0" fmla="*/ 0 w 595706"/>
                <a:gd name="connsiteY0" fmla="*/ 21286 h 138523"/>
                <a:gd name="connsiteX1" fmla="*/ 595706 w 595706"/>
                <a:gd name="connsiteY1" fmla="*/ 3376 h 138523"/>
                <a:gd name="connsiteX2" fmla="*/ 595706 w 595706"/>
                <a:gd name="connsiteY2" fmla="*/ 96341 h 138523"/>
                <a:gd name="connsiteX3" fmla="*/ 1361 w 595706"/>
                <a:gd name="connsiteY3" fmla="*/ 138523 h 138523"/>
                <a:gd name="connsiteX4" fmla="*/ 0 w 595706"/>
                <a:gd name="connsiteY4" fmla="*/ 21286 h 138523"/>
                <a:gd name="connsiteX0" fmla="*/ 0 w 595706"/>
                <a:gd name="connsiteY0" fmla="*/ 22534 h 139771"/>
                <a:gd name="connsiteX1" fmla="*/ 595706 w 595706"/>
                <a:gd name="connsiteY1" fmla="*/ 4624 h 139771"/>
                <a:gd name="connsiteX2" fmla="*/ 595706 w 595706"/>
                <a:gd name="connsiteY2" fmla="*/ 97589 h 139771"/>
                <a:gd name="connsiteX3" fmla="*/ 1361 w 595706"/>
                <a:gd name="connsiteY3" fmla="*/ 139771 h 139771"/>
                <a:gd name="connsiteX4" fmla="*/ 0 w 595706"/>
                <a:gd name="connsiteY4" fmla="*/ 22534 h 139771"/>
                <a:gd name="connsiteX0" fmla="*/ 0 w 595706"/>
                <a:gd name="connsiteY0" fmla="*/ 23494 h 140731"/>
                <a:gd name="connsiteX1" fmla="*/ 595706 w 595706"/>
                <a:gd name="connsiteY1" fmla="*/ 2118 h 140731"/>
                <a:gd name="connsiteX2" fmla="*/ 595706 w 595706"/>
                <a:gd name="connsiteY2" fmla="*/ 98549 h 140731"/>
                <a:gd name="connsiteX3" fmla="*/ 1361 w 595706"/>
                <a:gd name="connsiteY3" fmla="*/ 140731 h 140731"/>
                <a:gd name="connsiteX4" fmla="*/ 0 w 595706"/>
                <a:gd name="connsiteY4" fmla="*/ 23494 h 140731"/>
                <a:gd name="connsiteX0" fmla="*/ 0 w 595706"/>
                <a:gd name="connsiteY0" fmla="*/ 23494 h 140731"/>
                <a:gd name="connsiteX1" fmla="*/ 595706 w 595706"/>
                <a:gd name="connsiteY1" fmla="*/ 2118 h 140731"/>
                <a:gd name="connsiteX2" fmla="*/ 595706 w 595706"/>
                <a:gd name="connsiteY2" fmla="*/ 98549 h 140731"/>
                <a:gd name="connsiteX3" fmla="*/ 1361 w 595706"/>
                <a:gd name="connsiteY3" fmla="*/ 140731 h 140731"/>
                <a:gd name="connsiteX4" fmla="*/ 0 w 595706"/>
                <a:gd name="connsiteY4" fmla="*/ 23494 h 140731"/>
                <a:gd name="connsiteX0" fmla="*/ 0 w 595706"/>
                <a:gd name="connsiteY0" fmla="*/ 25030 h 142267"/>
                <a:gd name="connsiteX1" fmla="*/ 595706 w 595706"/>
                <a:gd name="connsiteY1" fmla="*/ 3654 h 142267"/>
                <a:gd name="connsiteX2" fmla="*/ 595706 w 595706"/>
                <a:gd name="connsiteY2" fmla="*/ 100085 h 142267"/>
                <a:gd name="connsiteX3" fmla="*/ 1361 w 595706"/>
                <a:gd name="connsiteY3" fmla="*/ 142267 h 142267"/>
                <a:gd name="connsiteX4" fmla="*/ 0 w 595706"/>
                <a:gd name="connsiteY4" fmla="*/ 25030 h 142267"/>
                <a:gd name="connsiteX0" fmla="*/ 0 w 595706"/>
                <a:gd name="connsiteY0" fmla="*/ 22091 h 139328"/>
                <a:gd name="connsiteX1" fmla="*/ 595706 w 595706"/>
                <a:gd name="connsiteY1" fmla="*/ 715 h 139328"/>
                <a:gd name="connsiteX2" fmla="*/ 595706 w 595706"/>
                <a:gd name="connsiteY2" fmla="*/ 97146 h 139328"/>
                <a:gd name="connsiteX3" fmla="*/ 1361 w 595706"/>
                <a:gd name="connsiteY3" fmla="*/ 139328 h 139328"/>
                <a:gd name="connsiteX4" fmla="*/ 0 w 595706"/>
                <a:gd name="connsiteY4" fmla="*/ 22091 h 139328"/>
                <a:gd name="connsiteX0" fmla="*/ 0 w 595706"/>
                <a:gd name="connsiteY0" fmla="*/ 23573 h 140810"/>
                <a:gd name="connsiteX1" fmla="*/ 595706 w 595706"/>
                <a:gd name="connsiteY1" fmla="*/ 2197 h 140810"/>
                <a:gd name="connsiteX2" fmla="*/ 595706 w 595706"/>
                <a:gd name="connsiteY2" fmla="*/ 98628 h 140810"/>
                <a:gd name="connsiteX3" fmla="*/ 1361 w 595706"/>
                <a:gd name="connsiteY3" fmla="*/ 140810 h 140810"/>
                <a:gd name="connsiteX4" fmla="*/ 0 w 595706"/>
                <a:gd name="connsiteY4" fmla="*/ 23573 h 140810"/>
                <a:gd name="connsiteX0" fmla="*/ 0 w 595706"/>
                <a:gd name="connsiteY0" fmla="*/ 21908 h 139145"/>
                <a:gd name="connsiteX1" fmla="*/ 595706 w 595706"/>
                <a:gd name="connsiteY1" fmla="*/ 532 h 139145"/>
                <a:gd name="connsiteX2" fmla="*/ 595706 w 595706"/>
                <a:gd name="connsiteY2" fmla="*/ 96963 h 139145"/>
                <a:gd name="connsiteX3" fmla="*/ 1361 w 595706"/>
                <a:gd name="connsiteY3" fmla="*/ 139145 h 139145"/>
                <a:gd name="connsiteX4" fmla="*/ 0 w 595706"/>
                <a:gd name="connsiteY4" fmla="*/ 21908 h 139145"/>
                <a:gd name="connsiteX0" fmla="*/ 0 w 595706"/>
                <a:gd name="connsiteY0" fmla="*/ 23863 h 141100"/>
                <a:gd name="connsiteX1" fmla="*/ 595706 w 595706"/>
                <a:gd name="connsiteY1" fmla="*/ 2487 h 141100"/>
                <a:gd name="connsiteX2" fmla="*/ 595706 w 595706"/>
                <a:gd name="connsiteY2" fmla="*/ 98918 h 141100"/>
                <a:gd name="connsiteX3" fmla="*/ 1361 w 595706"/>
                <a:gd name="connsiteY3" fmla="*/ 141100 h 141100"/>
                <a:gd name="connsiteX4" fmla="*/ 0 w 595706"/>
                <a:gd name="connsiteY4" fmla="*/ 23863 h 141100"/>
                <a:gd name="connsiteX0" fmla="*/ 0 w 595706"/>
                <a:gd name="connsiteY0" fmla="*/ 24472 h 141709"/>
                <a:gd name="connsiteX1" fmla="*/ 595706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0 w 595706"/>
                <a:gd name="connsiteY0" fmla="*/ 24267 h 141504"/>
                <a:gd name="connsiteX1" fmla="*/ 595706 w 595706"/>
                <a:gd name="connsiteY1" fmla="*/ 2891 h 141504"/>
                <a:gd name="connsiteX2" fmla="*/ 595706 w 595706"/>
                <a:gd name="connsiteY2" fmla="*/ 99322 h 141504"/>
                <a:gd name="connsiteX3" fmla="*/ 1361 w 595706"/>
                <a:gd name="connsiteY3" fmla="*/ 141504 h 141504"/>
                <a:gd name="connsiteX4" fmla="*/ 0 w 595706"/>
                <a:gd name="connsiteY4" fmla="*/ 24267 h 141504"/>
                <a:gd name="connsiteX0" fmla="*/ 0 w 595706"/>
                <a:gd name="connsiteY0" fmla="*/ 24472 h 141709"/>
                <a:gd name="connsiteX1" fmla="*/ 595706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0 w 595706"/>
                <a:gd name="connsiteY0" fmla="*/ 24472 h 141709"/>
                <a:gd name="connsiteX1" fmla="*/ 594353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124 w 595830"/>
                <a:gd name="connsiteY0" fmla="*/ 24472 h 141709"/>
                <a:gd name="connsiteX1" fmla="*/ 594477 w 595830"/>
                <a:gd name="connsiteY1" fmla="*/ 3096 h 141709"/>
                <a:gd name="connsiteX2" fmla="*/ 595830 w 595830"/>
                <a:gd name="connsiteY2" fmla="*/ 99527 h 141709"/>
                <a:gd name="connsiteX3" fmla="*/ 131 w 595830"/>
                <a:gd name="connsiteY3" fmla="*/ 141709 h 141709"/>
                <a:gd name="connsiteX4" fmla="*/ 124 w 595830"/>
                <a:gd name="connsiteY4" fmla="*/ 24472 h 141709"/>
                <a:gd name="connsiteX0" fmla="*/ 124 w 597179"/>
                <a:gd name="connsiteY0" fmla="*/ 25207 h 142444"/>
                <a:gd name="connsiteX1" fmla="*/ 597179 w 597179"/>
                <a:gd name="connsiteY1" fmla="*/ 481 h 142444"/>
                <a:gd name="connsiteX2" fmla="*/ 595830 w 597179"/>
                <a:gd name="connsiteY2" fmla="*/ 100262 h 142444"/>
                <a:gd name="connsiteX3" fmla="*/ 131 w 597179"/>
                <a:gd name="connsiteY3" fmla="*/ 142444 h 142444"/>
                <a:gd name="connsiteX4" fmla="*/ 124 w 597179"/>
                <a:gd name="connsiteY4" fmla="*/ 25207 h 142444"/>
                <a:gd name="connsiteX0" fmla="*/ 124 w 595889"/>
                <a:gd name="connsiteY0" fmla="*/ 25842 h 143079"/>
                <a:gd name="connsiteX1" fmla="*/ 594477 w 595889"/>
                <a:gd name="connsiteY1" fmla="*/ 0 h 143079"/>
                <a:gd name="connsiteX2" fmla="*/ 595830 w 595889"/>
                <a:gd name="connsiteY2" fmla="*/ 100897 h 143079"/>
                <a:gd name="connsiteX3" fmla="*/ 131 w 595889"/>
                <a:gd name="connsiteY3" fmla="*/ 143079 h 143079"/>
                <a:gd name="connsiteX4" fmla="*/ 124 w 595889"/>
                <a:gd name="connsiteY4" fmla="*/ 25842 h 143079"/>
                <a:gd name="connsiteX0" fmla="*/ 124 w 595889"/>
                <a:gd name="connsiteY0" fmla="*/ 24713 h 141950"/>
                <a:gd name="connsiteX1" fmla="*/ 594477 w 595889"/>
                <a:gd name="connsiteY1" fmla="*/ 2221 h 141950"/>
                <a:gd name="connsiteX2" fmla="*/ 595830 w 595889"/>
                <a:gd name="connsiteY2" fmla="*/ 99768 h 141950"/>
                <a:gd name="connsiteX3" fmla="*/ 131 w 595889"/>
                <a:gd name="connsiteY3" fmla="*/ 141950 h 141950"/>
                <a:gd name="connsiteX4" fmla="*/ 124 w 595889"/>
                <a:gd name="connsiteY4" fmla="*/ 24713 h 141950"/>
                <a:gd name="connsiteX0" fmla="*/ 124 w 595959"/>
                <a:gd name="connsiteY0" fmla="*/ 24713 h 141950"/>
                <a:gd name="connsiteX1" fmla="*/ 595828 w 595959"/>
                <a:gd name="connsiteY1" fmla="*/ 2221 h 141950"/>
                <a:gd name="connsiteX2" fmla="*/ 595830 w 595959"/>
                <a:gd name="connsiteY2" fmla="*/ 99768 h 141950"/>
                <a:gd name="connsiteX3" fmla="*/ 131 w 595959"/>
                <a:gd name="connsiteY3" fmla="*/ 141950 h 141950"/>
                <a:gd name="connsiteX4" fmla="*/ 124 w 595959"/>
                <a:gd name="connsiteY4" fmla="*/ 24713 h 141950"/>
                <a:gd name="connsiteX0" fmla="*/ 124 w 595959"/>
                <a:gd name="connsiteY0" fmla="*/ 24925 h 142162"/>
                <a:gd name="connsiteX1" fmla="*/ 595828 w 595959"/>
                <a:gd name="connsiteY1" fmla="*/ 2433 h 142162"/>
                <a:gd name="connsiteX2" fmla="*/ 595830 w 595959"/>
                <a:gd name="connsiteY2" fmla="*/ 99980 h 142162"/>
                <a:gd name="connsiteX3" fmla="*/ 131 w 595959"/>
                <a:gd name="connsiteY3" fmla="*/ 142162 h 142162"/>
                <a:gd name="connsiteX4" fmla="*/ 124 w 595959"/>
                <a:gd name="connsiteY4" fmla="*/ 24925 h 142162"/>
                <a:gd name="connsiteX0" fmla="*/ 124 w 595959"/>
                <a:gd name="connsiteY0" fmla="*/ 22492 h 139729"/>
                <a:gd name="connsiteX1" fmla="*/ 595828 w 595959"/>
                <a:gd name="connsiteY1" fmla="*/ 0 h 139729"/>
                <a:gd name="connsiteX2" fmla="*/ 595830 w 595959"/>
                <a:gd name="connsiteY2" fmla="*/ 97547 h 139729"/>
                <a:gd name="connsiteX3" fmla="*/ 131 w 595959"/>
                <a:gd name="connsiteY3" fmla="*/ 139729 h 139729"/>
                <a:gd name="connsiteX4" fmla="*/ 124 w 595959"/>
                <a:gd name="connsiteY4" fmla="*/ 22492 h 139729"/>
                <a:gd name="connsiteX0" fmla="*/ 124 w 595959"/>
                <a:gd name="connsiteY0" fmla="*/ 25585 h 142822"/>
                <a:gd name="connsiteX1" fmla="*/ 595828 w 595959"/>
                <a:gd name="connsiteY1" fmla="*/ 3093 h 142822"/>
                <a:gd name="connsiteX2" fmla="*/ 595830 w 595959"/>
                <a:gd name="connsiteY2" fmla="*/ 100640 h 142822"/>
                <a:gd name="connsiteX3" fmla="*/ 131 w 595959"/>
                <a:gd name="connsiteY3" fmla="*/ 142822 h 142822"/>
                <a:gd name="connsiteX4" fmla="*/ 124 w 595959"/>
                <a:gd name="connsiteY4" fmla="*/ 25585 h 142822"/>
                <a:gd name="connsiteX0" fmla="*/ 124 w 595959"/>
                <a:gd name="connsiteY0" fmla="*/ 25585 h 142822"/>
                <a:gd name="connsiteX1" fmla="*/ 595828 w 595959"/>
                <a:gd name="connsiteY1" fmla="*/ 3093 h 142822"/>
                <a:gd name="connsiteX2" fmla="*/ 595830 w 595959"/>
                <a:gd name="connsiteY2" fmla="*/ 100640 h 142822"/>
                <a:gd name="connsiteX3" fmla="*/ 131 w 595959"/>
                <a:gd name="connsiteY3" fmla="*/ 142822 h 142822"/>
                <a:gd name="connsiteX4" fmla="*/ 124 w 595959"/>
                <a:gd name="connsiteY4" fmla="*/ 25585 h 142822"/>
                <a:gd name="connsiteX0" fmla="*/ 124 w 595959"/>
                <a:gd name="connsiteY0" fmla="*/ 26512 h 143749"/>
                <a:gd name="connsiteX1" fmla="*/ 595828 w 595959"/>
                <a:gd name="connsiteY1" fmla="*/ 4020 h 143749"/>
                <a:gd name="connsiteX2" fmla="*/ 595830 w 595959"/>
                <a:gd name="connsiteY2" fmla="*/ 101567 h 143749"/>
                <a:gd name="connsiteX3" fmla="*/ 131 w 595959"/>
                <a:gd name="connsiteY3" fmla="*/ 143749 h 143749"/>
                <a:gd name="connsiteX4" fmla="*/ 124 w 595959"/>
                <a:gd name="connsiteY4" fmla="*/ 26512 h 143749"/>
                <a:gd name="connsiteX0" fmla="*/ 124 w 595959"/>
                <a:gd name="connsiteY0" fmla="*/ 26512 h 143749"/>
                <a:gd name="connsiteX1" fmla="*/ 595828 w 595959"/>
                <a:gd name="connsiteY1" fmla="*/ 4020 h 143749"/>
                <a:gd name="connsiteX2" fmla="*/ 595830 w 595959"/>
                <a:gd name="connsiteY2" fmla="*/ 101567 h 143749"/>
                <a:gd name="connsiteX3" fmla="*/ 131 w 595959"/>
                <a:gd name="connsiteY3" fmla="*/ 143749 h 143749"/>
                <a:gd name="connsiteX4" fmla="*/ 124 w 595959"/>
                <a:gd name="connsiteY4" fmla="*/ 26512 h 143749"/>
                <a:gd name="connsiteX0" fmla="*/ 124 w 595959"/>
                <a:gd name="connsiteY0" fmla="*/ 28496 h 145733"/>
                <a:gd name="connsiteX1" fmla="*/ 595828 w 595959"/>
                <a:gd name="connsiteY1" fmla="*/ 6004 h 145733"/>
                <a:gd name="connsiteX2" fmla="*/ 595830 w 595959"/>
                <a:gd name="connsiteY2" fmla="*/ 103551 h 145733"/>
                <a:gd name="connsiteX3" fmla="*/ 131 w 595959"/>
                <a:gd name="connsiteY3" fmla="*/ 145733 h 145733"/>
                <a:gd name="connsiteX4" fmla="*/ 124 w 595959"/>
                <a:gd name="connsiteY4" fmla="*/ 28496 h 14573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856"/>
                <a:gd name="connsiteY0" fmla="*/ 41841 h 159078"/>
                <a:gd name="connsiteX1" fmla="*/ 591261 w 595856"/>
                <a:gd name="connsiteY1" fmla="*/ 0 h 159078"/>
                <a:gd name="connsiteX2" fmla="*/ 595830 w 595856"/>
                <a:gd name="connsiteY2" fmla="*/ 116896 h 159078"/>
                <a:gd name="connsiteX3" fmla="*/ 131 w 595856"/>
                <a:gd name="connsiteY3" fmla="*/ 159078 h 159078"/>
                <a:gd name="connsiteX4" fmla="*/ 124 w 595856"/>
                <a:gd name="connsiteY4" fmla="*/ 41841 h 159078"/>
                <a:gd name="connsiteX0" fmla="*/ 124 w 595959"/>
                <a:gd name="connsiteY0" fmla="*/ 41841 h 159078"/>
                <a:gd name="connsiteX1" fmla="*/ 595828 w 595959"/>
                <a:gd name="connsiteY1" fmla="*/ 0 h 159078"/>
                <a:gd name="connsiteX2" fmla="*/ 595830 w 595959"/>
                <a:gd name="connsiteY2" fmla="*/ 116896 h 159078"/>
                <a:gd name="connsiteX3" fmla="*/ 131 w 595959"/>
                <a:gd name="connsiteY3" fmla="*/ 159078 h 159078"/>
                <a:gd name="connsiteX4" fmla="*/ 124 w 595959"/>
                <a:gd name="connsiteY4" fmla="*/ 41841 h 159078"/>
                <a:gd name="connsiteX0" fmla="*/ 124 w 597349"/>
                <a:gd name="connsiteY0" fmla="*/ 42378 h 159615"/>
                <a:gd name="connsiteX1" fmla="*/ 597349 w 597349"/>
                <a:gd name="connsiteY1" fmla="*/ 0 h 159615"/>
                <a:gd name="connsiteX2" fmla="*/ 595830 w 597349"/>
                <a:gd name="connsiteY2" fmla="*/ 117433 h 159615"/>
                <a:gd name="connsiteX3" fmla="*/ 131 w 597349"/>
                <a:gd name="connsiteY3" fmla="*/ 159615 h 159615"/>
                <a:gd name="connsiteX4" fmla="*/ 124 w 597349"/>
                <a:gd name="connsiteY4" fmla="*/ 42378 h 159615"/>
                <a:gd name="connsiteX0" fmla="*/ 124 w 600443"/>
                <a:gd name="connsiteY0" fmla="*/ 42378 h 159615"/>
                <a:gd name="connsiteX1" fmla="*/ 597349 w 600443"/>
                <a:gd name="connsiteY1" fmla="*/ 0 h 159615"/>
                <a:gd name="connsiteX2" fmla="*/ 600408 w 600443"/>
                <a:gd name="connsiteY2" fmla="*/ 117433 h 159615"/>
                <a:gd name="connsiteX3" fmla="*/ 131 w 600443"/>
                <a:gd name="connsiteY3" fmla="*/ 159615 h 159615"/>
                <a:gd name="connsiteX4" fmla="*/ 124 w 600443"/>
                <a:gd name="connsiteY4" fmla="*/ 42378 h 159615"/>
                <a:gd name="connsiteX0" fmla="*/ 124 w 600537"/>
                <a:gd name="connsiteY0" fmla="*/ 42378 h 159615"/>
                <a:gd name="connsiteX1" fmla="*/ 600401 w 600537"/>
                <a:gd name="connsiteY1" fmla="*/ 0 h 159615"/>
                <a:gd name="connsiteX2" fmla="*/ 600408 w 600537"/>
                <a:gd name="connsiteY2" fmla="*/ 117433 h 159615"/>
                <a:gd name="connsiteX3" fmla="*/ 131 w 600537"/>
                <a:gd name="connsiteY3" fmla="*/ 159615 h 159615"/>
                <a:gd name="connsiteX4" fmla="*/ 124 w 600537"/>
                <a:gd name="connsiteY4" fmla="*/ 42378 h 159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0537" h="159615">
                  <a:moveTo>
                    <a:pt x="124" y="42378"/>
                  </a:moveTo>
                  <a:cubicBezTo>
                    <a:pt x="296414" y="-50243"/>
                    <a:pt x="418111" y="75773"/>
                    <a:pt x="600401" y="0"/>
                  </a:cubicBezTo>
                  <a:cubicBezTo>
                    <a:pt x="599951" y="33260"/>
                    <a:pt x="600858" y="84173"/>
                    <a:pt x="600408" y="117433"/>
                  </a:cubicBezTo>
                  <a:cubicBezTo>
                    <a:pt x="395490" y="192726"/>
                    <a:pt x="285331" y="62551"/>
                    <a:pt x="131" y="159615"/>
                  </a:cubicBezTo>
                  <a:cubicBezTo>
                    <a:pt x="-323" y="114566"/>
                    <a:pt x="578" y="87427"/>
                    <a:pt x="124" y="42378"/>
                  </a:cubicBezTo>
                  <a:close/>
                </a:path>
              </a:pathLst>
            </a:custGeom>
            <a:solidFill>
              <a:schemeClr val="accent2">
                <a:lumMod val="40000"/>
                <a:lumOff val="6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736" name="组合 735">
              <a:extLst>
                <a:ext uri="{FF2B5EF4-FFF2-40B4-BE49-F238E27FC236}">
                  <a16:creationId xmlns:a16="http://schemas.microsoft.com/office/drawing/2014/main" id="{B71A8AC7-7811-AF76-486E-2E2EA239EBBA}"/>
                </a:ext>
              </a:extLst>
            </p:cNvPr>
            <p:cNvGrpSpPr/>
            <p:nvPr/>
          </p:nvGrpSpPr>
          <p:grpSpPr>
            <a:xfrm>
              <a:off x="5766806" y="6517241"/>
              <a:ext cx="621640" cy="663817"/>
              <a:chOff x="5040167" y="6521415"/>
              <a:chExt cx="621640" cy="663817"/>
            </a:xfrm>
          </p:grpSpPr>
          <p:sp>
            <p:nvSpPr>
              <p:cNvPr id="737" name="矩形 1174">
                <a:extLst>
                  <a:ext uri="{FF2B5EF4-FFF2-40B4-BE49-F238E27FC236}">
                    <a16:creationId xmlns:a16="http://schemas.microsoft.com/office/drawing/2014/main" id="{FD5CA058-D9E5-B1EE-C732-9AAA840594C0}"/>
                  </a:ext>
                </a:extLst>
              </p:cNvPr>
              <p:cNvSpPr/>
              <p:nvPr/>
            </p:nvSpPr>
            <p:spPr>
              <a:xfrm rot="10800000">
                <a:off x="5041542" y="6760560"/>
                <a:ext cx="618706" cy="201627"/>
              </a:xfrm>
              <a:custGeom>
                <a:avLst/>
                <a:gdLst>
                  <a:gd name="connsiteX0" fmla="*/ 0 w 595706"/>
                  <a:gd name="connsiteY0" fmla="*/ 0 h 92965"/>
                  <a:gd name="connsiteX1" fmla="*/ 595706 w 595706"/>
                  <a:gd name="connsiteY1" fmla="*/ 0 h 92965"/>
                  <a:gd name="connsiteX2" fmla="*/ 595706 w 595706"/>
                  <a:gd name="connsiteY2" fmla="*/ 92965 h 92965"/>
                  <a:gd name="connsiteX3" fmla="*/ 0 w 595706"/>
                  <a:gd name="connsiteY3" fmla="*/ 92965 h 92965"/>
                  <a:gd name="connsiteX4" fmla="*/ 0 w 595706"/>
                  <a:gd name="connsiteY4" fmla="*/ 0 h 92965"/>
                  <a:gd name="connsiteX0" fmla="*/ 0 w 595706"/>
                  <a:gd name="connsiteY0" fmla="*/ 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0 h 135147"/>
                  <a:gd name="connsiteX0" fmla="*/ 0 w 595706"/>
                  <a:gd name="connsiteY0" fmla="*/ 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0 h 135147"/>
                  <a:gd name="connsiteX0" fmla="*/ 0 w 595706"/>
                  <a:gd name="connsiteY0" fmla="*/ 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0 h 135147"/>
                  <a:gd name="connsiteX0" fmla="*/ 0 w 595706"/>
                  <a:gd name="connsiteY0" fmla="*/ 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0 h 135147"/>
                  <a:gd name="connsiteX0" fmla="*/ 1422 w 594406"/>
                  <a:gd name="connsiteY0" fmla="*/ 21376 h 135147"/>
                  <a:gd name="connsiteX1" fmla="*/ 594406 w 594406"/>
                  <a:gd name="connsiteY1" fmla="*/ 0 h 135147"/>
                  <a:gd name="connsiteX2" fmla="*/ 594406 w 594406"/>
                  <a:gd name="connsiteY2" fmla="*/ 92965 h 135147"/>
                  <a:gd name="connsiteX3" fmla="*/ 61 w 594406"/>
                  <a:gd name="connsiteY3" fmla="*/ 135147 h 135147"/>
                  <a:gd name="connsiteX4" fmla="*/ 1422 w 594406"/>
                  <a:gd name="connsiteY4" fmla="*/ 21376 h 135147"/>
                  <a:gd name="connsiteX0" fmla="*/ 1422 w 594406"/>
                  <a:gd name="connsiteY0" fmla="*/ 15599 h 135147"/>
                  <a:gd name="connsiteX1" fmla="*/ 594406 w 594406"/>
                  <a:gd name="connsiteY1" fmla="*/ 0 h 135147"/>
                  <a:gd name="connsiteX2" fmla="*/ 594406 w 594406"/>
                  <a:gd name="connsiteY2" fmla="*/ 92965 h 135147"/>
                  <a:gd name="connsiteX3" fmla="*/ 61 w 594406"/>
                  <a:gd name="connsiteY3" fmla="*/ 135147 h 135147"/>
                  <a:gd name="connsiteX4" fmla="*/ 1422 w 594406"/>
                  <a:gd name="connsiteY4" fmla="*/ 15599 h 135147"/>
                  <a:gd name="connsiteX0" fmla="*/ 131 w 594476"/>
                  <a:gd name="connsiteY0" fmla="*/ 4622 h 135147"/>
                  <a:gd name="connsiteX1" fmla="*/ 594476 w 594476"/>
                  <a:gd name="connsiteY1" fmla="*/ 0 h 135147"/>
                  <a:gd name="connsiteX2" fmla="*/ 594476 w 594476"/>
                  <a:gd name="connsiteY2" fmla="*/ 92965 h 135147"/>
                  <a:gd name="connsiteX3" fmla="*/ 131 w 594476"/>
                  <a:gd name="connsiteY3" fmla="*/ 135147 h 135147"/>
                  <a:gd name="connsiteX4" fmla="*/ 131 w 594476"/>
                  <a:gd name="connsiteY4" fmla="*/ 4622 h 135147"/>
                  <a:gd name="connsiteX0" fmla="*/ 0 w 595706"/>
                  <a:gd name="connsiteY0" fmla="*/ 1791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17910 h 135147"/>
                  <a:gd name="connsiteX0" fmla="*/ 0 w 595706"/>
                  <a:gd name="connsiteY0" fmla="*/ 1791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17910 h 135147"/>
                  <a:gd name="connsiteX0" fmla="*/ 0 w 595706"/>
                  <a:gd name="connsiteY0" fmla="*/ 1791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17910 h 135147"/>
                  <a:gd name="connsiteX0" fmla="*/ 0 w 595706"/>
                  <a:gd name="connsiteY0" fmla="*/ 1791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17910 h 135147"/>
                  <a:gd name="connsiteX0" fmla="*/ 0 w 595706"/>
                  <a:gd name="connsiteY0" fmla="*/ 22423 h 139660"/>
                  <a:gd name="connsiteX1" fmla="*/ 595706 w 595706"/>
                  <a:gd name="connsiteY1" fmla="*/ 4513 h 139660"/>
                  <a:gd name="connsiteX2" fmla="*/ 595706 w 595706"/>
                  <a:gd name="connsiteY2" fmla="*/ 97478 h 139660"/>
                  <a:gd name="connsiteX3" fmla="*/ 1361 w 595706"/>
                  <a:gd name="connsiteY3" fmla="*/ 139660 h 139660"/>
                  <a:gd name="connsiteX4" fmla="*/ 0 w 595706"/>
                  <a:gd name="connsiteY4" fmla="*/ 22423 h 139660"/>
                  <a:gd name="connsiteX0" fmla="*/ 0 w 595706"/>
                  <a:gd name="connsiteY0" fmla="*/ 26413 h 143650"/>
                  <a:gd name="connsiteX1" fmla="*/ 595706 w 595706"/>
                  <a:gd name="connsiteY1" fmla="*/ 8503 h 143650"/>
                  <a:gd name="connsiteX2" fmla="*/ 595706 w 595706"/>
                  <a:gd name="connsiteY2" fmla="*/ 101468 h 143650"/>
                  <a:gd name="connsiteX3" fmla="*/ 1361 w 595706"/>
                  <a:gd name="connsiteY3" fmla="*/ 143650 h 143650"/>
                  <a:gd name="connsiteX4" fmla="*/ 0 w 595706"/>
                  <a:gd name="connsiteY4" fmla="*/ 26413 h 143650"/>
                  <a:gd name="connsiteX0" fmla="*/ 0 w 595706"/>
                  <a:gd name="connsiteY0" fmla="*/ 21286 h 138523"/>
                  <a:gd name="connsiteX1" fmla="*/ 595706 w 595706"/>
                  <a:gd name="connsiteY1" fmla="*/ 3376 h 138523"/>
                  <a:gd name="connsiteX2" fmla="*/ 595706 w 595706"/>
                  <a:gd name="connsiteY2" fmla="*/ 96341 h 138523"/>
                  <a:gd name="connsiteX3" fmla="*/ 1361 w 595706"/>
                  <a:gd name="connsiteY3" fmla="*/ 138523 h 138523"/>
                  <a:gd name="connsiteX4" fmla="*/ 0 w 595706"/>
                  <a:gd name="connsiteY4" fmla="*/ 21286 h 138523"/>
                  <a:gd name="connsiteX0" fmla="*/ 0 w 595706"/>
                  <a:gd name="connsiteY0" fmla="*/ 22534 h 139771"/>
                  <a:gd name="connsiteX1" fmla="*/ 595706 w 595706"/>
                  <a:gd name="connsiteY1" fmla="*/ 4624 h 139771"/>
                  <a:gd name="connsiteX2" fmla="*/ 595706 w 595706"/>
                  <a:gd name="connsiteY2" fmla="*/ 97589 h 139771"/>
                  <a:gd name="connsiteX3" fmla="*/ 1361 w 595706"/>
                  <a:gd name="connsiteY3" fmla="*/ 139771 h 139771"/>
                  <a:gd name="connsiteX4" fmla="*/ 0 w 595706"/>
                  <a:gd name="connsiteY4" fmla="*/ 22534 h 139771"/>
                  <a:gd name="connsiteX0" fmla="*/ 0 w 595706"/>
                  <a:gd name="connsiteY0" fmla="*/ 23494 h 140731"/>
                  <a:gd name="connsiteX1" fmla="*/ 595706 w 595706"/>
                  <a:gd name="connsiteY1" fmla="*/ 2118 h 140731"/>
                  <a:gd name="connsiteX2" fmla="*/ 595706 w 595706"/>
                  <a:gd name="connsiteY2" fmla="*/ 98549 h 140731"/>
                  <a:gd name="connsiteX3" fmla="*/ 1361 w 595706"/>
                  <a:gd name="connsiteY3" fmla="*/ 140731 h 140731"/>
                  <a:gd name="connsiteX4" fmla="*/ 0 w 595706"/>
                  <a:gd name="connsiteY4" fmla="*/ 23494 h 140731"/>
                  <a:gd name="connsiteX0" fmla="*/ 0 w 595706"/>
                  <a:gd name="connsiteY0" fmla="*/ 23494 h 140731"/>
                  <a:gd name="connsiteX1" fmla="*/ 595706 w 595706"/>
                  <a:gd name="connsiteY1" fmla="*/ 2118 h 140731"/>
                  <a:gd name="connsiteX2" fmla="*/ 595706 w 595706"/>
                  <a:gd name="connsiteY2" fmla="*/ 98549 h 140731"/>
                  <a:gd name="connsiteX3" fmla="*/ 1361 w 595706"/>
                  <a:gd name="connsiteY3" fmla="*/ 140731 h 140731"/>
                  <a:gd name="connsiteX4" fmla="*/ 0 w 595706"/>
                  <a:gd name="connsiteY4" fmla="*/ 23494 h 140731"/>
                  <a:gd name="connsiteX0" fmla="*/ 0 w 595706"/>
                  <a:gd name="connsiteY0" fmla="*/ 25030 h 142267"/>
                  <a:gd name="connsiteX1" fmla="*/ 595706 w 595706"/>
                  <a:gd name="connsiteY1" fmla="*/ 3654 h 142267"/>
                  <a:gd name="connsiteX2" fmla="*/ 595706 w 595706"/>
                  <a:gd name="connsiteY2" fmla="*/ 100085 h 142267"/>
                  <a:gd name="connsiteX3" fmla="*/ 1361 w 595706"/>
                  <a:gd name="connsiteY3" fmla="*/ 142267 h 142267"/>
                  <a:gd name="connsiteX4" fmla="*/ 0 w 595706"/>
                  <a:gd name="connsiteY4" fmla="*/ 25030 h 142267"/>
                  <a:gd name="connsiteX0" fmla="*/ 0 w 595706"/>
                  <a:gd name="connsiteY0" fmla="*/ 22091 h 139328"/>
                  <a:gd name="connsiteX1" fmla="*/ 595706 w 595706"/>
                  <a:gd name="connsiteY1" fmla="*/ 715 h 139328"/>
                  <a:gd name="connsiteX2" fmla="*/ 595706 w 595706"/>
                  <a:gd name="connsiteY2" fmla="*/ 97146 h 139328"/>
                  <a:gd name="connsiteX3" fmla="*/ 1361 w 595706"/>
                  <a:gd name="connsiteY3" fmla="*/ 139328 h 139328"/>
                  <a:gd name="connsiteX4" fmla="*/ 0 w 595706"/>
                  <a:gd name="connsiteY4" fmla="*/ 22091 h 139328"/>
                  <a:gd name="connsiteX0" fmla="*/ 0 w 595706"/>
                  <a:gd name="connsiteY0" fmla="*/ 23573 h 140810"/>
                  <a:gd name="connsiteX1" fmla="*/ 595706 w 595706"/>
                  <a:gd name="connsiteY1" fmla="*/ 2197 h 140810"/>
                  <a:gd name="connsiteX2" fmla="*/ 595706 w 595706"/>
                  <a:gd name="connsiteY2" fmla="*/ 98628 h 140810"/>
                  <a:gd name="connsiteX3" fmla="*/ 1361 w 595706"/>
                  <a:gd name="connsiteY3" fmla="*/ 140810 h 140810"/>
                  <a:gd name="connsiteX4" fmla="*/ 0 w 595706"/>
                  <a:gd name="connsiteY4" fmla="*/ 23573 h 140810"/>
                  <a:gd name="connsiteX0" fmla="*/ 0 w 595706"/>
                  <a:gd name="connsiteY0" fmla="*/ 21908 h 139145"/>
                  <a:gd name="connsiteX1" fmla="*/ 595706 w 595706"/>
                  <a:gd name="connsiteY1" fmla="*/ 532 h 139145"/>
                  <a:gd name="connsiteX2" fmla="*/ 595706 w 595706"/>
                  <a:gd name="connsiteY2" fmla="*/ 96963 h 139145"/>
                  <a:gd name="connsiteX3" fmla="*/ 1361 w 595706"/>
                  <a:gd name="connsiteY3" fmla="*/ 139145 h 139145"/>
                  <a:gd name="connsiteX4" fmla="*/ 0 w 595706"/>
                  <a:gd name="connsiteY4" fmla="*/ 21908 h 139145"/>
                  <a:gd name="connsiteX0" fmla="*/ 0 w 595706"/>
                  <a:gd name="connsiteY0" fmla="*/ 23863 h 141100"/>
                  <a:gd name="connsiteX1" fmla="*/ 595706 w 595706"/>
                  <a:gd name="connsiteY1" fmla="*/ 2487 h 141100"/>
                  <a:gd name="connsiteX2" fmla="*/ 595706 w 595706"/>
                  <a:gd name="connsiteY2" fmla="*/ 98918 h 141100"/>
                  <a:gd name="connsiteX3" fmla="*/ 1361 w 595706"/>
                  <a:gd name="connsiteY3" fmla="*/ 141100 h 141100"/>
                  <a:gd name="connsiteX4" fmla="*/ 0 w 595706"/>
                  <a:gd name="connsiteY4" fmla="*/ 23863 h 141100"/>
                  <a:gd name="connsiteX0" fmla="*/ 0 w 595706"/>
                  <a:gd name="connsiteY0" fmla="*/ 24472 h 141709"/>
                  <a:gd name="connsiteX1" fmla="*/ 595706 w 595706"/>
                  <a:gd name="connsiteY1" fmla="*/ 3096 h 141709"/>
                  <a:gd name="connsiteX2" fmla="*/ 595706 w 595706"/>
                  <a:gd name="connsiteY2" fmla="*/ 99527 h 141709"/>
                  <a:gd name="connsiteX3" fmla="*/ 1361 w 595706"/>
                  <a:gd name="connsiteY3" fmla="*/ 141709 h 141709"/>
                  <a:gd name="connsiteX4" fmla="*/ 0 w 595706"/>
                  <a:gd name="connsiteY4" fmla="*/ 24472 h 141709"/>
                  <a:gd name="connsiteX0" fmla="*/ 0 w 595706"/>
                  <a:gd name="connsiteY0" fmla="*/ 24267 h 141504"/>
                  <a:gd name="connsiteX1" fmla="*/ 595706 w 595706"/>
                  <a:gd name="connsiteY1" fmla="*/ 2891 h 141504"/>
                  <a:gd name="connsiteX2" fmla="*/ 595706 w 595706"/>
                  <a:gd name="connsiteY2" fmla="*/ 99322 h 141504"/>
                  <a:gd name="connsiteX3" fmla="*/ 1361 w 595706"/>
                  <a:gd name="connsiteY3" fmla="*/ 141504 h 141504"/>
                  <a:gd name="connsiteX4" fmla="*/ 0 w 595706"/>
                  <a:gd name="connsiteY4" fmla="*/ 24267 h 141504"/>
                  <a:gd name="connsiteX0" fmla="*/ 0 w 595706"/>
                  <a:gd name="connsiteY0" fmla="*/ 24472 h 141709"/>
                  <a:gd name="connsiteX1" fmla="*/ 595706 w 595706"/>
                  <a:gd name="connsiteY1" fmla="*/ 3096 h 141709"/>
                  <a:gd name="connsiteX2" fmla="*/ 595706 w 595706"/>
                  <a:gd name="connsiteY2" fmla="*/ 99527 h 141709"/>
                  <a:gd name="connsiteX3" fmla="*/ 1361 w 595706"/>
                  <a:gd name="connsiteY3" fmla="*/ 141709 h 141709"/>
                  <a:gd name="connsiteX4" fmla="*/ 0 w 595706"/>
                  <a:gd name="connsiteY4" fmla="*/ 24472 h 141709"/>
                  <a:gd name="connsiteX0" fmla="*/ 0 w 595706"/>
                  <a:gd name="connsiteY0" fmla="*/ 24472 h 141709"/>
                  <a:gd name="connsiteX1" fmla="*/ 594353 w 595706"/>
                  <a:gd name="connsiteY1" fmla="*/ 3096 h 141709"/>
                  <a:gd name="connsiteX2" fmla="*/ 595706 w 595706"/>
                  <a:gd name="connsiteY2" fmla="*/ 99527 h 141709"/>
                  <a:gd name="connsiteX3" fmla="*/ 1361 w 595706"/>
                  <a:gd name="connsiteY3" fmla="*/ 141709 h 141709"/>
                  <a:gd name="connsiteX4" fmla="*/ 0 w 595706"/>
                  <a:gd name="connsiteY4" fmla="*/ 24472 h 141709"/>
                  <a:gd name="connsiteX0" fmla="*/ 124 w 595830"/>
                  <a:gd name="connsiteY0" fmla="*/ 24472 h 141709"/>
                  <a:gd name="connsiteX1" fmla="*/ 594477 w 595830"/>
                  <a:gd name="connsiteY1" fmla="*/ 3096 h 141709"/>
                  <a:gd name="connsiteX2" fmla="*/ 595830 w 595830"/>
                  <a:gd name="connsiteY2" fmla="*/ 99527 h 141709"/>
                  <a:gd name="connsiteX3" fmla="*/ 131 w 595830"/>
                  <a:gd name="connsiteY3" fmla="*/ 141709 h 141709"/>
                  <a:gd name="connsiteX4" fmla="*/ 124 w 595830"/>
                  <a:gd name="connsiteY4" fmla="*/ 24472 h 141709"/>
                  <a:gd name="connsiteX0" fmla="*/ 124 w 597179"/>
                  <a:gd name="connsiteY0" fmla="*/ 25207 h 142444"/>
                  <a:gd name="connsiteX1" fmla="*/ 597179 w 597179"/>
                  <a:gd name="connsiteY1" fmla="*/ 481 h 142444"/>
                  <a:gd name="connsiteX2" fmla="*/ 595830 w 597179"/>
                  <a:gd name="connsiteY2" fmla="*/ 100262 h 142444"/>
                  <a:gd name="connsiteX3" fmla="*/ 131 w 597179"/>
                  <a:gd name="connsiteY3" fmla="*/ 142444 h 142444"/>
                  <a:gd name="connsiteX4" fmla="*/ 124 w 597179"/>
                  <a:gd name="connsiteY4" fmla="*/ 25207 h 142444"/>
                  <a:gd name="connsiteX0" fmla="*/ 124 w 595889"/>
                  <a:gd name="connsiteY0" fmla="*/ 25842 h 143079"/>
                  <a:gd name="connsiteX1" fmla="*/ 594477 w 595889"/>
                  <a:gd name="connsiteY1" fmla="*/ 0 h 143079"/>
                  <a:gd name="connsiteX2" fmla="*/ 595830 w 595889"/>
                  <a:gd name="connsiteY2" fmla="*/ 100897 h 143079"/>
                  <a:gd name="connsiteX3" fmla="*/ 131 w 595889"/>
                  <a:gd name="connsiteY3" fmla="*/ 143079 h 143079"/>
                  <a:gd name="connsiteX4" fmla="*/ 124 w 595889"/>
                  <a:gd name="connsiteY4" fmla="*/ 25842 h 143079"/>
                  <a:gd name="connsiteX0" fmla="*/ 124 w 595889"/>
                  <a:gd name="connsiteY0" fmla="*/ 24713 h 141950"/>
                  <a:gd name="connsiteX1" fmla="*/ 594477 w 595889"/>
                  <a:gd name="connsiteY1" fmla="*/ 2221 h 141950"/>
                  <a:gd name="connsiteX2" fmla="*/ 595830 w 595889"/>
                  <a:gd name="connsiteY2" fmla="*/ 99768 h 141950"/>
                  <a:gd name="connsiteX3" fmla="*/ 131 w 595889"/>
                  <a:gd name="connsiteY3" fmla="*/ 141950 h 141950"/>
                  <a:gd name="connsiteX4" fmla="*/ 124 w 595889"/>
                  <a:gd name="connsiteY4" fmla="*/ 24713 h 141950"/>
                  <a:gd name="connsiteX0" fmla="*/ 124 w 595959"/>
                  <a:gd name="connsiteY0" fmla="*/ 24713 h 141950"/>
                  <a:gd name="connsiteX1" fmla="*/ 595828 w 595959"/>
                  <a:gd name="connsiteY1" fmla="*/ 2221 h 141950"/>
                  <a:gd name="connsiteX2" fmla="*/ 595830 w 595959"/>
                  <a:gd name="connsiteY2" fmla="*/ 99768 h 141950"/>
                  <a:gd name="connsiteX3" fmla="*/ 131 w 595959"/>
                  <a:gd name="connsiteY3" fmla="*/ 141950 h 141950"/>
                  <a:gd name="connsiteX4" fmla="*/ 124 w 595959"/>
                  <a:gd name="connsiteY4" fmla="*/ 24713 h 141950"/>
                  <a:gd name="connsiteX0" fmla="*/ 124 w 595959"/>
                  <a:gd name="connsiteY0" fmla="*/ 24925 h 142162"/>
                  <a:gd name="connsiteX1" fmla="*/ 595828 w 595959"/>
                  <a:gd name="connsiteY1" fmla="*/ 2433 h 142162"/>
                  <a:gd name="connsiteX2" fmla="*/ 595830 w 595959"/>
                  <a:gd name="connsiteY2" fmla="*/ 99980 h 142162"/>
                  <a:gd name="connsiteX3" fmla="*/ 131 w 595959"/>
                  <a:gd name="connsiteY3" fmla="*/ 142162 h 142162"/>
                  <a:gd name="connsiteX4" fmla="*/ 124 w 595959"/>
                  <a:gd name="connsiteY4" fmla="*/ 24925 h 142162"/>
                  <a:gd name="connsiteX0" fmla="*/ 124 w 595959"/>
                  <a:gd name="connsiteY0" fmla="*/ 22492 h 139729"/>
                  <a:gd name="connsiteX1" fmla="*/ 595828 w 595959"/>
                  <a:gd name="connsiteY1" fmla="*/ 0 h 139729"/>
                  <a:gd name="connsiteX2" fmla="*/ 595830 w 595959"/>
                  <a:gd name="connsiteY2" fmla="*/ 97547 h 139729"/>
                  <a:gd name="connsiteX3" fmla="*/ 131 w 595959"/>
                  <a:gd name="connsiteY3" fmla="*/ 139729 h 139729"/>
                  <a:gd name="connsiteX4" fmla="*/ 124 w 595959"/>
                  <a:gd name="connsiteY4" fmla="*/ 22492 h 139729"/>
                  <a:gd name="connsiteX0" fmla="*/ 124 w 595959"/>
                  <a:gd name="connsiteY0" fmla="*/ 25585 h 142822"/>
                  <a:gd name="connsiteX1" fmla="*/ 595828 w 595959"/>
                  <a:gd name="connsiteY1" fmla="*/ 3093 h 142822"/>
                  <a:gd name="connsiteX2" fmla="*/ 595830 w 595959"/>
                  <a:gd name="connsiteY2" fmla="*/ 100640 h 142822"/>
                  <a:gd name="connsiteX3" fmla="*/ 131 w 595959"/>
                  <a:gd name="connsiteY3" fmla="*/ 142822 h 142822"/>
                  <a:gd name="connsiteX4" fmla="*/ 124 w 595959"/>
                  <a:gd name="connsiteY4" fmla="*/ 25585 h 142822"/>
                  <a:gd name="connsiteX0" fmla="*/ 124 w 595959"/>
                  <a:gd name="connsiteY0" fmla="*/ 25585 h 142822"/>
                  <a:gd name="connsiteX1" fmla="*/ 595828 w 595959"/>
                  <a:gd name="connsiteY1" fmla="*/ 3093 h 142822"/>
                  <a:gd name="connsiteX2" fmla="*/ 595830 w 595959"/>
                  <a:gd name="connsiteY2" fmla="*/ 100640 h 142822"/>
                  <a:gd name="connsiteX3" fmla="*/ 131 w 595959"/>
                  <a:gd name="connsiteY3" fmla="*/ 142822 h 142822"/>
                  <a:gd name="connsiteX4" fmla="*/ 124 w 595959"/>
                  <a:gd name="connsiteY4" fmla="*/ 25585 h 142822"/>
                  <a:gd name="connsiteX0" fmla="*/ 124 w 595959"/>
                  <a:gd name="connsiteY0" fmla="*/ 26512 h 143749"/>
                  <a:gd name="connsiteX1" fmla="*/ 595828 w 595959"/>
                  <a:gd name="connsiteY1" fmla="*/ 4020 h 143749"/>
                  <a:gd name="connsiteX2" fmla="*/ 595830 w 595959"/>
                  <a:gd name="connsiteY2" fmla="*/ 101567 h 143749"/>
                  <a:gd name="connsiteX3" fmla="*/ 131 w 595959"/>
                  <a:gd name="connsiteY3" fmla="*/ 143749 h 143749"/>
                  <a:gd name="connsiteX4" fmla="*/ 124 w 595959"/>
                  <a:gd name="connsiteY4" fmla="*/ 26512 h 143749"/>
                  <a:gd name="connsiteX0" fmla="*/ 124 w 595959"/>
                  <a:gd name="connsiteY0" fmla="*/ 26512 h 143749"/>
                  <a:gd name="connsiteX1" fmla="*/ 595828 w 595959"/>
                  <a:gd name="connsiteY1" fmla="*/ 4020 h 143749"/>
                  <a:gd name="connsiteX2" fmla="*/ 595830 w 595959"/>
                  <a:gd name="connsiteY2" fmla="*/ 101567 h 143749"/>
                  <a:gd name="connsiteX3" fmla="*/ 131 w 595959"/>
                  <a:gd name="connsiteY3" fmla="*/ 143749 h 143749"/>
                  <a:gd name="connsiteX4" fmla="*/ 124 w 595959"/>
                  <a:gd name="connsiteY4" fmla="*/ 26512 h 143749"/>
                  <a:gd name="connsiteX0" fmla="*/ 124 w 595959"/>
                  <a:gd name="connsiteY0" fmla="*/ 28496 h 145733"/>
                  <a:gd name="connsiteX1" fmla="*/ 595828 w 595959"/>
                  <a:gd name="connsiteY1" fmla="*/ 6004 h 145733"/>
                  <a:gd name="connsiteX2" fmla="*/ 595830 w 595959"/>
                  <a:gd name="connsiteY2" fmla="*/ 103551 h 145733"/>
                  <a:gd name="connsiteX3" fmla="*/ 131 w 595959"/>
                  <a:gd name="connsiteY3" fmla="*/ 145733 h 145733"/>
                  <a:gd name="connsiteX4" fmla="*/ 124 w 595959"/>
                  <a:gd name="connsiteY4" fmla="*/ 28496 h 14573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856"/>
                  <a:gd name="connsiteY0" fmla="*/ 41841 h 159078"/>
                  <a:gd name="connsiteX1" fmla="*/ 591261 w 595856"/>
                  <a:gd name="connsiteY1" fmla="*/ 0 h 159078"/>
                  <a:gd name="connsiteX2" fmla="*/ 595830 w 595856"/>
                  <a:gd name="connsiteY2" fmla="*/ 116896 h 159078"/>
                  <a:gd name="connsiteX3" fmla="*/ 131 w 595856"/>
                  <a:gd name="connsiteY3" fmla="*/ 159078 h 159078"/>
                  <a:gd name="connsiteX4" fmla="*/ 124 w 595856"/>
                  <a:gd name="connsiteY4" fmla="*/ 41841 h 159078"/>
                  <a:gd name="connsiteX0" fmla="*/ 124 w 595959"/>
                  <a:gd name="connsiteY0" fmla="*/ 41841 h 159078"/>
                  <a:gd name="connsiteX1" fmla="*/ 595828 w 595959"/>
                  <a:gd name="connsiteY1" fmla="*/ 0 h 159078"/>
                  <a:gd name="connsiteX2" fmla="*/ 595830 w 595959"/>
                  <a:gd name="connsiteY2" fmla="*/ 116896 h 159078"/>
                  <a:gd name="connsiteX3" fmla="*/ 131 w 595959"/>
                  <a:gd name="connsiteY3" fmla="*/ 159078 h 159078"/>
                  <a:gd name="connsiteX4" fmla="*/ 124 w 595959"/>
                  <a:gd name="connsiteY4" fmla="*/ 41841 h 159078"/>
                  <a:gd name="connsiteX0" fmla="*/ 124 w 597349"/>
                  <a:gd name="connsiteY0" fmla="*/ 42378 h 159615"/>
                  <a:gd name="connsiteX1" fmla="*/ 597349 w 597349"/>
                  <a:gd name="connsiteY1" fmla="*/ 0 h 159615"/>
                  <a:gd name="connsiteX2" fmla="*/ 595830 w 597349"/>
                  <a:gd name="connsiteY2" fmla="*/ 117433 h 159615"/>
                  <a:gd name="connsiteX3" fmla="*/ 131 w 597349"/>
                  <a:gd name="connsiteY3" fmla="*/ 159615 h 159615"/>
                  <a:gd name="connsiteX4" fmla="*/ 124 w 597349"/>
                  <a:gd name="connsiteY4" fmla="*/ 42378 h 159615"/>
                  <a:gd name="connsiteX0" fmla="*/ 124 w 600443"/>
                  <a:gd name="connsiteY0" fmla="*/ 42378 h 159615"/>
                  <a:gd name="connsiteX1" fmla="*/ 597349 w 600443"/>
                  <a:gd name="connsiteY1" fmla="*/ 0 h 159615"/>
                  <a:gd name="connsiteX2" fmla="*/ 600408 w 600443"/>
                  <a:gd name="connsiteY2" fmla="*/ 117433 h 159615"/>
                  <a:gd name="connsiteX3" fmla="*/ 131 w 600443"/>
                  <a:gd name="connsiteY3" fmla="*/ 159615 h 159615"/>
                  <a:gd name="connsiteX4" fmla="*/ 124 w 600443"/>
                  <a:gd name="connsiteY4" fmla="*/ 42378 h 159615"/>
                  <a:gd name="connsiteX0" fmla="*/ 124 w 600537"/>
                  <a:gd name="connsiteY0" fmla="*/ 42378 h 159615"/>
                  <a:gd name="connsiteX1" fmla="*/ 600401 w 600537"/>
                  <a:gd name="connsiteY1" fmla="*/ 0 h 159615"/>
                  <a:gd name="connsiteX2" fmla="*/ 600408 w 600537"/>
                  <a:gd name="connsiteY2" fmla="*/ 117433 h 159615"/>
                  <a:gd name="connsiteX3" fmla="*/ 131 w 600537"/>
                  <a:gd name="connsiteY3" fmla="*/ 159615 h 159615"/>
                  <a:gd name="connsiteX4" fmla="*/ 124 w 600537"/>
                  <a:gd name="connsiteY4" fmla="*/ 42378 h 1596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00537" h="159615">
                    <a:moveTo>
                      <a:pt x="124" y="42378"/>
                    </a:moveTo>
                    <a:cubicBezTo>
                      <a:pt x="296414" y="-50243"/>
                      <a:pt x="418111" y="75773"/>
                      <a:pt x="600401" y="0"/>
                    </a:cubicBezTo>
                    <a:cubicBezTo>
                      <a:pt x="599951" y="33260"/>
                      <a:pt x="600858" y="84173"/>
                      <a:pt x="600408" y="117433"/>
                    </a:cubicBezTo>
                    <a:cubicBezTo>
                      <a:pt x="395490" y="192726"/>
                      <a:pt x="285331" y="62551"/>
                      <a:pt x="131" y="159615"/>
                    </a:cubicBezTo>
                    <a:cubicBezTo>
                      <a:pt x="-323" y="114566"/>
                      <a:pt x="578" y="87427"/>
                      <a:pt x="124" y="42378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</a:schemeClr>
              </a:solidFill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38" name="矩形 1174">
                <a:extLst>
                  <a:ext uri="{FF2B5EF4-FFF2-40B4-BE49-F238E27FC236}">
                    <a16:creationId xmlns:a16="http://schemas.microsoft.com/office/drawing/2014/main" id="{74CB673C-C0D4-7EDF-FB01-710931A7A813}"/>
                  </a:ext>
                </a:extLst>
              </p:cNvPr>
              <p:cNvSpPr/>
              <p:nvPr/>
            </p:nvSpPr>
            <p:spPr>
              <a:xfrm rot="10800000">
                <a:off x="5041542" y="6890402"/>
                <a:ext cx="618706" cy="226680"/>
              </a:xfrm>
              <a:custGeom>
                <a:avLst/>
                <a:gdLst>
                  <a:gd name="connsiteX0" fmla="*/ 0 w 595706"/>
                  <a:gd name="connsiteY0" fmla="*/ 0 h 92965"/>
                  <a:gd name="connsiteX1" fmla="*/ 595706 w 595706"/>
                  <a:gd name="connsiteY1" fmla="*/ 0 h 92965"/>
                  <a:gd name="connsiteX2" fmla="*/ 595706 w 595706"/>
                  <a:gd name="connsiteY2" fmla="*/ 92965 h 92965"/>
                  <a:gd name="connsiteX3" fmla="*/ 0 w 595706"/>
                  <a:gd name="connsiteY3" fmla="*/ 92965 h 92965"/>
                  <a:gd name="connsiteX4" fmla="*/ 0 w 595706"/>
                  <a:gd name="connsiteY4" fmla="*/ 0 h 92965"/>
                  <a:gd name="connsiteX0" fmla="*/ 0 w 595706"/>
                  <a:gd name="connsiteY0" fmla="*/ 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0 h 135147"/>
                  <a:gd name="connsiteX0" fmla="*/ 0 w 595706"/>
                  <a:gd name="connsiteY0" fmla="*/ 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0 h 135147"/>
                  <a:gd name="connsiteX0" fmla="*/ 0 w 595706"/>
                  <a:gd name="connsiteY0" fmla="*/ 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0 h 135147"/>
                  <a:gd name="connsiteX0" fmla="*/ 0 w 595706"/>
                  <a:gd name="connsiteY0" fmla="*/ 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0 h 135147"/>
                  <a:gd name="connsiteX0" fmla="*/ 1422 w 594406"/>
                  <a:gd name="connsiteY0" fmla="*/ 21376 h 135147"/>
                  <a:gd name="connsiteX1" fmla="*/ 594406 w 594406"/>
                  <a:gd name="connsiteY1" fmla="*/ 0 h 135147"/>
                  <a:gd name="connsiteX2" fmla="*/ 594406 w 594406"/>
                  <a:gd name="connsiteY2" fmla="*/ 92965 h 135147"/>
                  <a:gd name="connsiteX3" fmla="*/ 61 w 594406"/>
                  <a:gd name="connsiteY3" fmla="*/ 135147 h 135147"/>
                  <a:gd name="connsiteX4" fmla="*/ 1422 w 594406"/>
                  <a:gd name="connsiteY4" fmla="*/ 21376 h 135147"/>
                  <a:gd name="connsiteX0" fmla="*/ 1422 w 594406"/>
                  <a:gd name="connsiteY0" fmla="*/ 15599 h 135147"/>
                  <a:gd name="connsiteX1" fmla="*/ 594406 w 594406"/>
                  <a:gd name="connsiteY1" fmla="*/ 0 h 135147"/>
                  <a:gd name="connsiteX2" fmla="*/ 594406 w 594406"/>
                  <a:gd name="connsiteY2" fmla="*/ 92965 h 135147"/>
                  <a:gd name="connsiteX3" fmla="*/ 61 w 594406"/>
                  <a:gd name="connsiteY3" fmla="*/ 135147 h 135147"/>
                  <a:gd name="connsiteX4" fmla="*/ 1422 w 594406"/>
                  <a:gd name="connsiteY4" fmla="*/ 15599 h 135147"/>
                  <a:gd name="connsiteX0" fmla="*/ 131 w 594476"/>
                  <a:gd name="connsiteY0" fmla="*/ 4622 h 135147"/>
                  <a:gd name="connsiteX1" fmla="*/ 594476 w 594476"/>
                  <a:gd name="connsiteY1" fmla="*/ 0 h 135147"/>
                  <a:gd name="connsiteX2" fmla="*/ 594476 w 594476"/>
                  <a:gd name="connsiteY2" fmla="*/ 92965 h 135147"/>
                  <a:gd name="connsiteX3" fmla="*/ 131 w 594476"/>
                  <a:gd name="connsiteY3" fmla="*/ 135147 h 135147"/>
                  <a:gd name="connsiteX4" fmla="*/ 131 w 594476"/>
                  <a:gd name="connsiteY4" fmla="*/ 4622 h 135147"/>
                  <a:gd name="connsiteX0" fmla="*/ 0 w 595706"/>
                  <a:gd name="connsiteY0" fmla="*/ 1791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17910 h 135147"/>
                  <a:gd name="connsiteX0" fmla="*/ 0 w 595706"/>
                  <a:gd name="connsiteY0" fmla="*/ 1791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17910 h 135147"/>
                  <a:gd name="connsiteX0" fmla="*/ 0 w 595706"/>
                  <a:gd name="connsiteY0" fmla="*/ 1791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17910 h 135147"/>
                  <a:gd name="connsiteX0" fmla="*/ 0 w 595706"/>
                  <a:gd name="connsiteY0" fmla="*/ 1791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17910 h 135147"/>
                  <a:gd name="connsiteX0" fmla="*/ 0 w 595706"/>
                  <a:gd name="connsiteY0" fmla="*/ 22423 h 139660"/>
                  <a:gd name="connsiteX1" fmla="*/ 595706 w 595706"/>
                  <a:gd name="connsiteY1" fmla="*/ 4513 h 139660"/>
                  <a:gd name="connsiteX2" fmla="*/ 595706 w 595706"/>
                  <a:gd name="connsiteY2" fmla="*/ 97478 h 139660"/>
                  <a:gd name="connsiteX3" fmla="*/ 1361 w 595706"/>
                  <a:gd name="connsiteY3" fmla="*/ 139660 h 139660"/>
                  <a:gd name="connsiteX4" fmla="*/ 0 w 595706"/>
                  <a:gd name="connsiteY4" fmla="*/ 22423 h 139660"/>
                  <a:gd name="connsiteX0" fmla="*/ 0 w 595706"/>
                  <a:gd name="connsiteY0" fmla="*/ 26413 h 143650"/>
                  <a:gd name="connsiteX1" fmla="*/ 595706 w 595706"/>
                  <a:gd name="connsiteY1" fmla="*/ 8503 h 143650"/>
                  <a:gd name="connsiteX2" fmla="*/ 595706 w 595706"/>
                  <a:gd name="connsiteY2" fmla="*/ 101468 h 143650"/>
                  <a:gd name="connsiteX3" fmla="*/ 1361 w 595706"/>
                  <a:gd name="connsiteY3" fmla="*/ 143650 h 143650"/>
                  <a:gd name="connsiteX4" fmla="*/ 0 w 595706"/>
                  <a:gd name="connsiteY4" fmla="*/ 26413 h 143650"/>
                  <a:gd name="connsiteX0" fmla="*/ 0 w 595706"/>
                  <a:gd name="connsiteY0" fmla="*/ 21286 h 138523"/>
                  <a:gd name="connsiteX1" fmla="*/ 595706 w 595706"/>
                  <a:gd name="connsiteY1" fmla="*/ 3376 h 138523"/>
                  <a:gd name="connsiteX2" fmla="*/ 595706 w 595706"/>
                  <a:gd name="connsiteY2" fmla="*/ 96341 h 138523"/>
                  <a:gd name="connsiteX3" fmla="*/ 1361 w 595706"/>
                  <a:gd name="connsiteY3" fmla="*/ 138523 h 138523"/>
                  <a:gd name="connsiteX4" fmla="*/ 0 w 595706"/>
                  <a:gd name="connsiteY4" fmla="*/ 21286 h 138523"/>
                  <a:gd name="connsiteX0" fmla="*/ 0 w 595706"/>
                  <a:gd name="connsiteY0" fmla="*/ 22534 h 139771"/>
                  <a:gd name="connsiteX1" fmla="*/ 595706 w 595706"/>
                  <a:gd name="connsiteY1" fmla="*/ 4624 h 139771"/>
                  <a:gd name="connsiteX2" fmla="*/ 595706 w 595706"/>
                  <a:gd name="connsiteY2" fmla="*/ 97589 h 139771"/>
                  <a:gd name="connsiteX3" fmla="*/ 1361 w 595706"/>
                  <a:gd name="connsiteY3" fmla="*/ 139771 h 139771"/>
                  <a:gd name="connsiteX4" fmla="*/ 0 w 595706"/>
                  <a:gd name="connsiteY4" fmla="*/ 22534 h 139771"/>
                  <a:gd name="connsiteX0" fmla="*/ 0 w 595706"/>
                  <a:gd name="connsiteY0" fmla="*/ 23494 h 140731"/>
                  <a:gd name="connsiteX1" fmla="*/ 595706 w 595706"/>
                  <a:gd name="connsiteY1" fmla="*/ 2118 h 140731"/>
                  <a:gd name="connsiteX2" fmla="*/ 595706 w 595706"/>
                  <a:gd name="connsiteY2" fmla="*/ 98549 h 140731"/>
                  <a:gd name="connsiteX3" fmla="*/ 1361 w 595706"/>
                  <a:gd name="connsiteY3" fmla="*/ 140731 h 140731"/>
                  <a:gd name="connsiteX4" fmla="*/ 0 w 595706"/>
                  <a:gd name="connsiteY4" fmla="*/ 23494 h 140731"/>
                  <a:gd name="connsiteX0" fmla="*/ 0 w 595706"/>
                  <a:gd name="connsiteY0" fmla="*/ 23494 h 140731"/>
                  <a:gd name="connsiteX1" fmla="*/ 595706 w 595706"/>
                  <a:gd name="connsiteY1" fmla="*/ 2118 h 140731"/>
                  <a:gd name="connsiteX2" fmla="*/ 595706 w 595706"/>
                  <a:gd name="connsiteY2" fmla="*/ 98549 h 140731"/>
                  <a:gd name="connsiteX3" fmla="*/ 1361 w 595706"/>
                  <a:gd name="connsiteY3" fmla="*/ 140731 h 140731"/>
                  <a:gd name="connsiteX4" fmla="*/ 0 w 595706"/>
                  <a:gd name="connsiteY4" fmla="*/ 23494 h 140731"/>
                  <a:gd name="connsiteX0" fmla="*/ 0 w 595706"/>
                  <a:gd name="connsiteY0" fmla="*/ 25030 h 142267"/>
                  <a:gd name="connsiteX1" fmla="*/ 595706 w 595706"/>
                  <a:gd name="connsiteY1" fmla="*/ 3654 h 142267"/>
                  <a:gd name="connsiteX2" fmla="*/ 595706 w 595706"/>
                  <a:gd name="connsiteY2" fmla="*/ 100085 h 142267"/>
                  <a:gd name="connsiteX3" fmla="*/ 1361 w 595706"/>
                  <a:gd name="connsiteY3" fmla="*/ 142267 h 142267"/>
                  <a:gd name="connsiteX4" fmla="*/ 0 w 595706"/>
                  <a:gd name="connsiteY4" fmla="*/ 25030 h 142267"/>
                  <a:gd name="connsiteX0" fmla="*/ 0 w 595706"/>
                  <a:gd name="connsiteY0" fmla="*/ 22091 h 139328"/>
                  <a:gd name="connsiteX1" fmla="*/ 595706 w 595706"/>
                  <a:gd name="connsiteY1" fmla="*/ 715 h 139328"/>
                  <a:gd name="connsiteX2" fmla="*/ 595706 w 595706"/>
                  <a:gd name="connsiteY2" fmla="*/ 97146 h 139328"/>
                  <a:gd name="connsiteX3" fmla="*/ 1361 w 595706"/>
                  <a:gd name="connsiteY3" fmla="*/ 139328 h 139328"/>
                  <a:gd name="connsiteX4" fmla="*/ 0 w 595706"/>
                  <a:gd name="connsiteY4" fmla="*/ 22091 h 139328"/>
                  <a:gd name="connsiteX0" fmla="*/ 0 w 595706"/>
                  <a:gd name="connsiteY0" fmla="*/ 23573 h 140810"/>
                  <a:gd name="connsiteX1" fmla="*/ 595706 w 595706"/>
                  <a:gd name="connsiteY1" fmla="*/ 2197 h 140810"/>
                  <a:gd name="connsiteX2" fmla="*/ 595706 w 595706"/>
                  <a:gd name="connsiteY2" fmla="*/ 98628 h 140810"/>
                  <a:gd name="connsiteX3" fmla="*/ 1361 w 595706"/>
                  <a:gd name="connsiteY3" fmla="*/ 140810 h 140810"/>
                  <a:gd name="connsiteX4" fmla="*/ 0 w 595706"/>
                  <a:gd name="connsiteY4" fmla="*/ 23573 h 140810"/>
                  <a:gd name="connsiteX0" fmla="*/ 0 w 595706"/>
                  <a:gd name="connsiteY0" fmla="*/ 21908 h 139145"/>
                  <a:gd name="connsiteX1" fmla="*/ 595706 w 595706"/>
                  <a:gd name="connsiteY1" fmla="*/ 532 h 139145"/>
                  <a:gd name="connsiteX2" fmla="*/ 595706 w 595706"/>
                  <a:gd name="connsiteY2" fmla="*/ 96963 h 139145"/>
                  <a:gd name="connsiteX3" fmla="*/ 1361 w 595706"/>
                  <a:gd name="connsiteY3" fmla="*/ 139145 h 139145"/>
                  <a:gd name="connsiteX4" fmla="*/ 0 w 595706"/>
                  <a:gd name="connsiteY4" fmla="*/ 21908 h 139145"/>
                  <a:gd name="connsiteX0" fmla="*/ 0 w 595706"/>
                  <a:gd name="connsiteY0" fmla="*/ 23863 h 141100"/>
                  <a:gd name="connsiteX1" fmla="*/ 595706 w 595706"/>
                  <a:gd name="connsiteY1" fmla="*/ 2487 h 141100"/>
                  <a:gd name="connsiteX2" fmla="*/ 595706 w 595706"/>
                  <a:gd name="connsiteY2" fmla="*/ 98918 h 141100"/>
                  <a:gd name="connsiteX3" fmla="*/ 1361 w 595706"/>
                  <a:gd name="connsiteY3" fmla="*/ 141100 h 141100"/>
                  <a:gd name="connsiteX4" fmla="*/ 0 w 595706"/>
                  <a:gd name="connsiteY4" fmla="*/ 23863 h 141100"/>
                  <a:gd name="connsiteX0" fmla="*/ 0 w 595706"/>
                  <a:gd name="connsiteY0" fmla="*/ 24472 h 141709"/>
                  <a:gd name="connsiteX1" fmla="*/ 595706 w 595706"/>
                  <a:gd name="connsiteY1" fmla="*/ 3096 h 141709"/>
                  <a:gd name="connsiteX2" fmla="*/ 595706 w 595706"/>
                  <a:gd name="connsiteY2" fmla="*/ 99527 h 141709"/>
                  <a:gd name="connsiteX3" fmla="*/ 1361 w 595706"/>
                  <a:gd name="connsiteY3" fmla="*/ 141709 h 141709"/>
                  <a:gd name="connsiteX4" fmla="*/ 0 w 595706"/>
                  <a:gd name="connsiteY4" fmla="*/ 24472 h 141709"/>
                  <a:gd name="connsiteX0" fmla="*/ 0 w 595706"/>
                  <a:gd name="connsiteY0" fmla="*/ 24267 h 141504"/>
                  <a:gd name="connsiteX1" fmla="*/ 595706 w 595706"/>
                  <a:gd name="connsiteY1" fmla="*/ 2891 h 141504"/>
                  <a:gd name="connsiteX2" fmla="*/ 595706 w 595706"/>
                  <a:gd name="connsiteY2" fmla="*/ 99322 h 141504"/>
                  <a:gd name="connsiteX3" fmla="*/ 1361 w 595706"/>
                  <a:gd name="connsiteY3" fmla="*/ 141504 h 141504"/>
                  <a:gd name="connsiteX4" fmla="*/ 0 w 595706"/>
                  <a:gd name="connsiteY4" fmla="*/ 24267 h 141504"/>
                  <a:gd name="connsiteX0" fmla="*/ 0 w 595706"/>
                  <a:gd name="connsiteY0" fmla="*/ 24472 h 141709"/>
                  <a:gd name="connsiteX1" fmla="*/ 595706 w 595706"/>
                  <a:gd name="connsiteY1" fmla="*/ 3096 h 141709"/>
                  <a:gd name="connsiteX2" fmla="*/ 595706 w 595706"/>
                  <a:gd name="connsiteY2" fmla="*/ 99527 h 141709"/>
                  <a:gd name="connsiteX3" fmla="*/ 1361 w 595706"/>
                  <a:gd name="connsiteY3" fmla="*/ 141709 h 141709"/>
                  <a:gd name="connsiteX4" fmla="*/ 0 w 595706"/>
                  <a:gd name="connsiteY4" fmla="*/ 24472 h 141709"/>
                  <a:gd name="connsiteX0" fmla="*/ 0 w 595706"/>
                  <a:gd name="connsiteY0" fmla="*/ 24472 h 141709"/>
                  <a:gd name="connsiteX1" fmla="*/ 594353 w 595706"/>
                  <a:gd name="connsiteY1" fmla="*/ 3096 h 141709"/>
                  <a:gd name="connsiteX2" fmla="*/ 595706 w 595706"/>
                  <a:gd name="connsiteY2" fmla="*/ 99527 h 141709"/>
                  <a:gd name="connsiteX3" fmla="*/ 1361 w 595706"/>
                  <a:gd name="connsiteY3" fmla="*/ 141709 h 141709"/>
                  <a:gd name="connsiteX4" fmla="*/ 0 w 595706"/>
                  <a:gd name="connsiteY4" fmla="*/ 24472 h 141709"/>
                  <a:gd name="connsiteX0" fmla="*/ 124 w 595830"/>
                  <a:gd name="connsiteY0" fmla="*/ 24472 h 141709"/>
                  <a:gd name="connsiteX1" fmla="*/ 594477 w 595830"/>
                  <a:gd name="connsiteY1" fmla="*/ 3096 h 141709"/>
                  <a:gd name="connsiteX2" fmla="*/ 595830 w 595830"/>
                  <a:gd name="connsiteY2" fmla="*/ 99527 h 141709"/>
                  <a:gd name="connsiteX3" fmla="*/ 131 w 595830"/>
                  <a:gd name="connsiteY3" fmla="*/ 141709 h 141709"/>
                  <a:gd name="connsiteX4" fmla="*/ 124 w 595830"/>
                  <a:gd name="connsiteY4" fmla="*/ 24472 h 141709"/>
                  <a:gd name="connsiteX0" fmla="*/ 124 w 597179"/>
                  <a:gd name="connsiteY0" fmla="*/ 25207 h 142444"/>
                  <a:gd name="connsiteX1" fmla="*/ 597179 w 597179"/>
                  <a:gd name="connsiteY1" fmla="*/ 481 h 142444"/>
                  <a:gd name="connsiteX2" fmla="*/ 595830 w 597179"/>
                  <a:gd name="connsiteY2" fmla="*/ 100262 h 142444"/>
                  <a:gd name="connsiteX3" fmla="*/ 131 w 597179"/>
                  <a:gd name="connsiteY3" fmla="*/ 142444 h 142444"/>
                  <a:gd name="connsiteX4" fmla="*/ 124 w 597179"/>
                  <a:gd name="connsiteY4" fmla="*/ 25207 h 142444"/>
                  <a:gd name="connsiteX0" fmla="*/ 124 w 595889"/>
                  <a:gd name="connsiteY0" fmla="*/ 25842 h 143079"/>
                  <a:gd name="connsiteX1" fmla="*/ 594477 w 595889"/>
                  <a:gd name="connsiteY1" fmla="*/ 0 h 143079"/>
                  <a:gd name="connsiteX2" fmla="*/ 595830 w 595889"/>
                  <a:gd name="connsiteY2" fmla="*/ 100897 h 143079"/>
                  <a:gd name="connsiteX3" fmla="*/ 131 w 595889"/>
                  <a:gd name="connsiteY3" fmla="*/ 143079 h 143079"/>
                  <a:gd name="connsiteX4" fmla="*/ 124 w 595889"/>
                  <a:gd name="connsiteY4" fmla="*/ 25842 h 143079"/>
                  <a:gd name="connsiteX0" fmla="*/ 124 w 595889"/>
                  <a:gd name="connsiteY0" fmla="*/ 24713 h 141950"/>
                  <a:gd name="connsiteX1" fmla="*/ 594477 w 595889"/>
                  <a:gd name="connsiteY1" fmla="*/ 2221 h 141950"/>
                  <a:gd name="connsiteX2" fmla="*/ 595830 w 595889"/>
                  <a:gd name="connsiteY2" fmla="*/ 99768 h 141950"/>
                  <a:gd name="connsiteX3" fmla="*/ 131 w 595889"/>
                  <a:gd name="connsiteY3" fmla="*/ 141950 h 141950"/>
                  <a:gd name="connsiteX4" fmla="*/ 124 w 595889"/>
                  <a:gd name="connsiteY4" fmla="*/ 24713 h 141950"/>
                  <a:gd name="connsiteX0" fmla="*/ 124 w 595959"/>
                  <a:gd name="connsiteY0" fmla="*/ 24713 h 141950"/>
                  <a:gd name="connsiteX1" fmla="*/ 595828 w 595959"/>
                  <a:gd name="connsiteY1" fmla="*/ 2221 h 141950"/>
                  <a:gd name="connsiteX2" fmla="*/ 595830 w 595959"/>
                  <a:gd name="connsiteY2" fmla="*/ 99768 h 141950"/>
                  <a:gd name="connsiteX3" fmla="*/ 131 w 595959"/>
                  <a:gd name="connsiteY3" fmla="*/ 141950 h 141950"/>
                  <a:gd name="connsiteX4" fmla="*/ 124 w 595959"/>
                  <a:gd name="connsiteY4" fmla="*/ 24713 h 141950"/>
                  <a:gd name="connsiteX0" fmla="*/ 124 w 595959"/>
                  <a:gd name="connsiteY0" fmla="*/ 24925 h 142162"/>
                  <a:gd name="connsiteX1" fmla="*/ 595828 w 595959"/>
                  <a:gd name="connsiteY1" fmla="*/ 2433 h 142162"/>
                  <a:gd name="connsiteX2" fmla="*/ 595830 w 595959"/>
                  <a:gd name="connsiteY2" fmla="*/ 99980 h 142162"/>
                  <a:gd name="connsiteX3" fmla="*/ 131 w 595959"/>
                  <a:gd name="connsiteY3" fmla="*/ 142162 h 142162"/>
                  <a:gd name="connsiteX4" fmla="*/ 124 w 595959"/>
                  <a:gd name="connsiteY4" fmla="*/ 24925 h 142162"/>
                  <a:gd name="connsiteX0" fmla="*/ 124 w 595959"/>
                  <a:gd name="connsiteY0" fmla="*/ 22492 h 139729"/>
                  <a:gd name="connsiteX1" fmla="*/ 595828 w 595959"/>
                  <a:gd name="connsiteY1" fmla="*/ 0 h 139729"/>
                  <a:gd name="connsiteX2" fmla="*/ 595830 w 595959"/>
                  <a:gd name="connsiteY2" fmla="*/ 97547 h 139729"/>
                  <a:gd name="connsiteX3" fmla="*/ 131 w 595959"/>
                  <a:gd name="connsiteY3" fmla="*/ 139729 h 139729"/>
                  <a:gd name="connsiteX4" fmla="*/ 124 w 595959"/>
                  <a:gd name="connsiteY4" fmla="*/ 22492 h 139729"/>
                  <a:gd name="connsiteX0" fmla="*/ 124 w 595959"/>
                  <a:gd name="connsiteY0" fmla="*/ 25585 h 142822"/>
                  <a:gd name="connsiteX1" fmla="*/ 595828 w 595959"/>
                  <a:gd name="connsiteY1" fmla="*/ 3093 h 142822"/>
                  <a:gd name="connsiteX2" fmla="*/ 595830 w 595959"/>
                  <a:gd name="connsiteY2" fmla="*/ 100640 h 142822"/>
                  <a:gd name="connsiteX3" fmla="*/ 131 w 595959"/>
                  <a:gd name="connsiteY3" fmla="*/ 142822 h 142822"/>
                  <a:gd name="connsiteX4" fmla="*/ 124 w 595959"/>
                  <a:gd name="connsiteY4" fmla="*/ 25585 h 142822"/>
                  <a:gd name="connsiteX0" fmla="*/ 124 w 595959"/>
                  <a:gd name="connsiteY0" fmla="*/ 25585 h 142822"/>
                  <a:gd name="connsiteX1" fmla="*/ 595828 w 595959"/>
                  <a:gd name="connsiteY1" fmla="*/ 3093 h 142822"/>
                  <a:gd name="connsiteX2" fmla="*/ 595830 w 595959"/>
                  <a:gd name="connsiteY2" fmla="*/ 100640 h 142822"/>
                  <a:gd name="connsiteX3" fmla="*/ 131 w 595959"/>
                  <a:gd name="connsiteY3" fmla="*/ 142822 h 142822"/>
                  <a:gd name="connsiteX4" fmla="*/ 124 w 595959"/>
                  <a:gd name="connsiteY4" fmla="*/ 25585 h 142822"/>
                  <a:gd name="connsiteX0" fmla="*/ 124 w 595959"/>
                  <a:gd name="connsiteY0" fmla="*/ 26512 h 143749"/>
                  <a:gd name="connsiteX1" fmla="*/ 595828 w 595959"/>
                  <a:gd name="connsiteY1" fmla="*/ 4020 h 143749"/>
                  <a:gd name="connsiteX2" fmla="*/ 595830 w 595959"/>
                  <a:gd name="connsiteY2" fmla="*/ 101567 h 143749"/>
                  <a:gd name="connsiteX3" fmla="*/ 131 w 595959"/>
                  <a:gd name="connsiteY3" fmla="*/ 143749 h 143749"/>
                  <a:gd name="connsiteX4" fmla="*/ 124 w 595959"/>
                  <a:gd name="connsiteY4" fmla="*/ 26512 h 143749"/>
                  <a:gd name="connsiteX0" fmla="*/ 124 w 595959"/>
                  <a:gd name="connsiteY0" fmla="*/ 26512 h 143749"/>
                  <a:gd name="connsiteX1" fmla="*/ 595828 w 595959"/>
                  <a:gd name="connsiteY1" fmla="*/ 4020 h 143749"/>
                  <a:gd name="connsiteX2" fmla="*/ 595830 w 595959"/>
                  <a:gd name="connsiteY2" fmla="*/ 101567 h 143749"/>
                  <a:gd name="connsiteX3" fmla="*/ 131 w 595959"/>
                  <a:gd name="connsiteY3" fmla="*/ 143749 h 143749"/>
                  <a:gd name="connsiteX4" fmla="*/ 124 w 595959"/>
                  <a:gd name="connsiteY4" fmla="*/ 26512 h 143749"/>
                  <a:gd name="connsiteX0" fmla="*/ 124 w 595959"/>
                  <a:gd name="connsiteY0" fmla="*/ 28496 h 145733"/>
                  <a:gd name="connsiteX1" fmla="*/ 595828 w 595959"/>
                  <a:gd name="connsiteY1" fmla="*/ 6004 h 145733"/>
                  <a:gd name="connsiteX2" fmla="*/ 595830 w 595959"/>
                  <a:gd name="connsiteY2" fmla="*/ 103551 h 145733"/>
                  <a:gd name="connsiteX3" fmla="*/ 131 w 595959"/>
                  <a:gd name="connsiteY3" fmla="*/ 145733 h 145733"/>
                  <a:gd name="connsiteX4" fmla="*/ 124 w 595959"/>
                  <a:gd name="connsiteY4" fmla="*/ 28496 h 14573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856"/>
                  <a:gd name="connsiteY0" fmla="*/ 41841 h 159078"/>
                  <a:gd name="connsiteX1" fmla="*/ 591261 w 595856"/>
                  <a:gd name="connsiteY1" fmla="*/ 0 h 159078"/>
                  <a:gd name="connsiteX2" fmla="*/ 595830 w 595856"/>
                  <a:gd name="connsiteY2" fmla="*/ 116896 h 159078"/>
                  <a:gd name="connsiteX3" fmla="*/ 131 w 595856"/>
                  <a:gd name="connsiteY3" fmla="*/ 159078 h 159078"/>
                  <a:gd name="connsiteX4" fmla="*/ 124 w 595856"/>
                  <a:gd name="connsiteY4" fmla="*/ 41841 h 159078"/>
                  <a:gd name="connsiteX0" fmla="*/ 124 w 595959"/>
                  <a:gd name="connsiteY0" fmla="*/ 41841 h 159078"/>
                  <a:gd name="connsiteX1" fmla="*/ 595828 w 595959"/>
                  <a:gd name="connsiteY1" fmla="*/ 0 h 159078"/>
                  <a:gd name="connsiteX2" fmla="*/ 595830 w 595959"/>
                  <a:gd name="connsiteY2" fmla="*/ 116896 h 159078"/>
                  <a:gd name="connsiteX3" fmla="*/ 131 w 595959"/>
                  <a:gd name="connsiteY3" fmla="*/ 159078 h 159078"/>
                  <a:gd name="connsiteX4" fmla="*/ 124 w 595959"/>
                  <a:gd name="connsiteY4" fmla="*/ 41841 h 159078"/>
                  <a:gd name="connsiteX0" fmla="*/ 124 w 597349"/>
                  <a:gd name="connsiteY0" fmla="*/ 42378 h 159615"/>
                  <a:gd name="connsiteX1" fmla="*/ 597349 w 597349"/>
                  <a:gd name="connsiteY1" fmla="*/ 0 h 159615"/>
                  <a:gd name="connsiteX2" fmla="*/ 595830 w 597349"/>
                  <a:gd name="connsiteY2" fmla="*/ 117433 h 159615"/>
                  <a:gd name="connsiteX3" fmla="*/ 131 w 597349"/>
                  <a:gd name="connsiteY3" fmla="*/ 159615 h 159615"/>
                  <a:gd name="connsiteX4" fmla="*/ 124 w 597349"/>
                  <a:gd name="connsiteY4" fmla="*/ 42378 h 159615"/>
                  <a:gd name="connsiteX0" fmla="*/ 124 w 600443"/>
                  <a:gd name="connsiteY0" fmla="*/ 42378 h 159615"/>
                  <a:gd name="connsiteX1" fmla="*/ 597349 w 600443"/>
                  <a:gd name="connsiteY1" fmla="*/ 0 h 159615"/>
                  <a:gd name="connsiteX2" fmla="*/ 600408 w 600443"/>
                  <a:gd name="connsiteY2" fmla="*/ 117433 h 159615"/>
                  <a:gd name="connsiteX3" fmla="*/ 131 w 600443"/>
                  <a:gd name="connsiteY3" fmla="*/ 159615 h 159615"/>
                  <a:gd name="connsiteX4" fmla="*/ 124 w 600443"/>
                  <a:gd name="connsiteY4" fmla="*/ 42378 h 159615"/>
                  <a:gd name="connsiteX0" fmla="*/ 124 w 600537"/>
                  <a:gd name="connsiteY0" fmla="*/ 42378 h 159615"/>
                  <a:gd name="connsiteX1" fmla="*/ 600401 w 600537"/>
                  <a:gd name="connsiteY1" fmla="*/ 0 h 159615"/>
                  <a:gd name="connsiteX2" fmla="*/ 600408 w 600537"/>
                  <a:gd name="connsiteY2" fmla="*/ 117433 h 159615"/>
                  <a:gd name="connsiteX3" fmla="*/ 131 w 600537"/>
                  <a:gd name="connsiteY3" fmla="*/ 159615 h 159615"/>
                  <a:gd name="connsiteX4" fmla="*/ 124 w 600537"/>
                  <a:gd name="connsiteY4" fmla="*/ 42378 h 1596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00537" h="159615">
                    <a:moveTo>
                      <a:pt x="124" y="42378"/>
                    </a:moveTo>
                    <a:cubicBezTo>
                      <a:pt x="296414" y="-50243"/>
                      <a:pt x="418111" y="75773"/>
                      <a:pt x="600401" y="0"/>
                    </a:cubicBezTo>
                    <a:cubicBezTo>
                      <a:pt x="599951" y="33260"/>
                      <a:pt x="600858" y="84173"/>
                      <a:pt x="600408" y="117433"/>
                    </a:cubicBezTo>
                    <a:cubicBezTo>
                      <a:pt x="395490" y="192726"/>
                      <a:pt x="285331" y="62551"/>
                      <a:pt x="131" y="159615"/>
                    </a:cubicBezTo>
                    <a:cubicBezTo>
                      <a:pt x="-323" y="114566"/>
                      <a:pt x="578" y="87427"/>
                      <a:pt x="124" y="42378"/>
                    </a:cubicBezTo>
                    <a:close/>
                  </a:path>
                </a:pathLst>
              </a:custGeom>
              <a:solidFill>
                <a:schemeClr val="accent2">
                  <a:lumMod val="40000"/>
                  <a:lumOff val="60000"/>
                </a:schemeClr>
              </a:solidFill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39" name="矩形 1174">
                <a:extLst>
                  <a:ext uri="{FF2B5EF4-FFF2-40B4-BE49-F238E27FC236}">
                    <a16:creationId xmlns:a16="http://schemas.microsoft.com/office/drawing/2014/main" id="{B217019E-479F-C93F-8C59-B443936DF58A}"/>
                  </a:ext>
                </a:extLst>
              </p:cNvPr>
              <p:cNvSpPr/>
              <p:nvPr/>
            </p:nvSpPr>
            <p:spPr>
              <a:xfrm rot="10800000">
                <a:off x="5041541" y="7045652"/>
                <a:ext cx="618707" cy="139508"/>
              </a:xfrm>
              <a:custGeom>
                <a:avLst/>
                <a:gdLst>
                  <a:gd name="connsiteX0" fmla="*/ 0 w 595706"/>
                  <a:gd name="connsiteY0" fmla="*/ 0 h 92965"/>
                  <a:gd name="connsiteX1" fmla="*/ 595706 w 595706"/>
                  <a:gd name="connsiteY1" fmla="*/ 0 h 92965"/>
                  <a:gd name="connsiteX2" fmla="*/ 595706 w 595706"/>
                  <a:gd name="connsiteY2" fmla="*/ 92965 h 92965"/>
                  <a:gd name="connsiteX3" fmla="*/ 0 w 595706"/>
                  <a:gd name="connsiteY3" fmla="*/ 92965 h 92965"/>
                  <a:gd name="connsiteX4" fmla="*/ 0 w 595706"/>
                  <a:gd name="connsiteY4" fmla="*/ 0 h 92965"/>
                  <a:gd name="connsiteX0" fmla="*/ 0 w 595706"/>
                  <a:gd name="connsiteY0" fmla="*/ 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0 h 135147"/>
                  <a:gd name="connsiteX0" fmla="*/ 0 w 595706"/>
                  <a:gd name="connsiteY0" fmla="*/ 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0 h 135147"/>
                  <a:gd name="connsiteX0" fmla="*/ 0 w 595706"/>
                  <a:gd name="connsiteY0" fmla="*/ 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0 h 135147"/>
                  <a:gd name="connsiteX0" fmla="*/ 0 w 595706"/>
                  <a:gd name="connsiteY0" fmla="*/ 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0 h 135147"/>
                  <a:gd name="connsiteX0" fmla="*/ 131 w 595837"/>
                  <a:gd name="connsiteY0" fmla="*/ 0 h 148754"/>
                  <a:gd name="connsiteX1" fmla="*/ 595837 w 595837"/>
                  <a:gd name="connsiteY1" fmla="*/ 0 h 148754"/>
                  <a:gd name="connsiteX2" fmla="*/ 595837 w 595837"/>
                  <a:gd name="connsiteY2" fmla="*/ 92965 h 148754"/>
                  <a:gd name="connsiteX3" fmla="*/ 131 w 595837"/>
                  <a:gd name="connsiteY3" fmla="*/ 148754 h 148754"/>
                  <a:gd name="connsiteX4" fmla="*/ 131 w 595837"/>
                  <a:gd name="connsiteY4" fmla="*/ 0 h 148754"/>
                  <a:gd name="connsiteX0" fmla="*/ 131 w 595837"/>
                  <a:gd name="connsiteY0" fmla="*/ 0 h 140590"/>
                  <a:gd name="connsiteX1" fmla="*/ 595837 w 595837"/>
                  <a:gd name="connsiteY1" fmla="*/ 0 h 140590"/>
                  <a:gd name="connsiteX2" fmla="*/ 595837 w 595837"/>
                  <a:gd name="connsiteY2" fmla="*/ 92965 h 140590"/>
                  <a:gd name="connsiteX3" fmla="*/ 131 w 595837"/>
                  <a:gd name="connsiteY3" fmla="*/ 140590 h 140590"/>
                  <a:gd name="connsiteX4" fmla="*/ 131 w 595837"/>
                  <a:gd name="connsiteY4" fmla="*/ 0 h 140590"/>
                  <a:gd name="connsiteX0" fmla="*/ 131 w 595837"/>
                  <a:gd name="connsiteY0" fmla="*/ 0 h 140590"/>
                  <a:gd name="connsiteX1" fmla="*/ 595837 w 595837"/>
                  <a:gd name="connsiteY1" fmla="*/ 0 h 140590"/>
                  <a:gd name="connsiteX2" fmla="*/ 595837 w 595837"/>
                  <a:gd name="connsiteY2" fmla="*/ 92965 h 140590"/>
                  <a:gd name="connsiteX3" fmla="*/ 131 w 595837"/>
                  <a:gd name="connsiteY3" fmla="*/ 140590 h 140590"/>
                  <a:gd name="connsiteX4" fmla="*/ 131 w 595837"/>
                  <a:gd name="connsiteY4" fmla="*/ 0 h 140590"/>
                  <a:gd name="connsiteX0" fmla="*/ 131 w 595837"/>
                  <a:gd name="connsiteY0" fmla="*/ 0 h 140590"/>
                  <a:gd name="connsiteX1" fmla="*/ 595837 w 595837"/>
                  <a:gd name="connsiteY1" fmla="*/ 0 h 140590"/>
                  <a:gd name="connsiteX2" fmla="*/ 595837 w 595837"/>
                  <a:gd name="connsiteY2" fmla="*/ 92965 h 140590"/>
                  <a:gd name="connsiteX3" fmla="*/ 131 w 595837"/>
                  <a:gd name="connsiteY3" fmla="*/ 140590 h 140590"/>
                  <a:gd name="connsiteX4" fmla="*/ 131 w 595837"/>
                  <a:gd name="connsiteY4" fmla="*/ 0 h 140590"/>
                  <a:gd name="connsiteX0" fmla="*/ 131 w 595837"/>
                  <a:gd name="connsiteY0" fmla="*/ 0 h 140590"/>
                  <a:gd name="connsiteX1" fmla="*/ 595837 w 595837"/>
                  <a:gd name="connsiteY1" fmla="*/ 0 h 140590"/>
                  <a:gd name="connsiteX2" fmla="*/ 595837 w 595837"/>
                  <a:gd name="connsiteY2" fmla="*/ 92965 h 140590"/>
                  <a:gd name="connsiteX3" fmla="*/ 131 w 595837"/>
                  <a:gd name="connsiteY3" fmla="*/ 140590 h 140590"/>
                  <a:gd name="connsiteX4" fmla="*/ 131 w 595837"/>
                  <a:gd name="connsiteY4" fmla="*/ 0 h 140590"/>
                  <a:gd name="connsiteX0" fmla="*/ 131 w 595837"/>
                  <a:gd name="connsiteY0" fmla="*/ 0 h 140590"/>
                  <a:gd name="connsiteX1" fmla="*/ 595837 w 595837"/>
                  <a:gd name="connsiteY1" fmla="*/ 0 h 140590"/>
                  <a:gd name="connsiteX2" fmla="*/ 595837 w 595837"/>
                  <a:gd name="connsiteY2" fmla="*/ 92965 h 140590"/>
                  <a:gd name="connsiteX3" fmla="*/ 131 w 595837"/>
                  <a:gd name="connsiteY3" fmla="*/ 140590 h 140590"/>
                  <a:gd name="connsiteX4" fmla="*/ 131 w 595837"/>
                  <a:gd name="connsiteY4" fmla="*/ 0 h 140590"/>
                  <a:gd name="connsiteX0" fmla="*/ 131 w 595837"/>
                  <a:gd name="connsiteY0" fmla="*/ 0 h 156571"/>
                  <a:gd name="connsiteX1" fmla="*/ 595837 w 595837"/>
                  <a:gd name="connsiteY1" fmla="*/ 0 h 156571"/>
                  <a:gd name="connsiteX2" fmla="*/ 594316 w 595837"/>
                  <a:gd name="connsiteY2" fmla="*/ 141984 h 156571"/>
                  <a:gd name="connsiteX3" fmla="*/ 131 w 595837"/>
                  <a:gd name="connsiteY3" fmla="*/ 140590 h 156571"/>
                  <a:gd name="connsiteX4" fmla="*/ 131 w 595837"/>
                  <a:gd name="connsiteY4" fmla="*/ 0 h 156571"/>
                  <a:gd name="connsiteX0" fmla="*/ 1577 w 597283"/>
                  <a:gd name="connsiteY0" fmla="*/ 0 h 271309"/>
                  <a:gd name="connsiteX1" fmla="*/ 597283 w 597283"/>
                  <a:gd name="connsiteY1" fmla="*/ 0 h 271309"/>
                  <a:gd name="connsiteX2" fmla="*/ 595762 w 597283"/>
                  <a:gd name="connsiteY2" fmla="*/ 141984 h 271309"/>
                  <a:gd name="connsiteX3" fmla="*/ 56 w 597283"/>
                  <a:gd name="connsiteY3" fmla="*/ 271309 h 271309"/>
                  <a:gd name="connsiteX4" fmla="*/ 1577 w 597283"/>
                  <a:gd name="connsiteY4" fmla="*/ 0 h 271309"/>
                  <a:gd name="connsiteX0" fmla="*/ 1577 w 597283"/>
                  <a:gd name="connsiteY0" fmla="*/ 0 h 271309"/>
                  <a:gd name="connsiteX1" fmla="*/ 597283 w 597283"/>
                  <a:gd name="connsiteY1" fmla="*/ 0 h 271309"/>
                  <a:gd name="connsiteX2" fmla="*/ 595762 w 597283"/>
                  <a:gd name="connsiteY2" fmla="*/ 141984 h 271309"/>
                  <a:gd name="connsiteX3" fmla="*/ 56 w 597283"/>
                  <a:gd name="connsiteY3" fmla="*/ 271309 h 271309"/>
                  <a:gd name="connsiteX4" fmla="*/ 1577 w 597283"/>
                  <a:gd name="connsiteY4" fmla="*/ 0 h 271309"/>
                  <a:gd name="connsiteX0" fmla="*/ 1577 w 597283"/>
                  <a:gd name="connsiteY0" fmla="*/ 0 h 271309"/>
                  <a:gd name="connsiteX1" fmla="*/ 597283 w 597283"/>
                  <a:gd name="connsiteY1" fmla="*/ 0 h 271309"/>
                  <a:gd name="connsiteX2" fmla="*/ 595762 w 597283"/>
                  <a:gd name="connsiteY2" fmla="*/ 141984 h 271309"/>
                  <a:gd name="connsiteX3" fmla="*/ 56 w 597283"/>
                  <a:gd name="connsiteY3" fmla="*/ 271309 h 271309"/>
                  <a:gd name="connsiteX4" fmla="*/ 1577 w 597283"/>
                  <a:gd name="connsiteY4" fmla="*/ 0 h 271309"/>
                  <a:gd name="connsiteX0" fmla="*/ 1577 w 597283"/>
                  <a:gd name="connsiteY0" fmla="*/ 0 h 271309"/>
                  <a:gd name="connsiteX1" fmla="*/ 597283 w 597283"/>
                  <a:gd name="connsiteY1" fmla="*/ 0 h 271309"/>
                  <a:gd name="connsiteX2" fmla="*/ 595762 w 597283"/>
                  <a:gd name="connsiteY2" fmla="*/ 141984 h 271309"/>
                  <a:gd name="connsiteX3" fmla="*/ 56 w 597283"/>
                  <a:gd name="connsiteY3" fmla="*/ 271309 h 271309"/>
                  <a:gd name="connsiteX4" fmla="*/ 1577 w 597283"/>
                  <a:gd name="connsiteY4" fmla="*/ 0 h 271309"/>
                  <a:gd name="connsiteX0" fmla="*/ 1577 w 597283"/>
                  <a:gd name="connsiteY0" fmla="*/ 0 h 271309"/>
                  <a:gd name="connsiteX1" fmla="*/ 597283 w 597283"/>
                  <a:gd name="connsiteY1" fmla="*/ 0 h 271309"/>
                  <a:gd name="connsiteX2" fmla="*/ 595762 w 597283"/>
                  <a:gd name="connsiteY2" fmla="*/ 141984 h 271309"/>
                  <a:gd name="connsiteX3" fmla="*/ 56 w 597283"/>
                  <a:gd name="connsiteY3" fmla="*/ 271309 h 271309"/>
                  <a:gd name="connsiteX4" fmla="*/ 1577 w 597283"/>
                  <a:gd name="connsiteY4" fmla="*/ 0 h 271309"/>
                  <a:gd name="connsiteX0" fmla="*/ 0 w 600949"/>
                  <a:gd name="connsiteY0" fmla="*/ 0 h 271309"/>
                  <a:gd name="connsiteX1" fmla="*/ 600949 w 600949"/>
                  <a:gd name="connsiteY1" fmla="*/ 0 h 271309"/>
                  <a:gd name="connsiteX2" fmla="*/ 599428 w 600949"/>
                  <a:gd name="connsiteY2" fmla="*/ 141984 h 271309"/>
                  <a:gd name="connsiteX3" fmla="*/ 3722 w 600949"/>
                  <a:gd name="connsiteY3" fmla="*/ 271309 h 271309"/>
                  <a:gd name="connsiteX4" fmla="*/ 0 w 600949"/>
                  <a:gd name="connsiteY4" fmla="*/ 0 h 271309"/>
                  <a:gd name="connsiteX0" fmla="*/ 0 w 599639"/>
                  <a:gd name="connsiteY0" fmla="*/ 0 h 271309"/>
                  <a:gd name="connsiteX1" fmla="*/ 599639 w 599639"/>
                  <a:gd name="connsiteY1" fmla="*/ 0 h 271309"/>
                  <a:gd name="connsiteX2" fmla="*/ 599428 w 599639"/>
                  <a:gd name="connsiteY2" fmla="*/ 141984 h 271309"/>
                  <a:gd name="connsiteX3" fmla="*/ 3722 w 599639"/>
                  <a:gd name="connsiteY3" fmla="*/ 271309 h 271309"/>
                  <a:gd name="connsiteX4" fmla="*/ 0 w 599639"/>
                  <a:gd name="connsiteY4" fmla="*/ 0 h 271309"/>
                  <a:gd name="connsiteX0" fmla="*/ 0 w 597018"/>
                  <a:gd name="connsiteY0" fmla="*/ 0 h 271309"/>
                  <a:gd name="connsiteX1" fmla="*/ 597018 w 597018"/>
                  <a:gd name="connsiteY1" fmla="*/ 0 h 271309"/>
                  <a:gd name="connsiteX2" fmla="*/ 596807 w 597018"/>
                  <a:gd name="connsiteY2" fmla="*/ 141984 h 271309"/>
                  <a:gd name="connsiteX3" fmla="*/ 1101 w 597018"/>
                  <a:gd name="connsiteY3" fmla="*/ 271309 h 271309"/>
                  <a:gd name="connsiteX4" fmla="*/ 0 w 597018"/>
                  <a:gd name="connsiteY4" fmla="*/ 0 h 271309"/>
                  <a:gd name="connsiteX0" fmla="*/ 0 w 596807"/>
                  <a:gd name="connsiteY0" fmla="*/ 0 h 271309"/>
                  <a:gd name="connsiteX1" fmla="*/ 591775 w 596807"/>
                  <a:gd name="connsiteY1" fmla="*/ 0 h 271309"/>
                  <a:gd name="connsiteX2" fmla="*/ 596807 w 596807"/>
                  <a:gd name="connsiteY2" fmla="*/ 141984 h 271309"/>
                  <a:gd name="connsiteX3" fmla="*/ 1101 w 596807"/>
                  <a:gd name="connsiteY3" fmla="*/ 271309 h 271309"/>
                  <a:gd name="connsiteX4" fmla="*/ 0 w 596807"/>
                  <a:gd name="connsiteY4" fmla="*/ 0 h 271309"/>
                  <a:gd name="connsiteX0" fmla="*/ 0 w 596807"/>
                  <a:gd name="connsiteY0" fmla="*/ 0 h 271309"/>
                  <a:gd name="connsiteX1" fmla="*/ 595708 w 596807"/>
                  <a:gd name="connsiteY1" fmla="*/ 0 h 271309"/>
                  <a:gd name="connsiteX2" fmla="*/ 596807 w 596807"/>
                  <a:gd name="connsiteY2" fmla="*/ 141984 h 271309"/>
                  <a:gd name="connsiteX3" fmla="*/ 1101 w 596807"/>
                  <a:gd name="connsiteY3" fmla="*/ 271309 h 271309"/>
                  <a:gd name="connsiteX4" fmla="*/ 0 w 596807"/>
                  <a:gd name="connsiteY4" fmla="*/ 0 h 271309"/>
                  <a:gd name="connsiteX0" fmla="*/ 0 w 595708"/>
                  <a:gd name="connsiteY0" fmla="*/ 0 h 271309"/>
                  <a:gd name="connsiteX1" fmla="*/ 595708 w 595708"/>
                  <a:gd name="connsiteY1" fmla="*/ 0 h 271309"/>
                  <a:gd name="connsiteX2" fmla="*/ 594186 w 595708"/>
                  <a:gd name="connsiteY2" fmla="*/ 141985 h 271309"/>
                  <a:gd name="connsiteX3" fmla="*/ 1101 w 595708"/>
                  <a:gd name="connsiteY3" fmla="*/ 271309 h 271309"/>
                  <a:gd name="connsiteX4" fmla="*/ 0 w 595708"/>
                  <a:gd name="connsiteY4" fmla="*/ 0 h 271309"/>
                  <a:gd name="connsiteX0" fmla="*/ 0 w 596439"/>
                  <a:gd name="connsiteY0" fmla="*/ 109083 h 380392"/>
                  <a:gd name="connsiteX1" fmla="*/ 595708 w 596439"/>
                  <a:gd name="connsiteY1" fmla="*/ 109083 h 380392"/>
                  <a:gd name="connsiteX2" fmla="*/ 594186 w 596439"/>
                  <a:gd name="connsiteY2" fmla="*/ 251068 h 380392"/>
                  <a:gd name="connsiteX3" fmla="*/ 1101 w 596439"/>
                  <a:gd name="connsiteY3" fmla="*/ 380392 h 380392"/>
                  <a:gd name="connsiteX4" fmla="*/ 0 w 596439"/>
                  <a:gd name="connsiteY4" fmla="*/ 109083 h 380392"/>
                  <a:gd name="connsiteX0" fmla="*/ 0 w 595708"/>
                  <a:gd name="connsiteY0" fmla="*/ 0 h 271309"/>
                  <a:gd name="connsiteX1" fmla="*/ 595708 w 595708"/>
                  <a:gd name="connsiteY1" fmla="*/ 0 h 271309"/>
                  <a:gd name="connsiteX2" fmla="*/ 594186 w 595708"/>
                  <a:gd name="connsiteY2" fmla="*/ 141985 h 271309"/>
                  <a:gd name="connsiteX3" fmla="*/ 1101 w 595708"/>
                  <a:gd name="connsiteY3" fmla="*/ 271309 h 271309"/>
                  <a:gd name="connsiteX4" fmla="*/ 0 w 595708"/>
                  <a:gd name="connsiteY4" fmla="*/ 0 h 271309"/>
                  <a:gd name="connsiteX0" fmla="*/ 0 w 596808"/>
                  <a:gd name="connsiteY0" fmla="*/ 0 h 271309"/>
                  <a:gd name="connsiteX1" fmla="*/ 595708 w 596808"/>
                  <a:gd name="connsiteY1" fmla="*/ 0 h 271309"/>
                  <a:gd name="connsiteX2" fmla="*/ 596808 w 596808"/>
                  <a:gd name="connsiteY2" fmla="*/ 141985 h 271309"/>
                  <a:gd name="connsiteX3" fmla="*/ 1101 w 596808"/>
                  <a:gd name="connsiteY3" fmla="*/ 271309 h 271309"/>
                  <a:gd name="connsiteX4" fmla="*/ 0 w 596808"/>
                  <a:gd name="connsiteY4" fmla="*/ 0 h 271309"/>
                  <a:gd name="connsiteX0" fmla="*/ 0 w 596808"/>
                  <a:gd name="connsiteY0" fmla="*/ 0 h 271309"/>
                  <a:gd name="connsiteX1" fmla="*/ 595708 w 596808"/>
                  <a:gd name="connsiteY1" fmla="*/ 0 h 271309"/>
                  <a:gd name="connsiteX2" fmla="*/ 596808 w 596808"/>
                  <a:gd name="connsiteY2" fmla="*/ 141985 h 271309"/>
                  <a:gd name="connsiteX3" fmla="*/ 1101 w 596808"/>
                  <a:gd name="connsiteY3" fmla="*/ 271309 h 271309"/>
                  <a:gd name="connsiteX4" fmla="*/ 0 w 596808"/>
                  <a:gd name="connsiteY4" fmla="*/ 0 h 271309"/>
                  <a:gd name="connsiteX0" fmla="*/ 0 w 596808"/>
                  <a:gd name="connsiteY0" fmla="*/ 0 h 271309"/>
                  <a:gd name="connsiteX1" fmla="*/ 595708 w 596808"/>
                  <a:gd name="connsiteY1" fmla="*/ 0 h 271309"/>
                  <a:gd name="connsiteX2" fmla="*/ 596808 w 596808"/>
                  <a:gd name="connsiteY2" fmla="*/ 141985 h 271309"/>
                  <a:gd name="connsiteX3" fmla="*/ 1101 w 596808"/>
                  <a:gd name="connsiteY3" fmla="*/ 271309 h 271309"/>
                  <a:gd name="connsiteX4" fmla="*/ 0 w 596808"/>
                  <a:gd name="connsiteY4" fmla="*/ 0 h 271309"/>
                  <a:gd name="connsiteX0" fmla="*/ 0 w 595708"/>
                  <a:gd name="connsiteY0" fmla="*/ 0 h 271309"/>
                  <a:gd name="connsiteX1" fmla="*/ 595708 w 595708"/>
                  <a:gd name="connsiteY1" fmla="*/ 0 h 271309"/>
                  <a:gd name="connsiteX2" fmla="*/ 594186 w 595708"/>
                  <a:gd name="connsiteY2" fmla="*/ 141985 h 271309"/>
                  <a:gd name="connsiteX3" fmla="*/ 1101 w 595708"/>
                  <a:gd name="connsiteY3" fmla="*/ 271309 h 271309"/>
                  <a:gd name="connsiteX4" fmla="*/ 0 w 595708"/>
                  <a:gd name="connsiteY4" fmla="*/ 0 h 271309"/>
                  <a:gd name="connsiteX0" fmla="*/ 0 w 595708"/>
                  <a:gd name="connsiteY0" fmla="*/ 0 h 271309"/>
                  <a:gd name="connsiteX1" fmla="*/ 595708 w 595708"/>
                  <a:gd name="connsiteY1" fmla="*/ 0 h 271309"/>
                  <a:gd name="connsiteX2" fmla="*/ 594186 w 595708"/>
                  <a:gd name="connsiteY2" fmla="*/ 141985 h 271309"/>
                  <a:gd name="connsiteX3" fmla="*/ 1101 w 595708"/>
                  <a:gd name="connsiteY3" fmla="*/ 271309 h 271309"/>
                  <a:gd name="connsiteX4" fmla="*/ 0 w 595708"/>
                  <a:gd name="connsiteY4" fmla="*/ 0 h 271309"/>
                  <a:gd name="connsiteX0" fmla="*/ 0 w 595936"/>
                  <a:gd name="connsiteY0" fmla="*/ 0 h 271309"/>
                  <a:gd name="connsiteX1" fmla="*/ 595708 w 595936"/>
                  <a:gd name="connsiteY1" fmla="*/ 0 h 271309"/>
                  <a:gd name="connsiteX2" fmla="*/ 594186 w 595936"/>
                  <a:gd name="connsiteY2" fmla="*/ 141985 h 271309"/>
                  <a:gd name="connsiteX3" fmla="*/ 1101 w 595936"/>
                  <a:gd name="connsiteY3" fmla="*/ 271309 h 271309"/>
                  <a:gd name="connsiteX4" fmla="*/ 0 w 595936"/>
                  <a:gd name="connsiteY4" fmla="*/ 0 h 271309"/>
                  <a:gd name="connsiteX0" fmla="*/ 319 w 596255"/>
                  <a:gd name="connsiteY0" fmla="*/ 0 h 271309"/>
                  <a:gd name="connsiteX1" fmla="*/ 596027 w 596255"/>
                  <a:gd name="connsiteY1" fmla="*/ 0 h 271309"/>
                  <a:gd name="connsiteX2" fmla="*/ 594505 w 596255"/>
                  <a:gd name="connsiteY2" fmla="*/ 141985 h 271309"/>
                  <a:gd name="connsiteX3" fmla="*/ 110 w 596255"/>
                  <a:gd name="connsiteY3" fmla="*/ 271309 h 271309"/>
                  <a:gd name="connsiteX4" fmla="*/ 319 w 596255"/>
                  <a:gd name="connsiteY4" fmla="*/ 0 h 271309"/>
                  <a:gd name="connsiteX0" fmla="*/ 0 w 595936"/>
                  <a:gd name="connsiteY0" fmla="*/ 0 h 271309"/>
                  <a:gd name="connsiteX1" fmla="*/ 595708 w 595936"/>
                  <a:gd name="connsiteY1" fmla="*/ 0 h 271309"/>
                  <a:gd name="connsiteX2" fmla="*/ 594186 w 595936"/>
                  <a:gd name="connsiteY2" fmla="*/ 141985 h 271309"/>
                  <a:gd name="connsiteX3" fmla="*/ 1101 w 595936"/>
                  <a:gd name="connsiteY3" fmla="*/ 271309 h 271309"/>
                  <a:gd name="connsiteX4" fmla="*/ 0 w 595936"/>
                  <a:gd name="connsiteY4" fmla="*/ 0 h 2713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5936" h="271309">
                    <a:moveTo>
                      <a:pt x="0" y="0"/>
                    </a:moveTo>
                    <a:lnTo>
                      <a:pt x="595708" y="0"/>
                    </a:lnTo>
                    <a:cubicBezTo>
                      <a:pt x="595708" y="30988"/>
                      <a:pt x="596806" y="39550"/>
                      <a:pt x="594186" y="141985"/>
                    </a:cubicBezTo>
                    <a:cubicBezTo>
                      <a:pt x="404809" y="352086"/>
                      <a:pt x="341643" y="22672"/>
                      <a:pt x="1101" y="271309"/>
                    </a:cubicBezTo>
                    <a:cubicBezTo>
                      <a:pt x="647" y="226260"/>
                      <a:pt x="454" y="45049"/>
                      <a:pt x="0" y="0"/>
                    </a:cubicBezTo>
                    <a:close/>
                  </a:path>
                </a:pathLst>
              </a:custGeom>
              <a:solidFill>
                <a:schemeClr val="accent6">
                  <a:lumMod val="20000"/>
                  <a:lumOff val="80000"/>
                </a:schemeClr>
              </a:solidFill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40" name="矩形 1174">
                <a:extLst>
                  <a:ext uri="{FF2B5EF4-FFF2-40B4-BE49-F238E27FC236}">
                    <a16:creationId xmlns:a16="http://schemas.microsoft.com/office/drawing/2014/main" id="{117A019A-F986-53F7-A9D2-85E109981912}"/>
                  </a:ext>
                </a:extLst>
              </p:cNvPr>
              <p:cNvSpPr/>
              <p:nvPr/>
            </p:nvSpPr>
            <p:spPr>
              <a:xfrm rot="10800000">
                <a:off x="5041542" y="6594252"/>
                <a:ext cx="618706" cy="226680"/>
              </a:xfrm>
              <a:custGeom>
                <a:avLst/>
                <a:gdLst>
                  <a:gd name="connsiteX0" fmla="*/ 0 w 595706"/>
                  <a:gd name="connsiteY0" fmla="*/ 0 h 92965"/>
                  <a:gd name="connsiteX1" fmla="*/ 595706 w 595706"/>
                  <a:gd name="connsiteY1" fmla="*/ 0 h 92965"/>
                  <a:gd name="connsiteX2" fmla="*/ 595706 w 595706"/>
                  <a:gd name="connsiteY2" fmla="*/ 92965 h 92965"/>
                  <a:gd name="connsiteX3" fmla="*/ 0 w 595706"/>
                  <a:gd name="connsiteY3" fmla="*/ 92965 h 92965"/>
                  <a:gd name="connsiteX4" fmla="*/ 0 w 595706"/>
                  <a:gd name="connsiteY4" fmla="*/ 0 h 92965"/>
                  <a:gd name="connsiteX0" fmla="*/ 0 w 595706"/>
                  <a:gd name="connsiteY0" fmla="*/ 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0 h 135147"/>
                  <a:gd name="connsiteX0" fmla="*/ 0 w 595706"/>
                  <a:gd name="connsiteY0" fmla="*/ 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0 h 135147"/>
                  <a:gd name="connsiteX0" fmla="*/ 0 w 595706"/>
                  <a:gd name="connsiteY0" fmla="*/ 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0 h 135147"/>
                  <a:gd name="connsiteX0" fmla="*/ 0 w 595706"/>
                  <a:gd name="connsiteY0" fmla="*/ 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0 h 135147"/>
                  <a:gd name="connsiteX0" fmla="*/ 1422 w 594406"/>
                  <a:gd name="connsiteY0" fmla="*/ 21376 h 135147"/>
                  <a:gd name="connsiteX1" fmla="*/ 594406 w 594406"/>
                  <a:gd name="connsiteY1" fmla="*/ 0 h 135147"/>
                  <a:gd name="connsiteX2" fmla="*/ 594406 w 594406"/>
                  <a:gd name="connsiteY2" fmla="*/ 92965 h 135147"/>
                  <a:gd name="connsiteX3" fmla="*/ 61 w 594406"/>
                  <a:gd name="connsiteY3" fmla="*/ 135147 h 135147"/>
                  <a:gd name="connsiteX4" fmla="*/ 1422 w 594406"/>
                  <a:gd name="connsiteY4" fmla="*/ 21376 h 135147"/>
                  <a:gd name="connsiteX0" fmla="*/ 1422 w 594406"/>
                  <a:gd name="connsiteY0" fmla="*/ 15599 h 135147"/>
                  <a:gd name="connsiteX1" fmla="*/ 594406 w 594406"/>
                  <a:gd name="connsiteY1" fmla="*/ 0 h 135147"/>
                  <a:gd name="connsiteX2" fmla="*/ 594406 w 594406"/>
                  <a:gd name="connsiteY2" fmla="*/ 92965 h 135147"/>
                  <a:gd name="connsiteX3" fmla="*/ 61 w 594406"/>
                  <a:gd name="connsiteY3" fmla="*/ 135147 h 135147"/>
                  <a:gd name="connsiteX4" fmla="*/ 1422 w 594406"/>
                  <a:gd name="connsiteY4" fmla="*/ 15599 h 135147"/>
                  <a:gd name="connsiteX0" fmla="*/ 131 w 594476"/>
                  <a:gd name="connsiteY0" fmla="*/ 4622 h 135147"/>
                  <a:gd name="connsiteX1" fmla="*/ 594476 w 594476"/>
                  <a:gd name="connsiteY1" fmla="*/ 0 h 135147"/>
                  <a:gd name="connsiteX2" fmla="*/ 594476 w 594476"/>
                  <a:gd name="connsiteY2" fmla="*/ 92965 h 135147"/>
                  <a:gd name="connsiteX3" fmla="*/ 131 w 594476"/>
                  <a:gd name="connsiteY3" fmla="*/ 135147 h 135147"/>
                  <a:gd name="connsiteX4" fmla="*/ 131 w 594476"/>
                  <a:gd name="connsiteY4" fmla="*/ 4622 h 135147"/>
                  <a:gd name="connsiteX0" fmla="*/ 0 w 595706"/>
                  <a:gd name="connsiteY0" fmla="*/ 1791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17910 h 135147"/>
                  <a:gd name="connsiteX0" fmla="*/ 0 w 595706"/>
                  <a:gd name="connsiteY0" fmla="*/ 1791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17910 h 135147"/>
                  <a:gd name="connsiteX0" fmla="*/ 0 w 595706"/>
                  <a:gd name="connsiteY0" fmla="*/ 1791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17910 h 135147"/>
                  <a:gd name="connsiteX0" fmla="*/ 0 w 595706"/>
                  <a:gd name="connsiteY0" fmla="*/ 1791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17910 h 135147"/>
                  <a:gd name="connsiteX0" fmla="*/ 0 w 595706"/>
                  <a:gd name="connsiteY0" fmla="*/ 22423 h 139660"/>
                  <a:gd name="connsiteX1" fmla="*/ 595706 w 595706"/>
                  <a:gd name="connsiteY1" fmla="*/ 4513 h 139660"/>
                  <a:gd name="connsiteX2" fmla="*/ 595706 w 595706"/>
                  <a:gd name="connsiteY2" fmla="*/ 97478 h 139660"/>
                  <a:gd name="connsiteX3" fmla="*/ 1361 w 595706"/>
                  <a:gd name="connsiteY3" fmla="*/ 139660 h 139660"/>
                  <a:gd name="connsiteX4" fmla="*/ 0 w 595706"/>
                  <a:gd name="connsiteY4" fmla="*/ 22423 h 139660"/>
                  <a:gd name="connsiteX0" fmla="*/ 0 w 595706"/>
                  <a:gd name="connsiteY0" fmla="*/ 26413 h 143650"/>
                  <a:gd name="connsiteX1" fmla="*/ 595706 w 595706"/>
                  <a:gd name="connsiteY1" fmla="*/ 8503 h 143650"/>
                  <a:gd name="connsiteX2" fmla="*/ 595706 w 595706"/>
                  <a:gd name="connsiteY2" fmla="*/ 101468 h 143650"/>
                  <a:gd name="connsiteX3" fmla="*/ 1361 w 595706"/>
                  <a:gd name="connsiteY3" fmla="*/ 143650 h 143650"/>
                  <a:gd name="connsiteX4" fmla="*/ 0 w 595706"/>
                  <a:gd name="connsiteY4" fmla="*/ 26413 h 143650"/>
                  <a:gd name="connsiteX0" fmla="*/ 0 w 595706"/>
                  <a:gd name="connsiteY0" fmla="*/ 21286 h 138523"/>
                  <a:gd name="connsiteX1" fmla="*/ 595706 w 595706"/>
                  <a:gd name="connsiteY1" fmla="*/ 3376 h 138523"/>
                  <a:gd name="connsiteX2" fmla="*/ 595706 w 595706"/>
                  <a:gd name="connsiteY2" fmla="*/ 96341 h 138523"/>
                  <a:gd name="connsiteX3" fmla="*/ 1361 w 595706"/>
                  <a:gd name="connsiteY3" fmla="*/ 138523 h 138523"/>
                  <a:gd name="connsiteX4" fmla="*/ 0 w 595706"/>
                  <a:gd name="connsiteY4" fmla="*/ 21286 h 138523"/>
                  <a:gd name="connsiteX0" fmla="*/ 0 w 595706"/>
                  <a:gd name="connsiteY0" fmla="*/ 22534 h 139771"/>
                  <a:gd name="connsiteX1" fmla="*/ 595706 w 595706"/>
                  <a:gd name="connsiteY1" fmla="*/ 4624 h 139771"/>
                  <a:gd name="connsiteX2" fmla="*/ 595706 w 595706"/>
                  <a:gd name="connsiteY2" fmla="*/ 97589 h 139771"/>
                  <a:gd name="connsiteX3" fmla="*/ 1361 w 595706"/>
                  <a:gd name="connsiteY3" fmla="*/ 139771 h 139771"/>
                  <a:gd name="connsiteX4" fmla="*/ 0 w 595706"/>
                  <a:gd name="connsiteY4" fmla="*/ 22534 h 139771"/>
                  <a:gd name="connsiteX0" fmla="*/ 0 w 595706"/>
                  <a:gd name="connsiteY0" fmla="*/ 23494 h 140731"/>
                  <a:gd name="connsiteX1" fmla="*/ 595706 w 595706"/>
                  <a:gd name="connsiteY1" fmla="*/ 2118 h 140731"/>
                  <a:gd name="connsiteX2" fmla="*/ 595706 w 595706"/>
                  <a:gd name="connsiteY2" fmla="*/ 98549 h 140731"/>
                  <a:gd name="connsiteX3" fmla="*/ 1361 w 595706"/>
                  <a:gd name="connsiteY3" fmla="*/ 140731 h 140731"/>
                  <a:gd name="connsiteX4" fmla="*/ 0 w 595706"/>
                  <a:gd name="connsiteY4" fmla="*/ 23494 h 140731"/>
                  <a:gd name="connsiteX0" fmla="*/ 0 w 595706"/>
                  <a:gd name="connsiteY0" fmla="*/ 23494 h 140731"/>
                  <a:gd name="connsiteX1" fmla="*/ 595706 w 595706"/>
                  <a:gd name="connsiteY1" fmla="*/ 2118 h 140731"/>
                  <a:gd name="connsiteX2" fmla="*/ 595706 w 595706"/>
                  <a:gd name="connsiteY2" fmla="*/ 98549 h 140731"/>
                  <a:gd name="connsiteX3" fmla="*/ 1361 w 595706"/>
                  <a:gd name="connsiteY3" fmla="*/ 140731 h 140731"/>
                  <a:gd name="connsiteX4" fmla="*/ 0 w 595706"/>
                  <a:gd name="connsiteY4" fmla="*/ 23494 h 140731"/>
                  <a:gd name="connsiteX0" fmla="*/ 0 w 595706"/>
                  <a:gd name="connsiteY0" fmla="*/ 25030 h 142267"/>
                  <a:gd name="connsiteX1" fmla="*/ 595706 w 595706"/>
                  <a:gd name="connsiteY1" fmla="*/ 3654 h 142267"/>
                  <a:gd name="connsiteX2" fmla="*/ 595706 w 595706"/>
                  <a:gd name="connsiteY2" fmla="*/ 100085 h 142267"/>
                  <a:gd name="connsiteX3" fmla="*/ 1361 w 595706"/>
                  <a:gd name="connsiteY3" fmla="*/ 142267 h 142267"/>
                  <a:gd name="connsiteX4" fmla="*/ 0 w 595706"/>
                  <a:gd name="connsiteY4" fmla="*/ 25030 h 142267"/>
                  <a:gd name="connsiteX0" fmla="*/ 0 w 595706"/>
                  <a:gd name="connsiteY0" fmla="*/ 22091 h 139328"/>
                  <a:gd name="connsiteX1" fmla="*/ 595706 w 595706"/>
                  <a:gd name="connsiteY1" fmla="*/ 715 h 139328"/>
                  <a:gd name="connsiteX2" fmla="*/ 595706 w 595706"/>
                  <a:gd name="connsiteY2" fmla="*/ 97146 h 139328"/>
                  <a:gd name="connsiteX3" fmla="*/ 1361 w 595706"/>
                  <a:gd name="connsiteY3" fmla="*/ 139328 h 139328"/>
                  <a:gd name="connsiteX4" fmla="*/ 0 w 595706"/>
                  <a:gd name="connsiteY4" fmla="*/ 22091 h 139328"/>
                  <a:gd name="connsiteX0" fmla="*/ 0 w 595706"/>
                  <a:gd name="connsiteY0" fmla="*/ 23573 h 140810"/>
                  <a:gd name="connsiteX1" fmla="*/ 595706 w 595706"/>
                  <a:gd name="connsiteY1" fmla="*/ 2197 h 140810"/>
                  <a:gd name="connsiteX2" fmla="*/ 595706 w 595706"/>
                  <a:gd name="connsiteY2" fmla="*/ 98628 h 140810"/>
                  <a:gd name="connsiteX3" fmla="*/ 1361 w 595706"/>
                  <a:gd name="connsiteY3" fmla="*/ 140810 h 140810"/>
                  <a:gd name="connsiteX4" fmla="*/ 0 w 595706"/>
                  <a:gd name="connsiteY4" fmla="*/ 23573 h 140810"/>
                  <a:gd name="connsiteX0" fmla="*/ 0 w 595706"/>
                  <a:gd name="connsiteY0" fmla="*/ 21908 h 139145"/>
                  <a:gd name="connsiteX1" fmla="*/ 595706 w 595706"/>
                  <a:gd name="connsiteY1" fmla="*/ 532 h 139145"/>
                  <a:gd name="connsiteX2" fmla="*/ 595706 w 595706"/>
                  <a:gd name="connsiteY2" fmla="*/ 96963 h 139145"/>
                  <a:gd name="connsiteX3" fmla="*/ 1361 w 595706"/>
                  <a:gd name="connsiteY3" fmla="*/ 139145 h 139145"/>
                  <a:gd name="connsiteX4" fmla="*/ 0 w 595706"/>
                  <a:gd name="connsiteY4" fmla="*/ 21908 h 139145"/>
                  <a:gd name="connsiteX0" fmla="*/ 0 w 595706"/>
                  <a:gd name="connsiteY0" fmla="*/ 23863 h 141100"/>
                  <a:gd name="connsiteX1" fmla="*/ 595706 w 595706"/>
                  <a:gd name="connsiteY1" fmla="*/ 2487 h 141100"/>
                  <a:gd name="connsiteX2" fmla="*/ 595706 w 595706"/>
                  <a:gd name="connsiteY2" fmla="*/ 98918 h 141100"/>
                  <a:gd name="connsiteX3" fmla="*/ 1361 w 595706"/>
                  <a:gd name="connsiteY3" fmla="*/ 141100 h 141100"/>
                  <a:gd name="connsiteX4" fmla="*/ 0 w 595706"/>
                  <a:gd name="connsiteY4" fmla="*/ 23863 h 141100"/>
                  <a:gd name="connsiteX0" fmla="*/ 0 w 595706"/>
                  <a:gd name="connsiteY0" fmla="*/ 24472 h 141709"/>
                  <a:gd name="connsiteX1" fmla="*/ 595706 w 595706"/>
                  <a:gd name="connsiteY1" fmla="*/ 3096 h 141709"/>
                  <a:gd name="connsiteX2" fmla="*/ 595706 w 595706"/>
                  <a:gd name="connsiteY2" fmla="*/ 99527 h 141709"/>
                  <a:gd name="connsiteX3" fmla="*/ 1361 w 595706"/>
                  <a:gd name="connsiteY3" fmla="*/ 141709 h 141709"/>
                  <a:gd name="connsiteX4" fmla="*/ 0 w 595706"/>
                  <a:gd name="connsiteY4" fmla="*/ 24472 h 141709"/>
                  <a:gd name="connsiteX0" fmla="*/ 0 w 595706"/>
                  <a:gd name="connsiteY0" fmla="*/ 24267 h 141504"/>
                  <a:gd name="connsiteX1" fmla="*/ 595706 w 595706"/>
                  <a:gd name="connsiteY1" fmla="*/ 2891 h 141504"/>
                  <a:gd name="connsiteX2" fmla="*/ 595706 w 595706"/>
                  <a:gd name="connsiteY2" fmla="*/ 99322 h 141504"/>
                  <a:gd name="connsiteX3" fmla="*/ 1361 w 595706"/>
                  <a:gd name="connsiteY3" fmla="*/ 141504 h 141504"/>
                  <a:gd name="connsiteX4" fmla="*/ 0 w 595706"/>
                  <a:gd name="connsiteY4" fmla="*/ 24267 h 141504"/>
                  <a:gd name="connsiteX0" fmla="*/ 0 w 595706"/>
                  <a:gd name="connsiteY0" fmla="*/ 24472 h 141709"/>
                  <a:gd name="connsiteX1" fmla="*/ 595706 w 595706"/>
                  <a:gd name="connsiteY1" fmla="*/ 3096 h 141709"/>
                  <a:gd name="connsiteX2" fmla="*/ 595706 w 595706"/>
                  <a:gd name="connsiteY2" fmla="*/ 99527 h 141709"/>
                  <a:gd name="connsiteX3" fmla="*/ 1361 w 595706"/>
                  <a:gd name="connsiteY3" fmla="*/ 141709 h 141709"/>
                  <a:gd name="connsiteX4" fmla="*/ 0 w 595706"/>
                  <a:gd name="connsiteY4" fmla="*/ 24472 h 141709"/>
                  <a:gd name="connsiteX0" fmla="*/ 0 w 595706"/>
                  <a:gd name="connsiteY0" fmla="*/ 24472 h 141709"/>
                  <a:gd name="connsiteX1" fmla="*/ 594353 w 595706"/>
                  <a:gd name="connsiteY1" fmla="*/ 3096 h 141709"/>
                  <a:gd name="connsiteX2" fmla="*/ 595706 w 595706"/>
                  <a:gd name="connsiteY2" fmla="*/ 99527 h 141709"/>
                  <a:gd name="connsiteX3" fmla="*/ 1361 w 595706"/>
                  <a:gd name="connsiteY3" fmla="*/ 141709 h 141709"/>
                  <a:gd name="connsiteX4" fmla="*/ 0 w 595706"/>
                  <a:gd name="connsiteY4" fmla="*/ 24472 h 141709"/>
                  <a:gd name="connsiteX0" fmla="*/ 124 w 595830"/>
                  <a:gd name="connsiteY0" fmla="*/ 24472 h 141709"/>
                  <a:gd name="connsiteX1" fmla="*/ 594477 w 595830"/>
                  <a:gd name="connsiteY1" fmla="*/ 3096 h 141709"/>
                  <a:gd name="connsiteX2" fmla="*/ 595830 w 595830"/>
                  <a:gd name="connsiteY2" fmla="*/ 99527 h 141709"/>
                  <a:gd name="connsiteX3" fmla="*/ 131 w 595830"/>
                  <a:gd name="connsiteY3" fmla="*/ 141709 h 141709"/>
                  <a:gd name="connsiteX4" fmla="*/ 124 w 595830"/>
                  <a:gd name="connsiteY4" fmla="*/ 24472 h 141709"/>
                  <a:gd name="connsiteX0" fmla="*/ 124 w 597179"/>
                  <a:gd name="connsiteY0" fmla="*/ 25207 h 142444"/>
                  <a:gd name="connsiteX1" fmla="*/ 597179 w 597179"/>
                  <a:gd name="connsiteY1" fmla="*/ 481 h 142444"/>
                  <a:gd name="connsiteX2" fmla="*/ 595830 w 597179"/>
                  <a:gd name="connsiteY2" fmla="*/ 100262 h 142444"/>
                  <a:gd name="connsiteX3" fmla="*/ 131 w 597179"/>
                  <a:gd name="connsiteY3" fmla="*/ 142444 h 142444"/>
                  <a:gd name="connsiteX4" fmla="*/ 124 w 597179"/>
                  <a:gd name="connsiteY4" fmla="*/ 25207 h 142444"/>
                  <a:gd name="connsiteX0" fmla="*/ 124 w 595889"/>
                  <a:gd name="connsiteY0" fmla="*/ 25842 h 143079"/>
                  <a:gd name="connsiteX1" fmla="*/ 594477 w 595889"/>
                  <a:gd name="connsiteY1" fmla="*/ 0 h 143079"/>
                  <a:gd name="connsiteX2" fmla="*/ 595830 w 595889"/>
                  <a:gd name="connsiteY2" fmla="*/ 100897 h 143079"/>
                  <a:gd name="connsiteX3" fmla="*/ 131 w 595889"/>
                  <a:gd name="connsiteY3" fmla="*/ 143079 h 143079"/>
                  <a:gd name="connsiteX4" fmla="*/ 124 w 595889"/>
                  <a:gd name="connsiteY4" fmla="*/ 25842 h 143079"/>
                  <a:gd name="connsiteX0" fmla="*/ 124 w 595889"/>
                  <a:gd name="connsiteY0" fmla="*/ 24713 h 141950"/>
                  <a:gd name="connsiteX1" fmla="*/ 594477 w 595889"/>
                  <a:gd name="connsiteY1" fmla="*/ 2221 h 141950"/>
                  <a:gd name="connsiteX2" fmla="*/ 595830 w 595889"/>
                  <a:gd name="connsiteY2" fmla="*/ 99768 h 141950"/>
                  <a:gd name="connsiteX3" fmla="*/ 131 w 595889"/>
                  <a:gd name="connsiteY3" fmla="*/ 141950 h 141950"/>
                  <a:gd name="connsiteX4" fmla="*/ 124 w 595889"/>
                  <a:gd name="connsiteY4" fmla="*/ 24713 h 141950"/>
                  <a:gd name="connsiteX0" fmla="*/ 124 w 595959"/>
                  <a:gd name="connsiteY0" fmla="*/ 24713 h 141950"/>
                  <a:gd name="connsiteX1" fmla="*/ 595828 w 595959"/>
                  <a:gd name="connsiteY1" fmla="*/ 2221 h 141950"/>
                  <a:gd name="connsiteX2" fmla="*/ 595830 w 595959"/>
                  <a:gd name="connsiteY2" fmla="*/ 99768 h 141950"/>
                  <a:gd name="connsiteX3" fmla="*/ 131 w 595959"/>
                  <a:gd name="connsiteY3" fmla="*/ 141950 h 141950"/>
                  <a:gd name="connsiteX4" fmla="*/ 124 w 595959"/>
                  <a:gd name="connsiteY4" fmla="*/ 24713 h 141950"/>
                  <a:gd name="connsiteX0" fmla="*/ 124 w 595959"/>
                  <a:gd name="connsiteY0" fmla="*/ 24925 h 142162"/>
                  <a:gd name="connsiteX1" fmla="*/ 595828 w 595959"/>
                  <a:gd name="connsiteY1" fmla="*/ 2433 h 142162"/>
                  <a:gd name="connsiteX2" fmla="*/ 595830 w 595959"/>
                  <a:gd name="connsiteY2" fmla="*/ 99980 h 142162"/>
                  <a:gd name="connsiteX3" fmla="*/ 131 w 595959"/>
                  <a:gd name="connsiteY3" fmla="*/ 142162 h 142162"/>
                  <a:gd name="connsiteX4" fmla="*/ 124 w 595959"/>
                  <a:gd name="connsiteY4" fmla="*/ 24925 h 142162"/>
                  <a:gd name="connsiteX0" fmla="*/ 124 w 595959"/>
                  <a:gd name="connsiteY0" fmla="*/ 22492 h 139729"/>
                  <a:gd name="connsiteX1" fmla="*/ 595828 w 595959"/>
                  <a:gd name="connsiteY1" fmla="*/ 0 h 139729"/>
                  <a:gd name="connsiteX2" fmla="*/ 595830 w 595959"/>
                  <a:gd name="connsiteY2" fmla="*/ 97547 h 139729"/>
                  <a:gd name="connsiteX3" fmla="*/ 131 w 595959"/>
                  <a:gd name="connsiteY3" fmla="*/ 139729 h 139729"/>
                  <a:gd name="connsiteX4" fmla="*/ 124 w 595959"/>
                  <a:gd name="connsiteY4" fmla="*/ 22492 h 139729"/>
                  <a:gd name="connsiteX0" fmla="*/ 124 w 595959"/>
                  <a:gd name="connsiteY0" fmla="*/ 25585 h 142822"/>
                  <a:gd name="connsiteX1" fmla="*/ 595828 w 595959"/>
                  <a:gd name="connsiteY1" fmla="*/ 3093 h 142822"/>
                  <a:gd name="connsiteX2" fmla="*/ 595830 w 595959"/>
                  <a:gd name="connsiteY2" fmla="*/ 100640 h 142822"/>
                  <a:gd name="connsiteX3" fmla="*/ 131 w 595959"/>
                  <a:gd name="connsiteY3" fmla="*/ 142822 h 142822"/>
                  <a:gd name="connsiteX4" fmla="*/ 124 w 595959"/>
                  <a:gd name="connsiteY4" fmla="*/ 25585 h 142822"/>
                  <a:gd name="connsiteX0" fmla="*/ 124 w 595959"/>
                  <a:gd name="connsiteY0" fmla="*/ 25585 h 142822"/>
                  <a:gd name="connsiteX1" fmla="*/ 595828 w 595959"/>
                  <a:gd name="connsiteY1" fmla="*/ 3093 h 142822"/>
                  <a:gd name="connsiteX2" fmla="*/ 595830 w 595959"/>
                  <a:gd name="connsiteY2" fmla="*/ 100640 h 142822"/>
                  <a:gd name="connsiteX3" fmla="*/ 131 w 595959"/>
                  <a:gd name="connsiteY3" fmla="*/ 142822 h 142822"/>
                  <a:gd name="connsiteX4" fmla="*/ 124 w 595959"/>
                  <a:gd name="connsiteY4" fmla="*/ 25585 h 142822"/>
                  <a:gd name="connsiteX0" fmla="*/ 124 w 595959"/>
                  <a:gd name="connsiteY0" fmla="*/ 26512 h 143749"/>
                  <a:gd name="connsiteX1" fmla="*/ 595828 w 595959"/>
                  <a:gd name="connsiteY1" fmla="*/ 4020 h 143749"/>
                  <a:gd name="connsiteX2" fmla="*/ 595830 w 595959"/>
                  <a:gd name="connsiteY2" fmla="*/ 101567 h 143749"/>
                  <a:gd name="connsiteX3" fmla="*/ 131 w 595959"/>
                  <a:gd name="connsiteY3" fmla="*/ 143749 h 143749"/>
                  <a:gd name="connsiteX4" fmla="*/ 124 w 595959"/>
                  <a:gd name="connsiteY4" fmla="*/ 26512 h 143749"/>
                  <a:gd name="connsiteX0" fmla="*/ 124 w 595959"/>
                  <a:gd name="connsiteY0" fmla="*/ 26512 h 143749"/>
                  <a:gd name="connsiteX1" fmla="*/ 595828 w 595959"/>
                  <a:gd name="connsiteY1" fmla="*/ 4020 h 143749"/>
                  <a:gd name="connsiteX2" fmla="*/ 595830 w 595959"/>
                  <a:gd name="connsiteY2" fmla="*/ 101567 h 143749"/>
                  <a:gd name="connsiteX3" fmla="*/ 131 w 595959"/>
                  <a:gd name="connsiteY3" fmla="*/ 143749 h 143749"/>
                  <a:gd name="connsiteX4" fmla="*/ 124 w 595959"/>
                  <a:gd name="connsiteY4" fmla="*/ 26512 h 143749"/>
                  <a:gd name="connsiteX0" fmla="*/ 124 w 595959"/>
                  <a:gd name="connsiteY0" fmla="*/ 28496 h 145733"/>
                  <a:gd name="connsiteX1" fmla="*/ 595828 w 595959"/>
                  <a:gd name="connsiteY1" fmla="*/ 6004 h 145733"/>
                  <a:gd name="connsiteX2" fmla="*/ 595830 w 595959"/>
                  <a:gd name="connsiteY2" fmla="*/ 103551 h 145733"/>
                  <a:gd name="connsiteX3" fmla="*/ 131 w 595959"/>
                  <a:gd name="connsiteY3" fmla="*/ 145733 h 145733"/>
                  <a:gd name="connsiteX4" fmla="*/ 124 w 595959"/>
                  <a:gd name="connsiteY4" fmla="*/ 28496 h 14573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856"/>
                  <a:gd name="connsiteY0" fmla="*/ 41841 h 159078"/>
                  <a:gd name="connsiteX1" fmla="*/ 591261 w 595856"/>
                  <a:gd name="connsiteY1" fmla="*/ 0 h 159078"/>
                  <a:gd name="connsiteX2" fmla="*/ 595830 w 595856"/>
                  <a:gd name="connsiteY2" fmla="*/ 116896 h 159078"/>
                  <a:gd name="connsiteX3" fmla="*/ 131 w 595856"/>
                  <a:gd name="connsiteY3" fmla="*/ 159078 h 159078"/>
                  <a:gd name="connsiteX4" fmla="*/ 124 w 595856"/>
                  <a:gd name="connsiteY4" fmla="*/ 41841 h 159078"/>
                  <a:gd name="connsiteX0" fmla="*/ 124 w 595959"/>
                  <a:gd name="connsiteY0" fmla="*/ 41841 h 159078"/>
                  <a:gd name="connsiteX1" fmla="*/ 595828 w 595959"/>
                  <a:gd name="connsiteY1" fmla="*/ 0 h 159078"/>
                  <a:gd name="connsiteX2" fmla="*/ 595830 w 595959"/>
                  <a:gd name="connsiteY2" fmla="*/ 116896 h 159078"/>
                  <a:gd name="connsiteX3" fmla="*/ 131 w 595959"/>
                  <a:gd name="connsiteY3" fmla="*/ 159078 h 159078"/>
                  <a:gd name="connsiteX4" fmla="*/ 124 w 595959"/>
                  <a:gd name="connsiteY4" fmla="*/ 41841 h 159078"/>
                  <a:gd name="connsiteX0" fmla="*/ 124 w 597349"/>
                  <a:gd name="connsiteY0" fmla="*/ 42378 h 159615"/>
                  <a:gd name="connsiteX1" fmla="*/ 597349 w 597349"/>
                  <a:gd name="connsiteY1" fmla="*/ 0 h 159615"/>
                  <a:gd name="connsiteX2" fmla="*/ 595830 w 597349"/>
                  <a:gd name="connsiteY2" fmla="*/ 117433 h 159615"/>
                  <a:gd name="connsiteX3" fmla="*/ 131 w 597349"/>
                  <a:gd name="connsiteY3" fmla="*/ 159615 h 159615"/>
                  <a:gd name="connsiteX4" fmla="*/ 124 w 597349"/>
                  <a:gd name="connsiteY4" fmla="*/ 42378 h 159615"/>
                  <a:gd name="connsiteX0" fmla="*/ 124 w 600443"/>
                  <a:gd name="connsiteY0" fmla="*/ 42378 h 159615"/>
                  <a:gd name="connsiteX1" fmla="*/ 597349 w 600443"/>
                  <a:gd name="connsiteY1" fmla="*/ 0 h 159615"/>
                  <a:gd name="connsiteX2" fmla="*/ 600408 w 600443"/>
                  <a:gd name="connsiteY2" fmla="*/ 117433 h 159615"/>
                  <a:gd name="connsiteX3" fmla="*/ 131 w 600443"/>
                  <a:gd name="connsiteY3" fmla="*/ 159615 h 159615"/>
                  <a:gd name="connsiteX4" fmla="*/ 124 w 600443"/>
                  <a:gd name="connsiteY4" fmla="*/ 42378 h 159615"/>
                  <a:gd name="connsiteX0" fmla="*/ 124 w 600537"/>
                  <a:gd name="connsiteY0" fmla="*/ 42378 h 159615"/>
                  <a:gd name="connsiteX1" fmla="*/ 600401 w 600537"/>
                  <a:gd name="connsiteY1" fmla="*/ 0 h 159615"/>
                  <a:gd name="connsiteX2" fmla="*/ 600408 w 600537"/>
                  <a:gd name="connsiteY2" fmla="*/ 117433 h 159615"/>
                  <a:gd name="connsiteX3" fmla="*/ 131 w 600537"/>
                  <a:gd name="connsiteY3" fmla="*/ 159615 h 159615"/>
                  <a:gd name="connsiteX4" fmla="*/ 124 w 600537"/>
                  <a:gd name="connsiteY4" fmla="*/ 42378 h 1596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00537" h="159615">
                    <a:moveTo>
                      <a:pt x="124" y="42378"/>
                    </a:moveTo>
                    <a:cubicBezTo>
                      <a:pt x="296414" y="-50243"/>
                      <a:pt x="418111" y="75773"/>
                      <a:pt x="600401" y="0"/>
                    </a:cubicBezTo>
                    <a:cubicBezTo>
                      <a:pt x="599951" y="33260"/>
                      <a:pt x="600858" y="84173"/>
                      <a:pt x="600408" y="117433"/>
                    </a:cubicBezTo>
                    <a:cubicBezTo>
                      <a:pt x="395490" y="192726"/>
                      <a:pt x="285331" y="62551"/>
                      <a:pt x="131" y="159615"/>
                    </a:cubicBezTo>
                    <a:cubicBezTo>
                      <a:pt x="-323" y="114566"/>
                      <a:pt x="578" y="87427"/>
                      <a:pt x="124" y="42378"/>
                    </a:cubicBezTo>
                    <a:close/>
                  </a:path>
                </a:pathLst>
              </a:custGeom>
              <a:solidFill>
                <a:schemeClr val="accent5">
                  <a:lumMod val="40000"/>
                  <a:lumOff val="60000"/>
                </a:schemeClr>
              </a:solidFill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grpSp>
            <p:nvGrpSpPr>
              <p:cNvPr id="741" name="组合 740">
                <a:extLst>
                  <a:ext uri="{FF2B5EF4-FFF2-40B4-BE49-F238E27FC236}">
                    <a16:creationId xmlns:a16="http://schemas.microsoft.com/office/drawing/2014/main" id="{DF8CC6E8-9575-CA4D-6E94-6535355DD547}"/>
                  </a:ext>
                </a:extLst>
              </p:cNvPr>
              <p:cNvGrpSpPr/>
              <p:nvPr/>
            </p:nvGrpSpPr>
            <p:grpSpPr>
              <a:xfrm>
                <a:off x="5040167" y="6521415"/>
                <a:ext cx="621640" cy="663817"/>
                <a:chOff x="3656357" y="6507685"/>
                <a:chExt cx="621640" cy="663817"/>
              </a:xfrm>
            </p:grpSpPr>
            <p:sp>
              <p:nvSpPr>
                <p:cNvPr id="742" name="矩形 741">
                  <a:extLst>
                    <a:ext uri="{FF2B5EF4-FFF2-40B4-BE49-F238E27FC236}">
                      <a16:creationId xmlns:a16="http://schemas.microsoft.com/office/drawing/2014/main" id="{1435B8A9-1813-53AC-006C-602A1A3C7ED0}"/>
                    </a:ext>
                  </a:extLst>
                </p:cNvPr>
                <p:cNvSpPr/>
                <p:nvPr/>
              </p:nvSpPr>
              <p:spPr>
                <a:xfrm>
                  <a:off x="3656465" y="6640950"/>
                  <a:ext cx="155302" cy="132623"/>
                </a:xfrm>
                <a:prstGeom prst="rect">
                  <a:avLst/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43" name="矩形 742">
                  <a:extLst>
                    <a:ext uri="{FF2B5EF4-FFF2-40B4-BE49-F238E27FC236}">
                      <a16:creationId xmlns:a16="http://schemas.microsoft.com/office/drawing/2014/main" id="{D4B3FDBF-1CF9-9507-3FB7-96CF77618EED}"/>
                    </a:ext>
                  </a:extLst>
                </p:cNvPr>
                <p:cNvSpPr/>
                <p:nvPr/>
              </p:nvSpPr>
              <p:spPr>
                <a:xfrm>
                  <a:off x="3811875" y="6640950"/>
                  <a:ext cx="155302" cy="132623"/>
                </a:xfrm>
                <a:prstGeom prst="rect">
                  <a:avLst/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44" name="矩形 743">
                  <a:extLst>
                    <a:ext uri="{FF2B5EF4-FFF2-40B4-BE49-F238E27FC236}">
                      <a16:creationId xmlns:a16="http://schemas.microsoft.com/office/drawing/2014/main" id="{0D75CB3B-8582-F695-B440-67D35FE5C8A0}"/>
                    </a:ext>
                  </a:extLst>
                </p:cNvPr>
                <p:cNvSpPr/>
                <p:nvPr/>
              </p:nvSpPr>
              <p:spPr>
                <a:xfrm>
                  <a:off x="3967285" y="6640950"/>
                  <a:ext cx="155302" cy="132623"/>
                </a:xfrm>
                <a:prstGeom prst="rect">
                  <a:avLst/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45" name="矩形 744">
                  <a:extLst>
                    <a:ext uri="{FF2B5EF4-FFF2-40B4-BE49-F238E27FC236}">
                      <a16:creationId xmlns:a16="http://schemas.microsoft.com/office/drawing/2014/main" id="{C028862E-65D0-95F0-C226-92709D777212}"/>
                    </a:ext>
                  </a:extLst>
                </p:cNvPr>
                <p:cNvSpPr/>
                <p:nvPr/>
              </p:nvSpPr>
              <p:spPr>
                <a:xfrm>
                  <a:off x="4122695" y="6640950"/>
                  <a:ext cx="155302" cy="132623"/>
                </a:xfrm>
                <a:prstGeom prst="rect">
                  <a:avLst/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46" name="矩形 745">
                  <a:extLst>
                    <a:ext uri="{FF2B5EF4-FFF2-40B4-BE49-F238E27FC236}">
                      <a16:creationId xmlns:a16="http://schemas.microsoft.com/office/drawing/2014/main" id="{2F8842D0-0522-6D4C-D967-65EC42F04B40}"/>
                    </a:ext>
                  </a:extLst>
                </p:cNvPr>
                <p:cNvSpPr/>
                <p:nvPr/>
              </p:nvSpPr>
              <p:spPr>
                <a:xfrm>
                  <a:off x="3656465" y="6773574"/>
                  <a:ext cx="155302" cy="132623"/>
                </a:xfrm>
                <a:prstGeom prst="rect">
                  <a:avLst/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47" name="矩形 746">
                  <a:extLst>
                    <a:ext uri="{FF2B5EF4-FFF2-40B4-BE49-F238E27FC236}">
                      <a16:creationId xmlns:a16="http://schemas.microsoft.com/office/drawing/2014/main" id="{8351540B-E2E8-390D-B47E-D2BB391E823F}"/>
                    </a:ext>
                  </a:extLst>
                </p:cNvPr>
                <p:cNvSpPr/>
                <p:nvPr/>
              </p:nvSpPr>
              <p:spPr>
                <a:xfrm>
                  <a:off x="3811875" y="6773574"/>
                  <a:ext cx="155302" cy="132623"/>
                </a:xfrm>
                <a:prstGeom prst="rect">
                  <a:avLst/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48" name="矩形 747">
                  <a:extLst>
                    <a:ext uri="{FF2B5EF4-FFF2-40B4-BE49-F238E27FC236}">
                      <a16:creationId xmlns:a16="http://schemas.microsoft.com/office/drawing/2014/main" id="{29F96FFD-D73D-192A-ECBD-8AE667CF3DB7}"/>
                    </a:ext>
                  </a:extLst>
                </p:cNvPr>
                <p:cNvSpPr/>
                <p:nvPr/>
              </p:nvSpPr>
              <p:spPr>
                <a:xfrm>
                  <a:off x="3967285" y="6773574"/>
                  <a:ext cx="155302" cy="132623"/>
                </a:xfrm>
                <a:prstGeom prst="rect">
                  <a:avLst/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49" name="矩形 748">
                  <a:extLst>
                    <a:ext uri="{FF2B5EF4-FFF2-40B4-BE49-F238E27FC236}">
                      <a16:creationId xmlns:a16="http://schemas.microsoft.com/office/drawing/2014/main" id="{479E535E-437C-6E8B-4E7F-DB8BC63616BB}"/>
                    </a:ext>
                  </a:extLst>
                </p:cNvPr>
                <p:cNvSpPr/>
                <p:nvPr/>
              </p:nvSpPr>
              <p:spPr>
                <a:xfrm>
                  <a:off x="4122695" y="6773574"/>
                  <a:ext cx="155302" cy="132623"/>
                </a:xfrm>
                <a:prstGeom prst="rect">
                  <a:avLst/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50" name="矩形 749">
                  <a:extLst>
                    <a:ext uri="{FF2B5EF4-FFF2-40B4-BE49-F238E27FC236}">
                      <a16:creationId xmlns:a16="http://schemas.microsoft.com/office/drawing/2014/main" id="{FEE59B1F-D8B1-399D-9354-413406D921CC}"/>
                    </a:ext>
                  </a:extLst>
                </p:cNvPr>
                <p:cNvSpPr/>
                <p:nvPr/>
              </p:nvSpPr>
              <p:spPr>
                <a:xfrm>
                  <a:off x="3656357" y="6906255"/>
                  <a:ext cx="155302" cy="132623"/>
                </a:xfrm>
                <a:prstGeom prst="rect">
                  <a:avLst/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51" name="矩形 750">
                  <a:extLst>
                    <a:ext uri="{FF2B5EF4-FFF2-40B4-BE49-F238E27FC236}">
                      <a16:creationId xmlns:a16="http://schemas.microsoft.com/office/drawing/2014/main" id="{FDD07DBE-6E77-D37F-2031-E3ACE922D7D7}"/>
                    </a:ext>
                  </a:extLst>
                </p:cNvPr>
                <p:cNvSpPr/>
                <p:nvPr/>
              </p:nvSpPr>
              <p:spPr>
                <a:xfrm>
                  <a:off x="3811767" y="6906255"/>
                  <a:ext cx="155302" cy="132623"/>
                </a:xfrm>
                <a:prstGeom prst="rect">
                  <a:avLst/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52" name="矩形 751">
                  <a:extLst>
                    <a:ext uri="{FF2B5EF4-FFF2-40B4-BE49-F238E27FC236}">
                      <a16:creationId xmlns:a16="http://schemas.microsoft.com/office/drawing/2014/main" id="{D63E8D40-7087-9DB9-06AC-97C81113E4F6}"/>
                    </a:ext>
                  </a:extLst>
                </p:cNvPr>
                <p:cNvSpPr/>
                <p:nvPr/>
              </p:nvSpPr>
              <p:spPr>
                <a:xfrm>
                  <a:off x="3967177" y="6906255"/>
                  <a:ext cx="155302" cy="132623"/>
                </a:xfrm>
                <a:prstGeom prst="rect">
                  <a:avLst/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53" name="矩形 752">
                  <a:extLst>
                    <a:ext uri="{FF2B5EF4-FFF2-40B4-BE49-F238E27FC236}">
                      <a16:creationId xmlns:a16="http://schemas.microsoft.com/office/drawing/2014/main" id="{8AE01846-1F51-C590-B65F-792D2BD9490B}"/>
                    </a:ext>
                  </a:extLst>
                </p:cNvPr>
                <p:cNvSpPr/>
                <p:nvPr/>
              </p:nvSpPr>
              <p:spPr>
                <a:xfrm>
                  <a:off x="4122587" y="6906255"/>
                  <a:ext cx="155302" cy="132623"/>
                </a:xfrm>
                <a:prstGeom prst="rect">
                  <a:avLst/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54" name="矩形 753">
                  <a:extLst>
                    <a:ext uri="{FF2B5EF4-FFF2-40B4-BE49-F238E27FC236}">
                      <a16:creationId xmlns:a16="http://schemas.microsoft.com/office/drawing/2014/main" id="{F178F084-3B05-176D-D259-E6DF0AC6110E}"/>
                    </a:ext>
                  </a:extLst>
                </p:cNvPr>
                <p:cNvSpPr/>
                <p:nvPr/>
              </p:nvSpPr>
              <p:spPr>
                <a:xfrm>
                  <a:off x="3656357" y="7038879"/>
                  <a:ext cx="155302" cy="132623"/>
                </a:xfrm>
                <a:prstGeom prst="rect">
                  <a:avLst/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803" name="矩形 802">
                  <a:extLst>
                    <a:ext uri="{FF2B5EF4-FFF2-40B4-BE49-F238E27FC236}">
                      <a16:creationId xmlns:a16="http://schemas.microsoft.com/office/drawing/2014/main" id="{15C518EC-5FD5-B0A5-3BAA-DE5D9301EAC2}"/>
                    </a:ext>
                  </a:extLst>
                </p:cNvPr>
                <p:cNvSpPr/>
                <p:nvPr/>
              </p:nvSpPr>
              <p:spPr>
                <a:xfrm>
                  <a:off x="3811767" y="7038879"/>
                  <a:ext cx="155302" cy="132623"/>
                </a:xfrm>
                <a:prstGeom prst="rect">
                  <a:avLst/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804" name="矩形 803">
                  <a:extLst>
                    <a:ext uri="{FF2B5EF4-FFF2-40B4-BE49-F238E27FC236}">
                      <a16:creationId xmlns:a16="http://schemas.microsoft.com/office/drawing/2014/main" id="{3932B514-09B6-6DCF-CF5D-2989E07AE42B}"/>
                    </a:ext>
                  </a:extLst>
                </p:cNvPr>
                <p:cNvSpPr/>
                <p:nvPr/>
              </p:nvSpPr>
              <p:spPr>
                <a:xfrm>
                  <a:off x="3967177" y="7038879"/>
                  <a:ext cx="155302" cy="132623"/>
                </a:xfrm>
                <a:prstGeom prst="rect">
                  <a:avLst/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805" name="矩形 804">
                  <a:extLst>
                    <a:ext uri="{FF2B5EF4-FFF2-40B4-BE49-F238E27FC236}">
                      <a16:creationId xmlns:a16="http://schemas.microsoft.com/office/drawing/2014/main" id="{6F24A74E-287A-35DF-46BF-7F937CC89A28}"/>
                    </a:ext>
                  </a:extLst>
                </p:cNvPr>
                <p:cNvSpPr/>
                <p:nvPr/>
              </p:nvSpPr>
              <p:spPr>
                <a:xfrm>
                  <a:off x="4122587" y="7038879"/>
                  <a:ext cx="155302" cy="132623"/>
                </a:xfrm>
                <a:prstGeom prst="rect">
                  <a:avLst/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806" name="矩形 805">
                  <a:extLst>
                    <a:ext uri="{FF2B5EF4-FFF2-40B4-BE49-F238E27FC236}">
                      <a16:creationId xmlns:a16="http://schemas.microsoft.com/office/drawing/2014/main" id="{1FFF0D0C-154B-5D1B-E5C5-28BBCE2FA4C0}"/>
                    </a:ext>
                  </a:extLst>
                </p:cNvPr>
                <p:cNvSpPr/>
                <p:nvPr/>
              </p:nvSpPr>
              <p:spPr>
                <a:xfrm>
                  <a:off x="3656357" y="6507685"/>
                  <a:ext cx="155302" cy="132623"/>
                </a:xfrm>
                <a:prstGeom prst="rect">
                  <a:avLst/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807" name="矩形 806">
                  <a:extLst>
                    <a:ext uri="{FF2B5EF4-FFF2-40B4-BE49-F238E27FC236}">
                      <a16:creationId xmlns:a16="http://schemas.microsoft.com/office/drawing/2014/main" id="{F1FA3708-5282-746F-6052-7D8DF5C07406}"/>
                    </a:ext>
                  </a:extLst>
                </p:cNvPr>
                <p:cNvSpPr/>
                <p:nvPr/>
              </p:nvSpPr>
              <p:spPr>
                <a:xfrm>
                  <a:off x="3811767" y="6507685"/>
                  <a:ext cx="155302" cy="132623"/>
                </a:xfrm>
                <a:prstGeom prst="rect">
                  <a:avLst/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808" name="矩形 807">
                  <a:extLst>
                    <a:ext uri="{FF2B5EF4-FFF2-40B4-BE49-F238E27FC236}">
                      <a16:creationId xmlns:a16="http://schemas.microsoft.com/office/drawing/2014/main" id="{EDF3530E-7950-DCD3-FDCB-235EB46C0B41}"/>
                    </a:ext>
                  </a:extLst>
                </p:cNvPr>
                <p:cNvSpPr/>
                <p:nvPr/>
              </p:nvSpPr>
              <p:spPr>
                <a:xfrm>
                  <a:off x="3967177" y="6507685"/>
                  <a:ext cx="155302" cy="132623"/>
                </a:xfrm>
                <a:prstGeom prst="rect">
                  <a:avLst/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809" name="矩形 808">
                  <a:extLst>
                    <a:ext uri="{FF2B5EF4-FFF2-40B4-BE49-F238E27FC236}">
                      <a16:creationId xmlns:a16="http://schemas.microsoft.com/office/drawing/2014/main" id="{336BE9C1-8DC0-5467-5617-5C8C0C86E646}"/>
                    </a:ext>
                  </a:extLst>
                </p:cNvPr>
                <p:cNvSpPr/>
                <p:nvPr/>
              </p:nvSpPr>
              <p:spPr>
                <a:xfrm>
                  <a:off x="4122587" y="6507685"/>
                  <a:ext cx="155302" cy="132623"/>
                </a:xfrm>
                <a:prstGeom prst="rect">
                  <a:avLst/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</p:grpSp>
      </p:grpSp>
      <p:grpSp>
        <p:nvGrpSpPr>
          <p:cNvPr id="810" name="组合 809">
            <a:extLst>
              <a:ext uri="{FF2B5EF4-FFF2-40B4-BE49-F238E27FC236}">
                <a16:creationId xmlns:a16="http://schemas.microsoft.com/office/drawing/2014/main" id="{9CD46A6D-0CF4-F551-076D-F646CFD59B46}"/>
              </a:ext>
            </a:extLst>
          </p:cNvPr>
          <p:cNvGrpSpPr/>
          <p:nvPr/>
        </p:nvGrpSpPr>
        <p:grpSpPr>
          <a:xfrm>
            <a:off x="9278344" y="5698278"/>
            <a:ext cx="621640" cy="1039771"/>
            <a:chOff x="6489710" y="6141287"/>
            <a:chExt cx="621640" cy="1039771"/>
          </a:xfrm>
        </p:grpSpPr>
        <p:sp>
          <p:nvSpPr>
            <p:cNvPr id="811" name="矩形 1174">
              <a:extLst>
                <a:ext uri="{FF2B5EF4-FFF2-40B4-BE49-F238E27FC236}">
                  <a16:creationId xmlns:a16="http://schemas.microsoft.com/office/drawing/2014/main" id="{B41C59C4-0E7F-5E39-F66E-CAE68F0D2378}"/>
                </a:ext>
              </a:extLst>
            </p:cNvPr>
            <p:cNvSpPr/>
            <p:nvPr/>
          </p:nvSpPr>
          <p:spPr>
            <a:xfrm rot="10800000">
              <a:off x="6490934" y="6307595"/>
              <a:ext cx="618706" cy="201627"/>
            </a:xfrm>
            <a:custGeom>
              <a:avLst/>
              <a:gdLst>
                <a:gd name="connsiteX0" fmla="*/ 0 w 595706"/>
                <a:gd name="connsiteY0" fmla="*/ 0 h 92965"/>
                <a:gd name="connsiteX1" fmla="*/ 595706 w 595706"/>
                <a:gd name="connsiteY1" fmla="*/ 0 h 92965"/>
                <a:gd name="connsiteX2" fmla="*/ 595706 w 595706"/>
                <a:gd name="connsiteY2" fmla="*/ 92965 h 92965"/>
                <a:gd name="connsiteX3" fmla="*/ 0 w 595706"/>
                <a:gd name="connsiteY3" fmla="*/ 92965 h 92965"/>
                <a:gd name="connsiteX4" fmla="*/ 0 w 595706"/>
                <a:gd name="connsiteY4" fmla="*/ 0 h 92965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1422 w 594406"/>
                <a:gd name="connsiteY0" fmla="*/ 21376 h 135147"/>
                <a:gd name="connsiteX1" fmla="*/ 594406 w 594406"/>
                <a:gd name="connsiteY1" fmla="*/ 0 h 135147"/>
                <a:gd name="connsiteX2" fmla="*/ 594406 w 594406"/>
                <a:gd name="connsiteY2" fmla="*/ 92965 h 135147"/>
                <a:gd name="connsiteX3" fmla="*/ 61 w 594406"/>
                <a:gd name="connsiteY3" fmla="*/ 135147 h 135147"/>
                <a:gd name="connsiteX4" fmla="*/ 1422 w 594406"/>
                <a:gd name="connsiteY4" fmla="*/ 21376 h 135147"/>
                <a:gd name="connsiteX0" fmla="*/ 1422 w 594406"/>
                <a:gd name="connsiteY0" fmla="*/ 15599 h 135147"/>
                <a:gd name="connsiteX1" fmla="*/ 594406 w 594406"/>
                <a:gd name="connsiteY1" fmla="*/ 0 h 135147"/>
                <a:gd name="connsiteX2" fmla="*/ 594406 w 594406"/>
                <a:gd name="connsiteY2" fmla="*/ 92965 h 135147"/>
                <a:gd name="connsiteX3" fmla="*/ 61 w 594406"/>
                <a:gd name="connsiteY3" fmla="*/ 135147 h 135147"/>
                <a:gd name="connsiteX4" fmla="*/ 1422 w 594406"/>
                <a:gd name="connsiteY4" fmla="*/ 15599 h 135147"/>
                <a:gd name="connsiteX0" fmla="*/ 131 w 594476"/>
                <a:gd name="connsiteY0" fmla="*/ 4622 h 135147"/>
                <a:gd name="connsiteX1" fmla="*/ 594476 w 594476"/>
                <a:gd name="connsiteY1" fmla="*/ 0 h 135147"/>
                <a:gd name="connsiteX2" fmla="*/ 594476 w 594476"/>
                <a:gd name="connsiteY2" fmla="*/ 92965 h 135147"/>
                <a:gd name="connsiteX3" fmla="*/ 131 w 594476"/>
                <a:gd name="connsiteY3" fmla="*/ 135147 h 135147"/>
                <a:gd name="connsiteX4" fmla="*/ 131 w 594476"/>
                <a:gd name="connsiteY4" fmla="*/ 4622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22423 h 139660"/>
                <a:gd name="connsiteX1" fmla="*/ 595706 w 595706"/>
                <a:gd name="connsiteY1" fmla="*/ 4513 h 139660"/>
                <a:gd name="connsiteX2" fmla="*/ 595706 w 595706"/>
                <a:gd name="connsiteY2" fmla="*/ 97478 h 139660"/>
                <a:gd name="connsiteX3" fmla="*/ 1361 w 595706"/>
                <a:gd name="connsiteY3" fmla="*/ 139660 h 139660"/>
                <a:gd name="connsiteX4" fmla="*/ 0 w 595706"/>
                <a:gd name="connsiteY4" fmla="*/ 22423 h 139660"/>
                <a:gd name="connsiteX0" fmla="*/ 0 w 595706"/>
                <a:gd name="connsiteY0" fmla="*/ 26413 h 143650"/>
                <a:gd name="connsiteX1" fmla="*/ 595706 w 595706"/>
                <a:gd name="connsiteY1" fmla="*/ 8503 h 143650"/>
                <a:gd name="connsiteX2" fmla="*/ 595706 w 595706"/>
                <a:gd name="connsiteY2" fmla="*/ 101468 h 143650"/>
                <a:gd name="connsiteX3" fmla="*/ 1361 w 595706"/>
                <a:gd name="connsiteY3" fmla="*/ 143650 h 143650"/>
                <a:gd name="connsiteX4" fmla="*/ 0 w 595706"/>
                <a:gd name="connsiteY4" fmla="*/ 26413 h 143650"/>
                <a:gd name="connsiteX0" fmla="*/ 0 w 595706"/>
                <a:gd name="connsiteY0" fmla="*/ 21286 h 138523"/>
                <a:gd name="connsiteX1" fmla="*/ 595706 w 595706"/>
                <a:gd name="connsiteY1" fmla="*/ 3376 h 138523"/>
                <a:gd name="connsiteX2" fmla="*/ 595706 w 595706"/>
                <a:gd name="connsiteY2" fmla="*/ 96341 h 138523"/>
                <a:gd name="connsiteX3" fmla="*/ 1361 w 595706"/>
                <a:gd name="connsiteY3" fmla="*/ 138523 h 138523"/>
                <a:gd name="connsiteX4" fmla="*/ 0 w 595706"/>
                <a:gd name="connsiteY4" fmla="*/ 21286 h 138523"/>
                <a:gd name="connsiteX0" fmla="*/ 0 w 595706"/>
                <a:gd name="connsiteY0" fmla="*/ 22534 h 139771"/>
                <a:gd name="connsiteX1" fmla="*/ 595706 w 595706"/>
                <a:gd name="connsiteY1" fmla="*/ 4624 h 139771"/>
                <a:gd name="connsiteX2" fmla="*/ 595706 w 595706"/>
                <a:gd name="connsiteY2" fmla="*/ 97589 h 139771"/>
                <a:gd name="connsiteX3" fmla="*/ 1361 w 595706"/>
                <a:gd name="connsiteY3" fmla="*/ 139771 h 139771"/>
                <a:gd name="connsiteX4" fmla="*/ 0 w 595706"/>
                <a:gd name="connsiteY4" fmla="*/ 22534 h 139771"/>
                <a:gd name="connsiteX0" fmla="*/ 0 w 595706"/>
                <a:gd name="connsiteY0" fmla="*/ 23494 h 140731"/>
                <a:gd name="connsiteX1" fmla="*/ 595706 w 595706"/>
                <a:gd name="connsiteY1" fmla="*/ 2118 h 140731"/>
                <a:gd name="connsiteX2" fmla="*/ 595706 w 595706"/>
                <a:gd name="connsiteY2" fmla="*/ 98549 h 140731"/>
                <a:gd name="connsiteX3" fmla="*/ 1361 w 595706"/>
                <a:gd name="connsiteY3" fmla="*/ 140731 h 140731"/>
                <a:gd name="connsiteX4" fmla="*/ 0 w 595706"/>
                <a:gd name="connsiteY4" fmla="*/ 23494 h 140731"/>
                <a:gd name="connsiteX0" fmla="*/ 0 w 595706"/>
                <a:gd name="connsiteY0" fmla="*/ 23494 h 140731"/>
                <a:gd name="connsiteX1" fmla="*/ 595706 w 595706"/>
                <a:gd name="connsiteY1" fmla="*/ 2118 h 140731"/>
                <a:gd name="connsiteX2" fmla="*/ 595706 w 595706"/>
                <a:gd name="connsiteY2" fmla="*/ 98549 h 140731"/>
                <a:gd name="connsiteX3" fmla="*/ 1361 w 595706"/>
                <a:gd name="connsiteY3" fmla="*/ 140731 h 140731"/>
                <a:gd name="connsiteX4" fmla="*/ 0 w 595706"/>
                <a:gd name="connsiteY4" fmla="*/ 23494 h 140731"/>
                <a:gd name="connsiteX0" fmla="*/ 0 w 595706"/>
                <a:gd name="connsiteY0" fmla="*/ 25030 h 142267"/>
                <a:gd name="connsiteX1" fmla="*/ 595706 w 595706"/>
                <a:gd name="connsiteY1" fmla="*/ 3654 h 142267"/>
                <a:gd name="connsiteX2" fmla="*/ 595706 w 595706"/>
                <a:gd name="connsiteY2" fmla="*/ 100085 h 142267"/>
                <a:gd name="connsiteX3" fmla="*/ 1361 w 595706"/>
                <a:gd name="connsiteY3" fmla="*/ 142267 h 142267"/>
                <a:gd name="connsiteX4" fmla="*/ 0 w 595706"/>
                <a:gd name="connsiteY4" fmla="*/ 25030 h 142267"/>
                <a:gd name="connsiteX0" fmla="*/ 0 w 595706"/>
                <a:gd name="connsiteY0" fmla="*/ 22091 h 139328"/>
                <a:gd name="connsiteX1" fmla="*/ 595706 w 595706"/>
                <a:gd name="connsiteY1" fmla="*/ 715 h 139328"/>
                <a:gd name="connsiteX2" fmla="*/ 595706 w 595706"/>
                <a:gd name="connsiteY2" fmla="*/ 97146 h 139328"/>
                <a:gd name="connsiteX3" fmla="*/ 1361 w 595706"/>
                <a:gd name="connsiteY3" fmla="*/ 139328 h 139328"/>
                <a:gd name="connsiteX4" fmla="*/ 0 w 595706"/>
                <a:gd name="connsiteY4" fmla="*/ 22091 h 139328"/>
                <a:gd name="connsiteX0" fmla="*/ 0 w 595706"/>
                <a:gd name="connsiteY0" fmla="*/ 23573 h 140810"/>
                <a:gd name="connsiteX1" fmla="*/ 595706 w 595706"/>
                <a:gd name="connsiteY1" fmla="*/ 2197 h 140810"/>
                <a:gd name="connsiteX2" fmla="*/ 595706 w 595706"/>
                <a:gd name="connsiteY2" fmla="*/ 98628 h 140810"/>
                <a:gd name="connsiteX3" fmla="*/ 1361 w 595706"/>
                <a:gd name="connsiteY3" fmla="*/ 140810 h 140810"/>
                <a:gd name="connsiteX4" fmla="*/ 0 w 595706"/>
                <a:gd name="connsiteY4" fmla="*/ 23573 h 140810"/>
                <a:gd name="connsiteX0" fmla="*/ 0 w 595706"/>
                <a:gd name="connsiteY0" fmla="*/ 21908 h 139145"/>
                <a:gd name="connsiteX1" fmla="*/ 595706 w 595706"/>
                <a:gd name="connsiteY1" fmla="*/ 532 h 139145"/>
                <a:gd name="connsiteX2" fmla="*/ 595706 w 595706"/>
                <a:gd name="connsiteY2" fmla="*/ 96963 h 139145"/>
                <a:gd name="connsiteX3" fmla="*/ 1361 w 595706"/>
                <a:gd name="connsiteY3" fmla="*/ 139145 h 139145"/>
                <a:gd name="connsiteX4" fmla="*/ 0 w 595706"/>
                <a:gd name="connsiteY4" fmla="*/ 21908 h 139145"/>
                <a:gd name="connsiteX0" fmla="*/ 0 w 595706"/>
                <a:gd name="connsiteY0" fmla="*/ 23863 h 141100"/>
                <a:gd name="connsiteX1" fmla="*/ 595706 w 595706"/>
                <a:gd name="connsiteY1" fmla="*/ 2487 h 141100"/>
                <a:gd name="connsiteX2" fmla="*/ 595706 w 595706"/>
                <a:gd name="connsiteY2" fmla="*/ 98918 h 141100"/>
                <a:gd name="connsiteX3" fmla="*/ 1361 w 595706"/>
                <a:gd name="connsiteY3" fmla="*/ 141100 h 141100"/>
                <a:gd name="connsiteX4" fmla="*/ 0 w 595706"/>
                <a:gd name="connsiteY4" fmla="*/ 23863 h 141100"/>
                <a:gd name="connsiteX0" fmla="*/ 0 w 595706"/>
                <a:gd name="connsiteY0" fmla="*/ 24472 h 141709"/>
                <a:gd name="connsiteX1" fmla="*/ 595706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0 w 595706"/>
                <a:gd name="connsiteY0" fmla="*/ 24267 h 141504"/>
                <a:gd name="connsiteX1" fmla="*/ 595706 w 595706"/>
                <a:gd name="connsiteY1" fmla="*/ 2891 h 141504"/>
                <a:gd name="connsiteX2" fmla="*/ 595706 w 595706"/>
                <a:gd name="connsiteY2" fmla="*/ 99322 h 141504"/>
                <a:gd name="connsiteX3" fmla="*/ 1361 w 595706"/>
                <a:gd name="connsiteY3" fmla="*/ 141504 h 141504"/>
                <a:gd name="connsiteX4" fmla="*/ 0 w 595706"/>
                <a:gd name="connsiteY4" fmla="*/ 24267 h 141504"/>
                <a:gd name="connsiteX0" fmla="*/ 0 w 595706"/>
                <a:gd name="connsiteY0" fmla="*/ 24472 h 141709"/>
                <a:gd name="connsiteX1" fmla="*/ 595706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0 w 595706"/>
                <a:gd name="connsiteY0" fmla="*/ 24472 h 141709"/>
                <a:gd name="connsiteX1" fmla="*/ 594353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124 w 595830"/>
                <a:gd name="connsiteY0" fmla="*/ 24472 h 141709"/>
                <a:gd name="connsiteX1" fmla="*/ 594477 w 595830"/>
                <a:gd name="connsiteY1" fmla="*/ 3096 h 141709"/>
                <a:gd name="connsiteX2" fmla="*/ 595830 w 595830"/>
                <a:gd name="connsiteY2" fmla="*/ 99527 h 141709"/>
                <a:gd name="connsiteX3" fmla="*/ 131 w 595830"/>
                <a:gd name="connsiteY3" fmla="*/ 141709 h 141709"/>
                <a:gd name="connsiteX4" fmla="*/ 124 w 595830"/>
                <a:gd name="connsiteY4" fmla="*/ 24472 h 141709"/>
                <a:gd name="connsiteX0" fmla="*/ 124 w 597179"/>
                <a:gd name="connsiteY0" fmla="*/ 25207 h 142444"/>
                <a:gd name="connsiteX1" fmla="*/ 597179 w 597179"/>
                <a:gd name="connsiteY1" fmla="*/ 481 h 142444"/>
                <a:gd name="connsiteX2" fmla="*/ 595830 w 597179"/>
                <a:gd name="connsiteY2" fmla="*/ 100262 h 142444"/>
                <a:gd name="connsiteX3" fmla="*/ 131 w 597179"/>
                <a:gd name="connsiteY3" fmla="*/ 142444 h 142444"/>
                <a:gd name="connsiteX4" fmla="*/ 124 w 597179"/>
                <a:gd name="connsiteY4" fmla="*/ 25207 h 142444"/>
                <a:gd name="connsiteX0" fmla="*/ 124 w 595889"/>
                <a:gd name="connsiteY0" fmla="*/ 25842 h 143079"/>
                <a:gd name="connsiteX1" fmla="*/ 594477 w 595889"/>
                <a:gd name="connsiteY1" fmla="*/ 0 h 143079"/>
                <a:gd name="connsiteX2" fmla="*/ 595830 w 595889"/>
                <a:gd name="connsiteY2" fmla="*/ 100897 h 143079"/>
                <a:gd name="connsiteX3" fmla="*/ 131 w 595889"/>
                <a:gd name="connsiteY3" fmla="*/ 143079 h 143079"/>
                <a:gd name="connsiteX4" fmla="*/ 124 w 595889"/>
                <a:gd name="connsiteY4" fmla="*/ 25842 h 143079"/>
                <a:gd name="connsiteX0" fmla="*/ 124 w 595889"/>
                <a:gd name="connsiteY0" fmla="*/ 24713 h 141950"/>
                <a:gd name="connsiteX1" fmla="*/ 594477 w 595889"/>
                <a:gd name="connsiteY1" fmla="*/ 2221 h 141950"/>
                <a:gd name="connsiteX2" fmla="*/ 595830 w 595889"/>
                <a:gd name="connsiteY2" fmla="*/ 99768 h 141950"/>
                <a:gd name="connsiteX3" fmla="*/ 131 w 595889"/>
                <a:gd name="connsiteY3" fmla="*/ 141950 h 141950"/>
                <a:gd name="connsiteX4" fmla="*/ 124 w 595889"/>
                <a:gd name="connsiteY4" fmla="*/ 24713 h 141950"/>
                <a:gd name="connsiteX0" fmla="*/ 124 w 595959"/>
                <a:gd name="connsiteY0" fmla="*/ 24713 h 141950"/>
                <a:gd name="connsiteX1" fmla="*/ 595828 w 595959"/>
                <a:gd name="connsiteY1" fmla="*/ 2221 h 141950"/>
                <a:gd name="connsiteX2" fmla="*/ 595830 w 595959"/>
                <a:gd name="connsiteY2" fmla="*/ 99768 h 141950"/>
                <a:gd name="connsiteX3" fmla="*/ 131 w 595959"/>
                <a:gd name="connsiteY3" fmla="*/ 141950 h 141950"/>
                <a:gd name="connsiteX4" fmla="*/ 124 w 595959"/>
                <a:gd name="connsiteY4" fmla="*/ 24713 h 141950"/>
                <a:gd name="connsiteX0" fmla="*/ 124 w 595959"/>
                <a:gd name="connsiteY0" fmla="*/ 24925 h 142162"/>
                <a:gd name="connsiteX1" fmla="*/ 595828 w 595959"/>
                <a:gd name="connsiteY1" fmla="*/ 2433 h 142162"/>
                <a:gd name="connsiteX2" fmla="*/ 595830 w 595959"/>
                <a:gd name="connsiteY2" fmla="*/ 99980 h 142162"/>
                <a:gd name="connsiteX3" fmla="*/ 131 w 595959"/>
                <a:gd name="connsiteY3" fmla="*/ 142162 h 142162"/>
                <a:gd name="connsiteX4" fmla="*/ 124 w 595959"/>
                <a:gd name="connsiteY4" fmla="*/ 24925 h 142162"/>
                <a:gd name="connsiteX0" fmla="*/ 124 w 595959"/>
                <a:gd name="connsiteY0" fmla="*/ 22492 h 139729"/>
                <a:gd name="connsiteX1" fmla="*/ 595828 w 595959"/>
                <a:gd name="connsiteY1" fmla="*/ 0 h 139729"/>
                <a:gd name="connsiteX2" fmla="*/ 595830 w 595959"/>
                <a:gd name="connsiteY2" fmla="*/ 97547 h 139729"/>
                <a:gd name="connsiteX3" fmla="*/ 131 w 595959"/>
                <a:gd name="connsiteY3" fmla="*/ 139729 h 139729"/>
                <a:gd name="connsiteX4" fmla="*/ 124 w 595959"/>
                <a:gd name="connsiteY4" fmla="*/ 22492 h 139729"/>
                <a:gd name="connsiteX0" fmla="*/ 124 w 595959"/>
                <a:gd name="connsiteY0" fmla="*/ 25585 h 142822"/>
                <a:gd name="connsiteX1" fmla="*/ 595828 w 595959"/>
                <a:gd name="connsiteY1" fmla="*/ 3093 h 142822"/>
                <a:gd name="connsiteX2" fmla="*/ 595830 w 595959"/>
                <a:gd name="connsiteY2" fmla="*/ 100640 h 142822"/>
                <a:gd name="connsiteX3" fmla="*/ 131 w 595959"/>
                <a:gd name="connsiteY3" fmla="*/ 142822 h 142822"/>
                <a:gd name="connsiteX4" fmla="*/ 124 w 595959"/>
                <a:gd name="connsiteY4" fmla="*/ 25585 h 142822"/>
                <a:gd name="connsiteX0" fmla="*/ 124 w 595959"/>
                <a:gd name="connsiteY0" fmla="*/ 25585 h 142822"/>
                <a:gd name="connsiteX1" fmla="*/ 595828 w 595959"/>
                <a:gd name="connsiteY1" fmla="*/ 3093 h 142822"/>
                <a:gd name="connsiteX2" fmla="*/ 595830 w 595959"/>
                <a:gd name="connsiteY2" fmla="*/ 100640 h 142822"/>
                <a:gd name="connsiteX3" fmla="*/ 131 w 595959"/>
                <a:gd name="connsiteY3" fmla="*/ 142822 h 142822"/>
                <a:gd name="connsiteX4" fmla="*/ 124 w 595959"/>
                <a:gd name="connsiteY4" fmla="*/ 25585 h 142822"/>
                <a:gd name="connsiteX0" fmla="*/ 124 w 595959"/>
                <a:gd name="connsiteY0" fmla="*/ 26512 h 143749"/>
                <a:gd name="connsiteX1" fmla="*/ 595828 w 595959"/>
                <a:gd name="connsiteY1" fmla="*/ 4020 h 143749"/>
                <a:gd name="connsiteX2" fmla="*/ 595830 w 595959"/>
                <a:gd name="connsiteY2" fmla="*/ 101567 h 143749"/>
                <a:gd name="connsiteX3" fmla="*/ 131 w 595959"/>
                <a:gd name="connsiteY3" fmla="*/ 143749 h 143749"/>
                <a:gd name="connsiteX4" fmla="*/ 124 w 595959"/>
                <a:gd name="connsiteY4" fmla="*/ 26512 h 143749"/>
                <a:gd name="connsiteX0" fmla="*/ 124 w 595959"/>
                <a:gd name="connsiteY0" fmla="*/ 26512 h 143749"/>
                <a:gd name="connsiteX1" fmla="*/ 595828 w 595959"/>
                <a:gd name="connsiteY1" fmla="*/ 4020 h 143749"/>
                <a:gd name="connsiteX2" fmla="*/ 595830 w 595959"/>
                <a:gd name="connsiteY2" fmla="*/ 101567 h 143749"/>
                <a:gd name="connsiteX3" fmla="*/ 131 w 595959"/>
                <a:gd name="connsiteY3" fmla="*/ 143749 h 143749"/>
                <a:gd name="connsiteX4" fmla="*/ 124 w 595959"/>
                <a:gd name="connsiteY4" fmla="*/ 26512 h 143749"/>
                <a:gd name="connsiteX0" fmla="*/ 124 w 595959"/>
                <a:gd name="connsiteY0" fmla="*/ 28496 h 145733"/>
                <a:gd name="connsiteX1" fmla="*/ 595828 w 595959"/>
                <a:gd name="connsiteY1" fmla="*/ 6004 h 145733"/>
                <a:gd name="connsiteX2" fmla="*/ 595830 w 595959"/>
                <a:gd name="connsiteY2" fmla="*/ 103551 h 145733"/>
                <a:gd name="connsiteX3" fmla="*/ 131 w 595959"/>
                <a:gd name="connsiteY3" fmla="*/ 145733 h 145733"/>
                <a:gd name="connsiteX4" fmla="*/ 124 w 595959"/>
                <a:gd name="connsiteY4" fmla="*/ 28496 h 14573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856"/>
                <a:gd name="connsiteY0" fmla="*/ 41841 h 159078"/>
                <a:gd name="connsiteX1" fmla="*/ 591261 w 595856"/>
                <a:gd name="connsiteY1" fmla="*/ 0 h 159078"/>
                <a:gd name="connsiteX2" fmla="*/ 595830 w 595856"/>
                <a:gd name="connsiteY2" fmla="*/ 116896 h 159078"/>
                <a:gd name="connsiteX3" fmla="*/ 131 w 595856"/>
                <a:gd name="connsiteY3" fmla="*/ 159078 h 159078"/>
                <a:gd name="connsiteX4" fmla="*/ 124 w 595856"/>
                <a:gd name="connsiteY4" fmla="*/ 41841 h 159078"/>
                <a:gd name="connsiteX0" fmla="*/ 124 w 595959"/>
                <a:gd name="connsiteY0" fmla="*/ 41841 h 159078"/>
                <a:gd name="connsiteX1" fmla="*/ 595828 w 595959"/>
                <a:gd name="connsiteY1" fmla="*/ 0 h 159078"/>
                <a:gd name="connsiteX2" fmla="*/ 595830 w 595959"/>
                <a:gd name="connsiteY2" fmla="*/ 116896 h 159078"/>
                <a:gd name="connsiteX3" fmla="*/ 131 w 595959"/>
                <a:gd name="connsiteY3" fmla="*/ 159078 h 159078"/>
                <a:gd name="connsiteX4" fmla="*/ 124 w 595959"/>
                <a:gd name="connsiteY4" fmla="*/ 41841 h 159078"/>
                <a:gd name="connsiteX0" fmla="*/ 124 w 597349"/>
                <a:gd name="connsiteY0" fmla="*/ 42378 h 159615"/>
                <a:gd name="connsiteX1" fmla="*/ 597349 w 597349"/>
                <a:gd name="connsiteY1" fmla="*/ 0 h 159615"/>
                <a:gd name="connsiteX2" fmla="*/ 595830 w 597349"/>
                <a:gd name="connsiteY2" fmla="*/ 117433 h 159615"/>
                <a:gd name="connsiteX3" fmla="*/ 131 w 597349"/>
                <a:gd name="connsiteY3" fmla="*/ 159615 h 159615"/>
                <a:gd name="connsiteX4" fmla="*/ 124 w 597349"/>
                <a:gd name="connsiteY4" fmla="*/ 42378 h 159615"/>
                <a:gd name="connsiteX0" fmla="*/ 124 w 600443"/>
                <a:gd name="connsiteY0" fmla="*/ 42378 h 159615"/>
                <a:gd name="connsiteX1" fmla="*/ 597349 w 600443"/>
                <a:gd name="connsiteY1" fmla="*/ 0 h 159615"/>
                <a:gd name="connsiteX2" fmla="*/ 600408 w 600443"/>
                <a:gd name="connsiteY2" fmla="*/ 117433 h 159615"/>
                <a:gd name="connsiteX3" fmla="*/ 131 w 600443"/>
                <a:gd name="connsiteY3" fmla="*/ 159615 h 159615"/>
                <a:gd name="connsiteX4" fmla="*/ 124 w 600443"/>
                <a:gd name="connsiteY4" fmla="*/ 42378 h 159615"/>
                <a:gd name="connsiteX0" fmla="*/ 124 w 600537"/>
                <a:gd name="connsiteY0" fmla="*/ 42378 h 159615"/>
                <a:gd name="connsiteX1" fmla="*/ 600401 w 600537"/>
                <a:gd name="connsiteY1" fmla="*/ 0 h 159615"/>
                <a:gd name="connsiteX2" fmla="*/ 600408 w 600537"/>
                <a:gd name="connsiteY2" fmla="*/ 117433 h 159615"/>
                <a:gd name="connsiteX3" fmla="*/ 131 w 600537"/>
                <a:gd name="connsiteY3" fmla="*/ 159615 h 159615"/>
                <a:gd name="connsiteX4" fmla="*/ 124 w 600537"/>
                <a:gd name="connsiteY4" fmla="*/ 42378 h 159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0537" h="159615">
                  <a:moveTo>
                    <a:pt x="124" y="42378"/>
                  </a:moveTo>
                  <a:cubicBezTo>
                    <a:pt x="296414" y="-50243"/>
                    <a:pt x="418111" y="75773"/>
                    <a:pt x="600401" y="0"/>
                  </a:cubicBezTo>
                  <a:cubicBezTo>
                    <a:pt x="599951" y="33260"/>
                    <a:pt x="600858" y="84173"/>
                    <a:pt x="600408" y="117433"/>
                  </a:cubicBezTo>
                  <a:cubicBezTo>
                    <a:pt x="395490" y="192726"/>
                    <a:pt x="285331" y="62551"/>
                    <a:pt x="131" y="159615"/>
                  </a:cubicBezTo>
                  <a:cubicBezTo>
                    <a:pt x="-323" y="114566"/>
                    <a:pt x="578" y="87427"/>
                    <a:pt x="124" y="42378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12" name="矩形 1174">
              <a:extLst>
                <a:ext uri="{FF2B5EF4-FFF2-40B4-BE49-F238E27FC236}">
                  <a16:creationId xmlns:a16="http://schemas.microsoft.com/office/drawing/2014/main" id="{530EAA4D-D330-C1FE-5258-D9EF854235E3}"/>
                </a:ext>
              </a:extLst>
            </p:cNvPr>
            <p:cNvSpPr/>
            <p:nvPr/>
          </p:nvSpPr>
          <p:spPr>
            <a:xfrm rot="10800000">
              <a:off x="6490934" y="6141287"/>
              <a:ext cx="618706" cy="226680"/>
            </a:xfrm>
            <a:custGeom>
              <a:avLst/>
              <a:gdLst>
                <a:gd name="connsiteX0" fmla="*/ 0 w 595706"/>
                <a:gd name="connsiteY0" fmla="*/ 0 h 92965"/>
                <a:gd name="connsiteX1" fmla="*/ 595706 w 595706"/>
                <a:gd name="connsiteY1" fmla="*/ 0 h 92965"/>
                <a:gd name="connsiteX2" fmla="*/ 595706 w 595706"/>
                <a:gd name="connsiteY2" fmla="*/ 92965 h 92965"/>
                <a:gd name="connsiteX3" fmla="*/ 0 w 595706"/>
                <a:gd name="connsiteY3" fmla="*/ 92965 h 92965"/>
                <a:gd name="connsiteX4" fmla="*/ 0 w 595706"/>
                <a:gd name="connsiteY4" fmla="*/ 0 h 92965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1422 w 594406"/>
                <a:gd name="connsiteY0" fmla="*/ 21376 h 135147"/>
                <a:gd name="connsiteX1" fmla="*/ 594406 w 594406"/>
                <a:gd name="connsiteY1" fmla="*/ 0 h 135147"/>
                <a:gd name="connsiteX2" fmla="*/ 594406 w 594406"/>
                <a:gd name="connsiteY2" fmla="*/ 92965 h 135147"/>
                <a:gd name="connsiteX3" fmla="*/ 61 w 594406"/>
                <a:gd name="connsiteY3" fmla="*/ 135147 h 135147"/>
                <a:gd name="connsiteX4" fmla="*/ 1422 w 594406"/>
                <a:gd name="connsiteY4" fmla="*/ 21376 h 135147"/>
                <a:gd name="connsiteX0" fmla="*/ 1422 w 594406"/>
                <a:gd name="connsiteY0" fmla="*/ 15599 h 135147"/>
                <a:gd name="connsiteX1" fmla="*/ 594406 w 594406"/>
                <a:gd name="connsiteY1" fmla="*/ 0 h 135147"/>
                <a:gd name="connsiteX2" fmla="*/ 594406 w 594406"/>
                <a:gd name="connsiteY2" fmla="*/ 92965 h 135147"/>
                <a:gd name="connsiteX3" fmla="*/ 61 w 594406"/>
                <a:gd name="connsiteY3" fmla="*/ 135147 h 135147"/>
                <a:gd name="connsiteX4" fmla="*/ 1422 w 594406"/>
                <a:gd name="connsiteY4" fmla="*/ 15599 h 135147"/>
                <a:gd name="connsiteX0" fmla="*/ 131 w 594476"/>
                <a:gd name="connsiteY0" fmla="*/ 4622 h 135147"/>
                <a:gd name="connsiteX1" fmla="*/ 594476 w 594476"/>
                <a:gd name="connsiteY1" fmla="*/ 0 h 135147"/>
                <a:gd name="connsiteX2" fmla="*/ 594476 w 594476"/>
                <a:gd name="connsiteY2" fmla="*/ 92965 h 135147"/>
                <a:gd name="connsiteX3" fmla="*/ 131 w 594476"/>
                <a:gd name="connsiteY3" fmla="*/ 135147 h 135147"/>
                <a:gd name="connsiteX4" fmla="*/ 131 w 594476"/>
                <a:gd name="connsiteY4" fmla="*/ 4622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22423 h 139660"/>
                <a:gd name="connsiteX1" fmla="*/ 595706 w 595706"/>
                <a:gd name="connsiteY1" fmla="*/ 4513 h 139660"/>
                <a:gd name="connsiteX2" fmla="*/ 595706 w 595706"/>
                <a:gd name="connsiteY2" fmla="*/ 97478 h 139660"/>
                <a:gd name="connsiteX3" fmla="*/ 1361 w 595706"/>
                <a:gd name="connsiteY3" fmla="*/ 139660 h 139660"/>
                <a:gd name="connsiteX4" fmla="*/ 0 w 595706"/>
                <a:gd name="connsiteY4" fmla="*/ 22423 h 139660"/>
                <a:gd name="connsiteX0" fmla="*/ 0 w 595706"/>
                <a:gd name="connsiteY0" fmla="*/ 26413 h 143650"/>
                <a:gd name="connsiteX1" fmla="*/ 595706 w 595706"/>
                <a:gd name="connsiteY1" fmla="*/ 8503 h 143650"/>
                <a:gd name="connsiteX2" fmla="*/ 595706 w 595706"/>
                <a:gd name="connsiteY2" fmla="*/ 101468 h 143650"/>
                <a:gd name="connsiteX3" fmla="*/ 1361 w 595706"/>
                <a:gd name="connsiteY3" fmla="*/ 143650 h 143650"/>
                <a:gd name="connsiteX4" fmla="*/ 0 w 595706"/>
                <a:gd name="connsiteY4" fmla="*/ 26413 h 143650"/>
                <a:gd name="connsiteX0" fmla="*/ 0 w 595706"/>
                <a:gd name="connsiteY0" fmla="*/ 21286 h 138523"/>
                <a:gd name="connsiteX1" fmla="*/ 595706 w 595706"/>
                <a:gd name="connsiteY1" fmla="*/ 3376 h 138523"/>
                <a:gd name="connsiteX2" fmla="*/ 595706 w 595706"/>
                <a:gd name="connsiteY2" fmla="*/ 96341 h 138523"/>
                <a:gd name="connsiteX3" fmla="*/ 1361 w 595706"/>
                <a:gd name="connsiteY3" fmla="*/ 138523 h 138523"/>
                <a:gd name="connsiteX4" fmla="*/ 0 w 595706"/>
                <a:gd name="connsiteY4" fmla="*/ 21286 h 138523"/>
                <a:gd name="connsiteX0" fmla="*/ 0 w 595706"/>
                <a:gd name="connsiteY0" fmla="*/ 22534 h 139771"/>
                <a:gd name="connsiteX1" fmla="*/ 595706 w 595706"/>
                <a:gd name="connsiteY1" fmla="*/ 4624 h 139771"/>
                <a:gd name="connsiteX2" fmla="*/ 595706 w 595706"/>
                <a:gd name="connsiteY2" fmla="*/ 97589 h 139771"/>
                <a:gd name="connsiteX3" fmla="*/ 1361 w 595706"/>
                <a:gd name="connsiteY3" fmla="*/ 139771 h 139771"/>
                <a:gd name="connsiteX4" fmla="*/ 0 w 595706"/>
                <a:gd name="connsiteY4" fmla="*/ 22534 h 139771"/>
                <a:gd name="connsiteX0" fmla="*/ 0 w 595706"/>
                <a:gd name="connsiteY0" fmla="*/ 23494 h 140731"/>
                <a:gd name="connsiteX1" fmla="*/ 595706 w 595706"/>
                <a:gd name="connsiteY1" fmla="*/ 2118 h 140731"/>
                <a:gd name="connsiteX2" fmla="*/ 595706 w 595706"/>
                <a:gd name="connsiteY2" fmla="*/ 98549 h 140731"/>
                <a:gd name="connsiteX3" fmla="*/ 1361 w 595706"/>
                <a:gd name="connsiteY3" fmla="*/ 140731 h 140731"/>
                <a:gd name="connsiteX4" fmla="*/ 0 w 595706"/>
                <a:gd name="connsiteY4" fmla="*/ 23494 h 140731"/>
                <a:gd name="connsiteX0" fmla="*/ 0 w 595706"/>
                <a:gd name="connsiteY0" fmla="*/ 23494 h 140731"/>
                <a:gd name="connsiteX1" fmla="*/ 595706 w 595706"/>
                <a:gd name="connsiteY1" fmla="*/ 2118 h 140731"/>
                <a:gd name="connsiteX2" fmla="*/ 595706 w 595706"/>
                <a:gd name="connsiteY2" fmla="*/ 98549 h 140731"/>
                <a:gd name="connsiteX3" fmla="*/ 1361 w 595706"/>
                <a:gd name="connsiteY3" fmla="*/ 140731 h 140731"/>
                <a:gd name="connsiteX4" fmla="*/ 0 w 595706"/>
                <a:gd name="connsiteY4" fmla="*/ 23494 h 140731"/>
                <a:gd name="connsiteX0" fmla="*/ 0 w 595706"/>
                <a:gd name="connsiteY0" fmla="*/ 25030 h 142267"/>
                <a:gd name="connsiteX1" fmla="*/ 595706 w 595706"/>
                <a:gd name="connsiteY1" fmla="*/ 3654 h 142267"/>
                <a:gd name="connsiteX2" fmla="*/ 595706 w 595706"/>
                <a:gd name="connsiteY2" fmla="*/ 100085 h 142267"/>
                <a:gd name="connsiteX3" fmla="*/ 1361 w 595706"/>
                <a:gd name="connsiteY3" fmla="*/ 142267 h 142267"/>
                <a:gd name="connsiteX4" fmla="*/ 0 w 595706"/>
                <a:gd name="connsiteY4" fmla="*/ 25030 h 142267"/>
                <a:gd name="connsiteX0" fmla="*/ 0 w 595706"/>
                <a:gd name="connsiteY0" fmla="*/ 22091 h 139328"/>
                <a:gd name="connsiteX1" fmla="*/ 595706 w 595706"/>
                <a:gd name="connsiteY1" fmla="*/ 715 h 139328"/>
                <a:gd name="connsiteX2" fmla="*/ 595706 w 595706"/>
                <a:gd name="connsiteY2" fmla="*/ 97146 h 139328"/>
                <a:gd name="connsiteX3" fmla="*/ 1361 w 595706"/>
                <a:gd name="connsiteY3" fmla="*/ 139328 h 139328"/>
                <a:gd name="connsiteX4" fmla="*/ 0 w 595706"/>
                <a:gd name="connsiteY4" fmla="*/ 22091 h 139328"/>
                <a:gd name="connsiteX0" fmla="*/ 0 w 595706"/>
                <a:gd name="connsiteY0" fmla="*/ 23573 h 140810"/>
                <a:gd name="connsiteX1" fmla="*/ 595706 w 595706"/>
                <a:gd name="connsiteY1" fmla="*/ 2197 h 140810"/>
                <a:gd name="connsiteX2" fmla="*/ 595706 w 595706"/>
                <a:gd name="connsiteY2" fmla="*/ 98628 h 140810"/>
                <a:gd name="connsiteX3" fmla="*/ 1361 w 595706"/>
                <a:gd name="connsiteY3" fmla="*/ 140810 h 140810"/>
                <a:gd name="connsiteX4" fmla="*/ 0 w 595706"/>
                <a:gd name="connsiteY4" fmla="*/ 23573 h 140810"/>
                <a:gd name="connsiteX0" fmla="*/ 0 w 595706"/>
                <a:gd name="connsiteY0" fmla="*/ 21908 h 139145"/>
                <a:gd name="connsiteX1" fmla="*/ 595706 w 595706"/>
                <a:gd name="connsiteY1" fmla="*/ 532 h 139145"/>
                <a:gd name="connsiteX2" fmla="*/ 595706 w 595706"/>
                <a:gd name="connsiteY2" fmla="*/ 96963 h 139145"/>
                <a:gd name="connsiteX3" fmla="*/ 1361 w 595706"/>
                <a:gd name="connsiteY3" fmla="*/ 139145 h 139145"/>
                <a:gd name="connsiteX4" fmla="*/ 0 w 595706"/>
                <a:gd name="connsiteY4" fmla="*/ 21908 h 139145"/>
                <a:gd name="connsiteX0" fmla="*/ 0 w 595706"/>
                <a:gd name="connsiteY0" fmla="*/ 23863 h 141100"/>
                <a:gd name="connsiteX1" fmla="*/ 595706 w 595706"/>
                <a:gd name="connsiteY1" fmla="*/ 2487 h 141100"/>
                <a:gd name="connsiteX2" fmla="*/ 595706 w 595706"/>
                <a:gd name="connsiteY2" fmla="*/ 98918 h 141100"/>
                <a:gd name="connsiteX3" fmla="*/ 1361 w 595706"/>
                <a:gd name="connsiteY3" fmla="*/ 141100 h 141100"/>
                <a:gd name="connsiteX4" fmla="*/ 0 w 595706"/>
                <a:gd name="connsiteY4" fmla="*/ 23863 h 141100"/>
                <a:gd name="connsiteX0" fmla="*/ 0 w 595706"/>
                <a:gd name="connsiteY0" fmla="*/ 24472 h 141709"/>
                <a:gd name="connsiteX1" fmla="*/ 595706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0 w 595706"/>
                <a:gd name="connsiteY0" fmla="*/ 24267 h 141504"/>
                <a:gd name="connsiteX1" fmla="*/ 595706 w 595706"/>
                <a:gd name="connsiteY1" fmla="*/ 2891 h 141504"/>
                <a:gd name="connsiteX2" fmla="*/ 595706 w 595706"/>
                <a:gd name="connsiteY2" fmla="*/ 99322 h 141504"/>
                <a:gd name="connsiteX3" fmla="*/ 1361 w 595706"/>
                <a:gd name="connsiteY3" fmla="*/ 141504 h 141504"/>
                <a:gd name="connsiteX4" fmla="*/ 0 w 595706"/>
                <a:gd name="connsiteY4" fmla="*/ 24267 h 141504"/>
                <a:gd name="connsiteX0" fmla="*/ 0 w 595706"/>
                <a:gd name="connsiteY0" fmla="*/ 24472 h 141709"/>
                <a:gd name="connsiteX1" fmla="*/ 595706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0 w 595706"/>
                <a:gd name="connsiteY0" fmla="*/ 24472 h 141709"/>
                <a:gd name="connsiteX1" fmla="*/ 594353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124 w 595830"/>
                <a:gd name="connsiteY0" fmla="*/ 24472 h 141709"/>
                <a:gd name="connsiteX1" fmla="*/ 594477 w 595830"/>
                <a:gd name="connsiteY1" fmla="*/ 3096 h 141709"/>
                <a:gd name="connsiteX2" fmla="*/ 595830 w 595830"/>
                <a:gd name="connsiteY2" fmla="*/ 99527 h 141709"/>
                <a:gd name="connsiteX3" fmla="*/ 131 w 595830"/>
                <a:gd name="connsiteY3" fmla="*/ 141709 h 141709"/>
                <a:gd name="connsiteX4" fmla="*/ 124 w 595830"/>
                <a:gd name="connsiteY4" fmla="*/ 24472 h 141709"/>
                <a:gd name="connsiteX0" fmla="*/ 124 w 597179"/>
                <a:gd name="connsiteY0" fmla="*/ 25207 h 142444"/>
                <a:gd name="connsiteX1" fmla="*/ 597179 w 597179"/>
                <a:gd name="connsiteY1" fmla="*/ 481 h 142444"/>
                <a:gd name="connsiteX2" fmla="*/ 595830 w 597179"/>
                <a:gd name="connsiteY2" fmla="*/ 100262 h 142444"/>
                <a:gd name="connsiteX3" fmla="*/ 131 w 597179"/>
                <a:gd name="connsiteY3" fmla="*/ 142444 h 142444"/>
                <a:gd name="connsiteX4" fmla="*/ 124 w 597179"/>
                <a:gd name="connsiteY4" fmla="*/ 25207 h 142444"/>
                <a:gd name="connsiteX0" fmla="*/ 124 w 595889"/>
                <a:gd name="connsiteY0" fmla="*/ 25842 h 143079"/>
                <a:gd name="connsiteX1" fmla="*/ 594477 w 595889"/>
                <a:gd name="connsiteY1" fmla="*/ 0 h 143079"/>
                <a:gd name="connsiteX2" fmla="*/ 595830 w 595889"/>
                <a:gd name="connsiteY2" fmla="*/ 100897 h 143079"/>
                <a:gd name="connsiteX3" fmla="*/ 131 w 595889"/>
                <a:gd name="connsiteY3" fmla="*/ 143079 h 143079"/>
                <a:gd name="connsiteX4" fmla="*/ 124 w 595889"/>
                <a:gd name="connsiteY4" fmla="*/ 25842 h 143079"/>
                <a:gd name="connsiteX0" fmla="*/ 124 w 595889"/>
                <a:gd name="connsiteY0" fmla="*/ 24713 h 141950"/>
                <a:gd name="connsiteX1" fmla="*/ 594477 w 595889"/>
                <a:gd name="connsiteY1" fmla="*/ 2221 h 141950"/>
                <a:gd name="connsiteX2" fmla="*/ 595830 w 595889"/>
                <a:gd name="connsiteY2" fmla="*/ 99768 h 141950"/>
                <a:gd name="connsiteX3" fmla="*/ 131 w 595889"/>
                <a:gd name="connsiteY3" fmla="*/ 141950 h 141950"/>
                <a:gd name="connsiteX4" fmla="*/ 124 w 595889"/>
                <a:gd name="connsiteY4" fmla="*/ 24713 h 141950"/>
                <a:gd name="connsiteX0" fmla="*/ 124 w 595959"/>
                <a:gd name="connsiteY0" fmla="*/ 24713 h 141950"/>
                <a:gd name="connsiteX1" fmla="*/ 595828 w 595959"/>
                <a:gd name="connsiteY1" fmla="*/ 2221 h 141950"/>
                <a:gd name="connsiteX2" fmla="*/ 595830 w 595959"/>
                <a:gd name="connsiteY2" fmla="*/ 99768 h 141950"/>
                <a:gd name="connsiteX3" fmla="*/ 131 w 595959"/>
                <a:gd name="connsiteY3" fmla="*/ 141950 h 141950"/>
                <a:gd name="connsiteX4" fmla="*/ 124 w 595959"/>
                <a:gd name="connsiteY4" fmla="*/ 24713 h 141950"/>
                <a:gd name="connsiteX0" fmla="*/ 124 w 595959"/>
                <a:gd name="connsiteY0" fmla="*/ 24925 h 142162"/>
                <a:gd name="connsiteX1" fmla="*/ 595828 w 595959"/>
                <a:gd name="connsiteY1" fmla="*/ 2433 h 142162"/>
                <a:gd name="connsiteX2" fmla="*/ 595830 w 595959"/>
                <a:gd name="connsiteY2" fmla="*/ 99980 h 142162"/>
                <a:gd name="connsiteX3" fmla="*/ 131 w 595959"/>
                <a:gd name="connsiteY3" fmla="*/ 142162 h 142162"/>
                <a:gd name="connsiteX4" fmla="*/ 124 w 595959"/>
                <a:gd name="connsiteY4" fmla="*/ 24925 h 142162"/>
                <a:gd name="connsiteX0" fmla="*/ 124 w 595959"/>
                <a:gd name="connsiteY0" fmla="*/ 22492 h 139729"/>
                <a:gd name="connsiteX1" fmla="*/ 595828 w 595959"/>
                <a:gd name="connsiteY1" fmla="*/ 0 h 139729"/>
                <a:gd name="connsiteX2" fmla="*/ 595830 w 595959"/>
                <a:gd name="connsiteY2" fmla="*/ 97547 h 139729"/>
                <a:gd name="connsiteX3" fmla="*/ 131 w 595959"/>
                <a:gd name="connsiteY3" fmla="*/ 139729 h 139729"/>
                <a:gd name="connsiteX4" fmla="*/ 124 w 595959"/>
                <a:gd name="connsiteY4" fmla="*/ 22492 h 139729"/>
                <a:gd name="connsiteX0" fmla="*/ 124 w 595959"/>
                <a:gd name="connsiteY0" fmla="*/ 25585 h 142822"/>
                <a:gd name="connsiteX1" fmla="*/ 595828 w 595959"/>
                <a:gd name="connsiteY1" fmla="*/ 3093 h 142822"/>
                <a:gd name="connsiteX2" fmla="*/ 595830 w 595959"/>
                <a:gd name="connsiteY2" fmla="*/ 100640 h 142822"/>
                <a:gd name="connsiteX3" fmla="*/ 131 w 595959"/>
                <a:gd name="connsiteY3" fmla="*/ 142822 h 142822"/>
                <a:gd name="connsiteX4" fmla="*/ 124 w 595959"/>
                <a:gd name="connsiteY4" fmla="*/ 25585 h 142822"/>
                <a:gd name="connsiteX0" fmla="*/ 124 w 595959"/>
                <a:gd name="connsiteY0" fmla="*/ 25585 h 142822"/>
                <a:gd name="connsiteX1" fmla="*/ 595828 w 595959"/>
                <a:gd name="connsiteY1" fmla="*/ 3093 h 142822"/>
                <a:gd name="connsiteX2" fmla="*/ 595830 w 595959"/>
                <a:gd name="connsiteY2" fmla="*/ 100640 h 142822"/>
                <a:gd name="connsiteX3" fmla="*/ 131 w 595959"/>
                <a:gd name="connsiteY3" fmla="*/ 142822 h 142822"/>
                <a:gd name="connsiteX4" fmla="*/ 124 w 595959"/>
                <a:gd name="connsiteY4" fmla="*/ 25585 h 142822"/>
                <a:gd name="connsiteX0" fmla="*/ 124 w 595959"/>
                <a:gd name="connsiteY0" fmla="*/ 26512 h 143749"/>
                <a:gd name="connsiteX1" fmla="*/ 595828 w 595959"/>
                <a:gd name="connsiteY1" fmla="*/ 4020 h 143749"/>
                <a:gd name="connsiteX2" fmla="*/ 595830 w 595959"/>
                <a:gd name="connsiteY2" fmla="*/ 101567 h 143749"/>
                <a:gd name="connsiteX3" fmla="*/ 131 w 595959"/>
                <a:gd name="connsiteY3" fmla="*/ 143749 h 143749"/>
                <a:gd name="connsiteX4" fmla="*/ 124 w 595959"/>
                <a:gd name="connsiteY4" fmla="*/ 26512 h 143749"/>
                <a:gd name="connsiteX0" fmla="*/ 124 w 595959"/>
                <a:gd name="connsiteY0" fmla="*/ 26512 h 143749"/>
                <a:gd name="connsiteX1" fmla="*/ 595828 w 595959"/>
                <a:gd name="connsiteY1" fmla="*/ 4020 h 143749"/>
                <a:gd name="connsiteX2" fmla="*/ 595830 w 595959"/>
                <a:gd name="connsiteY2" fmla="*/ 101567 h 143749"/>
                <a:gd name="connsiteX3" fmla="*/ 131 w 595959"/>
                <a:gd name="connsiteY3" fmla="*/ 143749 h 143749"/>
                <a:gd name="connsiteX4" fmla="*/ 124 w 595959"/>
                <a:gd name="connsiteY4" fmla="*/ 26512 h 143749"/>
                <a:gd name="connsiteX0" fmla="*/ 124 w 595959"/>
                <a:gd name="connsiteY0" fmla="*/ 28496 h 145733"/>
                <a:gd name="connsiteX1" fmla="*/ 595828 w 595959"/>
                <a:gd name="connsiteY1" fmla="*/ 6004 h 145733"/>
                <a:gd name="connsiteX2" fmla="*/ 595830 w 595959"/>
                <a:gd name="connsiteY2" fmla="*/ 103551 h 145733"/>
                <a:gd name="connsiteX3" fmla="*/ 131 w 595959"/>
                <a:gd name="connsiteY3" fmla="*/ 145733 h 145733"/>
                <a:gd name="connsiteX4" fmla="*/ 124 w 595959"/>
                <a:gd name="connsiteY4" fmla="*/ 28496 h 14573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856"/>
                <a:gd name="connsiteY0" fmla="*/ 41841 h 159078"/>
                <a:gd name="connsiteX1" fmla="*/ 591261 w 595856"/>
                <a:gd name="connsiteY1" fmla="*/ 0 h 159078"/>
                <a:gd name="connsiteX2" fmla="*/ 595830 w 595856"/>
                <a:gd name="connsiteY2" fmla="*/ 116896 h 159078"/>
                <a:gd name="connsiteX3" fmla="*/ 131 w 595856"/>
                <a:gd name="connsiteY3" fmla="*/ 159078 h 159078"/>
                <a:gd name="connsiteX4" fmla="*/ 124 w 595856"/>
                <a:gd name="connsiteY4" fmla="*/ 41841 h 159078"/>
                <a:gd name="connsiteX0" fmla="*/ 124 w 595959"/>
                <a:gd name="connsiteY0" fmla="*/ 41841 h 159078"/>
                <a:gd name="connsiteX1" fmla="*/ 595828 w 595959"/>
                <a:gd name="connsiteY1" fmla="*/ 0 h 159078"/>
                <a:gd name="connsiteX2" fmla="*/ 595830 w 595959"/>
                <a:gd name="connsiteY2" fmla="*/ 116896 h 159078"/>
                <a:gd name="connsiteX3" fmla="*/ 131 w 595959"/>
                <a:gd name="connsiteY3" fmla="*/ 159078 h 159078"/>
                <a:gd name="connsiteX4" fmla="*/ 124 w 595959"/>
                <a:gd name="connsiteY4" fmla="*/ 41841 h 159078"/>
                <a:gd name="connsiteX0" fmla="*/ 124 w 597349"/>
                <a:gd name="connsiteY0" fmla="*/ 42378 h 159615"/>
                <a:gd name="connsiteX1" fmla="*/ 597349 w 597349"/>
                <a:gd name="connsiteY1" fmla="*/ 0 h 159615"/>
                <a:gd name="connsiteX2" fmla="*/ 595830 w 597349"/>
                <a:gd name="connsiteY2" fmla="*/ 117433 h 159615"/>
                <a:gd name="connsiteX3" fmla="*/ 131 w 597349"/>
                <a:gd name="connsiteY3" fmla="*/ 159615 h 159615"/>
                <a:gd name="connsiteX4" fmla="*/ 124 w 597349"/>
                <a:gd name="connsiteY4" fmla="*/ 42378 h 159615"/>
                <a:gd name="connsiteX0" fmla="*/ 124 w 600443"/>
                <a:gd name="connsiteY0" fmla="*/ 42378 h 159615"/>
                <a:gd name="connsiteX1" fmla="*/ 597349 w 600443"/>
                <a:gd name="connsiteY1" fmla="*/ 0 h 159615"/>
                <a:gd name="connsiteX2" fmla="*/ 600408 w 600443"/>
                <a:gd name="connsiteY2" fmla="*/ 117433 h 159615"/>
                <a:gd name="connsiteX3" fmla="*/ 131 w 600443"/>
                <a:gd name="connsiteY3" fmla="*/ 159615 h 159615"/>
                <a:gd name="connsiteX4" fmla="*/ 124 w 600443"/>
                <a:gd name="connsiteY4" fmla="*/ 42378 h 159615"/>
                <a:gd name="connsiteX0" fmla="*/ 124 w 600537"/>
                <a:gd name="connsiteY0" fmla="*/ 42378 h 159615"/>
                <a:gd name="connsiteX1" fmla="*/ 600401 w 600537"/>
                <a:gd name="connsiteY1" fmla="*/ 0 h 159615"/>
                <a:gd name="connsiteX2" fmla="*/ 600408 w 600537"/>
                <a:gd name="connsiteY2" fmla="*/ 117433 h 159615"/>
                <a:gd name="connsiteX3" fmla="*/ 131 w 600537"/>
                <a:gd name="connsiteY3" fmla="*/ 159615 h 159615"/>
                <a:gd name="connsiteX4" fmla="*/ 124 w 600537"/>
                <a:gd name="connsiteY4" fmla="*/ 42378 h 159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0537" h="159615">
                  <a:moveTo>
                    <a:pt x="124" y="42378"/>
                  </a:moveTo>
                  <a:cubicBezTo>
                    <a:pt x="296414" y="-50243"/>
                    <a:pt x="418111" y="75773"/>
                    <a:pt x="600401" y="0"/>
                  </a:cubicBezTo>
                  <a:cubicBezTo>
                    <a:pt x="599951" y="33260"/>
                    <a:pt x="600858" y="84173"/>
                    <a:pt x="600408" y="117433"/>
                  </a:cubicBezTo>
                  <a:cubicBezTo>
                    <a:pt x="395490" y="192726"/>
                    <a:pt x="285331" y="62551"/>
                    <a:pt x="131" y="159615"/>
                  </a:cubicBezTo>
                  <a:cubicBezTo>
                    <a:pt x="-323" y="114566"/>
                    <a:pt x="578" y="87427"/>
                    <a:pt x="124" y="42378"/>
                  </a:cubicBezTo>
                  <a:close/>
                </a:path>
              </a:pathLst>
            </a:custGeom>
            <a:solidFill>
              <a:schemeClr val="accent5">
                <a:lumMod val="40000"/>
                <a:lumOff val="6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813" name="组合 812">
              <a:extLst>
                <a:ext uri="{FF2B5EF4-FFF2-40B4-BE49-F238E27FC236}">
                  <a16:creationId xmlns:a16="http://schemas.microsoft.com/office/drawing/2014/main" id="{A7B164DB-2948-3657-C7BA-DF5BE0FE510F}"/>
                </a:ext>
              </a:extLst>
            </p:cNvPr>
            <p:cNvGrpSpPr/>
            <p:nvPr/>
          </p:nvGrpSpPr>
          <p:grpSpPr>
            <a:xfrm>
              <a:off x="6489710" y="6445933"/>
              <a:ext cx="621640" cy="735125"/>
              <a:chOff x="5766806" y="6445933"/>
              <a:chExt cx="621640" cy="735125"/>
            </a:xfrm>
          </p:grpSpPr>
          <p:sp>
            <p:nvSpPr>
              <p:cNvPr id="814" name="矩形 1174">
                <a:extLst>
                  <a:ext uri="{FF2B5EF4-FFF2-40B4-BE49-F238E27FC236}">
                    <a16:creationId xmlns:a16="http://schemas.microsoft.com/office/drawing/2014/main" id="{3DB8F40C-E5C9-9CC9-0708-5D20DAC6CDC1}"/>
                  </a:ext>
                </a:extLst>
              </p:cNvPr>
              <p:cNvSpPr/>
              <p:nvPr/>
            </p:nvSpPr>
            <p:spPr>
              <a:xfrm rot="10800000">
                <a:off x="5768235" y="6445933"/>
                <a:ext cx="618706" cy="226680"/>
              </a:xfrm>
              <a:custGeom>
                <a:avLst/>
                <a:gdLst>
                  <a:gd name="connsiteX0" fmla="*/ 0 w 595706"/>
                  <a:gd name="connsiteY0" fmla="*/ 0 h 92965"/>
                  <a:gd name="connsiteX1" fmla="*/ 595706 w 595706"/>
                  <a:gd name="connsiteY1" fmla="*/ 0 h 92965"/>
                  <a:gd name="connsiteX2" fmla="*/ 595706 w 595706"/>
                  <a:gd name="connsiteY2" fmla="*/ 92965 h 92965"/>
                  <a:gd name="connsiteX3" fmla="*/ 0 w 595706"/>
                  <a:gd name="connsiteY3" fmla="*/ 92965 h 92965"/>
                  <a:gd name="connsiteX4" fmla="*/ 0 w 595706"/>
                  <a:gd name="connsiteY4" fmla="*/ 0 h 92965"/>
                  <a:gd name="connsiteX0" fmla="*/ 0 w 595706"/>
                  <a:gd name="connsiteY0" fmla="*/ 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0 h 135147"/>
                  <a:gd name="connsiteX0" fmla="*/ 0 w 595706"/>
                  <a:gd name="connsiteY0" fmla="*/ 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0 h 135147"/>
                  <a:gd name="connsiteX0" fmla="*/ 0 w 595706"/>
                  <a:gd name="connsiteY0" fmla="*/ 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0 h 135147"/>
                  <a:gd name="connsiteX0" fmla="*/ 0 w 595706"/>
                  <a:gd name="connsiteY0" fmla="*/ 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0 h 135147"/>
                  <a:gd name="connsiteX0" fmla="*/ 1422 w 594406"/>
                  <a:gd name="connsiteY0" fmla="*/ 21376 h 135147"/>
                  <a:gd name="connsiteX1" fmla="*/ 594406 w 594406"/>
                  <a:gd name="connsiteY1" fmla="*/ 0 h 135147"/>
                  <a:gd name="connsiteX2" fmla="*/ 594406 w 594406"/>
                  <a:gd name="connsiteY2" fmla="*/ 92965 h 135147"/>
                  <a:gd name="connsiteX3" fmla="*/ 61 w 594406"/>
                  <a:gd name="connsiteY3" fmla="*/ 135147 h 135147"/>
                  <a:gd name="connsiteX4" fmla="*/ 1422 w 594406"/>
                  <a:gd name="connsiteY4" fmla="*/ 21376 h 135147"/>
                  <a:gd name="connsiteX0" fmla="*/ 1422 w 594406"/>
                  <a:gd name="connsiteY0" fmla="*/ 15599 h 135147"/>
                  <a:gd name="connsiteX1" fmla="*/ 594406 w 594406"/>
                  <a:gd name="connsiteY1" fmla="*/ 0 h 135147"/>
                  <a:gd name="connsiteX2" fmla="*/ 594406 w 594406"/>
                  <a:gd name="connsiteY2" fmla="*/ 92965 h 135147"/>
                  <a:gd name="connsiteX3" fmla="*/ 61 w 594406"/>
                  <a:gd name="connsiteY3" fmla="*/ 135147 h 135147"/>
                  <a:gd name="connsiteX4" fmla="*/ 1422 w 594406"/>
                  <a:gd name="connsiteY4" fmla="*/ 15599 h 135147"/>
                  <a:gd name="connsiteX0" fmla="*/ 131 w 594476"/>
                  <a:gd name="connsiteY0" fmla="*/ 4622 h 135147"/>
                  <a:gd name="connsiteX1" fmla="*/ 594476 w 594476"/>
                  <a:gd name="connsiteY1" fmla="*/ 0 h 135147"/>
                  <a:gd name="connsiteX2" fmla="*/ 594476 w 594476"/>
                  <a:gd name="connsiteY2" fmla="*/ 92965 h 135147"/>
                  <a:gd name="connsiteX3" fmla="*/ 131 w 594476"/>
                  <a:gd name="connsiteY3" fmla="*/ 135147 h 135147"/>
                  <a:gd name="connsiteX4" fmla="*/ 131 w 594476"/>
                  <a:gd name="connsiteY4" fmla="*/ 4622 h 135147"/>
                  <a:gd name="connsiteX0" fmla="*/ 0 w 595706"/>
                  <a:gd name="connsiteY0" fmla="*/ 1791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17910 h 135147"/>
                  <a:gd name="connsiteX0" fmla="*/ 0 w 595706"/>
                  <a:gd name="connsiteY0" fmla="*/ 1791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17910 h 135147"/>
                  <a:gd name="connsiteX0" fmla="*/ 0 w 595706"/>
                  <a:gd name="connsiteY0" fmla="*/ 1791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17910 h 135147"/>
                  <a:gd name="connsiteX0" fmla="*/ 0 w 595706"/>
                  <a:gd name="connsiteY0" fmla="*/ 1791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17910 h 135147"/>
                  <a:gd name="connsiteX0" fmla="*/ 0 w 595706"/>
                  <a:gd name="connsiteY0" fmla="*/ 22423 h 139660"/>
                  <a:gd name="connsiteX1" fmla="*/ 595706 w 595706"/>
                  <a:gd name="connsiteY1" fmla="*/ 4513 h 139660"/>
                  <a:gd name="connsiteX2" fmla="*/ 595706 w 595706"/>
                  <a:gd name="connsiteY2" fmla="*/ 97478 h 139660"/>
                  <a:gd name="connsiteX3" fmla="*/ 1361 w 595706"/>
                  <a:gd name="connsiteY3" fmla="*/ 139660 h 139660"/>
                  <a:gd name="connsiteX4" fmla="*/ 0 w 595706"/>
                  <a:gd name="connsiteY4" fmla="*/ 22423 h 139660"/>
                  <a:gd name="connsiteX0" fmla="*/ 0 w 595706"/>
                  <a:gd name="connsiteY0" fmla="*/ 26413 h 143650"/>
                  <a:gd name="connsiteX1" fmla="*/ 595706 w 595706"/>
                  <a:gd name="connsiteY1" fmla="*/ 8503 h 143650"/>
                  <a:gd name="connsiteX2" fmla="*/ 595706 w 595706"/>
                  <a:gd name="connsiteY2" fmla="*/ 101468 h 143650"/>
                  <a:gd name="connsiteX3" fmla="*/ 1361 w 595706"/>
                  <a:gd name="connsiteY3" fmla="*/ 143650 h 143650"/>
                  <a:gd name="connsiteX4" fmla="*/ 0 w 595706"/>
                  <a:gd name="connsiteY4" fmla="*/ 26413 h 143650"/>
                  <a:gd name="connsiteX0" fmla="*/ 0 w 595706"/>
                  <a:gd name="connsiteY0" fmla="*/ 21286 h 138523"/>
                  <a:gd name="connsiteX1" fmla="*/ 595706 w 595706"/>
                  <a:gd name="connsiteY1" fmla="*/ 3376 h 138523"/>
                  <a:gd name="connsiteX2" fmla="*/ 595706 w 595706"/>
                  <a:gd name="connsiteY2" fmla="*/ 96341 h 138523"/>
                  <a:gd name="connsiteX3" fmla="*/ 1361 w 595706"/>
                  <a:gd name="connsiteY3" fmla="*/ 138523 h 138523"/>
                  <a:gd name="connsiteX4" fmla="*/ 0 w 595706"/>
                  <a:gd name="connsiteY4" fmla="*/ 21286 h 138523"/>
                  <a:gd name="connsiteX0" fmla="*/ 0 w 595706"/>
                  <a:gd name="connsiteY0" fmla="*/ 22534 h 139771"/>
                  <a:gd name="connsiteX1" fmla="*/ 595706 w 595706"/>
                  <a:gd name="connsiteY1" fmla="*/ 4624 h 139771"/>
                  <a:gd name="connsiteX2" fmla="*/ 595706 w 595706"/>
                  <a:gd name="connsiteY2" fmla="*/ 97589 h 139771"/>
                  <a:gd name="connsiteX3" fmla="*/ 1361 w 595706"/>
                  <a:gd name="connsiteY3" fmla="*/ 139771 h 139771"/>
                  <a:gd name="connsiteX4" fmla="*/ 0 w 595706"/>
                  <a:gd name="connsiteY4" fmla="*/ 22534 h 139771"/>
                  <a:gd name="connsiteX0" fmla="*/ 0 w 595706"/>
                  <a:gd name="connsiteY0" fmla="*/ 23494 h 140731"/>
                  <a:gd name="connsiteX1" fmla="*/ 595706 w 595706"/>
                  <a:gd name="connsiteY1" fmla="*/ 2118 h 140731"/>
                  <a:gd name="connsiteX2" fmla="*/ 595706 w 595706"/>
                  <a:gd name="connsiteY2" fmla="*/ 98549 h 140731"/>
                  <a:gd name="connsiteX3" fmla="*/ 1361 w 595706"/>
                  <a:gd name="connsiteY3" fmla="*/ 140731 h 140731"/>
                  <a:gd name="connsiteX4" fmla="*/ 0 w 595706"/>
                  <a:gd name="connsiteY4" fmla="*/ 23494 h 140731"/>
                  <a:gd name="connsiteX0" fmla="*/ 0 w 595706"/>
                  <a:gd name="connsiteY0" fmla="*/ 23494 h 140731"/>
                  <a:gd name="connsiteX1" fmla="*/ 595706 w 595706"/>
                  <a:gd name="connsiteY1" fmla="*/ 2118 h 140731"/>
                  <a:gd name="connsiteX2" fmla="*/ 595706 w 595706"/>
                  <a:gd name="connsiteY2" fmla="*/ 98549 h 140731"/>
                  <a:gd name="connsiteX3" fmla="*/ 1361 w 595706"/>
                  <a:gd name="connsiteY3" fmla="*/ 140731 h 140731"/>
                  <a:gd name="connsiteX4" fmla="*/ 0 w 595706"/>
                  <a:gd name="connsiteY4" fmla="*/ 23494 h 140731"/>
                  <a:gd name="connsiteX0" fmla="*/ 0 w 595706"/>
                  <a:gd name="connsiteY0" fmla="*/ 25030 h 142267"/>
                  <a:gd name="connsiteX1" fmla="*/ 595706 w 595706"/>
                  <a:gd name="connsiteY1" fmla="*/ 3654 h 142267"/>
                  <a:gd name="connsiteX2" fmla="*/ 595706 w 595706"/>
                  <a:gd name="connsiteY2" fmla="*/ 100085 h 142267"/>
                  <a:gd name="connsiteX3" fmla="*/ 1361 w 595706"/>
                  <a:gd name="connsiteY3" fmla="*/ 142267 h 142267"/>
                  <a:gd name="connsiteX4" fmla="*/ 0 w 595706"/>
                  <a:gd name="connsiteY4" fmla="*/ 25030 h 142267"/>
                  <a:gd name="connsiteX0" fmla="*/ 0 w 595706"/>
                  <a:gd name="connsiteY0" fmla="*/ 22091 h 139328"/>
                  <a:gd name="connsiteX1" fmla="*/ 595706 w 595706"/>
                  <a:gd name="connsiteY1" fmla="*/ 715 h 139328"/>
                  <a:gd name="connsiteX2" fmla="*/ 595706 w 595706"/>
                  <a:gd name="connsiteY2" fmla="*/ 97146 h 139328"/>
                  <a:gd name="connsiteX3" fmla="*/ 1361 w 595706"/>
                  <a:gd name="connsiteY3" fmla="*/ 139328 h 139328"/>
                  <a:gd name="connsiteX4" fmla="*/ 0 w 595706"/>
                  <a:gd name="connsiteY4" fmla="*/ 22091 h 139328"/>
                  <a:gd name="connsiteX0" fmla="*/ 0 w 595706"/>
                  <a:gd name="connsiteY0" fmla="*/ 23573 h 140810"/>
                  <a:gd name="connsiteX1" fmla="*/ 595706 w 595706"/>
                  <a:gd name="connsiteY1" fmla="*/ 2197 h 140810"/>
                  <a:gd name="connsiteX2" fmla="*/ 595706 w 595706"/>
                  <a:gd name="connsiteY2" fmla="*/ 98628 h 140810"/>
                  <a:gd name="connsiteX3" fmla="*/ 1361 w 595706"/>
                  <a:gd name="connsiteY3" fmla="*/ 140810 h 140810"/>
                  <a:gd name="connsiteX4" fmla="*/ 0 w 595706"/>
                  <a:gd name="connsiteY4" fmla="*/ 23573 h 140810"/>
                  <a:gd name="connsiteX0" fmla="*/ 0 w 595706"/>
                  <a:gd name="connsiteY0" fmla="*/ 21908 h 139145"/>
                  <a:gd name="connsiteX1" fmla="*/ 595706 w 595706"/>
                  <a:gd name="connsiteY1" fmla="*/ 532 h 139145"/>
                  <a:gd name="connsiteX2" fmla="*/ 595706 w 595706"/>
                  <a:gd name="connsiteY2" fmla="*/ 96963 h 139145"/>
                  <a:gd name="connsiteX3" fmla="*/ 1361 w 595706"/>
                  <a:gd name="connsiteY3" fmla="*/ 139145 h 139145"/>
                  <a:gd name="connsiteX4" fmla="*/ 0 w 595706"/>
                  <a:gd name="connsiteY4" fmla="*/ 21908 h 139145"/>
                  <a:gd name="connsiteX0" fmla="*/ 0 w 595706"/>
                  <a:gd name="connsiteY0" fmla="*/ 23863 h 141100"/>
                  <a:gd name="connsiteX1" fmla="*/ 595706 w 595706"/>
                  <a:gd name="connsiteY1" fmla="*/ 2487 h 141100"/>
                  <a:gd name="connsiteX2" fmla="*/ 595706 w 595706"/>
                  <a:gd name="connsiteY2" fmla="*/ 98918 h 141100"/>
                  <a:gd name="connsiteX3" fmla="*/ 1361 w 595706"/>
                  <a:gd name="connsiteY3" fmla="*/ 141100 h 141100"/>
                  <a:gd name="connsiteX4" fmla="*/ 0 w 595706"/>
                  <a:gd name="connsiteY4" fmla="*/ 23863 h 141100"/>
                  <a:gd name="connsiteX0" fmla="*/ 0 w 595706"/>
                  <a:gd name="connsiteY0" fmla="*/ 24472 h 141709"/>
                  <a:gd name="connsiteX1" fmla="*/ 595706 w 595706"/>
                  <a:gd name="connsiteY1" fmla="*/ 3096 h 141709"/>
                  <a:gd name="connsiteX2" fmla="*/ 595706 w 595706"/>
                  <a:gd name="connsiteY2" fmla="*/ 99527 h 141709"/>
                  <a:gd name="connsiteX3" fmla="*/ 1361 w 595706"/>
                  <a:gd name="connsiteY3" fmla="*/ 141709 h 141709"/>
                  <a:gd name="connsiteX4" fmla="*/ 0 w 595706"/>
                  <a:gd name="connsiteY4" fmla="*/ 24472 h 141709"/>
                  <a:gd name="connsiteX0" fmla="*/ 0 w 595706"/>
                  <a:gd name="connsiteY0" fmla="*/ 24267 h 141504"/>
                  <a:gd name="connsiteX1" fmla="*/ 595706 w 595706"/>
                  <a:gd name="connsiteY1" fmla="*/ 2891 h 141504"/>
                  <a:gd name="connsiteX2" fmla="*/ 595706 w 595706"/>
                  <a:gd name="connsiteY2" fmla="*/ 99322 h 141504"/>
                  <a:gd name="connsiteX3" fmla="*/ 1361 w 595706"/>
                  <a:gd name="connsiteY3" fmla="*/ 141504 h 141504"/>
                  <a:gd name="connsiteX4" fmla="*/ 0 w 595706"/>
                  <a:gd name="connsiteY4" fmla="*/ 24267 h 141504"/>
                  <a:gd name="connsiteX0" fmla="*/ 0 w 595706"/>
                  <a:gd name="connsiteY0" fmla="*/ 24472 h 141709"/>
                  <a:gd name="connsiteX1" fmla="*/ 595706 w 595706"/>
                  <a:gd name="connsiteY1" fmla="*/ 3096 h 141709"/>
                  <a:gd name="connsiteX2" fmla="*/ 595706 w 595706"/>
                  <a:gd name="connsiteY2" fmla="*/ 99527 h 141709"/>
                  <a:gd name="connsiteX3" fmla="*/ 1361 w 595706"/>
                  <a:gd name="connsiteY3" fmla="*/ 141709 h 141709"/>
                  <a:gd name="connsiteX4" fmla="*/ 0 w 595706"/>
                  <a:gd name="connsiteY4" fmla="*/ 24472 h 141709"/>
                  <a:gd name="connsiteX0" fmla="*/ 0 w 595706"/>
                  <a:gd name="connsiteY0" fmla="*/ 24472 h 141709"/>
                  <a:gd name="connsiteX1" fmla="*/ 594353 w 595706"/>
                  <a:gd name="connsiteY1" fmla="*/ 3096 h 141709"/>
                  <a:gd name="connsiteX2" fmla="*/ 595706 w 595706"/>
                  <a:gd name="connsiteY2" fmla="*/ 99527 h 141709"/>
                  <a:gd name="connsiteX3" fmla="*/ 1361 w 595706"/>
                  <a:gd name="connsiteY3" fmla="*/ 141709 h 141709"/>
                  <a:gd name="connsiteX4" fmla="*/ 0 w 595706"/>
                  <a:gd name="connsiteY4" fmla="*/ 24472 h 141709"/>
                  <a:gd name="connsiteX0" fmla="*/ 124 w 595830"/>
                  <a:gd name="connsiteY0" fmla="*/ 24472 h 141709"/>
                  <a:gd name="connsiteX1" fmla="*/ 594477 w 595830"/>
                  <a:gd name="connsiteY1" fmla="*/ 3096 h 141709"/>
                  <a:gd name="connsiteX2" fmla="*/ 595830 w 595830"/>
                  <a:gd name="connsiteY2" fmla="*/ 99527 h 141709"/>
                  <a:gd name="connsiteX3" fmla="*/ 131 w 595830"/>
                  <a:gd name="connsiteY3" fmla="*/ 141709 h 141709"/>
                  <a:gd name="connsiteX4" fmla="*/ 124 w 595830"/>
                  <a:gd name="connsiteY4" fmla="*/ 24472 h 141709"/>
                  <a:gd name="connsiteX0" fmla="*/ 124 w 597179"/>
                  <a:gd name="connsiteY0" fmla="*/ 25207 h 142444"/>
                  <a:gd name="connsiteX1" fmla="*/ 597179 w 597179"/>
                  <a:gd name="connsiteY1" fmla="*/ 481 h 142444"/>
                  <a:gd name="connsiteX2" fmla="*/ 595830 w 597179"/>
                  <a:gd name="connsiteY2" fmla="*/ 100262 h 142444"/>
                  <a:gd name="connsiteX3" fmla="*/ 131 w 597179"/>
                  <a:gd name="connsiteY3" fmla="*/ 142444 h 142444"/>
                  <a:gd name="connsiteX4" fmla="*/ 124 w 597179"/>
                  <a:gd name="connsiteY4" fmla="*/ 25207 h 142444"/>
                  <a:gd name="connsiteX0" fmla="*/ 124 w 595889"/>
                  <a:gd name="connsiteY0" fmla="*/ 25842 h 143079"/>
                  <a:gd name="connsiteX1" fmla="*/ 594477 w 595889"/>
                  <a:gd name="connsiteY1" fmla="*/ 0 h 143079"/>
                  <a:gd name="connsiteX2" fmla="*/ 595830 w 595889"/>
                  <a:gd name="connsiteY2" fmla="*/ 100897 h 143079"/>
                  <a:gd name="connsiteX3" fmla="*/ 131 w 595889"/>
                  <a:gd name="connsiteY3" fmla="*/ 143079 h 143079"/>
                  <a:gd name="connsiteX4" fmla="*/ 124 w 595889"/>
                  <a:gd name="connsiteY4" fmla="*/ 25842 h 143079"/>
                  <a:gd name="connsiteX0" fmla="*/ 124 w 595889"/>
                  <a:gd name="connsiteY0" fmla="*/ 24713 h 141950"/>
                  <a:gd name="connsiteX1" fmla="*/ 594477 w 595889"/>
                  <a:gd name="connsiteY1" fmla="*/ 2221 h 141950"/>
                  <a:gd name="connsiteX2" fmla="*/ 595830 w 595889"/>
                  <a:gd name="connsiteY2" fmla="*/ 99768 h 141950"/>
                  <a:gd name="connsiteX3" fmla="*/ 131 w 595889"/>
                  <a:gd name="connsiteY3" fmla="*/ 141950 h 141950"/>
                  <a:gd name="connsiteX4" fmla="*/ 124 w 595889"/>
                  <a:gd name="connsiteY4" fmla="*/ 24713 h 141950"/>
                  <a:gd name="connsiteX0" fmla="*/ 124 w 595959"/>
                  <a:gd name="connsiteY0" fmla="*/ 24713 h 141950"/>
                  <a:gd name="connsiteX1" fmla="*/ 595828 w 595959"/>
                  <a:gd name="connsiteY1" fmla="*/ 2221 h 141950"/>
                  <a:gd name="connsiteX2" fmla="*/ 595830 w 595959"/>
                  <a:gd name="connsiteY2" fmla="*/ 99768 h 141950"/>
                  <a:gd name="connsiteX3" fmla="*/ 131 w 595959"/>
                  <a:gd name="connsiteY3" fmla="*/ 141950 h 141950"/>
                  <a:gd name="connsiteX4" fmla="*/ 124 w 595959"/>
                  <a:gd name="connsiteY4" fmla="*/ 24713 h 141950"/>
                  <a:gd name="connsiteX0" fmla="*/ 124 w 595959"/>
                  <a:gd name="connsiteY0" fmla="*/ 24925 h 142162"/>
                  <a:gd name="connsiteX1" fmla="*/ 595828 w 595959"/>
                  <a:gd name="connsiteY1" fmla="*/ 2433 h 142162"/>
                  <a:gd name="connsiteX2" fmla="*/ 595830 w 595959"/>
                  <a:gd name="connsiteY2" fmla="*/ 99980 h 142162"/>
                  <a:gd name="connsiteX3" fmla="*/ 131 w 595959"/>
                  <a:gd name="connsiteY3" fmla="*/ 142162 h 142162"/>
                  <a:gd name="connsiteX4" fmla="*/ 124 w 595959"/>
                  <a:gd name="connsiteY4" fmla="*/ 24925 h 142162"/>
                  <a:gd name="connsiteX0" fmla="*/ 124 w 595959"/>
                  <a:gd name="connsiteY0" fmla="*/ 22492 h 139729"/>
                  <a:gd name="connsiteX1" fmla="*/ 595828 w 595959"/>
                  <a:gd name="connsiteY1" fmla="*/ 0 h 139729"/>
                  <a:gd name="connsiteX2" fmla="*/ 595830 w 595959"/>
                  <a:gd name="connsiteY2" fmla="*/ 97547 h 139729"/>
                  <a:gd name="connsiteX3" fmla="*/ 131 w 595959"/>
                  <a:gd name="connsiteY3" fmla="*/ 139729 h 139729"/>
                  <a:gd name="connsiteX4" fmla="*/ 124 w 595959"/>
                  <a:gd name="connsiteY4" fmla="*/ 22492 h 139729"/>
                  <a:gd name="connsiteX0" fmla="*/ 124 w 595959"/>
                  <a:gd name="connsiteY0" fmla="*/ 25585 h 142822"/>
                  <a:gd name="connsiteX1" fmla="*/ 595828 w 595959"/>
                  <a:gd name="connsiteY1" fmla="*/ 3093 h 142822"/>
                  <a:gd name="connsiteX2" fmla="*/ 595830 w 595959"/>
                  <a:gd name="connsiteY2" fmla="*/ 100640 h 142822"/>
                  <a:gd name="connsiteX3" fmla="*/ 131 w 595959"/>
                  <a:gd name="connsiteY3" fmla="*/ 142822 h 142822"/>
                  <a:gd name="connsiteX4" fmla="*/ 124 w 595959"/>
                  <a:gd name="connsiteY4" fmla="*/ 25585 h 142822"/>
                  <a:gd name="connsiteX0" fmla="*/ 124 w 595959"/>
                  <a:gd name="connsiteY0" fmla="*/ 25585 h 142822"/>
                  <a:gd name="connsiteX1" fmla="*/ 595828 w 595959"/>
                  <a:gd name="connsiteY1" fmla="*/ 3093 h 142822"/>
                  <a:gd name="connsiteX2" fmla="*/ 595830 w 595959"/>
                  <a:gd name="connsiteY2" fmla="*/ 100640 h 142822"/>
                  <a:gd name="connsiteX3" fmla="*/ 131 w 595959"/>
                  <a:gd name="connsiteY3" fmla="*/ 142822 h 142822"/>
                  <a:gd name="connsiteX4" fmla="*/ 124 w 595959"/>
                  <a:gd name="connsiteY4" fmla="*/ 25585 h 142822"/>
                  <a:gd name="connsiteX0" fmla="*/ 124 w 595959"/>
                  <a:gd name="connsiteY0" fmla="*/ 26512 h 143749"/>
                  <a:gd name="connsiteX1" fmla="*/ 595828 w 595959"/>
                  <a:gd name="connsiteY1" fmla="*/ 4020 h 143749"/>
                  <a:gd name="connsiteX2" fmla="*/ 595830 w 595959"/>
                  <a:gd name="connsiteY2" fmla="*/ 101567 h 143749"/>
                  <a:gd name="connsiteX3" fmla="*/ 131 w 595959"/>
                  <a:gd name="connsiteY3" fmla="*/ 143749 h 143749"/>
                  <a:gd name="connsiteX4" fmla="*/ 124 w 595959"/>
                  <a:gd name="connsiteY4" fmla="*/ 26512 h 143749"/>
                  <a:gd name="connsiteX0" fmla="*/ 124 w 595959"/>
                  <a:gd name="connsiteY0" fmla="*/ 26512 h 143749"/>
                  <a:gd name="connsiteX1" fmla="*/ 595828 w 595959"/>
                  <a:gd name="connsiteY1" fmla="*/ 4020 h 143749"/>
                  <a:gd name="connsiteX2" fmla="*/ 595830 w 595959"/>
                  <a:gd name="connsiteY2" fmla="*/ 101567 h 143749"/>
                  <a:gd name="connsiteX3" fmla="*/ 131 w 595959"/>
                  <a:gd name="connsiteY3" fmla="*/ 143749 h 143749"/>
                  <a:gd name="connsiteX4" fmla="*/ 124 w 595959"/>
                  <a:gd name="connsiteY4" fmla="*/ 26512 h 143749"/>
                  <a:gd name="connsiteX0" fmla="*/ 124 w 595959"/>
                  <a:gd name="connsiteY0" fmla="*/ 28496 h 145733"/>
                  <a:gd name="connsiteX1" fmla="*/ 595828 w 595959"/>
                  <a:gd name="connsiteY1" fmla="*/ 6004 h 145733"/>
                  <a:gd name="connsiteX2" fmla="*/ 595830 w 595959"/>
                  <a:gd name="connsiteY2" fmla="*/ 103551 h 145733"/>
                  <a:gd name="connsiteX3" fmla="*/ 131 w 595959"/>
                  <a:gd name="connsiteY3" fmla="*/ 145733 h 145733"/>
                  <a:gd name="connsiteX4" fmla="*/ 124 w 595959"/>
                  <a:gd name="connsiteY4" fmla="*/ 28496 h 14573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856"/>
                  <a:gd name="connsiteY0" fmla="*/ 41841 h 159078"/>
                  <a:gd name="connsiteX1" fmla="*/ 591261 w 595856"/>
                  <a:gd name="connsiteY1" fmla="*/ 0 h 159078"/>
                  <a:gd name="connsiteX2" fmla="*/ 595830 w 595856"/>
                  <a:gd name="connsiteY2" fmla="*/ 116896 h 159078"/>
                  <a:gd name="connsiteX3" fmla="*/ 131 w 595856"/>
                  <a:gd name="connsiteY3" fmla="*/ 159078 h 159078"/>
                  <a:gd name="connsiteX4" fmla="*/ 124 w 595856"/>
                  <a:gd name="connsiteY4" fmla="*/ 41841 h 159078"/>
                  <a:gd name="connsiteX0" fmla="*/ 124 w 595959"/>
                  <a:gd name="connsiteY0" fmla="*/ 41841 h 159078"/>
                  <a:gd name="connsiteX1" fmla="*/ 595828 w 595959"/>
                  <a:gd name="connsiteY1" fmla="*/ 0 h 159078"/>
                  <a:gd name="connsiteX2" fmla="*/ 595830 w 595959"/>
                  <a:gd name="connsiteY2" fmla="*/ 116896 h 159078"/>
                  <a:gd name="connsiteX3" fmla="*/ 131 w 595959"/>
                  <a:gd name="connsiteY3" fmla="*/ 159078 h 159078"/>
                  <a:gd name="connsiteX4" fmla="*/ 124 w 595959"/>
                  <a:gd name="connsiteY4" fmla="*/ 41841 h 159078"/>
                  <a:gd name="connsiteX0" fmla="*/ 124 w 597349"/>
                  <a:gd name="connsiteY0" fmla="*/ 42378 h 159615"/>
                  <a:gd name="connsiteX1" fmla="*/ 597349 w 597349"/>
                  <a:gd name="connsiteY1" fmla="*/ 0 h 159615"/>
                  <a:gd name="connsiteX2" fmla="*/ 595830 w 597349"/>
                  <a:gd name="connsiteY2" fmla="*/ 117433 h 159615"/>
                  <a:gd name="connsiteX3" fmla="*/ 131 w 597349"/>
                  <a:gd name="connsiteY3" fmla="*/ 159615 h 159615"/>
                  <a:gd name="connsiteX4" fmla="*/ 124 w 597349"/>
                  <a:gd name="connsiteY4" fmla="*/ 42378 h 159615"/>
                  <a:gd name="connsiteX0" fmla="*/ 124 w 600443"/>
                  <a:gd name="connsiteY0" fmla="*/ 42378 h 159615"/>
                  <a:gd name="connsiteX1" fmla="*/ 597349 w 600443"/>
                  <a:gd name="connsiteY1" fmla="*/ 0 h 159615"/>
                  <a:gd name="connsiteX2" fmla="*/ 600408 w 600443"/>
                  <a:gd name="connsiteY2" fmla="*/ 117433 h 159615"/>
                  <a:gd name="connsiteX3" fmla="*/ 131 w 600443"/>
                  <a:gd name="connsiteY3" fmla="*/ 159615 h 159615"/>
                  <a:gd name="connsiteX4" fmla="*/ 124 w 600443"/>
                  <a:gd name="connsiteY4" fmla="*/ 42378 h 159615"/>
                  <a:gd name="connsiteX0" fmla="*/ 124 w 600537"/>
                  <a:gd name="connsiteY0" fmla="*/ 42378 h 159615"/>
                  <a:gd name="connsiteX1" fmla="*/ 600401 w 600537"/>
                  <a:gd name="connsiteY1" fmla="*/ 0 h 159615"/>
                  <a:gd name="connsiteX2" fmla="*/ 600408 w 600537"/>
                  <a:gd name="connsiteY2" fmla="*/ 117433 h 159615"/>
                  <a:gd name="connsiteX3" fmla="*/ 131 w 600537"/>
                  <a:gd name="connsiteY3" fmla="*/ 159615 h 159615"/>
                  <a:gd name="connsiteX4" fmla="*/ 124 w 600537"/>
                  <a:gd name="connsiteY4" fmla="*/ 42378 h 1596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00537" h="159615">
                    <a:moveTo>
                      <a:pt x="124" y="42378"/>
                    </a:moveTo>
                    <a:cubicBezTo>
                      <a:pt x="296414" y="-50243"/>
                      <a:pt x="418111" y="75773"/>
                      <a:pt x="600401" y="0"/>
                    </a:cubicBezTo>
                    <a:cubicBezTo>
                      <a:pt x="599951" y="33260"/>
                      <a:pt x="600858" y="84173"/>
                      <a:pt x="600408" y="117433"/>
                    </a:cubicBezTo>
                    <a:cubicBezTo>
                      <a:pt x="395490" y="192726"/>
                      <a:pt x="285331" y="62551"/>
                      <a:pt x="131" y="159615"/>
                    </a:cubicBezTo>
                    <a:cubicBezTo>
                      <a:pt x="-323" y="114566"/>
                      <a:pt x="578" y="87427"/>
                      <a:pt x="124" y="42378"/>
                    </a:cubicBezTo>
                    <a:close/>
                  </a:path>
                </a:pathLst>
              </a:custGeom>
              <a:solidFill>
                <a:schemeClr val="accent2">
                  <a:lumMod val="40000"/>
                  <a:lumOff val="60000"/>
                </a:schemeClr>
              </a:solidFill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grpSp>
            <p:nvGrpSpPr>
              <p:cNvPr id="815" name="组合 814">
                <a:extLst>
                  <a:ext uri="{FF2B5EF4-FFF2-40B4-BE49-F238E27FC236}">
                    <a16:creationId xmlns:a16="http://schemas.microsoft.com/office/drawing/2014/main" id="{BD621120-FBF2-BF60-551B-376B7E2791C8}"/>
                  </a:ext>
                </a:extLst>
              </p:cNvPr>
              <p:cNvGrpSpPr/>
              <p:nvPr/>
            </p:nvGrpSpPr>
            <p:grpSpPr>
              <a:xfrm>
                <a:off x="5766806" y="6517241"/>
                <a:ext cx="621640" cy="663817"/>
                <a:chOff x="5040167" y="6521415"/>
                <a:chExt cx="621640" cy="663817"/>
              </a:xfrm>
            </p:grpSpPr>
            <p:sp>
              <p:nvSpPr>
                <p:cNvPr id="816" name="矩形 1174">
                  <a:extLst>
                    <a:ext uri="{FF2B5EF4-FFF2-40B4-BE49-F238E27FC236}">
                      <a16:creationId xmlns:a16="http://schemas.microsoft.com/office/drawing/2014/main" id="{A4A9384D-F4D2-513D-74E9-929BCA2A5854}"/>
                    </a:ext>
                  </a:extLst>
                </p:cNvPr>
                <p:cNvSpPr/>
                <p:nvPr/>
              </p:nvSpPr>
              <p:spPr>
                <a:xfrm rot="10800000">
                  <a:off x="5041542" y="6760560"/>
                  <a:ext cx="618706" cy="201627"/>
                </a:xfrm>
                <a:custGeom>
                  <a:avLst/>
                  <a:gdLst>
                    <a:gd name="connsiteX0" fmla="*/ 0 w 595706"/>
                    <a:gd name="connsiteY0" fmla="*/ 0 h 92965"/>
                    <a:gd name="connsiteX1" fmla="*/ 595706 w 595706"/>
                    <a:gd name="connsiteY1" fmla="*/ 0 h 92965"/>
                    <a:gd name="connsiteX2" fmla="*/ 595706 w 595706"/>
                    <a:gd name="connsiteY2" fmla="*/ 92965 h 92965"/>
                    <a:gd name="connsiteX3" fmla="*/ 0 w 595706"/>
                    <a:gd name="connsiteY3" fmla="*/ 92965 h 92965"/>
                    <a:gd name="connsiteX4" fmla="*/ 0 w 595706"/>
                    <a:gd name="connsiteY4" fmla="*/ 0 h 92965"/>
                    <a:gd name="connsiteX0" fmla="*/ 0 w 595706"/>
                    <a:gd name="connsiteY0" fmla="*/ 0 h 135147"/>
                    <a:gd name="connsiteX1" fmla="*/ 595706 w 595706"/>
                    <a:gd name="connsiteY1" fmla="*/ 0 h 135147"/>
                    <a:gd name="connsiteX2" fmla="*/ 595706 w 595706"/>
                    <a:gd name="connsiteY2" fmla="*/ 92965 h 135147"/>
                    <a:gd name="connsiteX3" fmla="*/ 1361 w 595706"/>
                    <a:gd name="connsiteY3" fmla="*/ 135147 h 135147"/>
                    <a:gd name="connsiteX4" fmla="*/ 0 w 595706"/>
                    <a:gd name="connsiteY4" fmla="*/ 0 h 135147"/>
                    <a:gd name="connsiteX0" fmla="*/ 0 w 595706"/>
                    <a:gd name="connsiteY0" fmla="*/ 0 h 135147"/>
                    <a:gd name="connsiteX1" fmla="*/ 595706 w 595706"/>
                    <a:gd name="connsiteY1" fmla="*/ 0 h 135147"/>
                    <a:gd name="connsiteX2" fmla="*/ 595706 w 595706"/>
                    <a:gd name="connsiteY2" fmla="*/ 92965 h 135147"/>
                    <a:gd name="connsiteX3" fmla="*/ 1361 w 595706"/>
                    <a:gd name="connsiteY3" fmla="*/ 135147 h 135147"/>
                    <a:gd name="connsiteX4" fmla="*/ 0 w 595706"/>
                    <a:gd name="connsiteY4" fmla="*/ 0 h 135147"/>
                    <a:gd name="connsiteX0" fmla="*/ 0 w 595706"/>
                    <a:gd name="connsiteY0" fmla="*/ 0 h 135147"/>
                    <a:gd name="connsiteX1" fmla="*/ 595706 w 595706"/>
                    <a:gd name="connsiteY1" fmla="*/ 0 h 135147"/>
                    <a:gd name="connsiteX2" fmla="*/ 595706 w 595706"/>
                    <a:gd name="connsiteY2" fmla="*/ 92965 h 135147"/>
                    <a:gd name="connsiteX3" fmla="*/ 1361 w 595706"/>
                    <a:gd name="connsiteY3" fmla="*/ 135147 h 135147"/>
                    <a:gd name="connsiteX4" fmla="*/ 0 w 595706"/>
                    <a:gd name="connsiteY4" fmla="*/ 0 h 135147"/>
                    <a:gd name="connsiteX0" fmla="*/ 0 w 595706"/>
                    <a:gd name="connsiteY0" fmla="*/ 0 h 135147"/>
                    <a:gd name="connsiteX1" fmla="*/ 595706 w 595706"/>
                    <a:gd name="connsiteY1" fmla="*/ 0 h 135147"/>
                    <a:gd name="connsiteX2" fmla="*/ 595706 w 595706"/>
                    <a:gd name="connsiteY2" fmla="*/ 92965 h 135147"/>
                    <a:gd name="connsiteX3" fmla="*/ 1361 w 595706"/>
                    <a:gd name="connsiteY3" fmla="*/ 135147 h 135147"/>
                    <a:gd name="connsiteX4" fmla="*/ 0 w 595706"/>
                    <a:gd name="connsiteY4" fmla="*/ 0 h 135147"/>
                    <a:gd name="connsiteX0" fmla="*/ 1422 w 594406"/>
                    <a:gd name="connsiteY0" fmla="*/ 21376 h 135147"/>
                    <a:gd name="connsiteX1" fmla="*/ 594406 w 594406"/>
                    <a:gd name="connsiteY1" fmla="*/ 0 h 135147"/>
                    <a:gd name="connsiteX2" fmla="*/ 594406 w 594406"/>
                    <a:gd name="connsiteY2" fmla="*/ 92965 h 135147"/>
                    <a:gd name="connsiteX3" fmla="*/ 61 w 594406"/>
                    <a:gd name="connsiteY3" fmla="*/ 135147 h 135147"/>
                    <a:gd name="connsiteX4" fmla="*/ 1422 w 594406"/>
                    <a:gd name="connsiteY4" fmla="*/ 21376 h 135147"/>
                    <a:gd name="connsiteX0" fmla="*/ 1422 w 594406"/>
                    <a:gd name="connsiteY0" fmla="*/ 15599 h 135147"/>
                    <a:gd name="connsiteX1" fmla="*/ 594406 w 594406"/>
                    <a:gd name="connsiteY1" fmla="*/ 0 h 135147"/>
                    <a:gd name="connsiteX2" fmla="*/ 594406 w 594406"/>
                    <a:gd name="connsiteY2" fmla="*/ 92965 h 135147"/>
                    <a:gd name="connsiteX3" fmla="*/ 61 w 594406"/>
                    <a:gd name="connsiteY3" fmla="*/ 135147 h 135147"/>
                    <a:gd name="connsiteX4" fmla="*/ 1422 w 594406"/>
                    <a:gd name="connsiteY4" fmla="*/ 15599 h 135147"/>
                    <a:gd name="connsiteX0" fmla="*/ 131 w 594476"/>
                    <a:gd name="connsiteY0" fmla="*/ 4622 h 135147"/>
                    <a:gd name="connsiteX1" fmla="*/ 594476 w 594476"/>
                    <a:gd name="connsiteY1" fmla="*/ 0 h 135147"/>
                    <a:gd name="connsiteX2" fmla="*/ 594476 w 594476"/>
                    <a:gd name="connsiteY2" fmla="*/ 92965 h 135147"/>
                    <a:gd name="connsiteX3" fmla="*/ 131 w 594476"/>
                    <a:gd name="connsiteY3" fmla="*/ 135147 h 135147"/>
                    <a:gd name="connsiteX4" fmla="*/ 131 w 594476"/>
                    <a:gd name="connsiteY4" fmla="*/ 4622 h 135147"/>
                    <a:gd name="connsiteX0" fmla="*/ 0 w 595706"/>
                    <a:gd name="connsiteY0" fmla="*/ 17910 h 135147"/>
                    <a:gd name="connsiteX1" fmla="*/ 595706 w 595706"/>
                    <a:gd name="connsiteY1" fmla="*/ 0 h 135147"/>
                    <a:gd name="connsiteX2" fmla="*/ 595706 w 595706"/>
                    <a:gd name="connsiteY2" fmla="*/ 92965 h 135147"/>
                    <a:gd name="connsiteX3" fmla="*/ 1361 w 595706"/>
                    <a:gd name="connsiteY3" fmla="*/ 135147 h 135147"/>
                    <a:gd name="connsiteX4" fmla="*/ 0 w 595706"/>
                    <a:gd name="connsiteY4" fmla="*/ 17910 h 135147"/>
                    <a:gd name="connsiteX0" fmla="*/ 0 w 595706"/>
                    <a:gd name="connsiteY0" fmla="*/ 17910 h 135147"/>
                    <a:gd name="connsiteX1" fmla="*/ 595706 w 595706"/>
                    <a:gd name="connsiteY1" fmla="*/ 0 h 135147"/>
                    <a:gd name="connsiteX2" fmla="*/ 595706 w 595706"/>
                    <a:gd name="connsiteY2" fmla="*/ 92965 h 135147"/>
                    <a:gd name="connsiteX3" fmla="*/ 1361 w 595706"/>
                    <a:gd name="connsiteY3" fmla="*/ 135147 h 135147"/>
                    <a:gd name="connsiteX4" fmla="*/ 0 w 595706"/>
                    <a:gd name="connsiteY4" fmla="*/ 17910 h 135147"/>
                    <a:gd name="connsiteX0" fmla="*/ 0 w 595706"/>
                    <a:gd name="connsiteY0" fmla="*/ 17910 h 135147"/>
                    <a:gd name="connsiteX1" fmla="*/ 595706 w 595706"/>
                    <a:gd name="connsiteY1" fmla="*/ 0 h 135147"/>
                    <a:gd name="connsiteX2" fmla="*/ 595706 w 595706"/>
                    <a:gd name="connsiteY2" fmla="*/ 92965 h 135147"/>
                    <a:gd name="connsiteX3" fmla="*/ 1361 w 595706"/>
                    <a:gd name="connsiteY3" fmla="*/ 135147 h 135147"/>
                    <a:gd name="connsiteX4" fmla="*/ 0 w 595706"/>
                    <a:gd name="connsiteY4" fmla="*/ 17910 h 135147"/>
                    <a:gd name="connsiteX0" fmla="*/ 0 w 595706"/>
                    <a:gd name="connsiteY0" fmla="*/ 17910 h 135147"/>
                    <a:gd name="connsiteX1" fmla="*/ 595706 w 595706"/>
                    <a:gd name="connsiteY1" fmla="*/ 0 h 135147"/>
                    <a:gd name="connsiteX2" fmla="*/ 595706 w 595706"/>
                    <a:gd name="connsiteY2" fmla="*/ 92965 h 135147"/>
                    <a:gd name="connsiteX3" fmla="*/ 1361 w 595706"/>
                    <a:gd name="connsiteY3" fmla="*/ 135147 h 135147"/>
                    <a:gd name="connsiteX4" fmla="*/ 0 w 595706"/>
                    <a:gd name="connsiteY4" fmla="*/ 17910 h 135147"/>
                    <a:gd name="connsiteX0" fmla="*/ 0 w 595706"/>
                    <a:gd name="connsiteY0" fmla="*/ 22423 h 139660"/>
                    <a:gd name="connsiteX1" fmla="*/ 595706 w 595706"/>
                    <a:gd name="connsiteY1" fmla="*/ 4513 h 139660"/>
                    <a:gd name="connsiteX2" fmla="*/ 595706 w 595706"/>
                    <a:gd name="connsiteY2" fmla="*/ 97478 h 139660"/>
                    <a:gd name="connsiteX3" fmla="*/ 1361 w 595706"/>
                    <a:gd name="connsiteY3" fmla="*/ 139660 h 139660"/>
                    <a:gd name="connsiteX4" fmla="*/ 0 w 595706"/>
                    <a:gd name="connsiteY4" fmla="*/ 22423 h 139660"/>
                    <a:gd name="connsiteX0" fmla="*/ 0 w 595706"/>
                    <a:gd name="connsiteY0" fmla="*/ 26413 h 143650"/>
                    <a:gd name="connsiteX1" fmla="*/ 595706 w 595706"/>
                    <a:gd name="connsiteY1" fmla="*/ 8503 h 143650"/>
                    <a:gd name="connsiteX2" fmla="*/ 595706 w 595706"/>
                    <a:gd name="connsiteY2" fmla="*/ 101468 h 143650"/>
                    <a:gd name="connsiteX3" fmla="*/ 1361 w 595706"/>
                    <a:gd name="connsiteY3" fmla="*/ 143650 h 143650"/>
                    <a:gd name="connsiteX4" fmla="*/ 0 w 595706"/>
                    <a:gd name="connsiteY4" fmla="*/ 26413 h 143650"/>
                    <a:gd name="connsiteX0" fmla="*/ 0 w 595706"/>
                    <a:gd name="connsiteY0" fmla="*/ 21286 h 138523"/>
                    <a:gd name="connsiteX1" fmla="*/ 595706 w 595706"/>
                    <a:gd name="connsiteY1" fmla="*/ 3376 h 138523"/>
                    <a:gd name="connsiteX2" fmla="*/ 595706 w 595706"/>
                    <a:gd name="connsiteY2" fmla="*/ 96341 h 138523"/>
                    <a:gd name="connsiteX3" fmla="*/ 1361 w 595706"/>
                    <a:gd name="connsiteY3" fmla="*/ 138523 h 138523"/>
                    <a:gd name="connsiteX4" fmla="*/ 0 w 595706"/>
                    <a:gd name="connsiteY4" fmla="*/ 21286 h 138523"/>
                    <a:gd name="connsiteX0" fmla="*/ 0 w 595706"/>
                    <a:gd name="connsiteY0" fmla="*/ 22534 h 139771"/>
                    <a:gd name="connsiteX1" fmla="*/ 595706 w 595706"/>
                    <a:gd name="connsiteY1" fmla="*/ 4624 h 139771"/>
                    <a:gd name="connsiteX2" fmla="*/ 595706 w 595706"/>
                    <a:gd name="connsiteY2" fmla="*/ 97589 h 139771"/>
                    <a:gd name="connsiteX3" fmla="*/ 1361 w 595706"/>
                    <a:gd name="connsiteY3" fmla="*/ 139771 h 139771"/>
                    <a:gd name="connsiteX4" fmla="*/ 0 w 595706"/>
                    <a:gd name="connsiteY4" fmla="*/ 22534 h 139771"/>
                    <a:gd name="connsiteX0" fmla="*/ 0 w 595706"/>
                    <a:gd name="connsiteY0" fmla="*/ 23494 h 140731"/>
                    <a:gd name="connsiteX1" fmla="*/ 595706 w 595706"/>
                    <a:gd name="connsiteY1" fmla="*/ 2118 h 140731"/>
                    <a:gd name="connsiteX2" fmla="*/ 595706 w 595706"/>
                    <a:gd name="connsiteY2" fmla="*/ 98549 h 140731"/>
                    <a:gd name="connsiteX3" fmla="*/ 1361 w 595706"/>
                    <a:gd name="connsiteY3" fmla="*/ 140731 h 140731"/>
                    <a:gd name="connsiteX4" fmla="*/ 0 w 595706"/>
                    <a:gd name="connsiteY4" fmla="*/ 23494 h 140731"/>
                    <a:gd name="connsiteX0" fmla="*/ 0 w 595706"/>
                    <a:gd name="connsiteY0" fmla="*/ 23494 h 140731"/>
                    <a:gd name="connsiteX1" fmla="*/ 595706 w 595706"/>
                    <a:gd name="connsiteY1" fmla="*/ 2118 h 140731"/>
                    <a:gd name="connsiteX2" fmla="*/ 595706 w 595706"/>
                    <a:gd name="connsiteY2" fmla="*/ 98549 h 140731"/>
                    <a:gd name="connsiteX3" fmla="*/ 1361 w 595706"/>
                    <a:gd name="connsiteY3" fmla="*/ 140731 h 140731"/>
                    <a:gd name="connsiteX4" fmla="*/ 0 w 595706"/>
                    <a:gd name="connsiteY4" fmla="*/ 23494 h 140731"/>
                    <a:gd name="connsiteX0" fmla="*/ 0 w 595706"/>
                    <a:gd name="connsiteY0" fmla="*/ 25030 h 142267"/>
                    <a:gd name="connsiteX1" fmla="*/ 595706 w 595706"/>
                    <a:gd name="connsiteY1" fmla="*/ 3654 h 142267"/>
                    <a:gd name="connsiteX2" fmla="*/ 595706 w 595706"/>
                    <a:gd name="connsiteY2" fmla="*/ 100085 h 142267"/>
                    <a:gd name="connsiteX3" fmla="*/ 1361 w 595706"/>
                    <a:gd name="connsiteY3" fmla="*/ 142267 h 142267"/>
                    <a:gd name="connsiteX4" fmla="*/ 0 w 595706"/>
                    <a:gd name="connsiteY4" fmla="*/ 25030 h 142267"/>
                    <a:gd name="connsiteX0" fmla="*/ 0 w 595706"/>
                    <a:gd name="connsiteY0" fmla="*/ 22091 h 139328"/>
                    <a:gd name="connsiteX1" fmla="*/ 595706 w 595706"/>
                    <a:gd name="connsiteY1" fmla="*/ 715 h 139328"/>
                    <a:gd name="connsiteX2" fmla="*/ 595706 w 595706"/>
                    <a:gd name="connsiteY2" fmla="*/ 97146 h 139328"/>
                    <a:gd name="connsiteX3" fmla="*/ 1361 w 595706"/>
                    <a:gd name="connsiteY3" fmla="*/ 139328 h 139328"/>
                    <a:gd name="connsiteX4" fmla="*/ 0 w 595706"/>
                    <a:gd name="connsiteY4" fmla="*/ 22091 h 139328"/>
                    <a:gd name="connsiteX0" fmla="*/ 0 w 595706"/>
                    <a:gd name="connsiteY0" fmla="*/ 23573 h 140810"/>
                    <a:gd name="connsiteX1" fmla="*/ 595706 w 595706"/>
                    <a:gd name="connsiteY1" fmla="*/ 2197 h 140810"/>
                    <a:gd name="connsiteX2" fmla="*/ 595706 w 595706"/>
                    <a:gd name="connsiteY2" fmla="*/ 98628 h 140810"/>
                    <a:gd name="connsiteX3" fmla="*/ 1361 w 595706"/>
                    <a:gd name="connsiteY3" fmla="*/ 140810 h 140810"/>
                    <a:gd name="connsiteX4" fmla="*/ 0 w 595706"/>
                    <a:gd name="connsiteY4" fmla="*/ 23573 h 140810"/>
                    <a:gd name="connsiteX0" fmla="*/ 0 w 595706"/>
                    <a:gd name="connsiteY0" fmla="*/ 21908 h 139145"/>
                    <a:gd name="connsiteX1" fmla="*/ 595706 w 595706"/>
                    <a:gd name="connsiteY1" fmla="*/ 532 h 139145"/>
                    <a:gd name="connsiteX2" fmla="*/ 595706 w 595706"/>
                    <a:gd name="connsiteY2" fmla="*/ 96963 h 139145"/>
                    <a:gd name="connsiteX3" fmla="*/ 1361 w 595706"/>
                    <a:gd name="connsiteY3" fmla="*/ 139145 h 139145"/>
                    <a:gd name="connsiteX4" fmla="*/ 0 w 595706"/>
                    <a:gd name="connsiteY4" fmla="*/ 21908 h 139145"/>
                    <a:gd name="connsiteX0" fmla="*/ 0 w 595706"/>
                    <a:gd name="connsiteY0" fmla="*/ 23863 h 141100"/>
                    <a:gd name="connsiteX1" fmla="*/ 595706 w 595706"/>
                    <a:gd name="connsiteY1" fmla="*/ 2487 h 141100"/>
                    <a:gd name="connsiteX2" fmla="*/ 595706 w 595706"/>
                    <a:gd name="connsiteY2" fmla="*/ 98918 h 141100"/>
                    <a:gd name="connsiteX3" fmla="*/ 1361 w 595706"/>
                    <a:gd name="connsiteY3" fmla="*/ 141100 h 141100"/>
                    <a:gd name="connsiteX4" fmla="*/ 0 w 595706"/>
                    <a:gd name="connsiteY4" fmla="*/ 23863 h 141100"/>
                    <a:gd name="connsiteX0" fmla="*/ 0 w 595706"/>
                    <a:gd name="connsiteY0" fmla="*/ 24472 h 141709"/>
                    <a:gd name="connsiteX1" fmla="*/ 595706 w 595706"/>
                    <a:gd name="connsiteY1" fmla="*/ 3096 h 141709"/>
                    <a:gd name="connsiteX2" fmla="*/ 595706 w 595706"/>
                    <a:gd name="connsiteY2" fmla="*/ 99527 h 141709"/>
                    <a:gd name="connsiteX3" fmla="*/ 1361 w 595706"/>
                    <a:gd name="connsiteY3" fmla="*/ 141709 h 141709"/>
                    <a:gd name="connsiteX4" fmla="*/ 0 w 595706"/>
                    <a:gd name="connsiteY4" fmla="*/ 24472 h 141709"/>
                    <a:gd name="connsiteX0" fmla="*/ 0 w 595706"/>
                    <a:gd name="connsiteY0" fmla="*/ 24267 h 141504"/>
                    <a:gd name="connsiteX1" fmla="*/ 595706 w 595706"/>
                    <a:gd name="connsiteY1" fmla="*/ 2891 h 141504"/>
                    <a:gd name="connsiteX2" fmla="*/ 595706 w 595706"/>
                    <a:gd name="connsiteY2" fmla="*/ 99322 h 141504"/>
                    <a:gd name="connsiteX3" fmla="*/ 1361 w 595706"/>
                    <a:gd name="connsiteY3" fmla="*/ 141504 h 141504"/>
                    <a:gd name="connsiteX4" fmla="*/ 0 w 595706"/>
                    <a:gd name="connsiteY4" fmla="*/ 24267 h 141504"/>
                    <a:gd name="connsiteX0" fmla="*/ 0 w 595706"/>
                    <a:gd name="connsiteY0" fmla="*/ 24472 h 141709"/>
                    <a:gd name="connsiteX1" fmla="*/ 595706 w 595706"/>
                    <a:gd name="connsiteY1" fmla="*/ 3096 h 141709"/>
                    <a:gd name="connsiteX2" fmla="*/ 595706 w 595706"/>
                    <a:gd name="connsiteY2" fmla="*/ 99527 h 141709"/>
                    <a:gd name="connsiteX3" fmla="*/ 1361 w 595706"/>
                    <a:gd name="connsiteY3" fmla="*/ 141709 h 141709"/>
                    <a:gd name="connsiteX4" fmla="*/ 0 w 595706"/>
                    <a:gd name="connsiteY4" fmla="*/ 24472 h 141709"/>
                    <a:gd name="connsiteX0" fmla="*/ 0 w 595706"/>
                    <a:gd name="connsiteY0" fmla="*/ 24472 h 141709"/>
                    <a:gd name="connsiteX1" fmla="*/ 594353 w 595706"/>
                    <a:gd name="connsiteY1" fmla="*/ 3096 h 141709"/>
                    <a:gd name="connsiteX2" fmla="*/ 595706 w 595706"/>
                    <a:gd name="connsiteY2" fmla="*/ 99527 h 141709"/>
                    <a:gd name="connsiteX3" fmla="*/ 1361 w 595706"/>
                    <a:gd name="connsiteY3" fmla="*/ 141709 h 141709"/>
                    <a:gd name="connsiteX4" fmla="*/ 0 w 595706"/>
                    <a:gd name="connsiteY4" fmla="*/ 24472 h 141709"/>
                    <a:gd name="connsiteX0" fmla="*/ 124 w 595830"/>
                    <a:gd name="connsiteY0" fmla="*/ 24472 h 141709"/>
                    <a:gd name="connsiteX1" fmla="*/ 594477 w 595830"/>
                    <a:gd name="connsiteY1" fmla="*/ 3096 h 141709"/>
                    <a:gd name="connsiteX2" fmla="*/ 595830 w 595830"/>
                    <a:gd name="connsiteY2" fmla="*/ 99527 h 141709"/>
                    <a:gd name="connsiteX3" fmla="*/ 131 w 595830"/>
                    <a:gd name="connsiteY3" fmla="*/ 141709 h 141709"/>
                    <a:gd name="connsiteX4" fmla="*/ 124 w 595830"/>
                    <a:gd name="connsiteY4" fmla="*/ 24472 h 141709"/>
                    <a:gd name="connsiteX0" fmla="*/ 124 w 597179"/>
                    <a:gd name="connsiteY0" fmla="*/ 25207 h 142444"/>
                    <a:gd name="connsiteX1" fmla="*/ 597179 w 597179"/>
                    <a:gd name="connsiteY1" fmla="*/ 481 h 142444"/>
                    <a:gd name="connsiteX2" fmla="*/ 595830 w 597179"/>
                    <a:gd name="connsiteY2" fmla="*/ 100262 h 142444"/>
                    <a:gd name="connsiteX3" fmla="*/ 131 w 597179"/>
                    <a:gd name="connsiteY3" fmla="*/ 142444 h 142444"/>
                    <a:gd name="connsiteX4" fmla="*/ 124 w 597179"/>
                    <a:gd name="connsiteY4" fmla="*/ 25207 h 142444"/>
                    <a:gd name="connsiteX0" fmla="*/ 124 w 595889"/>
                    <a:gd name="connsiteY0" fmla="*/ 25842 h 143079"/>
                    <a:gd name="connsiteX1" fmla="*/ 594477 w 595889"/>
                    <a:gd name="connsiteY1" fmla="*/ 0 h 143079"/>
                    <a:gd name="connsiteX2" fmla="*/ 595830 w 595889"/>
                    <a:gd name="connsiteY2" fmla="*/ 100897 h 143079"/>
                    <a:gd name="connsiteX3" fmla="*/ 131 w 595889"/>
                    <a:gd name="connsiteY3" fmla="*/ 143079 h 143079"/>
                    <a:gd name="connsiteX4" fmla="*/ 124 w 595889"/>
                    <a:gd name="connsiteY4" fmla="*/ 25842 h 143079"/>
                    <a:gd name="connsiteX0" fmla="*/ 124 w 595889"/>
                    <a:gd name="connsiteY0" fmla="*/ 24713 h 141950"/>
                    <a:gd name="connsiteX1" fmla="*/ 594477 w 595889"/>
                    <a:gd name="connsiteY1" fmla="*/ 2221 h 141950"/>
                    <a:gd name="connsiteX2" fmla="*/ 595830 w 595889"/>
                    <a:gd name="connsiteY2" fmla="*/ 99768 h 141950"/>
                    <a:gd name="connsiteX3" fmla="*/ 131 w 595889"/>
                    <a:gd name="connsiteY3" fmla="*/ 141950 h 141950"/>
                    <a:gd name="connsiteX4" fmla="*/ 124 w 595889"/>
                    <a:gd name="connsiteY4" fmla="*/ 24713 h 141950"/>
                    <a:gd name="connsiteX0" fmla="*/ 124 w 595959"/>
                    <a:gd name="connsiteY0" fmla="*/ 24713 h 141950"/>
                    <a:gd name="connsiteX1" fmla="*/ 595828 w 595959"/>
                    <a:gd name="connsiteY1" fmla="*/ 2221 h 141950"/>
                    <a:gd name="connsiteX2" fmla="*/ 595830 w 595959"/>
                    <a:gd name="connsiteY2" fmla="*/ 99768 h 141950"/>
                    <a:gd name="connsiteX3" fmla="*/ 131 w 595959"/>
                    <a:gd name="connsiteY3" fmla="*/ 141950 h 141950"/>
                    <a:gd name="connsiteX4" fmla="*/ 124 w 595959"/>
                    <a:gd name="connsiteY4" fmla="*/ 24713 h 141950"/>
                    <a:gd name="connsiteX0" fmla="*/ 124 w 595959"/>
                    <a:gd name="connsiteY0" fmla="*/ 24925 h 142162"/>
                    <a:gd name="connsiteX1" fmla="*/ 595828 w 595959"/>
                    <a:gd name="connsiteY1" fmla="*/ 2433 h 142162"/>
                    <a:gd name="connsiteX2" fmla="*/ 595830 w 595959"/>
                    <a:gd name="connsiteY2" fmla="*/ 99980 h 142162"/>
                    <a:gd name="connsiteX3" fmla="*/ 131 w 595959"/>
                    <a:gd name="connsiteY3" fmla="*/ 142162 h 142162"/>
                    <a:gd name="connsiteX4" fmla="*/ 124 w 595959"/>
                    <a:gd name="connsiteY4" fmla="*/ 24925 h 142162"/>
                    <a:gd name="connsiteX0" fmla="*/ 124 w 595959"/>
                    <a:gd name="connsiteY0" fmla="*/ 22492 h 139729"/>
                    <a:gd name="connsiteX1" fmla="*/ 595828 w 595959"/>
                    <a:gd name="connsiteY1" fmla="*/ 0 h 139729"/>
                    <a:gd name="connsiteX2" fmla="*/ 595830 w 595959"/>
                    <a:gd name="connsiteY2" fmla="*/ 97547 h 139729"/>
                    <a:gd name="connsiteX3" fmla="*/ 131 w 595959"/>
                    <a:gd name="connsiteY3" fmla="*/ 139729 h 139729"/>
                    <a:gd name="connsiteX4" fmla="*/ 124 w 595959"/>
                    <a:gd name="connsiteY4" fmla="*/ 22492 h 139729"/>
                    <a:gd name="connsiteX0" fmla="*/ 124 w 595959"/>
                    <a:gd name="connsiteY0" fmla="*/ 25585 h 142822"/>
                    <a:gd name="connsiteX1" fmla="*/ 595828 w 595959"/>
                    <a:gd name="connsiteY1" fmla="*/ 3093 h 142822"/>
                    <a:gd name="connsiteX2" fmla="*/ 595830 w 595959"/>
                    <a:gd name="connsiteY2" fmla="*/ 100640 h 142822"/>
                    <a:gd name="connsiteX3" fmla="*/ 131 w 595959"/>
                    <a:gd name="connsiteY3" fmla="*/ 142822 h 142822"/>
                    <a:gd name="connsiteX4" fmla="*/ 124 w 595959"/>
                    <a:gd name="connsiteY4" fmla="*/ 25585 h 142822"/>
                    <a:gd name="connsiteX0" fmla="*/ 124 w 595959"/>
                    <a:gd name="connsiteY0" fmla="*/ 25585 h 142822"/>
                    <a:gd name="connsiteX1" fmla="*/ 595828 w 595959"/>
                    <a:gd name="connsiteY1" fmla="*/ 3093 h 142822"/>
                    <a:gd name="connsiteX2" fmla="*/ 595830 w 595959"/>
                    <a:gd name="connsiteY2" fmla="*/ 100640 h 142822"/>
                    <a:gd name="connsiteX3" fmla="*/ 131 w 595959"/>
                    <a:gd name="connsiteY3" fmla="*/ 142822 h 142822"/>
                    <a:gd name="connsiteX4" fmla="*/ 124 w 595959"/>
                    <a:gd name="connsiteY4" fmla="*/ 25585 h 142822"/>
                    <a:gd name="connsiteX0" fmla="*/ 124 w 595959"/>
                    <a:gd name="connsiteY0" fmla="*/ 26512 h 143749"/>
                    <a:gd name="connsiteX1" fmla="*/ 595828 w 595959"/>
                    <a:gd name="connsiteY1" fmla="*/ 4020 h 143749"/>
                    <a:gd name="connsiteX2" fmla="*/ 595830 w 595959"/>
                    <a:gd name="connsiteY2" fmla="*/ 101567 h 143749"/>
                    <a:gd name="connsiteX3" fmla="*/ 131 w 595959"/>
                    <a:gd name="connsiteY3" fmla="*/ 143749 h 143749"/>
                    <a:gd name="connsiteX4" fmla="*/ 124 w 595959"/>
                    <a:gd name="connsiteY4" fmla="*/ 26512 h 143749"/>
                    <a:gd name="connsiteX0" fmla="*/ 124 w 595959"/>
                    <a:gd name="connsiteY0" fmla="*/ 26512 h 143749"/>
                    <a:gd name="connsiteX1" fmla="*/ 595828 w 595959"/>
                    <a:gd name="connsiteY1" fmla="*/ 4020 h 143749"/>
                    <a:gd name="connsiteX2" fmla="*/ 595830 w 595959"/>
                    <a:gd name="connsiteY2" fmla="*/ 101567 h 143749"/>
                    <a:gd name="connsiteX3" fmla="*/ 131 w 595959"/>
                    <a:gd name="connsiteY3" fmla="*/ 143749 h 143749"/>
                    <a:gd name="connsiteX4" fmla="*/ 124 w 595959"/>
                    <a:gd name="connsiteY4" fmla="*/ 26512 h 143749"/>
                    <a:gd name="connsiteX0" fmla="*/ 124 w 595959"/>
                    <a:gd name="connsiteY0" fmla="*/ 28496 h 145733"/>
                    <a:gd name="connsiteX1" fmla="*/ 595828 w 595959"/>
                    <a:gd name="connsiteY1" fmla="*/ 6004 h 145733"/>
                    <a:gd name="connsiteX2" fmla="*/ 595830 w 595959"/>
                    <a:gd name="connsiteY2" fmla="*/ 103551 h 145733"/>
                    <a:gd name="connsiteX3" fmla="*/ 131 w 595959"/>
                    <a:gd name="connsiteY3" fmla="*/ 145733 h 145733"/>
                    <a:gd name="connsiteX4" fmla="*/ 124 w 595959"/>
                    <a:gd name="connsiteY4" fmla="*/ 28496 h 145733"/>
                    <a:gd name="connsiteX0" fmla="*/ 124 w 595959"/>
                    <a:gd name="connsiteY0" fmla="*/ 40766 h 158003"/>
                    <a:gd name="connsiteX1" fmla="*/ 595828 w 595959"/>
                    <a:gd name="connsiteY1" fmla="*/ 0 h 158003"/>
                    <a:gd name="connsiteX2" fmla="*/ 595830 w 595959"/>
                    <a:gd name="connsiteY2" fmla="*/ 115821 h 158003"/>
                    <a:gd name="connsiteX3" fmla="*/ 131 w 595959"/>
                    <a:gd name="connsiteY3" fmla="*/ 158003 h 158003"/>
                    <a:gd name="connsiteX4" fmla="*/ 124 w 595959"/>
                    <a:gd name="connsiteY4" fmla="*/ 40766 h 158003"/>
                    <a:gd name="connsiteX0" fmla="*/ 124 w 595959"/>
                    <a:gd name="connsiteY0" fmla="*/ 40766 h 158003"/>
                    <a:gd name="connsiteX1" fmla="*/ 595828 w 595959"/>
                    <a:gd name="connsiteY1" fmla="*/ 0 h 158003"/>
                    <a:gd name="connsiteX2" fmla="*/ 595830 w 595959"/>
                    <a:gd name="connsiteY2" fmla="*/ 115821 h 158003"/>
                    <a:gd name="connsiteX3" fmla="*/ 131 w 595959"/>
                    <a:gd name="connsiteY3" fmla="*/ 158003 h 158003"/>
                    <a:gd name="connsiteX4" fmla="*/ 124 w 595959"/>
                    <a:gd name="connsiteY4" fmla="*/ 40766 h 158003"/>
                    <a:gd name="connsiteX0" fmla="*/ 124 w 595959"/>
                    <a:gd name="connsiteY0" fmla="*/ 40766 h 158003"/>
                    <a:gd name="connsiteX1" fmla="*/ 595828 w 595959"/>
                    <a:gd name="connsiteY1" fmla="*/ 0 h 158003"/>
                    <a:gd name="connsiteX2" fmla="*/ 595830 w 595959"/>
                    <a:gd name="connsiteY2" fmla="*/ 115821 h 158003"/>
                    <a:gd name="connsiteX3" fmla="*/ 131 w 595959"/>
                    <a:gd name="connsiteY3" fmla="*/ 158003 h 158003"/>
                    <a:gd name="connsiteX4" fmla="*/ 124 w 595959"/>
                    <a:gd name="connsiteY4" fmla="*/ 40766 h 158003"/>
                    <a:gd name="connsiteX0" fmla="*/ 124 w 595959"/>
                    <a:gd name="connsiteY0" fmla="*/ 40766 h 158003"/>
                    <a:gd name="connsiteX1" fmla="*/ 595828 w 595959"/>
                    <a:gd name="connsiteY1" fmla="*/ 0 h 158003"/>
                    <a:gd name="connsiteX2" fmla="*/ 595830 w 595959"/>
                    <a:gd name="connsiteY2" fmla="*/ 115821 h 158003"/>
                    <a:gd name="connsiteX3" fmla="*/ 131 w 595959"/>
                    <a:gd name="connsiteY3" fmla="*/ 158003 h 158003"/>
                    <a:gd name="connsiteX4" fmla="*/ 124 w 595959"/>
                    <a:gd name="connsiteY4" fmla="*/ 40766 h 158003"/>
                    <a:gd name="connsiteX0" fmla="*/ 124 w 595959"/>
                    <a:gd name="connsiteY0" fmla="*/ 40766 h 158003"/>
                    <a:gd name="connsiteX1" fmla="*/ 595828 w 595959"/>
                    <a:gd name="connsiteY1" fmla="*/ 0 h 158003"/>
                    <a:gd name="connsiteX2" fmla="*/ 595830 w 595959"/>
                    <a:gd name="connsiteY2" fmla="*/ 115821 h 158003"/>
                    <a:gd name="connsiteX3" fmla="*/ 131 w 595959"/>
                    <a:gd name="connsiteY3" fmla="*/ 158003 h 158003"/>
                    <a:gd name="connsiteX4" fmla="*/ 124 w 595959"/>
                    <a:gd name="connsiteY4" fmla="*/ 40766 h 158003"/>
                    <a:gd name="connsiteX0" fmla="*/ 124 w 595959"/>
                    <a:gd name="connsiteY0" fmla="*/ 40766 h 158003"/>
                    <a:gd name="connsiteX1" fmla="*/ 595828 w 595959"/>
                    <a:gd name="connsiteY1" fmla="*/ 0 h 158003"/>
                    <a:gd name="connsiteX2" fmla="*/ 595830 w 595959"/>
                    <a:gd name="connsiteY2" fmla="*/ 115821 h 158003"/>
                    <a:gd name="connsiteX3" fmla="*/ 131 w 595959"/>
                    <a:gd name="connsiteY3" fmla="*/ 158003 h 158003"/>
                    <a:gd name="connsiteX4" fmla="*/ 124 w 595959"/>
                    <a:gd name="connsiteY4" fmla="*/ 40766 h 158003"/>
                    <a:gd name="connsiteX0" fmla="*/ 124 w 595959"/>
                    <a:gd name="connsiteY0" fmla="*/ 40766 h 158003"/>
                    <a:gd name="connsiteX1" fmla="*/ 595828 w 595959"/>
                    <a:gd name="connsiteY1" fmla="*/ 0 h 158003"/>
                    <a:gd name="connsiteX2" fmla="*/ 595830 w 595959"/>
                    <a:gd name="connsiteY2" fmla="*/ 115821 h 158003"/>
                    <a:gd name="connsiteX3" fmla="*/ 131 w 595959"/>
                    <a:gd name="connsiteY3" fmla="*/ 158003 h 158003"/>
                    <a:gd name="connsiteX4" fmla="*/ 124 w 595959"/>
                    <a:gd name="connsiteY4" fmla="*/ 40766 h 158003"/>
                    <a:gd name="connsiteX0" fmla="*/ 124 w 595959"/>
                    <a:gd name="connsiteY0" fmla="*/ 40766 h 158003"/>
                    <a:gd name="connsiteX1" fmla="*/ 595828 w 595959"/>
                    <a:gd name="connsiteY1" fmla="*/ 0 h 158003"/>
                    <a:gd name="connsiteX2" fmla="*/ 595830 w 595959"/>
                    <a:gd name="connsiteY2" fmla="*/ 115821 h 158003"/>
                    <a:gd name="connsiteX3" fmla="*/ 131 w 595959"/>
                    <a:gd name="connsiteY3" fmla="*/ 158003 h 158003"/>
                    <a:gd name="connsiteX4" fmla="*/ 124 w 595959"/>
                    <a:gd name="connsiteY4" fmla="*/ 40766 h 158003"/>
                    <a:gd name="connsiteX0" fmla="*/ 124 w 595959"/>
                    <a:gd name="connsiteY0" fmla="*/ 40766 h 158003"/>
                    <a:gd name="connsiteX1" fmla="*/ 595828 w 595959"/>
                    <a:gd name="connsiteY1" fmla="*/ 0 h 158003"/>
                    <a:gd name="connsiteX2" fmla="*/ 595830 w 595959"/>
                    <a:gd name="connsiteY2" fmla="*/ 115821 h 158003"/>
                    <a:gd name="connsiteX3" fmla="*/ 131 w 595959"/>
                    <a:gd name="connsiteY3" fmla="*/ 158003 h 158003"/>
                    <a:gd name="connsiteX4" fmla="*/ 124 w 595959"/>
                    <a:gd name="connsiteY4" fmla="*/ 40766 h 158003"/>
                    <a:gd name="connsiteX0" fmla="*/ 124 w 595856"/>
                    <a:gd name="connsiteY0" fmla="*/ 41841 h 159078"/>
                    <a:gd name="connsiteX1" fmla="*/ 591261 w 595856"/>
                    <a:gd name="connsiteY1" fmla="*/ 0 h 159078"/>
                    <a:gd name="connsiteX2" fmla="*/ 595830 w 595856"/>
                    <a:gd name="connsiteY2" fmla="*/ 116896 h 159078"/>
                    <a:gd name="connsiteX3" fmla="*/ 131 w 595856"/>
                    <a:gd name="connsiteY3" fmla="*/ 159078 h 159078"/>
                    <a:gd name="connsiteX4" fmla="*/ 124 w 595856"/>
                    <a:gd name="connsiteY4" fmla="*/ 41841 h 159078"/>
                    <a:gd name="connsiteX0" fmla="*/ 124 w 595959"/>
                    <a:gd name="connsiteY0" fmla="*/ 41841 h 159078"/>
                    <a:gd name="connsiteX1" fmla="*/ 595828 w 595959"/>
                    <a:gd name="connsiteY1" fmla="*/ 0 h 159078"/>
                    <a:gd name="connsiteX2" fmla="*/ 595830 w 595959"/>
                    <a:gd name="connsiteY2" fmla="*/ 116896 h 159078"/>
                    <a:gd name="connsiteX3" fmla="*/ 131 w 595959"/>
                    <a:gd name="connsiteY3" fmla="*/ 159078 h 159078"/>
                    <a:gd name="connsiteX4" fmla="*/ 124 w 595959"/>
                    <a:gd name="connsiteY4" fmla="*/ 41841 h 159078"/>
                    <a:gd name="connsiteX0" fmla="*/ 124 w 597349"/>
                    <a:gd name="connsiteY0" fmla="*/ 42378 h 159615"/>
                    <a:gd name="connsiteX1" fmla="*/ 597349 w 597349"/>
                    <a:gd name="connsiteY1" fmla="*/ 0 h 159615"/>
                    <a:gd name="connsiteX2" fmla="*/ 595830 w 597349"/>
                    <a:gd name="connsiteY2" fmla="*/ 117433 h 159615"/>
                    <a:gd name="connsiteX3" fmla="*/ 131 w 597349"/>
                    <a:gd name="connsiteY3" fmla="*/ 159615 h 159615"/>
                    <a:gd name="connsiteX4" fmla="*/ 124 w 597349"/>
                    <a:gd name="connsiteY4" fmla="*/ 42378 h 159615"/>
                    <a:gd name="connsiteX0" fmla="*/ 124 w 600443"/>
                    <a:gd name="connsiteY0" fmla="*/ 42378 h 159615"/>
                    <a:gd name="connsiteX1" fmla="*/ 597349 w 600443"/>
                    <a:gd name="connsiteY1" fmla="*/ 0 h 159615"/>
                    <a:gd name="connsiteX2" fmla="*/ 600408 w 600443"/>
                    <a:gd name="connsiteY2" fmla="*/ 117433 h 159615"/>
                    <a:gd name="connsiteX3" fmla="*/ 131 w 600443"/>
                    <a:gd name="connsiteY3" fmla="*/ 159615 h 159615"/>
                    <a:gd name="connsiteX4" fmla="*/ 124 w 600443"/>
                    <a:gd name="connsiteY4" fmla="*/ 42378 h 159615"/>
                    <a:gd name="connsiteX0" fmla="*/ 124 w 600537"/>
                    <a:gd name="connsiteY0" fmla="*/ 42378 h 159615"/>
                    <a:gd name="connsiteX1" fmla="*/ 600401 w 600537"/>
                    <a:gd name="connsiteY1" fmla="*/ 0 h 159615"/>
                    <a:gd name="connsiteX2" fmla="*/ 600408 w 600537"/>
                    <a:gd name="connsiteY2" fmla="*/ 117433 h 159615"/>
                    <a:gd name="connsiteX3" fmla="*/ 131 w 600537"/>
                    <a:gd name="connsiteY3" fmla="*/ 159615 h 159615"/>
                    <a:gd name="connsiteX4" fmla="*/ 124 w 600537"/>
                    <a:gd name="connsiteY4" fmla="*/ 42378 h 15961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00537" h="159615">
                      <a:moveTo>
                        <a:pt x="124" y="42378"/>
                      </a:moveTo>
                      <a:cubicBezTo>
                        <a:pt x="296414" y="-50243"/>
                        <a:pt x="418111" y="75773"/>
                        <a:pt x="600401" y="0"/>
                      </a:cubicBezTo>
                      <a:cubicBezTo>
                        <a:pt x="599951" y="33260"/>
                        <a:pt x="600858" y="84173"/>
                        <a:pt x="600408" y="117433"/>
                      </a:cubicBezTo>
                      <a:cubicBezTo>
                        <a:pt x="395490" y="192726"/>
                        <a:pt x="285331" y="62551"/>
                        <a:pt x="131" y="159615"/>
                      </a:cubicBezTo>
                      <a:cubicBezTo>
                        <a:pt x="-323" y="114566"/>
                        <a:pt x="578" y="87427"/>
                        <a:pt x="124" y="42378"/>
                      </a:cubicBezTo>
                      <a:close/>
                    </a:path>
                  </a:pathLst>
                </a:custGeom>
                <a:solidFill>
                  <a:schemeClr val="accent4">
                    <a:lumMod val="60000"/>
                    <a:lumOff val="40000"/>
                  </a:schemeClr>
                </a:solidFill>
                <a:ln w="1270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817" name="矩形 1174">
                  <a:extLst>
                    <a:ext uri="{FF2B5EF4-FFF2-40B4-BE49-F238E27FC236}">
                      <a16:creationId xmlns:a16="http://schemas.microsoft.com/office/drawing/2014/main" id="{8400E767-5D1D-F9D9-ECEF-E583D778EEC5}"/>
                    </a:ext>
                  </a:extLst>
                </p:cNvPr>
                <p:cNvSpPr/>
                <p:nvPr/>
              </p:nvSpPr>
              <p:spPr>
                <a:xfrm rot="10800000">
                  <a:off x="5041542" y="6890402"/>
                  <a:ext cx="618706" cy="226680"/>
                </a:xfrm>
                <a:custGeom>
                  <a:avLst/>
                  <a:gdLst>
                    <a:gd name="connsiteX0" fmla="*/ 0 w 595706"/>
                    <a:gd name="connsiteY0" fmla="*/ 0 h 92965"/>
                    <a:gd name="connsiteX1" fmla="*/ 595706 w 595706"/>
                    <a:gd name="connsiteY1" fmla="*/ 0 h 92965"/>
                    <a:gd name="connsiteX2" fmla="*/ 595706 w 595706"/>
                    <a:gd name="connsiteY2" fmla="*/ 92965 h 92965"/>
                    <a:gd name="connsiteX3" fmla="*/ 0 w 595706"/>
                    <a:gd name="connsiteY3" fmla="*/ 92965 h 92965"/>
                    <a:gd name="connsiteX4" fmla="*/ 0 w 595706"/>
                    <a:gd name="connsiteY4" fmla="*/ 0 h 92965"/>
                    <a:gd name="connsiteX0" fmla="*/ 0 w 595706"/>
                    <a:gd name="connsiteY0" fmla="*/ 0 h 135147"/>
                    <a:gd name="connsiteX1" fmla="*/ 595706 w 595706"/>
                    <a:gd name="connsiteY1" fmla="*/ 0 h 135147"/>
                    <a:gd name="connsiteX2" fmla="*/ 595706 w 595706"/>
                    <a:gd name="connsiteY2" fmla="*/ 92965 h 135147"/>
                    <a:gd name="connsiteX3" fmla="*/ 1361 w 595706"/>
                    <a:gd name="connsiteY3" fmla="*/ 135147 h 135147"/>
                    <a:gd name="connsiteX4" fmla="*/ 0 w 595706"/>
                    <a:gd name="connsiteY4" fmla="*/ 0 h 135147"/>
                    <a:gd name="connsiteX0" fmla="*/ 0 w 595706"/>
                    <a:gd name="connsiteY0" fmla="*/ 0 h 135147"/>
                    <a:gd name="connsiteX1" fmla="*/ 595706 w 595706"/>
                    <a:gd name="connsiteY1" fmla="*/ 0 h 135147"/>
                    <a:gd name="connsiteX2" fmla="*/ 595706 w 595706"/>
                    <a:gd name="connsiteY2" fmla="*/ 92965 h 135147"/>
                    <a:gd name="connsiteX3" fmla="*/ 1361 w 595706"/>
                    <a:gd name="connsiteY3" fmla="*/ 135147 h 135147"/>
                    <a:gd name="connsiteX4" fmla="*/ 0 w 595706"/>
                    <a:gd name="connsiteY4" fmla="*/ 0 h 135147"/>
                    <a:gd name="connsiteX0" fmla="*/ 0 w 595706"/>
                    <a:gd name="connsiteY0" fmla="*/ 0 h 135147"/>
                    <a:gd name="connsiteX1" fmla="*/ 595706 w 595706"/>
                    <a:gd name="connsiteY1" fmla="*/ 0 h 135147"/>
                    <a:gd name="connsiteX2" fmla="*/ 595706 w 595706"/>
                    <a:gd name="connsiteY2" fmla="*/ 92965 h 135147"/>
                    <a:gd name="connsiteX3" fmla="*/ 1361 w 595706"/>
                    <a:gd name="connsiteY3" fmla="*/ 135147 h 135147"/>
                    <a:gd name="connsiteX4" fmla="*/ 0 w 595706"/>
                    <a:gd name="connsiteY4" fmla="*/ 0 h 135147"/>
                    <a:gd name="connsiteX0" fmla="*/ 0 w 595706"/>
                    <a:gd name="connsiteY0" fmla="*/ 0 h 135147"/>
                    <a:gd name="connsiteX1" fmla="*/ 595706 w 595706"/>
                    <a:gd name="connsiteY1" fmla="*/ 0 h 135147"/>
                    <a:gd name="connsiteX2" fmla="*/ 595706 w 595706"/>
                    <a:gd name="connsiteY2" fmla="*/ 92965 h 135147"/>
                    <a:gd name="connsiteX3" fmla="*/ 1361 w 595706"/>
                    <a:gd name="connsiteY3" fmla="*/ 135147 h 135147"/>
                    <a:gd name="connsiteX4" fmla="*/ 0 w 595706"/>
                    <a:gd name="connsiteY4" fmla="*/ 0 h 135147"/>
                    <a:gd name="connsiteX0" fmla="*/ 1422 w 594406"/>
                    <a:gd name="connsiteY0" fmla="*/ 21376 h 135147"/>
                    <a:gd name="connsiteX1" fmla="*/ 594406 w 594406"/>
                    <a:gd name="connsiteY1" fmla="*/ 0 h 135147"/>
                    <a:gd name="connsiteX2" fmla="*/ 594406 w 594406"/>
                    <a:gd name="connsiteY2" fmla="*/ 92965 h 135147"/>
                    <a:gd name="connsiteX3" fmla="*/ 61 w 594406"/>
                    <a:gd name="connsiteY3" fmla="*/ 135147 h 135147"/>
                    <a:gd name="connsiteX4" fmla="*/ 1422 w 594406"/>
                    <a:gd name="connsiteY4" fmla="*/ 21376 h 135147"/>
                    <a:gd name="connsiteX0" fmla="*/ 1422 w 594406"/>
                    <a:gd name="connsiteY0" fmla="*/ 15599 h 135147"/>
                    <a:gd name="connsiteX1" fmla="*/ 594406 w 594406"/>
                    <a:gd name="connsiteY1" fmla="*/ 0 h 135147"/>
                    <a:gd name="connsiteX2" fmla="*/ 594406 w 594406"/>
                    <a:gd name="connsiteY2" fmla="*/ 92965 h 135147"/>
                    <a:gd name="connsiteX3" fmla="*/ 61 w 594406"/>
                    <a:gd name="connsiteY3" fmla="*/ 135147 h 135147"/>
                    <a:gd name="connsiteX4" fmla="*/ 1422 w 594406"/>
                    <a:gd name="connsiteY4" fmla="*/ 15599 h 135147"/>
                    <a:gd name="connsiteX0" fmla="*/ 131 w 594476"/>
                    <a:gd name="connsiteY0" fmla="*/ 4622 h 135147"/>
                    <a:gd name="connsiteX1" fmla="*/ 594476 w 594476"/>
                    <a:gd name="connsiteY1" fmla="*/ 0 h 135147"/>
                    <a:gd name="connsiteX2" fmla="*/ 594476 w 594476"/>
                    <a:gd name="connsiteY2" fmla="*/ 92965 h 135147"/>
                    <a:gd name="connsiteX3" fmla="*/ 131 w 594476"/>
                    <a:gd name="connsiteY3" fmla="*/ 135147 h 135147"/>
                    <a:gd name="connsiteX4" fmla="*/ 131 w 594476"/>
                    <a:gd name="connsiteY4" fmla="*/ 4622 h 135147"/>
                    <a:gd name="connsiteX0" fmla="*/ 0 w 595706"/>
                    <a:gd name="connsiteY0" fmla="*/ 17910 h 135147"/>
                    <a:gd name="connsiteX1" fmla="*/ 595706 w 595706"/>
                    <a:gd name="connsiteY1" fmla="*/ 0 h 135147"/>
                    <a:gd name="connsiteX2" fmla="*/ 595706 w 595706"/>
                    <a:gd name="connsiteY2" fmla="*/ 92965 h 135147"/>
                    <a:gd name="connsiteX3" fmla="*/ 1361 w 595706"/>
                    <a:gd name="connsiteY3" fmla="*/ 135147 h 135147"/>
                    <a:gd name="connsiteX4" fmla="*/ 0 w 595706"/>
                    <a:gd name="connsiteY4" fmla="*/ 17910 h 135147"/>
                    <a:gd name="connsiteX0" fmla="*/ 0 w 595706"/>
                    <a:gd name="connsiteY0" fmla="*/ 17910 h 135147"/>
                    <a:gd name="connsiteX1" fmla="*/ 595706 w 595706"/>
                    <a:gd name="connsiteY1" fmla="*/ 0 h 135147"/>
                    <a:gd name="connsiteX2" fmla="*/ 595706 w 595706"/>
                    <a:gd name="connsiteY2" fmla="*/ 92965 h 135147"/>
                    <a:gd name="connsiteX3" fmla="*/ 1361 w 595706"/>
                    <a:gd name="connsiteY3" fmla="*/ 135147 h 135147"/>
                    <a:gd name="connsiteX4" fmla="*/ 0 w 595706"/>
                    <a:gd name="connsiteY4" fmla="*/ 17910 h 135147"/>
                    <a:gd name="connsiteX0" fmla="*/ 0 w 595706"/>
                    <a:gd name="connsiteY0" fmla="*/ 17910 h 135147"/>
                    <a:gd name="connsiteX1" fmla="*/ 595706 w 595706"/>
                    <a:gd name="connsiteY1" fmla="*/ 0 h 135147"/>
                    <a:gd name="connsiteX2" fmla="*/ 595706 w 595706"/>
                    <a:gd name="connsiteY2" fmla="*/ 92965 h 135147"/>
                    <a:gd name="connsiteX3" fmla="*/ 1361 w 595706"/>
                    <a:gd name="connsiteY3" fmla="*/ 135147 h 135147"/>
                    <a:gd name="connsiteX4" fmla="*/ 0 w 595706"/>
                    <a:gd name="connsiteY4" fmla="*/ 17910 h 135147"/>
                    <a:gd name="connsiteX0" fmla="*/ 0 w 595706"/>
                    <a:gd name="connsiteY0" fmla="*/ 17910 h 135147"/>
                    <a:gd name="connsiteX1" fmla="*/ 595706 w 595706"/>
                    <a:gd name="connsiteY1" fmla="*/ 0 h 135147"/>
                    <a:gd name="connsiteX2" fmla="*/ 595706 w 595706"/>
                    <a:gd name="connsiteY2" fmla="*/ 92965 h 135147"/>
                    <a:gd name="connsiteX3" fmla="*/ 1361 w 595706"/>
                    <a:gd name="connsiteY3" fmla="*/ 135147 h 135147"/>
                    <a:gd name="connsiteX4" fmla="*/ 0 w 595706"/>
                    <a:gd name="connsiteY4" fmla="*/ 17910 h 135147"/>
                    <a:gd name="connsiteX0" fmla="*/ 0 w 595706"/>
                    <a:gd name="connsiteY0" fmla="*/ 22423 h 139660"/>
                    <a:gd name="connsiteX1" fmla="*/ 595706 w 595706"/>
                    <a:gd name="connsiteY1" fmla="*/ 4513 h 139660"/>
                    <a:gd name="connsiteX2" fmla="*/ 595706 w 595706"/>
                    <a:gd name="connsiteY2" fmla="*/ 97478 h 139660"/>
                    <a:gd name="connsiteX3" fmla="*/ 1361 w 595706"/>
                    <a:gd name="connsiteY3" fmla="*/ 139660 h 139660"/>
                    <a:gd name="connsiteX4" fmla="*/ 0 w 595706"/>
                    <a:gd name="connsiteY4" fmla="*/ 22423 h 139660"/>
                    <a:gd name="connsiteX0" fmla="*/ 0 w 595706"/>
                    <a:gd name="connsiteY0" fmla="*/ 26413 h 143650"/>
                    <a:gd name="connsiteX1" fmla="*/ 595706 w 595706"/>
                    <a:gd name="connsiteY1" fmla="*/ 8503 h 143650"/>
                    <a:gd name="connsiteX2" fmla="*/ 595706 w 595706"/>
                    <a:gd name="connsiteY2" fmla="*/ 101468 h 143650"/>
                    <a:gd name="connsiteX3" fmla="*/ 1361 w 595706"/>
                    <a:gd name="connsiteY3" fmla="*/ 143650 h 143650"/>
                    <a:gd name="connsiteX4" fmla="*/ 0 w 595706"/>
                    <a:gd name="connsiteY4" fmla="*/ 26413 h 143650"/>
                    <a:gd name="connsiteX0" fmla="*/ 0 w 595706"/>
                    <a:gd name="connsiteY0" fmla="*/ 21286 h 138523"/>
                    <a:gd name="connsiteX1" fmla="*/ 595706 w 595706"/>
                    <a:gd name="connsiteY1" fmla="*/ 3376 h 138523"/>
                    <a:gd name="connsiteX2" fmla="*/ 595706 w 595706"/>
                    <a:gd name="connsiteY2" fmla="*/ 96341 h 138523"/>
                    <a:gd name="connsiteX3" fmla="*/ 1361 w 595706"/>
                    <a:gd name="connsiteY3" fmla="*/ 138523 h 138523"/>
                    <a:gd name="connsiteX4" fmla="*/ 0 w 595706"/>
                    <a:gd name="connsiteY4" fmla="*/ 21286 h 138523"/>
                    <a:gd name="connsiteX0" fmla="*/ 0 w 595706"/>
                    <a:gd name="connsiteY0" fmla="*/ 22534 h 139771"/>
                    <a:gd name="connsiteX1" fmla="*/ 595706 w 595706"/>
                    <a:gd name="connsiteY1" fmla="*/ 4624 h 139771"/>
                    <a:gd name="connsiteX2" fmla="*/ 595706 w 595706"/>
                    <a:gd name="connsiteY2" fmla="*/ 97589 h 139771"/>
                    <a:gd name="connsiteX3" fmla="*/ 1361 w 595706"/>
                    <a:gd name="connsiteY3" fmla="*/ 139771 h 139771"/>
                    <a:gd name="connsiteX4" fmla="*/ 0 w 595706"/>
                    <a:gd name="connsiteY4" fmla="*/ 22534 h 139771"/>
                    <a:gd name="connsiteX0" fmla="*/ 0 w 595706"/>
                    <a:gd name="connsiteY0" fmla="*/ 23494 h 140731"/>
                    <a:gd name="connsiteX1" fmla="*/ 595706 w 595706"/>
                    <a:gd name="connsiteY1" fmla="*/ 2118 h 140731"/>
                    <a:gd name="connsiteX2" fmla="*/ 595706 w 595706"/>
                    <a:gd name="connsiteY2" fmla="*/ 98549 h 140731"/>
                    <a:gd name="connsiteX3" fmla="*/ 1361 w 595706"/>
                    <a:gd name="connsiteY3" fmla="*/ 140731 h 140731"/>
                    <a:gd name="connsiteX4" fmla="*/ 0 w 595706"/>
                    <a:gd name="connsiteY4" fmla="*/ 23494 h 140731"/>
                    <a:gd name="connsiteX0" fmla="*/ 0 w 595706"/>
                    <a:gd name="connsiteY0" fmla="*/ 23494 h 140731"/>
                    <a:gd name="connsiteX1" fmla="*/ 595706 w 595706"/>
                    <a:gd name="connsiteY1" fmla="*/ 2118 h 140731"/>
                    <a:gd name="connsiteX2" fmla="*/ 595706 w 595706"/>
                    <a:gd name="connsiteY2" fmla="*/ 98549 h 140731"/>
                    <a:gd name="connsiteX3" fmla="*/ 1361 w 595706"/>
                    <a:gd name="connsiteY3" fmla="*/ 140731 h 140731"/>
                    <a:gd name="connsiteX4" fmla="*/ 0 w 595706"/>
                    <a:gd name="connsiteY4" fmla="*/ 23494 h 140731"/>
                    <a:gd name="connsiteX0" fmla="*/ 0 w 595706"/>
                    <a:gd name="connsiteY0" fmla="*/ 25030 h 142267"/>
                    <a:gd name="connsiteX1" fmla="*/ 595706 w 595706"/>
                    <a:gd name="connsiteY1" fmla="*/ 3654 h 142267"/>
                    <a:gd name="connsiteX2" fmla="*/ 595706 w 595706"/>
                    <a:gd name="connsiteY2" fmla="*/ 100085 h 142267"/>
                    <a:gd name="connsiteX3" fmla="*/ 1361 w 595706"/>
                    <a:gd name="connsiteY3" fmla="*/ 142267 h 142267"/>
                    <a:gd name="connsiteX4" fmla="*/ 0 w 595706"/>
                    <a:gd name="connsiteY4" fmla="*/ 25030 h 142267"/>
                    <a:gd name="connsiteX0" fmla="*/ 0 w 595706"/>
                    <a:gd name="connsiteY0" fmla="*/ 22091 h 139328"/>
                    <a:gd name="connsiteX1" fmla="*/ 595706 w 595706"/>
                    <a:gd name="connsiteY1" fmla="*/ 715 h 139328"/>
                    <a:gd name="connsiteX2" fmla="*/ 595706 w 595706"/>
                    <a:gd name="connsiteY2" fmla="*/ 97146 h 139328"/>
                    <a:gd name="connsiteX3" fmla="*/ 1361 w 595706"/>
                    <a:gd name="connsiteY3" fmla="*/ 139328 h 139328"/>
                    <a:gd name="connsiteX4" fmla="*/ 0 w 595706"/>
                    <a:gd name="connsiteY4" fmla="*/ 22091 h 139328"/>
                    <a:gd name="connsiteX0" fmla="*/ 0 w 595706"/>
                    <a:gd name="connsiteY0" fmla="*/ 23573 h 140810"/>
                    <a:gd name="connsiteX1" fmla="*/ 595706 w 595706"/>
                    <a:gd name="connsiteY1" fmla="*/ 2197 h 140810"/>
                    <a:gd name="connsiteX2" fmla="*/ 595706 w 595706"/>
                    <a:gd name="connsiteY2" fmla="*/ 98628 h 140810"/>
                    <a:gd name="connsiteX3" fmla="*/ 1361 w 595706"/>
                    <a:gd name="connsiteY3" fmla="*/ 140810 h 140810"/>
                    <a:gd name="connsiteX4" fmla="*/ 0 w 595706"/>
                    <a:gd name="connsiteY4" fmla="*/ 23573 h 140810"/>
                    <a:gd name="connsiteX0" fmla="*/ 0 w 595706"/>
                    <a:gd name="connsiteY0" fmla="*/ 21908 h 139145"/>
                    <a:gd name="connsiteX1" fmla="*/ 595706 w 595706"/>
                    <a:gd name="connsiteY1" fmla="*/ 532 h 139145"/>
                    <a:gd name="connsiteX2" fmla="*/ 595706 w 595706"/>
                    <a:gd name="connsiteY2" fmla="*/ 96963 h 139145"/>
                    <a:gd name="connsiteX3" fmla="*/ 1361 w 595706"/>
                    <a:gd name="connsiteY3" fmla="*/ 139145 h 139145"/>
                    <a:gd name="connsiteX4" fmla="*/ 0 w 595706"/>
                    <a:gd name="connsiteY4" fmla="*/ 21908 h 139145"/>
                    <a:gd name="connsiteX0" fmla="*/ 0 w 595706"/>
                    <a:gd name="connsiteY0" fmla="*/ 23863 h 141100"/>
                    <a:gd name="connsiteX1" fmla="*/ 595706 w 595706"/>
                    <a:gd name="connsiteY1" fmla="*/ 2487 h 141100"/>
                    <a:gd name="connsiteX2" fmla="*/ 595706 w 595706"/>
                    <a:gd name="connsiteY2" fmla="*/ 98918 h 141100"/>
                    <a:gd name="connsiteX3" fmla="*/ 1361 w 595706"/>
                    <a:gd name="connsiteY3" fmla="*/ 141100 h 141100"/>
                    <a:gd name="connsiteX4" fmla="*/ 0 w 595706"/>
                    <a:gd name="connsiteY4" fmla="*/ 23863 h 141100"/>
                    <a:gd name="connsiteX0" fmla="*/ 0 w 595706"/>
                    <a:gd name="connsiteY0" fmla="*/ 24472 h 141709"/>
                    <a:gd name="connsiteX1" fmla="*/ 595706 w 595706"/>
                    <a:gd name="connsiteY1" fmla="*/ 3096 h 141709"/>
                    <a:gd name="connsiteX2" fmla="*/ 595706 w 595706"/>
                    <a:gd name="connsiteY2" fmla="*/ 99527 h 141709"/>
                    <a:gd name="connsiteX3" fmla="*/ 1361 w 595706"/>
                    <a:gd name="connsiteY3" fmla="*/ 141709 h 141709"/>
                    <a:gd name="connsiteX4" fmla="*/ 0 w 595706"/>
                    <a:gd name="connsiteY4" fmla="*/ 24472 h 141709"/>
                    <a:gd name="connsiteX0" fmla="*/ 0 w 595706"/>
                    <a:gd name="connsiteY0" fmla="*/ 24267 h 141504"/>
                    <a:gd name="connsiteX1" fmla="*/ 595706 w 595706"/>
                    <a:gd name="connsiteY1" fmla="*/ 2891 h 141504"/>
                    <a:gd name="connsiteX2" fmla="*/ 595706 w 595706"/>
                    <a:gd name="connsiteY2" fmla="*/ 99322 h 141504"/>
                    <a:gd name="connsiteX3" fmla="*/ 1361 w 595706"/>
                    <a:gd name="connsiteY3" fmla="*/ 141504 h 141504"/>
                    <a:gd name="connsiteX4" fmla="*/ 0 w 595706"/>
                    <a:gd name="connsiteY4" fmla="*/ 24267 h 141504"/>
                    <a:gd name="connsiteX0" fmla="*/ 0 w 595706"/>
                    <a:gd name="connsiteY0" fmla="*/ 24472 h 141709"/>
                    <a:gd name="connsiteX1" fmla="*/ 595706 w 595706"/>
                    <a:gd name="connsiteY1" fmla="*/ 3096 h 141709"/>
                    <a:gd name="connsiteX2" fmla="*/ 595706 w 595706"/>
                    <a:gd name="connsiteY2" fmla="*/ 99527 h 141709"/>
                    <a:gd name="connsiteX3" fmla="*/ 1361 w 595706"/>
                    <a:gd name="connsiteY3" fmla="*/ 141709 h 141709"/>
                    <a:gd name="connsiteX4" fmla="*/ 0 w 595706"/>
                    <a:gd name="connsiteY4" fmla="*/ 24472 h 141709"/>
                    <a:gd name="connsiteX0" fmla="*/ 0 w 595706"/>
                    <a:gd name="connsiteY0" fmla="*/ 24472 h 141709"/>
                    <a:gd name="connsiteX1" fmla="*/ 594353 w 595706"/>
                    <a:gd name="connsiteY1" fmla="*/ 3096 h 141709"/>
                    <a:gd name="connsiteX2" fmla="*/ 595706 w 595706"/>
                    <a:gd name="connsiteY2" fmla="*/ 99527 h 141709"/>
                    <a:gd name="connsiteX3" fmla="*/ 1361 w 595706"/>
                    <a:gd name="connsiteY3" fmla="*/ 141709 h 141709"/>
                    <a:gd name="connsiteX4" fmla="*/ 0 w 595706"/>
                    <a:gd name="connsiteY4" fmla="*/ 24472 h 141709"/>
                    <a:gd name="connsiteX0" fmla="*/ 124 w 595830"/>
                    <a:gd name="connsiteY0" fmla="*/ 24472 h 141709"/>
                    <a:gd name="connsiteX1" fmla="*/ 594477 w 595830"/>
                    <a:gd name="connsiteY1" fmla="*/ 3096 h 141709"/>
                    <a:gd name="connsiteX2" fmla="*/ 595830 w 595830"/>
                    <a:gd name="connsiteY2" fmla="*/ 99527 h 141709"/>
                    <a:gd name="connsiteX3" fmla="*/ 131 w 595830"/>
                    <a:gd name="connsiteY3" fmla="*/ 141709 h 141709"/>
                    <a:gd name="connsiteX4" fmla="*/ 124 w 595830"/>
                    <a:gd name="connsiteY4" fmla="*/ 24472 h 141709"/>
                    <a:gd name="connsiteX0" fmla="*/ 124 w 597179"/>
                    <a:gd name="connsiteY0" fmla="*/ 25207 h 142444"/>
                    <a:gd name="connsiteX1" fmla="*/ 597179 w 597179"/>
                    <a:gd name="connsiteY1" fmla="*/ 481 h 142444"/>
                    <a:gd name="connsiteX2" fmla="*/ 595830 w 597179"/>
                    <a:gd name="connsiteY2" fmla="*/ 100262 h 142444"/>
                    <a:gd name="connsiteX3" fmla="*/ 131 w 597179"/>
                    <a:gd name="connsiteY3" fmla="*/ 142444 h 142444"/>
                    <a:gd name="connsiteX4" fmla="*/ 124 w 597179"/>
                    <a:gd name="connsiteY4" fmla="*/ 25207 h 142444"/>
                    <a:gd name="connsiteX0" fmla="*/ 124 w 595889"/>
                    <a:gd name="connsiteY0" fmla="*/ 25842 h 143079"/>
                    <a:gd name="connsiteX1" fmla="*/ 594477 w 595889"/>
                    <a:gd name="connsiteY1" fmla="*/ 0 h 143079"/>
                    <a:gd name="connsiteX2" fmla="*/ 595830 w 595889"/>
                    <a:gd name="connsiteY2" fmla="*/ 100897 h 143079"/>
                    <a:gd name="connsiteX3" fmla="*/ 131 w 595889"/>
                    <a:gd name="connsiteY3" fmla="*/ 143079 h 143079"/>
                    <a:gd name="connsiteX4" fmla="*/ 124 w 595889"/>
                    <a:gd name="connsiteY4" fmla="*/ 25842 h 143079"/>
                    <a:gd name="connsiteX0" fmla="*/ 124 w 595889"/>
                    <a:gd name="connsiteY0" fmla="*/ 24713 h 141950"/>
                    <a:gd name="connsiteX1" fmla="*/ 594477 w 595889"/>
                    <a:gd name="connsiteY1" fmla="*/ 2221 h 141950"/>
                    <a:gd name="connsiteX2" fmla="*/ 595830 w 595889"/>
                    <a:gd name="connsiteY2" fmla="*/ 99768 h 141950"/>
                    <a:gd name="connsiteX3" fmla="*/ 131 w 595889"/>
                    <a:gd name="connsiteY3" fmla="*/ 141950 h 141950"/>
                    <a:gd name="connsiteX4" fmla="*/ 124 w 595889"/>
                    <a:gd name="connsiteY4" fmla="*/ 24713 h 141950"/>
                    <a:gd name="connsiteX0" fmla="*/ 124 w 595959"/>
                    <a:gd name="connsiteY0" fmla="*/ 24713 h 141950"/>
                    <a:gd name="connsiteX1" fmla="*/ 595828 w 595959"/>
                    <a:gd name="connsiteY1" fmla="*/ 2221 h 141950"/>
                    <a:gd name="connsiteX2" fmla="*/ 595830 w 595959"/>
                    <a:gd name="connsiteY2" fmla="*/ 99768 h 141950"/>
                    <a:gd name="connsiteX3" fmla="*/ 131 w 595959"/>
                    <a:gd name="connsiteY3" fmla="*/ 141950 h 141950"/>
                    <a:gd name="connsiteX4" fmla="*/ 124 w 595959"/>
                    <a:gd name="connsiteY4" fmla="*/ 24713 h 141950"/>
                    <a:gd name="connsiteX0" fmla="*/ 124 w 595959"/>
                    <a:gd name="connsiteY0" fmla="*/ 24925 h 142162"/>
                    <a:gd name="connsiteX1" fmla="*/ 595828 w 595959"/>
                    <a:gd name="connsiteY1" fmla="*/ 2433 h 142162"/>
                    <a:gd name="connsiteX2" fmla="*/ 595830 w 595959"/>
                    <a:gd name="connsiteY2" fmla="*/ 99980 h 142162"/>
                    <a:gd name="connsiteX3" fmla="*/ 131 w 595959"/>
                    <a:gd name="connsiteY3" fmla="*/ 142162 h 142162"/>
                    <a:gd name="connsiteX4" fmla="*/ 124 w 595959"/>
                    <a:gd name="connsiteY4" fmla="*/ 24925 h 142162"/>
                    <a:gd name="connsiteX0" fmla="*/ 124 w 595959"/>
                    <a:gd name="connsiteY0" fmla="*/ 22492 h 139729"/>
                    <a:gd name="connsiteX1" fmla="*/ 595828 w 595959"/>
                    <a:gd name="connsiteY1" fmla="*/ 0 h 139729"/>
                    <a:gd name="connsiteX2" fmla="*/ 595830 w 595959"/>
                    <a:gd name="connsiteY2" fmla="*/ 97547 h 139729"/>
                    <a:gd name="connsiteX3" fmla="*/ 131 w 595959"/>
                    <a:gd name="connsiteY3" fmla="*/ 139729 h 139729"/>
                    <a:gd name="connsiteX4" fmla="*/ 124 w 595959"/>
                    <a:gd name="connsiteY4" fmla="*/ 22492 h 139729"/>
                    <a:gd name="connsiteX0" fmla="*/ 124 w 595959"/>
                    <a:gd name="connsiteY0" fmla="*/ 25585 h 142822"/>
                    <a:gd name="connsiteX1" fmla="*/ 595828 w 595959"/>
                    <a:gd name="connsiteY1" fmla="*/ 3093 h 142822"/>
                    <a:gd name="connsiteX2" fmla="*/ 595830 w 595959"/>
                    <a:gd name="connsiteY2" fmla="*/ 100640 h 142822"/>
                    <a:gd name="connsiteX3" fmla="*/ 131 w 595959"/>
                    <a:gd name="connsiteY3" fmla="*/ 142822 h 142822"/>
                    <a:gd name="connsiteX4" fmla="*/ 124 w 595959"/>
                    <a:gd name="connsiteY4" fmla="*/ 25585 h 142822"/>
                    <a:gd name="connsiteX0" fmla="*/ 124 w 595959"/>
                    <a:gd name="connsiteY0" fmla="*/ 25585 h 142822"/>
                    <a:gd name="connsiteX1" fmla="*/ 595828 w 595959"/>
                    <a:gd name="connsiteY1" fmla="*/ 3093 h 142822"/>
                    <a:gd name="connsiteX2" fmla="*/ 595830 w 595959"/>
                    <a:gd name="connsiteY2" fmla="*/ 100640 h 142822"/>
                    <a:gd name="connsiteX3" fmla="*/ 131 w 595959"/>
                    <a:gd name="connsiteY3" fmla="*/ 142822 h 142822"/>
                    <a:gd name="connsiteX4" fmla="*/ 124 w 595959"/>
                    <a:gd name="connsiteY4" fmla="*/ 25585 h 142822"/>
                    <a:gd name="connsiteX0" fmla="*/ 124 w 595959"/>
                    <a:gd name="connsiteY0" fmla="*/ 26512 h 143749"/>
                    <a:gd name="connsiteX1" fmla="*/ 595828 w 595959"/>
                    <a:gd name="connsiteY1" fmla="*/ 4020 h 143749"/>
                    <a:gd name="connsiteX2" fmla="*/ 595830 w 595959"/>
                    <a:gd name="connsiteY2" fmla="*/ 101567 h 143749"/>
                    <a:gd name="connsiteX3" fmla="*/ 131 w 595959"/>
                    <a:gd name="connsiteY3" fmla="*/ 143749 h 143749"/>
                    <a:gd name="connsiteX4" fmla="*/ 124 w 595959"/>
                    <a:gd name="connsiteY4" fmla="*/ 26512 h 143749"/>
                    <a:gd name="connsiteX0" fmla="*/ 124 w 595959"/>
                    <a:gd name="connsiteY0" fmla="*/ 26512 h 143749"/>
                    <a:gd name="connsiteX1" fmla="*/ 595828 w 595959"/>
                    <a:gd name="connsiteY1" fmla="*/ 4020 h 143749"/>
                    <a:gd name="connsiteX2" fmla="*/ 595830 w 595959"/>
                    <a:gd name="connsiteY2" fmla="*/ 101567 h 143749"/>
                    <a:gd name="connsiteX3" fmla="*/ 131 w 595959"/>
                    <a:gd name="connsiteY3" fmla="*/ 143749 h 143749"/>
                    <a:gd name="connsiteX4" fmla="*/ 124 w 595959"/>
                    <a:gd name="connsiteY4" fmla="*/ 26512 h 143749"/>
                    <a:gd name="connsiteX0" fmla="*/ 124 w 595959"/>
                    <a:gd name="connsiteY0" fmla="*/ 28496 h 145733"/>
                    <a:gd name="connsiteX1" fmla="*/ 595828 w 595959"/>
                    <a:gd name="connsiteY1" fmla="*/ 6004 h 145733"/>
                    <a:gd name="connsiteX2" fmla="*/ 595830 w 595959"/>
                    <a:gd name="connsiteY2" fmla="*/ 103551 h 145733"/>
                    <a:gd name="connsiteX3" fmla="*/ 131 w 595959"/>
                    <a:gd name="connsiteY3" fmla="*/ 145733 h 145733"/>
                    <a:gd name="connsiteX4" fmla="*/ 124 w 595959"/>
                    <a:gd name="connsiteY4" fmla="*/ 28496 h 145733"/>
                    <a:gd name="connsiteX0" fmla="*/ 124 w 595959"/>
                    <a:gd name="connsiteY0" fmla="*/ 40766 h 158003"/>
                    <a:gd name="connsiteX1" fmla="*/ 595828 w 595959"/>
                    <a:gd name="connsiteY1" fmla="*/ 0 h 158003"/>
                    <a:gd name="connsiteX2" fmla="*/ 595830 w 595959"/>
                    <a:gd name="connsiteY2" fmla="*/ 115821 h 158003"/>
                    <a:gd name="connsiteX3" fmla="*/ 131 w 595959"/>
                    <a:gd name="connsiteY3" fmla="*/ 158003 h 158003"/>
                    <a:gd name="connsiteX4" fmla="*/ 124 w 595959"/>
                    <a:gd name="connsiteY4" fmla="*/ 40766 h 158003"/>
                    <a:gd name="connsiteX0" fmla="*/ 124 w 595959"/>
                    <a:gd name="connsiteY0" fmla="*/ 40766 h 158003"/>
                    <a:gd name="connsiteX1" fmla="*/ 595828 w 595959"/>
                    <a:gd name="connsiteY1" fmla="*/ 0 h 158003"/>
                    <a:gd name="connsiteX2" fmla="*/ 595830 w 595959"/>
                    <a:gd name="connsiteY2" fmla="*/ 115821 h 158003"/>
                    <a:gd name="connsiteX3" fmla="*/ 131 w 595959"/>
                    <a:gd name="connsiteY3" fmla="*/ 158003 h 158003"/>
                    <a:gd name="connsiteX4" fmla="*/ 124 w 595959"/>
                    <a:gd name="connsiteY4" fmla="*/ 40766 h 158003"/>
                    <a:gd name="connsiteX0" fmla="*/ 124 w 595959"/>
                    <a:gd name="connsiteY0" fmla="*/ 40766 h 158003"/>
                    <a:gd name="connsiteX1" fmla="*/ 595828 w 595959"/>
                    <a:gd name="connsiteY1" fmla="*/ 0 h 158003"/>
                    <a:gd name="connsiteX2" fmla="*/ 595830 w 595959"/>
                    <a:gd name="connsiteY2" fmla="*/ 115821 h 158003"/>
                    <a:gd name="connsiteX3" fmla="*/ 131 w 595959"/>
                    <a:gd name="connsiteY3" fmla="*/ 158003 h 158003"/>
                    <a:gd name="connsiteX4" fmla="*/ 124 w 595959"/>
                    <a:gd name="connsiteY4" fmla="*/ 40766 h 158003"/>
                    <a:gd name="connsiteX0" fmla="*/ 124 w 595959"/>
                    <a:gd name="connsiteY0" fmla="*/ 40766 h 158003"/>
                    <a:gd name="connsiteX1" fmla="*/ 595828 w 595959"/>
                    <a:gd name="connsiteY1" fmla="*/ 0 h 158003"/>
                    <a:gd name="connsiteX2" fmla="*/ 595830 w 595959"/>
                    <a:gd name="connsiteY2" fmla="*/ 115821 h 158003"/>
                    <a:gd name="connsiteX3" fmla="*/ 131 w 595959"/>
                    <a:gd name="connsiteY3" fmla="*/ 158003 h 158003"/>
                    <a:gd name="connsiteX4" fmla="*/ 124 w 595959"/>
                    <a:gd name="connsiteY4" fmla="*/ 40766 h 158003"/>
                    <a:gd name="connsiteX0" fmla="*/ 124 w 595959"/>
                    <a:gd name="connsiteY0" fmla="*/ 40766 h 158003"/>
                    <a:gd name="connsiteX1" fmla="*/ 595828 w 595959"/>
                    <a:gd name="connsiteY1" fmla="*/ 0 h 158003"/>
                    <a:gd name="connsiteX2" fmla="*/ 595830 w 595959"/>
                    <a:gd name="connsiteY2" fmla="*/ 115821 h 158003"/>
                    <a:gd name="connsiteX3" fmla="*/ 131 w 595959"/>
                    <a:gd name="connsiteY3" fmla="*/ 158003 h 158003"/>
                    <a:gd name="connsiteX4" fmla="*/ 124 w 595959"/>
                    <a:gd name="connsiteY4" fmla="*/ 40766 h 158003"/>
                    <a:gd name="connsiteX0" fmla="*/ 124 w 595959"/>
                    <a:gd name="connsiteY0" fmla="*/ 40766 h 158003"/>
                    <a:gd name="connsiteX1" fmla="*/ 595828 w 595959"/>
                    <a:gd name="connsiteY1" fmla="*/ 0 h 158003"/>
                    <a:gd name="connsiteX2" fmla="*/ 595830 w 595959"/>
                    <a:gd name="connsiteY2" fmla="*/ 115821 h 158003"/>
                    <a:gd name="connsiteX3" fmla="*/ 131 w 595959"/>
                    <a:gd name="connsiteY3" fmla="*/ 158003 h 158003"/>
                    <a:gd name="connsiteX4" fmla="*/ 124 w 595959"/>
                    <a:gd name="connsiteY4" fmla="*/ 40766 h 158003"/>
                    <a:gd name="connsiteX0" fmla="*/ 124 w 595959"/>
                    <a:gd name="connsiteY0" fmla="*/ 40766 h 158003"/>
                    <a:gd name="connsiteX1" fmla="*/ 595828 w 595959"/>
                    <a:gd name="connsiteY1" fmla="*/ 0 h 158003"/>
                    <a:gd name="connsiteX2" fmla="*/ 595830 w 595959"/>
                    <a:gd name="connsiteY2" fmla="*/ 115821 h 158003"/>
                    <a:gd name="connsiteX3" fmla="*/ 131 w 595959"/>
                    <a:gd name="connsiteY3" fmla="*/ 158003 h 158003"/>
                    <a:gd name="connsiteX4" fmla="*/ 124 w 595959"/>
                    <a:gd name="connsiteY4" fmla="*/ 40766 h 158003"/>
                    <a:gd name="connsiteX0" fmla="*/ 124 w 595959"/>
                    <a:gd name="connsiteY0" fmla="*/ 40766 h 158003"/>
                    <a:gd name="connsiteX1" fmla="*/ 595828 w 595959"/>
                    <a:gd name="connsiteY1" fmla="*/ 0 h 158003"/>
                    <a:gd name="connsiteX2" fmla="*/ 595830 w 595959"/>
                    <a:gd name="connsiteY2" fmla="*/ 115821 h 158003"/>
                    <a:gd name="connsiteX3" fmla="*/ 131 w 595959"/>
                    <a:gd name="connsiteY3" fmla="*/ 158003 h 158003"/>
                    <a:gd name="connsiteX4" fmla="*/ 124 w 595959"/>
                    <a:gd name="connsiteY4" fmla="*/ 40766 h 158003"/>
                    <a:gd name="connsiteX0" fmla="*/ 124 w 595959"/>
                    <a:gd name="connsiteY0" fmla="*/ 40766 h 158003"/>
                    <a:gd name="connsiteX1" fmla="*/ 595828 w 595959"/>
                    <a:gd name="connsiteY1" fmla="*/ 0 h 158003"/>
                    <a:gd name="connsiteX2" fmla="*/ 595830 w 595959"/>
                    <a:gd name="connsiteY2" fmla="*/ 115821 h 158003"/>
                    <a:gd name="connsiteX3" fmla="*/ 131 w 595959"/>
                    <a:gd name="connsiteY3" fmla="*/ 158003 h 158003"/>
                    <a:gd name="connsiteX4" fmla="*/ 124 w 595959"/>
                    <a:gd name="connsiteY4" fmla="*/ 40766 h 158003"/>
                    <a:gd name="connsiteX0" fmla="*/ 124 w 595856"/>
                    <a:gd name="connsiteY0" fmla="*/ 41841 h 159078"/>
                    <a:gd name="connsiteX1" fmla="*/ 591261 w 595856"/>
                    <a:gd name="connsiteY1" fmla="*/ 0 h 159078"/>
                    <a:gd name="connsiteX2" fmla="*/ 595830 w 595856"/>
                    <a:gd name="connsiteY2" fmla="*/ 116896 h 159078"/>
                    <a:gd name="connsiteX3" fmla="*/ 131 w 595856"/>
                    <a:gd name="connsiteY3" fmla="*/ 159078 h 159078"/>
                    <a:gd name="connsiteX4" fmla="*/ 124 w 595856"/>
                    <a:gd name="connsiteY4" fmla="*/ 41841 h 159078"/>
                    <a:gd name="connsiteX0" fmla="*/ 124 w 595959"/>
                    <a:gd name="connsiteY0" fmla="*/ 41841 h 159078"/>
                    <a:gd name="connsiteX1" fmla="*/ 595828 w 595959"/>
                    <a:gd name="connsiteY1" fmla="*/ 0 h 159078"/>
                    <a:gd name="connsiteX2" fmla="*/ 595830 w 595959"/>
                    <a:gd name="connsiteY2" fmla="*/ 116896 h 159078"/>
                    <a:gd name="connsiteX3" fmla="*/ 131 w 595959"/>
                    <a:gd name="connsiteY3" fmla="*/ 159078 h 159078"/>
                    <a:gd name="connsiteX4" fmla="*/ 124 w 595959"/>
                    <a:gd name="connsiteY4" fmla="*/ 41841 h 159078"/>
                    <a:gd name="connsiteX0" fmla="*/ 124 w 597349"/>
                    <a:gd name="connsiteY0" fmla="*/ 42378 h 159615"/>
                    <a:gd name="connsiteX1" fmla="*/ 597349 w 597349"/>
                    <a:gd name="connsiteY1" fmla="*/ 0 h 159615"/>
                    <a:gd name="connsiteX2" fmla="*/ 595830 w 597349"/>
                    <a:gd name="connsiteY2" fmla="*/ 117433 h 159615"/>
                    <a:gd name="connsiteX3" fmla="*/ 131 w 597349"/>
                    <a:gd name="connsiteY3" fmla="*/ 159615 h 159615"/>
                    <a:gd name="connsiteX4" fmla="*/ 124 w 597349"/>
                    <a:gd name="connsiteY4" fmla="*/ 42378 h 159615"/>
                    <a:gd name="connsiteX0" fmla="*/ 124 w 600443"/>
                    <a:gd name="connsiteY0" fmla="*/ 42378 h 159615"/>
                    <a:gd name="connsiteX1" fmla="*/ 597349 w 600443"/>
                    <a:gd name="connsiteY1" fmla="*/ 0 h 159615"/>
                    <a:gd name="connsiteX2" fmla="*/ 600408 w 600443"/>
                    <a:gd name="connsiteY2" fmla="*/ 117433 h 159615"/>
                    <a:gd name="connsiteX3" fmla="*/ 131 w 600443"/>
                    <a:gd name="connsiteY3" fmla="*/ 159615 h 159615"/>
                    <a:gd name="connsiteX4" fmla="*/ 124 w 600443"/>
                    <a:gd name="connsiteY4" fmla="*/ 42378 h 159615"/>
                    <a:gd name="connsiteX0" fmla="*/ 124 w 600537"/>
                    <a:gd name="connsiteY0" fmla="*/ 42378 h 159615"/>
                    <a:gd name="connsiteX1" fmla="*/ 600401 w 600537"/>
                    <a:gd name="connsiteY1" fmla="*/ 0 h 159615"/>
                    <a:gd name="connsiteX2" fmla="*/ 600408 w 600537"/>
                    <a:gd name="connsiteY2" fmla="*/ 117433 h 159615"/>
                    <a:gd name="connsiteX3" fmla="*/ 131 w 600537"/>
                    <a:gd name="connsiteY3" fmla="*/ 159615 h 159615"/>
                    <a:gd name="connsiteX4" fmla="*/ 124 w 600537"/>
                    <a:gd name="connsiteY4" fmla="*/ 42378 h 15961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00537" h="159615">
                      <a:moveTo>
                        <a:pt x="124" y="42378"/>
                      </a:moveTo>
                      <a:cubicBezTo>
                        <a:pt x="296414" y="-50243"/>
                        <a:pt x="418111" y="75773"/>
                        <a:pt x="600401" y="0"/>
                      </a:cubicBezTo>
                      <a:cubicBezTo>
                        <a:pt x="599951" y="33260"/>
                        <a:pt x="600858" y="84173"/>
                        <a:pt x="600408" y="117433"/>
                      </a:cubicBezTo>
                      <a:cubicBezTo>
                        <a:pt x="395490" y="192726"/>
                        <a:pt x="285331" y="62551"/>
                        <a:pt x="131" y="159615"/>
                      </a:cubicBezTo>
                      <a:cubicBezTo>
                        <a:pt x="-323" y="114566"/>
                        <a:pt x="578" y="87427"/>
                        <a:pt x="124" y="42378"/>
                      </a:cubicBezTo>
                      <a:close/>
                    </a:path>
                  </a:pathLst>
                </a:custGeom>
                <a:solidFill>
                  <a:schemeClr val="accent2">
                    <a:lumMod val="40000"/>
                    <a:lumOff val="60000"/>
                  </a:schemeClr>
                </a:solidFill>
                <a:ln w="1270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818" name="矩形 1174">
                  <a:extLst>
                    <a:ext uri="{FF2B5EF4-FFF2-40B4-BE49-F238E27FC236}">
                      <a16:creationId xmlns:a16="http://schemas.microsoft.com/office/drawing/2014/main" id="{A61DB58C-0733-77B2-6D41-5C73C5105D0A}"/>
                    </a:ext>
                  </a:extLst>
                </p:cNvPr>
                <p:cNvSpPr/>
                <p:nvPr/>
              </p:nvSpPr>
              <p:spPr>
                <a:xfrm rot="10800000">
                  <a:off x="5041541" y="7045652"/>
                  <a:ext cx="618707" cy="139508"/>
                </a:xfrm>
                <a:custGeom>
                  <a:avLst/>
                  <a:gdLst>
                    <a:gd name="connsiteX0" fmla="*/ 0 w 595706"/>
                    <a:gd name="connsiteY0" fmla="*/ 0 h 92965"/>
                    <a:gd name="connsiteX1" fmla="*/ 595706 w 595706"/>
                    <a:gd name="connsiteY1" fmla="*/ 0 h 92965"/>
                    <a:gd name="connsiteX2" fmla="*/ 595706 w 595706"/>
                    <a:gd name="connsiteY2" fmla="*/ 92965 h 92965"/>
                    <a:gd name="connsiteX3" fmla="*/ 0 w 595706"/>
                    <a:gd name="connsiteY3" fmla="*/ 92965 h 92965"/>
                    <a:gd name="connsiteX4" fmla="*/ 0 w 595706"/>
                    <a:gd name="connsiteY4" fmla="*/ 0 h 92965"/>
                    <a:gd name="connsiteX0" fmla="*/ 0 w 595706"/>
                    <a:gd name="connsiteY0" fmla="*/ 0 h 135147"/>
                    <a:gd name="connsiteX1" fmla="*/ 595706 w 595706"/>
                    <a:gd name="connsiteY1" fmla="*/ 0 h 135147"/>
                    <a:gd name="connsiteX2" fmla="*/ 595706 w 595706"/>
                    <a:gd name="connsiteY2" fmla="*/ 92965 h 135147"/>
                    <a:gd name="connsiteX3" fmla="*/ 1361 w 595706"/>
                    <a:gd name="connsiteY3" fmla="*/ 135147 h 135147"/>
                    <a:gd name="connsiteX4" fmla="*/ 0 w 595706"/>
                    <a:gd name="connsiteY4" fmla="*/ 0 h 135147"/>
                    <a:gd name="connsiteX0" fmla="*/ 0 w 595706"/>
                    <a:gd name="connsiteY0" fmla="*/ 0 h 135147"/>
                    <a:gd name="connsiteX1" fmla="*/ 595706 w 595706"/>
                    <a:gd name="connsiteY1" fmla="*/ 0 h 135147"/>
                    <a:gd name="connsiteX2" fmla="*/ 595706 w 595706"/>
                    <a:gd name="connsiteY2" fmla="*/ 92965 h 135147"/>
                    <a:gd name="connsiteX3" fmla="*/ 1361 w 595706"/>
                    <a:gd name="connsiteY3" fmla="*/ 135147 h 135147"/>
                    <a:gd name="connsiteX4" fmla="*/ 0 w 595706"/>
                    <a:gd name="connsiteY4" fmla="*/ 0 h 135147"/>
                    <a:gd name="connsiteX0" fmla="*/ 0 w 595706"/>
                    <a:gd name="connsiteY0" fmla="*/ 0 h 135147"/>
                    <a:gd name="connsiteX1" fmla="*/ 595706 w 595706"/>
                    <a:gd name="connsiteY1" fmla="*/ 0 h 135147"/>
                    <a:gd name="connsiteX2" fmla="*/ 595706 w 595706"/>
                    <a:gd name="connsiteY2" fmla="*/ 92965 h 135147"/>
                    <a:gd name="connsiteX3" fmla="*/ 1361 w 595706"/>
                    <a:gd name="connsiteY3" fmla="*/ 135147 h 135147"/>
                    <a:gd name="connsiteX4" fmla="*/ 0 w 595706"/>
                    <a:gd name="connsiteY4" fmla="*/ 0 h 135147"/>
                    <a:gd name="connsiteX0" fmla="*/ 0 w 595706"/>
                    <a:gd name="connsiteY0" fmla="*/ 0 h 135147"/>
                    <a:gd name="connsiteX1" fmla="*/ 595706 w 595706"/>
                    <a:gd name="connsiteY1" fmla="*/ 0 h 135147"/>
                    <a:gd name="connsiteX2" fmla="*/ 595706 w 595706"/>
                    <a:gd name="connsiteY2" fmla="*/ 92965 h 135147"/>
                    <a:gd name="connsiteX3" fmla="*/ 1361 w 595706"/>
                    <a:gd name="connsiteY3" fmla="*/ 135147 h 135147"/>
                    <a:gd name="connsiteX4" fmla="*/ 0 w 595706"/>
                    <a:gd name="connsiteY4" fmla="*/ 0 h 135147"/>
                    <a:gd name="connsiteX0" fmla="*/ 131 w 595837"/>
                    <a:gd name="connsiteY0" fmla="*/ 0 h 148754"/>
                    <a:gd name="connsiteX1" fmla="*/ 595837 w 595837"/>
                    <a:gd name="connsiteY1" fmla="*/ 0 h 148754"/>
                    <a:gd name="connsiteX2" fmla="*/ 595837 w 595837"/>
                    <a:gd name="connsiteY2" fmla="*/ 92965 h 148754"/>
                    <a:gd name="connsiteX3" fmla="*/ 131 w 595837"/>
                    <a:gd name="connsiteY3" fmla="*/ 148754 h 148754"/>
                    <a:gd name="connsiteX4" fmla="*/ 131 w 595837"/>
                    <a:gd name="connsiteY4" fmla="*/ 0 h 148754"/>
                    <a:gd name="connsiteX0" fmla="*/ 131 w 595837"/>
                    <a:gd name="connsiteY0" fmla="*/ 0 h 140590"/>
                    <a:gd name="connsiteX1" fmla="*/ 595837 w 595837"/>
                    <a:gd name="connsiteY1" fmla="*/ 0 h 140590"/>
                    <a:gd name="connsiteX2" fmla="*/ 595837 w 595837"/>
                    <a:gd name="connsiteY2" fmla="*/ 92965 h 140590"/>
                    <a:gd name="connsiteX3" fmla="*/ 131 w 595837"/>
                    <a:gd name="connsiteY3" fmla="*/ 140590 h 140590"/>
                    <a:gd name="connsiteX4" fmla="*/ 131 w 595837"/>
                    <a:gd name="connsiteY4" fmla="*/ 0 h 140590"/>
                    <a:gd name="connsiteX0" fmla="*/ 131 w 595837"/>
                    <a:gd name="connsiteY0" fmla="*/ 0 h 140590"/>
                    <a:gd name="connsiteX1" fmla="*/ 595837 w 595837"/>
                    <a:gd name="connsiteY1" fmla="*/ 0 h 140590"/>
                    <a:gd name="connsiteX2" fmla="*/ 595837 w 595837"/>
                    <a:gd name="connsiteY2" fmla="*/ 92965 h 140590"/>
                    <a:gd name="connsiteX3" fmla="*/ 131 w 595837"/>
                    <a:gd name="connsiteY3" fmla="*/ 140590 h 140590"/>
                    <a:gd name="connsiteX4" fmla="*/ 131 w 595837"/>
                    <a:gd name="connsiteY4" fmla="*/ 0 h 140590"/>
                    <a:gd name="connsiteX0" fmla="*/ 131 w 595837"/>
                    <a:gd name="connsiteY0" fmla="*/ 0 h 140590"/>
                    <a:gd name="connsiteX1" fmla="*/ 595837 w 595837"/>
                    <a:gd name="connsiteY1" fmla="*/ 0 h 140590"/>
                    <a:gd name="connsiteX2" fmla="*/ 595837 w 595837"/>
                    <a:gd name="connsiteY2" fmla="*/ 92965 h 140590"/>
                    <a:gd name="connsiteX3" fmla="*/ 131 w 595837"/>
                    <a:gd name="connsiteY3" fmla="*/ 140590 h 140590"/>
                    <a:gd name="connsiteX4" fmla="*/ 131 w 595837"/>
                    <a:gd name="connsiteY4" fmla="*/ 0 h 140590"/>
                    <a:gd name="connsiteX0" fmla="*/ 131 w 595837"/>
                    <a:gd name="connsiteY0" fmla="*/ 0 h 140590"/>
                    <a:gd name="connsiteX1" fmla="*/ 595837 w 595837"/>
                    <a:gd name="connsiteY1" fmla="*/ 0 h 140590"/>
                    <a:gd name="connsiteX2" fmla="*/ 595837 w 595837"/>
                    <a:gd name="connsiteY2" fmla="*/ 92965 h 140590"/>
                    <a:gd name="connsiteX3" fmla="*/ 131 w 595837"/>
                    <a:gd name="connsiteY3" fmla="*/ 140590 h 140590"/>
                    <a:gd name="connsiteX4" fmla="*/ 131 w 595837"/>
                    <a:gd name="connsiteY4" fmla="*/ 0 h 140590"/>
                    <a:gd name="connsiteX0" fmla="*/ 131 w 595837"/>
                    <a:gd name="connsiteY0" fmla="*/ 0 h 140590"/>
                    <a:gd name="connsiteX1" fmla="*/ 595837 w 595837"/>
                    <a:gd name="connsiteY1" fmla="*/ 0 h 140590"/>
                    <a:gd name="connsiteX2" fmla="*/ 595837 w 595837"/>
                    <a:gd name="connsiteY2" fmla="*/ 92965 h 140590"/>
                    <a:gd name="connsiteX3" fmla="*/ 131 w 595837"/>
                    <a:gd name="connsiteY3" fmla="*/ 140590 h 140590"/>
                    <a:gd name="connsiteX4" fmla="*/ 131 w 595837"/>
                    <a:gd name="connsiteY4" fmla="*/ 0 h 140590"/>
                    <a:gd name="connsiteX0" fmla="*/ 131 w 595837"/>
                    <a:gd name="connsiteY0" fmla="*/ 0 h 156571"/>
                    <a:gd name="connsiteX1" fmla="*/ 595837 w 595837"/>
                    <a:gd name="connsiteY1" fmla="*/ 0 h 156571"/>
                    <a:gd name="connsiteX2" fmla="*/ 594316 w 595837"/>
                    <a:gd name="connsiteY2" fmla="*/ 141984 h 156571"/>
                    <a:gd name="connsiteX3" fmla="*/ 131 w 595837"/>
                    <a:gd name="connsiteY3" fmla="*/ 140590 h 156571"/>
                    <a:gd name="connsiteX4" fmla="*/ 131 w 595837"/>
                    <a:gd name="connsiteY4" fmla="*/ 0 h 156571"/>
                    <a:gd name="connsiteX0" fmla="*/ 1577 w 597283"/>
                    <a:gd name="connsiteY0" fmla="*/ 0 h 271309"/>
                    <a:gd name="connsiteX1" fmla="*/ 597283 w 597283"/>
                    <a:gd name="connsiteY1" fmla="*/ 0 h 271309"/>
                    <a:gd name="connsiteX2" fmla="*/ 595762 w 597283"/>
                    <a:gd name="connsiteY2" fmla="*/ 141984 h 271309"/>
                    <a:gd name="connsiteX3" fmla="*/ 56 w 597283"/>
                    <a:gd name="connsiteY3" fmla="*/ 271309 h 271309"/>
                    <a:gd name="connsiteX4" fmla="*/ 1577 w 597283"/>
                    <a:gd name="connsiteY4" fmla="*/ 0 h 271309"/>
                    <a:gd name="connsiteX0" fmla="*/ 1577 w 597283"/>
                    <a:gd name="connsiteY0" fmla="*/ 0 h 271309"/>
                    <a:gd name="connsiteX1" fmla="*/ 597283 w 597283"/>
                    <a:gd name="connsiteY1" fmla="*/ 0 h 271309"/>
                    <a:gd name="connsiteX2" fmla="*/ 595762 w 597283"/>
                    <a:gd name="connsiteY2" fmla="*/ 141984 h 271309"/>
                    <a:gd name="connsiteX3" fmla="*/ 56 w 597283"/>
                    <a:gd name="connsiteY3" fmla="*/ 271309 h 271309"/>
                    <a:gd name="connsiteX4" fmla="*/ 1577 w 597283"/>
                    <a:gd name="connsiteY4" fmla="*/ 0 h 271309"/>
                    <a:gd name="connsiteX0" fmla="*/ 1577 w 597283"/>
                    <a:gd name="connsiteY0" fmla="*/ 0 h 271309"/>
                    <a:gd name="connsiteX1" fmla="*/ 597283 w 597283"/>
                    <a:gd name="connsiteY1" fmla="*/ 0 h 271309"/>
                    <a:gd name="connsiteX2" fmla="*/ 595762 w 597283"/>
                    <a:gd name="connsiteY2" fmla="*/ 141984 h 271309"/>
                    <a:gd name="connsiteX3" fmla="*/ 56 w 597283"/>
                    <a:gd name="connsiteY3" fmla="*/ 271309 h 271309"/>
                    <a:gd name="connsiteX4" fmla="*/ 1577 w 597283"/>
                    <a:gd name="connsiteY4" fmla="*/ 0 h 271309"/>
                    <a:gd name="connsiteX0" fmla="*/ 1577 w 597283"/>
                    <a:gd name="connsiteY0" fmla="*/ 0 h 271309"/>
                    <a:gd name="connsiteX1" fmla="*/ 597283 w 597283"/>
                    <a:gd name="connsiteY1" fmla="*/ 0 h 271309"/>
                    <a:gd name="connsiteX2" fmla="*/ 595762 w 597283"/>
                    <a:gd name="connsiteY2" fmla="*/ 141984 h 271309"/>
                    <a:gd name="connsiteX3" fmla="*/ 56 w 597283"/>
                    <a:gd name="connsiteY3" fmla="*/ 271309 h 271309"/>
                    <a:gd name="connsiteX4" fmla="*/ 1577 w 597283"/>
                    <a:gd name="connsiteY4" fmla="*/ 0 h 271309"/>
                    <a:gd name="connsiteX0" fmla="*/ 1577 w 597283"/>
                    <a:gd name="connsiteY0" fmla="*/ 0 h 271309"/>
                    <a:gd name="connsiteX1" fmla="*/ 597283 w 597283"/>
                    <a:gd name="connsiteY1" fmla="*/ 0 h 271309"/>
                    <a:gd name="connsiteX2" fmla="*/ 595762 w 597283"/>
                    <a:gd name="connsiteY2" fmla="*/ 141984 h 271309"/>
                    <a:gd name="connsiteX3" fmla="*/ 56 w 597283"/>
                    <a:gd name="connsiteY3" fmla="*/ 271309 h 271309"/>
                    <a:gd name="connsiteX4" fmla="*/ 1577 w 597283"/>
                    <a:gd name="connsiteY4" fmla="*/ 0 h 271309"/>
                    <a:gd name="connsiteX0" fmla="*/ 0 w 600949"/>
                    <a:gd name="connsiteY0" fmla="*/ 0 h 271309"/>
                    <a:gd name="connsiteX1" fmla="*/ 600949 w 600949"/>
                    <a:gd name="connsiteY1" fmla="*/ 0 h 271309"/>
                    <a:gd name="connsiteX2" fmla="*/ 599428 w 600949"/>
                    <a:gd name="connsiteY2" fmla="*/ 141984 h 271309"/>
                    <a:gd name="connsiteX3" fmla="*/ 3722 w 600949"/>
                    <a:gd name="connsiteY3" fmla="*/ 271309 h 271309"/>
                    <a:gd name="connsiteX4" fmla="*/ 0 w 600949"/>
                    <a:gd name="connsiteY4" fmla="*/ 0 h 271309"/>
                    <a:gd name="connsiteX0" fmla="*/ 0 w 599639"/>
                    <a:gd name="connsiteY0" fmla="*/ 0 h 271309"/>
                    <a:gd name="connsiteX1" fmla="*/ 599639 w 599639"/>
                    <a:gd name="connsiteY1" fmla="*/ 0 h 271309"/>
                    <a:gd name="connsiteX2" fmla="*/ 599428 w 599639"/>
                    <a:gd name="connsiteY2" fmla="*/ 141984 h 271309"/>
                    <a:gd name="connsiteX3" fmla="*/ 3722 w 599639"/>
                    <a:gd name="connsiteY3" fmla="*/ 271309 h 271309"/>
                    <a:gd name="connsiteX4" fmla="*/ 0 w 599639"/>
                    <a:gd name="connsiteY4" fmla="*/ 0 h 271309"/>
                    <a:gd name="connsiteX0" fmla="*/ 0 w 597018"/>
                    <a:gd name="connsiteY0" fmla="*/ 0 h 271309"/>
                    <a:gd name="connsiteX1" fmla="*/ 597018 w 597018"/>
                    <a:gd name="connsiteY1" fmla="*/ 0 h 271309"/>
                    <a:gd name="connsiteX2" fmla="*/ 596807 w 597018"/>
                    <a:gd name="connsiteY2" fmla="*/ 141984 h 271309"/>
                    <a:gd name="connsiteX3" fmla="*/ 1101 w 597018"/>
                    <a:gd name="connsiteY3" fmla="*/ 271309 h 271309"/>
                    <a:gd name="connsiteX4" fmla="*/ 0 w 597018"/>
                    <a:gd name="connsiteY4" fmla="*/ 0 h 271309"/>
                    <a:gd name="connsiteX0" fmla="*/ 0 w 596807"/>
                    <a:gd name="connsiteY0" fmla="*/ 0 h 271309"/>
                    <a:gd name="connsiteX1" fmla="*/ 591775 w 596807"/>
                    <a:gd name="connsiteY1" fmla="*/ 0 h 271309"/>
                    <a:gd name="connsiteX2" fmla="*/ 596807 w 596807"/>
                    <a:gd name="connsiteY2" fmla="*/ 141984 h 271309"/>
                    <a:gd name="connsiteX3" fmla="*/ 1101 w 596807"/>
                    <a:gd name="connsiteY3" fmla="*/ 271309 h 271309"/>
                    <a:gd name="connsiteX4" fmla="*/ 0 w 596807"/>
                    <a:gd name="connsiteY4" fmla="*/ 0 h 271309"/>
                    <a:gd name="connsiteX0" fmla="*/ 0 w 596807"/>
                    <a:gd name="connsiteY0" fmla="*/ 0 h 271309"/>
                    <a:gd name="connsiteX1" fmla="*/ 595708 w 596807"/>
                    <a:gd name="connsiteY1" fmla="*/ 0 h 271309"/>
                    <a:gd name="connsiteX2" fmla="*/ 596807 w 596807"/>
                    <a:gd name="connsiteY2" fmla="*/ 141984 h 271309"/>
                    <a:gd name="connsiteX3" fmla="*/ 1101 w 596807"/>
                    <a:gd name="connsiteY3" fmla="*/ 271309 h 271309"/>
                    <a:gd name="connsiteX4" fmla="*/ 0 w 596807"/>
                    <a:gd name="connsiteY4" fmla="*/ 0 h 271309"/>
                    <a:gd name="connsiteX0" fmla="*/ 0 w 595708"/>
                    <a:gd name="connsiteY0" fmla="*/ 0 h 271309"/>
                    <a:gd name="connsiteX1" fmla="*/ 595708 w 595708"/>
                    <a:gd name="connsiteY1" fmla="*/ 0 h 271309"/>
                    <a:gd name="connsiteX2" fmla="*/ 594186 w 595708"/>
                    <a:gd name="connsiteY2" fmla="*/ 141985 h 271309"/>
                    <a:gd name="connsiteX3" fmla="*/ 1101 w 595708"/>
                    <a:gd name="connsiteY3" fmla="*/ 271309 h 271309"/>
                    <a:gd name="connsiteX4" fmla="*/ 0 w 595708"/>
                    <a:gd name="connsiteY4" fmla="*/ 0 h 271309"/>
                    <a:gd name="connsiteX0" fmla="*/ 0 w 596439"/>
                    <a:gd name="connsiteY0" fmla="*/ 109083 h 380392"/>
                    <a:gd name="connsiteX1" fmla="*/ 595708 w 596439"/>
                    <a:gd name="connsiteY1" fmla="*/ 109083 h 380392"/>
                    <a:gd name="connsiteX2" fmla="*/ 594186 w 596439"/>
                    <a:gd name="connsiteY2" fmla="*/ 251068 h 380392"/>
                    <a:gd name="connsiteX3" fmla="*/ 1101 w 596439"/>
                    <a:gd name="connsiteY3" fmla="*/ 380392 h 380392"/>
                    <a:gd name="connsiteX4" fmla="*/ 0 w 596439"/>
                    <a:gd name="connsiteY4" fmla="*/ 109083 h 380392"/>
                    <a:gd name="connsiteX0" fmla="*/ 0 w 595708"/>
                    <a:gd name="connsiteY0" fmla="*/ 0 h 271309"/>
                    <a:gd name="connsiteX1" fmla="*/ 595708 w 595708"/>
                    <a:gd name="connsiteY1" fmla="*/ 0 h 271309"/>
                    <a:gd name="connsiteX2" fmla="*/ 594186 w 595708"/>
                    <a:gd name="connsiteY2" fmla="*/ 141985 h 271309"/>
                    <a:gd name="connsiteX3" fmla="*/ 1101 w 595708"/>
                    <a:gd name="connsiteY3" fmla="*/ 271309 h 271309"/>
                    <a:gd name="connsiteX4" fmla="*/ 0 w 595708"/>
                    <a:gd name="connsiteY4" fmla="*/ 0 h 271309"/>
                    <a:gd name="connsiteX0" fmla="*/ 0 w 596808"/>
                    <a:gd name="connsiteY0" fmla="*/ 0 h 271309"/>
                    <a:gd name="connsiteX1" fmla="*/ 595708 w 596808"/>
                    <a:gd name="connsiteY1" fmla="*/ 0 h 271309"/>
                    <a:gd name="connsiteX2" fmla="*/ 596808 w 596808"/>
                    <a:gd name="connsiteY2" fmla="*/ 141985 h 271309"/>
                    <a:gd name="connsiteX3" fmla="*/ 1101 w 596808"/>
                    <a:gd name="connsiteY3" fmla="*/ 271309 h 271309"/>
                    <a:gd name="connsiteX4" fmla="*/ 0 w 596808"/>
                    <a:gd name="connsiteY4" fmla="*/ 0 h 271309"/>
                    <a:gd name="connsiteX0" fmla="*/ 0 w 596808"/>
                    <a:gd name="connsiteY0" fmla="*/ 0 h 271309"/>
                    <a:gd name="connsiteX1" fmla="*/ 595708 w 596808"/>
                    <a:gd name="connsiteY1" fmla="*/ 0 h 271309"/>
                    <a:gd name="connsiteX2" fmla="*/ 596808 w 596808"/>
                    <a:gd name="connsiteY2" fmla="*/ 141985 h 271309"/>
                    <a:gd name="connsiteX3" fmla="*/ 1101 w 596808"/>
                    <a:gd name="connsiteY3" fmla="*/ 271309 h 271309"/>
                    <a:gd name="connsiteX4" fmla="*/ 0 w 596808"/>
                    <a:gd name="connsiteY4" fmla="*/ 0 h 271309"/>
                    <a:gd name="connsiteX0" fmla="*/ 0 w 596808"/>
                    <a:gd name="connsiteY0" fmla="*/ 0 h 271309"/>
                    <a:gd name="connsiteX1" fmla="*/ 595708 w 596808"/>
                    <a:gd name="connsiteY1" fmla="*/ 0 h 271309"/>
                    <a:gd name="connsiteX2" fmla="*/ 596808 w 596808"/>
                    <a:gd name="connsiteY2" fmla="*/ 141985 h 271309"/>
                    <a:gd name="connsiteX3" fmla="*/ 1101 w 596808"/>
                    <a:gd name="connsiteY3" fmla="*/ 271309 h 271309"/>
                    <a:gd name="connsiteX4" fmla="*/ 0 w 596808"/>
                    <a:gd name="connsiteY4" fmla="*/ 0 h 271309"/>
                    <a:gd name="connsiteX0" fmla="*/ 0 w 595708"/>
                    <a:gd name="connsiteY0" fmla="*/ 0 h 271309"/>
                    <a:gd name="connsiteX1" fmla="*/ 595708 w 595708"/>
                    <a:gd name="connsiteY1" fmla="*/ 0 h 271309"/>
                    <a:gd name="connsiteX2" fmla="*/ 594186 w 595708"/>
                    <a:gd name="connsiteY2" fmla="*/ 141985 h 271309"/>
                    <a:gd name="connsiteX3" fmla="*/ 1101 w 595708"/>
                    <a:gd name="connsiteY3" fmla="*/ 271309 h 271309"/>
                    <a:gd name="connsiteX4" fmla="*/ 0 w 595708"/>
                    <a:gd name="connsiteY4" fmla="*/ 0 h 271309"/>
                    <a:gd name="connsiteX0" fmla="*/ 0 w 595708"/>
                    <a:gd name="connsiteY0" fmla="*/ 0 h 271309"/>
                    <a:gd name="connsiteX1" fmla="*/ 595708 w 595708"/>
                    <a:gd name="connsiteY1" fmla="*/ 0 h 271309"/>
                    <a:gd name="connsiteX2" fmla="*/ 594186 w 595708"/>
                    <a:gd name="connsiteY2" fmla="*/ 141985 h 271309"/>
                    <a:gd name="connsiteX3" fmla="*/ 1101 w 595708"/>
                    <a:gd name="connsiteY3" fmla="*/ 271309 h 271309"/>
                    <a:gd name="connsiteX4" fmla="*/ 0 w 595708"/>
                    <a:gd name="connsiteY4" fmla="*/ 0 h 271309"/>
                    <a:gd name="connsiteX0" fmla="*/ 0 w 595936"/>
                    <a:gd name="connsiteY0" fmla="*/ 0 h 271309"/>
                    <a:gd name="connsiteX1" fmla="*/ 595708 w 595936"/>
                    <a:gd name="connsiteY1" fmla="*/ 0 h 271309"/>
                    <a:gd name="connsiteX2" fmla="*/ 594186 w 595936"/>
                    <a:gd name="connsiteY2" fmla="*/ 141985 h 271309"/>
                    <a:gd name="connsiteX3" fmla="*/ 1101 w 595936"/>
                    <a:gd name="connsiteY3" fmla="*/ 271309 h 271309"/>
                    <a:gd name="connsiteX4" fmla="*/ 0 w 595936"/>
                    <a:gd name="connsiteY4" fmla="*/ 0 h 271309"/>
                    <a:gd name="connsiteX0" fmla="*/ 319 w 596255"/>
                    <a:gd name="connsiteY0" fmla="*/ 0 h 271309"/>
                    <a:gd name="connsiteX1" fmla="*/ 596027 w 596255"/>
                    <a:gd name="connsiteY1" fmla="*/ 0 h 271309"/>
                    <a:gd name="connsiteX2" fmla="*/ 594505 w 596255"/>
                    <a:gd name="connsiteY2" fmla="*/ 141985 h 271309"/>
                    <a:gd name="connsiteX3" fmla="*/ 110 w 596255"/>
                    <a:gd name="connsiteY3" fmla="*/ 271309 h 271309"/>
                    <a:gd name="connsiteX4" fmla="*/ 319 w 596255"/>
                    <a:gd name="connsiteY4" fmla="*/ 0 h 271309"/>
                    <a:gd name="connsiteX0" fmla="*/ 0 w 595936"/>
                    <a:gd name="connsiteY0" fmla="*/ 0 h 271309"/>
                    <a:gd name="connsiteX1" fmla="*/ 595708 w 595936"/>
                    <a:gd name="connsiteY1" fmla="*/ 0 h 271309"/>
                    <a:gd name="connsiteX2" fmla="*/ 594186 w 595936"/>
                    <a:gd name="connsiteY2" fmla="*/ 141985 h 271309"/>
                    <a:gd name="connsiteX3" fmla="*/ 1101 w 595936"/>
                    <a:gd name="connsiteY3" fmla="*/ 271309 h 271309"/>
                    <a:gd name="connsiteX4" fmla="*/ 0 w 595936"/>
                    <a:gd name="connsiteY4" fmla="*/ 0 h 2713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95936" h="271309">
                      <a:moveTo>
                        <a:pt x="0" y="0"/>
                      </a:moveTo>
                      <a:lnTo>
                        <a:pt x="595708" y="0"/>
                      </a:lnTo>
                      <a:cubicBezTo>
                        <a:pt x="595708" y="30988"/>
                        <a:pt x="596806" y="39550"/>
                        <a:pt x="594186" y="141985"/>
                      </a:cubicBezTo>
                      <a:cubicBezTo>
                        <a:pt x="404809" y="352086"/>
                        <a:pt x="341643" y="22672"/>
                        <a:pt x="1101" y="271309"/>
                      </a:cubicBezTo>
                      <a:cubicBezTo>
                        <a:pt x="647" y="226260"/>
                        <a:pt x="454" y="45049"/>
                        <a:pt x="0" y="0"/>
                      </a:cubicBezTo>
                      <a:close/>
                    </a:path>
                  </a:pathLst>
                </a:custGeom>
                <a:solidFill>
                  <a:schemeClr val="accent6">
                    <a:lumMod val="20000"/>
                    <a:lumOff val="80000"/>
                  </a:schemeClr>
                </a:solidFill>
                <a:ln w="1270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819" name="矩形 1174">
                  <a:extLst>
                    <a:ext uri="{FF2B5EF4-FFF2-40B4-BE49-F238E27FC236}">
                      <a16:creationId xmlns:a16="http://schemas.microsoft.com/office/drawing/2014/main" id="{9B1EBA7C-A0DF-F30A-763F-AFEBB25FBB11}"/>
                    </a:ext>
                  </a:extLst>
                </p:cNvPr>
                <p:cNvSpPr/>
                <p:nvPr/>
              </p:nvSpPr>
              <p:spPr>
                <a:xfrm rot="10800000">
                  <a:off x="5041542" y="6594252"/>
                  <a:ext cx="618706" cy="226680"/>
                </a:xfrm>
                <a:custGeom>
                  <a:avLst/>
                  <a:gdLst>
                    <a:gd name="connsiteX0" fmla="*/ 0 w 595706"/>
                    <a:gd name="connsiteY0" fmla="*/ 0 h 92965"/>
                    <a:gd name="connsiteX1" fmla="*/ 595706 w 595706"/>
                    <a:gd name="connsiteY1" fmla="*/ 0 h 92965"/>
                    <a:gd name="connsiteX2" fmla="*/ 595706 w 595706"/>
                    <a:gd name="connsiteY2" fmla="*/ 92965 h 92965"/>
                    <a:gd name="connsiteX3" fmla="*/ 0 w 595706"/>
                    <a:gd name="connsiteY3" fmla="*/ 92965 h 92965"/>
                    <a:gd name="connsiteX4" fmla="*/ 0 w 595706"/>
                    <a:gd name="connsiteY4" fmla="*/ 0 h 92965"/>
                    <a:gd name="connsiteX0" fmla="*/ 0 w 595706"/>
                    <a:gd name="connsiteY0" fmla="*/ 0 h 135147"/>
                    <a:gd name="connsiteX1" fmla="*/ 595706 w 595706"/>
                    <a:gd name="connsiteY1" fmla="*/ 0 h 135147"/>
                    <a:gd name="connsiteX2" fmla="*/ 595706 w 595706"/>
                    <a:gd name="connsiteY2" fmla="*/ 92965 h 135147"/>
                    <a:gd name="connsiteX3" fmla="*/ 1361 w 595706"/>
                    <a:gd name="connsiteY3" fmla="*/ 135147 h 135147"/>
                    <a:gd name="connsiteX4" fmla="*/ 0 w 595706"/>
                    <a:gd name="connsiteY4" fmla="*/ 0 h 135147"/>
                    <a:gd name="connsiteX0" fmla="*/ 0 w 595706"/>
                    <a:gd name="connsiteY0" fmla="*/ 0 h 135147"/>
                    <a:gd name="connsiteX1" fmla="*/ 595706 w 595706"/>
                    <a:gd name="connsiteY1" fmla="*/ 0 h 135147"/>
                    <a:gd name="connsiteX2" fmla="*/ 595706 w 595706"/>
                    <a:gd name="connsiteY2" fmla="*/ 92965 h 135147"/>
                    <a:gd name="connsiteX3" fmla="*/ 1361 w 595706"/>
                    <a:gd name="connsiteY3" fmla="*/ 135147 h 135147"/>
                    <a:gd name="connsiteX4" fmla="*/ 0 w 595706"/>
                    <a:gd name="connsiteY4" fmla="*/ 0 h 135147"/>
                    <a:gd name="connsiteX0" fmla="*/ 0 w 595706"/>
                    <a:gd name="connsiteY0" fmla="*/ 0 h 135147"/>
                    <a:gd name="connsiteX1" fmla="*/ 595706 w 595706"/>
                    <a:gd name="connsiteY1" fmla="*/ 0 h 135147"/>
                    <a:gd name="connsiteX2" fmla="*/ 595706 w 595706"/>
                    <a:gd name="connsiteY2" fmla="*/ 92965 h 135147"/>
                    <a:gd name="connsiteX3" fmla="*/ 1361 w 595706"/>
                    <a:gd name="connsiteY3" fmla="*/ 135147 h 135147"/>
                    <a:gd name="connsiteX4" fmla="*/ 0 w 595706"/>
                    <a:gd name="connsiteY4" fmla="*/ 0 h 135147"/>
                    <a:gd name="connsiteX0" fmla="*/ 0 w 595706"/>
                    <a:gd name="connsiteY0" fmla="*/ 0 h 135147"/>
                    <a:gd name="connsiteX1" fmla="*/ 595706 w 595706"/>
                    <a:gd name="connsiteY1" fmla="*/ 0 h 135147"/>
                    <a:gd name="connsiteX2" fmla="*/ 595706 w 595706"/>
                    <a:gd name="connsiteY2" fmla="*/ 92965 h 135147"/>
                    <a:gd name="connsiteX3" fmla="*/ 1361 w 595706"/>
                    <a:gd name="connsiteY3" fmla="*/ 135147 h 135147"/>
                    <a:gd name="connsiteX4" fmla="*/ 0 w 595706"/>
                    <a:gd name="connsiteY4" fmla="*/ 0 h 135147"/>
                    <a:gd name="connsiteX0" fmla="*/ 1422 w 594406"/>
                    <a:gd name="connsiteY0" fmla="*/ 21376 h 135147"/>
                    <a:gd name="connsiteX1" fmla="*/ 594406 w 594406"/>
                    <a:gd name="connsiteY1" fmla="*/ 0 h 135147"/>
                    <a:gd name="connsiteX2" fmla="*/ 594406 w 594406"/>
                    <a:gd name="connsiteY2" fmla="*/ 92965 h 135147"/>
                    <a:gd name="connsiteX3" fmla="*/ 61 w 594406"/>
                    <a:gd name="connsiteY3" fmla="*/ 135147 h 135147"/>
                    <a:gd name="connsiteX4" fmla="*/ 1422 w 594406"/>
                    <a:gd name="connsiteY4" fmla="*/ 21376 h 135147"/>
                    <a:gd name="connsiteX0" fmla="*/ 1422 w 594406"/>
                    <a:gd name="connsiteY0" fmla="*/ 15599 h 135147"/>
                    <a:gd name="connsiteX1" fmla="*/ 594406 w 594406"/>
                    <a:gd name="connsiteY1" fmla="*/ 0 h 135147"/>
                    <a:gd name="connsiteX2" fmla="*/ 594406 w 594406"/>
                    <a:gd name="connsiteY2" fmla="*/ 92965 h 135147"/>
                    <a:gd name="connsiteX3" fmla="*/ 61 w 594406"/>
                    <a:gd name="connsiteY3" fmla="*/ 135147 h 135147"/>
                    <a:gd name="connsiteX4" fmla="*/ 1422 w 594406"/>
                    <a:gd name="connsiteY4" fmla="*/ 15599 h 135147"/>
                    <a:gd name="connsiteX0" fmla="*/ 131 w 594476"/>
                    <a:gd name="connsiteY0" fmla="*/ 4622 h 135147"/>
                    <a:gd name="connsiteX1" fmla="*/ 594476 w 594476"/>
                    <a:gd name="connsiteY1" fmla="*/ 0 h 135147"/>
                    <a:gd name="connsiteX2" fmla="*/ 594476 w 594476"/>
                    <a:gd name="connsiteY2" fmla="*/ 92965 h 135147"/>
                    <a:gd name="connsiteX3" fmla="*/ 131 w 594476"/>
                    <a:gd name="connsiteY3" fmla="*/ 135147 h 135147"/>
                    <a:gd name="connsiteX4" fmla="*/ 131 w 594476"/>
                    <a:gd name="connsiteY4" fmla="*/ 4622 h 135147"/>
                    <a:gd name="connsiteX0" fmla="*/ 0 w 595706"/>
                    <a:gd name="connsiteY0" fmla="*/ 17910 h 135147"/>
                    <a:gd name="connsiteX1" fmla="*/ 595706 w 595706"/>
                    <a:gd name="connsiteY1" fmla="*/ 0 h 135147"/>
                    <a:gd name="connsiteX2" fmla="*/ 595706 w 595706"/>
                    <a:gd name="connsiteY2" fmla="*/ 92965 h 135147"/>
                    <a:gd name="connsiteX3" fmla="*/ 1361 w 595706"/>
                    <a:gd name="connsiteY3" fmla="*/ 135147 h 135147"/>
                    <a:gd name="connsiteX4" fmla="*/ 0 w 595706"/>
                    <a:gd name="connsiteY4" fmla="*/ 17910 h 135147"/>
                    <a:gd name="connsiteX0" fmla="*/ 0 w 595706"/>
                    <a:gd name="connsiteY0" fmla="*/ 17910 h 135147"/>
                    <a:gd name="connsiteX1" fmla="*/ 595706 w 595706"/>
                    <a:gd name="connsiteY1" fmla="*/ 0 h 135147"/>
                    <a:gd name="connsiteX2" fmla="*/ 595706 w 595706"/>
                    <a:gd name="connsiteY2" fmla="*/ 92965 h 135147"/>
                    <a:gd name="connsiteX3" fmla="*/ 1361 w 595706"/>
                    <a:gd name="connsiteY3" fmla="*/ 135147 h 135147"/>
                    <a:gd name="connsiteX4" fmla="*/ 0 w 595706"/>
                    <a:gd name="connsiteY4" fmla="*/ 17910 h 135147"/>
                    <a:gd name="connsiteX0" fmla="*/ 0 w 595706"/>
                    <a:gd name="connsiteY0" fmla="*/ 17910 h 135147"/>
                    <a:gd name="connsiteX1" fmla="*/ 595706 w 595706"/>
                    <a:gd name="connsiteY1" fmla="*/ 0 h 135147"/>
                    <a:gd name="connsiteX2" fmla="*/ 595706 w 595706"/>
                    <a:gd name="connsiteY2" fmla="*/ 92965 h 135147"/>
                    <a:gd name="connsiteX3" fmla="*/ 1361 w 595706"/>
                    <a:gd name="connsiteY3" fmla="*/ 135147 h 135147"/>
                    <a:gd name="connsiteX4" fmla="*/ 0 w 595706"/>
                    <a:gd name="connsiteY4" fmla="*/ 17910 h 135147"/>
                    <a:gd name="connsiteX0" fmla="*/ 0 w 595706"/>
                    <a:gd name="connsiteY0" fmla="*/ 17910 h 135147"/>
                    <a:gd name="connsiteX1" fmla="*/ 595706 w 595706"/>
                    <a:gd name="connsiteY1" fmla="*/ 0 h 135147"/>
                    <a:gd name="connsiteX2" fmla="*/ 595706 w 595706"/>
                    <a:gd name="connsiteY2" fmla="*/ 92965 h 135147"/>
                    <a:gd name="connsiteX3" fmla="*/ 1361 w 595706"/>
                    <a:gd name="connsiteY3" fmla="*/ 135147 h 135147"/>
                    <a:gd name="connsiteX4" fmla="*/ 0 w 595706"/>
                    <a:gd name="connsiteY4" fmla="*/ 17910 h 135147"/>
                    <a:gd name="connsiteX0" fmla="*/ 0 w 595706"/>
                    <a:gd name="connsiteY0" fmla="*/ 22423 h 139660"/>
                    <a:gd name="connsiteX1" fmla="*/ 595706 w 595706"/>
                    <a:gd name="connsiteY1" fmla="*/ 4513 h 139660"/>
                    <a:gd name="connsiteX2" fmla="*/ 595706 w 595706"/>
                    <a:gd name="connsiteY2" fmla="*/ 97478 h 139660"/>
                    <a:gd name="connsiteX3" fmla="*/ 1361 w 595706"/>
                    <a:gd name="connsiteY3" fmla="*/ 139660 h 139660"/>
                    <a:gd name="connsiteX4" fmla="*/ 0 w 595706"/>
                    <a:gd name="connsiteY4" fmla="*/ 22423 h 139660"/>
                    <a:gd name="connsiteX0" fmla="*/ 0 w 595706"/>
                    <a:gd name="connsiteY0" fmla="*/ 26413 h 143650"/>
                    <a:gd name="connsiteX1" fmla="*/ 595706 w 595706"/>
                    <a:gd name="connsiteY1" fmla="*/ 8503 h 143650"/>
                    <a:gd name="connsiteX2" fmla="*/ 595706 w 595706"/>
                    <a:gd name="connsiteY2" fmla="*/ 101468 h 143650"/>
                    <a:gd name="connsiteX3" fmla="*/ 1361 w 595706"/>
                    <a:gd name="connsiteY3" fmla="*/ 143650 h 143650"/>
                    <a:gd name="connsiteX4" fmla="*/ 0 w 595706"/>
                    <a:gd name="connsiteY4" fmla="*/ 26413 h 143650"/>
                    <a:gd name="connsiteX0" fmla="*/ 0 w 595706"/>
                    <a:gd name="connsiteY0" fmla="*/ 21286 h 138523"/>
                    <a:gd name="connsiteX1" fmla="*/ 595706 w 595706"/>
                    <a:gd name="connsiteY1" fmla="*/ 3376 h 138523"/>
                    <a:gd name="connsiteX2" fmla="*/ 595706 w 595706"/>
                    <a:gd name="connsiteY2" fmla="*/ 96341 h 138523"/>
                    <a:gd name="connsiteX3" fmla="*/ 1361 w 595706"/>
                    <a:gd name="connsiteY3" fmla="*/ 138523 h 138523"/>
                    <a:gd name="connsiteX4" fmla="*/ 0 w 595706"/>
                    <a:gd name="connsiteY4" fmla="*/ 21286 h 138523"/>
                    <a:gd name="connsiteX0" fmla="*/ 0 w 595706"/>
                    <a:gd name="connsiteY0" fmla="*/ 22534 h 139771"/>
                    <a:gd name="connsiteX1" fmla="*/ 595706 w 595706"/>
                    <a:gd name="connsiteY1" fmla="*/ 4624 h 139771"/>
                    <a:gd name="connsiteX2" fmla="*/ 595706 w 595706"/>
                    <a:gd name="connsiteY2" fmla="*/ 97589 h 139771"/>
                    <a:gd name="connsiteX3" fmla="*/ 1361 w 595706"/>
                    <a:gd name="connsiteY3" fmla="*/ 139771 h 139771"/>
                    <a:gd name="connsiteX4" fmla="*/ 0 w 595706"/>
                    <a:gd name="connsiteY4" fmla="*/ 22534 h 139771"/>
                    <a:gd name="connsiteX0" fmla="*/ 0 w 595706"/>
                    <a:gd name="connsiteY0" fmla="*/ 23494 h 140731"/>
                    <a:gd name="connsiteX1" fmla="*/ 595706 w 595706"/>
                    <a:gd name="connsiteY1" fmla="*/ 2118 h 140731"/>
                    <a:gd name="connsiteX2" fmla="*/ 595706 w 595706"/>
                    <a:gd name="connsiteY2" fmla="*/ 98549 h 140731"/>
                    <a:gd name="connsiteX3" fmla="*/ 1361 w 595706"/>
                    <a:gd name="connsiteY3" fmla="*/ 140731 h 140731"/>
                    <a:gd name="connsiteX4" fmla="*/ 0 w 595706"/>
                    <a:gd name="connsiteY4" fmla="*/ 23494 h 140731"/>
                    <a:gd name="connsiteX0" fmla="*/ 0 w 595706"/>
                    <a:gd name="connsiteY0" fmla="*/ 23494 h 140731"/>
                    <a:gd name="connsiteX1" fmla="*/ 595706 w 595706"/>
                    <a:gd name="connsiteY1" fmla="*/ 2118 h 140731"/>
                    <a:gd name="connsiteX2" fmla="*/ 595706 w 595706"/>
                    <a:gd name="connsiteY2" fmla="*/ 98549 h 140731"/>
                    <a:gd name="connsiteX3" fmla="*/ 1361 w 595706"/>
                    <a:gd name="connsiteY3" fmla="*/ 140731 h 140731"/>
                    <a:gd name="connsiteX4" fmla="*/ 0 w 595706"/>
                    <a:gd name="connsiteY4" fmla="*/ 23494 h 140731"/>
                    <a:gd name="connsiteX0" fmla="*/ 0 w 595706"/>
                    <a:gd name="connsiteY0" fmla="*/ 25030 h 142267"/>
                    <a:gd name="connsiteX1" fmla="*/ 595706 w 595706"/>
                    <a:gd name="connsiteY1" fmla="*/ 3654 h 142267"/>
                    <a:gd name="connsiteX2" fmla="*/ 595706 w 595706"/>
                    <a:gd name="connsiteY2" fmla="*/ 100085 h 142267"/>
                    <a:gd name="connsiteX3" fmla="*/ 1361 w 595706"/>
                    <a:gd name="connsiteY3" fmla="*/ 142267 h 142267"/>
                    <a:gd name="connsiteX4" fmla="*/ 0 w 595706"/>
                    <a:gd name="connsiteY4" fmla="*/ 25030 h 142267"/>
                    <a:gd name="connsiteX0" fmla="*/ 0 w 595706"/>
                    <a:gd name="connsiteY0" fmla="*/ 22091 h 139328"/>
                    <a:gd name="connsiteX1" fmla="*/ 595706 w 595706"/>
                    <a:gd name="connsiteY1" fmla="*/ 715 h 139328"/>
                    <a:gd name="connsiteX2" fmla="*/ 595706 w 595706"/>
                    <a:gd name="connsiteY2" fmla="*/ 97146 h 139328"/>
                    <a:gd name="connsiteX3" fmla="*/ 1361 w 595706"/>
                    <a:gd name="connsiteY3" fmla="*/ 139328 h 139328"/>
                    <a:gd name="connsiteX4" fmla="*/ 0 w 595706"/>
                    <a:gd name="connsiteY4" fmla="*/ 22091 h 139328"/>
                    <a:gd name="connsiteX0" fmla="*/ 0 w 595706"/>
                    <a:gd name="connsiteY0" fmla="*/ 23573 h 140810"/>
                    <a:gd name="connsiteX1" fmla="*/ 595706 w 595706"/>
                    <a:gd name="connsiteY1" fmla="*/ 2197 h 140810"/>
                    <a:gd name="connsiteX2" fmla="*/ 595706 w 595706"/>
                    <a:gd name="connsiteY2" fmla="*/ 98628 h 140810"/>
                    <a:gd name="connsiteX3" fmla="*/ 1361 w 595706"/>
                    <a:gd name="connsiteY3" fmla="*/ 140810 h 140810"/>
                    <a:gd name="connsiteX4" fmla="*/ 0 w 595706"/>
                    <a:gd name="connsiteY4" fmla="*/ 23573 h 140810"/>
                    <a:gd name="connsiteX0" fmla="*/ 0 w 595706"/>
                    <a:gd name="connsiteY0" fmla="*/ 21908 h 139145"/>
                    <a:gd name="connsiteX1" fmla="*/ 595706 w 595706"/>
                    <a:gd name="connsiteY1" fmla="*/ 532 h 139145"/>
                    <a:gd name="connsiteX2" fmla="*/ 595706 w 595706"/>
                    <a:gd name="connsiteY2" fmla="*/ 96963 h 139145"/>
                    <a:gd name="connsiteX3" fmla="*/ 1361 w 595706"/>
                    <a:gd name="connsiteY3" fmla="*/ 139145 h 139145"/>
                    <a:gd name="connsiteX4" fmla="*/ 0 w 595706"/>
                    <a:gd name="connsiteY4" fmla="*/ 21908 h 139145"/>
                    <a:gd name="connsiteX0" fmla="*/ 0 w 595706"/>
                    <a:gd name="connsiteY0" fmla="*/ 23863 h 141100"/>
                    <a:gd name="connsiteX1" fmla="*/ 595706 w 595706"/>
                    <a:gd name="connsiteY1" fmla="*/ 2487 h 141100"/>
                    <a:gd name="connsiteX2" fmla="*/ 595706 w 595706"/>
                    <a:gd name="connsiteY2" fmla="*/ 98918 h 141100"/>
                    <a:gd name="connsiteX3" fmla="*/ 1361 w 595706"/>
                    <a:gd name="connsiteY3" fmla="*/ 141100 h 141100"/>
                    <a:gd name="connsiteX4" fmla="*/ 0 w 595706"/>
                    <a:gd name="connsiteY4" fmla="*/ 23863 h 141100"/>
                    <a:gd name="connsiteX0" fmla="*/ 0 w 595706"/>
                    <a:gd name="connsiteY0" fmla="*/ 24472 h 141709"/>
                    <a:gd name="connsiteX1" fmla="*/ 595706 w 595706"/>
                    <a:gd name="connsiteY1" fmla="*/ 3096 h 141709"/>
                    <a:gd name="connsiteX2" fmla="*/ 595706 w 595706"/>
                    <a:gd name="connsiteY2" fmla="*/ 99527 h 141709"/>
                    <a:gd name="connsiteX3" fmla="*/ 1361 w 595706"/>
                    <a:gd name="connsiteY3" fmla="*/ 141709 h 141709"/>
                    <a:gd name="connsiteX4" fmla="*/ 0 w 595706"/>
                    <a:gd name="connsiteY4" fmla="*/ 24472 h 141709"/>
                    <a:gd name="connsiteX0" fmla="*/ 0 w 595706"/>
                    <a:gd name="connsiteY0" fmla="*/ 24267 h 141504"/>
                    <a:gd name="connsiteX1" fmla="*/ 595706 w 595706"/>
                    <a:gd name="connsiteY1" fmla="*/ 2891 h 141504"/>
                    <a:gd name="connsiteX2" fmla="*/ 595706 w 595706"/>
                    <a:gd name="connsiteY2" fmla="*/ 99322 h 141504"/>
                    <a:gd name="connsiteX3" fmla="*/ 1361 w 595706"/>
                    <a:gd name="connsiteY3" fmla="*/ 141504 h 141504"/>
                    <a:gd name="connsiteX4" fmla="*/ 0 w 595706"/>
                    <a:gd name="connsiteY4" fmla="*/ 24267 h 141504"/>
                    <a:gd name="connsiteX0" fmla="*/ 0 w 595706"/>
                    <a:gd name="connsiteY0" fmla="*/ 24472 h 141709"/>
                    <a:gd name="connsiteX1" fmla="*/ 595706 w 595706"/>
                    <a:gd name="connsiteY1" fmla="*/ 3096 h 141709"/>
                    <a:gd name="connsiteX2" fmla="*/ 595706 w 595706"/>
                    <a:gd name="connsiteY2" fmla="*/ 99527 h 141709"/>
                    <a:gd name="connsiteX3" fmla="*/ 1361 w 595706"/>
                    <a:gd name="connsiteY3" fmla="*/ 141709 h 141709"/>
                    <a:gd name="connsiteX4" fmla="*/ 0 w 595706"/>
                    <a:gd name="connsiteY4" fmla="*/ 24472 h 141709"/>
                    <a:gd name="connsiteX0" fmla="*/ 0 w 595706"/>
                    <a:gd name="connsiteY0" fmla="*/ 24472 h 141709"/>
                    <a:gd name="connsiteX1" fmla="*/ 594353 w 595706"/>
                    <a:gd name="connsiteY1" fmla="*/ 3096 h 141709"/>
                    <a:gd name="connsiteX2" fmla="*/ 595706 w 595706"/>
                    <a:gd name="connsiteY2" fmla="*/ 99527 h 141709"/>
                    <a:gd name="connsiteX3" fmla="*/ 1361 w 595706"/>
                    <a:gd name="connsiteY3" fmla="*/ 141709 h 141709"/>
                    <a:gd name="connsiteX4" fmla="*/ 0 w 595706"/>
                    <a:gd name="connsiteY4" fmla="*/ 24472 h 141709"/>
                    <a:gd name="connsiteX0" fmla="*/ 124 w 595830"/>
                    <a:gd name="connsiteY0" fmla="*/ 24472 h 141709"/>
                    <a:gd name="connsiteX1" fmla="*/ 594477 w 595830"/>
                    <a:gd name="connsiteY1" fmla="*/ 3096 h 141709"/>
                    <a:gd name="connsiteX2" fmla="*/ 595830 w 595830"/>
                    <a:gd name="connsiteY2" fmla="*/ 99527 h 141709"/>
                    <a:gd name="connsiteX3" fmla="*/ 131 w 595830"/>
                    <a:gd name="connsiteY3" fmla="*/ 141709 h 141709"/>
                    <a:gd name="connsiteX4" fmla="*/ 124 w 595830"/>
                    <a:gd name="connsiteY4" fmla="*/ 24472 h 141709"/>
                    <a:gd name="connsiteX0" fmla="*/ 124 w 597179"/>
                    <a:gd name="connsiteY0" fmla="*/ 25207 h 142444"/>
                    <a:gd name="connsiteX1" fmla="*/ 597179 w 597179"/>
                    <a:gd name="connsiteY1" fmla="*/ 481 h 142444"/>
                    <a:gd name="connsiteX2" fmla="*/ 595830 w 597179"/>
                    <a:gd name="connsiteY2" fmla="*/ 100262 h 142444"/>
                    <a:gd name="connsiteX3" fmla="*/ 131 w 597179"/>
                    <a:gd name="connsiteY3" fmla="*/ 142444 h 142444"/>
                    <a:gd name="connsiteX4" fmla="*/ 124 w 597179"/>
                    <a:gd name="connsiteY4" fmla="*/ 25207 h 142444"/>
                    <a:gd name="connsiteX0" fmla="*/ 124 w 595889"/>
                    <a:gd name="connsiteY0" fmla="*/ 25842 h 143079"/>
                    <a:gd name="connsiteX1" fmla="*/ 594477 w 595889"/>
                    <a:gd name="connsiteY1" fmla="*/ 0 h 143079"/>
                    <a:gd name="connsiteX2" fmla="*/ 595830 w 595889"/>
                    <a:gd name="connsiteY2" fmla="*/ 100897 h 143079"/>
                    <a:gd name="connsiteX3" fmla="*/ 131 w 595889"/>
                    <a:gd name="connsiteY3" fmla="*/ 143079 h 143079"/>
                    <a:gd name="connsiteX4" fmla="*/ 124 w 595889"/>
                    <a:gd name="connsiteY4" fmla="*/ 25842 h 143079"/>
                    <a:gd name="connsiteX0" fmla="*/ 124 w 595889"/>
                    <a:gd name="connsiteY0" fmla="*/ 24713 h 141950"/>
                    <a:gd name="connsiteX1" fmla="*/ 594477 w 595889"/>
                    <a:gd name="connsiteY1" fmla="*/ 2221 h 141950"/>
                    <a:gd name="connsiteX2" fmla="*/ 595830 w 595889"/>
                    <a:gd name="connsiteY2" fmla="*/ 99768 h 141950"/>
                    <a:gd name="connsiteX3" fmla="*/ 131 w 595889"/>
                    <a:gd name="connsiteY3" fmla="*/ 141950 h 141950"/>
                    <a:gd name="connsiteX4" fmla="*/ 124 w 595889"/>
                    <a:gd name="connsiteY4" fmla="*/ 24713 h 141950"/>
                    <a:gd name="connsiteX0" fmla="*/ 124 w 595959"/>
                    <a:gd name="connsiteY0" fmla="*/ 24713 h 141950"/>
                    <a:gd name="connsiteX1" fmla="*/ 595828 w 595959"/>
                    <a:gd name="connsiteY1" fmla="*/ 2221 h 141950"/>
                    <a:gd name="connsiteX2" fmla="*/ 595830 w 595959"/>
                    <a:gd name="connsiteY2" fmla="*/ 99768 h 141950"/>
                    <a:gd name="connsiteX3" fmla="*/ 131 w 595959"/>
                    <a:gd name="connsiteY3" fmla="*/ 141950 h 141950"/>
                    <a:gd name="connsiteX4" fmla="*/ 124 w 595959"/>
                    <a:gd name="connsiteY4" fmla="*/ 24713 h 141950"/>
                    <a:gd name="connsiteX0" fmla="*/ 124 w 595959"/>
                    <a:gd name="connsiteY0" fmla="*/ 24925 h 142162"/>
                    <a:gd name="connsiteX1" fmla="*/ 595828 w 595959"/>
                    <a:gd name="connsiteY1" fmla="*/ 2433 h 142162"/>
                    <a:gd name="connsiteX2" fmla="*/ 595830 w 595959"/>
                    <a:gd name="connsiteY2" fmla="*/ 99980 h 142162"/>
                    <a:gd name="connsiteX3" fmla="*/ 131 w 595959"/>
                    <a:gd name="connsiteY3" fmla="*/ 142162 h 142162"/>
                    <a:gd name="connsiteX4" fmla="*/ 124 w 595959"/>
                    <a:gd name="connsiteY4" fmla="*/ 24925 h 142162"/>
                    <a:gd name="connsiteX0" fmla="*/ 124 w 595959"/>
                    <a:gd name="connsiteY0" fmla="*/ 22492 h 139729"/>
                    <a:gd name="connsiteX1" fmla="*/ 595828 w 595959"/>
                    <a:gd name="connsiteY1" fmla="*/ 0 h 139729"/>
                    <a:gd name="connsiteX2" fmla="*/ 595830 w 595959"/>
                    <a:gd name="connsiteY2" fmla="*/ 97547 h 139729"/>
                    <a:gd name="connsiteX3" fmla="*/ 131 w 595959"/>
                    <a:gd name="connsiteY3" fmla="*/ 139729 h 139729"/>
                    <a:gd name="connsiteX4" fmla="*/ 124 w 595959"/>
                    <a:gd name="connsiteY4" fmla="*/ 22492 h 139729"/>
                    <a:gd name="connsiteX0" fmla="*/ 124 w 595959"/>
                    <a:gd name="connsiteY0" fmla="*/ 25585 h 142822"/>
                    <a:gd name="connsiteX1" fmla="*/ 595828 w 595959"/>
                    <a:gd name="connsiteY1" fmla="*/ 3093 h 142822"/>
                    <a:gd name="connsiteX2" fmla="*/ 595830 w 595959"/>
                    <a:gd name="connsiteY2" fmla="*/ 100640 h 142822"/>
                    <a:gd name="connsiteX3" fmla="*/ 131 w 595959"/>
                    <a:gd name="connsiteY3" fmla="*/ 142822 h 142822"/>
                    <a:gd name="connsiteX4" fmla="*/ 124 w 595959"/>
                    <a:gd name="connsiteY4" fmla="*/ 25585 h 142822"/>
                    <a:gd name="connsiteX0" fmla="*/ 124 w 595959"/>
                    <a:gd name="connsiteY0" fmla="*/ 25585 h 142822"/>
                    <a:gd name="connsiteX1" fmla="*/ 595828 w 595959"/>
                    <a:gd name="connsiteY1" fmla="*/ 3093 h 142822"/>
                    <a:gd name="connsiteX2" fmla="*/ 595830 w 595959"/>
                    <a:gd name="connsiteY2" fmla="*/ 100640 h 142822"/>
                    <a:gd name="connsiteX3" fmla="*/ 131 w 595959"/>
                    <a:gd name="connsiteY3" fmla="*/ 142822 h 142822"/>
                    <a:gd name="connsiteX4" fmla="*/ 124 w 595959"/>
                    <a:gd name="connsiteY4" fmla="*/ 25585 h 142822"/>
                    <a:gd name="connsiteX0" fmla="*/ 124 w 595959"/>
                    <a:gd name="connsiteY0" fmla="*/ 26512 h 143749"/>
                    <a:gd name="connsiteX1" fmla="*/ 595828 w 595959"/>
                    <a:gd name="connsiteY1" fmla="*/ 4020 h 143749"/>
                    <a:gd name="connsiteX2" fmla="*/ 595830 w 595959"/>
                    <a:gd name="connsiteY2" fmla="*/ 101567 h 143749"/>
                    <a:gd name="connsiteX3" fmla="*/ 131 w 595959"/>
                    <a:gd name="connsiteY3" fmla="*/ 143749 h 143749"/>
                    <a:gd name="connsiteX4" fmla="*/ 124 w 595959"/>
                    <a:gd name="connsiteY4" fmla="*/ 26512 h 143749"/>
                    <a:gd name="connsiteX0" fmla="*/ 124 w 595959"/>
                    <a:gd name="connsiteY0" fmla="*/ 26512 h 143749"/>
                    <a:gd name="connsiteX1" fmla="*/ 595828 w 595959"/>
                    <a:gd name="connsiteY1" fmla="*/ 4020 h 143749"/>
                    <a:gd name="connsiteX2" fmla="*/ 595830 w 595959"/>
                    <a:gd name="connsiteY2" fmla="*/ 101567 h 143749"/>
                    <a:gd name="connsiteX3" fmla="*/ 131 w 595959"/>
                    <a:gd name="connsiteY3" fmla="*/ 143749 h 143749"/>
                    <a:gd name="connsiteX4" fmla="*/ 124 w 595959"/>
                    <a:gd name="connsiteY4" fmla="*/ 26512 h 143749"/>
                    <a:gd name="connsiteX0" fmla="*/ 124 w 595959"/>
                    <a:gd name="connsiteY0" fmla="*/ 28496 h 145733"/>
                    <a:gd name="connsiteX1" fmla="*/ 595828 w 595959"/>
                    <a:gd name="connsiteY1" fmla="*/ 6004 h 145733"/>
                    <a:gd name="connsiteX2" fmla="*/ 595830 w 595959"/>
                    <a:gd name="connsiteY2" fmla="*/ 103551 h 145733"/>
                    <a:gd name="connsiteX3" fmla="*/ 131 w 595959"/>
                    <a:gd name="connsiteY3" fmla="*/ 145733 h 145733"/>
                    <a:gd name="connsiteX4" fmla="*/ 124 w 595959"/>
                    <a:gd name="connsiteY4" fmla="*/ 28496 h 145733"/>
                    <a:gd name="connsiteX0" fmla="*/ 124 w 595959"/>
                    <a:gd name="connsiteY0" fmla="*/ 40766 h 158003"/>
                    <a:gd name="connsiteX1" fmla="*/ 595828 w 595959"/>
                    <a:gd name="connsiteY1" fmla="*/ 0 h 158003"/>
                    <a:gd name="connsiteX2" fmla="*/ 595830 w 595959"/>
                    <a:gd name="connsiteY2" fmla="*/ 115821 h 158003"/>
                    <a:gd name="connsiteX3" fmla="*/ 131 w 595959"/>
                    <a:gd name="connsiteY3" fmla="*/ 158003 h 158003"/>
                    <a:gd name="connsiteX4" fmla="*/ 124 w 595959"/>
                    <a:gd name="connsiteY4" fmla="*/ 40766 h 158003"/>
                    <a:gd name="connsiteX0" fmla="*/ 124 w 595959"/>
                    <a:gd name="connsiteY0" fmla="*/ 40766 h 158003"/>
                    <a:gd name="connsiteX1" fmla="*/ 595828 w 595959"/>
                    <a:gd name="connsiteY1" fmla="*/ 0 h 158003"/>
                    <a:gd name="connsiteX2" fmla="*/ 595830 w 595959"/>
                    <a:gd name="connsiteY2" fmla="*/ 115821 h 158003"/>
                    <a:gd name="connsiteX3" fmla="*/ 131 w 595959"/>
                    <a:gd name="connsiteY3" fmla="*/ 158003 h 158003"/>
                    <a:gd name="connsiteX4" fmla="*/ 124 w 595959"/>
                    <a:gd name="connsiteY4" fmla="*/ 40766 h 158003"/>
                    <a:gd name="connsiteX0" fmla="*/ 124 w 595959"/>
                    <a:gd name="connsiteY0" fmla="*/ 40766 h 158003"/>
                    <a:gd name="connsiteX1" fmla="*/ 595828 w 595959"/>
                    <a:gd name="connsiteY1" fmla="*/ 0 h 158003"/>
                    <a:gd name="connsiteX2" fmla="*/ 595830 w 595959"/>
                    <a:gd name="connsiteY2" fmla="*/ 115821 h 158003"/>
                    <a:gd name="connsiteX3" fmla="*/ 131 w 595959"/>
                    <a:gd name="connsiteY3" fmla="*/ 158003 h 158003"/>
                    <a:gd name="connsiteX4" fmla="*/ 124 w 595959"/>
                    <a:gd name="connsiteY4" fmla="*/ 40766 h 158003"/>
                    <a:gd name="connsiteX0" fmla="*/ 124 w 595959"/>
                    <a:gd name="connsiteY0" fmla="*/ 40766 h 158003"/>
                    <a:gd name="connsiteX1" fmla="*/ 595828 w 595959"/>
                    <a:gd name="connsiteY1" fmla="*/ 0 h 158003"/>
                    <a:gd name="connsiteX2" fmla="*/ 595830 w 595959"/>
                    <a:gd name="connsiteY2" fmla="*/ 115821 h 158003"/>
                    <a:gd name="connsiteX3" fmla="*/ 131 w 595959"/>
                    <a:gd name="connsiteY3" fmla="*/ 158003 h 158003"/>
                    <a:gd name="connsiteX4" fmla="*/ 124 w 595959"/>
                    <a:gd name="connsiteY4" fmla="*/ 40766 h 158003"/>
                    <a:gd name="connsiteX0" fmla="*/ 124 w 595959"/>
                    <a:gd name="connsiteY0" fmla="*/ 40766 h 158003"/>
                    <a:gd name="connsiteX1" fmla="*/ 595828 w 595959"/>
                    <a:gd name="connsiteY1" fmla="*/ 0 h 158003"/>
                    <a:gd name="connsiteX2" fmla="*/ 595830 w 595959"/>
                    <a:gd name="connsiteY2" fmla="*/ 115821 h 158003"/>
                    <a:gd name="connsiteX3" fmla="*/ 131 w 595959"/>
                    <a:gd name="connsiteY3" fmla="*/ 158003 h 158003"/>
                    <a:gd name="connsiteX4" fmla="*/ 124 w 595959"/>
                    <a:gd name="connsiteY4" fmla="*/ 40766 h 158003"/>
                    <a:gd name="connsiteX0" fmla="*/ 124 w 595959"/>
                    <a:gd name="connsiteY0" fmla="*/ 40766 h 158003"/>
                    <a:gd name="connsiteX1" fmla="*/ 595828 w 595959"/>
                    <a:gd name="connsiteY1" fmla="*/ 0 h 158003"/>
                    <a:gd name="connsiteX2" fmla="*/ 595830 w 595959"/>
                    <a:gd name="connsiteY2" fmla="*/ 115821 h 158003"/>
                    <a:gd name="connsiteX3" fmla="*/ 131 w 595959"/>
                    <a:gd name="connsiteY3" fmla="*/ 158003 h 158003"/>
                    <a:gd name="connsiteX4" fmla="*/ 124 w 595959"/>
                    <a:gd name="connsiteY4" fmla="*/ 40766 h 158003"/>
                    <a:gd name="connsiteX0" fmla="*/ 124 w 595959"/>
                    <a:gd name="connsiteY0" fmla="*/ 40766 h 158003"/>
                    <a:gd name="connsiteX1" fmla="*/ 595828 w 595959"/>
                    <a:gd name="connsiteY1" fmla="*/ 0 h 158003"/>
                    <a:gd name="connsiteX2" fmla="*/ 595830 w 595959"/>
                    <a:gd name="connsiteY2" fmla="*/ 115821 h 158003"/>
                    <a:gd name="connsiteX3" fmla="*/ 131 w 595959"/>
                    <a:gd name="connsiteY3" fmla="*/ 158003 h 158003"/>
                    <a:gd name="connsiteX4" fmla="*/ 124 w 595959"/>
                    <a:gd name="connsiteY4" fmla="*/ 40766 h 158003"/>
                    <a:gd name="connsiteX0" fmla="*/ 124 w 595959"/>
                    <a:gd name="connsiteY0" fmla="*/ 40766 h 158003"/>
                    <a:gd name="connsiteX1" fmla="*/ 595828 w 595959"/>
                    <a:gd name="connsiteY1" fmla="*/ 0 h 158003"/>
                    <a:gd name="connsiteX2" fmla="*/ 595830 w 595959"/>
                    <a:gd name="connsiteY2" fmla="*/ 115821 h 158003"/>
                    <a:gd name="connsiteX3" fmla="*/ 131 w 595959"/>
                    <a:gd name="connsiteY3" fmla="*/ 158003 h 158003"/>
                    <a:gd name="connsiteX4" fmla="*/ 124 w 595959"/>
                    <a:gd name="connsiteY4" fmla="*/ 40766 h 158003"/>
                    <a:gd name="connsiteX0" fmla="*/ 124 w 595959"/>
                    <a:gd name="connsiteY0" fmla="*/ 40766 h 158003"/>
                    <a:gd name="connsiteX1" fmla="*/ 595828 w 595959"/>
                    <a:gd name="connsiteY1" fmla="*/ 0 h 158003"/>
                    <a:gd name="connsiteX2" fmla="*/ 595830 w 595959"/>
                    <a:gd name="connsiteY2" fmla="*/ 115821 h 158003"/>
                    <a:gd name="connsiteX3" fmla="*/ 131 w 595959"/>
                    <a:gd name="connsiteY3" fmla="*/ 158003 h 158003"/>
                    <a:gd name="connsiteX4" fmla="*/ 124 w 595959"/>
                    <a:gd name="connsiteY4" fmla="*/ 40766 h 158003"/>
                    <a:gd name="connsiteX0" fmla="*/ 124 w 595856"/>
                    <a:gd name="connsiteY0" fmla="*/ 41841 h 159078"/>
                    <a:gd name="connsiteX1" fmla="*/ 591261 w 595856"/>
                    <a:gd name="connsiteY1" fmla="*/ 0 h 159078"/>
                    <a:gd name="connsiteX2" fmla="*/ 595830 w 595856"/>
                    <a:gd name="connsiteY2" fmla="*/ 116896 h 159078"/>
                    <a:gd name="connsiteX3" fmla="*/ 131 w 595856"/>
                    <a:gd name="connsiteY3" fmla="*/ 159078 h 159078"/>
                    <a:gd name="connsiteX4" fmla="*/ 124 w 595856"/>
                    <a:gd name="connsiteY4" fmla="*/ 41841 h 159078"/>
                    <a:gd name="connsiteX0" fmla="*/ 124 w 595959"/>
                    <a:gd name="connsiteY0" fmla="*/ 41841 h 159078"/>
                    <a:gd name="connsiteX1" fmla="*/ 595828 w 595959"/>
                    <a:gd name="connsiteY1" fmla="*/ 0 h 159078"/>
                    <a:gd name="connsiteX2" fmla="*/ 595830 w 595959"/>
                    <a:gd name="connsiteY2" fmla="*/ 116896 h 159078"/>
                    <a:gd name="connsiteX3" fmla="*/ 131 w 595959"/>
                    <a:gd name="connsiteY3" fmla="*/ 159078 h 159078"/>
                    <a:gd name="connsiteX4" fmla="*/ 124 w 595959"/>
                    <a:gd name="connsiteY4" fmla="*/ 41841 h 159078"/>
                    <a:gd name="connsiteX0" fmla="*/ 124 w 597349"/>
                    <a:gd name="connsiteY0" fmla="*/ 42378 h 159615"/>
                    <a:gd name="connsiteX1" fmla="*/ 597349 w 597349"/>
                    <a:gd name="connsiteY1" fmla="*/ 0 h 159615"/>
                    <a:gd name="connsiteX2" fmla="*/ 595830 w 597349"/>
                    <a:gd name="connsiteY2" fmla="*/ 117433 h 159615"/>
                    <a:gd name="connsiteX3" fmla="*/ 131 w 597349"/>
                    <a:gd name="connsiteY3" fmla="*/ 159615 h 159615"/>
                    <a:gd name="connsiteX4" fmla="*/ 124 w 597349"/>
                    <a:gd name="connsiteY4" fmla="*/ 42378 h 159615"/>
                    <a:gd name="connsiteX0" fmla="*/ 124 w 600443"/>
                    <a:gd name="connsiteY0" fmla="*/ 42378 h 159615"/>
                    <a:gd name="connsiteX1" fmla="*/ 597349 w 600443"/>
                    <a:gd name="connsiteY1" fmla="*/ 0 h 159615"/>
                    <a:gd name="connsiteX2" fmla="*/ 600408 w 600443"/>
                    <a:gd name="connsiteY2" fmla="*/ 117433 h 159615"/>
                    <a:gd name="connsiteX3" fmla="*/ 131 w 600443"/>
                    <a:gd name="connsiteY3" fmla="*/ 159615 h 159615"/>
                    <a:gd name="connsiteX4" fmla="*/ 124 w 600443"/>
                    <a:gd name="connsiteY4" fmla="*/ 42378 h 159615"/>
                    <a:gd name="connsiteX0" fmla="*/ 124 w 600537"/>
                    <a:gd name="connsiteY0" fmla="*/ 42378 h 159615"/>
                    <a:gd name="connsiteX1" fmla="*/ 600401 w 600537"/>
                    <a:gd name="connsiteY1" fmla="*/ 0 h 159615"/>
                    <a:gd name="connsiteX2" fmla="*/ 600408 w 600537"/>
                    <a:gd name="connsiteY2" fmla="*/ 117433 h 159615"/>
                    <a:gd name="connsiteX3" fmla="*/ 131 w 600537"/>
                    <a:gd name="connsiteY3" fmla="*/ 159615 h 159615"/>
                    <a:gd name="connsiteX4" fmla="*/ 124 w 600537"/>
                    <a:gd name="connsiteY4" fmla="*/ 42378 h 15961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00537" h="159615">
                      <a:moveTo>
                        <a:pt x="124" y="42378"/>
                      </a:moveTo>
                      <a:cubicBezTo>
                        <a:pt x="296414" y="-50243"/>
                        <a:pt x="418111" y="75773"/>
                        <a:pt x="600401" y="0"/>
                      </a:cubicBezTo>
                      <a:cubicBezTo>
                        <a:pt x="599951" y="33260"/>
                        <a:pt x="600858" y="84173"/>
                        <a:pt x="600408" y="117433"/>
                      </a:cubicBezTo>
                      <a:cubicBezTo>
                        <a:pt x="395490" y="192726"/>
                        <a:pt x="285331" y="62551"/>
                        <a:pt x="131" y="159615"/>
                      </a:cubicBezTo>
                      <a:cubicBezTo>
                        <a:pt x="-323" y="114566"/>
                        <a:pt x="578" y="87427"/>
                        <a:pt x="124" y="42378"/>
                      </a:cubicBezTo>
                      <a:close/>
                    </a:path>
                  </a:pathLst>
                </a:custGeom>
                <a:solidFill>
                  <a:schemeClr val="accent5">
                    <a:lumMod val="40000"/>
                    <a:lumOff val="60000"/>
                  </a:schemeClr>
                </a:solidFill>
                <a:ln w="1270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grpSp>
              <p:nvGrpSpPr>
                <p:cNvPr id="820" name="组合 819">
                  <a:extLst>
                    <a:ext uri="{FF2B5EF4-FFF2-40B4-BE49-F238E27FC236}">
                      <a16:creationId xmlns:a16="http://schemas.microsoft.com/office/drawing/2014/main" id="{DDF9FDEF-9EF9-3DC4-9806-10293BFF368F}"/>
                    </a:ext>
                  </a:extLst>
                </p:cNvPr>
                <p:cNvGrpSpPr/>
                <p:nvPr/>
              </p:nvGrpSpPr>
              <p:grpSpPr>
                <a:xfrm>
                  <a:off x="5040167" y="6521415"/>
                  <a:ext cx="621640" cy="663817"/>
                  <a:chOff x="3656357" y="6507685"/>
                  <a:chExt cx="621640" cy="663817"/>
                </a:xfrm>
              </p:grpSpPr>
              <p:sp>
                <p:nvSpPr>
                  <p:cNvPr id="821" name="矩形 820">
                    <a:extLst>
                      <a:ext uri="{FF2B5EF4-FFF2-40B4-BE49-F238E27FC236}">
                        <a16:creationId xmlns:a16="http://schemas.microsoft.com/office/drawing/2014/main" id="{A6F8E977-1CF5-70B0-D9D2-18259F60EC40}"/>
                      </a:ext>
                    </a:extLst>
                  </p:cNvPr>
                  <p:cNvSpPr/>
                  <p:nvPr/>
                </p:nvSpPr>
                <p:spPr>
                  <a:xfrm>
                    <a:off x="3656465" y="6640950"/>
                    <a:ext cx="155302" cy="132623"/>
                  </a:xfrm>
                  <a:prstGeom prst="rect">
                    <a:avLst/>
                  </a:prstGeom>
                  <a:no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22" name="矩形 821">
                    <a:extLst>
                      <a:ext uri="{FF2B5EF4-FFF2-40B4-BE49-F238E27FC236}">
                        <a16:creationId xmlns:a16="http://schemas.microsoft.com/office/drawing/2014/main" id="{17CADB2A-0A02-2C19-901E-31E1D8F73B0E}"/>
                      </a:ext>
                    </a:extLst>
                  </p:cNvPr>
                  <p:cNvSpPr/>
                  <p:nvPr/>
                </p:nvSpPr>
                <p:spPr>
                  <a:xfrm>
                    <a:off x="3811875" y="6640950"/>
                    <a:ext cx="155302" cy="132623"/>
                  </a:xfrm>
                  <a:prstGeom prst="rect">
                    <a:avLst/>
                  </a:prstGeom>
                  <a:no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23" name="矩形 822">
                    <a:extLst>
                      <a:ext uri="{FF2B5EF4-FFF2-40B4-BE49-F238E27FC236}">
                        <a16:creationId xmlns:a16="http://schemas.microsoft.com/office/drawing/2014/main" id="{0B15FF0F-3F16-5917-686C-45053DFB9732}"/>
                      </a:ext>
                    </a:extLst>
                  </p:cNvPr>
                  <p:cNvSpPr/>
                  <p:nvPr/>
                </p:nvSpPr>
                <p:spPr>
                  <a:xfrm>
                    <a:off x="3967285" y="6640950"/>
                    <a:ext cx="155302" cy="132623"/>
                  </a:xfrm>
                  <a:prstGeom prst="rect">
                    <a:avLst/>
                  </a:prstGeom>
                  <a:no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24" name="矩形 823">
                    <a:extLst>
                      <a:ext uri="{FF2B5EF4-FFF2-40B4-BE49-F238E27FC236}">
                        <a16:creationId xmlns:a16="http://schemas.microsoft.com/office/drawing/2014/main" id="{EE000950-4856-C0AA-8BF2-5DC2D17A0CC2}"/>
                      </a:ext>
                    </a:extLst>
                  </p:cNvPr>
                  <p:cNvSpPr/>
                  <p:nvPr/>
                </p:nvSpPr>
                <p:spPr>
                  <a:xfrm>
                    <a:off x="4122695" y="6640950"/>
                    <a:ext cx="155302" cy="132623"/>
                  </a:xfrm>
                  <a:prstGeom prst="rect">
                    <a:avLst/>
                  </a:prstGeom>
                  <a:no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25" name="矩形 824">
                    <a:extLst>
                      <a:ext uri="{FF2B5EF4-FFF2-40B4-BE49-F238E27FC236}">
                        <a16:creationId xmlns:a16="http://schemas.microsoft.com/office/drawing/2014/main" id="{400DEDE8-8983-0850-B031-C355E7977628}"/>
                      </a:ext>
                    </a:extLst>
                  </p:cNvPr>
                  <p:cNvSpPr/>
                  <p:nvPr/>
                </p:nvSpPr>
                <p:spPr>
                  <a:xfrm>
                    <a:off x="3656465" y="6773574"/>
                    <a:ext cx="155302" cy="132623"/>
                  </a:xfrm>
                  <a:prstGeom prst="rect">
                    <a:avLst/>
                  </a:prstGeom>
                  <a:no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26" name="矩形 825">
                    <a:extLst>
                      <a:ext uri="{FF2B5EF4-FFF2-40B4-BE49-F238E27FC236}">
                        <a16:creationId xmlns:a16="http://schemas.microsoft.com/office/drawing/2014/main" id="{E6B6EE4F-3015-A04C-47D8-2953758AAAB8}"/>
                      </a:ext>
                    </a:extLst>
                  </p:cNvPr>
                  <p:cNvSpPr/>
                  <p:nvPr/>
                </p:nvSpPr>
                <p:spPr>
                  <a:xfrm>
                    <a:off x="3811875" y="6773574"/>
                    <a:ext cx="155302" cy="132623"/>
                  </a:xfrm>
                  <a:prstGeom prst="rect">
                    <a:avLst/>
                  </a:prstGeom>
                  <a:no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27" name="矩形 826">
                    <a:extLst>
                      <a:ext uri="{FF2B5EF4-FFF2-40B4-BE49-F238E27FC236}">
                        <a16:creationId xmlns:a16="http://schemas.microsoft.com/office/drawing/2014/main" id="{F1227407-F670-9EFE-7D04-7C8DE85D997B}"/>
                      </a:ext>
                    </a:extLst>
                  </p:cNvPr>
                  <p:cNvSpPr/>
                  <p:nvPr/>
                </p:nvSpPr>
                <p:spPr>
                  <a:xfrm>
                    <a:off x="3967285" y="6773574"/>
                    <a:ext cx="155302" cy="132623"/>
                  </a:xfrm>
                  <a:prstGeom prst="rect">
                    <a:avLst/>
                  </a:prstGeom>
                  <a:no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28" name="矩形 827">
                    <a:extLst>
                      <a:ext uri="{FF2B5EF4-FFF2-40B4-BE49-F238E27FC236}">
                        <a16:creationId xmlns:a16="http://schemas.microsoft.com/office/drawing/2014/main" id="{765ED5F6-1FAD-C376-9AB1-0183C08503CB}"/>
                      </a:ext>
                    </a:extLst>
                  </p:cNvPr>
                  <p:cNvSpPr/>
                  <p:nvPr/>
                </p:nvSpPr>
                <p:spPr>
                  <a:xfrm>
                    <a:off x="4122695" y="6773574"/>
                    <a:ext cx="155302" cy="132623"/>
                  </a:xfrm>
                  <a:prstGeom prst="rect">
                    <a:avLst/>
                  </a:prstGeom>
                  <a:no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29" name="矩形 828">
                    <a:extLst>
                      <a:ext uri="{FF2B5EF4-FFF2-40B4-BE49-F238E27FC236}">
                        <a16:creationId xmlns:a16="http://schemas.microsoft.com/office/drawing/2014/main" id="{508368B3-35A6-AD2F-6190-014A911EC72D}"/>
                      </a:ext>
                    </a:extLst>
                  </p:cNvPr>
                  <p:cNvSpPr/>
                  <p:nvPr/>
                </p:nvSpPr>
                <p:spPr>
                  <a:xfrm>
                    <a:off x="3656357" y="6906255"/>
                    <a:ext cx="155302" cy="132623"/>
                  </a:xfrm>
                  <a:prstGeom prst="rect">
                    <a:avLst/>
                  </a:prstGeom>
                  <a:no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30" name="矩形 829">
                    <a:extLst>
                      <a:ext uri="{FF2B5EF4-FFF2-40B4-BE49-F238E27FC236}">
                        <a16:creationId xmlns:a16="http://schemas.microsoft.com/office/drawing/2014/main" id="{64E483E5-7704-5586-4425-BAF3A3952FAE}"/>
                      </a:ext>
                    </a:extLst>
                  </p:cNvPr>
                  <p:cNvSpPr/>
                  <p:nvPr/>
                </p:nvSpPr>
                <p:spPr>
                  <a:xfrm>
                    <a:off x="3811767" y="6906255"/>
                    <a:ext cx="155302" cy="132623"/>
                  </a:xfrm>
                  <a:prstGeom prst="rect">
                    <a:avLst/>
                  </a:prstGeom>
                  <a:no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31" name="矩形 830">
                    <a:extLst>
                      <a:ext uri="{FF2B5EF4-FFF2-40B4-BE49-F238E27FC236}">
                        <a16:creationId xmlns:a16="http://schemas.microsoft.com/office/drawing/2014/main" id="{8EA13E82-97DA-40EE-D650-CDD9E3E69918}"/>
                      </a:ext>
                    </a:extLst>
                  </p:cNvPr>
                  <p:cNvSpPr/>
                  <p:nvPr/>
                </p:nvSpPr>
                <p:spPr>
                  <a:xfrm>
                    <a:off x="3967177" y="6906255"/>
                    <a:ext cx="155302" cy="132623"/>
                  </a:xfrm>
                  <a:prstGeom prst="rect">
                    <a:avLst/>
                  </a:prstGeom>
                  <a:no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32" name="矩形 831">
                    <a:extLst>
                      <a:ext uri="{FF2B5EF4-FFF2-40B4-BE49-F238E27FC236}">
                        <a16:creationId xmlns:a16="http://schemas.microsoft.com/office/drawing/2014/main" id="{75F7057D-DF5B-ECEB-05B5-BB8BFDA7669D}"/>
                      </a:ext>
                    </a:extLst>
                  </p:cNvPr>
                  <p:cNvSpPr/>
                  <p:nvPr/>
                </p:nvSpPr>
                <p:spPr>
                  <a:xfrm>
                    <a:off x="4122587" y="6906255"/>
                    <a:ext cx="155302" cy="132623"/>
                  </a:xfrm>
                  <a:prstGeom prst="rect">
                    <a:avLst/>
                  </a:prstGeom>
                  <a:no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33" name="矩形 832">
                    <a:extLst>
                      <a:ext uri="{FF2B5EF4-FFF2-40B4-BE49-F238E27FC236}">
                        <a16:creationId xmlns:a16="http://schemas.microsoft.com/office/drawing/2014/main" id="{A4EFA3BC-162F-2296-123F-CB4740EB2C3E}"/>
                      </a:ext>
                    </a:extLst>
                  </p:cNvPr>
                  <p:cNvSpPr/>
                  <p:nvPr/>
                </p:nvSpPr>
                <p:spPr>
                  <a:xfrm>
                    <a:off x="3656357" y="7038879"/>
                    <a:ext cx="155302" cy="132623"/>
                  </a:xfrm>
                  <a:prstGeom prst="rect">
                    <a:avLst/>
                  </a:prstGeom>
                  <a:no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34" name="矩形 833">
                    <a:extLst>
                      <a:ext uri="{FF2B5EF4-FFF2-40B4-BE49-F238E27FC236}">
                        <a16:creationId xmlns:a16="http://schemas.microsoft.com/office/drawing/2014/main" id="{61F8191A-BD09-2E70-2A82-74977A5120D3}"/>
                      </a:ext>
                    </a:extLst>
                  </p:cNvPr>
                  <p:cNvSpPr/>
                  <p:nvPr/>
                </p:nvSpPr>
                <p:spPr>
                  <a:xfrm>
                    <a:off x="3811767" y="7038879"/>
                    <a:ext cx="155302" cy="132623"/>
                  </a:xfrm>
                  <a:prstGeom prst="rect">
                    <a:avLst/>
                  </a:prstGeom>
                  <a:no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35" name="矩形 834">
                    <a:extLst>
                      <a:ext uri="{FF2B5EF4-FFF2-40B4-BE49-F238E27FC236}">
                        <a16:creationId xmlns:a16="http://schemas.microsoft.com/office/drawing/2014/main" id="{E501E06A-6E25-CE46-9765-33147AE465B0}"/>
                      </a:ext>
                    </a:extLst>
                  </p:cNvPr>
                  <p:cNvSpPr/>
                  <p:nvPr/>
                </p:nvSpPr>
                <p:spPr>
                  <a:xfrm>
                    <a:off x="3967177" y="7038879"/>
                    <a:ext cx="155302" cy="132623"/>
                  </a:xfrm>
                  <a:prstGeom prst="rect">
                    <a:avLst/>
                  </a:prstGeom>
                  <a:no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36" name="矩形 835">
                    <a:extLst>
                      <a:ext uri="{FF2B5EF4-FFF2-40B4-BE49-F238E27FC236}">
                        <a16:creationId xmlns:a16="http://schemas.microsoft.com/office/drawing/2014/main" id="{5F6D8FCA-BFD1-EE73-FA09-D30DFAF133C8}"/>
                      </a:ext>
                    </a:extLst>
                  </p:cNvPr>
                  <p:cNvSpPr/>
                  <p:nvPr/>
                </p:nvSpPr>
                <p:spPr>
                  <a:xfrm>
                    <a:off x="4122587" y="7038879"/>
                    <a:ext cx="155302" cy="132623"/>
                  </a:xfrm>
                  <a:prstGeom prst="rect">
                    <a:avLst/>
                  </a:prstGeom>
                  <a:no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37" name="矩形 836">
                    <a:extLst>
                      <a:ext uri="{FF2B5EF4-FFF2-40B4-BE49-F238E27FC236}">
                        <a16:creationId xmlns:a16="http://schemas.microsoft.com/office/drawing/2014/main" id="{0191537C-FAD7-CFA3-90A8-1F7D9020F204}"/>
                      </a:ext>
                    </a:extLst>
                  </p:cNvPr>
                  <p:cNvSpPr/>
                  <p:nvPr/>
                </p:nvSpPr>
                <p:spPr>
                  <a:xfrm>
                    <a:off x="3656357" y="6507685"/>
                    <a:ext cx="155302" cy="132623"/>
                  </a:xfrm>
                  <a:prstGeom prst="rect">
                    <a:avLst/>
                  </a:prstGeom>
                  <a:no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38" name="矩形 837">
                    <a:extLst>
                      <a:ext uri="{FF2B5EF4-FFF2-40B4-BE49-F238E27FC236}">
                        <a16:creationId xmlns:a16="http://schemas.microsoft.com/office/drawing/2014/main" id="{595680C1-F9D8-6FCE-905C-97704528F642}"/>
                      </a:ext>
                    </a:extLst>
                  </p:cNvPr>
                  <p:cNvSpPr/>
                  <p:nvPr/>
                </p:nvSpPr>
                <p:spPr>
                  <a:xfrm>
                    <a:off x="3811767" y="6507685"/>
                    <a:ext cx="155302" cy="132623"/>
                  </a:xfrm>
                  <a:prstGeom prst="rect">
                    <a:avLst/>
                  </a:prstGeom>
                  <a:no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39" name="矩形 838">
                    <a:extLst>
                      <a:ext uri="{FF2B5EF4-FFF2-40B4-BE49-F238E27FC236}">
                        <a16:creationId xmlns:a16="http://schemas.microsoft.com/office/drawing/2014/main" id="{0D83E15F-2F33-4004-45F5-877A0FC5B072}"/>
                      </a:ext>
                    </a:extLst>
                  </p:cNvPr>
                  <p:cNvSpPr/>
                  <p:nvPr/>
                </p:nvSpPr>
                <p:spPr>
                  <a:xfrm>
                    <a:off x="3967177" y="6507685"/>
                    <a:ext cx="155302" cy="132623"/>
                  </a:xfrm>
                  <a:prstGeom prst="rect">
                    <a:avLst/>
                  </a:prstGeom>
                  <a:no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40" name="矩形 839">
                    <a:extLst>
                      <a:ext uri="{FF2B5EF4-FFF2-40B4-BE49-F238E27FC236}">
                        <a16:creationId xmlns:a16="http://schemas.microsoft.com/office/drawing/2014/main" id="{EF61ED13-675F-B3B4-F60A-94D1C82F06B4}"/>
                      </a:ext>
                    </a:extLst>
                  </p:cNvPr>
                  <p:cNvSpPr/>
                  <p:nvPr/>
                </p:nvSpPr>
                <p:spPr>
                  <a:xfrm>
                    <a:off x="4122587" y="6507685"/>
                    <a:ext cx="155302" cy="132623"/>
                  </a:xfrm>
                  <a:prstGeom prst="rect">
                    <a:avLst/>
                  </a:prstGeom>
                  <a:no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</p:grp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22" name="矩形 921">
                <a:extLst>
                  <a:ext uri="{FF2B5EF4-FFF2-40B4-BE49-F238E27FC236}">
                    <a16:creationId xmlns:a16="http://schemas.microsoft.com/office/drawing/2014/main" id="{ED429E43-819F-9340-0DBA-E011D3EB87C5}"/>
                  </a:ext>
                </a:extLst>
              </p:cNvPr>
              <p:cNvSpPr/>
              <p:nvPr/>
            </p:nvSpPr>
            <p:spPr>
              <a:xfrm>
                <a:off x="9440435" y="3325806"/>
                <a:ext cx="569957" cy="30777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140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Loss</m:t>
                      </m:r>
                    </m:oMath>
                  </m:oMathPara>
                </a14:m>
                <a:endParaRPr lang="zh-CN" altLang="en-US" sz="1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922" name="矩形 921">
                <a:extLst>
                  <a:ext uri="{FF2B5EF4-FFF2-40B4-BE49-F238E27FC236}">
                    <a16:creationId xmlns:a16="http://schemas.microsoft.com/office/drawing/2014/main" id="{ED429E43-819F-9340-0DBA-E011D3EB87C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40435" y="3325806"/>
                <a:ext cx="569957" cy="307777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23" name="矩形: 圆角 922">
            <a:extLst>
              <a:ext uri="{FF2B5EF4-FFF2-40B4-BE49-F238E27FC236}">
                <a16:creationId xmlns:a16="http://schemas.microsoft.com/office/drawing/2014/main" id="{B760A6C3-FAE2-3C24-4F78-835433D5C372}"/>
              </a:ext>
            </a:extLst>
          </p:cNvPr>
          <p:cNvSpPr/>
          <p:nvPr/>
        </p:nvSpPr>
        <p:spPr>
          <a:xfrm>
            <a:off x="9480432" y="3311601"/>
            <a:ext cx="412824" cy="327552"/>
          </a:xfrm>
          <a:prstGeom prst="roundRect">
            <a:avLst>
              <a:gd name="adj" fmla="val 31589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24" name="椭圆 923">
            <a:extLst>
              <a:ext uri="{FF2B5EF4-FFF2-40B4-BE49-F238E27FC236}">
                <a16:creationId xmlns:a16="http://schemas.microsoft.com/office/drawing/2014/main" id="{296E6076-02DF-D335-42F3-877F466AB1D2}"/>
              </a:ext>
            </a:extLst>
          </p:cNvPr>
          <p:cNvSpPr/>
          <p:nvPr/>
        </p:nvSpPr>
        <p:spPr>
          <a:xfrm>
            <a:off x="3027088" y="3288595"/>
            <a:ext cx="663403" cy="33626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25" name="矩形 924">
                <a:extLst>
                  <a:ext uri="{FF2B5EF4-FFF2-40B4-BE49-F238E27FC236}">
                    <a16:creationId xmlns:a16="http://schemas.microsoft.com/office/drawing/2014/main" id="{9B75DFCF-180A-7525-83D5-08BE09B76F85}"/>
                  </a:ext>
                </a:extLst>
              </p:cNvPr>
              <p:cNvSpPr/>
              <p:nvPr/>
            </p:nvSpPr>
            <p:spPr>
              <a:xfrm>
                <a:off x="2990489" y="3291057"/>
                <a:ext cx="792718" cy="34881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160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∇</m:t>
                      </m:r>
                      <m:sSup>
                        <m:sSupPr>
                          <m:ctrlPr>
                            <a:rPr lang="en-US" altLang="zh-CN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pPr>
                        <m:e>
                          <m:r>
                            <a:rPr lang="en-US" altLang="zh-CN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𝑊</m:t>
                          </m:r>
                        </m:e>
                        <m:sup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(1)</m:t>
                          </m:r>
                        </m:sup>
                      </m:sSup>
                    </m:oMath>
                  </m:oMathPara>
                </a14:m>
                <a:endParaRPr lang="zh-CN" alt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925" name="矩形 924">
                <a:extLst>
                  <a:ext uri="{FF2B5EF4-FFF2-40B4-BE49-F238E27FC236}">
                    <a16:creationId xmlns:a16="http://schemas.microsoft.com/office/drawing/2014/main" id="{9B75DFCF-180A-7525-83D5-08BE09B76F8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0489" y="3291057"/>
                <a:ext cx="792718" cy="348812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26" name="椭圆 925">
            <a:extLst>
              <a:ext uri="{FF2B5EF4-FFF2-40B4-BE49-F238E27FC236}">
                <a16:creationId xmlns:a16="http://schemas.microsoft.com/office/drawing/2014/main" id="{100092DE-9C7C-80FB-37F6-AF8C5C0C1F4D}"/>
              </a:ext>
            </a:extLst>
          </p:cNvPr>
          <p:cNvSpPr/>
          <p:nvPr/>
        </p:nvSpPr>
        <p:spPr>
          <a:xfrm>
            <a:off x="6630075" y="3310310"/>
            <a:ext cx="655837" cy="318859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27" name="矩形 926">
                <a:extLst>
                  <a:ext uri="{FF2B5EF4-FFF2-40B4-BE49-F238E27FC236}">
                    <a16:creationId xmlns:a16="http://schemas.microsoft.com/office/drawing/2014/main" id="{D6EA5A06-D763-95E2-22ED-155C0A6E39EE}"/>
                  </a:ext>
                </a:extLst>
              </p:cNvPr>
              <p:cNvSpPr/>
              <p:nvPr/>
            </p:nvSpPr>
            <p:spPr>
              <a:xfrm>
                <a:off x="6585907" y="3295366"/>
                <a:ext cx="792718" cy="34881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160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∇</m:t>
                      </m:r>
                      <m:sSup>
                        <m:sSupPr>
                          <m:ctrlPr>
                            <a:rPr lang="en-US" altLang="zh-CN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pPr>
                        <m:e>
                          <m:r>
                            <a:rPr lang="en-US" altLang="zh-CN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𝑊</m:t>
                          </m:r>
                        </m:e>
                        <m:sup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(2)</m:t>
                          </m:r>
                        </m:sup>
                      </m:sSup>
                    </m:oMath>
                  </m:oMathPara>
                </a14:m>
                <a:endParaRPr lang="zh-CN" alt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927" name="矩形 926">
                <a:extLst>
                  <a:ext uri="{FF2B5EF4-FFF2-40B4-BE49-F238E27FC236}">
                    <a16:creationId xmlns:a16="http://schemas.microsoft.com/office/drawing/2014/main" id="{D6EA5A06-D763-95E2-22ED-155C0A6E39E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5907" y="3295366"/>
                <a:ext cx="792718" cy="348813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28" name="直接箭头连接符 927">
            <a:extLst>
              <a:ext uri="{FF2B5EF4-FFF2-40B4-BE49-F238E27FC236}">
                <a16:creationId xmlns:a16="http://schemas.microsoft.com/office/drawing/2014/main" id="{7A6CC904-0CEA-AFCC-AEC0-628CA0539F28}"/>
              </a:ext>
            </a:extLst>
          </p:cNvPr>
          <p:cNvCxnSpPr>
            <a:cxnSpLocks/>
            <a:endCxn id="923" idx="0"/>
          </p:cNvCxnSpPr>
          <p:nvPr/>
        </p:nvCxnSpPr>
        <p:spPr>
          <a:xfrm>
            <a:off x="9683786" y="2714014"/>
            <a:ext cx="3058" cy="597587"/>
          </a:xfrm>
          <a:prstGeom prst="straightConnector1">
            <a:avLst/>
          </a:prstGeom>
          <a:ln w="19050"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33" name="直接箭头连接符 932">
            <a:extLst>
              <a:ext uri="{FF2B5EF4-FFF2-40B4-BE49-F238E27FC236}">
                <a16:creationId xmlns:a16="http://schemas.microsoft.com/office/drawing/2014/main" id="{A7CCC513-64A6-A0FE-7ACF-DA4E3D6581A1}"/>
              </a:ext>
            </a:extLst>
          </p:cNvPr>
          <p:cNvCxnSpPr>
            <a:cxnSpLocks/>
            <a:endCxn id="924" idx="0"/>
          </p:cNvCxnSpPr>
          <p:nvPr/>
        </p:nvCxnSpPr>
        <p:spPr>
          <a:xfrm flipH="1">
            <a:off x="3358791" y="2701181"/>
            <a:ext cx="1271" cy="587414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37" name="直接箭头连接符 936">
            <a:extLst>
              <a:ext uri="{FF2B5EF4-FFF2-40B4-BE49-F238E27FC236}">
                <a16:creationId xmlns:a16="http://schemas.microsoft.com/office/drawing/2014/main" id="{FC2384DA-D3F9-3FDB-4005-37E7CD4C0DCC}"/>
              </a:ext>
            </a:extLst>
          </p:cNvPr>
          <p:cNvCxnSpPr>
            <a:cxnSpLocks/>
            <a:endCxn id="926" idx="0"/>
          </p:cNvCxnSpPr>
          <p:nvPr/>
        </p:nvCxnSpPr>
        <p:spPr>
          <a:xfrm>
            <a:off x="6955485" y="2705497"/>
            <a:ext cx="2509" cy="604816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06B4A20E-F0B7-4304-4BDD-A5F49D34458B}"/>
              </a:ext>
            </a:extLst>
          </p:cNvPr>
          <p:cNvSpPr txBox="1"/>
          <p:nvPr/>
        </p:nvSpPr>
        <p:spPr>
          <a:xfrm>
            <a:off x="2969576" y="1801764"/>
            <a:ext cx="914954" cy="369332"/>
          </a:xfrm>
          <a:prstGeom prst="rect">
            <a:avLst/>
          </a:prstGeom>
          <a:solidFill>
            <a:srgbClr val="F8CBAD"/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T Task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74AB978-426D-8D5B-00F8-45D9772EB930}"/>
              </a:ext>
            </a:extLst>
          </p:cNvPr>
          <p:cNvSpPr txBox="1"/>
          <p:nvPr/>
        </p:nvSpPr>
        <p:spPr>
          <a:xfrm>
            <a:off x="4785228" y="1801764"/>
            <a:ext cx="914954" cy="369332"/>
          </a:xfrm>
          <a:prstGeom prst="rect">
            <a:avLst/>
          </a:prstGeom>
          <a:solidFill>
            <a:srgbClr val="BDD7EE"/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 Task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5AF9597-3263-47FE-7A76-76D2F2A0A9D5}"/>
              </a:ext>
            </a:extLst>
          </p:cNvPr>
          <p:cNvSpPr txBox="1"/>
          <p:nvPr/>
        </p:nvSpPr>
        <p:spPr>
          <a:xfrm>
            <a:off x="6600880" y="1801764"/>
            <a:ext cx="914954" cy="369332"/>
          </a:xfrm>
          <a:prstGeom prst="rect">
            <a:avLst/>
          </a:prstGeom>
          <a:solidFill>
            <a:srgbClr val="F8CBAD"/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T Task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7A27D96-7D4A-E265-91EE-20840389E897}"/>
              </a:ext>
            </a:extLst>
          </p:cNvPr>
          <p:cNvSpPr txBox="1"/>
          <p:nvPr/>
        </p:nvSpPr>
        <p:spPr>
          <a:xfrm>
            <a:off x="8416531" y="1801764"/>
            <a:ext cx="914954" cy="369332"/>
          </a:xfrm>
          <a:prstGeom prst="rect">
            <a:avLst/>
          </a:prstGeom>
          <a:solidFill>
            <a:srgbClr val="BDD7EE"/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 Task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AD80216-D827-15E3-278A-9407618F5057}"/>
              </a:ext>
            </a:extLst>
          </p:cNvPr>
          <p:cNvSpPr/>
          <p:nvPr/>
        </p:nvSpPr>
        <p:spPr>
          <a:xfrm>
            <a:off x="2761177" y="3145427"/>
            <a:ext cx="1184557" cy="60383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025661E-030D-83D7-8578-6283FA770C7E}"/>
              </a:ext>
            </a:extLst>
          </p:cNvPr>
          <p:cNvSpPr/>
          <p:nvPr/>
        </p:nvSpPr>
        <p:spPr>
          <a:xfrm>
            <a:off x="6340701" y="3149488"/>
            <a:ext cx="1184557" cy="60383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63155DE-4C16-C10E-762E-95DC55A40D9F}"/>
              </a:ext>
            </a:extLst>
          </p:cNvPr>
          <p:cNvSpPr/>
          <p:nvPr/>
        </p:nvSpPr>
        <p:spPr>
          <a:xfrm>
            <a:off x="1132553" y="4255613"/>
            <a:ext cx="119776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i="0" dirty="0">
                <a:latin typeface="Arial" panose="020B0604020202020204" pitchFamily="34" charset="0"/>
                <a:cs typeface="Arial" panose="020B0604020202020204" pitchFamily="34" charset="0"/>
              </a:rPr>
              <a:t>Backward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5233A2CF-3953-9EAC-31D7-5953CD58FA3B}"/>
              </a:ext>
            </a:extLst>
          </p:cNvPr>
          <p:cNvGrpSpPr/>
          <p:nvPr/>
        </p:nvGrpSpPr>
        <p:grpSpPr>
          <a:xfrm>
            <a:off x="2899887" y="4244417"/>
            <a:ext cx="998311" cy="457486"/>
            <a:chOff x="3227360" y="3927547"/>
            <a:chExt cx="669616" cy="343893"/>
          </a:xfrm>
        </p:grpSpPr>
        <p:sp>
          <p:nvSpPr>
            <p:cNvPr id="15" name="矩形: 圆角 14">
              <a:extLst>
                <a:ext uri="{FF2B5EF4-FFF2-40B4-BE49-F238E27FC236}">
                  <a16:creationId xmlns:a16="http://schemas.microsoft.com/office/drawing/2014/main" id="{D73AA25A-24D4-EB6F-7535-54811729B010}"/>
                </a:ext>
              </a:extLst>
            </p:cNvPr>
            <p:cNvSpPr/>
            <p:nvPr/>
          </p:nvSpPr>
          <p:spPr>
            <a:xfrm>
              <a:off x="3337478" y="3927547"/>
              <a:ext cx="393114" cy="343893"/>
            </a:xfrm>
            <a:prstGeom prst="roundRect">
              <a:avLst>
                <a:gd name="adj" fmla="val 31589"/>
              </a:avLst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矩形 15">
                  <a:extLst>
                    <a:ext uri="{FF2B5EF4-FFF2-40B4-BE49-F238E27FC236}">
                      <a16:creationId xmlns:a16="http://schemas.microsoft.com/office/drawing/2014/main" id="{3E72097F-B762-097A-C9DE-8082532924E7}"/>
                    </a:ext>
                  </a:extLst>
                </p:cNvPr>
                <p:cNvSpPr/>
                <p:nvPr/>
              </p:nvSpPr>
              <p:spPr>
                <a:xfrm>
                  <a:off x="3227360" y="3956287"/>
                  <a:ext cx="669616" cy="28105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b="0" i="1" dirty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SupPr>
                          <m:e>
                            <m:r>
                              <a:rPr lang="en-US" altLang="zh-CN" i="1" dirty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altLang="zh-CN" i="1" dirty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𝑊</m:t>
                            </m:r>
                          </m:sub>
                          <m:sup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−1</m:t>
                            </m:r>
                          </m:sup>
                        </m:sSubSup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()</m:t>
                        </m:r>
                      </m:oMath>
                    </m:oMathPara>
                  </a14:m>
                  <a:endParaRPr lang="zh-CN" altLang="en-US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16" name="矩形 15">
                  <a:extLst>
                    <a:ext uri="{FF2B5EF4-FFF2-40B4-BE49-F238E27FC236}">
                      <a16:creationId xmlns:a16="http://schemas.microsoft.com/office/drawing/2014/main" id="{3E72097F-B762-097A-C9DE-8082532924E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27360" y="3956287"/>
                  <a:ext cx="669616" cy="281050"/>
                </a:xfrm>
                <a:prstGeom prst="rect">
                  <a:avLst/>
                </a:prstGeom>
                <a:blipFill>
                  <a:blip r:embed="rId20"/>
                  <a:stretch>
                    <a:fillRect b="-1475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7" name="椭圆 16">
            <a:extLst>
              <a:ext uri="{FF2B5EF4-FFF2-40B4-BE49-F238E27FC236}">
                <a16:creationId xmlns:a16="http://schemas.microsoft.com/office/drawing/2014/main" id="{BEC5B2F7-4DD6-3940-EA99-0AF7590A8C20}"/>
              </a:ext>
            </a:extLst>
          </p:cNvPr>
          <p:cNvSpPr/>
          <p:nvPr/>
        </p:nvSpPr>
        <p:spPr>
          <a:xfrm>
            <a:off x="3948243" y="4250565"/>
            <a:ext cx="660722" cy="44573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36DF1CFD-DA93-DEFE-8D0A-992EEA4919E9}"/>
              </a:ext>
            </a:extLst>
          </p:cNvPr>
          <p:cNvGrpSpPr/>
          <p:nvPr/>
        </p:nvGrpSpPr>
        <p:grpSpPr>
          <a:xfrm>
            <a:off x="4936437" y="4246921"/>
            <a:ext cx="481646" cy="457486"/>
            <a:chOff x="4842156" y="3773497"/>
            <a:chExt cx="393114" cy="343893"/>
          </a:xfrm>
        </p:grpSpPr>
        <p:grpSp>
          <p:nvGrpSpPr>
            <p:cNvPr id="22" name="组合 21">
              <a:extLst>
                <a:ext uri="{FF2B5EF4-FFF2-40B4-BE49-F238E27FC236}">
                  <a16:creationId xmlns:a16="http://schemas.microsoft.com/office/drawing/2014/main" id="{527A161F-A525-2E8D-29B9-AA5CE48A3B1C}"/>
                </a:ext>
              </a:extLst>
            </p:cNvPr>
            <p:cNvGrpSpPr/>
            <p:nvPr/>
          </p:nvGrpSpPr>
          <p:grpSpPr>
            <a:xfrm>
              <a:off x="4937067" y="3821336"/>
              <a:ext cx="261952" cy="260359"/>
              <a:chOff x="5436287" y="3505571"/>
              <a:chExt cx="336942" cy="321770"/>
            </a:xfrm>
          </p:grpSpPr>
          <p:sp>
            <p:nvSpPr>
              <p:cNvPr id="24" name="流程图: 接点 23">
                <a:extLst>
                  <a:ext uri="{FF2B5EF4-FFF2-40B4-BE49-F238E27FC236}">
                    <a16:creationId xmlns:a16="http://schemas.microsoft.com/office/drawing/2014/main" id="{3BE466AD-75EE-B340-BD18-9A8B2837452E}"/>
                  </a:ext>
                </a:extLst>
              </p:cNvPr>
              <p:cNvSpPr/>
              <p:nvPr/>
            </p:nvSpPr>
            <p:spPr>
              <a:xfrm>
                <a:off x="5436288" y="3505571"/>
                <a:ext cx="96883" cy="88611"/>
              </a:xfrm>
              <a:prstGeom prst="flowChartConnector">
                <a:avLst/>
              </a:prstGeom>
              <a:noFill/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500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5" name="流程图: 接点 24">
                <a:extLst>
                  <a:ext uri="{FF2B5EF4-FFF2-40B4-BE49-F238E27FC236}">
                    <a16:creationId xmlns:a16="http://schemas.microsoft.com/office/drawing/2014/main" id="{6B9C5EEF-0530-0185-D127-EEB388EAF4CF}"/>
                  </a:ext>
                </a:extLst>
              </p:cNvPr>
              <p:cNvSpPr/>
              <p:nvPr/>
            </p:nvSpPr>
            <p:spPr>
              <a:xfrm>
                <a:off x="5436288" y="3623512"/>
                <a:ext cx="96883" cy="88611"/>
              </a:xfrm>
              <a:prstGeom prst="flowChartConnector">
                <a:avLst/>
              </a:prstGeom>
              <a:noFill/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500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6" name="流程图: 接点 25">
                <a:extLst>
                  <a:ext uri="{FF2B5EF4-FFF2-40B4-BE49-F238E27FC236}">
                    <a16:creationId xmlns:a16="http://schemas.microsoft.com/office/drawing/2014/main" id="{48743E26-32C8-FB6D-D128-3546781F0CAC}"/>
                  </a:ext>
                </a:extLst>
              </p:cNvPr>
              <p:cNvSpPr/>
              <p:nvPr/>
            </p:nvSpPr>
            <p:spPr>
              <a:xfrm>
                <a:off x="5436287" y="3738730"/>
                <a:ext cx="96883" cy="88611"/>
              </a:xfrm>
              <a:prstGeom prst="flowChartConnector">
                <a:avLst/>
              </a:prstGeom>
              <a:noFill/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500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7" name="流程图: 接点 26">
                <a:extLst>
                  <a:ext uri="{FF2B5EF4-FFF2-40B4-BE49-F238E27FC236}">
                    <a16:creationId xmlns:a16="http://schemas.microsoft.com/office/drawing/2014/main" id="{E0F6898C-8617-3B91-E78A-B496CA9DF319}"/>
                  </a:ext>
                </a:extLst>
              </p:cNvPr>
              <p:cNvSpPr/>
              <p:nvPr/>
            </p:nvSpPr>
            <p:spPr>
              <a:xfrm>
                <a:off x="5676346" y="3623512"/>
                <a:ext cx="96883" cy="88611"/>
              </a:xfrm>
              <a:prstGeom prst="flowChartConnector">
                <a:avLst/>
              </a:prstGeom>
              <a:noFill/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500" dirty="0">
                  <a:solidFill>
                    <a:sysClr val="windowText" lastClr="000000"/>
                  </a:solidFill>
                </a:endParaRPr>
              </a:p>
            </p:txBody>
          </p:sp>
          <p:cxnSp>
            <p:nvCxnSpPr>
              <p:cNvPr id="28" name="直接箭头连接符 27">
                <a:extLst>
                  <a:ext uri="{FF2B5EF4-FFF2-40B4-BE49-F238E27FC236}">
                    <a16:creationId xmlns:a16="http://schemas.microsoft.com/office/drawing/2014/main" id="{AB38ADA9-EA41-DAA8-0104-DC619514C1A3}"/>
                  </a:ext>
                </a:extLst>
              </p:cNvPr>
              <p:cNvCxnSpPr>
                <a:cxnSpLocks/>
                <a:stCxn id="24" idx="6"/>
                <a:endCxn id="27" idx="2"/>
              </p:cNvCxnSpPr>
              <p:nvPr/>
            </p:nvCxnSpPr>
            <p:spPr>
              <a:xfrm>
                <a:off x="5533171" y="3549877"/>
                <a:ext cx="143175" cy="117941"/>
              </a:xfrm>
              <a:prstGeom prst="straightConnector1">
                <a:avLst/>
              </a:prstGeom>
              <a:ln w="12700">
                <a:tailEnd type="triangle" w="sm" len="sm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9" name="直接箭头连接符 28">
                <a:extLst>
                  <a:ext uri="{FF2B5EF4-FFF2-40B4-BE49-F238E27FC236}">
                    <a16:creationId xmlns:a16="http://schemas.microsoft.com/office/drawing/2014/main" id="{4FF1B0D1-2C69-8424-C966-467441DC9983}"/>
                  </a:ext>
                </a:extLst>
              </p:cNvPr>
              <p:cNvCxnSpPr>
                <a:cxnSpLocks/>
                <a:stCxn id="25" idx="6"/>
                <a:endCxn id="27" idx="2"/>
              </p:cNvCxnSpPr>
              <p:nvPr/>
            </p:nvCxnSpPr>
            <p:spPr>
              <a:xfrm>
                <a:off x="5533171" y="3667818"/>
                <a:ext cx="143175" cy="0"/>
              </a:xfrm>
              <a:prstGeom prst="straightConnector1">
                <a:avLst/>
              </a:prstGeom>
              <a:ln w="12700">
                <a:tailEnd type="triangle" w="sm" len="sm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0" name="直接箭头连接符 29">
                <a:extLst>
                  <a:ext uri="{FF2B5EF4-FFF2-40B4-BE49-F238E27FC236}">
                    <a16:creationId xmlns:a16="http://schemas.microsoft.com/office/drawing/2014/main" id="{96A0A108-21E3-CA39-AAD1-2A9D1AF751E7}"/>
                  </a:ext>
                </a:extLst>
              </p:cNvPr>
              <p:cNvCxnSpPr>
                <a:cxnSpLocks/>
                <a:stCxn id="26" idx="6"/>
                <a:endCxn id="27" idx="2"/>
              </p:cNvCxnSpPr>
              <p:nvPr/>
            </p:nvCxnSpPr>
            <p:spPr>
              <a:xfrm flipV="1">
                <a:off x="5533170" y="3667818"/>
                <a:ext cx="143176" cy="115218"/>
              </a:xfrm>
              <a:prstGeom prst="straightConnector1">
                <a:avLst/>
              </a:prstGeom>
              <a:ln w="12700">
                <a:tailEnd type="triangle" w="sm" len="sm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23" name="矩形: 圆角 22">
              <a:extLst>
                <a:ext uri="{FF2B5EF4-FFF2-40B4-BE49-F238E27FC236}">
                  <a16:creationId xmlns:a16="http://schemas.microsoft.com/office/drawing/2014/main" id="{12D7C1BE-7F47-1918-0465-ADA0DA5D236C}"/>
                </a:ext>
              </a:extLst>
            </p:cNvPr>
            <p:cNvSpPr/>
            <p:nvPr/>
          </p:nvSpPr>
          <p:spPr>
            <a:xfrm>
              <a:off x="4842156" y="3773497"/>
              <a:ext cx="393114" cy="343893"/>
            </a:xfrm>
            <a:prstGeom prst="roundRect">
              <a:avLst>
                <a:gd name="adj" fmla="val 31589"/>
              </a:avLst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31" name="椭圆 30">
            <a:extLst>
              <a:ext uri="{FF2B5EF4-FFF2-40B4-BE49-F238E27FC236}">
                <a16:creationId xmlns:a16="http://schemas.microsoft.com/office/drawing/2014/main" id="{9799F5B6-E523-301F-A379-25FF62B0006A}"/>
              </a:ext>
            </a:extLst>
          </p:cNvPr>
          <p:cNvSpPr/>
          <p:nvPr/>
        </p:nvSpPr>
        <p:spPr>
          <a:xfrm>
            <a:off x="5750164" y="4255613"/>
            <a:ext cx="660724" cy="44573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4BAD0CEF-29E5-5676-1971-F8624A6F411F}"/>
              </a:ext>
            </a:extLst>
          </p:cNvPr>
          <p:cNvGrpSpPr/>
          <p:nvPr/>
        </p:nvGrpSpPr>
        <p:grpSpPr>
          <a:xfrm>
            <a:off x="6525153" y="4257803"/>
            <a:ext cx="980867" cy="457486"/>
            <a:chOff x="3227360" y="3927547"/>
            <a:chExt cx="669616" cy="343893"/>
          </a:xfrm>
        </p:grpSpPr>
        <p:sp>
          <p:nvSpPr>
            <p:cNvPr id="33" name="矩形: 圆角 32">
              <a:extLst>
                <a:ext uri="{FF2B5EF4-FFF2-40B4-BE49-F238E27FC236}">
                  <a16:creationId xmlns:a16="http://schemas.microsoft.com/office/drawing/2014/main" id="{68BAB45B-8006-F748-C2A5-C59F27239545}"/>
                </a:ext>
              </a:extLst>
            </p:cNvPr>
            <p:cNvSpPr/>
            <p:nvPr/>
          </p:nvSpPr>
          <p:spPr>
            <a:xfrm>
              <a:off x="3337478" y="3927547"/>
              <a:ext cx="393114" cy="343893"/>
            </a:xfrm>
            <a:prstGeom prst="roundRect">
              <a:avLst>
                <a:gd name="adj" fmla="val 31589"/>
              </a:avLst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矩形 33">
                  <a:extLst>
                    <a:ext uri="{FF2B5EF4-FFF2-40B4-BE49-F238E27FC236}">
                      <a16:creationId xmlns:a16="http://schemas.microsoft.com/office/drawing/2014/main" id="{ED943DED-A2B2-6630-BA43-3CE885409CB3}"/>
                    </a:ext>
                  </a:extLst>
                </p:cNvPr>
                <p:cNvSpPr/>
                <p:nvPr/>
              </p:nvSpPr>
              <p:spPr>
                <a:xfrm>
                  <a:off x="3227360" y="3956287"/>
                  <a:ext cx="669616" cy="28105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b="0" i="1" dirty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SupPr>
                          <m:e>
                            <m:r>
                              <a:rPr lang="en-US" altLang="zh-CN" i="1" dirty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altLang="zh-CN" i="1" dirty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𝑊</m:t>
                            </m:r>
                          </m:sub>
                          <m:sup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−1</m:t>
                            </m:r>
                          </m:sup>
                        </m:sSubSup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()</m:t>
                        </m:r>
                      </m:oMath>
                    </m:oMathPara>
                  </a14:m>
                  <a:endParaRPr lang="zh-CN" altLang="en-US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34" name="矩形 33">
                  <a:extLst>
                    <a:ext uri="{FF2B5EF4-FFF2-40B4-BE49-F238E27FC236}">
                      <a16:creationId xmlns:a16="http://schemas.microsoft.com/office/drawing/2014/main" id="{ED943DED-A2B2-6630-BA43-3CE885409CB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27360" y="3956287"/>
                  <a:ext cx="669616" cy="281050"/>
                </a:xfrm>
                <a:prstGeom prst="rect">
                  <a:avLst/>
                </a:prstGeom>
                <a:blipFill>
                  <a:blip r:embed="rId21"/>
                  <a:stretch>
                    <a:fillRect b="-1475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5" name="椭圆 34">
            <a:extLst>
              <a:ext uri="{FF2B5EF4-FFF2-40B4-BE49-F238E27FC236}">
                <a16:creationId xmlns:a16="http://schemas.microsoft.com/office/drawing/2014/main" id="{1243570E-4F60-B309-CDE9-54830A522D4B}"/>
              </a:ext>
            </a:extLst>
          </p:cNvPr>
          <p:cNvSpPr/>
          <p:nvPr/>
        </p:nvSpPr>
        <p:spPr>
          <a:xfrm>
            <a:off x="7565590" y="4263950"/>
            <a:ext cx="660722" cy="44573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57509D7B-B2C2-60B6-311A-70DF3F6D5EFB}"/>
              </a:ext>
            </a:extLst>
          </p:cNvPr>
          <p:cNvGrpSpPr/>
          <p:nvPr/>
        </p:nvGrpSpPr>
        <p:grpSpPr>
          <a:xfrm>
            <a:off x="8553784" y="4260307"/>
            <a:ext cx="481646" cy="457486"/>
            <a:chOff x="4842156" y="3773497"/>
            <a:chExt cx="393114" cy="343893"/>
          </a:xfrm>
        </p:grpSpPr>
        <p:grpSp>
          <p:nvGrpSpPr>
            <p:cNvPr id="37" name="组合 36">
              <a:extLst>
                <a:ext uri="{FF2B5EF4-FFF2-40B4-BE49-F238E27FC236}">
                  <a16:creationId xmlns:a16="http://schemas.microsoft.com/office/drawing/2014/main" id="{66048397-031F-3C90-CD94-9E033E3C882B}"/>
                </a:ext>
              </a:extLst>
            </p:cNvPr>
            <p:cNvGrpSpPr/>
            <p:nvPr/>
          </p:nvGrpSpPr>
          <p:grpSpPr>
            <a:xfrm>
              <a:off x="4937067" y="3821336"/>
              <a:ext cx="261952" cy="260359"/>
              <a:chOff x="5436287" y="3505571"/>
              <a:chExt cx="336942" cy="321770"/>
            </a:xfrm>
          </p:grpSpPr>
          <p:sp>
            <p:nvSpPr>
              <p:cNvPr id="39" name="流程图: 接点 38">
                <a:extLst>
                  <a:ext uri="{FF2B5EF4-FFF2-40B4-BE49-F238E27FC236}">
                    <a16:creationId xmlns:a16="http://schemas.microsoft.com/office/drawing/2014/main" id="{32CA8333-7403-73A1-F517-42DD30F051D8}"/>
                  </a:ext>
                </a:extLst>
              </p:cNvPr>
              <p:cNvSpPr/>
              <p:nvPr/>
            </p:nvSpPr>
            <p:spPr>
              <a:xfrm>
                <a:off x="5436288" y="3505571"/>
                <a:ext cx="96883" cy="88611"/>
              </a:xfrm>
              <a:prstGeom prst="flowChartConnector">
                <a:avLst/>
              </a:prstGeom>
              <a:noFill/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500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40" name="流程图: 接点 39">
                <a:extLst>
                  <a:ext uri="{FF2B5EF4-FFF2-40B4-BE49-F238E27FC236}">
                    <a16:creationId xmlns:a16="http://schemas.microsoft.com/office/drawing/2014/main" id="{0BD22532-FAE2-93D9-E575-9FA71B426920}"/>
                  </a:ext>
                </a:extLst>
              </p:cNvPr>
              <p:cNvSpPr/>
              <p:nvPr/>
            </p:nvSpPr>
            <p:spPr>
              <a:xfrm>
                <a:off x="5436288" y="3623512"/>
                <a:ext cx="96883" cy="88611"/>
              </a:xfrm>
              <a:prstGeom prst="flowChartConnector">
                <a:avLst/>
              </a:prstGeom>
              <a:noFill/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500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41" name="流程图: 接点 40">
                <a:extLst>
                  <a:ext uri="{FF2B5EF4-FFF2-40B4-BE49-F238E27FC236}">
                    <a16:creationId xmlns:a16="http://schemas.microsoft.com/office/drawing/2014/main" id="{C7D1D18E-00A6-1FB9-D200-89253999E2AA}"/>
                  </a:ext>
                </a:extLst>
              </p:cNvPr>
              <p:cNvSpPr/>
              <p:nvPr/>
            </p:nvSpPr>
            <p:spPr>
              <a:xfrm>
                <a:off x="5436287" y="3738730"/>
                <a:ext cx="96883" cy="88611"/>
              </a:xfrm>
              <a:prstGeom prst="flowChartConnector">
                <a:avLst/>
              </a:prstGeom>
              <a:noFill/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500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42" name="流程图: 接点 41">
                <a:extLst>
                  <a:ext uri="{FF2B5EF4-FFF2-40B4-BE49-F238E27FC236}">
                    <a16:creationId xmlns:a16="http://schemas.microsoft.com/office/drawing/2014/main" id="{BE643EEF-864D-8220-E721-9530321CD36B}"/>
                  </a:ext>
                </a:extLst>
              </p:cNvPr>
              <p:cNvSpPr/>
              <p:nvPr/>
            </p:nvSpPr>
            <p:spPr>
              <a:xfrm>
                <a:off x="5676346" y="3623512"/>
                <a:ext cx="96883" cy="88611"/>
              </a:xfrm>
              <a:prstGeom prst="flowChartConnector">
                <a:avLst/>
              </a:prstGeom>
              <a:noFill/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500" dirty="0">
                  <a:solidFill>
                    <a:sysClr val="windowText" lastClr="000000"/>
                  </a:solidFill>
                </a:endParaRPr>
              </a:p>
            </p:txBody>
          </p:sp>
          <p:cxnSp>
            <p:nvCxnSpPr>
              <p:cNvPr id="43" name="直接箭头连接符 42">
                <a:extLst>
                  <a:ext uri="{FF2B5EF4-FFF2-40B4-BE49-F238E27FC236}">
                    <a16:creationId xmlns:a16="http://schemas.microsoft.com/office/drawing/2014/main" id="{EBBAF237-DEAA-D653-2F12-F77D003013A2}"/>
                  </a:ext>
                </a:extLst>
              </p:cNvPr>
              <p:cNvCxnSpPr>
                <a:cxnSpLocks/>
                <a:stCxn id="39" idx="6"/>
                <a:endCxn id="42" idx="2"/>
              </p:cNvCxnSpPr>
              <p:nvPr/>
            </p:nvCxnSpPr>
            <p:spPr>
              <a:xfrm>
                <a:off x="5533171" y="3549877"/>
                <a:ext cx="143175" cy="117941"/>
              </a:xfrm>
              <a:prstGeom prst="straightConnector1">
                <a:avLst/>
              </a:prstGeom>
              <a:ln w="12700">
                <a:tailEnd type="triangle" w="sm" len="sm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4" name="直接箭头连接符 43">
                <a:extLst>
                  <a:ext uri="{FF2B5EF4-FFF2-40B4-BE49-F238E27FC236}">
                    <a16:creationId xmlns:a16="http://schemas.microsoft.com/office/drawing/2014/main" id="{F30BA8EF-E3FE-7E7D-C28B-7E894743DAC9}"/>
                  </a:ext>
                </a:extLst>
              </p:cNvPr>
              <p:cNvCxnSpPr>
                <a:cxnSpLocks/>
                <a:stCxn id="40" idx="6"/>
                <a:endCxn id="42" idx="2"/>
              </p:cNvCxnSpPr>
              <p:nvPr/>
            </p:nvCxnSpPr>
            <p:spPr>
              <a:xfrm>
                <a:off x="5533171" y="3667818"/>
                <a:ext cx="143175" cy="0"/>
              </a:xfrm>
              <a:prstGeom prst="straightConnector1">
                <a:avLst/>
              </a:prstGeom>
              <a:ln w="12700">
                <a:tailEnd type="triangle" w="sm" len="sm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5" name="直接箭头连接符 44">
                <a:extLst>
                  <a:ext uri="{FF2B5EF4-FFF2-40B4-BE49-F238E27FC236}">
                    <a16:creationId xmlns:a16="http://schemas.microsoft.com/office/drawing/2014/main" id="{2158E6A6-CE55-4FDE-92A7-BF0978810877}"/>
                  </a:ext>
                </a:extLst>
              </p:cNvPr>
              <p:cNvCxnSpPr>
                <a:cxnSpLocks/>
                <a:stCxn id="41" idx="6"/>
                <a:endCxn id="42" idx="2"/>
              </p:cNvCxnSpPr>
              <p:nvPr/>
            </p:nvCxnSpPr>
            <p:spPr>
              <a:xfrm flipV="1">
                <a:off x="5533170" y="3667818"/>
                <a:ext cx="143176" cy="115218"/>
              </a:xfrm>
              <a:prstGeom prst="straightConnector1">
                <a:avLst/>
              </a:prstGeom>
              <a:ln w="12700">
                <a:tailEnd type="triangle" w="sm" len="sm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38" name="矩形: 圆角 37">
              <a:extLst>
                <a:ext uri="{FF2B5EF4-FFF2-40B4-BE49-F238E27FC236}">
                  <a16:creationId xmlns:a16="http://schemas.microsoft.com/office/drawing/2014/main" id="{2C83E604-BDC5-19A4-63BD-754BA414FCFA}"/>
                </a:ext>
              </a:extLst>
            </p:cNvPr>
            <p:cNvSpPr/>
            <p:nvPr/>
          </p:nvSpPr>
          <p:spPr>
            <a:xfrm>
              <a:off x="4842156" y="3773497"/>
              <a:ext cx="393114" cy="343893"/>
            </a:xfrm>
            <a:prstGeom prst="roundRect">
              <a:avLst>
                <a:gd name="adj" fmla="val 31589"/>
              </a:avLst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46" name="椭圆 45">
            <a:extLst>
              <a:ext uri="{FF2B5EF4-FFF2-40B4-BE49-F238E27FC236}">
                <a16:creationId xmlns:a16="http://schemas.microsoft.com/office/drawing/2014/main" id="{5B2BBDD5-EFB2-9F11-5DE8-9B475B6D00AC}"/>
              </a:ext>
            </a:extLst>
          </p:cNvPr>
          <p:cNvSpPr/>
          <p:nvPr/>
        </p:nvSpPr>
        <p:spPr>
          <a:xfrm>
            <a:off x="9367511" y="4268999"/>
            <a:ext cx="660724" cy="44573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7" name="直接箭头连接符 46">
            <a:extLst>
              <a:ext uri="{FF2B5EF4-FFF2-40B4-BE49-F238E27FC236}">
                <a16:creationId xmlns:a16="http://schemas.microsoft.com/office/drawing/2014/main" id="{2FD1767A-E1A1-77C9-E326-16513866E807}"/>
              </a:ext>
            </a:extLst>
          </p:cNvPr>
          <p:cNvCxnSpPr>
            <a:cxnSpLocks/>
            <a:stCxn id="17" idx="6"/>
            <a:endCxn id="23" idx="1"/>
          </p:cNvCxnSpPr>
          <p:nvPr/>
        </p:nvCxnSpPr>
        <p:spPr>
          <a:xfrm>
            <a:off x="4608974" y="4473441"/>
            <a:ext cx="327462" cy="2224"/>
          </a:xfrm>
          <a:prstGeom prst="straightConnector1">
            <a:avLst/>
          </a:prstGeom>
          <a:ln w="19050">
            <a:headEnd type="triangle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直接箭头连接符 48">
            <a:extLst>
              <a:ext uri="{FF2B5EF4-FFF2-40B4-BE49-F238E27FC236}">
                <a16:creationId xmlns:a16="http://schemas.microsoft.com/office/drawing/2014/main" id="{B2D1C341-39CA-CB8A-3457-3BCA68CF6C1D}"/>
              </a:ext>
            </a:extLst>
          </p:cNvPr>
          <p:cNvCxnSpPr>
            <a:cxnSpLocks/>
            <a:stCxn id="15" idx="3"/>
            <a:endCxn id="17" idx="2"/>
          </p:cNvCxnSpPr>
          <p:nvPr/>
        </p:nvCxnSpPr>
        <p:spPr>
          <a:xfrm>
            <a:off x="3650141" y="4473160"/>
            <a:ext cx="298102" cy="274"/>
          </a:xfrm>
          <a:prstGeom prst="straightConnector1">
            <a:avLst/>
          </a:prstGeom>
          <a:ln w="19050">
            <a:headEnd type="triangle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直接箭头连接符 49">
            <a:extLst>
              <a:ext uri="{FF2B5EF4-FFF2-40B4-BE49-F238E27FC236}">
                <a16:creationId xmlns:a16="http://schemas.microsoft.com/office/drawing/2014/main" id="{F442176E-F2E4-93D7-EB12-176805BF2355}"/>
              </a:ext>
            </a:extLst>
          </p:cNvPr>
          <p:cNvCxnSpPr>
            <a:cxnSpLocks/>
            <a:stCxn id="23" idx="3"/>
            <a:endCxn id="31" idx="2"/>
          </p:cNvCxnSpPr>
          <p:nvPr/>
        </p:nvCxnSpPr>
        <p:spPr>
          <a:xfrm>
            <a:off x="5418083" y="4475665"/>
            <a:ext cx="332075" cy="2818"/>
          </a:xfrm>
          <a:prstGeom prst="straightConnector1">
            <a:avLst/>
          </a:prstGeom>
          <a:ln w="19050">
            <a:headEnd type="triangle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直接箭头连接符 50">
            <a:extLst>
              <a:ext uri="{FF2B5EF4-FFF2-40B4-BE49-F238E27FC236}">
                <a16:creationId xmlns:a16="http://schemas.microsoft.com/office/drawing/2014/main" id="{7E08D55E-1C9E-6B89-7572-89B8A9A2D119}"/>
              </a:ext>
            </a:extLst>
          </p:cNvPr>
          <p:cNvCxnSpPr>
            <a:cxnSpLocks/>
            <a:stCxn id="35" idx="6"/>
            <a:endCxn id="38" idx="1"/>
          </p:cNvCxnSpPr>
          <p:nvPr/>
        </p:nvCxnSpPr>
        <p:spPr>
          <a:xfrm>
            <a:off x="8226322" y="4486826"/>
            <a:ext cx="327462" cy="2224"/>
          </a:xfrm>
          <a:prstGeom prst="straightConnector1">
            <a:avLst/>
          </a:prstGeom>
          <a:ln w="19050">
            <a:headEnd type="triangle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直接箭头连接符 51">
            <a:extLst>
              <a:ext uri="{FF2B5EF4-FFF2-40B4-BE49-F238E27FC236}">
                <a16:creationId xmlns:a16="http://schemas.microsoft.com/office/drawing/2014/main" id="{7F33BA35-581B-57EF-4FEC-B90404D58F54}"/>
              </a:ext>
            </a:extLst>
          </p:cNvPr>
          <p:cNvCxnSpPr>
            <a:cxnSpLocks/>
            <a:stCxn id="33" idx="3"/>
            <a:endCxn id="35" idx="2"/>
          </p:cNvCxnSpPr>
          <p:nvPr/>
        </p:nvCxnSpPr>
        <p:spPr>
          <a:xfrm>
            <a:off x="7262297" y="4486546"/>
            <a:ext cx="303293" cy="273"/>
          </a:xfrm>
          <a:prstGeom prst="straightConnector1">
            <a:avLst/>
          </a:prstGeom>
          <a:ln w="19050">
            <a:headEnd type="triangle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3" name="直接箭头连接符 62">
            <a:extLst>
              <a:ext uri="{FF2B5EF4-FFF2-40B4-BE49-F238E27FC236}">
                <a16:creationId xmlns:a16="http://schemas.microsoft.com/office/drawing/2014/main" id="{B28E313B-8AD1-200D-8E9A-65D30E69757B}"/>
              </a:ext>
            </a:extLst>
          </p:cNvPr>
          <p:cNvCxnSpPr>
            <a:cxnSpLocks/>
            <a:stCxn id="38" idx="3"/>
            <a:endCxn id="46" idx="2"/>
          </p:cNvCxnSpPr>
          <p:nvPr/>
        </p:nvCxnSpPr>
        <p:spPr>
          <a:xfrm>
            <a:off x="9035430" y="4489051"/>
            <a:ext cx="332075" cy="2818"/>
          </a:xfrm>
          <a:prstGeom prst="straightConnector1">
            <a:avLst/>
          </a:prstGeom>
          <a:ln w="19050">
            <a:headEnd type="triangle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96" name="直接箭头连接符 895">
            <a:extLst>
              <a:ext uri="{FF2B5EF4-FFF2-40B4-BE49-F238E27FC236}">
                <a16:creationId xmlns:a16="http://schemas.microsoft.com/office/drawing/2014/main" id="{9FD0591F-124F-E2FF-0CDA-F4D13717B59B}"/>
              </a:ext>
            </a:extLst>
          </p:cNvPr>
          <p:cNvCxnSpPr>
            <a:cxnSpLocks/>
            <a:stCxn id="31" idx="6"/>
            <a:endCxn id="33" idx="1"/>
          </p:cNvCxnSpPr>
          <p:nvPr/>
        </p:nvCxnSpPr>
        <p:spPr>
          <a:xfrm>
            <a:off x="6410888" y="4478482"/>
            <a:ext cx="275568" cy="8064"/>
          </a:xfrm>
          <a:prstGeom prst="straightConnector1">
            <a:avLst/>
          </a:prstGeom>
          <a:ln w="19050">
            <a:headEnd type="triangle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97" name="文本框 896">
                <a:extLst>
                  <a:ext uri="{FF2B5EF4-FFF2-40B4-BE49-F238E27FC236}">
                    <a16:creationId xmlns:a16="http://schemas.microsoft.com/office/drawing/2014/main" id="{AAC03D4D-44AC-41B7-0E35-81AED3C736CA}"/>
                  </a:ext>
                </a:extLst>
              </p:cNvPr>
              <p:cNvSpPr txBox="1"/>
              <p:nvPr/>
            </p:nvSpPr>
            <p:spPr>
              <a:xfrm>
                <a:off x="3730352" y="4269463"/>
                <a:ext cx="1071288" cy="400110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b="1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zh-CN" altLang="en-US" sz="2000" b="1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𝜵</m:t>
                          </m:r>
                          <m:r>
                            <a:rPr lang="en-US" altLang="zh-CN" sz="2000" b="1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𝑿</m:t>
                          </m:r>
                        </m:e>
                        <m:sub>
                          <m:r>
                            <a:rPr lang="en-US" altLang="zh-CN" sz="2000" b="1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zh-CN" altLang="en-US" sz="2000" b="1" dirty="0">
                  <a:solidFill>
                    <a:schemeClr val="accent6"/>
                  </a:solidFill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897" name="文本框 896">
                <a:extLst>
                  <a:ext uri="{FF2B5EF4-FFF2-40B4-BE49-F238E27FC236}">
                    <a16:creationId xmlns:a16="http://schemas.microsoft.com/office/drawing/2014/main" id="{AAC03D4D-44AC-41B7-0E35-81AED3C736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0352" y="4269463"/>
                <a:ext cx="1071288" cy="400110"/>
              </a:xfrm>
              <a:prstGeom prst="rect">
                <a:avLst/>
              </a:prstGeom>
              <a:blipFill>
                <a:blip r:embed="rId22"/>
                <a:stretch>
                  <a:fillRect b="-1515"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98" name="文本框 897">
                <a:extLst>
                  <a:ext uri="{FF2B5EF4-FFF2-40B4-BE49-F238E27FC236}">
                    <a16:creationId xmlns:a16="http://schemas.microsoft.com/office/drawing/2014/main" id="{766D1A0D-84F6-0C64-69C7-D4E928FA29FF}"/>
                  </a:ext>
                </a:extLst>
              </p:cNvPr>
              <p:cNvSpPr txBox="1"/>
              <p:nvPr/>
            </p:nvSpPr>
            <p:spPr>
              <a:xfrm>
                <a:off x="5561050" y="4259460"/>
                <a:ext cx="1071288" cy="400110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b="1" i="1" dirty="0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zh-CN" altLang="en-US" sz="2000" b="1" i="1" dirty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𝜵</m:t>
                          </m:r>
                          <m:r>
                            <a:rPr lang="en-US" altLang="zh-CN" sz="2000" b="1" i="1" dirty="0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𝑯</m:t>
                          </m:r>
                        </m:e>
                        <m:sub>
                          <m:r>
                            <a:rPr lang="en-US" altLang="zh-CN" sz="2000" b="1" i="1" dirty="0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zh-CN" altLang="en-US" sz="2000" b="1" dirty="0">
                  <a:solidFill>
                    <a:schemeClr val="accent5"/>
                  </a:solidFill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898" name="文本框 897">
                <a:extLst>
                  <a:ext uri="{FF2B5EF4-FFF2-40B4-BE49-F238E27FC236}">
                    <a16:creationId xmlns:a16="http://schemas.microsoft.com/office/drawing/2014/main" id="{766D1A0D-84F6-0C64-69C7-D4E928FA29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1050" y="4259460"/>
                <a:ext cx="1071288" cy="400110"/>
              </a:xfrm>
              <a:prstGeom prst="rect">
                <a:avLst/>
              </a:prstGeom>
              <a:blipFill>
                <a:blip r:embed="rId23"/>
                <a:stretch>
                  <a:fillRect b="-1538"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99" name="文本框 898">
                <a:extLst>
                  <a:ext uri="{FF2B5EF4-FFF2-40B4-BE49-F238E27FC236}">
                    <a16:creationId xmlns:a16="http://schemas.microsoft.com/office/drawing/2014/main" id="{2E657EC6-3893-D5D2-0F1E-B83F1C68D985}"/>
                  </a:ext>
                </a:extLst>
              </p:cNvPr>
              <p:cNvSpPr txBox="1"/>
              <p:nvPr/>
            </p:nvSpPr>
            <p:spPr>
              <a:xfrm>
                <a:off x="7402298" y="4276699"/>
                <a:ext cx="1071288" cy="400110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b="1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zh-CN" altLang="en-US" sz="2000" b="1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𝜵</m:t>
                          </m:r>
                          <m:r>
                            <a:rPr lang="en-US" altLang="zh-CN" sz="2000" b="1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𝑿</m:t>
                          </m:r>
                        </m:e>
                        <m:sub>
                          <m:r>
                            <a:rPr lang="en-US" altLang="zh-CN" sz="2000" b="1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zh-CN" altLang="en-US" sz="2000" b="1" dirty="0">
                  <a:solidFill>
                    <a:schemeClr val="accent6"/>
                  </a:solidFill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899" name="文本框 898">
                <a:extLst>
                  <a:ext uri="{FF2B5EF4-FFF2-40B4-BE49-F238E27FC236}">
                    <a16:creationId xmlns:a16="http://schemas.microsoft.com/office/drawing/2014/main" id="{2E657EC6-3893-D5D2-0F1E-B83F1C68D9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02298" y="4276699"/>
                <a:ext cx="1071288" cy="400110"/>
              </a:xfrm>
              <a:prstGeom prst="rect">
                <a:avLst/>
              </a:prstGeom>
              <a:blipFill>
                <a:blip r:embed="rId24"/>
                <a:stretch>
                  <a:fillRect b="-1538"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00" name="文本框 899">
                <a:extLst>
                  <a:ext uri="{FF2B5EF4-FFF2-40B4-BE49-F238E27FC236}">
                    <a16:creationId xmlns:a16="http://schemas.microsoft.com/office/drawing/2014/main" id="{9CEF6045-FBC7-B5C9-952B-4B5A48680367}"/>
                  </a:ext>
                </a:extLst>
              </p:cNvPr>
              <p:cNvSpPr txBox="1"/>
              <p:nvPr/>
            </p:nvSpPr>
            <p:spPr>
              <a:xfrm>
                <a:off x="9178397" y="4281460"/>
                <a:ext cx="1071288" cy="400110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b="1" i="1" dirty="0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zh-CN" altLang="en-US" sz="2000" b="1" i="1" dirty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𝜵</m:t>
                          </m:r>
                          <m:r>
                            <a:rPr lang="en-US" altLang="zh-CN" sz="2000" b="1" i="1" dirty="0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𝑯</m:t>
                          </m:r>
                        </m:e>
                        <m:sub>
                          <m:r>
                            <a:rPr lang="en-US" altLang="zh-CN" sz="2000" b="1" i="1" dirty="0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zh-CN" altLang="en-US" sz="2000" b="1" dirty="0">
                  <a:solidFill>
                    <a:schemeClr val="accent5"/>
                  </a:solidFill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900" name="文本框 899">
                <a:extLst>
                  <a:ext uri="{FF2B5EF4-FFF2-40B4-BE49-F238E27FC236}">
                    <a16:creationId xmlns:a16="http://schemas.microsoft.com/office/drawing/2014/main" id="{9CEF6045-FBC7-B5C9-952B-4B5A486803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78397" y="4281460"/>
                <a:ext cx="1071288" cy="400110"/>
              </a:xfrm>
              <a:prstGeom prst="rect">
                <a:avLst/>
              </a:prstGeom>
              <a:blipFill>
                <a:blip r:embed="rId25"/>
                <a:stretch>
                  <a:fillRect b="-1515"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01" name="直接箭头连接符 900">
            <a:extLst>
              <a:ext uri="{FF2B5EF4-FFF2-40B4-BE49-F238E27FC236}">
                <a16:creationId xmlns:a16="http://schemas.microsoft.com/office/drawing/2014/main" id="{D6DD8535-1E41-2CD6-DC4E-1AC384E8C12E}"/>
              </a:ext>
            </a:extLst>
          </p:cNvPr>
          <p:cNvCxnSpPr>
            <a:cxnSpLocks/>
          </p:cNvCxnSpPr>
          <p:nvPr/>
        </p:nvCxnSpPr>
        <p:spPr>
          <a:xfrm flipH="1">
            <a:off x="9680029" y="3639153"/>
            <a:ext cx="6815" cy="633209"/>
          </a:xfrm>
          <a:prstGeom prst="straightConnector1">
            <a:avLst/>
          </a:prstGeom>
          <a:ln w="19050"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79D639A3-05E0-7B93-E198-46E7447A50B2}"/>
              </a:ext>
            </a:extLst>
          </p:cNvPr>
          <p:cNvSpPr txBox="1"/>
          <p:nvPr/>
        </p:nvSpPr>
        <p:spPr>
          <a:xfrm>
            <a:off x="4264821" y="3297459"/>
            <a:ext cx="2033125" cy="400110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FF0000"/>
                </a:solidFill>
                <a:cs typeface="Arial" panose="020B0604020202020204" pitchFamily="34" charset="0"/>
              </a:rPr>
              <a:t>Need Gradients</a:t>
            </a:r>
            <a:endParaRPr lang="zh-CN" altLang="en-US" sz="3200" b="1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D8638D57-7ED8-285B-B8BD-45D77DA21D71}"/>
              </a:ext>
            </a:extLst>
          </p:cNvPr>
          <p:cNvCxnSpPr>
            <a:cxnSpLocks/>
          </p:cNvCxnSpPr>
          <p:nvPr/>
        </p:nvCxnSpPr>
        <p:spPr>
          <a:xfrm flipH="1" flipV="1">
            <a:off x="3958434" y="3447344"/>
            <a:ext cx="319087" cy="5017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846B3253-284A-014A-E743-941DB9C69E86}"/>
              </a:ext>
            </a:extLst>
          </p:cNvPr>
          <p:cNvCxnSpPr>
            <a:cxnSpLocks/>
          </p:cNvCxnSpPr>
          <p:nvPr/>
        </p:nvCxnSpPr>
        <p:spPr>
          <a:xfrm flipV="1">
            <a:off x="6031363" y="3463826"/>
            <a:ext cx="287961" cy="27741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271511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288000" y="0"/>
            <a:ext cx="11164860" cy="141763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badi" panose="020B0604020202020204" pitchFamily="34" charset="0"/>
                <a:sym typeface="+mn-ea"/>
              </a:rPr>
              <a:t>Multi-GPU GNN Systems with Data Parallelism</a:t>
            </a:r>
            <a:endParaRPr lang="en-US" altLang="zh-CN" sz="3600" dirty="0">
              <a:latin typeface="Century Gothic" panose="020B050202020202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5" name="Rectangle 10"/>
          <p:cNvSpPr/>
          <p:nvPr/>
        </p:nvSpPr>
        <p:spPr>
          <a:xfrm>
            <a:off x="0" y="420787"/>
            <a:ext cx="288000" cy="57606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657" name="矩形 656">
            <a:extLst>
              <a:ext uri="{FF2B5EF4-FFF2-40B4-BE49-F238E27FC236}">
                <a16:creationId xmlns:a16="http://schemas.microsoft.com/office/drawing/2014/main" id="{122707FE-F23D-9EC2-A658-286E52EED6F0}"/>
              </a:ext>
            </a:extLst>
          </p:cNvPr>
          <p:cNvSpPr/>
          <p:nvPr/>
        </p:nvSpPr>
        <p:spPr>
          <a:xfrm>
            <a:off x="282280" y="5640460"/>
            <a:ext cx="11668471" cy="115353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59" name="文本框 658">
            <a:extLst>
              <a:ext uri="{FF2B5EF4-FFF2-40B4-BE49-F238E27FC236}">
                <a16:creationId xmlns:a16="http://schemas.microsoft.com/office/drawing/2014/main" id="{C3325C92-8017-D209-BA86-E92D3C0460F3}"/>
              </a:ext>
            </a:extLst>
          </p:cNvPr>
          <p:cNvSpPr txBox="1"/>
          <p:nvPr/>
        </p:nvSpPr>
        <p:spPr>
          <a:xfrm>
            <a:off x="241248" y="6064139"/>
            <a:ext cx="3157268" cy="400110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FF0000"/>
                </a:solidFill>
                <a:cs typeface="Arial" panose="020B0604020202020204" pitchFamily="34" charset="0"/>
              </a:rPr>
              <a:t>The Memory of GPU 1</a:t>
            </a:r>
            <a:endParaRPr lang="zh-CN" altLang="en-US" sz="3200" b="1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  <p:grpSp>
        <p:nvGrpSpPr>
          <p:cNvPr id="597" name="组合 596">
            <a:extLst>
              <a:ext uri="{FF2B5EF4-FFF2-40B4-BE49-F238E27FC236}">
                <a16:creationId xmlns:a16="http://schemas.microsoft.com/office/drawing/2014/main" id="{A3AB9EC3-2062-BD90-4223-E74AE1176097}"/>
              </a:ext>
            </a:extLst>
          </p:cNvPr>
          <p:cNvGrpSpPr/>
          <p:nvPr/>
        </p:nvGrpSpPr>
        <p:grpSpPr>
          <a:xfrm>
            <a:off x="3460133" y="6068274"/>
            <a:ext cx="621640" cy="669775"/>
            <a:chOff x="3656357" y="6507685"/>
            <a:chExt cx="621640" cy="669775"/>
          </a:xfrm>
        </p:grpSpPr>
        <p:sp>
          <p:nvSpPr>
            <p:cNvPr id="598" name="矩形 1174">
              <a:extLst>
                <a:ext uri="{FF2B5EF4-FFF2-40B4-BE49-F238E27FC236}">
                  <a16:creationId xmlns:a16="http://schemas.microsoft.com/office/drawing/2014/main" id="{2C73A039-57CE-A483-8347-742AC622A14C}"/>
                </a:ext>
              </a:extLst>
            </p:cNvPr>
            <p:cNvSpPr/>
            <p:nvPr/>
          </p:nvSpPr>
          <p:spPr>
            <a:xfrm rot="10800000">
              <a:off x="3657805" y="7037952"/>
              <a:ext cx="618707" cy="139508"/>
            </a:xfrm>
            <a:custGeom>
              <a:avLst/>
              <a:gdLst>
                <a:gd name="connsiteX0" fmla="*/ 0 w 595706"/>
                <a:gd name="connsiteY0" fmla="*/ 0 h 92965"/>
                <a:gd name="connsiteX1" fmla="*/ 595706 w 595706"/>
                <a:gd name="connsiteY1" fmla="*/ 0 h 92965"/>
                <a:gd name="connsiteX2" fmla="*/ 595706 w 595706"/>
                <a:gd name="connsiteY2" fmla="*/ 92965 h 92965"/>
                <a:gd name="connsiteX3" fmla="*/ 0 w 595706"/>
                <a:gd name="connsiteY3" fmla="*/ 92965 h 92965"/>
                <a:gd name="connsiteX4" fmla="*/ 0 w 595706"/>
                <a:gd name="connsiteY4" fmla="*/ 0 h 92965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131 w 595837"/>
                <a:gd name="connsiteY0" fmla="*/ 0 h 148754"/>
                <a:gd name="connsiteX1" fmla="*/ 595837 w 595837"/>
                <a:gd name="connsiteY1" fmla="*/ 0 h 148754"/>
                <a:gd name="connsiteX2" fmla="*/ 595837 w 595837"/>
                <a:gd name="connsiteY2" fmla="*/ 92965 h 148754"/>
                <a:gd name="connsiteX3" fmla="*/ 131 w 595837"/>
                <a:gd name="connsiteY3" fmla="*/ 148754 h 148754"/>
                <a:gd name="connsiteX4" fmla="*/ 131 w 595837"/>
                <a:gd name="connsiteY4" fmla="*/ 0 h 148754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56571"/>
                <a:gd name="connsiteX1" fmla="*/ 595837 w 595837"/>
                <a:gd name="connsiteY1" fmla="*/ 0 h 156571"/>
                <a:gd name="connsiteX2" fmla="*/ 594316 w 595837"/>
                <a:gd name="connsiteY2" fmla="*/ 141984 h 156571"/>
                <a:gd name="connsiteX3" fmla="*/ 131 w 595837"/>
                <a:gd name="connsiteY3" fmla="*/ 140590 h 156571"/>
                <a:gd name="connsiteX4" fmla="*/ 131 w 595837"/>
                <a:gd name="connsiteY4" fmla="*/ 0 h 156571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0 w 600949"/>
                <a:gd name="connsiteY0" fmla="*/ 0 h 271309"/>
                <a:gd name="connsiteX1" fmla="*/ 600949 w 600949"/>
                <a:gd name="connsiteY1" fmla="*/ 0 h 271309"/>
                <a:gd name="connsiteX2" fmla="*/ 599428 w 600949"/>
                <a:gd name="connsiteY2" fmla="*/ 141984 h 271309"/>
                <a:gd name="connsiteX3" fmla="*/ 3722 w 600949"/>
                <a:gd name="connsiteY3" fmla="*/ 271309 h 271309"/>
                <a:gd name="connsiteX4" fmla="*/ 0 w 600949"/>
                <a:gd name="connsiteY4" fmla="*/ 0 h 271309"/>
                <a:gd name="connsiteX0" fmla="*/ 0 w 599639"/>
                <a:gd name="connsiteY0" fmla="*/ 0 h 271309"/>
                <a:gd name="connsiteX1" fmla="*/ 599639 w 599639"/>
                <a:gd name="connsiteY1" fmla="*/ 0 h 271309"/>
                <a:gd name="connsiteX2" fmla="*/ 599428 w 599639"/>
                <a:gd name="connsiteY2" fmla="*/ 141984 h 271309"/>
                <a:gd name="connsiteX3" fmla="*/ 3722 w 599639"/>
                <a:gd name="connsiteY3" fmla="*/ 271309 h 271309"/>
                <a:gd name="connsiteX4" fmla="*/ 0 w 599639"/>
                <a:gd name="connsiteY4" fmla="*/ 0 h 271309"/>
                <a:gd name="connsiteX0" fmla="*/ 0 w 597018"/>
                <a:gd name="connsiteY0" fmla="*/ 0 h 271309"/>
                <a:gd name="connsiteX1" fmla="*/ 597018 w 597018"/>
                <a:gd name="connsiteY1" fmla="*/ 0 h 271309"/>
                <a:gd name="connsiteX2" fmla="*/ 596807 w 597018"/>
                <a:gd name="connsiteY2" fmla="*/ 141984 h 271309"/>
                <a:gd name="connsiteX3" fmla="*/ 1101 w 597018"/>
                <a:gd name="connsiteY3" fmla="*/ 271309 h 271309"/>
                <a:gd name="connsiteX4" fmla="*/ 0 w 597018"/>
                <a:gd name="connsiteY4" fmla="*/ 0 h 271309"/>
                <a:gd name="connsiteX0" fmla="*/ 0 w 596807"/>
                <a:gd name="connsiteY0" fmla="*/ 0 h 271309"/>
                <a:gd name="connsiteX1" fmla="*/ 591775 w 596807"/>
                <a:gd name="connsiteY1" fmla="*/ 0 h 271309"/>
                <a:gd name="connsiteX2" fmla="*/ 596807 w 596807"/>
                <a:gd name="connsiteY2" fmla="*/ 141984 h 271309"/>
                <a:gd name="connsiteX3" fmla="*/ 1101 w 596807"/>
                <a:gd name="connsiteY3" fmla="*/ 271309 h 271309"/>
                <a:gd name="connsiteX4" fmla="*/ 0 w 596807"/>
                <a:gd name="connsiteY4" fmla="*/ 0 h 271309"/>
                <a:gd name="connsiteX0" fmla="*/ 0 w 596807"/>
                <a:gd name="connsiteY0" fmla="*/ 0 h 271309"/>
                <a:gd name="connsiteX1" fmla="*/ 595708 w 596807"/>
                <a:gd name="connsiteY1" fmla="*/ 0 h 271309"/>
                <a:gd name="connsiteX2" fmla="*/ 596807 w 596807"/>
                <a:gd name="connsiteY2" fmla="*/ 141984 h 271309"/>
                <a:gd name="connsiteX3" fmla="*/ 1101 w 596807"/>
                <a:gd name="connsiteY3" fmla="*/ 271309 h 271309"/>
                <a:gd name="connsiteX4" fmla="*/ 0 w 596807"/>
                <a:gd name="connsiteY4" fmla="*/ 0 h 271309"/>
                <a:gd name="connsiteX0" fmla="*/ 0 w 595708"/>
                <a:gd name="connsiteY0" fmla="*/ 0 h 271309"/>
                <a:gd name="connsiteX1" fmla="*/ 595708 w 595708"/>
                <a:gd name="connsiteY1" fmla="*/ 0 h 271309"/>
                <a:gd name="connsiteX2" fmla="*/ 594186 w 595708"/>
                <a:gd name="connsiteY2" fmla="*/ 141985 h 271309"/>
                <a:gd name="connsiteX3" fmla="*/ 1101 w 595708"/>
                <a:gd name="connsiteY3" fmla="*/ 271309 h 271309"/>
                <a:gd name="connsiteX4" fmla="*/ 0 w 595708"/>
                <a:gd name="connsiteY4" fmla="*/ 0 h 271309"/>
                <a:gd name="connsiteX0" fmla="*/ 0 w 596439"/>
                <a:gd name="connsiteY0" fmla="*/ 109083 h 380392"/>
                <a:gd name="connsiteX1" fmla="*/ 595708 w 596439"/>
                <a:gd name="connsiteY1" fmla="*/ 109083 h 380392"/>
                <a:gd name="connsiteX2" fmla="*/ 594186 w 596439"/>
                <a:gd name="connsiteY2" fmla="*/ 251068 h 380392"/>
                <a:gd name="connsiteX3" fmla="*/ 1101 w 596439"/>
                <a:gd name="connsiteY3" fmla="*/ 380392 h 380392"/>
                <a:gd name="connsiteX4" fmla="*/ 0 w 596439"/>
                <a:gd name="connsiteY4" fmla="*/ 109083 h 380392"/>
                <a:gd name="connsiteX0" fmla="*/ 0 w 595708"/>
                <a:gd name="connsiteY0" fmla="*/ 0 h 271309"/>
                <a:gd name="connsiteX1" fmla="*/ 595708 w 595708"/>
                <a:gd name="connsiteY1" fmla="*/ 0 h 271309"/>
                <a:gd name="connsiteX2" fmla="*/ 594186 w 595708"/>
                <a:gd name="connsiteY2" fmla="*/ 141985 h 271309"/>
                <a:gd name="connsiteX3" fmla="*/ 1101 w 595708"/>
                <a:gd name="connsiteY3" fmla="*/ 271309 h 271309"/>
                <a:gd name="connsiteX4" fmla="*/ 0 w 595708"/>
                <a:gd name="connsiteY4" fmla="*/ 0 h 271309"/>
                <a:gd name="connsiteX0" fmla="*/ 0 w 596808"/>
                <a:gd name="connsiteY0" fmla="*/ 0 h 271309"/>
                <a:gd name="connsiteX1" fmla="*/ 595708 w 596808"/>
                <a:gd name="connsiteY1" fmla="*/ 0 h 271309"/>
                <a:gd name="connsiteX2" fmla="*/ 596808 w 596808"/>
                <a:gd name="connsiteY2" fmla="*/ 141985 h 271309"/>
                <a:gd name="connsiteX3" fmla="*/ 1101 w 596808"/>
                <a:gd name="connsiteY3" fmla="*/ 271309 h 271309"/>
                <a:gd name="connsiteX4" fmla="*/ 0 w 596808"/>
                <a:gd name="connsiteY4" fmla="*/ 0 h 271309"/>
                <a:gd name="connsiteX0" fmla="*/ 0 w 596808"/>
                <a:gd name="connsiteY0" fmla="*/ 0 h 271309"/>
                <a:gd name="connsiteX1" fmla="*/ 595708 w 596808"/>
                <a:gd name="connsiteY1" fmla="*/ 0 h 271309"/>
                <a:gd name="connsiteX2" fmla="*/ 596808 w 596808"/>
                <a:gd name="connsiteY2" fmla="*/ 141985 h 271309"/>
                <a:gd name="connsiteX3" fmla="*/ 1101 w 596808"/>
                <a:gd name="connsiteY3" fmla="*/ 271309 h 271309"/>
                <a:gd name="connsiteX4" fmla="*/ 0 w 596808"/>
                <a:gd name="connsiteY4" fmla="*/ 0 h 271309"/>
                <a:gd name="connsiteX0" fmla="*/ 0 w 596808"/>
                <a:gd name="connsiteY0" fmla="*/ 0 h 271309"/>
                <a:gd name="connsiteX1" fmla="*/ 595708 w 596808"/>
                <a:gd name="connsiteY1" fmla="*/ 0 h 271309"/>
                <a:gd name="connsiteX2" fmla="*/ 596808 w 596808"/>
                <a:gd name="connsiteY2" fmla="*/ 141985 h 271309"/>
                <a:gd name="connsiteX3" fmla="*/ 1101 w 596808"/>
                <a:gd name="connsiteY3" fmla="*/ 271309 h 271309"/>
                <a:gd name="connsiteX4" fmla="*/ 0 w 596808"/>
                <a:gd name="connsiteY4" fmla="*/ 0 h 271309"/>
                <a:gd name="connsiteX0" fmla="*/ 0 w 595708"/>
                <a:gd name="connsiteY0" fmla="*/ 0 h 271309"/>
                <a:gd name="connsiteX1" fmla="*/ 595708 w 595708"/>
                <a:gd name="connsiteY1" fmla="*/ 0 h 271309"/>
                <a:gd name="connsiteX2" fmla="*/ 594186 w 595708"/>
                <a:gd name="connsiteY2" fmla="*/ 141985 h 271309"/>
                <a:gd name="connsiteX3" fmla="*/ 1101 w 595708"/>
                <a:gd name="connsiteY3" fmla="*/ 271309 h 271309"/>
                <a:gd name="connsiteX4" fmla="*/ 0 w 595708"/>
                <a:gd name="connsiteY4" fmla="*/ 0 h 271309"/>
                <a:gd name="connsiteX0" fmla="*/ 0 w 595708"/>
                <a:gd name="connsiteY0" fmla="*/ 0 h 271309"/>
                <a:gd name="connsiteX1" fmla="*/ 595708 w 595708"/>
                <a:gd name="connsiteY1" fmla="*/ 0 h 271309"/>
                <a:gd name="connsiteX2" fmla="*/ 594186 w 595708"/>
                <a:gd name="connsiteY2" fmla="*/ 141985 h 271309"/>
                <a:gd name="connsiteX3" fmla="*/ 1101 w 595708"/>
                <a:gd name="connsiteY3" fmla="*/ 271309 h 271309"/>
                <a:gd name="connsiteX4" fmla="*/ 0 w 595708"/>
                <a:gd name="connsiteY4" fmla="*/ 0 h 271309"/>
                <a:gd name="connsiteX0" fmla="*/ 0 w 595936"/>
                <a:gd name="connsiteY0" fmla="*/ 0 h 271309"/>
                <a:gd name="connsiteX1" fmla="*/ 595708 w 595936"/>
                <a:gd name="connsiteY1" fmla="*/ 0 h 271309"/>
                <a:gd name="connsiteX2" fmla="*/ 594186 w 595936"/>
                <a:gd name="connsiteY2" fmla="*/ 141985 h 271309"/>
                <a:gd name="connsiteX3" fmla="*/ 1101 w 595936"/>
                <a:gd name="connsiteY3" fmla="*/ 271309 h 271309"/>
                <a:gd name="connsiteX4" fmla="*/ 0 w 595936"/>
                <a:gd name="connsiteY4" fmla="*/ 0 h 271309"/>
                <a:gd name="connsiteX0" fmla="*/ 319 w 596255"/>
                <a:gd name="connsiteY0" fmla="*/ 0 h 271309"/>
                <a:gd name="connsiteX1" fmla="*/ 596027 w 596255"/>
                <a:gd name="connsiteY1" fmla="*/ 0 h 271309"/>
                <a:gd name="connsiteX2" fmla="*/ 594505 w 596255"/>
                <a:gd name="connsiteY2" fmla="*/ 141985 h 271309"/>
                <a:gd name="connsiteX3" fmla="*/ 110 w 596255"/>
                <a:gd name="connsiteY3" fmla="*/ 271309 h 271309"/>
                <a:gd name="connsiteX4" fmla="*/ 319 w 596255"/>
                <a:gd name="connsiteY4" fmla="*/ 0 h 271309"/>
                <a:gd name="connsiteX0" fmla="*/ 0 w 595936"/>
                <a:gd name="connsiteY0" fmla="*/ 0 h 271309"/>
                <a:gd name="connsiteX1" fmla="*/ 595708 w 595936"/>
                <a:gd name="connsiteY1" fmla="*/ 0 h 271309"/>
                <a:gd name="connsiteX2" fmla="*/ 594186 w 595936"/>
                <a:gd name="connsiteY2" fmla="*/ 141985 h 271309"/>
                <a:gd name="connsiteX3" fmla="*/ 1101 w 595936"/>
                <a:gd name="connsiteY3" fmla="*/ 271309 h 271309"/>
                <a:gd name="connsiteX4" fmla="*/ 0 w 595936"/>
                <a:gd name="connsiteY4" fmla="*/ 0 h 271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5936" h="271309">
                  <a:moveTo>
                    <a:pt x="0" y="0"/>
                  </a:moveTo>
                  <a:lnTo>
                    <a:pt x="595708" y="0"/>
                  </a:lnTo>
                  <a:cubicBezTo>
                    <a:pt x="595708" y="30988"/>
                    <a:pt x="596806" y="39550"/>
                    <a:pt x="594186" y="141985"/>
                  </a:cubicBezTo>
                  <a:cubicBezTo>
                    <a:pt x="404809" y="352086"/>
                    <a:pt x="341643" y="22672"/>
                    <a:pt x="1101" y="271309"/>
                  </a:cubicBezTo>
                  <a:cubicBezTo>
                    <a:pt x="647" y="226260"/>
                    <a:pt x="454" y="45049"/>
                    <a:pt x="0" y="0"/>
                  </a:cubicBez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599" name="组合 598">
              <a:extLst>
                <a:ext uri="{FF2B5EF4-FFF2-40B4-BE49-F238E27FC236}">
                  <a16:creationId xmlns:a16="http://schemas.microsoft.com/office/drawing/2014/main" id="{886584A2-8F14-0343-BBB5-66400C61BE8D}"/>
                </a:ext>
              </a:extLst>
            </p:cNvPr>
            <p:cNvGrpSpPr/>
            <p:nvPr/>
          </p:nvGrpSpPr>
          <p:grpSpPr>
            <a:xfrm>
              <a:off x="3656357" y="6507685"/>
              <a:ext cx="621640" cy="663817"/>
              <a:chOff x="3656357" y="6507685"/>
              <a:chExt cx="621640" cy="663817"/>
            </a:xfrm>
          </p:grpSpPr>
          <p:sp>
            <p:nvSpPr>
              <p:cNvPr id="600" name="矩形 599">
                <a:extLst>
                  <a:ext uri="{FF2B5EF4-FFF2-40B4-BE49-F238E27FC236}">
                    <a16:creationId xmlns:a16="http://schemas.microsoft.com/office/drawing/2014/main" id="{2F6AB136-4DF9-AA70-40CA-8EDCA4A1FE98}"/>
                  </a:ext>
                </a:extLst>
              </p:cNvPr>
              <p:cNvSpPr/>
              <p:nvPr/>
            </p:nvSpPr>
            <p:spPr>
              <a:xfrm>
                <a:off x="3656465" y="6640950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01" name="矩形 600">
                <a:extLst>
                  <a:ext uri="{FF2B5EF4-FFF2-40B4-BE49-F238E27FC236}">
                    <a16:creationId xmlns:a16="http://schemas.microsoft.com/office/drawing/2014/main" id="{C982E763-E1FC-89BD-FB27-F448F1BC94EB}"/>
                  </a:ext>
                </a:extLst>
              </p:cNvPr>
              <p:cNvSpPr/>
              <p:nvPr/>
            </p:nvSpPr>
            <p:spPr>
              <a:xfrm>
                <a:off x="3811875" y="6640950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02" name="矩形 601">
                <a:extLst>
                  <a:ext uri="{FF2B5EF4-FFF2-40B4-BE49-F238E27FC236}">
                    <a16:creationId xmlns:a16="http://schemas.microsoft.com/office/drawing/2014/main" id="{892005E8-9890-7EEE-DF73-CF2E818B6F00}"/>
                  </a:ext>
                </a:extLst>
              </p:cNvPr>
              <p:cNvSpPr/>
              <p:nvPr/>
            </p:nvSpPr>
            <p:spPr>
              <a:xfrm>
                <a:off x="3967285" y="6640950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03" name="矩形 602">
                <a:extLst>
                  <a:ext uri="{FF2B5EF4-FFF2-40B4-BE49-F238E27FC236}">
                    <a16:creationId xmlns:a16="http://schemas.microsoft.com/office/drawing/2014/main" id="{61A23AB9-1225-584B-F902-9B329100B108}"/>
                  </a:ext>
                </a:extLst>
              </p:cNvPr>
              <p:cNvSpPr/>
              <p:nvPr/>
            </p:nvSpPr>
            <p:spPr>
              <a:xfrm>
                <a:off x="4122695" y="6640950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04" name="矩形 603">
                <a:extLst>
                  <a:ext uri="{FF2B5EF4-FFF2-40B4-BE49-F238E27FC236}">
                    <a16:creationId xmlns:a16="http://schemas.microsoft.com/office/drawing/2014/main" id="{B2BB2A90-9AC8-D6F5-61F6-B9FE661445A1}"/>
                  </a:ext>
                </a:extLst>
              </p:cNvPr>
              <p:cNvSpPr/>
              <p:nvPr/>
            </p:nvSpPr>
            <p:spPr>
              <a:xfrm>
                <a:off x="3656465" y="6773574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05" name="矩形 604">
                <a:extLst>
                  <a:ext uri="{FF2B5EF4-FFF2-40B4-BE49-F238E27FC236}">
                    <a16:creationId xmlns:a16="http://schemas.microsoft.com/office/drawing/2014/main" id="{97399F19-77FD-4D0C-89BD-177D20715424}"/>
                  </a:ext>
                </a:extLst>
              </p:cNvPr>
              <p:cNvSpPr/>
              <p:nvPr/>
            </p:nvSpPr>
            <p:spPr>
              <a:xfrm>
                <a:off x="3811875" y="6773574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06" name="矩形 605">
                <a:extLst>
                  <a:ext uri="{FF2B5EF4-FFF2-40B4-BE49-F238E27FC236}">
                    <a16:creationId xmlns:a16="http://schemas.microsoft.com/office/drawing/2014/main" id="{B3745597-7EEE-5B6E-8368-905AA95F54B2}"/>
                  </a:ext>
                </a:extLst>
              </p:cNvPr>
              <p:cNvSpPr/>
              <p:nvPr/>
            </p:nvSpPr>
            <p:spPr>
              <a:xfrm>
                <a:off x="3967285" y="6773574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07" name="矩形 606">
                <a:extLst>
                  <a:ext uri="{FF2B5EF4-FFF2-40B4-BE49-F238E27FC236}">
                    <a16:creationId xmlns:a16="http://schemas.microsoft.com/office/drawing/2014/main" id="{8AD8ADEC-A240-398B-E5E0-3602D92F07E1}"/>
                  </a:ext>
                </a:extLst>
              </p:cNvPr>
              <p:cNvSpPr/>
              <p:nvPr/>
            </p:nvSpPr>
            <p:spPr>
              <a:xfrm>
                <a:off x="4122695" y="6773574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08" name="矩形 607">
                <a:extLst>
                  <a:ext uri="{FF2B5EF4-FFF2-40B4-BE49-F238E27FC236}">
                    <a16:creationId xmlns:a16="http://schemas.microsoft.com/office/drawing/2014/main" id="{7FDACAFC-F9A5-AAD7-00BA-680264C4398C}"/>
                  </a:ext>
                </a:extLst>
              </p:cNvPr>
              <p:cNvSpPr/>
              <p:nvPr/>
            </p:nvSpPr>
            <p:spPr>
              <a:xfrm>
                <a:off x="3656357" y="690625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09" name="矩形 608">
                <a:extLst>
                  <a:ext uri="{FF2B5EF4-FFF2-40B4-BE49-F238E27FC236}">
                    <a16:creationId xmlns:a16="http://schemas.microsoft.com/office/drawing/2014/main" id="{7FD77AC2-55D6-267D-FC85-C0386F52E383}"/>
                  </a:ext>
                </a:extLst>
              </p:cNvPr>
              <p:cNvSpPr/>
              <p:nvPr/>
            </p:nvSpPr>
            <p:spPr>
              <a:xfrm>
                <a:off x="3811767" y="690625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0" name="矩形 609">
                <a:extLst>
                  <a:ext uri="{FF2B5EF4-FFF2-40B4-BE49-F238E27FC236}">
                    <a16:creationId xmlns:a16="http://schemas.microsoft.com/office/drawing/2014/main" id="{2F4429C3-A915-E5A9-AE97-B6B6310F3B74}"/>
                  </a:ext>
                </a:extLst>
              </p:cNvPr>
              <p:cNvSpPr/>
              <p:nvPr/>
            </p:nvSpPr>
            <p:spPr>
              <a:xfrm>
                <a:off x="3967177" y="690625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1" name="矩形 610">
                <a:extLst>
                  <a:ext uri="{FF2B5EF4-FFF2-40B4-BE49-F238E27FC236}">
                    <a16:creationId xmlns:a16="http://schemas.microsoft.com/office/drawing/2014/main" id="{8603E164-2A0F-0F94-7C6F-E575B286D3A4}"/>
                  </a:ext>
                </a:extLst>
              </p:cNvPr>
              <p:cNvSpPr/>
              <p:nvPr/>
            </p:nvSpPr>
            <p:spPr>
              <a:xfrm>
                <a:off x="4122587" y="690625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2" name="矩形 611">
                <a:extLst>
                  <a:ext uri="{FF2B5EF4-FFF2-40B4-BE49-F238E27FC236}">
                    <a16:creationId xmlns:a16="http://schemas.microsoft.com/office/drawing/2014/main" id="{1BC2E19B-DAAF-F176-5CD9-564B33518FB3}"/>
                  </a:ext>
                </a:extLst>
              </p:cNvPr>
              <p:cNvSpPr/>
              <p:nvPr/>
            </p:nvSpPr>
            <p:spPr>
              <a:xfrm>
                <a:off x="3656357" y="7038879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3" name="矩形 612">
                <a:extLst>
                  <a:ext uri="{FF2B5EF4-FFF2-40B4-BE49-F238E27FC236}">
                    <a16:creationId xmlns:a16="http://schemas.microsoft.com/office/drawing/2014/main" id="{9ACDC26D-3623-8362-B0F8-52BF01ACA767}"/>
                  </a:ext>
                </a:extLst>
              </p:cNvPr>
              <p:cNvSpPr/>
              <p:nvPr/>
            </p:nvSpPr>
            <p:spPr>
              <a:xfrm>
                <a:off x="3811767" y="7038879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4" name="矩形 613">
                <a:extLst>
                  <a:ext uri="{FF2B5EF4-FFF2-40B4-BE49-F238E27FC236}">
                    <a16:creationId xmlns:a16="http://schemas.microsoft.com/office/drawing/2014/main" id="{4AF5F51E-45D8-D058-0507-B6143893702C}"/>
                  </a:ext>
                </a:extLst>
              </p:cNvPr>
              <p:cNvSpPr/>
              <p:nvPr/>
            </p:nvSpPr>
            <p:spPr>
              <a:xfrm>
                <a:off x="3967177" y="7038879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5" name="矩形 614">
                <a:extLst>
                  <a:ext uri="{FF2B5EF4-FFF2-40B4-BE49-F238E27FC236}">
                    <a16:creationId xmlns:a16="http://schemas.microsoft.com/office/drawing/2014/main" id="{87DE4D0D-7583-AC0C-B789-27A568D23CDF}"/>
                  </a:ext>
                </a:extLst>
              </p:cNvPr>
              <p:cNvSpPr/>
              <p:nvPr/>
            </p:nvSpPr>
            <p:spPr>
              <a:xfrm>
                <a:off x="4122587" y="7038879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6" name="矩形 615">
                <a:extLst>
                  <a:ext uri="{FF2B5EF4-FFF2-40B4-BE49-F238E27FC236}">
                    <a16:creationId xmlns:a16="http://schemas.microsoft.com/office/drawing/2014/main" id="{24C4F8F9-5418-C8F6-71E3-7606319331C5}"/>
                  </a:ext>
                </a:extLst>
              </p:cNvPr>
              <p:cNvSpPr/>
              <p:nvPr/>
            </p:nvSpPr>
            <p:spPr>
              <a:xfrm>
                <a:off x="3656357" y="650768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7" name="矩形 616">
                <a:extLst>
                  <a:ext uri="{FF2B5EF4-FFF2-40B4-BE49-F238E27FC236}">
                    <a16:creationId xmlns:a16="http://schemas.microsoft.com/office/drawing/2014/main" id="{22A8450A-9A05-1780-BE46-D9B2B0DE9DC7}"/>
                  </a:ext>
                </a:extLst>
              </p:cNvPr>
              <p:cNvSpPr/>
              <p:nvPr/>
            </p:nvSpPr>
            <p:spPr>
              <a:xfrm>
                <a:off x="3811767" y="650768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8" name="矩形 617">
                <a:extLst>
                  <a:ext uri="{FF2B5EF4-FFF2-40B4-BE49-F238E27FC236}">
                    <a16:creationId xmlns:a16="http://schemas.microsoft.com/office/drawing/2014/main" id="{F7796BBB-1D48-96B4-B8AE-FFD73B3832BD}"/>
                  </a:ext>
                </a:extLst>
              </p:cNvPr>
              <p:cNvSpPr/>
              <p:nvPr/>
            </p:nvSpPr>
            <p:spPr>
              <a:xfrm>
                <a:off x="3967177" y="650768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9" name="矩形 618">
                <a:extLst>
                  <a:ext uri="{FF2B5EF4-FFF2-40B4-BE49-F238E27FC236}">
                    <a16:creationId xmlns:a16="http://schemas.microsoft.com/office/drawing/2014/main" id="{A70362E8-F65D-0FC6-A927-56EE86569818}"/>
                  </a:ext>
                </a:extLst>
              </p:cNvPr>
              <p:cNvSpPr/>
              <p:nvPr/>
            </p:nvSpPr>
            <p:spPr>
              <a:xfrm>
                <a:off x="4122587" y="650768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779" name="组合 778">
            <a:extLst>
              <a:ext uri="{FF2B5EF4-FFF2-40B4-BE49-F238E27FC236}">
                <a16:creationId xmlns:a16="http://schemas.microsoft.com/office/drawing/2014/main" id="{AC900855-69EC-7D36-A03A-013E1B064C62}"/>
              </a:ext>
            </a:extLst>
          </p:cNvPr>
          <p:cNvGrpSpPr/>
          <p:nvPr/>
        </p:nvGrpSpPr>
        <p:grpSpPr>
          <a:xfrm>
            <a:off x="4623775" y="6074232"/>
            <a:ext cx="621640" cy="663817"/>
            <a:chOff x="4341455" y="6517035"/>
            <a:chExt cx="621640" cy="663817"/>
          </a:xfrm>
        </p:grpSpPr>
        <p:sp>
          <p:nvSpPr>
            <p:cNvPr id="780" name="矩形 1174">
              <a:extLst>
                <a:ext uri="{FF2B5EF4-FFF2-40B4-BE49-F238E27FC236}">
                  <a16:creationId xmlns:a16="http://schemas.microsoft.com/office/drawing/2014/main" id="{0498E65D-32FE-9D0B-DB90-613DBE3457EA}"/>
                </a:ext>
              </a:extLst>
            </p:cNvPr>
            <p:cNvSpPr/>
            <p:nvPr/>
          </p:nvSpPr>
          <p:spPr>
            <a:xfrm rot="10800000">
              <a:off x="4342830" y="6886022"/>
              <a:ext cx="618706" cy="226680"/>
            </a:xfrm>
            <a:custGeom>
              <a:avLst/>
              <a:gdLst>
                <a:gd name="connsiteX0" fmla="*/ 0 w 595706"/>
                <a:gd name="connsiteY0" fmla="*/ 0 h 92965"/>
                <a:gd name="connsiteX1" fmla="*/ 595706 w 595706"/>
                <a:gd name="connsiteY1" fmla="*/ 0 h 92965"/>
                <a:gd name="connsiteX2" fmla="*/ 595706 w 595706"/>
                <a:gd name="connsiteY2" fmla="*/ 92965 h 92965"/>
                <a:gd name="connsiteX3" fmla="*/ 0 w 595706"/>
                <a:gd name="connsiteY3" fmla="*/ 92965 h 92965"/>
                <a:gd name="connsiteX4" fmla="*/ 0 w 595706"/>
                <a:gd name="connsiteY4" fmla="*/ 0 h 92965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1422 w 594406"/>
                <a:gd name="connsiteY0" fmla="*/ 21376 h 135147"/>
                <a:gd name="connsiteX1" fmla="*/ 594406 w 594406"/>
                <a:gd name="connsiteY1" fmla="*/ 0 h 135147"/>
                <a:gd name="connsiteX2" fmla="*/ 594406 w 594406"/>
                <a:gd name="connsiteY2" fmla="*/ 92965 h 135147"/>
                <a:gd name="connsiteX3" fmla="*/ 61 w 594406"/>
                <a:gd name="connsiteY3" fmla="*/ 135147 h 135147"/>
                <a:gd name="connsiteX4" fmla="*/ 1422 w 594406"/>
                <a:gd name="connsiteY4" fmla="*/ 21376 h 135147"/>
                <a:gd name="connsiteX0" fmla="*/ 1422 w 594406"/>
                <a:gd name="connsiteY0" fmla="*/ 15599 h 135147"/>
                <a:gd name="connsiteX1" fmla="*/ 594406 w 594406"/>
                <a:gd name="connsiteY1" fmla="*/ 0 h 135147"/>
                <a:gd name="connsiteX2" fmla="*/ 594406 w 594406"/>
                <a:gd name="connsiteY2" fmla="*/ 92965 h 135147"/>
                <a:gd name="connsiteX3" fmla="*/ 61 w 594406"/>
                <a:gd name="connsiteY3" fmla="*/ 135147 h 135147"/>
                <a:gd name="connsiteX4" fmla="*/ 1422 w 594406"/>
                <a:gd name="connsiteY4" fmla="*/ 15599 h 135147"/>
                <a:gd name="connsiteX0" fmla="*/ 131 w 594476"/>
                <a:gd name="connsiteY0" fmla="*/ 4622 h 135147"/>
                <a:gd name="connsiteX1" fmla="*/ 594476 w 594476"/>
                <a:gd name="connsiteY1" fmla="*/ 0 h 135147"/>
                <a:gd name="connsiteX2" fmla="*/ 594476 w 594476"/>
                <a:gd name="connsiteY2" fmla="*/ 92965 h 135147"/>
                <a:gd name="connsiteX3" fmla="*/ 131 w 594476"/>
                <a:gd name="connsiteY3" fmla="*/ 135147 h 135147"/>
                <a:gd name="connsiteX4" fmla="*/ 131 w 594476"/>
                <a:gd name="connsiteY4" fmla="*/ 4622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22423 h 139660"/>
                <a:gd name="connsiteX1" fmla="*/ 595706 w 595706"/>
                <a:gd name="connsiteY1" fmla="*/ 4513 h 139660"/>
                <a:gd name="connsiteX2" fmla="*/ 595706 w 595706"/>
                <a:gd name="connsiteY2" fmla="*/ 97478 h 139660"/>
                <a:gd name="connsiteX3" fmla="*/ 1361 w 595706"/>
                <a:gd name="connsiteY3" fmla="*/ 139660 h 139660"/>
                <a:gd name="connsiteX4" fmla="*/ 0 w 595706"/>
                <a:gd name="connsiteY4" fmla="*/ 22423 h 139660"/>
                <a:gd name="connsiteX0" fmla="*/ 0 w 595706"/>
                <a:gd name="connsiteY0" fmla="*/ 26413 h 143650"/>
                <a:gd name="connsiteX1" fmla="*/ 595706 w 595706"/>
                <a:gd name="connsiteY1" fmla="*/ 8503 h 143650"/>
                <a:gd name="connsiteX2" fmla="*/ 595706 w 595706"/>
                <a:gd name="connsiteY2" fmla="*/ 101468 h 143650"/>
                <a:gd name="connsiteX3" fmla="*/ 1361 w 595706"/>
                <a:gd name="connsiteY3" fmla="*/ 143650 h 143650"/>
                <a:gd name="connsiteX4" fmla="*/ 0 w 595706"/>
                <a:gd name="connsiteY4" fmla="*/ 26413 h 143650"/>
                <a:gd name="connsiteX0" fmla="*/ 0 w 595706"/>
                <a:gd name="connsiteY0" fmla="*/ 21286 h 138523"/>
                <a:gd name="connsiteX1" fmla="*/ 595706 w 595706"/>
                <a:gd name="connsiteY1" fmla="*/ 3376 h 138523"/>
                <a:gd name="connsiteX2" fmla="*/ 595706 w 595706"/>
                <a:gd name="connsiteY2" fmla="*/ 96341 h 138523"/>
                <a:gd name="connsiteX3" fmla="*/ 1361 w 595706"/>
                <a:gd name="connsiteY3" fmla="*/ 138523 h 138523"/>
                <a:gd name="connsiteX4" fmla="*/ 0 w 595706"/>
                <a:gd name="connsiteY4" fmla="*/ 21286 h 138523"/>
                <a:gd name="connsiteX0" fmla="*/ 0 w 595706"/>
                <a:gd name="connsiteY0" fmla="*/ 22534 h 139771"/>
                <a:gd name="connsiteX1" fmla="*/ 595706 w 595706"/>
                <a:gd name="connsiteY1" fmla="*/ 4624 h 139771"/>
                <a:gd name="connsiteX2" fmla="*/ 595706 w 595706"/>
                <a:gd name="connsiteY2" fmla="*/ 97589 h 139771"/>
                <a:gd name="connsiteX3" fmla="*/ 1361 w 595706"/>
                <a:gd name="connsiteY3" fmla="*/ 139771 h 139771"/>
                <a:gd name="connsiteX4" fmla="*/ 0 w 595706"/>
                <a:gd name="connsiteY4" fmla="*/ 22534 h 139771"/>
                <a:gd name="connsiteX0" fmla="*/ 0 w 595706"/>
                <a:gd name="connsiteY0" fmla="*/ 23494 h 140731"/>
                <a:gd name="connsiteX1" fmla="*/ 595706 w 595706"/>
                <a:gd name="connsiteY1" fmla="*/ 2118 h 140731"/>
                <a:gd name="connsiteX2" fmla="*/ 595706 w 595706"/>
                <a:gd name="connsiteY2" fmla="*/ 98549 h 140731"/>
                <a:gd name="connsiteX3" fmla="*/ 1361 w 595706"/>
                <a:gd name="connsiteY3" fmla="*/ 140731 h 140731"/>
                <a:gd name="connsiteX4" fmla="*/ 0 w 595706"/>
                <a:gd name="connsiteY4" fmla="*/ 23494 h 140731"/>
                <a:gd name="connsiteX0" fmla="*/ 0 w 595706"/>
                <a:gd name="connsiteY0" fmla="*/ 23494 h 140731"/>
                <a:gd name="connsiteX1" fmla="*/ 595706 w 595706"/>
                <a:gd name="connsiteY1" fmla="*/ 2118 h 140731"/>
                <a:gd name="connsiteX2" fmla="*/ 595706 w 595706"/>
                <a:gd name="connsiteY2" fmla="*/ 98549 h 140731"/>
                <a:gd name="connsiteX3" fmla="*/ 1361 w 595706"/>
                <a:gd name="connsiteY3" fmla="*/ 140731 h 140731"/>
                <a:gd name="connsiteX4" fmla="*/ 0 w 595706"/>
                <a:gd name="connsiteY4" fmla="*/ 23494 h 140731"/>
                <a:gd name="connsiteX0" fmla="*/ 0 w 595706"/>
                <a:gd name="connsiteY0" fmla="*/ 25030 h 142267"/>
                <a:gd name="connsiteX1" fmla="*/ 595706 w 595706"/>
                <a:gd name="connsiteY1" fmla="*/ 3654 h 142267"/>
                <a:gd name="connsiteX2" fmla="*/ 595706 w 595706"/>
                <a:gd name="connsiteY2" fmla="*/ 100085 h 142267"/>
                <a:gd name="connsiteX3" fmla="*/ 1361 w 595706"/>
                <a:gd name="connsiteY3" fmla="*/ 142267 h 142267"/>
                <a:gd name="connsiteX4" fmla="*/ 0 w 595706"/>
                <a:gd name="connsiteY4" fmla="*/ 25030 h 142267"/>
                <a:gd name="connsiteX0" fmla="*/ 0 w 595706"/>
                <a:gd name="connsiteY0" fmla="*/ 22091 h 139328"/>
                <a:gd name="connsiteX1" fmla="*/ 595706 w 595706"/>
                <a:gd name="connsiteY1" fmla="*/ 715 h 139328"/>
                <a:gd name="connsiteX2" fmla="*/ 595706 w 595706"/>
                <a:gd name="connsiteY2" fmla="*/ 97146 h 139328"/>
                <a:gd name="connsiteX3" fmla="*/ 1361 w 595706"/>
                <a:gd name="connsiteY3" fmla="*/ 139328 h 139328"/>
                <a:gd name="connsiteX4" fmla="*/ 0 w 595706"/>
                <a:gd name="connsiteY4" fmla="*/ 22091 h 139328"/>
                <a:gd name="connsiteX0" fmla="*/ 0 w 595706"/>
                <a:gd name="connsiteY0" fmla="*/ 23573 h 140810"/>
                <a:gd name="connsiteX1" fmla="*/ 595706 w 595706"/>
                <a:gd name="connsiteY1" fmla="*/ 2197 h 140810"/>
                <a:gd name="connsiteX2" fmla="*/ 595706 w 595706"/>
                <a:gd name="connsiteY2" fmla="*/ 98628 h 140810"/>
                <a:gd name="connsiteX3" fmla="*/ 1361 w 595706"/>
                <a:gd name="connsiteY3" fmla="*/ 140810 h 140810"/>
                <a:gd name="connsiteX4" fmla="*/ 0 w 595706"/>
                <a:gd name="connsiteY4" fmla="*/ 23573 h 140810"/>
                <a:gd name="connsiteX0" fmla="*/ 0 w 595706"/>
                <a:gd name="connsiteY0" fmla="*/ 21908 h 139145"/>
                <a:gd name="connsiteX1" fmla="*/ 595706 w 595706"/>
                <a:gd name="connsiteY1" fmla="*/ 532 h 139145"/>
                <a:gd name="connsiteX2" fmla="*/ 595706 w 595706"/>
                <a:gd name="connsiteY2" fmla="*/ 96963 h 139145"/>
                <a:gd name="connsiteX3" fmla="*/ 1361 w 595706"/>
                <a:gd name="connsiteY3" fmla="*/ 139145 h 139145"/>
                <a:gd name="connsiteX4" fmla="*/ 0 w 595706"/>
                <a:gd name="connsiteY4" fmla="*/ 21908 h 139145"/>
                <a:gd name="connsiteX0" fmla="*/ 0 w 595706"/>
                <a:gd name="connsiteY0" fmla="*/ 23863 h 141100"/>
                <a:gd name="connsiteX1" fmla="*/ 595706 w 595706"/>
                <a:gd name="connsiteY1" fmla="*/ 2487 h 141100"/>
                <a:gd name="connsiteX2" fmla="*/ 595706 w 595706"/>
                <a:gd name="connsiteY2" fmla="*/ 98918 h 141100"/>
                <a:gd name="connsiteX3" fmla="*/ 1361 w 595706"/>
                <a:gd name="connsiteY3" fmla="*/ 141100 h 141100"/>
                <a:gd name="connsiteX4" fmla="*/ 0 w 595706"/>
                <a:gd name="connsiteY4" fmla="*/ 23863 h 141100"/>
                <a:gd name="connsiteX0" fmla="*/ 0 w 595706"/>
                <a:gd name="connsiteY0" fmla="*/ 24472 h 141709"/>
                <a:gd name="connsiteX1" fmla="*/ 595706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0 w 595706"/>
                <a:gd name="connsiteY0" fmla="*/ 24267 h 141504"/>
                <a:gd name="connsiteX1" fmla="*/ 595706 w 595706"/>
                <a:gd name="connsiteY1" fmla="*/ 2891 h 141504"/>
                <a:gd name="connsiteX2" fmla="*/ 595706 w 595706"/>
                <a:gd name="connsiteY2" fmla="*/ 99322 h 141504"/>
                <a:gd name="connsiteX3" fmla="*/ 1361 w 595706"/>
                <a:gd name="connsiteY3" fmla="*/ 141504 h 141504"/>
                <a:gd name="connsiteX4" fmla="*/ 0 w 595706"/>
                <a:gd name="connsiteY4" fmla="*/ 24267 h 141504"/>
                <a:gd name="connsiteX0" fmla="*/ 0 w 595706"/>
                <a:gd name="connsiteY0" fmla="*/ 24472 h 141709"/>
                <a:gd name="connsiteX1" fmla="*/ 595706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0 w 595706"/>
                <a:gd name="connsiteY0" fmla="*/ 24472 h 141709"/>
                <a:gd name="connsiteX1" fmla="*/ 594353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124 w 595830"/>
                <a:gd name="connsiteY0" fmla="*/ 24472 h 141709"/>
                <a:gd name="connsiteX1" fmla="*/ 594477 w 595830"/>
                <a:gd name="connsiteY1" fmla="*/ 3096 h 141709"/>
                <a:gd name="connsiteX2" fmla="*/ 595830 w 595830"/>
                <a:gd name="connsiteY2" fmla="*/ 99527 h 141709"/>
                <a:gd name="connsiteX3" fmla="*/ 131 w 595830"/>
                <a:gd name="connsiteY3" fmla="*/ 141709 h 141709"/>
                <a:gd name="connsiteX4" fmla="*/ 124 w 595830"/>
                <a:gd name="connsiteY4" fmla="*/ 24472 h 141709"/>
                <a:gd name="connsiteX0" fmla="*/ 124 w 597179"/>
                <a:gd name="connsiteY0" fmla="*/ 25207 h 142444"/>
                <a:gd name="connsiteX1" fmla="*/ 597179 w 597179"/>
                <a:gd name="connsiteY1" fmla="*/ 481 h 142444"/>
                <a:gd name="connsiteX2" fmla="*/ 595830 w 597179"/>
                <a:gd name="connsiteY2" fmla="*/ 100262 h 142444"/>
                <a:gd name="connsiteX3" fmla="*/ 131 w 597179"/>
                <a:gd name="connsiteY3" fmla="*/ 142444 h 142444"/>
                <a:gd name="connsiteX4" fmla="*/ 124 w 597179"/>
                <a:gd name="connsiteY4" fmla="*/ 25207 h 142444"/>
                <a:gd name="connsiteX0" fmla="*/ 124 w 595889"/>
                <a:gd name="connsiteY0" fmla="*/ 25842 h 143079"/>
                <a:gd name="connsiteX1" fmla="*/ 594477 w 595889"/>
                <a:gd name="connsiteY1" fmla="*/ 0 h 143079"/>
                <a:gd name="connsiteX2" fmla="*/ 595830 w 595889"/>
                <a:gd name="connsiteY2" fmla="*/ 100897 h 143079"/>
                <a:gd name="connsiteX3" fmla="*/ 131 w 595889"/>
                <a:gd name="connsiteY3" fmla="*/ 143079 h 143079"/>
                <a:gd name="connsiteX4" fmla="*/ 124 w 595889"/>
                <a:gd name="connsiteY4" fmla="*/ 25842 h 143079"/>
                <a:gd name="connsiteX0" fmla="*/ 124 w 595889"/>
                <a:gd name="connsiteY0" fmla="*/ 24713 h 141950"/>
                <a:gd name="connsiteX1" fmla="*/ 594477 w 595889"/>
                <a:gd name="connsiteY1" fmla="*/ 2221 h 141950"/>
                <a:gd name="connsiteX2" fmla="*/ 595830 w 595889"/>
                <a:gd name="connsiteY2" fmla="*/ 99768 h 141950"/>
                <a:gd name="connsiteX3" fmla="*/ 131 w 595889"/>
                <a:gd name="connsiteY3" fmla="*/ 141950 h 141950"/>
                <a:gd name="connsiteX4" fmla="*/ 124 w 595889"/>
                <a:gd name="connsiteY4" fmla="*/ 24713 h 141950"/>
                <a:gd name="connsiteX0" fmla="*/ 124 w 595959"/>
                <a:gd name="connsiteY0" fmla="*/ 24713 h 141950"/>
                <a:gd name="connsiteX1" fmla="*/ 595828 w 595959"/>
                <a:gd name="connsiteY1" fmla="*/ 2221 h 141950"/>
                <a:gd name="connsiteX2" fmla="*/ 595830 w 595959"/>
                <a:gd name="connsiteY2" fmla="*/ 99768 h 141950"/>
                <a:gd name="connsiteX3" fmla="*/ 131 w 595959"/>
                <a:gd name="connsiteY3" fmla="*/ 141950 h 141950"/>
                <a:gd name="connsiteX4" fmla="*/ 124 w 595959"/>
                <a:gd name="connsiteY4" fmla="*/ 24713 h 141950"/>
                <a:gd name="connsiteX0" fmla="*/ 124 w 595959"/>
                <a:gd name="connsiteY0" fmla="*/ 24925 h 142162"/>
                <a:gd name="connsiteX1" fmla="*/ 595828 w 595959"/>
                <a:gd name="connsiteY1" fmla="*/ 2433 h 142162"/>
                <a:gd name="connsiteX2" fmla="*/ 595830 w 595959"/>
                <a:gd name="connsiteY2" fmla="*/ 99980 h 142162"/>
                <a:gd name="connsiteX3" fmla="*/ 131 w 595959"/>
                <a:gd name="connsiteY3" fmla="*/ 142162 h 142162"/>
                <a:gd name="connsiteX4" fmla="*/ 124 w 595959"/>
                <a:gd name="connsiteY4" fmla="*/ 24925 h 142162"/>
                <a:gd name="connsiteX0" fmla="*/ 124 w 595959"/>
                <a:gd name="connsiteY0" fmla="*/ 22492 h 139729"/>
                <a:gd name="connsiteX1" fmla="*/ 595828 w 595959"/>
                <a:gd name="connsiteY1" fmla="*/ 0 h 139729"/>
                <a:gd name="connsiteX2" fmla="*/ 595830 w 595959"/>
                <a:gd name="connsiteY2" fmla="*/ 97547 h 139729"/>
                <a:gd name="connsiteX3" fmla="*/ 131 w 595959"/>
                <a:gd name="connsiteY3" fmla="*/ 139729 h 139729"/>
                <a:gd name="connsiteX4" fmla="*/ 124 w 595959"/>
                <a:gd name="connsiteY4" fmla="*/ 22492 h 139729"/>
                <a:gd name="connsiteX0" fmla="*/ 124 w 595959"/>
                <a:gd name="connsiteY0" fmla="*/ 25585 h 142822"/>
                <a:gd name="connsiteX1" fmla="*/ 595828 w 595959"/>
                <a:gd name="connsiteY1" fmla="*/ 3093 h 142822"/>
                <a:gd name="connsiteX2" fmla="*/ 595830 w 595959"/>
                <a:gd name="connsiteY2" fmla="*/ 100640 h 142822"/>
                <a:gd name="connsiteX3" fmla="*/ 131 w 595959"/>
                <a:gd name="connsiteY3" fmla="*/ 142822 h 142822"/>
                <a:gd name="connsiteX4" fmla="*/ 124 w 595959"/>
                <a:gd name="connsiteY4" fmla="*/ 25585 h 142822"/>
                <a:gd name="connsiteX0" fmla="*/ 124 w 595959"/>
                <a:gd name="connsiteY0" fmla="*/ 25585 h 142822"/>
                <a:gd name="connsiteX1" fmla="*/ 595828 w 595959"/>
                <a:gd name="connsiteY1" fmla="*/ 3093 h 142822"/>
                <a:gd name="connsiteX2" fmla="*/ 595830 w 595959"/>
                <a:gd name="connsiteY2" fmla="*/ 100640 h 142822"/>
                <a:gd name="connsiteX3" fmla="*/ 131 w 595959"/>
                <a:gd name="connsiteY3" fmla="*/ 142822 h 142822"/>
                <a:gd name="connsiteX4" fmla="*/ 124 w 595959"/>
                <a:gd name="connsiteY4" fmla="*/ 25585 h 142822"/>
                <a:gd name="connsiteX0" fmla="*/ 124 w 595959"/>
                <a:gd name="connsiteY0" fmla="*/ 26512 h 143749"/>
                <a:gd name="connsiteX1" fmla="*/ 595828 w 595959"/>
                <a:gd name="connsiteY1" fmla="*/ 4020 h 143749"/>
                <a:gd name="connsiteX2" fmla="*/ 595830 w 595959"/>
                <a:gd name="connsiteY2" fmla="*/ 101567 h 143749"/>
                <a:gd name="connsiteX3" fmla="*/ 131 w 595959"/>
                <a:gd name="connsiteY3" fmla="*/ 143749 h 143749"/>
                <a:gd name="connsiteX4" fmla="*/ 124 w 595959"/>
                <a:gd name="connsiteY4" fmla="*/ 26512 h 143749"/>
                <a:gd name="connsiteX0" fmla="*/ 124 w 595959"/>
                <a:gd name="connsiteY0" fmla="*/ 26512 h 143749"/>
                <a:gd name="connsiteX1" fmla="*/ 595828 w 595959"/>
                <a:gd name="connsiteY1" fmla="*/ 4020 h 143749"/>
                <a:gd name="connsiteX2" fmla="*/ 595830 w 595959"/>
                <a:gd name="connsiteY2" fmla="*/ 101567 h 143749"/>
                <a:gd name="connsiteX3" fmla="*/ 131 w 595959"/>
                <a:gd name="connsiteY3" fmla="*/ 143749 h 143749"/>
                <a:gd name="connsiteX4" fmla="*/ 124 w 595959"/>
                <a:gd name="connsiteY4" fmla="*/ 26512 h 143749"/>
                <a:gd name="connsiteX0" fmla="*/ 124 w 595959"/>
                <a:gd name="connsiteY0" fmla="*/ 28496 h 145733"/>
                <a:gd name="connsiteX1" fmla="*/ 595828 w 595959"/>
                <a:gd name="connsiteY1" fmla="*/ 6004 h 145733"/>
                <a:gd name="connsiteX2" fmla="*/ 595830 w 595959"/>
                <a:gd name="connsiteY2" fmla="*/ 103551 h 145733"/>
                <a:gd name="connsiteX3" fmla="*/ 131 w 595959"/>
                <a:gd name="connsiteY3" fmla="*/ 145733 h 145733"/>
                <a:gd name="connsiteX4" fmla="*/ 124 w 595959"/>
                <a:gd name="connsiteY4" fmla="*/ 28496 h 14573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856"/>
                <a:gd name="connsiteY0" fmla="*/ 41841 h 159078"/>
                <a:gd name="connsiteX1" fmla="*/ 591261 w 595856"/>
                <a:gd name="connsiteY1" fmla="*/ 0 h 159078"/>
                <a:gd name="connsiteX2" fmla="*/ 595830 w 595856"/>
                <a:gd name="connsiteY2" fmla="*/ 116896 h 159078"/>
                <a:gd name="connsiteX3" fmla="*/ 131 w 595856"/>
                <a:gd name="connsiteY3" fmla="*/ 159078 h 159078"/>
                <a:gd name="connsiteX4" fmla="*/ 124 w 595856"/>
                <a:gd name="connsiteY4" fmla="*/ 41841 h 159078"/>
                <a:gd name="connsiteX0" fmla="*/ 124 w 595959"/>
                <a:gd name="connsiteY0" fmla="*/ 41841 h 159078"/>
                <a:gd name="connsiteX1" fmla="*/ 595828 w 595959"/>
                <a:gd name="connsiteY1" fmla="*/ 0 h 159078"/>
                <a:gd name="connsiteX2" fmla="*/ 595830 w 595959"/>
                <a:gd name="connsiteY2" fmla="*/ 116896 h 159078"/>
                <a:gd name="connsiteX3" fmla="*/ 131 w 595959"/>
                <a:gd name="connsiteY3" fmla="*/ 159078 h 159078"/>
                <a:gd name="connsiteX4" fmla="*/ 124 w 595959"/>
                <a:gd name="connsiteY4" fmla="*/ 41841 h 159078"/>
                <a:gd name="connsiteX0" fmla="*/ 124 w 597349"/>
                <a:gd name="connsiteY0" fmla="*/ 42378 h 159615"/>
                <a:gd name="connsiteX1" fmla="*/ 597349 w 597349"/>
                <a:gd name="connsiteY1" fmla="*/ 0 h 159615"/>
                <a:gd name="connsiteX2" fmla="*/ 595830 w 597349"/>
                <a:gd name="connsiteY2" fmla="*/ 117433 h 159615"/>
                <a:gd name="connsiteX3" fmla="*/ 131 w 597349"/>
                <a:gd name="connsiteY3" fmla="*/ 159615 h 159615"/>
                <a:gd name="connsiteX4" fmla="*/ 124 w 597349"/>
                <a:gd name="connsiteY4" fmla="*/ 42378 h 159615"/>
                <a:gd name="connsiteX0" fmla="*/ 124 w 600443"/>
                <a:gd name="connsiteY0" fmla="*/ 42378 h 159615"/>
                <a:gd name="connsiteX1" fmla="*/ 597349 w 600443"/>
                <a:gd name="connsiteY1" fmla="*/ 0 h 159615"/>
                <a:gd name="connsiteX2" fmla="*/ 600408 w 600443"/>
                <a:gd name="connsiteY2" fmla="*/ 117433 h 159615"/>
                <a:gd name="connsiteX3" fmla="*/ 131 w 600443"/>
                <a:gd name="connsiteY3" fmla="*/ 159615 h 159615"/>
                <a:gd name="connsiteX4" fmla="*/ 124 w 600443"/>
                <a:gd name="connsiteY4" fmla="*/ 42378 h 159615"/>
                <a:gd name="connsiteX0" fmla="*/ 124 w 600537"/>
                <a:gd name="connsiteY0" fmla="*/ 42378 h 159615"/>
                <a:gd name="connsiteX1" fmla="*/ 600401 w 600537"/>
                <a:gd name="connsiteY1" fmla="*/ 0 h 159615"/>
                <a:gd name="connsiteX2" fmla="*/ 600408 w 600537"/>
                <a:gd name="connsiteY2" fmla="*/ 117433 h 159615"/>
                <a:gd name="connsiteX3" fmla="*/ 131 w 600537"/>
                <a:gd name="connsiteY3" fmla="*/ 159615 h 159615"/>
                <a:gd name="connsiteX4" fmla="*/ 124 w 600537"/>
                <a:gd name="connsiteY4" fmla="*/ 42378 h 159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0537" h="159615">
                  <a:moveTo>
                    <a:pt x="124" y="42378"/>
                  </a:moveTo>
                  <a:cubicBezTo>
                    <a:pt x="296414" y="-50243"/>
                    <a:pt x="418111" y="75773"/>
                    <a:pt x="600401" y="0"/>
                  </a:cubicBezTo>
                  <a:cubicBezTo>
                    <a:pt x="599951" y="33260"/>
                    <a:pt x="600858" y="84173"/>
                    <a:pt x="600408" y="117433"/>
                  </a:cubicBezTo>
                  <a:cubicBezTo>
                    <a:pt x="395490" y="192726"/>
                    <a:pt x="285331" y="62551"/>
                    <a:pt x="131" y="159615"/>
                  </a:cubicBezTo>
                  <a:cubicBezTo>
                    <a:pt x="-323" y="114566"/>
                    <a:pt x="578" y="87427"/>
                    <a:pt x="124" y="42378"/>
                  </a:cubicBezTo>
                  <a:close/>
                </a:path>
              </a:pathLst>
            </a:custGeom>
            <a:solidFill>
              <a:schemeClr val="accent2">
                <a:lumMod val="40000"/>
                <a:lumOff val="6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81" name="矩形 1174">
              <a:extLst>
                <a:ext uri="{FF2B5EF4-FFF2-40B4-BE49-F238E27FC236}">
                  <a16:creationId xmlns:a16="http://schemas.microsoft.com/office/drawing/2014/main" id="{D9127187-E6D7-6B0D-E296-07FDFDC9AEEB}"/>
                </a:ext>
              </a:extLst>
            </p:cNvPr>
            <p:cNvSpPr/>
            <p:nvPr/>
          </p:nvSpPr>
          <p:spPr>
            <a:xfrm rot="10800000">
              <a:off x="4342829" y="7041272"/>
              <a:ext cx="618707" cy="139508"/>
            </a:xfrm>
            <a:custGeom>
              <a:avLst/>
              <a:gdLst>
                <a:gd name="connsiteX0" fmla="*/ 0 w 595706"/>
                <a:gd name="connsiteY0" fmla="*/ 0 h 92965"/>
                <a:gd name="connsiteX1" fmla="*/ 595706 w 595706"/>
                <a:gd name="connsiteY1" fmla="*/ 0 h 92965"/>
                <a:gd name="connsiteX2" fmla="*/ 595706 w 595706"/>
                <a:gd name="connsiteY2" fmla="*/ 92965 h 92965"/>
                <a:gd name="connsiteX3" fmla="*/ 0 w 595706"/>
                <a:gd name="connsiteY3" fmla="*/ 92965 h 92965"/>
                <a:gd name="connsiteX4" fmla="*/ 0 w 595706"/>
                <a:gd name="connsiteY4" fmla="*/ 0 h 92965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131 w 595837"/>
                <a:gd name="connsiteY0" fmla="*/ 0 h 148754"/>
                <a:gd name="connsiteX1" fmla="*/ 595837 w 595837"/>
                <a:gd name="connsiteY1" fmla="*/ 0 h 148754"/>
                <a:gd name="connsiteX2" fmla="*/ 595837 w 595837"/>
                <a:gd name="connsiteY2" fmla="*/ 92965 h 148754"/>
                <a:gd name="connsiteX3" fmla="*/ 131 w 595837"/>
                <a:gd name="connsiteY3" fmla="*/ 148754 h 148754"/>
                <a:gd name="connsiteX4" fmla="*/ 131 w 595837"/>
                <a:gd name="connsiteY4" fmla="*/ 0 h 148754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56571"/>
                <a:gd name="connsiteX1" fmla="*/ 595837 w 595837"/>
                <a:gd name="connsiteY1" fmla="*/ 0 h 156571"/>
                <a:gd name="connsiteX2" fmla="*/ 594316 w 595837"/>
                <a:gd name="connsiteY2" fmla="*/ 141984 h 156571"/>
                <a:gd name="connsiteX3" fmla="*/ 131 w 595837"/>
                <a:gd name="connsiteY3" fmla="*/ 140590 h 156571"/>
                <a:gd name="connsiteX4" fmla="*/ 131 w 595837"/>
                <a:gd name="connsiteY4" fmla="*/ 0 h 156571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0 w 600949"/>
                <a:gd name="connsiteY0" fmla="*/ 0 h 271309"/>
                <a:gd name="connsiteX1" fmla="*/ 600949 w 600949"/>
                <a:gd name="connsiteY1" fmla="*/ 0 h 271309"/>
                <a:gd name="connsiteX2" fmla="*/ 599428 w 600949"/>
                <a:gd name="connsiteY2" fmla="*/ 141984 h 271309"/>
                <a:gd name="connsiteX3" fmla="*/ 3722 w 600949"/>
                <a:gd name="connsiteY3" fmla="*/ 271309 h 271309"/>
                <a:gd name="connsiteX4" fmla="*/ 0 w 600949"/>
                <a:gd name="connsiteY4" fmla="*/ 0 h 271309"/>
                <a:gd name="connsiteX0" fmla="*/ 0 w 599639"/>
                <a:gd name="connsiteY0" fmla="*/ 0 h 271309"/>
                <a:gd name="connsiteX1" fmla="*/ 599639 w 599639"/>
                <a:gd name="connsiteY1" fmla="*/ 0 h 271309"/>
                <a:gd name="connsiteX2" fmla="*/ 599428 w 599639"/>
                <a:gd name="connsiteY2" fmla="*/ 141984 h 271309"/>
                <a:gd name="connsiteX3" fmla="*/ 3722 w 599639"/>
                <a:gd name="connsiteY3" fmla="*/ 271309 h 271309"/>
                <a:gd name="connsiteX4" fmla="*/ 0 w 599639"/>
                <a:gd name="connsiteY4" fmla="*/ 0 h 271309"/>
                <a:gd name="connsiteX0" fmla="*/ 0 w 597018"/>
                <a:gd name="connsiteY0" fmla="*/ 0 h 271309"/>
                <a:gd name="connsiteX1" fmla="*/ 597018 w 597018"/>
                <a:gd name="connsiteY1" fmla="*/ 0 h 271309"/>
                <a:gd name="connsiteX2" fmla="*/ 596807 w 597018"/>
                <a:gd name="connsiteY2" fmla="*/ 141984 h 271309"/>
                <a:gd name="connsiteX3" fmla="*/ 1101 w 597018"/>
                <a:gd name="connsiteY3" fmla="*/ 271309 h 271309"/>
                <a:gd name="connsiteX4" fmla="*/ 0 w 597018"/>
                <a:gd name="connsiteY4" fmla="*/ 0 h 271309"/>
                <a:gd name="connsiteX0" fmla="*/ 0 w 596807"/>
                <a:gd name="connsiteY0" fmla="*/ 0 h 271309"/>
                <a:gd name="connsiteX1" fmla="*/ 591775 w 596807"/>
                <a:gd name="connsiteY1" fmla="*/ 0 h 271309"/>
                <a:gd name="connsiteX2" fmla="*/ 596807 w 596807"/>
                <a:gd name="connsiteY2" fmla="*/ 141984 h 271309"/>
                <a:gd name="connsiteX3" fmla="*/ 1101 w 596807"/>
                <a:gd name="connsiteY3" fmla="*/ 271309 h 271309"/>
                <a:gd name="connsiteX4" fmla="*/ 0 w 596807"/>
                <a:gd name="connsiteY4" fmla="*/ 0 h 271309"/>
                <a:gd name="connsiteX0" fmla="*/ 0 w 596807"/>
                <a:gd name="connsiteY0" fmla="*/ 0 h 271309"/>
                <a:gd name="connsiteX1" fmla="*/ 595708 w 596807"/>
                <a:gd name="connsiteY1" fmla="*/ 0 h 271309"/>
                <a:gd name="connsiteX2" fmla="*/ 596807 w 596807"/>
                <a:gd name="connsiteY2" fmla="*/ 141984 h 271309"/>
                <a:gd name="connsiteX3" fmla="*/ 1101 w 596807"/>
                <a:gd name="connsiteY3" fmla="*/ 271309 h 271309"/>
                <a:gd name="connsiteX4" fmla="*/ 0 w 596807"/>
                <a:gd name="connsiteY4" fmla="*/ 0 h 271309"/>
                <a:gd name="connsiteX0" fmla="*/ 0 w 595708"/>
                <a:gd name="connsiteY0" fmla="*/ 0 h 271309"/>
                <a:gd name="connsiteX1" fmla="*/ 595708 w 595708"/>
                <a:gd name="connsiteY1" fmla="*/ 0 h 271309"/>
                <a:gd name="connsiteX2" fmla="*/ 594186 w 595708"/>
                <a:gd name="connsiteY2" fmla="*/ 141985 h 271309"/>
                <a:gd name="connsiteX3" fmla="*/ 1101 w 595708"/>
                <a:gd name="connsiteY3" fmla="*/ 271309 h 271309"/>
                <a:gd name="connsiteX4" fmla="*/ 0 w 595708"/>
                <a:gd name="connsiteY4" fmla="*/ 0 h 271309"/>
                <a:gd name="connsiteX0" fmla="*/ 0 w 596439"/>
                <a:gd name="connsiteY0" fmla="*/ 109083 h 380392"/>
                <a:gd name="connsiteX1" fmla="*/ 595708 w 596439"/>
                <a:gd name="connsiteY1" fmla="*/ 109083 h 380392"/>
                <a:gd name="connsiteX2" fmla="*/ 594186 w 596439"/>
                <a:gd name="connsiteY2" fmla="*/ 251068 h 380392"/>
                <a:gd name="connsiteX3" fmla="*/ 1101 w 596439"/>
                <a:gd name="connsiteY3" fmla="*/ 380392 h 380392"/>
                <a:gd name="connsiteX4" fmla="*/ 0 w 596439"/>
                <a:gd name="connsiteY4" fmla="*/ 109083 h 380392"/>
                <a:gd name="connsiteX0" fmla="*/ 0 w 595708"/>
                <a:gd name="connsiteY0" fmla="*/ 0 h 271309"/>
                <a:gd name="connsiteX1" fmla="*/ 595708 w 595708"/>
                <a:gd name="connsiteY1" fmla="*/ 0 h 271309"/>
                <a:gd name="connsiteX2" fmla="*/ 594186 w 595708"/>
                <a:gd name="connsiteY2" fmla="*/ 141985 h 271309"/>
                <a:gd name="connsiteX3" fmla="*/ 1101 w 595708"/>
                <a:gd name="connsiteY3" fmla="*/ 271309 h 271309"/>
                <a:gd name="connsiteX4" fmla="*/ 0 w 595708"/>
                <a:gd name="connsiteY4" fmla="*/ 0 h 271309"/>
                <a:gd name="connsiteX0" fmla="*/ 0 w 596808"/>
                <a:gd name="connsiteY0" fmla="*/ 0 h 271309"/>
                <a:gd name="connsiteX1" fmla="*/ 595708 w 596808"/>
                <a:gd name="connsiteY1" fmla="*/ 0 h 271309"/>
                <a:gd name="connsiteX2" fmla="*/ 596808 w 596808"/>
                <a:gd name="connsiteY2" fmla="*/ 141985 h 271309"/>
                <a:gd name="connsiteX3" fmla="*/ 1101 w 596808"/>
                <a:gd name="connsiteY3" fmla="*/ 271309 h 271309"/>
                <a:gd name="connsiteX4" fmla="*/ 0 w 596808"/>
                <a:gd name="connsiteY4" fmla="*/ 0 h 271309"/>
                <a:gd name="connsiteX0" fmla="*/ 0 w 596808"/>
                <a:gd name="connsiteY0" fmla="*/ 0 h 271309"/>
                <a:gd name="connsiteX1" fmla="*/ 595708 w 596808"/>
                <a:gd name="connsiteY1" fmla="*/ 0 h 271309"/>
                <a:gd name="connsiteX2" fmla="*/ 596808 w 596808"/>
                <a:gd name="connsiteY2" fmla="*/ 141985 h 271309"/>
                <a:gd name="connsiteX3" fmla="*/ 1101 w 596808"/>
                <a:gd name="connsiteY3" fmla="*/ 271309 h 271309"/>
                <a:gd name="connsiteX4" fmla="*/ 0 w 596808"/>
                <a:gd name="connsiteY4" fmla="*/ 0 h 271309"/>
                <a:gd name="connsiteX0" fmla="*/ 0 w 596808"/>
                <a:gd name="connsiteY0" fmla="*/ 0 h 271309"/>
                <a:gd name="connsiteX1" fmla="*/ 595708 w 596808"/>
                <a:gd name="connsiteY1" fmla="*/ 0 h 271309"/>
                <a:gd name="connsiteX2" fmla="*/ 596808 w 596808"/>
                <a:gd name="connsiteY2" fmla="*/ 141985 h 271309"/>
                <a:gd name="connsiteX3" fmla="*/ 1101 w 596808"/>
                <a:gd name="connsiteY3" fmla="*/ 271309 h 271309"/>
                <a:gd name="connsiteX4" fmla="*/ 0 w 596808"/>
                <a:gd name="connsiteY4" fmla="*/ 0 h 271309"/>
                <a:gd name="connsiteX0" fmla="*/ 0 w 595708"/>
                <a:gd name="connsiteY0" fmla="*/ 0 h 271309"/>
                <a:gd name="connsiteX1" fmla="*/ 595708 w 595708"/>
                <a:gd name="connsiteY1" fmla="*/ 0 h 271309"/>
                <a:gd name="connsiteX2" fmla="*/ 594186 w 595708"/>
                <a:gd name="connsiteY2" fmla="*/ 141985 h 271309"/>
                <a:gd name="connsiteX3" fmla="*/ 1101 w 595708"/>
                <a:gd name="connsiteY3" fmla="*/ 271309 h 271309"/>
                <a:gd name="connsiteX4" fmla="*/ 0 w 595708"/>
                <a:gd name="connsiteY4" fmla="*/ 0 h 271309"/>
                <a:gd name="connsiteX0" fmla="*/ 0 w 595708"/>
                <a:gd name="connsiteY0" fmla="*/ 0 h 271309"/>
                <a:gd name="connsiteX1" fmla="*/ 595708 w 595708"/>
                <a:gd name="connsiteY1" fmla="*/ 0 h 271309"/>
                <a:gd name="connsiteX2" fmla="*/ 594186 w 595708"/>
                <a:gd name="connsiteY2" fmla="*/ 141985 h 271309"/>
                <a:gd name="connsiteX3" fmla="*/ 1101 w 595708"/>
                <a:gd name="connsiteY3" fmla="*/ 271309 h 271309"/>
                <a:gd name="connsiteX4" fmla="*/ 0 w 595708"/>
                <a:gd name="connsiteY4" fmla="*/ 0 h 271309"/>
                <a:gd name="connsiteX0" fmla="*/ 0 w 595936"/>
                <a:gd name="connsiteY0" fmla="*/ 0 h 271309"/>
                <a:gd name="connsiteX1" fmla="*/ 595708 w 595936"/>
                <a:gd name="connsiteY1" fmla="*/ 0 h 271309"/>
                <a:gd name="connsiteX2" fmla="*/ 594186 w 595936"/>
                <a:gd name="connsiteY2" fmla="*/ 141985 h 271309"/>
                <a:gd name="connsiteX3" fmla="*/ 1101 w 595936"/>
                <a:gd name="connsiteY3" fmla="*/ 271309 h 271309"/>
                <a:gd name="connsiteX4" fmla="*/ 0 w 595936"/>
                <a:gd name="connsiteY4" fmla="*/ 0 h 271309"/>
                <a:gd name="connsiteX0" fmla="*/ 319 w 596255"/>
                <a:gd name="connsiteY0" fmla="*/ 0 h 271309"/>
                <a:gd name="connsiteX1" fmla="*/ 596027 w 596255"/>
                <a:gd name="connsiteY1" fmla="*/ 0 h 271309"/>
                <a:gd name="connsiteX2" fmla="*/ 594505 w 596255"/>
                <a:gd name="connsiteY2" fmla="*/ 141985 h 271309"/>
                <a:gd name="connsiteX3" fmla="*/ 110 w 596255"/>
                <a:gd name="connsiteY3" fmla="*/ 271309 h 271309"/>
                <a:gd name="connsiteX4" fmla="*/ 319 w 596255"/>
                <a:gd name="connsiteY4" fmla="*/ 0 h 271309"/>
                <a:gd name="connsiteX0" fmla="*/ 0 w 595936"/>
                <a:gd name="connsiteY0" fmla="*/ 0 h 271309"/>
                <a:gd name="connsiteX1" fmla="*/ 595708 w 595936"/>
                <a:gd name="connsiteY1" fmla="*/ 0 h 271309"/>
                <a:gd name="connsiteX2" fmla="*/ 594186 w 595936"/>
                <a:gd name="connsiteY2" fmla="*/ 141985 h 271309"/>
                <a:gd name="connsiteX3" fmla="*/ 1101 w 595936"/>
                <a:gd name="connsiteY3" fmla="*/ 271309 h 271309"/>
                <a:gd name="connsiteX4" fmla="*/ 0 w 595936"/>
                <a:gd name="connsiteY4" fmla="*/ 0 h 271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5936" h="271309">
                  <a:moveTo>
                    <a:pt x="0" y="0"/>
                  </a:moveTo>
                  <a:lnTo>
                    <a:pt x="595708" y="0"/>
                  </a:lnTo>
                  <a:cubicBezTo>
                    <a:pt x="595708" y="30988"/>
                    <a:pt x="596806" y="39550"/>
                    <a:pt x="594186" y="141985"/>
                  </a:cubicBezTo>
                  <a:cubicBezTo>
                    <a:pt x="404809" y="352086"/>
                    <a:pt x="341643" y="22672"/>
                    <a:pt x="1101" y="271309"/>
                  </a:cubicBezTo>
                  <a:cubicBezTo>
                    <a:pt x="647" y="226260"/>
                    <a:pt x="454" y="45049"/>
                    <a:pt x="0" y="0"/>
                  </a:cubicBez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782" name="组合 781">
              <a:extLst>
                <a:ext uri="{FF2B5EF4-FFF2-40B4-BE49-F238E27FC236}">
                  <a16:creationId xmlns:a16="http://schemas.microsoft.com/office/drawing/2014/main" id="{D38EC138-2537-F5DC-0A4F-9F8C6DD6F025}"/>
                </a:ext>
              </a:extLst>
            </p:cNvPr>
            <p:cNvGrpSpPr/>
            <p:nvPr/>
          </p:nvGrpSpPr>
          <p:grpSpPr>
            <a:xfrm>
              <a:off x="4341455" y="6517035"/>
              <a:ext cx="621640" cy="663817"/>
              <a:chOff x="3656357" y="6507685"/>
              <a:chExt cx="621640" cy="663817"/>
            </a:xfrm>
          </p:grpSpPr>
          <p:sp>
            <p:nvSpPr>
              <p:cNvPr id="783" name="矩形 782">
                <a:extLst>
                  <a:ext uri="{FF2B5EF4-FFF2-40B4-BE49-F238E27FC236}">
                    <a16:creationId xmlns:a16="http://schemas.microsoft.com/office/drawing/2014/main" id="{EB429CE9-292E-F1F0-2502-A88751E4AB1A}"/>
                  </a:ext>
                </a:extLst>
              </p:cNvPr>
              <p:cNvSpPr/>
              <p:nvPr/>
            </p:nvSpPr>
            <p:spPr>
              <a:xfrm>
                <a:off x="3656465" y="6640950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84" name="矩形 783">
                <a:extLst>
                  <a:ext uri="{FF2B5EF4-FFF2-40B4-BE49-F238E27FC236}">
                    <a16:creationId xmlns:a16="http://schemas.microsoft.com/office/drawing/2014/main" id="{C0A68D6D-529C-662D-00C5-2B53978E7C3F}"/>
                  </a:ext>
                </a:extLst>
              </p:cNvPr>
              <p:cNvSpPr/>
              <p:nvPr/>
            </p:nvSpPr>
            <p:spPr>
              <a:xfrm>
                <a:off x="3811875" y="6640950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85" name="矩形 784">
                <a:extLst>
                  <a:ext uri="{FF2B5EF4-FFF2-40B4-BE49-F238E27FC236}">
                    <a16:creationId xmlns:a16="http://schemas.microsoft.com/office/drawing/2014/main" id="{AFA37F32-D643-A3B4-F6E1-207194292102}"/>
                  </a:ext>
                </a:extLst>
              </p:cNvPr>
              <p:cNvSpPr/>
              <p:nvPr/>
            </p:nvSpPr>
            <p:spPr>
              <a:xfrm>
                <a:off x="3967285" y="6640950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86" name="矩形 785">
                <a:extLst>
                  <a:ext uri="{FF2B5EF4-FFF2-40B4-BE49-F238E27FC236}">
                    <a16:creationId xmlns:a16="http://schemas.microsoft.com/office/drawing/2014/main" id="{8D3D0C5C-B5DB-FE4E-A444-73DC1C31A4F0}"/>
                  </a:ext>
                </a:extLst>
              </p:cNvPr>
              <p:cNvSpPr/>
              <p:nvPr/>
            </p:nvSpPr>
            <p:spPr>
              <a:xfrm>
                <a:off x="4122695" y="6640950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87" name="矩形 786">
                <a:extLst>
                  <a:ext uri="{FF2B5EF4-FFF2-40B4-BE49-F238E27FC236}">
                    <a16:creationId xmlns:a16="http://schemas.microsoft.com/office/drawing/2014/main" id="{F6E9DE8F-0525-2639-32F9-74AC7885416F}"/>
                  </a:ext>
                </a:extLst>
              </p:cNvPr>
              <p:cNvSpPr/>
              <p:nvPr/>
            </p:nvSpPr>
            <p:spPr>
              <a:xfrm>
                <a:off x="3656465" y="6773574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88" name="矩形 787">
                <a:extLst>
                  <a:ext uri="{FF2B5EF4-FFF2-40B4-BE49-F238E27FC236}">
                    <a16:creationId xmlns:a16="http://schemas.microsoft.com/office/drawing/2014/main" id="{BDD97986-D6E6-AB67-0C22-F2D771BCA675}"/>
                  </a:ext>
                </a:extLst>
              </p:cNvPr>
              <p:cNvSpPr/>
              <p:nvPr/>
            </p:nvSpPr>
            <p:spPr>
              <a:xfrm>
                <a:off x="3811875" y="6773574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89" name="矩形 788">
                <a:extLst>
                  <a:ext uri="{FF2B5EF4-FFF2-40B4-BE49-F238E27FC236}">
                    <a16:creationId xmlns:a16="http://schemas.microsoft.com/office/drawing/2014/main" id="{C0FBDF0B-8ECB-3BAF-1C7D-47955022CF90}"/>
                  </a:ext>
                </a:extLst>
              </p:cNvPr>
              <p:cNvSpPr/>
              <p:nvPr/>
            </p:nvSpPr>
            <p:spPr>
              <a:xfrm>
                <a:off x="3967285" y="6773574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90" name="矩形 789">
                <a:extLst>
                  <a:ext uri="{FF2B5EF4-FFF2-40B4-BE49-F238E27FC236}">
                    <a16:creationId xmlns:a16="http://schemas.microsoft.com/office/drawing/2014/main" id="{ACBBAB36-EA99-FE9B-6566-BF04EDFA5DFB}"/>
                  </a:ext>
                </a:extLst>
              </p:cNvPr>
              <p:cNvSpPr/>
              <p:nvPr/>
            </p:nvSpPr>
            <p:spPr>
              <a:xfrm>
                <a:off x="4122695" y="6773574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91" name="矩形 790">
                <a:extLst>
                  <a:ext uri="{FF2B5EF4-FFF2-40B4-BE49-F238E27FC236}">
                    <a16:creationId xmlns:a16="http://schemas.microsoft.com/office/drawing/2014/main" id="{F24F102E-A089-C00D-C2F3-B476A48CE0FC}"/>
                  </a:ext>
                </a:extLst>
              </p:cNvPr>
              <p:cNvSpPr/>
              <p:nvPr/>
            </p:nvSpPr>
            <p:spPr>
              <a:xfrm>
                <a:off x="3656357" y="690625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92" name="矩形 791">
                <a:extLst>
                  <a:ext uri="{FF2B5EF4-FFF2-40B4-BE49-F238E27FC236}">
                    <a16:creationId xmlns:a16="http://schemas.microsoft.com/office/drawing/2014/main" id="{4CD2B1A6-FF65-C5CB-9EBA-C49F50F866A9}"/>
                  </a:ext>
                </a:extLst>
              </p:cNvPr>
              <p:cNvSpPr/>
              <p:nvPr/>
            </p:nvSpPr>
            <p:spPr>
              <a:xfrm>
                <a:off x="3811767" y="690625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93" name="矩形 792">
                <a:extLst>
                  <a:ext uri="{FF2B5EF4-FFF2-40B4-BE49-F238E27FC236}">
                    <a16:creationId xmlns:a16="http://schemas.microsoft.com/office/drawing/2014/main" id="{2913C4CE-DF64-55FF-FFDC-FA2CEF374694}"/>
                  </a:ext>
                </a:extLst>
              </p:cNvPr>
              <p:cNvSpPr/>
              <p:nvPr/>
            </p:nvSpPr>
            <p:spPr>
              <a:xfrm>
                <a:off x="3967177" y="690625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94" name="矩形 793">
                <a:extLst>
                  <a:ext uri="{FF2B5EF4-FFF2-40B4-BE49-F238E27FC236}">
                    <a16:creationId xmlns:a16="http://schemas.microsoft.com/office/drawing/2014/main" id="{DEE8AA3D-2347-B240-A0EA-8FDF55A28393}"/>
                  </a:ext>
                </a:extLst>
              </p:cNvPr>
              <p:cNvSpPr/>
              <p:nvPr/>
            </p:nvSpPr>
            <p:spPr>
              <a:xfrm>
                <a:off x="4122587" y="690625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95" name="矩形 794">
                <a:extLst>
                  <a:ext uri="{FF2B5EF4-FFF2-40B4-BE49-F238E27FC236}">
                    <a16:creationId xmlns:a16="http://schemas.microsoft.com/office/drawing/2014/main" id="{1BF5D4DB-8C5F-4410-B86C-0B155078CF4E}"/>
                  </a:ext>
                </a:extLst>
              </p:cNvPr>
              <p:cNvSpPr/>
              <p:nvPr/>
            </p:nvSpPr>
            <p:spPr>
              <a:xfrm>
                <a:off x="3656357" y="7038879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96" name="矩形 795">
                <a:extLst>
                  <a:ext uri="{FF2B5EF4-FFF2-40B4-BE49-F238E27FC236}">
                    <a16:creationId xmlns:a16="http://schemas.microsoft.com/office/drawing/2014/main" id="{C9C9A8F8-3D2E-F654-F91F-D96F42C3BAC0}"/>
                  </a:ext>
                </a:extLst>
              </p:cNvPr>
              <p:cNvSpPr/>
              <p:nvPr/>
            </p:nvSpPr>
            <p:spPr>
              <a:xfrm>
                <a:off x="3811767" y="7038879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97" name="矩形 796">
                <a:extLst>
                  <a:ext uri="{FF2B5EF4-FFF2-40B4-BE49-F238E27FC236}">
                    <a16:creationId xmlns:a16="http://schemas.microsoft.com/office/drawing/2014/main" id="{1C11802B-E28D-50DF-2301-86AC965A5499}"/>
                  </a:ext>
                </a:extLst>
              </p:cNvPr>
              <p:cNvSpPr/>
              <p:nvPr/>
            </p:nvSpPr>
            <p:spPr>
              <a:xfrm>
                <a:off x="3967177" y="7038879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98" name="矩形 797">
                <a:extLst>
                  <a:ext uri="{FF2B5EF4-FFF2-40B4-BE49-F238E27FC236}">
                    <a16:creationId xmlns:a16="http://schemas.microsoft.com/office/drawing/2014/main" id="{934504A8-09BF-FB07-8E96-10CB13E999CD}"/>
                  </a:ext>
                </a:extLst>
              </p:cNvPr>
              <p:cNvSpPr/>
              <p:nvPr/>
            </p:nvSpPr>
            <p:spPr>
              <a:xfrm>
                <a:off x="4122587" y="7038879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99" name="矩形 798">
                <a:extLst>
                  <a:ext uri="{FF2B5EF4-FFF2-40B4-BE49-F238E27FC236}">
                    <a16:creationId xmlns:a16="http://schemas.microsoft.com/office/drawing/2014/main" id="{30A3AB1B-EF22-F0C3-3167-5BB1D629BD25}"/>
                  </a:ext>
                </a:extLst>
              </p:cNvPr>
              <p:cNvSpPr/>
              <p:nvPr/>
            </p:nvSpPr>
            <p:spPr>
              <a:xfrm>
                <a:off x="3656357" y="650768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00" name="矩形 799">
                <a:extLst>
                  <a:ext uri="{FF2B5EF4-FFF2-40B4-BE49-F238E27FC236}">
                    <a16:creationId xmlns:a16="http://schemas.microsoft.com/office/drawing/2014/main" id="{C0234835-ED42-BF2D-5C66-3B960BEC1213}"/>
                  </a:ext>
                </a:extLst>
              </p:cNvPr>
              <p:cNvSpPr/>
              <p:nvPr/>
            </p:nvSpPr>
            <p:spPr>
              <a:xfrm>
                <a:off x="3811767" y="650768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01" name="矩形 800">
                <a:extLst>
                  <a:ext uri="{FF2B5EF4-FFF2-40B4-BE49-F238E27FC236}">
                    <a16:creationId xmlns:a16="http://schemas.microsoft.com/office/drawing/2014/main" id="{BBE62DFD-E8C5-38F9-36BF-E9B11ABA6791}"/>
                  </a:ext>
                </a:extLst>
              </p:cNvPr>
              <p:cNvSpPr/>
              <p:nvPr/>
            </p:nvSpPr>
            <p:spPr>
              <a:xfrm>
                <a:off x="3967177" y="650768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02" name="矩形 801">
                <a:extLst>
                  <a:ext uri="{FF2B5EF4-FFF2-40B4-BE49-F238E27FC236}">
                    <a16:creationId xmlns:a16="http://schemas.microsoft.com/office/drawing/2014/main" id="{B58F8841-7D44-73DF-AF2E-BC57C9047482}"/>
                  </a:ext>
                </a:extLst>
              </p:cNvPr>
              <p:cNvSpPr/>
              <p:nvPr/>
            </p:nvSpPr>
            <p:spPr>
              <a:xfrm>
                <a:off x="4122587" y="650768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691" name="组合 690">
            <a:extLst>
              <a:ext uri="{FF2B5EF4-FFF2-40B4-BE49-F238E27FC236}">
                <a16:creationId xmlns:a16="http://schemas.microsoft.com/office/drawing/2014/main" id="{FA3E5FB0-4356-8C29-EE19-1DC6124B1895}"/>
              </a:ext>
            </a:extLst>
          </p:cNvPr>
          <p:cNvGrpSpPr/>
          <p:nvPr/>
        </p:nvGrpSpPr>
        <p:grpSpPr>
          <a:xfrm>
            <a:off x="5787417" y="6074232"/>
            <a:ext cx="621640" cy="663817"/>
            <a:chOff x="5040167" y="6521415"/>
            <a:chExt cx="621640" cy="663817"/>
          </a:xfrm>
        </p:grpSpPr>
        <p:sp>
          <p:nvSpPr>
            <p:cNvPr id="692" name="矩形 1174">
              <a:extLst>
                <a:ext uri="{FF2B5EF4-FFF2-40B4-BE49-F238E27FC236}">
                  <a16:creationId xmlns:a16="http://schemas.microsoft.com/office/drawing/2014/main" id="{A9D82052-17EF-F950-C899-F48CA27C59D2}"/>
                </a:ext>
              </a:extLst>
            </p:cNvPr>
            <p:cNvSpPr/>
            <p:nvPr/>
          </p:nvSpPr>
          <p:spPr>
            <a:xfrm rot="10800000">
              <a:off x="5041542" y="6760560"/>
              <a:ext cx="618706" cy="201627"/>
            </a:xfrm>
            <a:custGeom>
              <a:avLst/>
              <a:gdLst>
                <a:gd name="connsiteX0" fmla="*/ 0 w 595706"/>
                <a:gd name="connsiteY0" fmla="*/ 0 h 92965"/>
                <a:gd name="connsiteX1" fmla="*/ 595706 w 595706"/>
                <a:gd name="connsiteY1" fmla="*/ 0 h 92965"/>
                <a:gd name="connsiteX2" fmla="*/ 595706 w 595706"/>
                <a:gd name="connsiteY2" fmla="*/ 92965 h 92965"/>
                <a:gd name="connsiteX3" fmla="*/ 0 w 595706"/>
                <a:gd name="connsiteY3" fmla="*/ 92965 h 92965"/>
                <a:gd name="connsiteX4" fmla="*/ 0 w 595706"/>
                <a:gd name="connsiteY4" fmla="*/ 0 h 92965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1422 w 594406"/>
                <a:gd name="connsiteY0" fmla="*/ 21376 h 135147"/>
                <a:gd name="connsiteX1" fmla="*/ 594406 w 594406"/>
                <a:gd name="connsiteY1" fmla="*/ 0 h 135147"/>
                <a:gd name="connsiteX2" fmla="*/ 594406 w 594406"/>
                <a:gd name="connsiteY2" fmla="*/ 92965 h 135147"/>
                <a:gd name="connsiteX3" fmla="*/ 61 w 594406"/>
                <a:gd name="connsiteY3" fmla="*/ 135147 h 135147"/>
                <a:gd name="connsiteX4" fmla="*/ 1422 w 594406"/>
                <a:gd name="connsiteY4" fmla="*/ 21376 h 135147"/>
                <a:gd name="connsiteX0" fmla="*/ 1422 w 594406"/>
                <a:gd name="connsiteY0" fmla="*/ 15599 h 135147"/>
                <a:gd name="connsiteX1" fmla="*/ 594406 w 594406"/>
                <a:gd name="connsiteY1" fmla="*/ 0 h 135147"/>
                <a:gd name="connsiteX2" fmla="*/ 594406 w 594406"/>
                <a:gd name="connsiteY2" fmla="*/ 92965 h 135147"/>
                <a:gd name="connsiteX3" fmla="*/ 61 w 594406"/>
                <a:gd name="connsiteY3" fmla="*/ 135147 h 135147"/>
                <a:gd name="connsiteX4" fmla="*/ 1422 w 594406"/>
                <a:gd name="connsiteY4" fmla="*/ 15599 h 135147"/>
                <a:gd name="connsiteX0" fmla="*/ 131 w 594476"/>
                <a:gd name="connsiteY0" fmla="*/ 4622 h 135147"/>
                <a:gd name="connsiteX1" fmla="*/ 594476 w 594476"/>
                <a:gd name="connsiteY1" fmla="*/ 0 h 135147"/>
                <a:gd name="connsiteX2" fmla="*/ 594476 w 594476"/>
                <a:gd name="connsiteY2" fmla="*/ 92965 h 135147"/>
                <a:gd name="connsiteX3" fmla="*/ 131 w 594476"/>
                <a:gd name="connsiteY3" fmla="*/ 135147 h 135147"/>
                <a:gd name="connsiteX4" fmla="*/ 131 w 594476"/>
                <a:gd name="connsiteY4" fmla="*/ 4622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22423 h 139660"/>
                <a:gd name="connsiteX1" fmla="*/ 595706 w 595706"/>
                <a:gd name="connsiteY1" fmla="*/ 4513 h 139660"/>
                <a:gd name="connsiteX2" fmla="*/ 595706 w 595706"/>
                <a:gd name="connsiteY2" fmla="*/ 97478 h 139660"/>
                <a:gd name="connsiteX3" fmla="*/ 1361 w 595706"/>
                <a:gd name="connsiteY3" fmla="*/ 139660 h 139660"/>
                <a:gd name="connsiteX4" fmla="*/ 0 w 595706"/>
                <a:gd name="connsiteY4" fmla="*/ 22423 h 139660"/>
                <a:gd name="connsiteX0" fmla="*/ 0 w 595706"/>
                <a:gd name="connsiteY0" fmla="*/ 26413 h 143650"/>
                <a:gd name="connsiteX1" fmla="*/ 595706 w 595706"/>
                <a:gd name="connsiteY1" fmla="*/ 8503 h 143650"/>
                <a:gd name="connsiteX2" fmla="*/ 595706 w 595706"/>
                <a:gd name="connsiteY2" fmla="*/ 101468 h 143650"/>
                <a:gd name="connsiteX3" fmla="*/ 1361 w 595706"/>
                <a:gd name="connsiteY3" fmla="*/ 143650 h 143650"/>
                <a:gd name="connsiteX4" fmla="*/ 0 w 595706"/>
                <a:gd name="connsiteY4" fmla="*/ 26413 h 143650"/>
                <a:gd name="connsiteX0" fmla="*/ 0 w 595706"/>
                <a:gd name="connsiteY0" fmla="*/ 21286 h 138523"/>
                <a:gd name="connsiteX1" fmla="*/ 595706 w 595706"/>
                <a:gd name="connsiteY1" fmla="*/ 3376 h 138523"/>
                <a:gd name="connsiteX2" fmla="*/ 595706 w 595706"/>
                <a:gd name="connsiteY2" fmla="*/ 96341 h 138523"/>
                <a:gd name="connsiteX3" fmla="*/ 1361 w 595706"/>
                <a:gd name="connsiteY3" fmla="*/ 138523 h 138523"/>
                <a:gd name="connsiteX4" fmla="*/ 0 w 595706"/>
                <a:gd name="connsiteY4" fmla="*/ 21286 h 138523"/>
                <a:gd name="connsiteX0" fmla="*/ 0 w 595706"/>
                <a:gd name="connsiteY0" fmla="*/ 22534 h 139771"/>
                <a:gd name="connsiteX1" fmla="*/ 595706 w 595706"/>
                <a:gd name="connsiteY1" fmla="*/ 4624 h 139771"/>
                <a:gd name="connsiteX2" fmla="*/ 595706 w 595706"/>
                <a:gd name="connsiteY2" fmla="*/ 97589 h 139771"/>
                <a:gd name="connsiteX3" fmla="*/ 1361 w 595706"/>
                <a:gd name="connsiteY3" fmla="*/ 139771 h 139771"/>
                <a:gd name="connsiteX4" fmla="*/ 0 w 595706"/>
                <a:gd name="connsiteY4" fmla="*/ 22534 h 139771"/>
                <a:gd name="connsiteX0" fmla="*/ 0 w 595706"/>
                <a:gd name="connsiteY0" fmla="*/ 23494 h 140731"/>
                <a:gd name="connsiteX1" fmla="*/ 595706 w 595706"/>
                <a:gd name="connsiteY1" fmla="*/ 2118 h 140731"/>
                <a:gd name="connsiteX2" fmla="*/ 595706 w 595706"/>
                <a:gd name="connsiteY2" fmla="*/ 98549 h 140731"/>
                <a:gd name="connsiteX3" fmla="*/ 1361 w 595706"/>
                <a:gd name="connsiteY3" fmla="*/ 140731 h 140731"/>
                <a:gd name="connsiteX4" fmla="*/ 0 w 595706"/>
                <a:gd name="connsiteY4" fmla="*/ 23494 h 140731"/>
                <a:gd name="connsiteX0" fmla="*/ 0 w 595706"/>
                <a:gd name="connsiteY0" fmla="*/ 23494 h 140731"/>
                <a:gd name="connsiteX1" fmla="*/ 595706 w 595706"/>
                <a:gd name="connsiteY1" fmla="*/ 2118 h 140731"/>
                <a:gd name="connsiteX2" fmla="*/ 595706 w 595706"/>
                <a:gd name="connsiteY2" fmla="*/ 98549 h 140731"/>
                <a:gd name="connsiteX3" fmla="*/ 1361 w 595706"/>
                <a:gd name="connsiteY3" fmla="*/ 140731 h 140731"/>
                <a:gd name="connsiteX4" fmla="*/ 0 w 595706"/>
                <a:gd name="connsiteY4" fmla="*/ 23494 h 140731"/>
                <a:gd name="connsiteX0" fmla="*/ 0 w 595706"/>
                <a:gd name="connsiteY0" fmla="*/ 25030 h 142267"/>
                <a:gd name="connsiteX1" fmla="*/ 595706 w 595706"/>
                <a:gd name="connsiteY1" fmla="*/ 3654 h 142267"/>
                <a:gd name="connsiteX2" fmla="*/ 595706 w 595706"/>
                <a:gd name="connsiteY2" fmla="*/ 100085 h 142267"/>
                <a:gd name="connsiteX3" fmla="*/ 1361 w 595706"/>
                <a:gd name="connsiteY3" fmla="*/ 142267 h 142267"/>
                <a:gd name="connsiteX4" fmla="*/ 0 w 595706"/>
                <a:gd name="connsiteY4" fmla="*/ 25030 h 142267"/>
                <a:gd name="connsiteX0" fmla="*/ 0 w 595706"/>
                <a:gd name="connsiteY0" fmla="*/ 22091 h 139328"/>
                <a:gd name="connsiteX1" fmla="*/ 595706 w 595706"/>
                <a:gd name="connsiteY1" fmla="*/ 715 h 139328"/>
                <a:gd name="connsiteX2" fmla="*/ 595706 w 595706"/>
                <a:gd name="connsiteY2" fmla="*/ 97146 h 139328"/>
                <a:gd name="connsiteX3" fmla="*/ 1361 w 595706"/>
                <a:gd name="connsiteY3" fmla="*/ 139328 h 139328"/>
                <a:gd name="connsiteX4" fmla="*/ 0 w 595706"/>
                <a:gd name="connsiteY4" fmla="*/ 22091 h 139328"/>
                <a:gd name="connsiteX0" fmla="*/ 0 w 595706"/>
                <a:gd name="connsiteY0" fmla="*/ 23573 h 140810"/>
                <a:gd name="connsiteX1" fmla="*/ 595706 w 595706"/>
                <a:gd name="connsiteY1" fmla="*/ 2197 h 140810"/>
                <a:gd name="connsiteX2" fmla="*/ 595706 w 595706"/>
                <a:gd name="connsiteY2" fmla="*/ 98628 h 140810"/>
                <a:gd name="connsiteX3" fmla="*/ 1361 w 595706"/>
                <a:gd name="connsiteY3" fmla="*/ 140810 h 140810"/>
                <a:gd name="connsiteX4" fmla="*/ 0 w 595706"/>
                <a:gd name="connsiteY4" fmla="*/ 23573 h 140810"/>
                <a:gd name="connsiteX0" fmla="*/ 0 w 595706"/>
                <a:gd name="connsiteY0" fmla="*/ 21908 h 139145"/>
                <a:gd name="connsiteX1" fmla="*/ 595706 w 595706"/>
                <a:gd name="connsiteY1" fmla="*/ 532 h 139145"/>
                <a:gd name="connsiteX2" fmla="*/ 595706 w 595706"/>
                <a:gd name="connsiteY2" fmla="*/ 96963 h 139145"/>
                <a:gd name="connsiteX3" fmla="*/ 1361 w 595706"/>
                <a:gd name="connsiteY3" fmla="*/ 139145 h 139145"/>
                <a:gd name="connsiteX4" fmla="*/ 0 w 595706"/>
                <a:gd name="connsiteY4" fmla="*/ 21908 h 139145"/>
                <a:gd name="connsiteX0" fmla="*/ 0 w 595706"/>
                <a:gd name="connsiteY0" fmla="*/ 23863 h 141100"/>
                <a:gd name="connsiteX1" fmla="*/ 595706 w 595706"/>
                <a:gd name="connsiteY1" fmla="*/ 2487 h 141100"/>
                <a:gd name="connsiteX2" fmla="*/ 595706 w 595706"/>
                <a:gd name="connsiteY2" fmla="*/ 98918 h 141100"/>
                <a:gd name="connsiteX3" fmla="*/ 1361 w 595706"/>
                <a:gd name="connsiteY3" fmla="*/ 141100 h 141100"/>
                <a:gd name="connsiteX4" fmla="*/ 0 w 595706"/>
                <a:gd name="connsiteY4" fmla="*/ 23863 h 141100"/>
                <a:gd name="connsiteX0" fmla="*/ 0 w 595706"/>
                <a:gd name="connsiteY0" fmla="*/ 24472 h 141709"/>
                <a:gd name="connsiteX1" fmla="*/ 595706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0 w 595706"/>
                <a:gd name="connsiteY0" fmla="*/ 24267 h 141504"/>
                <a:gd name="connsiteX1" fmla="*/ 595706 w 595706"/>
                <a:gd name="connsiteY1" fmla="*/ 2891 h 141504"/>
                <a:gd name="connsiteX2" fmla="*/ 595706 w 595706"/>
                <a:gd name="connsiteY2" fmla="*/ 99322 h 141504"/>
                <a:gd name="connsiteX3" fmla="*/ 1361 w 595706"/>
                <a:gd name="connsiteY3" fmla="*/ 141504 h 141504"/>
                <a:gd name="connsiteX4" fmla="*/ 0 w 595706"/>
                <a:gd name="connsiteY4" fmla="*/ 24267 h 141504"/>
                <a:gd name="connsiteX0" fmla="*/ 0 w 595706"/>
                <a:gd name="connsiteY0" fmla="*/ 24472 h 141709"/>
                <a:gd name="connsiteX1" fmla="*/ 595706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0 w 595706"/>
                <a:gd name="connsiteY0" fmla="*/ 24472 h 141709"/>
                <a:gd name="connsiteX1" fmla="*/ 594353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124 w 595830"/>
                <a:gd name="connsiteY0" fmla="*/ 24472 h 141709"/>
                <a:gd name="connsiteX1" fmla="*/ 594477 w 595830"/>
                <a:gd name="connsiteY1" fmla="*/ 3096 h 141709"/>
                <a:gd name="connsiteX2" fmla="*/ 595830 w 595830"/>
                <a:gd name="connsiteY2" fmla="*/ 99527 h 141709"/>
                <a:gd name="connsiteX3" fmla="*/ 131 w 595830"/>
                <a:gd name="connsiteY3" fmla="*/ 141709 h 141709"/>
                <a:gd name="connsiteX4" fmla="*/ 124 w 595830"/>
                <a:gd name="connsiteY4" fmla="*/ 24472 h 141709"/>
                <a:gd name="connsiteX0" fmla="*/ 124 w 597179"/>
                <a:gd name="connsiteY0" fmla="*/ 25207 h 142444"/>
                <a:gd name="connsiteX1" fmla="*/ 597179 w 597179"/>
                <a:gd name="connsiteY1" fmla="*/ 481 h 142444"/>
                <a:gd name="connsiteX2" fmla="*/ 595830 w 597179"/>
                <a:gd name="connsiteY2" fmla="*/ 100262 h 142444"/>
                <a:gd name="connsiteX3" fmla="*/ 131 w 597179"/>
                <a:gd name="connsiteY3" fmla="*/ 142444 h 142444"/>
                <a:gd name="connsiteX4" fmla="*/ 124 w 597179"/>
                <a:gd name="connsiteY4" fmla="*/ 25207 h 142444"/>
                <a:gd name="connsiteX0" fmla="*/ 124 w 595889"/>
                <a:gd name="connsiteY0" fmla="*/ 25842 h 143079"/>
                <a:gd name="connsiteX1" fmla="*/ 594477 w 595889"/>
                <a:gd name="connsiteY1" fmla="*/ 0 h 143079"/>
                <a:gd name="connsiteX2" fmla="*/ 595830 w 595889"/>
                <a:gd name="connsiteY2" fmla="*/ 100897 h 143079"/>
                <a:gd name="connsiteX3" fmla="*/ 131 w 595889"/>
                <a:gd name="connsiteY3" fmla="*/ 143079 h 143079"/>
                <a:gd name="connsiteX4" fmla="*/ 124 w 595889"/>
                <a:gd name="connsiteY4" fmla="*/ 25842 h 143079"/>
                <a:gd name="connsiteX0" fmla="*/ 124 w 595889"/>
                <a:gd name="connsiteY0" fmla="*/ 24713 h 141950"/>
                <a:gd name="connsiteX1" fmla="*/ 594477 w 595889"/>
                <a:gd name="connsiteY1" fmla="*/ 2221 h 141950"/>
                <a:gd name="connsiteX2" fmla="*/ 595830 w 595889"/>
                <a:gd name="connsiteY2" fmla="*/ 99768 h 141950"/>
                <a:gd name="connsiteX3" fmla="*/ 131 w 595889"/>
                <a:gd name="connsiteY3" fmla="*/ 141950 h 141950"/>
                <a:gd name="connsiteX4" fmla="*/ 124 w 595889"/>
                <a:gd name="connsiteY4" fmla="*/ 24713 h 141950"/>
                <a:gd name="connsiteX0" fmla="*/ 124 w 595959"/>
                <a:gd name="connsiteY0" fmla="*/ 24713 h 141950"/>
                <a:gd name="connsiteX1" fmla="*/ 595828 w 595959"/>
                <a:gd name="connsiteY1" fmla="*/ 2221 h 141950"/>
                <a:gd name="connsiteX2" fmla="*/ 595830 w 595959"/>
                <a:gd name="connsiteY2" fmla="*/ 99768 h 141950"/>
                <a:gd name="connsiteX3" fmla="*/ 131 w 595959"/>
                <a:gd name="connsiteY3" fmla="*/ 141950 h 141950"/>
                <a:gd name="connsiteX4" fmla="*/ 124 w 595959"/>
                <a:gd name="connsiteY4" fmla="*/ 24713 h 141950"/>
                <a:gd name="connsiteX0" fmla="*/ 124 w 595959"/>
                <a:gd name="connsiteY0" fmla="*/ 24925 h 142162"/>
                <a:gd name="connsiteX1" fmla="*/ 595828 w 595959"/>
                <a:gd name="connsiteY1" fmla="*/ 2433 h 142162"/>
                <a:gd name="connsiteX2" fmla="*/ 595830 w 595959"/>
                <a:gd name="connsiteY2" fmla="*/ 99980 h 142162"/>
                <a:gd name="connsiteX3" fmla="*/ 131 w 595959"/>
                <a:gd name="connsiteY3" fmla="*/ 142162 h 142162"/>
                <a:gd name="connsiteX4" fmla="*/ 124 w 595959"/>
                <a:gd name="connsiteY4" fmla="*/ 24925 h 142162"/>
                <a:gd name="connsiteX0" fmla="*/ 124 w 595959"/>
                <a:gd name="connsiteY0" fmla="*/ 22492 h 139729"/>
                <a:gd name="connsiteX1" fmla="*/ 595828 w 595959"/>
                <a:gd name="connsiteY1" fmla="*/ 0 h 139729"/>
                <a:gd name="connsiteX2" fmla="*/ 595830 w 595959"/>
                <a:gd name="connsiteY2" fmla="*/ 97547 h 139729"/>
                <a:gd name="connsiteX3" fmla="*/ 131 w 595959"/>
                <a:gd name="connsiteY3" fmla="*/ 139729 h 139729"/>
                <a:gd name="connsiteX4" fmla="*/ 124 w 595959"/>
                <a:gd name="connsiteY4" fmla="*/ 22492 h 139729"/>
                <a:gd name="connsiteX0" fmla="*/ 124 w 595959"/>
                <a:gd name="connsiteY0" fmla="*/ 25585 h 142822"/>
                <a:gd name="connsiteX1" fmla="*/ 595828 w 595959"/>
                <a:gd name="connsiteY1" fmla="*/ 3093 h 142822"/>
                <a:gd name="connsiteX2" fmla="*/ 595830 w 595959"/>
                <a:gd name="connsiteY2" fmla="*/ 100640 h 142822"/>
                <a:gd name="connsiteX3" fmla="*/ 131 w 595959"/>
                <a:gd name="connsiteY3" fmla="*/ 142822 h 142822"/>
                <a:gd name="connsiteX4" fmla="*/ 124 w 595959"/>
                <a:gd name="connsiteY4" fmla="*/ 25585 h 142822"/>
                <a:gd name="connsiteX0" fmla="*/ 124 w 595959"/>
                <a:gd name="connsiteY0" fmla="*/ 25585 h 142822"/>
                <a:gd name="connsiteX1" fmla="*/ 595828 w 595959"/>
                <a:gd name="connsiteY1" fmla="*/ 3093 h 142822"/>
                <a:gd name="connsiteX2" fmla="*/ 595830 w 595959"/>
                <a:gd name="connsiteY2" fmla="*/ 100640 h 142822"/>
                <a:gd name="connsiteX3" fmla="*/ 131 w 595959"/>
                <a:gd name="connsiteY3" fmla="*/ 142822 h 142822"/>
                <a:gd name="connsiteX4" fmla="*/ 124 w 595959"/>
                <a:gd name="connsiteY4" fmla="*/ 25585 h 142822"/>
                <a:gd name="connsiteX0" fmla="*/ 124 w 595959"/>
                <a:gd name="connsiteY0" fmla="*/ 26512 h 143749"/>
                <a:gd name="connsiteX1" fmla="*/ 595828 w 595959"/>
                <a:gd name="connsiteY1" fmla="*/ 4020 h 143749"/>
                <a:gd name="connsiteX2" fmla="*/ 595830 w 595959"/>
                <a:gd name="connsiteY2" fmla="*/ 101567 h 143749"/>
                <a:gd name="connsiteX3" fmla="*/ 131 w 595959"/>
                <a:gd name="connsiteY3" fmla="*/ 143749 h 143749"/>
                <a:gd name="connsiteX4" fmla="*/ 124 w 595959"/>
                <a:gd name="connsiteY4" fmla="*/ 26512 h 143749"/>
                <a:gd name="connsiteX0" fmla="*/ 124 w 595959"/>
                <a:gd name="connsiteY0" fmla="*/ 26512 h 143749"/>
                <a:gd name="connsiteX1" fmla="*/ 595828 w 595959"/>
                <a:gd name="connsiteY1" fmla="*/ 4020 h 143749"/>
                <a:gd name="connsiteX2" fmla="*/ 595830 w 595959"/>
                <a:gd name="connsiteY2" fmla="*/ 101567 h 143749"/>
                <a:gd name="connsiteX3" fmla="*/ 131 w 595959"/>
                <a:gd name="connsiteY3" fmla="*/ 143749 h 143749"/>
                <a:gd name="connsiteX4" fmla="*/ 124 w 595959"/>
                <a:gd name="connsiteY4" fmla="*/ 26512 h 143749"/>
                <a:gd name="connsiteX0" fmla="*/ 124 w 595959"/>
                <a:gd name="connsiteY0" fmla="*/ 28496 h 145733"/>
                <a:gd name="connsiteX1" fmla="*/ 595828 w 595959"/>
                <a:gd name="connsiteY1" fmla="*/ 6004 h 145733"/>
                <a:gd name="connsiteX2" fmla="*/ 595830 w 595959"/>
                <a:gd name="connsiteY2" fmla="*/ 103551 h 145733"/>
                <a:gd name="connsiteX3" fmla="*/ 131 w 595959"/>
                <a:gd name="connsiteY3" fmla="*/ 145733 h 145733"/>
                <a:gd name="connsiteX4" fmla="*/ 124 w 595959"/>
                <a:gd name="connsiteY4" fmla="*/ 28496 h 14573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856"/>
                <a:gd name="connsiteY0" fmla="*/ 41841 h 159078"/>
                <a:gd name="connsiteX1" fmla="*/ 591261 w 595856"/>
                <a:gd name="connsiteY1" fmla="*/ 0 h 159078"/>
                <a:gd name="connsiteX2" fmla="*/ 595830 w 595856"/>
                <a:gd name="connsiteY2" fmla="*/ 116896 h 159078"/>
                <a:gd name="connsiteX3" fmla="*/ 131 w 595856"/>
                <a:gd name="connsiteY3" fmla="*/ 159078 h 159078"/>
                <a:gd name="connsiteX4" fmla="*/ 124 w 595856"/>
                <a:gd name="connsiteY4" fmla="*/ 41841 h 159078"/>
                <a:gd name="connsiteX0" fmla="*/ 124 w 595959"/>
                <a:gd name="connsiteY0" fmla="*/ 41841 h 159078"/>
                <a:gd name="connsiteX1" fmla="*/ 595828 w 595959"/>
                <a:gd name="connsiteY1" fmla="*/ 0 h 159078"/>
                <a:gd name="connsiteX2" fmla="*/ 595830 w 595959"/>
                <a:gd name="connsiteY2" fmla="*/ 116896 h 159078"/>
                <a:gd name="connsiteX3" fmla="*/ 131 w 595959"/>
                <a:gd name="connsiteY3" fmla="*/ 159078 h 159078"/>
                <a:gd name="connsiteX4" fmla="*/ 124 w 595959"/>
                <a:gd name="connsiteY4" fmla="*/ 41841 h 159078"/>
                <a:gd name="connsiteX0" fmla="*/ 124 w 597349"/>
                <a:gd name="connsiteY0" fmla="*/ 42378 h 159615"/>
                <a:gd name="connsiteX1" fmla="*/ 597349 w 597349"/>
                <a:gd name="connsiteY1" fmla="*/ 0 h 159615"/>
                <a:gd name="connsiteX2" fmla="*/ 595830 w 597349"/>
                <a:gd name="connsiteY2" fmla="*/ 117433 h 159615"/>
                <a:gd name="connsiteX3" fmla="*/ 131 w 597349"/>
                <a:gd name="connsiteY3" fmla="*/ 159615 h 159615"/>
                <a:gd name="connsiteX4" fmla="*/ 124 w 597349"/>
                <a:gd name="connsiteY4" fmla="*/ 42378 h 159615"/>
                <a:gd name="connsiteX0" fmla="*/ 124 w 600443"/>
                <a:gd name="connsiteY0" fmla="*/ 42378 h 159615"/>
                <a:gd name="connsiteX1" fmla="*/ 597349 w 600443"/>
                <a:gd name="connsiteY1" fmla="*/ 0 h 159615"/>
                <a:gd name="connsiteX2" fmla="*/ 600408 w 600443"/>
                <a:gd name="connsiteY2" fmla="*/ 117433 h 159615"/>
                <a:gd name="connsiteX3" fmla="*/ 131 w 600443"/>
                <a:gd name="connsiteY3" fmla="*/ 159615 h 159615"/>
                <a:gd name="connsiteX4" fmla="*/ 124 w 600443"/>
                <a:gd name="connsiteY4" fmla="*/ 42378 h 159615"/>
                <a:gd name="connsiteX0" fmla="*/ 124 w 600537"/>
                <a:gd name="connsiteY0" fmla="*/ 42378 h 159615"/>
                <a:gd name="connsiteX1" fmla="*/ 600401 w 600537"/>
                <a:gd name="connsiteY1" fmla="*/ 0 h 159615"/>
                <a:gd name="connsiteX2" fmla="*/ 600408 w 600537"/>
                <a:gd name="connsiteY2" fmla="*/ 117433 h 159615"/>
                <a:gd name="connsiteX3" fmla="*/ 131 w 600537"/>
                <a:gd name="connsiteY3" fmla="*/ 159615 h 159615"/>
                <a:gd name="connsiteX4" fmla="*/ 124 w 600537"/>
                <a:gd name="connsiteY4" fmla="*/ 42378 h 159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0537" h="159615">
                  <a:moveTo>
                    <a:pt x="124" y="42378"/>
                  </a:moveTo>
                  <a:cubicBezTo>
                    <a:pt x="296414" y="-50243"/>
                    <a:pt x="418111" y="75773"/>
                    <a:pt x="600401" y="0"/>
                  </a:cubicBezTo>
                  <a:cubicBezTo>
                    <a:pt x="599951" y="33260"/>
                    <a:pt x="600858" y="84173"/>
                    <a:pt x="600408" y="117433"/>
                  </a:cubicBezTo>
                  <a:cubicBezTo>
                    <a:pt x="395490" y="192726"/>
                    <a:pt x="285331" y="62551"/>
                    <a:pt x="131" y="159615"/>
                  </a:cubicBezTo>
                  <a:cubicBezTo>
                    <a:pt x="-323" y="114566"/>
                    <a:pt x="578" y="87427"/>
                    <a:pt x="124" y="42378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93" name="矩形 1174">
              <a:extLst>
                <a:ext uri="{FF2B5EF4-FFF2-40B4-BE49-F238E27FC236}">
                  <a16:creationId xmlns:a16="http://schemas.microsoft.com/office/drawing/2014/main" id="{09144DBE-A832-0E0F-07AE-92C36A54707D}"/>
                </a:ext>
              </a:extLst>
            </p:cNvPr>
            <p:cNvSpPr/>
            <p:nvPr/>
          </p:nvSpPr>
          <p:spPr>
            <a:xfrm rot="10800000">
              <a:off x="5041542" y="6890402"/>
              <a:ext cx="618706" cy="226680"/>
            </a:xfrm>
            <a:custGeom>
              <a:avLst/>
              <a:gdLst>
                <a:gd name="connsiteX0" fmla="*/ 0 w 595706"/>
                <a:gd name="connsiteY0" fmla="*/ 0 h 92965"/>
                <a:gd name="connsiteX1" fmla="*/ 595706 w 595706"/>
                <a:gd name="connsiteY1" fmla="*/ 0 h 92965"/>
                <a:gd name="connsiteX2" fmla="*/ 595706 w 595706"/>
                <a:gd name="connsiteY2" fmla="*/ 92965 h 92965"/>
                <a:gd name="connsiteX3" fmla="*/ 0 w 595706"/>
                <a:gd name="connsiteY3" fmla="*/ 92965 h 92965"/>
                <a:gd name="connsiteX4" fmla="*/ 0 w 595706"/>
                <a:gd name="connsiteY4" fmla="*/ 0 h 92965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1422 w 594406"/>
                <a:gd name="connsiteY0" fmla="*/ 21376 h 135147"/>
                <a:gd name="connsiteX1" fmla="*/ 594406 w 594406"/>
                <a:gd name="connsiteY1" fmla="*/ 0 h 135147"/>
                <a:gd name="connsiteX2" fmla="*/ 594406 w 594406"/>
                <a:gd name="connsiteY2" fmla="*/ 92965 h 135147"/>
                <a:gd name="connsiteX3" fmla="*/ 61 w 594406"/>
                <a:gd name="connsiteY3" fmla="*/ 135147 h 135147"/>
                <a:gd name="connsiteX4" fmla="*/ 1422 w 594406"/>
                <a:gd name="connsiteY4" fmla="*/ 21376 h 135147"/>
                <a:gd name="connsiteX0" fmla="*/ 1422 w 594406"/>
                <a:gd name="connsiteY0" fmla="*/ 15599 h 135147"/>
                <a:gd name="connsiteX1" fmla="*/ 594406 w 594406"/>
                <a:gd name="connsiteY1" fmla="*/ 0 h 135147"/>
                <a:gd name="connsiteX2" fmla="*/ 594406 w 594406"/>
                <a:gd name="connsiteY2" fmla="*/ 92965 h 135147"/>
                <a:gd name="connsiteX3" fmla="*/ 61 w 594406"/>
                <a:gd name="connsiteY3" fmla="*/ 135147 h 135147"/>
                <a:gd name="connsiteX4" fmla="*/ 1422 w 594406"/>
                <a:gd name="connsiteY4" fmla="*/ 15599 h 135147"/>
                <a:gd name="connsiteX0" fmla="*/ 131 w 594476"/>
                <a:gd name="connsiteY0" fmla="*/ 4622 h 135147"/>
                <a:gd name="connsiteX1" fmla="*/ 594476 w 594476"/>
                <a:gd name="connsiteY1" fmla="*/ 0 h 135147"/>
                <a:gd name="connsiteX2" fmla="*/ 594476 w 594476"/>
                <a:gd name="connsiteY2" fmla="*/ 92965 h 135147"/>
                <a:gd name="connsiteX3" fmla="*/ 131 w 594476"/>
                <a:gd name="connsiteY3" fmla="*/ 135147 h 135147"/>
                <a:gd name="connsiteX4" fmla="*/ 131 w 594476"/>
                <a:gd name="connsiteY4" fmla="*/ 4622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22423 h 139660"/>
                <a:gd name="connsiteX1" fmla="*/ 595706 w 595706"/>
                <a:gd name="connsiteY1" fmla="*/ 4513 h 139660"/>
                <a:gd name="connsiteX2" fmla="*/ 595706 w 595706"/>
                <a:gd name="connsiteY2" fmla="*/ 97478 h 139660"/>
                <a:gd name="connsiteX3" fmla="*/ 1361 w 595706"/>
                <a:gd name="connsiteY3" fmla="*/ 139660 h 139660"/>
                <a:gd name="connsiteX4" fmla="*/ 0 w 595706"/>
                <a:gd name="connsiteY4" fmla="*/ 22423 h 139660"/>
                <a:gd name="connsiteX0" fmla="*/ 0 w 595706"/>
                <a:gd name="connsiteY0" fmla="*/ 26413 h 143650"/>
                <a:gd name="connsiteX1" fmla="*/ 595706 w 595706"/>
                <a:gd name="connsiteY1" fmla="*/ 8503 h 143650"/>
                <a:gd name="connsiteX2" fmla="*/ 595706 w 595706"/>
                <a:gd name="connsiteY2" fmla="*/ 101468 h 143650"/>
                <a:gd name="connsiteX3" fmla="*/ 1361 w 595706"/>
                <a:gd name="connsiteY3" fmla="*/ 143650 h 143650"/>
                <a:gd name="connsiteX4" fmla="*/ 0 w 595706"/>
                <a:gd name="connsiteY4" fmla="*/ 26413 h 143650"/>
                <a:gd name="connsiteX0" fmla="*/ 0 w 595706"/>
                <a:gd name="connsiteY0" fmla="*/ 21286 h 138523"/>
                <a:gd name="connsiteX1" fmla="*/ 595706 w 595706"/>
                <a:gd name="connsiteY1" fmla="*/ 3376 h 138523"/>
                <a:gd name="connsiteX2" fmla="*/ 595706 w 595706"/>
                <a:gd name="connsiteY2" fmla="*/ 96341 h 138523"/>
                <a:gd name="connsiteX3" fmla="*/ 1361 w 595706"/>
                <a:gd name="connsiteY3" fmla="*/ 138523 h 138523"/>
                <a:gd name="connsiteX4" fmla="*/ 0 w 595706"/>
                <a:gd name="connsiteY4" fmla="*/ 21286 h 138523"/>
                <a:gd name="connsiteX0" fmla="*/ 0 w 595706"/>
                <a:gd name="connsiteY0" fmla="*/ 22534 h 139771"/>
                <a:gd name="connsiteX1" fmla="*/ 595706 w 595706"/>
                <a:gd name="connsiteY1" fmla="*/ 4624 h 139771"/>
                <a:gd name="connsiteX2" fmla="*/ 595706 w 595706"/>
                <a:gd name="connsiteY2" fmla="*/ 97589 h 139771"/>
                <a:gd name="connsiteX3" fmla="*/ 1361 w 595706"/>
                <a:gd name="connsiteY3" fmla="*/ 139771 h 139771"/>
                <a:gd name="connsiteX4" fmla="*/ 0 w 595706"/>
                <a:gd name="connsiteY4" fmla="*/ 22534 h 139771"/>
                <a:gd name="connsiteX0" fmla="*/ 0 w 595706"/>
                <a:gd name="connsiteY0" fmla="*/ 23494 h 140731"/>
                <a:gd name="connsiteX1" fmla="*/ 595706 w 595706"/>
                <a:gd name="connsiteY1" fmla="*/ 2118 h 140731"/>
                <a:gd name="connsiteX2" fmla="*/ 595706 w 595706"/>
                <a:gd name="connsiteY2" fmla="*/ 98549 h 140731"/>
                <a:gd name="connsiteX3" fmla="*/ 1361 w 595706"/>
                <a:gd name="connsiteY3" fmla="*/ 140731 h 140731"/>
                <a:gd name="connsiteX4" fmla="*/ 0 w 595706"/>
                <a:gd name="connsiteY4" fmla="*/ 23494 h 140731"/>
                <a:gd name="connsiteX0" fmla="*/ 0 w 595706"/>
                <a:gd name="connsiteY0" fmla="*/ 23494 h 140731"/>
                <a:gd name="connsiteX1" fmla="*/ 595706 w 595706"/>
                <a:gd name="connsiteY1" fmla="*/ 2118 h 140731"/>
                <a:gd name="connsiteX2" fmla="*/ 595706 w 595706"/>
                <a:gd name="connsiteY2" fmla="*/ 98549 h 140731"/>
                <a:gd name="connsiteX3" fmla="*/ 1361 w 595706"/>
                <a:gd name="connsiteY3" fmla="*/ 140731 h 140731"/>
                <a:gd name="connsiteX4" fmla="*/ 0 w 595706"/>
                <a:gd name="connsiteY4" fmla="*/ 23494 h 140731"/>
                <a:gd name="connsiteX0" fmla="*/ 0 w 595706"/>
                <a:gd name="connsiteY0" fmla="*/ 25030 h 142267"/>
                <a:gd name="connsiteX1" fmla="*/ 595706 w 595706"/>
                <a:gd name="connsiteY1" fmla="*/ 3654 h 142267"/>
                <a:gd name="connsiteX2" fmla="*/ 595706 w 595706"/>
                <a:gd name="connsiteY2" fmla="*/ 100085 h 142267"/>
                <a:gd name="connsiteX3" fmla="*/ 1361 w 595706"/>
                <a:gd name="connsiteY3" fmla="*/ 142267 h 142267"/>
                <a:gd name="connsiteX4" fmla="*/ 0 w 595706"/>
                <a:gd name="connsiteY4" fmla="*/ 25030 h 142267"/>
                <a:gd name="connsiteX0" fmla="*/ 0 w 595706"/>
                <a:gd name="connsiteY0" fmla="*/ 22091 h 139328"/>
                <a:gd name="connsiteX1" fmla="*/ 595706 w 595706"/>
                <a:gd name="connsiteY1" fmla="*/ 715 h 139328"/>
                <a:gd name="connsiteX2" fmla="*/ 595706 w 595706"/>
                <a:gd name="connsiteY2" fmla="*/ 97146 h 139328"/>
                <a:gd name="connsiteX3" fmla="*/ 1361 w 595706"/>
                <a:gd name="connsiteY3" fmla="*/ 139328 h 139328"/>
                <a:gd name="connsiteX4" fmla="*/ 0 w 595706"/>
                <a:gd name="connsiteY4" fmla="*/ 22091 h 139328"/>
                <a:gd name="connsiteX0" fmla="*/ 0 w 595706"/>
                <a:gd name="connsiteY0" fmla="*/ 23573 h 140810"/>
                <a:gd name="connsiteX1" fmla="*/ 595706 w 595706"/>
                <a:gd name="connsiteY1" fmla="*/ 2197 h 140810"/>
                <a:gd name="connsiteX2" fmla="*/ 595706 w 595706"/>
                <a:gd name="connsiteY2" fmla="*/ 98628 h 140810"/>
                <a:gd name="connsiteX3" fmla="*/ 1361 w 595706"/>
                <a:gd name="connsiteY3" fmla="*/ 140810 h 140810"/>
                <a:gd name="connsiteX4" fmla="*/ 0 w 595706"/>
                <a:gd name="connsiteY4" fmla="*/ 23573 h 140810"/>
                <a:gd name="connsiteX0" fmla="*/ 0 w 595706"/>
                <a:gd name="connsiteY0" fmla="*/ 21908 h 139145"/>
                <a:gd name="connsiteX1" fmla="*/ 595706 w 595706"/>
                <a:gd name="connsiteY1" fmla="*/ 532 h 139145"/>
                <a:gd name="connsiteX2" fmla="*/ 595706 w 595706"/>
                <a:gd name="connsiteY2" fmla="*/ 96963 h 139145"/>
                <a:gd name="connsiteX3" fmla="*/ 1361 w 595706"/>
                <a:gd name="connsiteY3" fmla="*/ 139145 h 139145"/>
                <a:gd name="connsiteX4" fmla="*/ 0 w 595706"/>
                <a:gd name="connsiteY4" fmla="*/ 21908 h 139145"/>
                <a:gd name="connsiteX0" fmla="*/ 0 w 595706"/>
                <a:gd name="connsiteY0" fmla="*/ 23863 h 141100"/>
                <a:gd name="connsiteX1" fmla="*/ 595706 w 595706"/>
                <a:gd name="connsiteY1" fmla="*/ 2487 h 141100"/>
                <a:gd name="connsiteX2" fmla="*/ 595706 w 595706"/>
                <a:gd name="connsiteY2" fmla="*/ 98918 h 141100"/>
                <a:gd name="connsiteX3" fmla="*/ 1361 w 595706"/>
                <a:gd name="connsiteY3" fmla="*/ 141100 h 141100"/>
                <a:gd name="connsiteX4" fmla="*/ 0 w 595706"/>
                <a:gd name="connsiteY4" fmla="*/ 23863 h 141100"/>
                <a:gd name="connsiteX0" fmla="*/ 0 w 595706"/>
                <a:gd name="connsiteY0" fmla="*/ 24472 h 141709"/>
                <a:gd name="connsiteX1" fmla="*/ 595706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0 w 595706"/>
                <a:gd name="connsiteY0" fmla="*/ 24267 h 141504"/>
                <a:gd name="connsiteX1" fmla="*/ 595706 w 595706"/>
                <a:gd name="connsiteY1" fmla="*/ 2891 h 141504"/>
                <a:gd name="connsiteX2" fmla="*/ 595706 w 595706"/>
                <a:gd name="connsiteY2" fmla="*/ 99322 h 141504"/>
                <a:gd name="connsiteX3" fmla="*/ 1361 w 595706"/>
                <a:gd name="connsiteY3" fmla="*/ 141504 h 141504"/>
                <a:gd name="connsiteX4" fmla="*/ 0 w 595706"/>
                <a:gd name="connsiteY4" fmla="*/ 24267 h 141504"/>
                <a:gd name="connsiteX0" fmla="*/ 0 w 595706"/>
                <a:gd name="connsiteY0" fmla="*/ 24472 h 141709"/>
                <a:gd name="connsiteX1" fmla="*/ 595706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0 w 595706"/>
                <a:gd name="connsiteY0" fmla="*/ 24472 h 141709"/>
                <a:gd name="connsiteX1" fmla="*/ 594353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124 w 595830"/>
                <a:gd name="connsiteY0" fmla="*/ 24472 h 141709"/>
                <a:gd name="connsiteX1" fmla="*/ 594477 w 595830"/>
                <a:gd name="connsiteY1" fmla="*/ 3096 h 141709"/>
                <a:gd name="connsiteX2" fmla="*/ 595830 w 595830"/>
                <a:gd name="connsiteY2" fmla="*/ 99527 h 141709"/>
                <a:gd name="connsiteX3" fmla="*/ 131 w 595830"/>
                <a:gd name="connsiteY3" fmla="*/ 141709 h 141709"/>
                <a:gd name="connsiteX4" fmla="*/ 124 w 595830"/>
                <a:gd name="connsiteY4" fmla="*/ 24472 h 141709"/>
                <a:gd name="connsiteX0" fmla="*/ 124 w 597179"/>
                <a:gd name="connsiteY0" fmla="*/ 25207 h 142444"/>
                <a:gd name="connsiteX1" fmla="*/ 597179 w 597179"/>
                <a:gd name="connsiteY1" fmla="*/ 481 h 142444"/>
                <a:gd name="connsiteX2" fmla="*/ 595830 w 597179"/>
                <a:gd name="connsiteY2" fmla="*/ 100262 h 142444"/>
                <a:gd name="connsiteX3" fmla="*/ 131 w 597179"/>
                <a:gd name="connsiteY3" fmla="*/ 142444 h 142444"/>
                <a:gd name="connsiteX4" fmla="*/ 124 w 597179"/>
                <a:gd name="connsiteY4" fmla="*/ 25207 h 142444"/>
                <a:gd name="connsiteX0" fmla="*/ 124 w 595889"/>
                <a:gd name="connsiteY0" fmla="*/ 25842 h 143079"/>
                <a:gd name="connsiteX1" fmla="*/ 594477 w 595889"/>
                <a:gd name="connsiteY1" fmla="*/ 0 h 143079"/>
                <a:gd name="connsiteX2" fmla="*/ 595830 w 595889"/>
                <a:gd name="connsiteY2" fmla="*/ 100897 h 143079"/>
                <a:gd name="connsiteX3" fmla="*/ 131 w 595889"/>
                <a:gd name="connsiteY3" fmla="*/ 143079 h 143079"/>
                <a:gd name="connsiteX4" fmla="*/ 124 w 595889"/>
                <a:gd name="connsiteY4" fmla="*/ 25842 h 143079"/>
                <a:gd name="connsiteX0" fmla="*/ 124 w 595889"/>
                <a:gd name="connsiteY0" fmla="*/ 24713 h 141950"/>
                <a:gd name="connsiteX1" fmla="*/ 594477 w 595889"/>
                <a:gd name="connsiteY1" fmla="*/ 2221 h 141950"/>
                <a:gd name="connsiteX2" fmla="*/ 595830 w 595889"/>
                <a:gd name="connsiteY2" fmla="*/ 99768 h 141950"/>
                <a:gd name="connsiteX3" fmla="*/ 131 w 595889"/>
                <a:gd name="connsiteY3" fmla="*/ 141950 h 141950"/>
                <a:gd name="connsiteX4" fmla="*/ 124 w 595889"/>
                <a:gd name="connsiteY4" fmla="*/ 24713 h 141950"/>
                <a:gd name="connsiteX0" fmla="*/ 124 w 595959"/>
                <a:gd name="connsiteY0" fmla="*/ 24713 h 141950"/>
                <a:gd name="connsiteX1" fmla="*/ 595828 w 595959"/>
                <a:gd name="connsiteY1" fmla="*/ 2221 h 141950"/>
                <a:gd name="connsiteX2" fmla="*/ 595830 w 595959"/>
                <a:gd name="connsiteY2" fmla="*/ 99768 h 141950"/>
                <a:gd name="connsiteX3" fmla="*/ 131 w 595959"/>
                <a:gd name="connsiteY3" fmla="*/ 141950 h 141950"/>
                <a:gd name="connsiteX4" fmla="*/ 124 w 595959"/>
                <a:gd name="connsiteY4" fmla="*/ 24713 h 141950"/>
                <a:gd name="connsiteX0" fmla="*/ 124 w 595959"/>
                <a:gd name="connsiteY0" fmla="*/ 24925 h 142162"/>
                <a:gd name="connsiteX1" fmla="*/ 595828 w 595959"/>
                <a:gd name="connsiteY1" fmla="*/ 2433 h 142162"/>
                <a:gd name="connsiteX2" fmla="*/ 595830 w 595959"/>
                <a:gd name="connsiteY2" fmla="*/ 99980 h 142162"/>
                <a:gd name="connsiteX3" fmla="*/ 131 w 595959"/>
                <a:gd name="connsiteY3" fmla="*/ 142162 h 142162"/>
                <a:gd name="connsiteX4" fmla="*/ 124 w 595959"/>
                <a:gd name="connsiteY4" fmla="*/ 24925 h 142162"/>
                <a:gd name="connsiteX0" fmla="*/ 124 w 595959"/>
                <a:gd name="connsiteY0" fmla="*/ 22492 h 139729"/>
                <a:gd name="connsiteX1" fmla="*/ 595828 w 595959"/>
                <a:gd name="connsiteY1" fmla="*/ 0 h 139729"/>
                <a:gd name="connsiteX2" fmla="*/ 595830 w 595959"/>
                <a:gd name="connsiteY2" fmla="*/ 97547 h 139729"/>
                <a:gd name="connsiteX3" fmla="*/ 131 w 595959"/>
                <a:gd name="connsiteY3" fmla="*/ 139729 h 139729"/>
                <a:gd name="connsiteX4" fmla="*/ 124 w 595959"/>
                <a:gd name="connsiteY4" fmla="*/ 22492 h 139729"/>
                <a:gd name="connsiteX0" fmla="*/ 124 w 595959"/>
                <a:gd name="connsiteY0" fmla="*/ 25585 h 142822"/>
                <a:gd name="connsiteX1" fmla="*/ 595828 w 595959"/>
                <a:gd name="connsiteY1" fmla="*/ 3093 h 142822"/>
                <a:gd name="connsiteX2" fmla="*/ 595830 w 595959"/>
                <a:gd name="connsiteY2" fmla="*/ 100640 h 142822"/>
                <a:gd name="connsiteX3" fmla="*/ 131 w 595959"/>
                <a:gd name="connsiteY3" fmla="*/ 142822 h 142822"/>
                <a:gd name="connsiteX4" fmla="*/ 124 w 595959"/>
                <a:gd name="connsiteY4" fmla="*/ 25585 h 142822"/>
                <a:gd name="connsiteX0" fmla="*/ 124 w 595959"/>
                <a:gd name="connsiteY0" fmla="*/ 25585 h 142822"/>
                <a:gd name="connsiteX1" fmla="*/ 595828 w 595959"/>
                <a:gd name="connsiteY1" fmla="*/ 3093 h 142822"/>
                <a:gd name="connsiteX2" fmla="*/ 595830 w 595959"/>
                <a:gd name="connsiteY2" fmla="*/ 100640 h 142822"/>
                <a:gd name="connsiteX3" fmla="*/ 131 w 595959"/>
                <a:gd name="connsiteY3" fmla="*/ 142822 h 142822"/>
                <a:gd name="connsiteX4" fmla="*/ 124 w 595959"/>
                <a:gd name="connsiteY4" fmla="*/ 25585 h 142822"/>
                <a:gd name="connsiteX0" fmla="*/ 124 w 595959"/>
                <a:gd name="connsiteY0" fmla="*/ 26512 h 143749"/>
                <a:gd name="connsiteX1" fmla="*/ 595828 w 595959"/>
                <a:gd name="connsiteY1" fmla="*/ 4020 h 143749"/>
                <a:gd name="connsiteX2" fmla="*/ 595830 w 595959"/>
                <a:gd name="connsiteY2" fmla="*/ 101567 h 143749"/>
                <a:gd name="connsiteX3" fmla="*/ 131 w 595959"/>
                <a:gd name="connsiteY3" fmla="*/ 143749 h 143749"/>
                <a:gd name="connsiteX4" fmla="*/ 124 w 595959"/>
                <a:gd name="connsiteY4" fmla="*/ 26512 h 143749"/>
                <a:gd name="connsiteX0" fmla="*/ 124 w 595959"/>
                <a:gd name="connsiteY0" fmla="*/ 26512 h 143749"/>
                <a:gd name="connsiteX1" fmla="*/ 595828 w 595959"/>
                <a:gd name="connsiteY1" fmla="*/ 4020 h 143749"/>
                <a:gd name="connsiteX2" fmla="*/ 595830 w 595959"/>
                <a:gd name="connsiteY2" fmla="*/ 101567 h 143749"/>
                <a:gd name="connsiteX3" fmla="*/ 131 w 595959"/>
                <a:gd name="connsiteY3" fmla="*/ 143749 h 143749"/>
                <a:gd name="connsiteX4" fmla="*/ 124 w 595959"/>
                <a:gd name="connsiteY4" fmla="*/ 26512 h 143749"/>
                <a:gd name="connsiteX0" fmla="*/ 124 w 595959"/>
                <a:gd name="connsiteY0" fmla="*/ 28496 h 145733"/>
                <a:gd name="connsiteX1" fmla="*/ 595828 w 595959"/>
                <a:gd name="connsiteY1" fmla="*/ 6004 h 145733"/>
                <a:gd name="connsiteX2" fmla="*/ 595830 w 595959"/>
                <a:gd name="connsiteY2" fmla="*/ 103551 h 145733"/>
                <a:gd name="connsiteX3" fmla="*/ 131 w 595959"/>
                <a:gd name="connsiteY3" fmla="*/ 145733 h 145733"/>
                <a:gd name="connsiteX4" fmla="*/ 124 w 595959"/>
                <a:gd name="connsiteY4" fmla="*/ 28496 h 14573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856"/>
                <a:gd name="connsiteY0" fmla="*/ 41841 h 159078"/>
                <a:gd name="connsiteX1" fmla="*/ 591261 w 595856"/>
                <a:gd name="connsiteY1" fmla="*/ 0 h 159078"/>
                <a:gd name="connsiteX2" fmla="*/ 595830 w 595856"/>
                <a:gd name="connsiteY2" fmla="*/ 116896 h 159078"/>
                <a:gd name="connsiteX3" fmla="*/ 131 w 595856"/>
                <a:gd name="connsiteY3" fmla="*/ 159078 h 159078"/>
                <a:gd name="connsiteX4" fmla="*/ 124 w 595856"/>
                <a:gd name="connsiteY4" fmla="*/ 41841 h 159078"/>
                <a:gd name="connsiteX0" fmla="*/ 124 w 595959"/>
                <a:gd name="connsiteY0" fmla="*/ 41841 h 159078"/>
                <a:gd name="connsiteX1" fmla="*/ 595828 w 595959"/>
                <a:gd name="connsiteY1" fmla="*/ 0 h 159078"/>
                <a:gd name="connsiteX2" fmla="*/ 595830 w 595959"/>
                <a:gd name="connsiteY2" fmla="*/ 116896 h 159078"/>
                <a:gd name="connsiteX3" fmla="*/ 131 w 595959"/>
                <a:gd name="connsiteY3" fmla="*/ 159078 h 159078"/>
                <a:gd name="connsiteX4" fmla="*/ 124 w 595959"/>
                <a:gd name="connsiteY4" fmla="*/ 41841 h 159078"/>
                <a:gd name="connsiteX0" fmla="*/ 124 w 597349"/>
                <a:gd name="connsiteY0" fmla="*/ 42378 h 159615"/>
                <a:gd name="connsiteX1" fmla="*/ 597349 w 597349"/>
                <a:gd name="connsiteY1" fmla="*/ 0 h 159615"/>
                <a:gd name="connsiteX2" fmla="*/ 595830 w 597349"/>
                <a:gd name="connsiteY2" fmla="*/ 117433 h 159615"/>
                <a:gd name="connsiteX3" fmla="*/ 131 w 597349"/>
                <a:gd name="connsiteY3" fmla="*/ 159615 h 159615"/>
                <a:gd name="connsiteX4" fmla="*/ 124 w 597349"/>
                <a:gd name="connsiteY4" fmla="*/ 42378 h 159615"/>
                <a:gd name="connsiteX0" fmla="*/ 124 w 600443"/>
                <a:gd name="connsiteY0" fmla="*/ 42378 h 159615"/>
                <a:gd name="connsiteX1" fmla="*/ 597349 w 600443"/>
                <a:gd name="connsiteY1" fmla="*/ 0 h 159615"/>
                <a:gd name="connsiteX2" fmla="*/ 600408 w 600443"/>
                <a:gd name="connsiteY2" fmla="*/ 117433 h 159615"/>
                <a:gd name="connsiteX3" fmla="*/ 131 w 600443"/>
                <a:gd name="connsiteY3" fmla="*/ 159615 h 159615"/>
                <a:gd name="connsiteX4" fmla="*/ 124 w 600443"/>
                <a:gd name="connsiteY4" fmla="*/ 42378 h 159615"/>
                <a:gd name="connsiteX0" fmla="*/ 124 w 600537"/>
                <a:gd name="connsiteY0" fmla="*/ 42378 h 159615"/>
                <a:gd name="connsiteX1" fmla="*/ 600401 w 600537"/>
                <a:gd name="connsiteY1" fmla="*/ 0 h 159615"/>
                <a:gd name="connsiteX2" fmla="*/ 600408 w 600537"/>
                <a:gd name="connsiteY2" fmla="*/ 117433 h 159615"/>
                <a:gd name="connsiteX3" fmla="*/ 131 w 600537"/>
                <a:gd name="connsiteY3" fmla="*/ 159615 h 159615"/>
                <a:gd name="connsiteX4" fmla="*/ 124 w 600537"/>
                <a:gd name="connsiteY4" fmla="*/ 42378 h 159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0537" h="159615">
                  <a:moveTo>
                    <a:pt x="124" y="42378"/>
                  </a:moveTo>
                  <a:cubicBezTo>
                    <a:pt x="296414" y="-50243"/>
                    <a:pt x="418111" y="75773"/>
                    <a:pt x="600401" y="0"/>
                  </a:cubicBezTo>
                  <a:cubicBezTo>
                    <a:pt x="599951" y="33260"/>
                    <a:pt x="600858" y="84173"/>
                    <a:pt x="600408" y="117433"/>
                  </a:cubicBezTo>
                  <a:cubicBezTo>
                    <a:pt x="395490" y="192726"/>
                    <a:pt x="285331" y="62551"/>
                    <a:pt x="131" y="159615"/>
                  </a:cubicBezTo>
                  <a:cubicBezTo>
                    <a:pt x="-323" y="114566"/>
                    <a:pt x="578" y="87427"/>
                    <a:pt x="124" y="42378"/>
                  </a:cubicBezTo>
                  <a:close/>
                </a:path>
              </a:pathLst>
            </a:custGeom>
            <a:solidFill>
              <a:schemeClr val="accent2">
                <a:lumMod val="40000"/>
                <a:lumOff val="6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94" name="矩形 1174">
              <a:extLst>
                <a:ext uri="{FF2B5EF4-FFF2-40B4-BE49-F238E27FC236}">
                  <a16:creationId xmlns:a16="http://schemas.microsoft.com/office/drawing/2014/main" id="{04D438FE-A41D-4D6E-EACD-AE8F9526E406}"/>
                </a:ext>
              </a:extLst>
            </p:cNvPr>
            <p:cNvSpPr/>
            <p:nvPr/>
          </p:nvSpPr>
          <p:spPr>
            <a:xfrm rot="10800000">
              <a:off x="5041541" y="7045652"/>
              <a:ext cx="618707" cy="139508"/>
            </a:xfrm>
            <a:custGeom>
              <a:avLst/>
              <a:gdLst>
                <a:gd name="connsiteX0" fmla="*/ 0 w 595706"/>
                <a:gd name="connsiteY0" fmla="*/ 0 h 92965"/>
                <a:gd name="connsiteX1" fmla="*/ 595706 w 595706"/>
                <a:gd name="connsiteY1" fmla="*/ 0 h 92965"/>
                <a:gd name="connsiteX2" fmla="*/ 595706 w 595706"/>
                <a:gd name="connsiteY2" fmla="*/ 92965 h 92965"/>
                <a:gd name="connsiteX3" fmla="*/ 0 w 595706"/>
                <a:gd name="connsiteY3" fmla="*/ 92965 h 92965"/>
                <a:gd name="connsiteX4" fmla="*/ 0 w 595706"/>
                <a:gd name="connsiteY4" fmla="*/ 0 h 92965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131 w 595837"/>
                <a:gd name="connsiteY0" fmla="*/ 0 h 148754"/>
                <a:gd name="connsiteX1" fmla="*/ 595837 w 595837"/>
                <a:gd name="connsiteY1" fmla="*/ 0 h 148754"/>
                <a:gd name="connsiteX2" fmla="*/ 595837 w 595837"/>
                <a:gd name="connsiteY2" fmla="*/ 92965 h 148754"/>
                <a:gd name="connsiteX3" fmla="*/ 131 w 595837"/>
                <a:gd name="connsiteY3" fmla="*/ 148754 h 148754"/>
                <a:gd name="connsiteX4" fmla="*/ 131 w 595837"/>
                <a:gd name="connsiteY4" fmla="*/ 0 h 148754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56571"/>
                <a:gd name="connsiteX1" fmla="*/ 595837 w 595837"/>
                <a:gd name="connsiteY1" fmla="*/ 0 h 156571"/>
                <a:gd name="connsiteX2" fmla="*/ 594316 w 595837"/>
                <a:gd name="connsiteY2" fmla="*/ 141984 h 156571"/>
                <a:gd name="connsiteX3" fmla="*/ 131 w 595837"/>
                <a:gd name="connsiteY3" fmla="*/ 140590 h 156571"/>
                <a:gd name="connsiteX4" fmla="*/ 131 w 595837"/>
                <a:gd name="connsiteY4" fmla="*/ 0 h 156571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0 w 600949"/>
                <a:gd name="connsiteY0" fmla="*/ 0 h 271309"/>
                <a:gd name="connsiteX1" fmla="*/ 600949 w 600949"/>
                <a:gd name="connsiteY1" fmla="*/ 0 h 271309"/>
                <a:gd name="connsiteX2" fmla="*/ 599428 w 600949"/>
                <a:gd name="connsiteY2" fmla="*/ 141984 h 271309"/>
                <a:gd name="connsiteX3" fmla="*/ 3722 w 600949"/>
                <a:gd name="connsiteY3" fmla="*/ 271309 h 271309"/>
                <a:gd name="connsiteX4" fmla="*/ 0 w 600949"/>
                <a:gd name="connsiteY4" fmla="*/ 0 h 271309"/>
                <a:gd name="connsiteX0" fmla="*/ 0 w 599639"/>
                <a:gd name="connsiteY0" fmla="*/ 0 h 271309"/>
                <a:gd name="connsiteX1" fmla="*/ 599639 w 599639"/>
                <a:gd name="connsiteY1" fmla="*/ 0 h 271309"/>
                <a:gd name="connsiteX2" fmla="*/ 599428 w 599639"/>
                <a:gd name="connsiteY2" fmla="*/ 141984 h 271309"/>
                <a:gd name="connsiteX3" fmla="*/ 3722 w 599639"/>
                <a:gd name="connsiteY3" fmla="*/ 271309 h 271309"/>
                <a:gd name="connsiteX4" fmla="*/ 0 w 599639"/>
                <a:gd name="connsiteY4" fmla="*/ 0 h 271309"/>
                <a:gd name="connsiteX0" fmla="*/ 0 w 597018"/>
                <a:gd name="connsiteY0" fmla="*/ 0 h 271309"/>
                <a:gd name="connsiteX1" fmla="*/ 597018 w 597018"/>
                <a:gd name="connsiteY1" fmla="*/ 0 h 271309"/>
                <a:gd name="connsiteX2" fmla="*/ 596807 w 597018"/>
                <a:gd name="connsiteY2" fmla="*/ 141984 h 271309"/>
                <a:gd name="connsiteX3" fmla="*/ 1101 w 597018"/>
                <a:gd name="connsiteY3" fmla="*/ 271309 h 271309"/>
                <a:gd name="connsiteX4" fmla="*/ 0 w 597018"/>
                <a:gd name="connsiteY4" fmla="*/ 0 h 271309"/>
                <a:gd name="connsiteX0" fmla="*/ 0 w 596807"/>
                <a:gd name="connsiteY0" fmla="*/ 0 h 271309"/>
                <a:gd name="connsiteX1" fmla="*/ 591775 w 596807"/>
                <a:gd name="connsiteY1" fmla="*/ 0 h 271309"/>
                <a:gd name="connsiteX2" fmla="*/ 596807 w 596807"/>
                <a:gd name="connsiteY2" fmla="*/ 141984 h 271309"/>
                <a:gd name="connsiteX3" fmla="*/ 1101 w 596807"/>
                <a:gd name="connsiteY3" fmla="*/ 271309 h 271309"/>
                <a:gd name="connsiteX4" fmla="*/ 0 w 596807"/>
                <a:gd name="connsiteY4" fmla="*/ 0 h 271309"/>
                <a:gd name="connsiteX0" fmla="*/ 0 w 596807"/>
                <a:gd name="connsiteY0" fmla="*/ 0 h 271309"/>
                <a:gd name="connsiteX1" fmla="*/ 595708 w 596807"/>
                <a:gd name="connsiteY1" fmla="*/ 0 h 271309"/>
                <a:gd name="connsiteX2" fmla="*/ 596807 w 596807"/>
                <a:gd name="connsiteY2" fmla="*/ 141984 h 271309"/>
                <a:gd name="connsiteX3" fmla="*/ 1101 w 596807"/>
                <a:gd name="connsiteY3" fmla="*/ 271309 h 271309"/>
                <a:gd name="connsiteX4" fmla="*/ 0 w 596807"/>
                <a:gd name="connsiteY4" fmla="*/ 0 h 271309"/>
                <a:gd name="connsiteX0" fmla="*/ 0 w 595708"/>
                <a:gd name="connsiteY0" fmla="*/ 0 h 271309"/>
                <a:gd name="connsiteX1" fmla="*/ 595708 w 595708"/>
                <a:gd name="connsiteY1" fmla="*/ 0 h 271309"/>
                <a:gd name="connsiteX2" fmla="*/ 594186 w 595708"/>
                <a:gd name="connsiteY2" fmla="*/ 141985 h 271309"/>
                <a:gd name="connsiteX3" fmla="*/ 1101 w 595708"/>
                <a:gd name="connsiteY3" fmla="*/ 271309 h 271309"/>
                <a:gd name="connsiteX4" fmla="*/ 0 w 595708"/>
                <a:gd name="connsiteY4" fmla="*/ 0 h 271309"/>
                <a:gd name="connsiteX0" fmla="*/ 0 w 596439"/>
                <a:gd name="connsiteY0" fmla="*/ 109083 h 380392"/>
                <a:gd name="connsiteX1" fmla="*/ 595708 w 596439"/>
                <a:gd name="connsiteY1" fmla="*/ 109083 h 380392"/>
                <a:gd name="connsiteX2" fmla="*/ 594186 w 596439"/>
                <a:gd name="connsiteY2" fmla="*/ 251068 h 380392"/>
                <a:gd name="connsiteX3" fmla="*/ 1101 w 596439"/>
                <a:gd name="connsiteY3" fmla="*/ 380392 h 380392"/>
                <a:gd name="connsiteX4" fmla="*/ 0 w 596439"/>
                <a:gd name="connsiteY4" fmla="*/ 109083 h 380392"/>
                <a:gd name="connsiteX0" fmla="*/ 0 w 595708"/>
                <a:gd name="connsiteY0" fmla="*/ 0 h 271309"/>
                <a:gd name="connsiteX1" fmla="*/ 595708 w 595708"/>
                <a:gd name="connsiteY1" fmla="*/ 0 h 271309"/>
                <a:gd name="connsiteX2" fmla="*/ 594186 w 595708"/>
                <a:gd name="connsiteY2" fmla="*/ 141985 h 271309"/>
                <a:gd name="connsiteX3" fmla="*/ 1101 w 595708"/>
                <a:gd name="connsiteY3" fmla="*/ 271309 h 271309"/>
                <a:gd name="connsiteX4" fmla="*/ 0 w 595708"/>
                <a:gd name="connsiteY4" fmla="*/ 0 h 271309"/>
                <a:gd name="connsiteX0" fmla="*/ 0 w 596808"/>
                <a:gd name="connsiteY0" fmla="*/ 0 h 271309"/>
                <a:gd name="connsiteX1" fmla="*/ 595708 w 596808"/>
                <a:gd name="connsiteY1" fmla="*/ 0 h 271309"/>
                <a:gd name="connsiteX2" fmla="*/ 596808 w 596808"/>
                <a:gd name="connsiteY2" fmla="*/ 141985 h 271309"/>
                <a:gd name="connsiteX3" fmla="*/ 1101 w 596808"/>
                <a:gd name="connsiteY3" fmla="*/ 271309 h 271309"/>
                <a:gd name="connsiteX4" fmla="*/ 0 w 596808"/>
                <a:gd name="connsiteY4" fmla="*/ 0 h 271309"/>
                <a:gd name="connsiteX0" fmla="*/ 0 w 596808"/>
                <a:gd name="connsiteY0" fmla="*/ 0 h 271309"/>
                <a:gd name="connsiteX1" fmla="*/ 595708 w 596808"/>
                <a:gd name="connsiteY1" fmla="*/ 0 h 271309"/>
                <a:gd name="connsiteX2" fmla="*/ 596808 w 596808"/>
                <a:gd name="connsiteY2" fmla="*/ 141985 h 271309"/>
                <a:gd name="connsiteX3" fmla="*/ 1101 w 596808"/>
                <a:gd name="connsiteY3" fmla="*/ 271309 h 271309"/>
                <a:gd name="connsiteX4" fmla="*/ 0 w 596808"/>
                <a:gd name="connsiteY4" fmla="*/ 0 h 271309"/>
                <a:gd name="connsiteX0" fmla="*/ 0 w 596808"/>
                <a:gd name="connsiteY0" fmla="*/ 0 h 271309"/>
                <a:gd name="connsiteX1" fmla="*/ 595708 w 596808"/>
                <a:gd name="connsiteY1" fmla="*/ 0 h 271309"/>
                <a:gd name="connsiteX2" fmla="*/ 596808 w 596808"/>
                <a:gd name="connsiteY2" fmla="*/ 141985 h 271309"/>
                <a:gd name="connsiteX3" fmla="*/ 1101 w 596808"/>
                <a:gd name="connsiteY3" fmla="*/ 271309 h 271309"/>
                <a:gd name="connsiteX4" fmla="*/ 0 w 596808"/>
                <a:gd name="connsiteY4" fmla="*/ 0 h 271309"/>
                <a:gd name="connsiteX0" fmla="*/ 0 w 595708"/>
                <a:gd name="connsiteY0" fmla="*/ 0 h 271309"/>
                <a:gd name="connsiteX1" fmla="*/ 595708 w 595708"/>
                <a:gd name="connsiteY1" fmla="*/ 0 h 271309"/>
                <a:gd name="connsiteX2" fmla="*/ 594186 w 595708"/>
                <a:gd name="connsiteY2" fmla="*/ 141985 h 271309"/>
                <a:gd name="connsiteX3" fmla="*/ 1101 w 595708"/>
                <a:gd name="connsiteY3" fmla="*/ 271309 h 271309"/>
                <a:gd name="connsiteX4" fmla="*/ 0 w 595708"/>
                <a:gd name="connsiteY4" fmla="*/ 0 h 271309"/>
                <a:gd name="connsiteX0" fmla="*/ 0 w 595708"/>
                <a:gd name="connsiteY0" fmla="*/ 0 h 271309"/>
                <a:gd name="connsiteX1" fmla="*/ 595708 w 595708"/>
                <a:gd name="connsiteY1" fmla="*/ 0 h 271309"/>
                <a:gd name="connsiteX2" fmla="*/ 594186 w 595708"/>
                <a:gd name="connsiteY2" fmla="*/ 141985 h 271309"/>
                <a:gd name="connsiteX3" fmla="*/ 1101 w 595708"/>
                <a:gd name="connsiteY3" fmla="*/ 271309 h 271309"/>
                <a:gd name="connsiteX4" fmla="*/ 0 w 595708"/>
                <a:gd name="connsiteY4" fmla="*/ 0 h 271309"/>
                <a:gd name="connsiteX0" fmla="*/ 0 w 595936"/>
                <a:gd name="connsiteY0" fmla="*/ 0 h 271309"/>
                <a:gd name="connsiteX1" fmla="*/ 595708 w 595936"/>
                <a:gd name="connsiteY1" fmla="*/ 0 h 271309"/>
                <a:gd name="connsiteX2" fmla="*/ 594186 w 595936"/>
                <a:gd name="connsiteY2" fmla="*/ 141985 h 271309"/>
                <a:gd name="connsiteX3" fmla="*/ 1101 w 595936"/>
                <a:gd name="connsiteY3" fmla="*/ 271309 h 271309"/>
                <a:gd name="connsiteX4" fmla="*/ 0 w 595936"/>
                <a:gd name="connsiteY4" fmla="*/ 0 h 271309"/>
                <a:gd name="connsiteX0" fmla="*/ 319 w 596255"/>
                <a:gd name="connsiteY0" fmla="*/ 0 h 271309"/>
                <a:gd name="connsiteX1" fmla="*/ 596027 w 596255"/>
                <a:gd name="connsiteY1" fmla="*/ 0 h 271309"/>
                <a:gd name="connsiteX2" fmla="*/ 594505 w 596255"/>
                <a:gd name="connsiteY2" fmla="*/ 141985 h 271309"/>
                <a:gd name="connsiteX3" fmla="*/ 110 w 596255"/>
                <a:gd name="connsiteY3" fmla="*/ 271309 h 271309"/>
                <a:gd name="connsiteX4" fmla="*/ 319 w 596255"/>
                <a:gd name="connsiteY4" fmla="*/ 0 h 271309"/>
                <a:gd name="connsiteX0" fmla="*/ 0 w 595936"/>
                <a:gd name="connsiteY0" fmla="*/ 0 h 271309"/>
                <a:gd name="connsiteX1" fmla="*/ 595708 w 595936"/>
                <a:gd name="connsiteY1" fmla="*/ 0 h 271309"/>
                <a:gd name="connsiteX2" fmla="*/ 594186 w 595936"/>
                <a:gd name="connsiteY2" fmla="*/ 141985 h 271309"/>
                <a:gd name="connsiteX3" fmla="*/ 1101 w 595936"/>
                <a:gd name="connsiteY3" fmla="*/ 271309 h 271309"/>
                <a:gd name="connsiteX4" fmla="*/ 0 w 595936"/>
                <a:gd name="connsiteY4" fmla="*/ 0 h 271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5936" h="271309">
                  <a:moveTo>
                    <a:pt x="0" y="0"/>
                  </a:moveTo>
                  <a:lnTo>
                    <a:pt x="595708" y="0"/>
                  </a:lnTo>
                  <a:cubicBezTo>
                    <a:pt x="595708" y="30988"/>
                    <a:pt x="596806" y="39550"/>
                    <a:pt x="594186" y="141985"/>
                  </a:cubicBezTo>
                  <a:cubicBezTo>
                    <a:pt x="404809" y="352086"/>
                    <a:pt x="341643" y="22672"/>
                    <a:pt x="1101" y="271309"/>
                  </a:cubicBezTo>
                  <a:cubicBezTo>
                    <a:pt x="647" y="226260"/>
                    <a:pt x="454" y="45049"/>
                    <a:pt x="0" y="0"/>
                  </a:cubicBez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696" name="组合 695">
              <a:extLst>
                <a:ext uri="{FF2B5EF4-FFF2-40B4-BE49-F238E27FC236}">
                  <a16:creationId xmlns:a16="http://schemas.microsoft.com/office/drawing/2014/main" id="{C021C280-4CEE-1C54-3FAB-013FDDAD87C0}"/>
                </a:ext>
              </a:extLst>
            </p:cNvPr>
            <p:cNvGrpSpPr/>
            <p:nvPr/>
          </p:nvGrpSpPr>
          <p:grpSpPr>
            <a:xfrm>
              <a:off x="5040167" y="6521415"/>
              <a:ext cx="621640" cy="663817"/>
              <a:chOff x="3656357" y="6507685"/>
              <a:chExt cx="621640" cy="663817"/>
            </a:xfrm>
          </p:grpSpPr>
          <p:sp>
            <p:nvSpPr>
              <p:cNvPr id="704" name="矩形 703">
                <a:extLst>
                  <a:ext uri="{FF2B5EF4-FFF2-40B4-BE49-F238E27FC236}">
                    <a16:creationId xmlns:a16="http://schemas.microsoft.com/office/drawing/2014/main" id="{0925CB65-BB1C-1AA8-04E0-F30934F933A3}"/>
                  </a:ext>
                </a:extLst>
              </p:cNvPr>
              <p:cNvSpPr/>
              <p:nvPr/>
            </p:nvSpPr>
            <p:spPr>
              <a:xfrm>
                <a:off x="3656465" y="6640950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05" name="矩形 704">
                <a:extLst>
                  <a:ext uri="{FF2B5EF4-FFF2-40B4-BE49-F238E27FC236}">
                    <a16:creationId xmlns:a16="http://schemas.microsoft.com/office/drawing/2014/main" id="{0EEF1A3D-CDEA-0190-ABC5-85AA05116C74}"/>
                  </a:ext>
                </a:extLst>
              </p:cNvPr>
              <p:cNvSpPr/>
              <p:nvPr/>
            </p:nvSpPr>
            <p:spPr>
              <a:xfrm>
                <a:off x="3811875" y="6640950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06" name="矩形 705">
                <a:extLst>
                  <a:ext uri="{FF2B5EF4-FFF2-40B4-BE49-F238E27FC236}">
                    <a16:creationId xmlns:a16="http://schemas.microsoft.com/office/drawing/2014/main" id="{104A2DBE-2E3C-1CF9-25A9-FF2BC4D85C17}"/>
                  </a:ext>
                </a:extLst>
              </p:cNvPr>
              <p:cNvSpPr/>
              <p:nvPr/>
            </p:nvSpPr>
            <p:spPr>
              <a:xfrm>
                <a:off x="3967285" y="6640950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07" name="矩形 706">
                <a:extLst>
                  <a:ext uri="{FF2B5EF4-FFF2-40B4-BE49-F238E27FC236}">
                    <a16:creationId xmlns:a16="http://schemas.microsoft.com/office/drawing/2014/main" id="{3B017BC9-0618-A245-A422-D1137A690B20}"/>
                  </a:ext>
                </a:extLst>
              </p:cNvPr>
              <p:cNvSpPr/>
              <p:nvPr/>
            </p:nvSpPr>
            <p:spPr>
              <a:xfrm>
                <a:off x="4122695" y="6640950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08" name="矩形 707">
                <a:extLst>
                  <a:ext uri="{FF2B5EF4-FFF2-40B4-BE49-F238E27FC236}">
                    <a16:creationId xmlns:a16="http://schemas.microsoft.com/office/drawing/2014/main" id="{A5541330-883F-09A0-DDFB-23BDF9D5DD74}"/>
                  </a:ext>
                </a:extLst>
              </p:cNvPr>
              <p:cNvSpPr/>
              <p:nvPr/>
            </p:nvSpPr>
            <p:spPr>
              <a:xfrm>
                <a:off x="3656465" y="6773574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09" name="矩形 708">
                <a:extLst>
                  <a:ext uri="{FF2B5EF4-FFF2-40B4-BE49-F238E27FC236}">
                    <a16:creationId xmlns:a16="http://schemas.microsoft.com/office/drawing/2014/main" id="{B5BF7C6B-8776-B45F-1F8B-2A5C8B074048}"/>
                  </a:ext>
                </a:extLst>
              </p:cNvPr>
              <p:cNvSpPr/>
              <p:nvPr/>
            </p:nvSpPr>
            <p:spPr>
              <a:xfrm>
                <a:off x="3811875" y="6773574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10" name="矩形 709">
                <a:extLst>
                  <a:ext uri="{FF2B5EF4-FFF2-40B4-BE49-F238E27FC236}">
                    <a16:creationId xmlns:a16="http://schemas.microsoft.com/office/drawing/2014/main" id="{91F472D2-F07A-DFF6-BD88-BC8BD19D31A6}"/>
                  </a:ext>
                </a:extLst>
              </p:cNvPr>
              <p:cNvSpPr/>
              <p:nvPr/>
            </p:nvSpPr>
            <p:spPr>
              <a:xfrm>
                <a:off x="3967285" y="6773574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11" name="矩形 710">
                <a:extLst>
                  <a:ext uri="{FF2B5EF4-FFF2-40B4-BE49-F238E27FC236}">
                    <a16:creationId xmlns:a16="http://schemas.microsoft.com/office/drawing/2014/main" id="{18DB2E74-869C-D7F1-C503-33FD2BC50E09}"/>
                  </a:ext>
                </a:extLst>
              </p:cNvPr>
              <p:cNvSpPr/>
              <p:nvPr/>
            </p:nvSpPr>
            <p:spPr>
              <a:xfrm>
                <a:off x="4122695" y="6773574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12" name="矩形 711">
                <a:extLst>
                  <a:ext uri="{FF2B5EF4-FFF2-40B4-BE49-F238E27FC236}">
                    <a16:creationId xmlns:a16="http://schemas.microsoft.com/office/drawing/2014/main" id="{DB019D52-4825-F2EA-5D9D-5CB1E48F65C6}"/>
                  </a:ext>
                </a:extLst>
              </p:cNvPr>
              <p:cNvSpPr/>
              <p:nvPr/>
            </p:nvSpPr>
            <p:spPr>
              <a:xfrm>
                <a:off x="3656357" y="690625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13" name="矩形 712">
                <a:extLst>
                  <a:ext uri="{FF2B5EF4-FFF2-40B4-BE49-F238E27FC236}">
                    <a16:creationId xmlns:a16="http://schemas.microsoft.com/office/drawing/2014/main" id="{119144CC-73AB-F977-F02E-D22AA4B8C52D}"/>
                  </a:ext>
                </a:extLst>
              </p:cNvPr>
              <p:cNvSpPr/>
              <p:nvPr/>
            </p:nvSpPr>
            <p:spPr>
              <a:xfrm>
                <a:off x="3811767" y="690625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14" name="矩形 713">
                <a:extLst>
                  <a:ext uri="{FF2B5EF4-FFF2-40B4-BE49-F238E27FC236}">
                    <a16:creationId xmlns:a16="http://schemas.microsoft.com/office/drawing/2014/main" id="{9749B7A1-E929-BD3D-2844-26AC403D34AC}"/>
                  </a:ext>
                </a:extLst>
              </p:cNvPr>
              <p:cNvSpPr/>
              <p:nvPr/>
            </p:nvSpPr>
            <p:spPr>
              <a:xfrm>
                <a:off x="3967177" y="690625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15" name="矩形 714">
                <a:extLst>
                  <a:ext uri="{FF2B5EF4-FFF2-40B4-BE49-F238E27FC236}">
                    <a16:creationId xmlns:a16="http://schemas.microsoft.com/office/drawing/2014/main" id="{DA321C66-E38B-5A7C-4F9C-A4C390A2A3F3}"/>
                  </a:ext>
                </a:extLst>
              </p:cNvPr>
              <p:cNvSpPr/>
              <p:nvPr/>
            </p:nvSpPr>
            <p:spPr>
              <a:xfrm>
                <a:off x="4122587" y="690625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16" name="矩形 715">
                <a:extLst>
                  <a:ext uri="{FF2B5EF4-FFF2-40B4-BE49-F238E27FC236}">
                    <a16:creationId xmlns:a16="http://schemas.microsoft.com/office/drawing/2014/main" id="{367B639E-DE5A-9194-8BC8-7A4BD3E645C7}"/>
                  </a:ext>
                </a:extLst>
              </p:cNvPr>
              <p:cNvSpPr/>
              <p:nvPr/>
            </p:nvSpPr>
            <p:spPr>
              <a:xfrm>
                <a:off x="3656357" y="7038879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24" name="矩形 723">
                <a:extLst>
                  <a:ext uri="{FF2B5EF4-FFF2-40B4-BE49-F238E27FC236}">
                    <a16:creationId xmlns:a16="http://schemas.microsoft.com/office/drawing/2014/main" id="{F87F7574-D6E1-50F6-BE18-D5B8F1AA20E7}"/>
                  </a:ext>
                </a:extLst>
              </p:cNvPr>
              <p:cNvSpPr/>
              <p:nvPr/>
            </p:nvSpPr>
            <p:spPr>
              <a:xfrm>
                <a:off x="3811767" y="7038879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25" name="矩形 724">
                <a:extLst>
                  <a:ext uri="{FF2B5EF4-FFF2-40B4-BE49-F238E27FC236}">
                    <a16:creationId xmlns:a16="http://schemas.microsoft.com/office/drawing/2014/main" id="{8D8E660A-5468-698F-DB29-E2A5267A1B24}"/>
                  </a:ext>
                </a:extLst>
              </p:cNvPr>
              <p:cNvSpPr/>
              <p:nvPr/>
            </p:nvSpPr>
            <p:spPr>
              <a:xfrm>
                <a:off x="3967177" y="7038879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26" name="矩形 725">
                <a:extLst>
                  <a:ext uri="{FF2B5EF4-FFF2-40B4-BE49-F238E27FC236}">
                    <a16:creationId xmlns:a16="http://schemas.microsoft.com/office/drawing/2014/main" id="{4CEEF568-C707-6FB5-5BCD-D067E1F7E167}"/>
                  </a:ext>
                </a:extLst>
              </p:cNvPr>
              <p:cNvSpPr/>
              <p:nvPr/>
            </p:nvSpPr>
            <p:spPr>
              <a:xfrm>
                <a:off x="4122587" y="7038879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27" name="矩形 726">
                <a:extLst>
                  <a:ext uri="{FF2B5EF4-FFF2-40B4-BE49-F238E27FC236}">
                    <a16:creationId xmlns:a16="http://schemas.microsoft.com/office/drawing/2014/main" id="{3F5E0304-0DAE-4FE6-8BCA-CABACD65FDF0}"/>
                  </a:ext>
                </a:extLst>
              </p:cNvPr>
              <p:cNvSpPr/>
              <p:nvPr/>
            </p:nvSpPr>
            <p:spPr>
              <a:xfrm>
                <a:off x="3656357" y="650768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28" name="矩形 727">
                <a:extLst>
                  <a:ext uri="{FF2B5EF4-FFF2-40B4-BE49-F238E27FC236}">
                    <a16:creationId xmlns:a16="http://schemas.microsoft.com/office/drawing/2014/main" id="{3C379674-0092-40BB-1636-3CC7D8DD7694}"/>
                  </a:ext>
                </a:extLst>
              </p:cNvPr>
              <p:cNvSpPr/>
              <p:nvPr/>
            </p:nvSpPr>
            <p:spPr>
              <a:xfrm>
                <a:off x="3811767" y="650768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29" name="矩形 728">
                <a:extLst>
                  <a:ext uri="{FF2B5EF4-FFF2-40B4-BE49-F238E27FC236}">
                    <a16:creationId xmlns:a16="http://schemas.microsoft.com/office/drawing/2014/main" id="{5C405B80-EC6B-8B7C-EA33-480ECC9F1A16}"/>
                  </a:ext>
                </a:extLst>
              </p:cNvPr>
              <p:cNvSpPr/>
              <p:nvPr/>
            </p:nvSpPr>
            <p:spPr>
              <a:xfrm>
                <a:off x="3967177" y="650768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30" name="矩形 729">
                <a:extLst>
                  <a:ext uri="{FF2B5EF4-FFF2-40B4-BE49-F238E27FC236}">
                    <a16:creationId xmlns:a16="http://schemas.microsoft.com/office/drawing/2014/main" id="{9F63CC71-5E3C-B338-C352-FC38EFAE2557}"/>
                  </a:ext>
                </a:extLst>
              </p:cNvPr>
              <p:cNvSpPr/>
              <p:nvPr/>
            </p:nvSpPr>
            <p:spPr>
              <a:xfrm>
                <a:off x="4122587" y="650768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53" name="组合 52">
            <a:extLst>
              <a:ext uri="{FF2B5EF4-FFF2-40B4-BE49-F238E27FC236}">
                <a16:creationId xmlns:a16="http://schemas.microsoft.com/office/drawing/2014/main" id="{D4727E77-57A4-3A43-CE4C-72B04FF05925}"/>
              </a:ext>
            </a:extLst>
          </p:cNvPr>
          <p:cNvGrpSpPr/>
          <p:nvPr/>
        </p:nvGrpSpPr>
        <p:grpSpPr>
          <a:xfrm>
            <a:off x="6951059" y="6074232"/>
            <a:ext cx="621640" cy="663817"/>
            <a:chOff x="5040167" y="6521415"/>
            <a:chExt cx="621640" cy="663817"/>
          </a:xfrm>
        </p:grpSpPr>
        <p:sp>
          <p:nvSpPr>
            <p:cNvPr id="54" name="矩形 1174">
              <a:extLst>
                <a:ext uri="{FF2B5EF4-FFF2-40B4-BE49-F238E27FC236}">
                  <a16:creationId xmlns:a16="http://schemas.microsoft.com/office/drawing/2014/main" id="{C0F275F7-BBEA-AD92-9115-BB1C5EE61543}"/>
                </a:ext>
              </a:extLst>
            </p:cNvPr>
            <p:cNvSpPr/>
            <p:nvPr/>
          </p:nvSpPr>
          <p:spPr>
            <a:xfrm rot="10800000">
              <a:off x="5041542" y="6760560"/>
              <a:ext cx="618706" cy="201627"/>
            </a:xfrm>
            <a:custGeom>
              <a:avLst/>
              <a:gdLst>
                <a:gd name="connsiteX0" fmla="*/ 0 w 595706"/>
                <a:gd name="connsiteY0" fmla="*/ 0 h 92965"/>
                <a:gd name="connsiteX1" fmla="*/ 595706 w 595706"/>
                <a:gd name="connsiteY1" fmla="*/ 0 h 92965"/>
                <a:gd name="connsiteX2" fmla="*/ 595706 w 595706"/>
                <a:gd name="connsiteY2" fmla="*/ 92965 h 92965"/>
                <a:gd name="connsiteX3" fmla="*/ 0 w 595706"/>
                <a:gd name="connsiteY3" fmla="*/ 92965 h 92965"/>
                <a:gd name="connsiteX4" fmla="*/ 0 w 595706"/>
                <a:gd name="connsiteY4" fmla="*/ 0 h 92965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1422 w 594406"/>
                <a:gd name="connsiteY0" fmla="*/ 21376 h 135147"/>
                <a:gd name="connsiteX1" fmla="*/ 594406 w 594406"/>
                <a:gd name="connsiteY1" fmla="*/ 0 h 135147"/>
                <a:gd name="connsiteX2" fmla="*/ 594406 w 594406"/>
                <a:gd name="connsiteY2" fmla="*/ 92965 h 135147"/>
                <a:gd name="connsiteX3" fmla="*/ 61 w 594406"/>
                <a:gd name="connsiteY3" fmla="*/ 135147 h 135147"/>
                <a:gd name="connsiteX4" fmla="*/ 1422 w 594406"/>
                <a:gd name="connsiteY4" fmla="*/ 21376 h 135147"/>
                <a:gd name="connsiteX0" fmla="*/ 1422 w 594406"/>
                <a:gd name="connsiteY0" fmla="*/ 15599 h 135147"/>
                <a:gd name="connsiteX1" fmla="*/ 594406 w 594406"/>
                <a:gd name="connsiteY1" fmla="*/ 0 h 135147"/>
                <a:gd name="connsiteX2" fmla="*/ 594406 w 594406"/>
                <a:gd name="connsiteY2" fmla="*/ 92965 h 135147"/>
                <a:gd name="connsiteX3" fmla="*/ 61 w 594406"/>
                <a:gd name="connsiteY3" fmla="*/ 135147 h 135147"/>
                <a:gd name="connsiteX4" fmla="*/ 1422 w 594406"/>
                <a:gd name="connsiteY4" fmla="*/ 15599 h 135147"/>
                <a:gd name="connsiteX0" fmla="*/ 131 w 594476"/>
                <a:gd name="connsiteY0" fmla="*/ 4622 h 135147"/>
                <a:gd name="connsiteX1" fmla="*/ 594476 w 594476"/>
                <a:gd name="connsiteY1" fmla="*/ 0 h 135147"/>
                <a:gd name="connsiteX2" fmla="*/ 594476 w 594476"/>
                <a:gd name="connsiteY2" fmla="*/ 92965 h 135147"/>
                <a:gd name="connsiteX3" fmla="*/ 131 w 594476"/>
                <a:gd name="connsiteY3" fmla="*/ 135147 h 135147"/>
                <a:gd name="connsiteX4" fmla="*/ 131 w 594476"/>
                <a:gd name="connsiteY4" fmla="*/ 4622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22423 h 139660"/>
                <a:gd name="connsiteX1" fmla="*/ 595706 w 595706"/>
                <a:gd name="connsiteY1" fmla="*/ 4513 h 139660"/>
                <a:gd name="connsiteX2" fmla="*/ 595706 w 595706"/>
                <a:gd name="connsiteY2" fmla="*/ 97478 h 139660"/>
                <a:gd name="connsiteX3" fmla="*/ 1361 w 595706"/>
                <a:gd name="connsiteY3" fmla="*/ 139660 h 139660"/>
                <a:gd name="connsiteX4" fmla="*/ 0 w 595706"/>
                <a:gd name="connsiteY4" fmla="*/ 22423 h 139660"/>
                <a:gd name="connsiteX0" fmla="*/ 0 w 595706"/>
                <a:gd name="connsiteY0" fmla="*/ 26413 h 143650"/>
                <a:gd name="connsiteX1" fmla="*/ 595706 w 595706"/>
                <a:gd name="connsiteY1" fmla="*/ 8503 h 143650"/>
                <a:gd name="connsiteX2" fmla="*/ 595706 w 595706"/>
                <a:gd name="connsiteY2" fmla="*/ 101468 h 143650"/>
                <a:gd name="connsiteX3" fmla="*/ 1361 w 595706"/>
                <a:gd name="connsiteY3" fmla="*/ 143650 h 143650"/>
                <a:gd name="connsiteX4" fmla="*/ 0 w 595706"/>
                <a:gd name="connsiteY4" fmla="*/ 26413 h 143650"/>
                <a:gd name="connsiteX0" fmla="*/ 0 w 595706"/>
                <a:gd name="connsiteY0" fmla="*/ 21286 h 138523"/>
                <a:gd name="connsiteX1" fmla="*/ 595706 w 595706"/>
                <a:gd name="connsiteY1" fmla="*/ 3376 h 138523"/>
                <a:gd name="connsiteX2" fmla="*/ 595706 w 595706"/>
                <a:gd name="connsiteY2" fmla="*/ 96341 h 138523"/>
                <a:gd name="connsiteX3" fmla="*/ 1361 w 595706"/>
                <a:gd name="connsiteY3" fmla="*/ 138523 h 138523"/>
                <a:gd name="connsiteX4" fmla="*/ 0 w 595706"/>
                <a:gd name="connsiteY4" fmla="*/ 21286 h 138523"/>
                <a:gd name="connsiteX0" fmla="*/ 0 w 595706"/>
                <a:gd name="connsiteY0" fmla="*/ 22534 h 139771"/>
                <a:gd name="connsiteX1" fmla="*/ 595706 w 595706"/>
                <a:gd name="connsiteY1" fmla="*/ 4624 h 139771"/>
                <a:gd name="connsiteX2" fmla="*/ 595706 w 595706"/>
                <a:gd name="connsiteY2" fmla="*/ 97589 h 139771"/>
                <a:gd name="connsiteX3" fmla="*/ 1361 w 595706"/>
                <a:gd name="connsiteY3" fmla="*/ 139771 h 139771"/>
                <a:gd name="connsiteX4" fmla="*/ 0 w 595706"/>
                <a:gd name="connsiteY4" fmla="*/ 22534 h 139771"/>
                <a:gd name="connsiteX0" fmla="*/ 0 w 595706"/>
                <a:gd name="connsiteY0" fmla="*/ 23494 h 140731"/>
                <a:gd name="connsiteX1" fmla="*/ 595706 w 595706"/>
                <a:gd name="connsiteY1" fmla="*/ 2118 h 140731"/>
                <a:gd name="connsiteX2" fmla="*/ 595706 w 595706"/>
                <a:gd name="connsiteY2" fmla="*/ 98549 h 140731"/>
                <a:gd name="connsiteX3" fmla="*/ 1361 w 595706"/>
                <a:gd name="connsiteY3" fmla="*/ 140731 h 140731"/>
                <a:gd name="connsiteX4" fmla="*/ 0 w 595706"/>
                <a:gd name="connsiteY4" fmla="*/ 23494 h 140731"/>
                <a:gd name="connsiteX0" fmla="*/ 0 w 595706"/>
                <a:gd name="connsiteY0" fmla="*/ 23494 h 140731"/>
                <a:gd name="connsiteX1" fmla="*/ 595706 w 595706"/>
                <a:gd name="connsiteY1" fmla="*/ 2118 h 140731"/>
                <a:gd name="connsiteX2" fmla="*/ 595706 w 595706"/>
                <a:gd name="connsiteY2" fmla="*/ 98549 h 140731"/>
                <a:gd name="connsiteX3" fmla="*/ 1361 w 595706"/>
                <a:gd name="connsiteY3" fmla="*/ 140731 h 140731"/>
                <a:gd name="connsiteX4" fmla="*/ 0 w 595706"/>
                <a:gd name="connsiteY4" fmla="*/ 23494 h 140731"/>
                <a:gd name="connsiteX0" fmla="*/ 0 w 595706"/>
                <a:gd name="connsiteY0" fmla="*/ 25030 h 142267"/>
                <a:gd name="connsiteX1" fmla="*/ 595706 w 595706"/>
                <a:gd name="connsiteY1" fmla="*/ 3654 h 142267"/>
                <a:gd name="connsiteX2" fmla="*/ 595706 w 595706"/>
                <a:gd name="connsiteY2" fmla="*/ 100085 h 142267"/>
                <a:gd name="connsiteX3" fmla="*/ 1361 w 595706"/>
                <a:gd name="connsiteY3" fmla="*/ 142267 h 142267"/>
                <a:gd name="connsiteX4" fmla="*/ 0 w 595706"/>
                <a:gd name="connsiteY4" fmla="*/ 25030 h 142267"/>
                <a:gd name="connsiteX0" fmla="*/ 0 w 595706"/>
                <a:gd name="connsiteY0" fmla="*/ 22091 h 139328"/>
                <a:gd name="connsiteX1" fmla="*/ 595706 w 595706"/>
                <a:gd name="connsiteY1" fmla="*/ 715 h 139328"/>
                <a:gd name="connsiteX2" fmla="*/ 595706 w 595706"/>
                <a:gd name="connsiteY2" fmla="*/ 97146 h 139328"/>
                <a:gd name="connsiteX3" fmla="*/ 1361 w 595706"/>
                <a:gd name="connsiteY3" fmla="*/ 139328 h 139328"/>
                <a:gd name="connsiteX4" fmla="*/ 0 w 595706"/>
                <a:gd name="connsiteY4" fmla="*/ 22091 h 139328"/>
                <a:gd name="connsiteX0" fmla="*/ 0 w 595706"/>
                <a:gd name="connsiteY0" fmla="*/ 23573 h 140810"/>
                <a:gd name="connsiteX1" fmla="*/ 595706 w 595706"/>
                <a:gd name="connsiteY1" fmla="*/ 2197 h 140810"/>
                <a:gd name="connsiteX2" fmla="*/ 595706 w 595706"/>
                <a:gd name="connsiteY2" fmla="*/ 98628 h 140810"/>
                <a:gd name="connsiteX3" fmla="*/ 1361 w 595706"/>
                <a:gd name="connsiteY3" fmla="*/ 140810 h 140810"/>
                <a:gd name="connsiteX4" fmla="*/ 0 w 595706"/>
                <a:gd name="connsiteY4" fmla="*/ 23573 h 140810"/>
                <a:gd name="connsiteX0" fmla="*/ 0 w 595706"/>
                <a:gd name="connsiteY0" fmla="*/ 21908 h 139145"/>
                <a:gd name="connsiteX1" fmla="*/ 595706 w 595706"/>
                <a:gd name="connsiteY1" fmla="*/ 532 h 139145"/>
                <a:gd name="connsiteX2" fmla="*/ 595706 w 595706"/>
                <a:gd name="connsiteY2" fmla="*/ 96963 h 139145"/>
                <a:gd name="connsiteX3" fmla="*/ 1361 w 595706"/>
                <a:gd name="connsiteY3" fmla="*/ 139145 h 139145"/>
                <a:gd name="connsiteX4" fmla="*/ 0 w 595706"/>
                <a:gd name="connsiteY4" fmla="*/ 21908 h 139145"/>
                <a:gd name="connsiteX0" fmla="*/ 0 w 595706"/>
                <a:gd name="connsiteY0" fmla="*/ 23863 h 141100"/>
                <a:gd name="connsiteX1" fmla="*/ 595706 w 595706"/>
                <a:gd name="connsiteY1" fmla="*/ 2487 h 141100"/>
                <a:gd name="connsiteX2" fmla="*/ 595706 w 595706"/>
                <a:gd name="connsiteY2" fmla="*/ 98918 h 141100"/>
                <a:gd name="connsiteX3" fmla="*/ 1361 w 595706"/>
                <a:gd name="connsiteY3" fmla="*/ 141100 h 141100"/>
                <a:gd name="connsiteX4" fmla="*/ 0 w 595706"/>
                <a:gd name="connsiteY4" fmla="*/ 23863 h 141100"/>
                <a:gd name="connsiteX0" fmla="*/ 0 w 595706"/>
                <a:gd name="connsiteY0" fmla="*/ 24472 h 141709"/>
                <a:gd name="connsiteX1" fmla="*/ 595706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0 w 595706"/>
                <a:gd name="connsiteY0" fmla="*/ 24267 h 141504"/>
                <a:gd name="connsiteX1" fmla="*/ 595706 w 595706"/>
                <a:gd name="connsiteY1" fmla="*/ 2891 h 141504"/>
                <a:gd name="connsiteX2" fmla="*/ 595706 w 595706"/>
                <a:gd name="connsiteY2" fmla="*/ 99322 h 141504"/>
                <a:gd name="connsiteX3" fmla="*/ 1361 w 595706"/>
                <a:gd name="connsiteY3" fmla="*/ 141504 h 141504"/>
                <a:gd name="connsiteX4" fmla="*/ 0 w 595706"/>
                <a:gd name="connsiteY4" fmla="*/ 24267 h 141504"/>
                <a:gd name="connsiteX0" fmla="*/ 0 w 595706"/>
                <a:gd name="connsiteY0" fmla="*/ 24472 h 141709"/>
                <a:gd name="connsiteX1" fmla="*/ 595706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0 w 595706"/>
                <a:gd name="connsiteY0" fmla="*/ 24472 h 141709"/>
                <a:gd name="connsiteX1" fmla="*/ 594353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124 w 595830"/>
                <a:gd name="connsiteY0" fmla="*/ 24472 h 141709"/>
                <a:gd name="connsiteX1" fmla="*/ 594477 w 595830"/>
                <a:gd name="connsiteY1" fmla="*/ 3096 h 141709"/>
                <a:gd name="connsiteX2" fmla="*/ 595830 w 595830"/>
                <a:gd name="connsiteY2" fmla="*/ 99527 h 141709"/>
                <a:gd name="connsiteX3" fmla="*/ 131 w 595830"/>
                <a:gd name="connsiteY3" fmla="*/ 141709 h 141709"/>
                <a:gd name="connsiteX4" fmla="*/ 124 w 595830"/>
                <a:gd name="connsiteY4" fmla="*/ 24472 h 141709"/>
                <a:gd name="connsiteX0" fmla="*/ 124 w 597179"/>
                <a:gd name="connsiteY0" fmla="*/ 25207 h 142444"/>
                <a:gd name="connsiteX1" fmla="*/ 597179 w 597179"/>
                <a:gd name="connsiteY1" fmla="*/ 481 h 142444"/>
                <a:gd name="connsiteX2" fmla="*/ 595830 w 597179"/>
                <a:gd name="connsiteY2" fmla="*/ 100262 h 142444"/>
                <a:gd name="connsiteX3" fmla="*/ 131 w 597179"/>
                <a:gd name="connsiteY3" fmla="*/ 142444 h 142444"/>
                <a:gd name="connsiteX4" fmla="*/ 124 w 597179"/>
                <a:gd name="connsiteY4" fmla="*/ 25207 h 142444"/>
                <a:gd name="connsiteX0" fmla="*/ 124 w 595889"/>
                <a:gd name="connsiteY0" fmla="*/ 25842 h 143079"/>
                <a:gd name="connsiteX1" fmla="*/ 594477 w 595889"/>
                <a:gd name="connsiteY1" fmla="*/ 0 h 143079"/>
                <a:gd name="connsiteX2" fmla="*/ 595830 w 595889"/>
                <a:gd name="connsiteY2" fmla="*/ 100897 h 143079"/>
                <a:gd name="connsiteX3" fmla="*/ 131 w 595889"/>
                <a:gd name="connsiteY3" fmla="*/ 143079 h 143079"/>
                <a:gd name="connsiteX4" fmla="*/ 124 w 595889"/>
                <a:gd name="connsiteY4" fmla="*/ 25842 h 143079"/>
                <a:gd name="connsiteX0" fmla="*/ 124 w 595889"/>
                <a:gd name="connsiteY0" fmla="*/ 24713 h 141950"/>
                <a:gd name="connsiteX1" fmla="*/ 594477 w 595889"/>
                <a:gd name="connsiteY1" fmla="*/ 2221 h 141950"/>
                <a:gd name="connsiteX2" fmla="*/ 595830 w 595889"/>
                <a:gd name="connsiteY2" fmla="*/ 99768 h 141950"/>
                <a:gd name="connsiteX3" fmla="*/ 131 w 595889"/>
                <a:gd name="connsiteY3" fmla="*/ 141950 h 141950"/>
                <a:gd name="connsiteX4" fmla="*/ 124 w 595889"/>
                <a:gd name="connsiteY4" fmla="*/ 24713 h 141950"/>
                <a:gd name="connsiteX0" fmla="*/ 124 w 595959"/>
                <a:gd name="connsiteY0" fmla="*/ 24713 h 141950"/>
                <a:gd name="connsiteX1" fmla="*/ 595828 w 595959"/>
                <a:gd name="connsiteY1" fmla="*/ 2221 h 141950"/>
                <a:gd name="connsiteX2" fmla="*/ 595830 w 595959"/>
                <a:gd name="connsiteY2" fmla="*/ 99768 h 141950"/>
                <a:gd name="connsiteX3" fmla="*/ 131 w 595959"/>
                <a:gd name="connsiteY3" fmla="*/ 141950 h 141950"/>
                <a:gd name="connsiteX4" fmla="*/ 124 w 595959"/>
                <a:gd name="connsiteY4" fmla="*/ 24713 h 141950"/>
                <a:gd name="connsiteX0" fmla="*/ 124 w 595959"/>
                <a:gd name="connsiteY0" fmla="*/ 24925 h 142162"/>
                <a:gd name="connsiteX1" fmla="*/ 595828 w 595959"/>
                <a:gd name="connsiteY1" fmla="*/ 2433 h 142162"/>
                <a:gd name="connsiteX2" fmla="*/ 595830 w 595959"/>
                <a:gd name="connsiteY2" fmla="*/ 99980 h 142162"/>
                <a:gd name="connsiteX3" fmla="*/ 131 w 595959"/>
                <a:gd name="connsiteY3" fmla="*/ 142162 h 142162"/>
                <a:gd name="connsiteX4" fmla="*/ 124 w 595959"/>
                <a:gd name="connsiteY4" fmla="*/ 24925 h 142162"/>
                <a:gd name="connsiteX0" fmla="*/ 124 w 595959"/>
                <a:gd name="connsiteY0" fmla="*/ 22492 h 139729"/>
                <a:gd name="connsiteX1" fmla="*/ 595828 w 595959"/>
                <a:gd name="connsiteY1" fmla="*/ 0 h 139729"/>
                <a:gd name="connsiteX2" fmla="*/ 595830 w 595959"/>
                <a:gd name="connsiteY2" fmla="*/ 97547 h 139729"/>
                <a:gd name="connsiteX3" fmla="*/ 131 w 595959"/>
                <a:gd name="connsiteY3" fmla="*/ 139729 h 139729"/>
                <a:gd name="connsiteX4" fmla="*/ 124 w 595959"/>
                <a:gd name="connsiteY4" fmla="*/ 22492 h 139729"/>
                <a:gd name="connsiteX0" fmla="*/ 124 w 595959"/>
                <a:gd name="connsiteY0" fmla="*/ 25585 h 142822"/>
                <a:gd name="connsiteX1" fmla="*/ 595828 w 595959"/>
                <a:gd name="connsiteY1" fmla="*/ 3093 h 142822"/>
                <a:gd name="connsiteX2" fmla="*/ 595830 w 595959"/>
                <a:gd name="connsiteY2" fmla="*/ 100640 h 142822"/>
                <a:gd name="connsiteX3" fmla="*/ 131 w 595959"/>
                <a:gd name="connsiteY3" fmla="*/ 142822 h 142822"/>
                <a:gd name="connsiteX4" fmla="*/ 124 w 595959"/>
                <a:gd name="connsiteY4" fmla="*/ 25585 h 142822"/>
                <a:gd name="connsiteX0" fmla="*/ 124 w 595959"/>
                <a:gd name="connsiteY0" fmla="*/ 25585 h 142822"/>
                <a:gd name="connsiteX1" fmla="*/ 595828 w 595959"/>
                <a:gd name="connsiteY1" fmla="*/ 3093 h 142822"/>
                <a:gd name="connsiteX2" fmla="*/ 595830 w 595959"/>
                <a:gd name="connsiteY2" fmla="*/ 100640 h 142822"/>
                <a:gd name="connsiteX3" fmla="*/ 131 w 595959"/>
                <a:gd name="connsiteY3" fmla="*/ 142822 h 142822"/>
                <a:gd name="connsiteX4" fmla="*/ 124 w 595959"/>
                <a:gd name="connsiteY4" fmla="*/ 25585 h 142822"/>
                <a:gd name="connsiteX0" fmla="*/ 124 w 595959"/>
                <a:gd name="connsiteY0" fmla="*/ 26512 h 143749"/>
                <a:gd name="connsiteX1" fmla="*/ 595828 w 595959"/>
                <a:gd name="connsiteY1" fmla="*/ 4020 h 143749"/>
                <a:gd name="connsiteX2" fmla="*/ 595830 w 595959"/>
                <a:gd name="connsiteY2" fmla="*/ 101567 h 143749"/>
                <a:gd name="connsiteX3" fmla="*/ 131 w 595959"/>
                <a:gd name="connsiteY3" fmla="*/ 143749 h 143749"/>
                <a:gd name="connsiteX4" fmla="*/ 124 w 595959"/>
                <a:gd name="connsiteY4" fmla="*/ 26512 h 143749"/>
                <a:gd name="connsiteX0" fmla="*/ 124 w 595959"/>
                <a:gd name="connsiteY0" fmla="*/ 26512 h 143749"/>
                <a:gd name="connsiteX1" fmla="*/ 595828 w 595959"/>
                <a:gd name="connsiteY1" fmla="*/ 4020 h 143749"/>
                <a:gd name="connsiteX2" fmla="*/ 595830 w 595959"/>
                <a:gd name="connsiteY2" fmla="*/ 101567 h 143749"/>
                <a:gd name="connsiteX3" fmla="*/ 131 w 595959"/>
                <a:gd name="connsiteY3" fmla="*/ 143749 h 143749"/>
                <a:gd name="connsiteX4" fmla="*/ 124 w 595959"/>
                <a:gd name="connsiteY4" fmla="*/ 26512 h 143749"/>
                <a:gd name="connsiteX0" fmla="*/ 124 w 595959"/>
                <a:gd name="connsiteY0" fmla="*/ 28496 h 145733"/>
                <a:gd name="connsiteX1" fmla="*/ 595828 w 595959"/>
                <a:gd name="connsiteY1" fmla="*/ 6004 h 145733"/>
                <a:gd name="connsiteX2" fmla="*/ 595830 w 595959"/>
                <a:gd name="connsiteY2" fmla="*/ 103551 h 145733"/>
                <a:gd name="connsiteX3" fmla="*/ 131 w 595959"/>
                <a:gd name="connsiteY3" fmla="*/ 145733 h 145733"/>
                <a:gd name="connsiteX4" fmla="*/ 124 w 595959"/>
                <a:gd name="connsiteY4" fmla="*/ 28496 h 14573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856"/>
                <a:gd name="connsiteY0" fmla="*/ 41841 h 159078"/>
                <a:gd name="connsiteX1" fmla="*/ 591261 w 595856"/>
                <a:gd name="connsiteY1" fmla="*/ 0 h 159078"/>
                <a:gd name="connsiteX2" fmla="*/ 595830 w 595856"/>
                <a:gd name="connsiteY2" fmla="*/ 116896 h 159078"/>
                <a:gd name="connsiteX3" fmla="*/ 131 w 595856"/>
                <a:gd name="connsiteY3" fmla="*/ 159078 h 159078"/>
                <a:gd name="connsiteX4" fmla="*/ 124 w 595856"/>
                <a:gd name="connsiteY4" fmla="*/ 41841 h 159078"/>
                <a:gd name="connsiteX0" fmla="*/ 124 w 595959"/>
                <a:gd name="connsiteY0" fmla="*/ 41841 h 159078"/>
                <a:gd name="connsiteX1" fmla="*/ 595828 w 595959"/>
                <a:gd name="connsiteY1" fmla="*/ 0 h 159078"/>
                <a:gd name="connsiteX2" fmla="*/ 595830 w 595959"/>
                <a:gd name="connsiteY2" fmla="*/ 116896 h 159078"/>
                <a:gd name="connsiteX3" fmla="*/ 131 w 595959"/>
                <a:gd name="connsiteY3" fmla="*/ 159078 h 159078"/>
                <a:gd name="connsiteX4" fmla="*/ 124 w 595959"/>
                <a:gd name="connsiteY4" fmla="*/ 41841 h 159078"/>
                <a:gd name="connsiteX0" fmla="*/ 124 w 597349"/>
                <a:gd name="connsiteY0" fmla="*/ 42378 h 159615"/>
                <a:gd name="connsiteX1" fmla="*/ 597349 w 597349"/>
                <a:gd name="connsiteY1" fmla="*/ 0 h 159615"/>
                <a:gd name="connsiteX2" fmla="*/ 595830 w 597349"/>
                <a:gd name="connsiteY2" fmla="*/ 117433 h 159615"/>
                <a:gd name="connsiteX3" fmla="*/ 131 w 597349"/>
                <a:gd name="connsiteY3" fmla="*/ 159615 h 159615"/>
                <a:gd name="connsiteX4" fmla="*/ 124 w 597349"/>
                <a:gd name="connsiteY4" fmla="*/ 42378 h 159615"/>
                <a:gd name="connsiteX0" fmla="*/ 124 w 600443"/>
                <a:gd name="connsiteY0" fmla="*/ 42378 h 159615"/>
                <a:gd name="connsiteX1" fmla="*/ 597349 w 600443"/>
                <a:gd name="connsiteY1" fmla="*/ 0 h 159615"/>
                <a:gd name="connsiteX2" fmla="*/ 600408 w 600443"/>
                <a:gd name="connsiteY2" fmla="*/ 117433 h 159615"/>
                <a:gd name="connsiteX3" fmla="*/ 131 w 600443"/>
                <a:gd name="connsiteY3" fmla="*/ 159615 h 159615"/>
                <a:gd name="connsiteX4" fmla="*/ 124 w 600443"/>
                <a:gd name="connsiteY4" fmla="*/ 42378 h 159615"/>
                <a:gd name="connsiteX0" fmla="*/ 124 w 600537"/>
                <a:gd name="connsiteY0" fmla="*/ 42378 h 159615"/>
                <a:gd name="connsiteX1" fmla="*/ 600401 w 600537"/>
                <a:gd name="connsiteY1" fmla="*/ 0 h 159615"/>
                <a:gd name="connsiteX2" fmla="*/ 600408 w 600537"/>
                <a:gd name="connsiteY2" fmla="*/ 117433 h 159615"/>
                <a:gd name="connsiteX3" fmla="*/ 131 w 600537"/>
                <a:gd name="connsiteY3" fmla="*/ 159615 h 159615"/>
                <a:gd name="connsiteX4" fmla="*/ 124 w 600537"/>
                <a:gd name="connsiteY4" fmla="*/ 42378 h 159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0537" h="159615">
                  <a:moveTo>
                    <a:pt x="124" y="42378"/>
                  </a:moveTo>
                  <a:cubicBezTo>
                    <a:pt x="296414" y="-50243"/>
                    <a:pt x="418111" y="75773"/>
                    <a:pt x="600401" y="0"/>
                  </a:cubicBezTo>
                  <a:cubicBezTo>
                    <a:pt x="599951" y="33260"/>
                    <a:pt x="600858" y="84173"/>
                    <a:pt x="600408" y="117433"/>
                  </a:cubicBezTo>
                  <a:cubicBezTo>
                    <a:pt x="395490" y="192726"/>
                    <a:pt x="285331" y="62551"/>
                    <a:pt x="131" y="159615"/>
                  </a:cubicBezTo>
                  <a:cubicBezTo>
                    <a:pt x="-323" y="114566"/>
                    <a:pt x="578" y="87427"/>
                    <a:pt x="124" y="42378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5" name="矩形 1174">
              <a:extLst>
                <a:ext uri="{FF2B5EF4-FFF2-40B4-BE49-F238E27FC236}">
                  <a16:creationId xmlns:a16="http://schemas.microsoft.com/office/drawing/2014/main" id="{C8682012-ED77-363F-B90A-F668D851D3A6}"/>
                </a:ext>
              </a:extLst>
            </p:cNvPr>
            <p:cNvSpPr/>
            <p:nvPr/>
          </p:nvSpPr>
          <p:spPr>
            <a:xfrm rot="10800000">
              <a:off x="5041542" y="6890402"/>
              <a:ext cx="618706" cy="226680"/>
            </a:xfrm>
            <a:custGeom>
              <a:avLst/>
              <a:gdLst>
                <a:gd name="connsiteX0" fmla="*/ 0 w 595706"/>
                <a:gd name="connsiteY0" fmla="*/ 0 h 92965"/>
                <a:gd name="connsiteX1" fmla="*/ 595706 w 595706"/>
                <a:gd name="connsiteY1" fmla="*/ 0 h 92965"/>
                <a:gd name="connsiteX2" fmla="*/ 595706 w 595706"/>
                <a:gd name="connsiteY2" fmla="*/ 92965 h 92965"/>
                <a:gd name="connsiteX3" fmla="*/ 0 w 595706"/>
                <a:gd name="connsiteY3" fmla="*/ 92965 h 92965"/>
                <a:gd name="connsiteX4" fmla="*/ 0 w 595706"/>
                <a:gd name="connsiteY4" fmla="*/ 0 h 92965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1422 w 594406"/>
                <a:gd name="connsiteY0" fmla="*/ 21376 h 135147"/>
                <a:gd name="connsiteX1" fmla="*/ 594406 w 594406"/>
                <a:gd name="connsiteY1" fmla="*/ 0 h 135147"/>
                <a:gd name="connsiteX2" fmla="*/ 594406 w 594406"/>
                <a:gd name="connsiteY2" fmla="*/ 92965 h 135147"/>
                <a:gd name="connsiteX3" fmla="*/ 61 w 594406"/>
                <a:gd name="connsiteY3" fmla="*/ 135147 h 135147"/>
                <a:gd name="connsiteX4" fmla="*/ 1422 w 594406"/>
                <a:gd name="connsiteY4" fmla="*/ 21376 h 135147"/>
                <a:gd name="connsiteX0" fmla="*/ 1422 w 594406"/>
                <a:gd name="connsiteY0" fmla="*/ 15599 h 135147"/>
                <a:gd name="connsiteX1" fmla="*/ 594406 w 594406"/>
                <a:gd name="connsiteY1" fmla="*/ 0 h 135147"/>
                <a:gd name="connsiteX2" fmla="*/ 594406 w 594406"/>
                <a:gd name="connsiteY2" fmla="*/ 92965 h 135147"/>
                <a:gd name="connsiteX3" fmla="*/ 61 w 594406"/>
                <a:gd name="connsiteY3" fmla="*/ 135147 h 135147"/>
                <a:gd name="connsiteX4" fmla="*/ 1422 w 594406"/>
                <a:gd name="connsiteY4" fmla="*/ 15599 h 135147"/>
                <a:gd name="connsiteX0" fmla="*/ 131 w 594476"/>
                <a:gd name="connsiteY0" fmla="*/ 4622 h 135147"/>
                <a:gd name="connsiteX1" fmla="*/ 594476 w 594476"/>
                <a:gd name="connsiteY1" fmla="*/ 0 h 135147"/>
                <a:gd name="connsiteX2" fmla="*/ 594476 w 594476"/>
                <a:gd name="connsiteY2" fmla="*/ 92965 h 135147"/>
                <a:gd name="connsiteX3" fmla="*/ 131 w 594476"/>
                <a:gd name="connsiteY3" fmla="*/ 135147 h 135147"/>
                <a:gd name="connsiteX4" fmla="*/ 131 w 594476"/>
                <a:gd name="connsiteY4" fmla="*/ 4622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22423 h 139660"/>
                <a:gd name="connsiteX1" fmla="*/ 595706 w 595706"/>
                <a:gd name="connsiteY1" fmla="*/ 4513 h 139660"/>
                <a:gd name="connsiteX2" fmla="*/ 595706 w 595706"/>
                <a:gd name="connsiteY2" fmla="*/ 97478 h 139660"/>
                <a:gd name="connsiteX3" fmla="*/ 1361 w 595706"/>
                <a:gd name="connsiteY3" fmla="*/ 139660 h 139660"/>
                <a:gd name="connsiteX4" fmla="*/ 0 w 595706"/>
                <a:gd name="connsiteY4" fmla="*/ 22423 h 139660"/>
                <a:gd name="connsiteX0" fmla="*/ 0 w 595706"/>
                <a:gd name="connsiteY0" fmla="*/ 26413 h 143650"/>
                <a:gd name="connsiteX1" fmla="*/ 595706 w 595706"/>
                <a:gd name="connsiteY1" fmla="*/ 8503 h 143650"/>
                <a:gd name="connsiteX2" fmla="*/ 595706 w 595706"/>
                <a:gd name="connsiteY2" fmla="*/ 101468 h 143650"/>
                <a:gd name="connsiteX3" fmla="*/ 1361 w 595706"/>
                <a:gd name="connsiteY3" fmla="*/ 143650 h 143650"/>
                <a:gd name="connsiteX4" fmla="*/ 0 w 595706"/>
                <a:gd name="connsiteY4" fmla="*/ 26413 h 143650"/>
                <a:gd name="connsiteX0" fmla="*/ 0 w 595706"/>
                <a:gd name="connsiteY0" fmla="*/ 21286 h 138523"/>
                <a:gd name="connsiteX1" fmla="*/ 595706 w 595706"/>
                <a:gd name="connsiteY1" fmla="*/ 3376 h 138523"/>
                <a:gd name="connsiteX2" fmla="*/ 595706 w 595706"/>
                <a:gd name="connsiteY2" fmla="*/ 96341 h 138523"/>
                <a:gd name="connsiteX3" fmla="*/ 1361 w 595706"/>
                <a:gd name="connsiteY3" fmla="*/ 138523 h 138523"/>
                <a:gd name="connsiteX4" fmla="*/ 0 w 595706"/>
                <a:gd name="connsiteY4" fmla="*/ 21286 h 138523"/>
                <a:gd name="connsiteX0" fmla="*/ 0 w 595706"/>
                <a:gd name="connsiteY0" fmla="*/ 22534 h 139771"/>
                <a:gd name="connsiteX1" fmla="*/ 595706 w 595706"/>
                <a:gd name="connsiteY1" fmla="*/ 4624 h 139771"/>
                <a:gd name="connsiteX2" fmla="*/ 595706 w 595706"/>
                <a:gd name="connsiteY2" fmla="*/ 97589 h 139771"/>
                <a:gd name="connsiteX3" fmla="*/ 1361 w 595706"/>
                <a:gd name="connsiteY3" fmla="*/ 139771 h 139771"/>
                <a:gd name="connsiteX4" fmla="*/ 0 w 595706"/>
                <a:gd name="connsiteY4" fmla="*/ 22534 h 139771"/>
                <a:gd name="connsiteX0" fmla="*/ 0 w 595706"/>
                <a:gd name="connsiteY0" fmla="*/ 23494 h 140731"/>
                <a:gd name="connsiteX1" fmla="*/ 595706 w 595706"/>
                <a:gd name="connsiteY1" fmla="*/ 2118 h 140731"/>
                <a:gd name="connsiteX2" fmla="*/ 595706 w 595706"/>
                <a:gd name="connsiteY2" fmla="*/ 98549 h 140731"/>
                <a:gd name="connsiteX3" fmla="*/ 1361 w 595706"/>
                <a:gd name="connsiteY3" fmla="*/ 140731 h 140731"/>
                <a:gd name="connsiteX4" fmla="*/ 0 w 595706"/>
                <a:gd name="connsiteY4" fmla="*/ 23494 h 140731"/>
                <a:gd name="connsiteX0" fmla="*/ 0 w 595706"/>
                <a:gd name="connsiteY0" fmla="*/ 23494 h 140731"/>
                <a:gd name="connsiteX1" fmla="*/ 595706 w 595706"/>
                <a:gd name="connsiteY1" fmla="*/ 2118 h 140731"/>
                <a:gd name="connsiteX2" fmla="*/ 595706 w 595706"/>
                <a:gd name="connsiteY2" fmla="*/ 98549 h 140731"/>
                <a:gd name="connsiteX3" fmla="*/ 1361 w 595706"/>
                <a:gd name="connsiteY3" fmla="*/ 140731 h 140731"/>
                <a:gd name="connsiteX4" fmla="*/ 0 w 595706"/>
                <a:gd name="connsiteY4" fmla="*/ 23494 h 140731"/>
                <a:gd name="connsiteX0" fmla="*/ 0 w 595706"/>
                <a:gd name="connsiteY0" fmla="*/ 25030 h 142267"/>
                <a:gd name="connsiteX1" fmla="*/ 595706 w 595706"/>
                <a:gd name="connsiteY1" fmla="*/ 3654 h 142267"/>
                <a:gd name="connsiteX2" fmla="*/ 595706 w 595706"/>
                <a:gd name="connsiteY2" fmla="*/ 100085 h 142267"/>
                <a:gd name="connsiteX3" fmla="*/ 1361 w 595706"/>
                <a:gd name="connsiteY3" fmla="*/ 142267 h 142267"/>
                <a:gd name="connsiteX4" fmla="*/ 0 w 595706"/>
                <a:gd name="connsiteY4" fmla="*/ 25030 h 142267"/>
                <a:gd name="connsiteX0" fmla="*/ 0 w 595706"/>
                <a:gd name="connsiteY0" fmla="*/ 22091 h 139328"/>
                <a:gd name="connsiteX1" fmla="*/ 595706 w 595706"/>
                <a:gd name="connsiteY1" fmla="*/ 715 h 139328"/>
                <a:gd name="connsiteX2" fmla="*/ 595706 w 595706"/>
                <a:gd name="connsiteY2" fmla="*/ 97146 h 139328"/>
                <a:gd name="connsiteX3" fmla="*/ 1361 w 595706"/>
                <a:gd name="connsiteY3" fmla="*/ 139328 h 139328"/>
                <a:gd name="connsiteX4" fmla="*/ 0 w 595706"/>
                <a:gd name="connsiteY4" fmla="*/ 22091 h 139328"/>
                <a:gd name="connsiteX0" fmla="*/ 0 w 595706"/>
                <a:gd name="connsiteY0" fmla="*/ 23573 h 140810"/>
                <a:gd name="connsiteX1" fmla="*/ 595706 w 595706"/>
                <a:gd name="connsiteY1" fmla="*/ 2197 h 140810"/>
                <a:gd name="connsiteX2" fmla="*/ 595706 w 595706"/>
                <a:gd name="connsiteY2" fmla="*/ 98628 h 140810"/>
                <a:gd name="connsiteX3" fmla="*/ 1361 w 595706"/>
                <a:gd name="connsiteY3" fmla="*/ 140810 h 140810"/>
                <a:gd name="connsiteX4" fmla="*/ 0 w 595706"/>
                <a:gd name="connsiteY4" fmla="*/ 23573 h 140810"/>
                <a:gd name="connsiteX0" fmla="*/ 0 w 595706"/>
                <a:gd name="connsiteY0" fmla="*/ 21908 h 139145"/>
                <a:gd name="connsiteX1" fmla="*/ 595706 w 595706"/>
                <a:gd name="connsiteY1" fmla="*/ 532 h 139145"/>
                <a:gd name="connsiteX2" fmla="*/ 595706 w 595706"/>
                <a:gd name="connsiteY2" fmla="*/ 96963 h 139145"/>
                <a:gd name="connsiteX3" fmla="*/ 1361 w 595706"/>
                <a:gd name="connsiteY3" fmla="*/ 139145 h 139145"/>
                <a:gd name="connsiteX4" fmla="*/ 0 w 595706"/>
                <a:gd name="connsiteY4" fmla="*/ 21908 h 139145"/>
                <a:gd name="connsiteX0" fmla="*/ 0 w 595706"/>
                <a:gd name="connsiteY0" fmla="*/ 23863 h 141100"/>
                <a:gd name="connsiteX1" fmla="*/ 595706 w 595706"/>
                <a:gd name="connsiteY1" fmla="*/ 2487 h 141100"/>
                <a:gd name="connsiteX2" fmla="*/ 595706 w 595706"/>
                <a:gd name="connsiteY2" fmla="*/ 98918 h 141100"/>
                <a:gd name="connsiteX3" fmla="*/ 1361 w 595706"/>
                <a:gd name="connsiteY3" fmla="*/ 141100 h 141100"/>
                <a:gd name="connsiteX4" fmla="*/ 0 w 595706"/>
                <a:gd name="connsiteY4" fmla="*/ 23863 h 141100"/>
                <a:gd name="connsiteX0" fmla="*/ 0 w 595706"/>
                <a:gd name="connsiteY0" fmla="*/ 24472 h 141709"/>
                <a:gd name="connsiteX1" fmla="*/ 595706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0 w 595706"/>
                <a:gd name="connsiteY0" fmla="*/ 24267 h 141504"/>
                <a:gd name="connsiteX1" fmla="*/ 595706 w 595706"/>
                <a:gd name="connsiteY1" fmla="*/ 2891 h 141504"/>
                <a:gd name="connsiteX2" fmla="*/ 595706 w 595706"/>
                <a:gd name="connsiteY2" fmla="*/ 99322 h 141504"/>
                <a:gd name="connsiteX3" fmla="*/ 1361 w 595706"/>
                <a:gd name="connsiteY3" fmla="*/ 141504 h 141504"/>
                <a:gd name="connsiteX4" fmla="*/ 0 w 595706"/>
                <a:gd name="connsiteY4" fmla="*/ 24267 h 141504"/>
                <a:gd name="connsiteX0" fmla="*/ 0 w 595706"/>
                <a:gd name="connsiteY0" fmla="*/ 24472 h 141709"/>
                <a:gd name="connsiteX1" fmla="*/ 595706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0 w 595706"/>
                <a:gd name="connsiteY0" fmla="*/ 24472 h 141709"/>
                <a:gd name="connsiteX1" fmla="*/ 594353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124 w 595830"/>
                <a:gd name="connsiteY0" fmla="*/ 24472 h 141709"/>
                <a:gd name="connsiteX1" fmla="*/ 594477 w 595830"/>
                <a:gd name="connsiteY1" fmla="*/ 3096 h 141709"/>
                <a:gd name="connsiteX2" fmla="*/ 595830 w 595830"/>
                <a:gd name="connsiteY2" fmla="*/ 99527 h 141709"/>
                <a:gd name="connsiteX3" fmla="*/ 131 w 595830"/>
                <a:gd name="connsiteY3" fmla="*/ 141709 h 141709"/>
                <a:gd name="connsiteX4" fmla="*/ 124 w 595830"/>
                <a:gd name="connsiteY4" fmla="*/ 24472 h 141709"/>
                <a:gd name="connsiteX0" fmla="*/ 124 w 597179"/>
                <a:gd name="connsiteY0" fmla="*/ 25207 h 142444"/>
                <a:gd name="connsiteX1" fmla="*/ 597179 w 597179"/>
                <a:gd name="connsiteY1" fmla="*/ 481 h 142444"/>
                <a:gd name="connsiteX2" fmla="*/ 595830 w 597179"/>
                <a:gd name="connsiteY2" fmla="*/ 100262 h 142444"/>
                <a:gd name="connsiteX3" fmla="*/ 131 w 597179"/>
                <a:gd name="connsiteY3" fmla="*/ 142444 h 142444"/>
                <a:gd name="connsiteX4" fmla="*/ 124 w 597179"/>
                <a:gd name="connsiteY4" fmla="*/ 25207 h 142444"/>
                <a:gd name="connsiteX0" fmla="*/ 124 w 595889"/>
                <a:gd name="connsiteY0" fmla="*/ 25842 h 143079"/>
                <a:gd name="connsiteX1" fmla="*/ 594477 w 595889"/>
                <a:gd name="connsiteY1" fmla="*/ 0 h 143079"/>
                <a:gd name="connsiteX2" fmla="*/ 595830 w 595889"/>
                <a:gd name="connsiteY2" fmla="*/ 100897 h 143079"/>
                <a:gd name="connsiteX3" fmla="*/ 131 w 595889"/>
                <a:gd name="connsiteY3" fmla="*/ 143079 h 143079"/>
                <a:gd name="connsiteX4" fmla="*/ 124 w 595889"/>
                <a:gd name="connsiteY4" fmla="*/ 25842 h 143079"/>
                <a:gd name="connsiteX0" fmla="*/ 124 w 595889"/>
                <a:gd name="connsiteY0" fmla="*/ 24713 h 141950"/>
                <a:gd name="connsiteX1" fmla="*/ 594477 w 595889"/>
                <a:gd name="connsiteY1" fmla="*/ 2221 h 141950"/>
                <a:gd name="connsiteX2" fmla="*/ 595830 w 595889"/>
                <a:gd name="connsiteY2" fmla="*/ 99768 h 141950"/>
                <a:gd name="connsiteX3" fmla="*/ 131 w 595889"/>
                <a:gd name="connsiteY3" fmla="*/ 141950 h 141950"/>
                <a:gd name="connsiteX4" fmla="*/ 124 w 595889"/>
                <a:gd name="connsiteY4" fmla="*/ 24713 h 141950"/>
                <a:gd name="connsiteX0" fmla="*/ 124 w 595959"/>
                <a:gd name="connsiteY0" fmla="*/ 24713 h 141950"/>
                <a:gd name="connsiteX1" fmla="*/ 595828 w 595959"/>
                <a:gd name="connsiteY1" fmla="*/ 2221 h 141950"/>
                <a:gd name="connsiteX2" fmla="*/ 595830 w 595959"/>
                <a:gd name="connsiteY2" fmla="*/ 99768 h 141950"/>
                <a:gd name="connsiteX3" fmla="*/ 131 w 595959"/>
                <a:gd name="connsiteY3" fmla="*/ 141950 h 141950"/>
                <a:gd name="connsiteX4" fmla="*/ 124 w 595959"/>
                <a:gd name="connsiteY4" fmla="*/ 24713 h 141950"/>
                <a:gd name="connsiteX0" fmla="*/ 124 w 595959"/>
                <a:gd name="connsiteY0" fmla="*/ 24925 h 142162"/>
                <a:gd name="connsiteX1" fmla="*/ 595828 w 595959"/>
                <a:gd name="connsiteY1" fmla="*/ 2433 h 142162"/>
                <a:gd name="connsiteX2" fmla="*/ 595830 w 595959"/>
                <a:gd name="connsiteY2" fmla="*/ 99980 h 142162"/>
                <a:gd name="connsiteX3" fmla="*/ 131 w 595959"/>
                <a:gd name="connsiteY3" fmla="*/ 142162 h 142162"/>
                <a:gd name="connsiteX4" fmla="*/ 124 w 595959"/>
                <a:gd name="connsiteY4" fmla="*/ 24925 h 142162"/>
                <a:gd name="connsiteX0" fmla="*/ 124 w 595959"/>
                <a:gd name="connsiteY0" fmla="*/ 22492 h 139729"/>
                <a:gd name="connsiteX1" fmla="*/ 595828 w 595959"/>
                <a:gd name="connsiteY1" fmla="*/ 0 h 139729"/>
                <a:gd name="connsiteX2" fmla="*/ 595830 w 595959"/>
                <a:gd name="connsiteY2" fmla="*/ 97547 h 139729"/>
                <a:gd name="connsiteX3" fmla="*/ 131 w 595959"/>
                <a:gd name="connsiteY3" fmla="*/ 139729 h 139729"/>
                <a:gd name="connsiteX4" fmla="*/ 124 w 595959"/>
                <a:gd name="connsiteY4" fmla="*/ 22492 h 139729"/>
                <a:gd name="connsiteX0" fmla="*/ 124 w 595959"/>
                <a:gd name="connsiteY0" fmla="*/ 25585 h 142822"/>
                <a:gd name="connsiteX1" fmla="*/ 595828 w 595959"/>
                <a:gd name="connsiteY1" fmla="*/ 3093 h 142822"/>
                <a:gd name="connsiteX2" fmla="*/ 595830 w 595959"/>
                <a:gd name="connsiteY2" fmla="*/ 100640 h 142822"/>
                <a:gd name="connsiteX3" fmla="*/ 131 w 595959"/>
                <a:gd name="connsiteY3" fmla="*/ 142822 h 142822"/>
                <a:gd name="connsiteX4" fmla="*/ 124 w 595959"/>
                <a:gd name="connsiteY4" fmla="*/ 25585 h 142822"/>
                <a:gd name="connsiteX0" fmla="*/ 124 w 595959"/>
                <a:gd name="connsiteY0" fmla="*/ 25585 h 142822"/>
                <a:gd name="connsiteX1" fmla="*/ 595828 w 595959"/>
                <a:gd name="connsiteY1" fmla="*/ 3093 h 142822"/>
                <a:gd name="connsiteX2" fmla="*/ 595830 w 595959"/>
                <a:gd name="connsiteY2" fmla="*/ 100640 h 142822"/>
                <a:gd name="connsiteX3" fmla="*/ 131 w 595959"/>
                <a:gd name="connsiteY3" fmla="*/ 142822 h 142822"/>
                <a:gd name="connsiteX4" fmla="*/ 124 w 595959"/>
                <a:gd name="connsiteY4" fmla="*/ 25585 h 142822"/>
                <a:gd name="connsiteX0" fmla="*/ 124 w 595959"/>
                <a:gd name="connsiteY0" fmla="*/ 26512 h 143749"/>
                <a:gd name="connsiteX1" fmla="*/ 595828 w 595959"/>
                <a:gd name="connsiteY1" fmla="*/ 4020 h 143749"/>
                <a:gd name="connsiteX2" fmla="*/ 595830 w 595959"/>
                <a:gd name="connsiteY2" fmla="*/ 101567 h 143749"/>
                <a:gd name="connsiteX3" fmla="*/ 131 w 595959"/>
                <a:gd name="connsiteY3" fmla="*/ 143749 h 143749"/>
                <a:gd name="connsiteX4" fmla="*/ 124 w 595959"/>
                <a:gd name="connsiteY4" fmla="*/ 26512 h 143749"/>
                <a:gd name="connsiteX0" fmla="*/ 124 w 595959"/>
                <a:gd name="connsiteY0" fmla="*/ 26512 h 143749"/>
                <a:gd name="connsiteX1" fmla="*/ 595828 w 595959"/>
                <a:gd name="connsiteY1" fmla="*/ 4020 h 143749"/>
                <a:gd name="connsiteX2" fmla="*/ 595830 w 595959"/>
                <a:gd name="connsiteY2" fmla="*/ 101567 h 143749"/>
                <a:gd name="connsiteX3" fmla="*/ 131 w 595959"/>
                <a:gd name="connsiteY3" fmla="*/ 143749 h 143749"/>
                <a:gd name="connsiteX4" fmla="*/ 124 w 595959"/>
                <a:gd name="connsiteY4" fmla="*/ 26512 h 143749"/>
                <a:gd name="connsiteX0" fmla="*/ 124 w 595959"/>
                <a:gd name="connsiteY0" fmla="*/ 28496 h 145733"/>
                <a:gd name="connsiteX1" fmla="*/ 595828 w 595959"/>
                <a:gd name="connsiteY1" fmla="*/ 6004 h 145733"/>
                <a:gd name="connsiteX2" fmla="*/ 595830 w 595959"/>
                <a:gd name="connsiteY2" fmla="*/ 103551 h 145733"/>
                <a:gd name="connsiteX3" fmla="*/ 131 w 595959"/>
                <a:gd name="connsiteY3" fmla="*/ 145733 h 145733"/>
                <a:gd name="connsiteX4" fmla="*/ 124 w 595959"/>
                <a:gd name="connsiteY4" fmla="*/ 28496 h 14573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856"/>
                <a:gd name="connsiteY0" fmla="*/ 41841 h 159078"/>
                <a:gd name="connsiteX1" fmla="*/ 591261 w 595856"/>
                <a:gd name="connsiteY1" fmla="*/ 0 h 159078"/>
                <a:gd name="connsiteX2" fmla="*/ 595830 w 595856"/>
                <a:gd name="connsiteY2" fmla="*/ 116896 h 159078"/>
                <a:gd name="connsiteX3" fmla="*/ 131 w 595856"/>
                <a:gd name="connsiteY3" fmla="*/ 159078 h 159078"/>
                <a:gd name="connsiteX4" fmla="*/ 124 w 595856"/>
                <a:gd name="connsiteY4" fmla="*/ 41841 h 159078"/>
                <a:gd name="connsiteX0" fmla="*/ 124 w 595959"/>
                <a:gd name="connsiteY0" fmla="*/ 41841 h 159078"/>
                <a:gd name="connsiteX1" fmla="*/ 595828 w 595959"/>
                <a:gd name="connsiteY1" fmla="*/ 0 h 159078"/>
                <a:gd name="connsiteX2" fmla="*/ 595830 w 595959"/>
                <a:gd name="connsiteY2" fmla="*/ 116896 h 159078"/>
                <a:gd name="connsiteX3" fmla="*/ 131 w 595959"/>
                <a:gd name="connsiteY3" fmla="*/ 159078 h 159078"/>
                <a:gd name="connsiteX4" fmla="*/ 124 w 595959"/>
                <a:gd name="connsiteY4" fmla="*/ 41841 h 159078"/>
                <a:gd name="connsiteX0" fmla="*/ 124 w 597349"/>
                <a:gd name="connsiteY0" fmla="*/ 42378 h 159615"/>
                <a:gd name="connsiteX1" fmla="*/ 597349 w 597349"/>
                <a:gd name="connsiteY1" fmla="*/ 0 h 159615"/>
                <a:gd name="connsiteX2" fmla="*/ 595830 w 597349"/>
                <a:gd name="connsiteY2" fmla="*/ 117433 h 159615"/>
                <a:gd name="connsiteX3" fmla="*/ 131 w 597349"/>
                <a:gd name="connsiteY3" fmla="*/ 159615 h 159615"/>
                <a:gd name="connsiteX4" fmla="*/ 124 w 597349"/>
                <a:gd name="connsiteY4" fmla="*/ 42378 h 159615"/>
                <a:gd name="connsiteX0" fmla="*/ 124 w 600443"/>
                <a:gd name="connsiteY0" fmla="*/ 42378 h 159615"/>
                <a:gd name="connsiteX1" fmla="*/ 597349 w 600443"/>
                <a:gd name="connsiteY1" fmla="*/ 0 h 159615"/>
                <a:gd name="connsiteX2" fmla="*/ 600408 w 600443"/>
                <a:gd name="connsiteY2" fmla="*/ 117433 h 159615"/>
                <a:gd name="connsiteX3" fmla="*/ 131 w 600443"/>
                <a:gd name="connsiteY3" fmla="*/ 159615 h 159615"/>
                <a:gd name="connsiteX4" fmla="*/ 124 w 600443"/>
                <a:gd name="connsiteY4" fmla="*/ 42378 h 159615"/>
                <a:gd name="connsiteX0" fmla="*/ 124 w 600537"/>
                <a:gd name="connsiteY0" fmla="*/ 42378 h 159615"/>
                <a:gd name="connsiteX1" fmla="*/ 600401 w 600537"/>
                <a:gd name="connsiteY1" fmla="*/ 0 h 159615"/>
                <a:gd name="connsiteX2" fmla="*/ 600408 w 600537"/>
                <a:gd name="connsiteY2" fmla="*/ 117433 h 159615"/>
                <a:gd name="connsiteX3" fmla="*/ 131 w 600537"/>
                <a:gd name="connsiteY3" fmla="*/ 159615 h 159615"/>
                <a:gd name="connsiteX4" fmla="*/ 124 w 600537"/>
                <a:gd name="connsiteY4" fmla="*/ 42378 h 159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0537" h="159615">
                  <a:moveTo>
                    <a:pt x="124" y="42378"/>
                  </a:moveTo>
                  <a:cubicBezTo>
                    <a:pt x="296414" y="-50243"/>
                    <a:pt x="418111" y="75773"/>
                    <a:pt x="600401" y="0"/>
                  </a:cubicBezTo>
                  <a:cubicBezTo>
                    <a:pt x="599951" y="33260"/>
                    <a:pt x="600858" y="84173"/>
                    <a:pt x="600408" y="117433"/>
                  </a:cubicBezTo>
                  <a:cubicBezTo>
                    <a:pt x="395490" y="192726"/>
                    <a:pt x="285331" y="62551"/>
                    <a:pt x="131" y="159615"/>
                  </a:cubicBezTo>
                  <a:cubicBezTo>
                    <a:pt x="-323" y="114566"/>
                    <a:pt x="578" y="87427"/>
                    <a:pt x="124" y="42378"/>
                  </a:cubicBezTo>
                  <a:close/>
                </a:path>
              </a:pathLst>
            </a:custGeom>
            <a:solidFill>
              <a:schemeClr val="accent2">
                <a:lumMod val="40000"/>
                <a:lumOff val="6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6" name="矩形 1174">
              <a:extLst>
                <a:ext uri="{FF2B5EF4-FFF2-40B4-BE49-F238E27FC236}">
                  <a16:creationId xmlns:a16="http://schemas.microsoft.com/office/drawing/2014/main" id="{C6B5F08D-52EC-D18D-BCB0-E8FA0849CFA0}"/>
                </a:ext>
              </a:extLst>
            </p:cNvPr>
            <p:cNvSpPr/>
            <p:nvPr/>
          </p:nvSpPr>
          <p:spPr>
            <a:xfrm rot="10800000">
              <a:off x="5041541" y="7045652"/>
              <a:ext cx="618707" cy="139508"/>
            </a:xfrm>
            <a:custGeom>
              <a:avLst/>
              <a:gdLst>
                <a:gd name="connsiteX0" fmla="*/ 0 w 595706"/>
                <a:gd name="connsiteY0" fmla="*/ 0 h 92965"/>
                <a:gd name="connsiteX1" fmla="*/ 595706 w 595706"/>
                <a:gd name="connsiteY1" fmla="*/ 0 h 92965"/>
                <a:gd name="connsiteX2" fmla="*/ 595706 w 595706"/>
                <a:gd name="connsiteY2" fmla="*/ 92965 h 92965"/>
                <a:gd name="connsiteX3" fmla="*/ 0 w 595706"/>
                <a:gd name="connsiteY3" fmla="*/ 92965 h 92965"/>
                <a:gd name="connsiteX4" fmla="*/ 0 w 595706"/>
                <a:gd name="connsiteY4" fmla="*/ 0 h 92965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131 w 595837"/>
                <a:gd name="connsiteY0" fmla="*/ 0 h 148754"/>
                <a:gd name="connsiteX1" fmla="*/ 595837 w 595837"/>
                <a:gd name="connsiteY1" fmla="*/ 0 h 148754"/>
                <a:gd name="connsiteX2" fmla="*/ 595837 w 595837"/>
                <a:gd name="connsiteY2" fmla="*/ 92965 h 148754"/>
                <a:gd name="connsiteX3" fmla="*/ 131 w 595837"/>
                <a:gd name="connsiteY3" fmla="*/ 148754 h 148754"/>
                <a:gd name="connsiteX4" fmla="*/ 131 w 595837"/>
                <a:gd name="connsiteY4" fmla="*/ 0 h 148754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56571"/>
                <a:gd name="connsiteX1" fmla="*/ 595837 w 595837"/>
                <a:gd name="connsiteY1" fmla="*/ 0 h 156571"/>
                <a:gd name="connsiteX2" fmla="*/ 594316 w 595837"/>
                <a:gd name="connsiteY2" fmla="*/ 141984 h 156571"/>
                <a:gd name="connsiteX3" fmla="*/ 131 w 595837"/>
                <a:gd name="connsiteY3" fmla="*/ 140590 h 156571"/>
                <a:gd name="connsiteX4" fmla="*/ 131 w 595837"/>
                <a:gd name="connsiteY4" fmla="*/ 0 h 156571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0 w 600949"/>
                <a:gd name="connsiteY0" fmla="*/ 0 h 271309"/>
                <a:gd name="connsiteX1" fmla="*/ 600949 w 600949"/>
                <a:gd name="connsiteY1" fmla="*/ 0 h 271309"/>
                <a:gd name="connsiteX2" fmla="*/ 599428 w 600949"/>
                <a:gd name="connsiteY2" fmla="*/ 141984 h 271309"/>
                <a:gd name="connsiteX3" fmla="*/ 3722 w 600949"/>
                <a:gd name="connsiteY3" fmla="*/ 271309 h 271309"/>
                <a:gd name="connsiteX4" fmla="*/ 0 w 600949"/>
                <a:gd name="connsiteY4" fmla="*/ 0 h 271309"/>
                <a:gd name="connsiteX0" fmla="*/ 0 w 599639"/>
                <a:gd name="connsiteY0" fmla="*/ 0 h 271309"/>
                <a:gd name="connsiteX1" fmla="*/ 599639 w 599639"/>
                <a:gd name="connsiteY1" fmla="*/ 0 h 271309"/>
                <a:gd name="connsiteX2" fmla="*/ 599428 w 599639"/>
                <a:gd name="connsiteY2" fmla="*/ 141984 h 271309"/>
                <a:gd name="connsiteX3" fmla="*/ 3722 w 599639"/>
                <a:gd name="connsiteY3" fmla="*/ 271309 h 271309"/>
                <a:gd name="connsiteX4" fmla="*/ 0 w 599639"/>
                <a:gd name="connsiteY4" fmla="*/ 0 h 271309"/>
                <a:gd name="connsiteX0" fmla="*/ 0 w 597018"/>
                <a:gd name="connsiteY0" fmla="*/ 0 h 271309"/>
                <a:gd name="connsiteX1" fmla="*/ 597018 w 597018"/>
                <a:gd name="connsiteY1" fmla="*/ 0 h 271309"/>
                <a:gd name="connsiteX2" fmla="*/ 596807 w 597018"/>
                <a:gd name="connsiteY2" fmla="*/ 141984 h 271309"/>
                <a:gd name="connsiteX3" fmla="*/ 1101 w 597018"/>
                <a:gd name="connsiteY3" fmla="*/ 271309 h 271309"/>
                <a:gd name="connsiteX4" fmla="*/ 0 w 597018"/>
                <a:gd name="connsiteY4" fmla="*/ 0 h 271309"/>
                <a:gd name="connsiteX0" fmla="*/ 0 w 596807"/>
                <a:gd name="connsiteY0" fmla="*/ 0 h 271309"/>
                <a:gd name="connsiteX1" fmla="*/ 591775 w 596807"/>
                <a:gd name="connsiteY1" fmla="*/ 0 h 271309"/>
                <a:gd name="connsiteX2" fmla="*/ 596807 w 596807"/>
                <a:gd name="connsiteY2" fmla="*/ 141984 h 271309"/>
                <a:gd name="connsiteX3" fmla="*/ 1101 w 596807"/>
                <a:gd name="connsiteY3" fmla="*/ 271309 h 271309"/>
                <a:gd name="connsiteX4" fmla="*/ 0 w 596807"/>
                <a:gd name="connsiteY4" fmla="*/ 0 h 271309"/>
                <a:gd name="connsiteX0" fmla="*/ 0 w 596807"/>
                <a:gd name="connsiteY0" fmla="*/ 0 h 271309"/>
                <a:gd name="connsiteX1" fmla="*/ 595708 w 596807"/>
                <a:gd name="connsiteY1" fmla="*/ 0 h 271309"/>
                <a:gd name="connsiteX2" fmla="*/ 596807 w 596807"/>
                <a:gd name="connsiteY2" fmla="*/ 141984 h 271309"/>
                <a:gd name="connsiteX3" fmla="*/ 1101 w 596807"/>
                <a:gd name="connsiteY3" fmla="*/ 271309 h 271309"/>
                <a:gd name="connsiteX4" fmla="*/ 0 w 596807"/>
                <a:gd name="connsiteY4" fmla="*/ 0 h 271309"/>
                <a:gd name="connsiteX0" fmla="*/ 0 w 595708"/>
                <a:gd name="connsiteY0" fmla="*/ 0 h 271309"/>
                <a:gd name="connsiteX1" fmla="*/ 595708 w 595708"/>
                <a:gd name="connsiteY1" fmla="*/ 0 h 271309"/>
                <a:gd name="connsiteX2" fmla="*/ 594186 w 595708"/>
                <a:gd name="connsiteY2" fmla="*/ 141985 h 271309"/>
                <a:gd name="connsiteX3" fmla="*/ 1101 w 595708"/>
                <a:gd name="connsiteY3" fmla="*/ 271309 h 271309"/>
                <a:gd name="connsiteX4" fmla="*/ 0 w 595708"/>
                <a:gd name="connsiteY4" fmla="*/ 0 h 271309"/>
                <a:gd name="connsiteX0" fmla="*/ 0 w 596439"/>
                <a:gd name="connsiteY0" fmla="*/ 109083 h 380392"/>
                <a:gd name="connsiteX1" fmla="*/ 595708 w 596439"/>
                <a:gd name="connsiteY1" fmla="*/ 109083 h 380392"/>
                <a:gd name="connsiteX2" fmla="*/ 594186 w 596439"/>
                <a:gd name="connsiteY2" fmla="*/ 251068 h 380392"/>
                <a:gd name="connsiteX3" fmla="*/ 1101 w 596439"/>
                <a:gd name="connsiteY3" fmla="*/ 380392 h 380392"/>
                <a:gd name="connsiteX4" fmla="*/ 0 w 596439"/>
                <a:gd name="connsiteY4" fmla="*/ 109083 h 380392"/>
                <a:gd name="connsiteX0" fmla="*/ 0 w 595708"/>
                <a:gd name="connsiteY0" fmla="*/ 0 h 271309"/>
                <a:gd name="connsiteX1" fmla="*/ 595708 w 595708"/>
                <a:gd name="connsiteY1" fmla="*/ 0 h 271309"/>
                <a:gd name="connsiteX2" fmla="*/ 594186 w 595708"/>
                <a:gd name="connsiteY2" fmla="*/ 141985 h 271309"/>
                <a:gd name="connsiteX3" fmla="*/ 1101 w 595708"/>
                <a:gd name="connsiteY3" fmla="*/ 271309 h 271309"/>
                <a:gd name="connsiteX4" fmla="*/ 0 w 595708"/>
                <a:gd name="connsiteY4" fmla="*/ 0 h 271309"/>
                <a:gd name="connsiteX0" fmla="*/ 0 w 596808"/>
                <a:gd name="connsiteY0" fmla="*/ 0 h 271309"/>
                <a:gd name="connsiteX1" fmla="*/ 595708 w 596808"/>
                <a:gd name="connsiteY1" fmla="*/ 0 h 271309"/>
                <a:gd name="connsiteX2" fmla="*/ 596808 w 596808"/>
                <a:gd name="connsiteY2" fmla="*/ 141985 h 271309"/>
                <a:gd name="connsiteX3" fmla="*/ 1101 w 596808"/>
                <a:gd name="connsiteY3" fmla="*/ 271309 h 271309"/>
                <a:gd name="connsiteX4" fmla="*/ 0 w 596808"/>
                <a:gd name="connsiteY4" fmla="*/ 0 h 271309"/>
                <a:gd name="connsiteX0" fmla="*/ 0 w 596808"/>
                <a:gd name="connsiteY0" fmla="*/ 0 h 271309"/>
                <a:gd name="connsiteX1" fmla="*/ 595708 w 596808"/>
                <a:gd name="connsiteY1" fmla="*/ 0 h 271309"/>
                <a:gd name="connsiteX2" fmla="*/ 596808 w 596808"/>
                <a:gd name="connsiteY2" fmla="*/ 141985 h 271309"/>
                <a:gd name="connsiteX3" fmla="*/ 1101 w 596808"/>
                <a:gd name="connsiteY3" fmla="*/ 271309 h 271309"/>
                <a:gd name="connsiteX4" fmla="*/ 0 w 596808"/>
                <a:gd name="connsiteY4" fmla="*/ 0 h 271309"/>
                <a:gd name="connsiteX0" fmla="*/ 0 w 596808"/>
                <a:gd name="connsiteY0" fmla="*/ 0 h 271309"/>
                <a:gd name="connsiteX1" fmla="*/ 595708 w 596808"/>
                <a:gd name="connsiteY1" fmla="*/ 0 h 271309"/>
                <a:gd name="connsiteX2" fmla="*/ 596808 w 596808"/>
                <a:gd name="connsiteY2" fmla="*/ 141985 h 271309"/>
                <a:gd name="connsiteX3" fmla="*/ 1101 w 596808"/>
                <a:gd name="connsiteY3" fmla="*/ 271309 h 271309"/>
                <a:gd name="connsiteX4" fmla="*/ 0 w 596808"/>
                <a:gd name="connsiteY4" fmla="*/ 0 h 271309"/>
                <a:gd name="connsiteX0" fmla="*/ 0 w 595708"/>
                <a:gd name="connsiteY0" fmla="*/ 0 h 271309"/>
                <a:gd name="connsiteX1" fmla="*/ 595708 w 595708"/>
                <a:gd name="connsiteY1" fmla="*/ 0 h 271309"/>
                <a:gd name="connsiteX2" fmla="*/ 594186 w 595708"/>
                <a:gd name="connsiteY2" fmla="*/ 141985 h 271309"/>
                <a:gd name="connsiteX3" fmla="*/ 1101 w 595708"/>
                <a:gd name="connsiteY3" fmla="*/ 271309 h 271309"/>
                <a:gd name="connsiteX4" fmla="*/ 0 w 595708"/>
                <a:gd name="connsiteY4" fmla="*/ 0 h 271309"/>
                <a:gd name="connsiteX0" fmla="*/ 0 w 595708"/>
                <a:gd name="connsiteY0" fmla="*/ 0 h 271309"/>
                <a:gd name="connsiteX1" fmla="*/ 595708 w 595708"/>
                <a:gd name="connsiteY1" fmla="*/ 0 h 271309"/>
                <a:gd name="connsiteX2" fmla="*/ 594186 w 595708"/>
                <a:gd name="connsiteY2" fmla="*/ 141985 h 271309"/>
                <a:gd name="connsiteX3" fmla="*/ 1101 w 595708"/>
                <a:gd name="connsiteY3" fmla="*/ 271309 h 271309"/>
                <a:gd name="connsiteX4" fmla="*/ 0 w 595708"/>
                <a:gd name="connsiteY4" fmla="*/ 0 h 271309"/>
                <a:gd name="connsiteX0" fmla="*/ 0 w 595936"/>
                <a:gd name="connsiteY0" fmla="*/ 0 h 271309"/>
                <a:gd name="connsiteX1" fmla="*/ 595708 w 595936"/>
                <a:gd name="connsiteY1" fmla="*/ 0 h 271309"/>
                <a:gd name="connsiteX2" fmla="*/ 594186 w 595936"/>
                <a:gd name="connsiteY2" fmla="*/ 141985 h 271309"/>
                <a:gd name="connsiteX3" fmla="*/ 1101 w 595936"/>
                <a:gd name="connsiteY3" fmla="*/ 271309 h 271309"/>
                <a:gd name="connsiteX4" fmla="*/ 0 w 595936"/>
                <a:gd name="connsiteY4" fmla="*/ 0 h 271309"/>
                <a:gd name="connsiteX0" fmla="*/ 319 w 596255"/>
                <a:gd name="connsiteY0" fmla="*/ 0 h 271309"/>
                <a:gd name="connsiteX1" fmla="*/ 596027 w 596255"/>
                <a:gd name="connsiteY1" fmla="*/ 0 h 271309"/>
                <a:gd name="connsiteX2" fmla="*/ 594505 w 596255"/>
                <a:gd name="connsiteY2" fmla="*/ 141985 h 271309"/>
                <a:gd name="connsiteX3" fmla="*/ 110 w 596255"/>
                <a:gd name="connsiteY3" fmla="*/ 271309 h 271309"/>
                <a:gd name="connsiteX4" fmla="*/ 319 w 596255"/>
                <a:gd name="connsiteY4" fmla="*/ 0 h 271309"/>
                <a:gd name="connsiteX0" fmla="*/ 0 w 595936"/>
                <a:gd name="connsiteY0" fmla="*/ 0 h 271309"/>
                <a:gd name="connsiteX1" fmla="*/ 595708 w 595936"/>
                <a:gd name="connsiteY1" fmla="*/ 0 h 271309"/>
                <a:gd name="connsiteX2" fmla="*/ 594186 w 595936"/>
                <a:gd name="connsiteY2" fmla="*/ 141985 h 271309"/>
                <a:gd name="connsiteX3" fmla="*/ 1101 w 595936"/>
                <a:gd name="connsiteY3" fmla="*/ 271309 h 271309"/>
                <a:gd name="connsiteX4" fmla="*/ 0 w 595936"/>
                <a:gd name="connsiteY4" fmla="*/ 0 h 271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5936" h="271309">
                  <a:moveTo>
                    <a:pt x="0" y="0"/>
                  </a:moveTo>
                  <a:lnTo>
                    <a:pt x="595708" y="0"/>
                  </a:lnTo>
                  <a:cubicBezTo>
                    <a:pt x="595708" y="30988"/>
                    <a:pt x="596806" y="39550"/>
                    <a:pt x="594186" y="141985"/>
                  </a:cubicBezTo>
                  <a:cubicBezTo>
                    <a:pt x="404809" y="352086"/>
                    <a:pt x="341643" y="22672"/>
                    <a:pt x="1101" y="271309"/>
                  </a:cubicBezTo>
                  <a:cubicBezTo>
                    <a:pt x="647" y="226260"/>
                    <a:pt x="454" y="45049"/>
                    <a:pt x="0" y="0"/>
                  </a:cubicBez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7" name="矩形 1174">
              <a:extLst>
                <a:ext uri="{FF2B5EF4-FFF2-40B4-BE49-F238E27FC236}">
                  <a16:creationId xmlns:a16="http://schemas.microsoft.com/office/drawing/2014/main" id="{B02A69AF-DC58-B700-30E1-F70D1879F85E}"/>
                </a:ext>
              </a:extLst>
            </p:cNvPr>
            <p:cNvSpPr/>
            <p:nvPr/>
          </p:nvSpPr>
          <p:spPr>
            <a:xfrm rot="10800000">
              <a:off x="5041542" y="6594252"/>
              <a:ext cx="618706" cy="226680"/>
            </a:xfrm>
            <a:custGeom>
              <a:avLst/>
              <a:gdLst>
                <a:gd name="connsiteX0" fmla="*/ 0 w 595706"/>
                <a:gd name="connsiteY0" fmla="*/ 0 h 92965"/>
                <a:gd name="connsiteX1" fmla="*/ 595706 w 595706"/>
                <a:gd name="connsiteY1" fmla="*/ 0 h 92965"/>
                <a:gd name="connsiteX2" fmla="*/ 595706 w 595706"/>
                <a:gd name="connsiteY2" fmla="*/ 92965 h 92965"/>
                <a:gd name="connsiteX3" fmla="*/ 0 w 595706"/>
                <a:gd name="connsiteY3" fmla="*/ 92965 h 92965"/>
                <a:gd name="connsiteX4" fmla="*/ 0 w 595706"/>
                <a:gd name="connsiteY4" fmla="*/ 0 h 92965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1422 w 594406"/>
                <a:gd name="connsiteY0" fmla="*/ 21376 h 135147"/>
                <a:gd name="connsiteX1" fmla="*/ 594406 w 594406"/>
                <a:gd name="connsiteY1" fmla="*/ 0 h 135147"/>
                <a:gd name="connsiteX2" fmla="*/ 594406 w 594406"/>
                <a:gd name="connsiteY2" fmla="*/ 92965 h 135147"/>
                <a:gd name="connsiteX3" fmla="*/ 61 w 594406"/>
                <a:gd name="connsiteY3" fmla="*/ 135147 h 135147"/>
                <a:gd name="connsiteX4" fmla="*/ 1422 w 594406"/>
                <a:gd name="connsiteY4" fmla="*/ 21376 h 135147"/>
                <a:gd name="connsiteX0" fmla="*/ 1422 w 594406"/>
                <a:gd name="connsiteY0" fmla="*/ 15599 h 135147"/>
                <a:gd name="connsiteX1" fmla="*/ 594406 w 594406"/>
                <a:gd name="connsiteY1" fmla="*/ 0 h 135147"/>
                <a:gd name="connsiteX2" fmla="*/ 594406 w 594406"/>
                <a:gd name="connsiteY2" fmla="*/ 92965 h 135147"/>
                <a:gd name="connsiteX3" fmla="*/ 61 w 594406"/>
                <a:gd name="connsiteY3" fmla="*/ 135147 h 135147"/>
                <a:gd name="connsiteX4" fmla="*/ 1422 w 594406"/>
                <a:gd name="connsiteY4" fmla="*/ 15599 h 135147"/>
                <a:gd name="connsiteX0" fmla="*/ 131 w 594476"/>
                <a:gd name="connsiteY0" fmla="*/ 4622 h 135147"/>
                <a:gd name="connsiteX1" fmla="*/ 594476 w 594476"/>
                <a:gd name="connsiteY1" fmla="*/ 0 h 135147"/>
                <a:gd name="connsiteX2" fmla="*/ 594476 w 594476"/>
                <a:gd name="connsiteY2" fmla="*/ 92965 h 135147"/>
                <a:gd name="connsiteX3" fmla="*/ 131 w 594476"/>
                <a:gd name="connsiteY3" fmla="*/ 135147 h 135147"/>
                <a:gd name="connsiteX4" fmla="*/ 131 w 594476"/>
                <a:gd name="connsiteY4" fmla="*/ 4622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22423 h 139660"/>
                <a:gd name="connsiteX1" fmla="*/ 595706 w 595706"/>
                <a:gd name="connsiteY1" fmla="*/ 4513 h 139660"/>
                <a:gd name="connsiteX2" fmla="*/ 595706 w 595706"/>
                <a:gd name="connsiteY2" fmla="*/ 97478 h 139660"/>
                <a:gd name="connsiteX3" fmla="*/ 1361 w 595706"/>
                <a:gd name="connsiteY3" fmla="*/ 139660 h 139660"/>
                <a:gd name="connsiteX4" fmla="*/ 0 w 595706"/>
                <a:gd name="connsiteY4" fmla="*/ 22423 h 139660"/>
                <a:gd name="connsiteX0" fmla="*/ 0 w 595706"/>
                <a:gd name="connsiteY0" fmla="*/ 26413 h 143650"/>
                <a:gd name="connsiteX1" fmla="*/ 595706 w 595706"/>
                <a:gd name="connsiteY1" fmla="*/ 8503 h 143650"/>
                <a:gd name="connsiteX2" fmla="*/ 595706 w 595706"/>
                <a:gd name="connsiteY2" fmla="*/ 101468 h 143650"/>
                <a:gd name="connsiteX3" fmla="*/ 1361 w 595706"/>
                <a:gd name="connsiteY3" fmla="*/ 143650 h 143650"/>
                <a:gd name="connsiteX4" fmla="*/ 0 w 595706"/>
                <a:gd name="connsiteY4" fmla="*/ 26413 h 143650"/>
                <a:gd name="connsiteX0" fmla="*/ 0 w 595706"/>
                <a:gd name="connsiteY0" fmla="*/ 21286 h 138523"/>
                <a:gd name="connsiteX1" fmla="*/ 595706 w 595706"/>
                <a:gd name="connsiteY1" fmla="*/ 3376 h 138523"/>
                <a:gd name="connsiteX2" fmla="*/ 595706 w 595706"/>
                <a:gd name="connsiteY2" fmla="*/ 96341 h 138523"/>
                <a:gd name="connsiteX3" fmla="*/ 1361 w 595706"/>
                <a:gd name="connsiteY3" fmla="*/ 138523 h 138523"/>
                <a:gd name="connsiteX4" fmla="*/ 0 w 595706"/>
                <a:gd name="connsiteY4" fmla="*/ 21286 h 138523"/>
                <a:gd name="connsiteX0" fmla="*/ 0 w 595706"/>
                <a:gd name="connsiteY0" fmla="*/ 22534 h 139771"/>
                <a:gd name="connsiteX1" fmla="*/ 595706 w 595706"/>
                <a:gd name="connsiteY1" fmla="*/ 4624 h 139771"/>
                <a:gd name="connsiteX2" fmla="*/ 595706 w 595706"/>
                <a:gd name="connsiteY2" fmla="*/ 97589 h 139771"/>
                <a:gd name="connsiteX3" fmla="*/ 1361 w 595706"/>
                <a:gd name="connsiteY3" fmla="*/ 139771 h 139771"/>
                <a:gd name="connsiteX4" fmla="*/ 0 w 595706"/>
                <a:gd name="connsiteY4" fmla="*/ 22534 h 139771"/>
                <a:gd name="connsiteX0" fmla="*/ 0 w 595706"/>
                <a:gd name="connsiteY0" fmla="*/ 23494 h 140731"/>
                <a:gd name="connsiteX1" fmla="*/ 595706 w 595706"/>
                <a:gd name="connsiteY1" fmla="*/ 2118 h 140731"/>
                <a:gd name="connsiteX2" fmla="*/ 595706 w 595706"/>
                <a:gd name="connsiteY2" fmla="*/ 98549 h 140731"/>
                <a:gd name="connsiteX3" fmla="*/ 1361 w 595706"/>
                <a:gd name="connsiteY3" fmla="*/ 140731 h 140731"/>
                <a:gd name="connsiteX4" fmla="*/ 0 w 595706"/>
                <a:gd name="connsiteY4" fmla="*/ 23494 h 140731"/>
                <a:gd name="connsiteX0" fmla="*/ 0 w 595706"/>
                <a:gd name="connsiteY0" fmla="*/ 23494 h 140731"/>
                <a:gd name="connsiteX1" fmla="*/ 595706 w 595706"/>
                <a:gd name="connsiteY1" fmla="*/ 2118 h 140731"/>
                <a:gd name="connsiteX2" fmla="*/ 595706 w 595706"/>
                <a:gd name="connsiteY2" fmla="*/ 98549 h 140731"/>
                <a:gd name="connsiteX3" fmla="*/ 1361 w 595706"/>
                <a:gd name="connsiteY3" fmla="*/ 140731 h 140731"/>
                <a:gd name="connsiteX4" fmla="*/ 0 w 595706"/>
                <a:gd name="connsiteY4" fmla="*/ 23494 h 140731"/>
                <a:gd name="connsiteX0" fmla="*/ 0 w 595706"/>
                <a:gd name="connsiteY0" fmla="*/ 25030 h 142267"/>
                <a:gd name="connsiteX1" fmla="*/ 595706 w 595706"/>
                <a:gd name="connsiteY1" fmla="*/ 3654 h 142267"/>
                <a:gd name="connsiteX2" fmla="*/ 595706 w 595706"/>
                <a:gd name="connsiteY2" fmla="*/ 100085 h 142267"/>
                <a:gd name="connsiteX3" fmla="*/ 1361 w 595706"/>
                <a:gd name="connsiteY3" fmla="*/ 142267 h 142267"/>
                <a:gd name="connsiteX4" fmla="*/ 0 w 595706"/>
                <a:gd name="connsiteY4" fmla="*/ 25030 h 142267"/>
                <a:gd name="connsiteX0" fmla="*/ 0 w 595706"/>
                <a:gd name="connsiteY0" fmla="*/ 22091 h 139328"/>
                <a:gd name="connsiteX1" fmla="*/ 595706 w 595706"/>
                <a:gd name="connsiteY1" fmla="*/ 715 h 139328"/>
                <a:gd name="connsiteX2" fmla="*/ 595706 w 595706"/>
                <a:gd name="connsiteY2" fmla="*/ 97146 h 139328"/>
                <a:gd name="connsiteX3" fmla="*/ 1361 w 595706"/>
                <a:gd name="connsiteY3" fmla="*/ 139328 h 139328"/>
                <a:gd name="connsiteX4" fmla="*/ 0 w 595706"/>
                <a:gd name="connsiteY4" fmla="*/ 22091 h 139328"/>
                <a:gd name="connsiteX0" fmla="*/ 0 w 595706"/>
                <a:gd name="connsiteY0" fmla="*/ 23573 h 140810"/>
                <a:gd name="connsiteX1" fmla="*/ 595706 w 595706"/>
                <a:gd name="connsiteY1" fmla="*/ 2197 h 140810"/>
                <a:gd name="connsiteX2" fmla="*/ 595706 w 595706"/>
                <a:gd name="connsiteY2" fmla="*/ 98628 h 140810"/>
                <a:gd name="connsiteX3" fmla="*/ 1361 w 595706"/>
                <a:gd name="connsiteY3" fmla="*/ 140810 h 140810"/>
                <a:gd name="connsiteX4" fmla="*/ 0 w 595706"/>
                <a:gd name="connsiteY4" fmla="*/ 23573 h 140810"/>
                <a:gd name="connsiteX0" fmla="*/ 0 w 595706"/>
                <a:gd name="connsiteY0" fmla="*/ 21908 h 139145"/>
                <a:gd name="connsiteX1" fmla="*/ 595706 w 595706"/>
                <a:gd name="connsiteY1" fmla="*/ 532 h 139145"/>
                <a:gd name="connsiteX2" fmla="*/ 595706 w 595706"/>
                <a:gd name="connsiteY2" fmla="*/ 96963 h 139145"/>
                <a:gd name="connsiteX3" fmla="*/ 1361 w 595706"/>
                <a:gd name="connsiteY3" fmla="*/ 139145 h 139145"/>
                <a:gd name="connsiteX4" fmla="*/ 0 w 595706"/>
                <a:gd name="connsiteY4" fmla="*/ 21908 h 139145"/>
                <a:gd name="connsiteX0" fmla="*/ 0 w 595706"/>
                <a:gd name="connsiteY0" fmla="*/ 23863 h 141100"/>
                <a:gd name="connsiteX1" fmla="*/ 595706 w 595706"/>
                <a:gd name="connsiteY1" fmla="*/ 2487 h 141100"/>
                <a:gd name="connsiteX2" fmla="*/ 595706 w 595706"/>
                <a:gd name="connsiteY2" fmla="*/ 98918 h 141100"/>
                <a:gd name="connsiteX3" fmla="*/ 1361 w 595706"/>
                <a:gd name="connsiteY3" fmla="*/ 141100 h 141100"/>
                <a:gd name="connsiteX4" fmla="*/ 0 w 595706"/>
                <a:gd name="connsiteY4" fmla="*/ 23863 h 141100"/>
                <a:gd name="connsiteX0" fmla="*/ 0 w 595706"/>
                <a:gd name="connsiteY0" fmla="*/ 24472 h 141709"/>
                <a:gd name="connsiteX1" fmla="*/ 595706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0 w 595706"/>
                <a:gd name="connsiteY0" fmla="*/ 24267 h 141504"/>
                <a:gd name="connsiteX1" fmla="*/ 595706 w 595706"/>
                <a:gd name="connsiteY1" fmla="*/ 2891 h 141504"/>
                <a:gd name="connsiteX2" fmla="*/ 595706 w 595706"/>
                <a:gd name="connsiteY2" fmla="*/ 99322 h 141504"/>
                <a:gd name="connsiteX3" fmla="*/ 1361 w 595706"/>
                <a:gd name="connsiteY3" fmla="*/ 141504 h 141504"/>
                <a:gd name="connsiteX4" fmla="*/ 0 w 595706"/>
                <a:gd name="connsiteY4" fmla="*/ 24267 h 141504"/>
                <a:gd name="connsiteX0" fmla="*/ 0 w 595706"/>
                <a:gd name="connsiteY0" fmla="*/ 24472 h 141709"/>
                <a:gd name="connsiteX1" fmla="*/ 595706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0 w 595706"/>
                <a:gd name="connsiteY0" fmla="*/ 24472 h 141709"/>
                <a:gd name="connsiteX1" fmla="*/ 594353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124 w 595830"/>
                <a:gd name="connsiteY0" fmla="*/ 24472 h 141709"/>
                <a:gd name="connsiteX1" fmla="*/ 594477 w 595830"/>
                <a:gd name="connsiteY1" fmla="*/ 3096 h 141709"/>
                <a:gd name="connsiteX2" fmla="*/ 595830 w 595830"/>
                <a:gd name="connsiteY2" fmla="*/ 99527 h 141709"/>
                <a:gd name="connsiteX3" fmla="*/ 131 w 595830"/>
                <a:gd name="connsiteY3" fmla="*/ 141709 h 141709"/>
                <a:gd name="connsiteX4" fmla="*/ 124 w 595830"/>
                <a:gd name="connsiteY4" fmla="*/ 24472 h 141709"/>
                <a:gd name="connsiteX0" fmla="*/ 124 w 597179"/>
                <a:gd name="connsiteY0" fmla="*/ 25207 h 142444"/>
                <a:gd name="connsiteX1" fmla="*/ 597179 w 597179"/>
                <a:gd name="connsiteY1" fmla="*/ 481 h 142444"/>
                <a:gd name="connsiteX2" fmla="*/ 595830 w 597179"/>
                <a:gd name="connsiteY2" fmla="*/ 100262 h 142444"/>
                <a:gd name="connsiteX3" fmla="*/ 131 w 597179"/>
                <a:gd name="connsiteY3" fmla="*/ 142444 h 142444"/>
                <a:gd name="connsiteX4" fmla="*/ 124 w 597179"/>
                <a:gd name="connsiteY4" fmla="*/ 25207 h 142444"/>
                <a:gd name="connsiteX0" fmla="*/ 124 w 595889"/>
                <a:gd name="connsiteY0" fmla="*/ 25842 h 143079"/>
                <a:gd name="connsiteX1" fmla="*/ 594477 w 595889"/>
                <a:gd name="connsiteY1" fmla="*/ 0 h 143079"/>
                <a:gd name="connsiteX2" fmla="*/ 595830 w 595889"/>
                <a:gd name="connsiteY2" fmla="*/ 100897 h 143079"/>
                <a:gd name="connsiteX3" fmla="*/ 131 w 595889"/>
                <a:gd name="connsiteY3" fmla="*/ 143079 h 143079"/>
                <a:gd name="connsiteX4" fmla="*/ 124 w 595889"/>
                <a:gd name="connsiteY4" fmla="*/ 25842 h 143079"/>
                <a:gd name="connsiteX0" fmla="*/ 124 w 595889"/>
                <a:gd name="connsiteY0" fmla="*/ 24713 h 141950"/>
                <a:gd name="connsiteX1" fmla="*/ 594477 w 595889"/>
                <a:gd name="connsiteY1" fmla="*/ 2221 h 141950"/>
                <a:gd name="connsiteX2" fmla="*/ 595830 w 595889"/>
                <a:gd name="connsiteY2" fmla="*/ 99768 h 141950"/>
                <a:gd name="connsiteX3" fmla="*/ 131 w 595889"/>
                <a:gd name="connsiteY3" fmla="*/ 141950 h 141950"/>
                <a:gd name="connsiteX4" fmla="*/ 124 w 595889"/>
                <a:gd name="connsiteY4" fmla="*/ 24713 h 141950"/>
                <a:gd name="connsiteX0" fmla="*/ 124 w 595959"/>
                <a:gd name="connsiteY0" fmla="*/ 24713 h 141950"/>
                <a:gd name="connsiteX1" fmla="*/ 595828 w 595959"/>
                <a:gd name="connsiteY1" fmla="*/ 2221 h 141950"/>
                <a:gd name="connsiteX2" fmla="*/ 595830 w 595959"/>
                <a:gd name="connsiteY2" fmla="*/ 99768 h 141950"/>
                <a:gd name="connsiteX3" fmla="*/ 131 w 595959"/>
                <a:gd name="connsiteY3" fmla="*/ 141950 h 141950"/>
                <a:gd name="connsiteX4" fmla="*/ 124 w 595959"/>
                <a:gd name="connsiteY4" fmla="*/ 24713 h 141950"/>
                <a:gd name="connsiteX0" fmla="*/ 124 w 595959"/>
                <a:gd name="connsiteY0" fmla="*/ 24925 h 142162"/>
                <a:gd name="connsiteX1" fmla="*/ 595828 w 595959"/>
                <a:gd name="connsiteY1" fmla="*/ 2433 h 142162"/>
                <a:gd name="connsiteX2" fmla="*/ 595830 w 595959"/>
                <a:gd name="connsiteY2" fmla="*/ 99980 h 142162"/>
                <a:gd name="connsiteX3" fmla="*/ 131 w 595959"/>
                <a:gd name="connsiteY3" fmla="*/ 142162 h 142162"/>
                <a:gd name="connsiteX4" fmla="*/ 124 w 595959"/>
                <a:gd name="connsiteY4" fmla="*/ 24925 h 142162"/>
                <a:gd name="connsiteX0" fmla="*/ 124 w 595959"/>
                <a:gd name="connsiteY0" fmla="*/ 22492 h 139729"/>
                <a:gd name="connsiteX1" fmla="*/ 595828 w 595959"/>
                <a:gd name="connsiteY1" fmla="*/ 0 h 139729"/>
                <a:gd name="connsiteX2" fmla="*/ 595830 w 595959"/>
                <a:gd name="connsiteY2" fmla="*/ 97547 h 139729"/>
                <a:gd name="connsiteX3" fmla="*/ 131 w 595959"/>
                <a:gd name="connsiteY3" fmla="*/ 139729 h 139729"/>
                <a:gd name="connsiteX4" fmla="*/ 124 w 595959"/>
                <a:gd name="connsiteY4" fmla="*/ 22492 h 139729"/>
                <a:gd name="connsiteX0" fmla="*/ 124 w 595959"/>
                <a:gd name="connsiteY0" fmla="*/ 25585 h 142822"/>
                <a:gd name="connsiteX1" fmla="*/ 595828 w 595959"/>
                <a:gd name="connsiteY1" fmla="*/ 3093 h 142822"/>
                <a:gd name="connsiteX2" fmla="*/ 595830 w 595959"/>
                <a:gd name="connsiteY2" fmla="*/ 100640 h 142822"/>
                <a:gd name="connsiteX3" fmla="*/ 131 w 595959"/>
                <a:gd name="connsiteY3" fmla="*/ 142822 h 142822"/>
                <a:gd name="connsiteX4" fmla="*/ 124 w 595959"/>
                <a:gd name="connsiteY4" fmla="*/ 25585 h 142822"/>
                <a:gd name="connsiteX0" fmla="*/ 124 w 595959"/>
                <a:gd name="connsiteY0" fmla="*/ 25585 h 142822"/>
                <a:gd name="connsiteX1" fmla="*/ 595828 w 595959"/>
                <a:gd name="connsiteY1" fmla="*/ 3093 h 142822"/>
                <a:gd name="connsiteX2" fmla="*/ 595830 w 595959"/>
                <a:gd name="connsiteY2" fmla="*/ 100640 h 142822"/>
                <a:gd name="connsiteX3" fmla="*/ 131 w 595959"/>
                <a:gd name="connsiteY3" fmla="*/ 142822 h 142822"/>
                <a:gd name="connsiteX4" fmla="*/ 124 w 595959"/>
                <a:gd name="connsiteY4" fmla="*/ 25585 h 142822"/>
                <a:gd name="connsiteX0" fmla="*/ 124 w 595959"/>
                <a:gd name="connsiteY0" fmla="*/ 26512 h 143749"/>
                <a:gd name="connsiteX1" fmla="*/ 595828 w 595959"/>
                <a:gd name="connsiteY1" fmla="*/ 4020 h 143749"/>
                <a:gd name="connsiteX2" fmla="*/ 595830 w 595959"/>
                <a:gd name="connsiteY2" fmla="*/ 101567 h 143749"/>
                <a:gd name="connsiteX3" fmla="*/ 131 w 595959"/>
                <a:gd name="connsiteY3" fmla="*/ 143749 h 143749"/>
                <a:gd name="connsiteX4" fmla="*/ 124 w 595959"/>
                <a:gd name="connsiteY4" fmla="*/ 26512 h 143749"/>
                <a:gd name="connsiteX0" fmla="*/ 124 w 595959"/>
                <a:gd name="connsiteY0" fmla="*/ 26512 h 143749"/>
                <a:gd name="connsiteX1" fmla="*/ 595828 w 595959"/>
                <a:gd name="connsiteY1" fmla="*/ 4020 h 143749"/>
                <a:gd name="connsiteX2" fmla="*/ 595830 w 595959"/>
                <a:gd name="connsiteY2" fmla="*/ 101567 h 143749"/>
                <a:gd name="connsiteX3" fmla="*/ 131 w 595959"/>
                <a:gd name="connsiteY3" fmla="*/ 143749 h 143749"/>
                <a:gd name="connsiteX4" fmla="*/ 124 w 595959"/>
                <a:gd name="connsiteY4" fmla="*/ 26512 h 143749"/>
                <a:gd name="connsiteX0" fmla="*/ 124 w 595959"/>
                <a:gd name="connsiteY0" fmla="*/ 28496 h 145733"/>
                <a:gd name="connsiteX1" fmla="*/ 595828 w 595959"/>
                <a:gd name="connsiteY1" fmla="*/ 6004 h 145733"/>
                <a:gd name="connsiteX2" fmla="*/ 595830 w 595959"/>
                <a:gd name="connsiteY2" fmla="*/ 103551 h 145733"/>
                <a:gd name="connsiteX3" fmla="*/ 131 w 595959"/>
                <a:gd name="connsiteY3" fmla="*/ 145733 h 145733"/>
                <a:gd name="connsiteX4" fmla="*/ 124 w 595959"/>
                <a:gd name="connsiteY4" fmla="*/ 28496 h 14573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856"/>
                <a:gd name="connsiteY0" fmla="*/ 41841 h 159078"/>
                <a:gd name="connsiteX1" fmla="*/ 591261 w 595856"/>
                <a:gd name="connsiteY1" fmla="*/ 0 h 159078"/>
                <a:gd name="connsiteX2" fmla="*/ 595830 w 595856"/>
                <a:gd name="connsiteY2" fmla="*/ 116896 h 159078"/>
                <a:gd name="connsiteX3" fmla="*/ 131 w 595856"/>
                <a:gd name="connsiteY3" fmla="*/ 159078 h 159078"/>
                <a:gd name="connsiteX4" fmla="*/ 124 w 595856"/>
                <a:gd name="connsiteY4" fmla="*/ 41841 h 159078"/>
                <a:gd name="connsiteX0" fmla="*/ 124 w 595959"/>
                <a:gd name="connsiteY0" fmla="*/ 41841 h 159078"/>
                <a:gd name="connsiteX1" fmla="*/ 595828 w 595959"/>
                <a:gd name="connsiteY1" fmla="*/ 0 h 159078"/>
                <a:gd name="connsiteX2" fmla="*/ 595830 w 595959"/>
                <a:gd name="connsiteY2" fmla="*/ 116896 h 159078"/>
                <a:gd name="connsiteX3" fmla="*/ 131 w 595959"/>
                <a:gd name="connsiteY3" fmla="*/ 159078 h 159078"/>
                <a:gd name="connsiteX4" fmla="*/ 124 w 595959"/>
                <a:gd name="connsiteY4" fmla="*/ 41841 h 159078"/>
                <a:gd name="connsiteX0" fmla="*/ 124 w 597349"/>
                <a:gd name="connsiteY0" fmla="*/ 42378 h 159615"/>
                <a:gd name="connsiteX1" fmla="*/ 597349 w 597349"/>
                <a:gd name="connsiteY1" fmla="*/ 0 h 159615"/>
                <a:gd name="connsiteX2" fmla="*/ 595830 w 597349"/>
                <a:gd name="connsiteY2" fmla="*/ 117433 h 159615"/>
                <a:gd name="connsiteX3" fmla="*/ 131 w 597349"/>
                <a:gd name="connsiteY3" fmla="*/ 159615 h 159615"/>
                <a:gd name="connsiteX4" fmla="*/ 124 w 597349"/>
                <a:gd name="connsiteY4" fmla="*/ 42378 h 159615"/>
                <a:gd name="connsiteX0" fmla="*/ 124 w 600443"/>
                <a:gd name="connsiteY0" fmla="*/ 42378 h 159615"/>
                <a:gd name="connsiteX1" fmla="*/ 597349 w 600443"/>
                <a:gd name="connsiteY1" fmla="*/ 0 h 159615"/>
                <a:gd name="connsiteX2" fmla="*/ 600408 w 600443"/>
                <a:gd name="connsiteY2" fmla="*/ 117433 h 159615"/>
                <a:gd name="connsiteX3" fmla="*/ 131 w 600443"/>
                <a:gd name="connsiteY3" fmla="*/ 159615 h 159615"/>
                <a:gd name="connsiteX4" fmla="*/ 124 w 600443"/>
                <a:gd name="connsiteY4" fmla="*/ 42378 h 159615"/>
                <a:gd name="connsiteX0" fmla="*/ 124 w 600537"/>
                <a:gd name="connsiteY0" fmla="*/ 42378 h 159615"/>
                <a:gd name="connsiteX1" fmla="*/ 600401 w 600537"/>
                <a:gd name="connsiteY1" fmla="*/ 0 h 159615"/>
                <a:gd name="connsiteX2" fmla="*/ 600408 w 600537"/>
                <a:gd name="connsiteY2" fmla="*/ 117433 h 159615"/>
                <a:gd name="connsiteX3" fmla="*/ 131 w 600537"/>
                <a:gd name="connsiteY3" fmla="*/ 159615 h 159615"/>
                <a:gd name="connsiteX4" fmla="*/ 124 w 600537"/>
                <a:gd name="connsiteY4" fmla="*/ 42378 h 159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0537" h="159615">
                  <a:moveTo>
                    <a:pt x="124" y="42378"/>
                  </a:moveTo>
                  <a:cubicBezTo>
                    <a:pt x="296414" y="-50243"/>
                    <a:pt x="418111" y="75773"/>
                    <a:pt x="600401" y="0"/>
                  </a:cubicBezTo>
                  <a:cubicBezTo>
                    <a:pt x="599951" y="33260"/>
                    <a:pt x="600858" y="84173"/>
                    <a:pt x="600408" y="117433"/>
                  </a:cubicBezTo>
                  <a:cubicBezTo>
                    <a:pt x="395490" y="192726"/>
                    <a:pt x="285331" y="62551"/>
                    <a:pt x="131" y="159615"/>
                  </a:cubicBezTo>
                  <a:cubicBezTo>
                    <a:pt x="-323" y="114566"/>
                    <a:pt x="578" y="87427"/>
                    <a:pt x="124" y="42378"/>
                  </a:cubicBezTo>
                  <a:close/>
                </a:path>
              </a:pathLst>
            </a:custGeom>
            <a:solidFill>
              <a:schemeClr val="accent5">
                <a:lumMod val="40000"/>
                <a:lumOff val="6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58" name="组合 57">
              <a:extLst>
                <a:ext uri="{FF2B5EF4-FFF2-40B4-BE49-F238E27FC236}">
                  <a16:creationId xmlns:a16="http://schemas.microsoft.com/office/drawing/2014/main" id="{060CF41F-93D2-C061-196D-97B843814087}"/>
                </a:ext>
              </a:extLst>
            </p:cNvPr>
            <p:cNvGrpSpPr/>
            <p:nvPr/>
          </p:nvGrpSpPr>
          <p:grpSpPr>
            <a:xfrm>
              <a:off x="5040167" y="6521415"/>
              <a:ext cx="621640" cy="663817"/>
              <a:chOff x="3656357" y="6507685"/>
              <a:chExt cx="621640" cy="663817"/>
            </a:xfrm>
          </p:grpSpPr>
          <p:sp>
            <p:nvSpPr>
              <p:cNvPr id="59" name="矩形 58">
                <a:extLst>
                  <a:ext uri="{FF2B5EF4-FFF2-40B4-BE49-F238E27FC236}">
                    <a16:creationId xmlns:a16="http://schemas.microsoft.com/office/drawing/2014/main" id="{024FEA7C-20F4-7197-7BE9-E1B8BFF3874D}"/>
                  </a:ext>
                </a:extLst>
              </p:cNvPr>
              <p:cNvSpPr/>
              <p:nvPr/>
            </p:nvSpPr>
            <p:spPr>
              <a:xfrm>
                <a:off x="3656465" y="6640950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0" name="矩形 59">
                <a:extLst>
                  <a:ext uri="{FF2B5EF4-FFF2-40B4-BE49-F238E27FC236}">
                    <a16:creationId xmlns:a16="http://schemas.microsoft.com/office/drawing/2014/main" id="{A67E75BB-3F05-8B91-6DE2-DAD283D09EDD}"/>
                  </a:ext>
                </a:extLst>
              </p:cNvPr>
              <p:cNvSpPr/>
              <p:nvPr/>
            </p:nvSpPr>
            <p:spPr>
              <a:xfrm>
                <a:off x="3811875" y="6640950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" name="矩形 60">
                <a:extLst>
                  <a:ext uri="{FF2B5EF4-FFF2-40B4-BE49-F238E27FC236}">
                    <a16:creationId xmlns:a16="http://schemas.microsoft.com/office/drawing/2014/main" id="{6CD29B4A-5416-F9E4-3D2A-E40715CEF429}"/>
                  </a:ext>
                </a:extLst>
              </p:cNvPr>
              <p:cNvSpPr/>
              <p:nvPr/>
            </p:nvSpPr>
            <p:spPr>
              <a:xfrm>
                <a:off x="3967285" y="6640950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2" name="矩形 61">
                <a:extLst>
                  <a:ext uri="{FF2B5EF4-FFF2-40B4-BE49-F238E27FC236}">
                    <a16:creationId xmlns:a16="http://schemas.microsoft.com/office/drawing/2014/main" id="{94938878-9FFE-1628-EDEC-DB3DB0F99ED2}"/>
                  </a:ext>
                </a:extLst>
              </p:cNvPr>
              <p:cNvSpPr/>
              <p:nvPr/>
            </p:nvSpPr>
            <p:spPr>
              <a:xfrm>
                <a:off x="4122695" y="6640950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04" name="矩形 903">
                <a:extLst>
                  <a:ext uri="{FF2B5EF4-FFF2-40B4-BE49-F238E27FC236}">
                    <a16:creationId xmlns:a16="http://schemas.microsoft.com/office/drawing/2014/main" id="{10731FCC-49DC-F18F-12B6-CDBBE8F1D68A}"/>
                  </a:ext>
                </a:extLst>
              </p:cNvPr>
              <p:cNvSpPr/>
              <p:nvPr/>
            </p:nvSpPr>
            <p:spPr>
              <a:xfrm>
                <a:off x="3656465" y="6773574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05" name="矩形 904">
                <a:extLst>
                  <a:ext uri="{FF2B5EF4-FFF2-40B4-BE49-F238E27FC236}">
                    <a16:creationId xmlns:a16="http://schemas.microsoft.com/office/drawing/2014/main" id="{884D5049-3DBA-B281-8868-694C777EF086}"/>
                  </a:ext>
                </a:extLst>
              </p:cNvPr>
              <p:cNvSpPr/>
              <p:nvPr/>
            </p:nvSpPr>
            <p:spPr>
              <a:xfrm>
                <a:off x="3811875" y="6773574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06" name="矩形 905">
                <a:extLst>
                  <a:ext uri="{FF2B5EF4-FFF2-40B4-BE49-F238E27FC236}">
                    <a16:creationId xmlns:a16="http://schemas.microsoft.com/office/drawing/2014/main" id="{C92C0487-67DB-3741-0A69-9AA032826E85}"/>
                  </a:ext>
                </a:extLst>
              </p:cNvPr>
              <p:cNvSpPr/>
              <p:nvPr/>
            </p:nvSpPr>
            <p:spPr>
              <a:xfrm>
                <a:off x="3967285" y="6773574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07" name="矩形 906">
                <a:extLst>
                  <a:ext uri="{FF2B5EF4-FFF2-40B4-BE49-F238E27FC236}">
                    <a16:creationId xmlns:a16="http://schemas.microsoft.com/office/drawing/2014/main" id="{C28C8031-37F2-AD65-4FC1-EF92D22FB3FB}"/>
                  </a:ext>
                </a:extLst>
              </p:cNvPr>
              <p:cNvSpPr/>
              <p:nvPr/>
            </p:nvSpPr>
            <p:spPr>
              <a:xfrm>
                <a:off x="4122695" y="6773574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08" name="矩形 907">
                <a:extLst>
                  <a:ext uri="{FF2B5EF4-FFF2-40B4-BE49-F238E27FC236}">
                    <a16:creationId xmlns:a16="http://schemas.microsoft.com/office/drawing/2014/main" id="{B7779E3D-39CA-697A-4773-8C3B947DB8AD}"/>
                  </a:ext>
                </a:extLst>
              </p:cNvPr>
              <p:cNvSpPr/>
              <p:nvPr/>
            </p:nvSpPr>
            <p:spPr>
              <a:xfrm>
                <a:off x="3656357" y="690625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09" name="矩形 908">
                <a:extLst>
                  <a:ext uri="{FF2B5EF4-FFF2-40B4-BE49-F238E27FC236}">
                    <a16:creationId xmlns:a16="http://schemas.microsoft.com/office/drawing/2014/main" id="{EFA6DB75-CA01-2F26-4C65-7E0DC26AF626}"/>
                  </a:ext>
                </a:extLst>
              </p:cNvPr>
              <p:cNvSpPr/>
              <p:nvPr/>
            </p:nvSpPr>
            <p:spPr>
              <a:xfrm>
                <a:off x="3811767" y="690625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10" name="矩形 909">
                <a:extLst>
                  <a:ext uri="{FF2B5EF4-FFF2-40B4-BE49-F238E27FC236}">
                    <a16:creationId xmlns:a16="http://schemas.microsoft.com/office/drawing/2014/main" id="{039BE8A1-616D-62CD-93A6-1A32E1775EDD}"/>
                  </a:ext>
                </a:extLst>
              </p:cNvPr>
              <p:cNvSpPr/>
              <p:nvPr/>
            </p:nvSpPr>
            <p:spPr>
              <a:xfrm>
                <a:off x="3967177" y="690625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11" name="矩形 910">
                <a:extLst>
                  <a:ext uri="{FF2B5EF4-FFF2-40B4-BE49-F238E27FC236}">
                    <a16:creationId xmlns:a16="http://schemas.microsoft.com/office/drawing/2014/main" id="{7FDC3155-63C0-9D26-9970-2461F472E39E}"/>
                  </a:ext>
                </a:extLst>
              </p:cNvPr>
              <p:cNvSpPr/>
              <p:nvPr/>
            </p:nvSpPr>
            <p:spPr>
              <a:xfrm>
                <a:off x="4122587" y="690625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12" name="矩形 911">
                <a:extLst>
                  <a:ext uri="{FF2B5EF4-FFF2-40B4-BE49-F238E27FC236}">
                    <a16:creationId xmlns:a16="http://schemas.microsoft.com/office/drawing/2014/main" id="{9244DA77-5907-B838-C572-C3A0FA180BCA}"/>
                  </a:ext>
                </a:extLst>
              </p:cNvPr>
              <p:cNvSpPr/>
              <p:nvPr/>
            </p:nvSpPr>
            <p:spPr>
              <a:xfrm>
                <a:off x="3656357" y="7038879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13" name="矩形 912">
                <a:extLst>
                  <a:ext uri="{FF2B5EF4-FFF2-40B4-BE49-F238E27FC236}">
                    <a16:creationId xmlns:a16="http://schemas.microsoft.com/office/drawing/2014/main" id="{6207B73F-80C5-A55E-06C0-617D7040C006}"/>
                  </a:ext>
                </a:extLst>
              </p:cNvPr>
              <p:cNvSpPr/>
              <p:nvPr/>
            </p:nvSpPr>
            <p:spPr>
              <a:xfrm>
                <a:off x="3811767" y="7038879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14" name="矩形 913">
                <a:extLst>
                  <a:ext uri="{FF2B5EF4-FFF2-40B4-BE49-F238E27FC236}">
                    <a16:creationId xmlns:a16="http://schemas.microsoft.com/office/drawing/2014/main" id="{C7AEECA8-B318-C03A-BA41-C1AB70ADDDA0}"/>
                  </a:ext>
                </a:extLst>
              </p:cNvPr>
              <p:cNvSpPr/>
              <p:nvPr/>
            </p:nvSpPr>
            <p:spPr>
              <a:xfrm>
                <a:off x="3967177" y="7038879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15" name="矩形 914">
                <a:extLst>
                  <a:ext uri="{FF2B5EF4-FFF2-40B4-BE49-F238E27FC236}">
                    <a16:creationId xmlns:a16="http://schemas.microsoft.com/office/drawing/2014/main" id="{796797A8-7958-4B77-BAAE-38E38190F7D4}"/>
                  </a:ext>
                </a:extLst>
              </p:cNvPr>
              <p:cNvSpPr/>
              <p:nvPr/>
            </p:nvSpPr>
            <p:spPr>
              <a:xfrm>
                <a:off x="4122587" y="7038879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16" name="矩形 915">
                <a:extLst>
                  <a:ext uri="{FF2B5EF4-FFF2-40B4-BE49-F238E27FC236}">
                    <a16:creationId xmlns:a16="http://schemas.microsoft.com/office/drawing/2014/main" id="{83548880-EAB8-B070-8E17-3BFBAA2ED52C}"/>
                  </a:ext>
                </a:extLst>
              </p:cNvPr>
              <p:cNvSpPr/>
              <p:nvPr/>
            </p:nvSpPr>
            <p:spPr>
              <a:xfrm>
                <a:off x="3656357" y="650768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17" name="矩形 916">
                <a:extLst>
                  <a:ext uri="{FF2B5EF4-FFF2-40B4-BE49-F238E27FC236}">
                    <a16:creationId xmlns:a16="http://schemas.microsoft.com/office/drawing/2014/main" id="{890EB0EF-9E25-7F77-830A-0A9E4E511972}"/>
                  </a:ext>
                </a:extLst>
              </p:cNvPr>
              <p:cNvSpPr/>
              <p:nvPr/>
            </p:nvSpPr>
            <p:spPr>
              <a:xfrm>
                <a:off x="3811767" y="650768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18" name="矩形 917">
                <a:extLst>
                  <a:ext uri="{FF2B5EF4-FFF2-40B4-BE49-F238E27FC236}">
                    <a16:creationId xmlns:a16="http://schemas.microsoft.com/office/drawing/2014/main" id="{9BB706D8-D317-67A2-5032-BCBE48EEE17C}"/>
                  </a:ext>
                </a:extLst>
              </p:cNvPr>
              <p:cNvSpPr/>
              <p:nvPr/>
            </p:nvSpPr>
            <p:spPr>
              <a:xfrm>
                <a:off x="3967177" y="650768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19" name="矩形 918">
                <a:extLst>
                  <a:ext uri="{FF2B5EF4-FFF2-40B4-BE49-F238E27FC236}">
                    <a16:creationId xmlns:a16="http://schemas.microsoft.com/office/drawing/2014/main" id="{258BCCB6-8D6E-CB71-85F6-DF1BE801B167}"/>
                  </a:ext>
                </a:extLst>
              </p:cNvPr>
              <p:cNvSpPr/>
              <p:nvPr/>
            </p:nvSpPr>
            <p:spPr>
              <a:xfrm>
                <a:off x="4122587" y="650768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938" name="组合 937">
            <a:extLst>
              <a:ext uri="{FF2B5EF4-FFF2-40B4-BE49-F238E27FC236}">
                <a16:creationId xmlns:a16="http://schemas.microsoft.com/office/drawing/2014/main" id="{391FB3D2-08DA-4792-8F06-8A9F35F509F2}"/>
              </a:ext>
            </a:extLst>
          </p:cNvPr>
          <p:cNvGrpSpPr/>
          <p:nvPr/>
        </p:nvGrpSpPr>
        <p:grpSpPr>
          <a:xfrm>
            <a:off x="3041171" y="2236284"/>
            <a:ext cx="734881" cy="457486"/>
            <a:chOff x="3262267" y="3927547"/>
            <a:chExt cx="599802" cy="343893"/>
          </a:xfrm>
        </p:grpSpPr>
        <p:sp>
          <p:nvSpPr>
            <p:cNvPr id="939" name="矩形: 圆角 938">
              <a:extLst>
                <a:ext uri="{FF2B5EF4-FFF2-40B4-BE49-F238E27FC236}">
                  <a16:creationId xmlns:a16="http://schemas.microsoft.com/office/drawing/2014/main" id="{DBD26964-4080-5F1E-62BC-149FB5913F77}"/>
                </a:ext>
              </a:extLst>
            </p:cNvPr>
            <p:cNvSpPr/>
            <p:nvPr/>
          </p:nvSpPr>
          <p:spPr>
            <a:xfrm>
              <a:off x="3337478" y="3927547"/>
              <a:ext cx="393114" cy="343893"/>
            </a:xfrm>
            <a:prstGeom prst="roundRect">
              <a:avLst>
                <a:gd name="adj" fmla="val 31589"/>
              </a:avLst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40" name="矩形 939">
                  <a:extLst>
                    <a:ext uri="{FF2B5EF4-FFF2-40B4-BE49-F238E27FC236}">
                      <a16:creationId xmlns:a16="http://schemas.microsoft.com/office/drawing/2014/main" id="{0D870B33-4F24-B64D-F4B5-9EFE6A4FB429}"/>
                    </a:ext>
                  </a:extLst>
                </p:cNvPr>
                <p:cNvSpPr/>
                <p:nvPr/>
              </p:nvSpPr>
              <p:spPr>
                <a:xfrm>
                  <a:off x="3262267" y="3956287"/>
                  <a:ext cx="599802" cy="27762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dirty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altLang="zh-CN" i="1" dirty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𝑊</m:t>
                            </m:r>
                          </m:sub>
                        </m:s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()</m:t>
                        </m:r>
                      </m:oMath>
                    </m:oMathPara>
                  </a14:m>
                  <a:endParaRPr lang="zh-CN" altLang="en-US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744" name="矩形 743">
                  <a:extLst>
                    <a:ext uri="{FF2B5EF4-FFF2-40B4-BE49-F238E27FC236}">
                      <a16:creationId xmlns:a16="http://schemas.microsoft.com/office/drawing/2014/main" id="{6DD87F4D-7CF6-EBAE-A2AB-0D441457B57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62267" y="3956287"/>
                  <a:ext cx="599802" cy="277627"/>
                </a:xfrm>
                <a:prstGeom prst="rect">
                  <a:avLst/>
                </a:prstGeom>
                <a:blipFill>
                  <a:blip r:embed="rId4"/>
                  <a:stretch>
                    <a:fillRect b="-1475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41" name="组合 940">
            <a:extLst>
              <a:ext uri="{FF2B5EF4-FFF2-40B4-BE49-F238E27FC236}">
                <a16:creationId xmlns:a16="http://schemas.microsoft.com/office/drawing/2014/main" id="{F35EEFFF-D27D-DA1C-94C2-5B4FCF71B15E}"/>
              </a:ext>
            </a:extLst>
          </p:cNvPr>
          <p:cNvGrpSpPr/>
          <p:nvPr/>
        </p:nvGrpSpPr>
        <p:grpSpPr>
          <a:xfrm>
            <a:off x="2145112" y="2208160"/>
            <a:ext cx="723869" cy="479642"/>
            <a:chOff x="2692563" y="3943241"/>
            <a:chExt cx="523260" cy="289098"/>
          </a:xfrm>
        </p:grpSpPr>
        <p:sp>
          <p:nvSpPr>
            <p:cNvPr id="942" name="椭圆 941">
              <a:extLst>
                <a:ext uri="{FF2B5EF4-FFF2-40B4-BE49-F238E27FC236}">
                  <a16:creationId xmlns:a16="http://schemas.microsoft.com/office/drawing/2014/main" id="{99C5B602-D463-7425-87B2-15B83B77141B}"/>
                </a:ext>
              </a:extLst>
            </p:cNvPr>
            <p:cNvSpPr/>
            <p:nvPr/>
          </p:nvSpPr>
          <p:spPr>
            <a:xfrm>
              <a:off x="2692563" y="3963677"/>
              <a:ext cx="477615" cy="268662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43" name="矩形 942">
                  <a:extLst>
                    <a:ext uri="{FF2B5EF4-FFF2-40B4-BE49-F238E27FC236}">
                      <a16:creationId xmlns:a16="http://schemas.microsoft.com/office/drawing/2014/main" id="{122D247E-8F33-1B80-8EF0-A4A93051E698}"/>
                    </a:ext>
                  </a:extLst>
                </p:cNvPr>
                <p:cNvSpPr/>
                <p:nvPr/>
              </p:nvSpPr>
              <p:spPr>
                <a:xfrm>
                  <a:off x="2760246" y="3943241"/>
                  <a:ext cx="455577" cy="27826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70AD47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altLang="zh-CN" sz="2400" b="1" i="1" dirty="0">
                                <a:solidFill>
                                  <a:srgbClr val="70AD47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𝑿</m:t>
                            </m:r>
                          </m:e>
                          <m:sub>
                            <m:r>
                              <a:rPr lang="en-US" altLang="zh-CN" sz="2400" b="1" i="1" dirty="0">
                                <a:solidFill>
                                  <a:srgbClr val="70AD47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𝟎</m:t>
                            </m:r>
                          </m:sub>
                        </m:sSub>
                      </m:oMath>
                    </m:oMathPara>
                  </a14:m>
                  <a:endParaRPr lang="zh-CN" altLang="en-US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943" name="矩形 942">
                  <a:extLst>
                    <a:ext uri="{FF2B5EF4-FFF2-40B4-BE49-F238E27FC236}">
                      <a16:creationId xmlns:a16="http://schemas.microsoft.com/office/drawing/2014/main" id="{122D247E-8F33-1B80-8EF0-A4A93051E69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60246" y="3943241"/>
                  <a:ext cx="455577" cy="278262"/>
                </a:xfrm>
                <a:prstGeom prst="rect">
                  <a:avLst/>
                </a:prstGeom>
                <a:blipFill>
                  <a:blip r:embed="rId5"/>
                  <a:stretch>
                    <a:fillRect l="-1923" b="-526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944" name="矩形 943">
            <a:extLst>
              <a:ext uri="{FF2B5EF4-FFF2-40B4-BE49-F238E27FC236}">
                <a16:creationId xmlns:a16="http://schemas.microsoft.com/office/drawing/2014/main" id="{ED0ACBB3-5769-6CC8-8107-CF60C4B0E0CE}"/>
              </a:ext>
            </a:extLst>
          </p:cNvPr>
          <p:cNvSpPr/>
          <p:nvPr/>
        </p:nvSpPr>
        <p:spPr>
          <a:xfrm>
            <a:off x="1162176" y="2286520"/>
            <a:ext cx="10310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i="0" dirty="0">
                <a:latin typeface="Arial" panose="020B0604020202020204" pitchFamily="34" charset="0"/>
                <a:cs typeface="Arial" panose="020B0604020202020204" pitchFamily="34" charset="0"/>
              </a:rPr>
              <a:t>Forward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47" name="矩形 946">
            <a:extLst>
              <a:ext uri="{FF2B5EF4-FFF2-40B4-BE49-F238E27FC236}">
                <a16:creationId xmlns:a16="http://schemas.microsoft.com/office/drawing/2014/main" id="{F7C6E80A-4697-E4C6-DBD5-09F43A555DAD}"/>
              </a:ext>
            </a:extLst>
          </p:cNvPr>
          <p:cNvSpPr/>
          <p:nvPr/>
        </p:nvSpPr>
        <p:spPr>
          <a:xfrm>
            <a:off x="3764217" y="1451132"/>
            <a:ext cx="852774" cy="3684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200" dirty="0">
                <a:latin typeface="Arial" panose="020B0604020202020204" pitchFamily="34" charset="0"/>
                <a:cs typeface="Arial" panose="020B0604020202020204" pitchFamily="34" charset="0"/>
              </a:rPr>
              <a:t>Layer 1</a:t>
            </a:r>
            <a:endParaRPr lang="zh-CN" alt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49" name="椭圆 948">
            <a:extLst>
              <a:ext uri="{FF2B5EF4-FFF2-40B4-BE49-F238E27FC236}">
                <a16:creationId xmlns:a16="http://schemas.microsoft.com/office/drawing/2014/main" id="{818AD21A-CAE0-D4BC-9C80-6E067A23187D}"/>
              </a:ext>
            </a:extLst>
          </p:cNvPr>
          <p:cNvSpPr/>
          <p:nvPr/>
        </p:nvSpPr>
        <p:spPr>
          <a:xfrm>
            <a:off x="3948243" y="2242432"/>
            <a:ext cx="660722" cy="44573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951" name="组合 950">
            <a:extLst>
              <a:ext uri="{FF2B5EF4-FFF2-40B4-BE49-F238E27FC236}">
                <a16:creationId xmlns:a16="http://schemas.microsoft.com/office/drawing/2014/main" id="{E5E75A57-6557-9A66-C5AA-7EB86C98D168}"/>
              </a:ext>
            </a:extLst>
          </p:cNvPr>
          <p:cNvGrpSpPr/>
          <p:nvPr/>
        </p:nvGrpSpPr>
        <p:grpSpPr>
          <a:xfrm>
            <a:off x="4936437" y="2238788"/>
            <a:ext cx="481646" cy="457486"/>
            <a:chOff x="4842156" y="3773497"/>
            <a:chExt cx="393114" cy="343893"/>
          </a:xfrm>
        </p:grpSpPr>
        <p:grpSp>
          <p:nvGrpSpPr>
            <p:cNvPr id="952" name="组合 951">
              <a:extLst>
                <a:ext uri="{FF2B5EF4-FFF2-40B4-BE49-F238E27FC236}">
                  <a16:creationId xmlns:a16="http://schemas.microsoft.com/office/drawing/2014/main" id="{791A5E5C-9CA9-F511-2A17-8783E84B22AC}"/>
                </a:ext>
              </a:extLst>
            </p:cNvPr>
            <p:cNvGrpSpPr/>
            <p:nvPr/>
          </p:nvGrpSpPr>
          <p:grpSpPr>
            <a:xfrm>
              <a:off x="4937067" y="3821336"/>
              <a:ext cx="261952" cy="260359"/>
              <a:chOff x="5436287" y="3505571"/>
              <a:chExt cx="336942" cy="321770"/>
            </a:xfrm>
          </p:grpSpPr>
          <p:sp>
            <p:nvSpPr>
              <p:cNvPr id="954" name="流程图: 接点 953">
                <a:extLst>
                  <a:ext uri="{FF2B5EF4-FFF2-40B4-BE49-F238E27FC236}">
                    <a16:creationId xmlns:a16="http://schemas.microsoft.com/office/drawing/2014/main" id="{F4545866-31AE-9193-9A44-B42755D8A1BE}"/>
                  </a:ext>
                </a:extLst>
              </p:cNvPr>
              <p:cNvSpPr/>
              <p:nvPr/>
            </p:nvSpPr>
            <p:spPr>
              <a:xfrm>
                <a:off x="5436288" y="3505571"/>
                <a:ext cx="96883" cy="88611"/>
              </a:xfrm>
              <a:prstGeom prst="flowChartConnector">
                <a:avLst/>
              </a:prstGeom>
              <a:noFill/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500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955" name="流程图: 接点 954">
                <a:extLst>
                  <a:ext uri="{FF2B5EF4-FFF2-40B4-BE49-F238E27FC236}">
                    <a16:creationId xmlns:a16="http://schemas.microsoft.com/office/drawing/2014/main" id="{E25326A8-31B9-88B7-6260-B33F7FA7B91E}"/>
                  </a:ext>
                </a:extLst>
              </p:cNvPr>
              <p:cNvSpPr/>
              <p:nvPr/>
            </p:nvSpPr>
            <p:spPr>
              <a:xfrm>
                <a:off x="5436288" y="3623512"/>
                <a:ext cx="96883" cy="88611"/>
              </a:xfrm>
              <a:prstGeom prst="flowChartConnector">
                <a:avLst/>
              </a:prstGeom>
              <a:noFill/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500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956" name="流程图: 接点 955">
                <a:extLst>
                  <a:ext uri="{FF2B5EF4-FFF2-40B4-BE49-F238E27FC236}">
                    <a16:creationId xmlns:a16="http://schemas.microsoft.com/office/drawing/2014/main" id="{47AAA29F-B7A0-6CFB-C948-983EB10D0626}"/>
                  </a:ext>
                </a:extLst>
              </p:cNvPr>
              <p:cNvSpPr/>
              <p:nvPr/>
            </p:nvSpPr>
            <p:spPr>
              <a:xfrm>
                <a:off x="5436287" y="3738730"/>
                <a:ext cx="96883" cy="88611"/>
              </a:xfrm>
              <a:prstGeom prst="flowChartConnector">
                <a:avLst/>
              </a:prstGeom>
              <a:noFill/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500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957" name="流程图: 接点 956">
                <a:extLst>
                  <a:ext uri="{FF2B5EF4-FFF2-40B4-BE49-F238E27FC236}">
                    <a16:creationId xmlns:a16="http://schemas.microsoft.com/office/drawing/2014/main" id="{EA45D55B-3E07-1767-5FCB-0B9BCF00F861}"/>
                  </a:ext>
                </a:extLst>
              </p:cNvPr>
              <p:cNvSpPr/>
              <p:nvPr/>
            </p:nvSpPr>
            <p:spPr>
              <a:xfrm>
                <a:off x="5676346" y="3623512"/>
                <a:ext cx="96883" cy="88611"/>
              </a:xfrm>
              <a:prstGeom prst="flowChartConnector">
                <a:avLst/>
              </a:prstGeom>
              <a:noFill/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500" dirty="0">
                  <a:solidFill>
                    <a:sysClr val="windowText" lastClr="000000"/>
                  </a:solidFill>
                </a:endParaRPr>
              </a:p>
            </p:txBody>
          </p:sp>
          <p:cxnSp>
            <p:nvCxnSpPr>
              <p:cNvPr id="958" name="直接箭头连接符 957">
                <a:extLst>
                  <a:ext uri="{FF2B5EF4-FFF2-40B4-BE49-F238E27FC236}">
                    <a16:creationId xmlns:a16="http://schemas.microsoft.com/office/drawing/2014/main" id="{428BE267-E236-F160-E1E0-E23A2DB1A5A2}"/>
                  </a:ext>
                </a:extLst>
              </p:cNvPr>
              <p:cNvCxnSpPr>
                <a:cxnSpLocks/>
                <a:stCxn id="954" idx="6"/>
                <a:endCxn id="957" idx="2"/>
              </p:cNvCxnSpPr>
              <p:nvPr/>
            </p:nvCxnSpPr>
            <p:spPr>
              <a:xfrm>
                <a:off x="5533171" y="3549877"/>
                <a:ext cx="143175" cy="117941"/>
              </a:xfrm>
              <a:prstGeom prst="straightConnector1">
                <a:avLst/>
              </a:prstGeom>
              <a:ln w="12700">
                <a:tailEnd type="triangle" w="sm" len="sm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59" name="直接箭头连接符 958">
                <a:extLst>
                  <a:ext uri="{FF2B5EF4-FFF2-40B4-BE49-F238E27FC236}">
                    <a16:creationId xmlns:a16="http://schemas.microsoft.com/office/drawing/2014/main" id="{BB0168F8-4653-0BEF-0658-BE386BF8550F}"/>
                  </a:ext>
                </a:extLst>
              </p:cNvPr>
              <p:cNvCxnSpPr>
                <a:cxnSpLocks/>
                <a:stCxn id="955" idx="6"/>
                <a:endCxn id="957" idx="2"/>
              </p:cNvCxnSpPr>
              <p:nvPr/>
            </p:nvCxnSpPr>
            <p:spPr>
              <a:xfrm>
                <a:off x="5533171" y="3667818"/>
                <a:ext cx="143175" cy="0"/>
              </a:xfrm>
              <a:prstGeom prst="straightConnector1">
                <a:avLst/>
              </a:prstGeom>
              <a:ln w="12700">
                <a:tailEnd type="triangle" w="sm" len="sm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91" name="直接箭头连接符 590">
                <a:extLst>
                  <a:ext uri="{FF2B5EF4-FFF2-40B4-BE49-F238E27FC236}">
                    <a16:creationId xmlns:a16="http://schemas.microsoft.com/office/drawing/2014/main" id="{2293BBB7-B187-B99B-F16B-5BCF59A35116}"/>
                  </a:ext>
                </a:extLst>
              </p:cNvPr>
              <p:cNvCxnSpPr>
                <a:cxnSpLocks/>
                <a:stCxn id="956" idx="6"/>
                <a:endCxn id="957" idx="2"/>
              </p:cNvCxnSpPr>
              <p:nvPr/>
            </p:nvCxnSpPr>
            <p:spPr>
              <a:xfrm flipV="1">
                <a:off x="5533170" y="3667818"/>
                <a:ext cx="143176" cy="115218"/>
              </a:xfrm>
              <a:prstGeom prst="straightConnector1">
                <a:avLst/>
              </a:prstGeom>
              <a:ln w="12700">
                <a:tailEnd type="triangle" w="sm" len="sm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953" name="矩形: 圆角 952">
              <a:extLst>
                <a:ext uri="{FF2B5EF4-FFF2-40B4-BE49-F238E27FC236}">
                  <a16:creationId xmlns:a16="http://schemas.microsoft.com/office/drawing/2014/main" id="{005CC2A4-3AC6-92D0-8491-ED17CE3C584B}"/>
                </a:ext>
              </a:extLst>
            </p:cNvPr>
            <p:cNvSpPr/>
            <p:nvPr/>
          </p:nvSpPr>
          <p:spPr>
            <a:xfrm>
              <a:off x="4842156" y="3773497"/>
              <a:ext cx="393114" cy="343893"/>
            </a:xfrm>
            <a:prstGeom prst="roundRect">
              <a:avLst>
                <a:gd name="adj" fmla="val 31589"/>
              </a:avLst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593" name="椭圆 592">
            <a:extLst>
              <a:ext uri="{FF2B5EF4-FFF2-40B4-BE49-F238E27FC236}">
                <a16:creationId xmlns:a16="http://schemas.microsoft.com/office/drawing/2014/main" id="{71D04AB9-B73E-5324-6191-7A6D0120FF8F}"/>
              </a:ext>
            </a:extLst>
          </p:cNvPr>
          <p:cNvSpPr/>
          <p:nvPr/>
        </p:nvSpPr>
        <p:spPr>
          <a:xfrm>
            <a:off x="5750164" y="2247480"/>
            <a:ext cx="660724" cy="44573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595" name="组合 594">
            <a:extLst>
              <a:ext uri="{FF2B5EF4-FFF2-40B4-BE49-F238E27FC236}">
                <a16:creationId xmlns:a16="http://schemas.microsoft.com/office/drawing/2014/main" id="{9FC51C82-3821-42E6-8D8D-809604E65E0B}"/>
              </a:ext>
            </a:extLst>
          </p:cNvPr>
          <p:cNvGrpSpPr/>
          <p:nvPr/>
        </p:nvGrpSpPr>
        <p:grpSpPr>
          <a:xfrm>
            <a:off x="6658518" y="2249670"/>
            <a:ext cx="734881" cy="457486"/>
            <a:chOff x="3262267" y="3927547"/>
            <a:chExt cx="599802" cy="343893"/>
          </a:xfrm>
        </p:grpSpPr>
        <p:sp>
          <p:nvSpPr>
            <p:cNvPr id="596" name="矩形: 圆角 595">
              <a:extLst>
                <a:ext uri="{FF2B5EF4-FFF2-40B4-BE49-F238E27FC236}">
                  <a16:creationId xmlns:a16="http://schemas.microsoft.com/office/drawing/2014/main" id="{16F99BF4-1C95-CD83-7EAB-9E8A6423AF3A}"/>
                </a:ext>
              </a:extLst>
            </p:cNvPr>
            <p:cNvSpPr/>
            <p:nvPr/>
          </p:nvSpPr>
          <p:spPr>
            <a:xfrm>
              <a:off x="3337478" y="3927547"/>
              <a:ext cx="393114" cy="343893"/>
            </a:xfrm>
            <a:prstGeom prst="roundRect">
              <a:avLst>
                <a:gd name="adj" fmla="val 31589"/>
              </a:avLst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8" name="矩形 627">
                  <a:extLst>
                    <a:ext uri="{FF2B5EF4-FFF2-40B4-BE49-F238E27FC236}">
                      <a16:creationId xmlns:a16="http://schemas.microsoft.com/office/drawing/2014/main" id="{AEFC0BF3-2086-2A8B-C8F7-4A98B8CB03D2}"/>
                    </a:ext>
                  </a:extLst>
                </p:cNvPr>
                <p:cNvSpPr/>
                <p:nvPr/>
              </p:nvSpPr>
              <p:spPr>
                <a:xfrm>
                  <a:off x="3262267" y="3956287"/>
                  <a:ext cx="599802" cy="27762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dirty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altLang="zh-CN" i="1" dirty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𝑊</m:t>
                            </m:r>
                          </m:sub>
                        </m:s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()</m:t>
                        </m:r>
                      </m:oMath>
                    </m:oMathPara>
                  </a14:m>
                  <a:endParaRPr lang="zh-CN" altLang="en-US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727" name="矩形 726">
                  <a:extLst>
                    <a:ext uri="{FF2B5EF4-FFF2-40B4-BE49-F238E27FC236}">
                      <a16:creationId xmlns:a16="http://schemas.microsoft.com/office/drawing/2014/main" id="{C93EC40D-74C7-130C-25BA-67268259231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62267" y="3956287"/>
                  <a:ext cx="599802" cy="277627"/>
                </a:xfrm>
                <a:prstGeom prst="rect">
                  <a:avLst/>
                </a:prstGeom>
                <a:blipFill>
                  <a:blip r:embed="rId8"/>
                  <a:stretch>
                    <a:fillRect b="-1475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631" name="椭圆 630">
            <a:extLst>
              <a:ext uri="{FF2B5EF4-FFF2-40B4-BE49-F238E27FC236}">
                <a16:creationId xmlns:a16="http://schemas.microsoft.com/office/drawing/2014/main" id="{AF060704-C7F1-8D1C-4B1A-F76477ED719A}"/>
              </a:ext>
            </a:extLst>
          </p:cNvPr>
          <p:cNvSpPr/>
          <p:nvPr/>
        </p:nvSpPr>
        <p:spPr>
          <a:xfrm>
            <a:off x="7565590" y="2255817"/>
            <a:ext cx="660722" cy="44573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633" name="组合 632">
            <a:extLst>
              <a:ext uri="{FF2B5EF4-FFF2-40B4-BE49-F238E27FC236}">
                <a16:creationId xmlns:a16="http://schemas.microsoft.com/office/drawing/2014/main" id="{AFECA9DB-73BA-EFB6-9994-2CEFAB1500CE}"/>
              </a:ext>
            </a:extLst>
          </p:cNvPr>
          <p:cNvGrpSpPr/>
          <p:nvPr/>
        </p:nvGrpSpPr>
        <p:grpSpPr>
          <a:xfrm>
            <a:off x="8553784" y="2252174"/>
            <a:ext cx="481646" cy="457486"/>
            <a:chOff x="4842156" y="3773497"/>
            <a:chExt cx="393114" cy="343893"/>
          </a:xfrm>
        </p:grpSpPr>
        <p:grpSp>
          <p:nvGrpSpPr>
            <p:cNvPr id="634" name="组合 633">
              <a:extLst>
                <a:ext uri="{FF2B5EF4-FFF2-40B4-BE49-F238E27FC236}">
                  <a16:creationId xmlns:a16="http://schemas.microsoft.com/office/drawing/2014/main" id="{D60DB2A4-2836-3205-7C2D-758AE6ECDD20}"/>
                </a:ext>
              </a:extLst>
            </p:cNvPr>
            <p:cNvGrpSpPr/>
            <p:nvPr/>
          </p:nvGrpSpPr>
          <p:grpSpPr>
            <a:xfrm>
              <a:off x="4937067" y="3821336"/>
              <a:ext cx="261952" cy="260359"/>
              <a:chOff x="5436287" y="3505571"/>
              <a:chExt cx="336942" cy="321770"/>
            </a:xfrm>
          </p:grpSpPr>
          <p:sp>
            <p:nvSpPr>
              <p:cNvPr id="636" name="流程图: 接点 635">
                <a:extLst>
                  <a:ext uri="{FF2B5EF4-FFF2-40B4-BE49-F238E27FC236}">
                    <a16:creationId xmlns:a16="http://schemas.microsoft.com/office/drawing/2014/main" id="{A0D79A93-37FD-B8BF-F952-5AD3D4BC84DC}"/>
                  </a:ext>
                </a:extLst>
              </p:cNvPr>
              <p:cNvSpPr/>
              <p:nvPr/>
            </p:nvSpPr>
            <p:spPr>
              <a:xfrm>
                <a:off x="5436288" y="3505571"/>
                <a:ext cx="96883" cy="88611"/>
              </a:xfrm>
              <a:prstGeom prst="flowChartConnector">
                <a:avLst/>
              </a:prstGeom>
              <a:noFill/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500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637" name="流程图: 接点 636">
                <a:extLst>
                  <a:ext uri="{FF2B5EF4-FFF2-40B4-BE49-F238E27FC236}">
                    <a16:creationId xmlns:a16="http://schemas.microsoft.com/office/drawing/2014/main" id="{168BF05F-5639-D16A-388A-CCC459FF5449}"/>
                  </a:ext>
                </a:extLst>
              </p:cNvPr>
              <p:cNvSpPr/>
              <p:nvPr/>
            </p:nvSpPr>
            <p:spPr>
              <a:xfrm>
                <a:off x="5436288" y="3623512"/>
                <a:ext cx="96883" cy="88611"/>
              </a:xfrm>
              <a:prstGeom prst="flowChartConnector">
                <a:avLst/>
              </a:prstGeom>
              <a:noFill/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500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638" name="流程图: 接点 637">
                <a:extLst>
                  <a:ext uri="{FF2B5EF4-FFF2-40B4-BE49-F238E27FC236}">
                    <a16:creationId xmlns:a16="http://schemas.microsoft.com/office/drawing/2014/main" id="{5B1BD912-022A-F8DF-538D-CC6C8131FCDA}"/>
                  </a:ext>
                </a:extLst>
              </p:cNvPr>
              <p:cNvSpPr/>
              <p:nvPr/>
            </p:nvSpPr>
            <p:spPr>
              <a:xfrm>
                <a:off x="5436287" y="3738730"/>
                <a:ext cx="96883" cy="88611"/>
              </a:xfrm>
              <a:prstGeom prst="flowChartConnector">
                <a:avLst/>
              </a:prstGeom>
              <a:noFill/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500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639" name="流程图: 接点 638">
                <a:extLst>
                  <a:ext uri="{FF2B5EF4-FFF2-40B4-BE49-F238E27FC236}">
                    <a16:creationId xmlns:a16="http://schemas.microsoft.com/office/drawing/2014/main" id="{7F73837D-B587-CD5F-2A9B-FFFB45E37C1A}"/>
                  </a:ext>
                </a:extLst>
              </p:cNvPr>
              <p:cNvSpPr/>
              <p:nvPr/>
            </p:nvSpPr>
            <p:spPr>
              <a:xfrm>
                <a:off x="5676346" y="3623512"/>
                <a:ext cx="96883" cy="88611"/>
              </a:xfrm>
              <a:prstGeom prst="flowChartConnector">
                <a:avLst/>
              </a:prstGeom>
              <a:noFill/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500" dirty="0">
                  <a:solidFill>
                    <a:sysClr val="windowText" lastClr="000000"/>
                  </a:solidFill>
                </a:endParaRPr>
              </a:p>
            </p:txBody>
          </p:sp>
          <p:cxnSp>
            <p:nvCxnSpPr>
              <p:cNvPr id="640" name="直接箭头连接符 639">
                <a:extLst>
                  <a:ext uri="{FF2B5EF4-FFF2-40B4-BE49-F238E27FC236}">
                    <a16:creationId xmlns:a16="http://schemas.microsoft.com/office/drawing/2014/main" id="{363F39EE-AB2F-412F-D228-04E8AA6A7E7C}"/>
                  </a:ext>
                </a:extLst>
              </p:cNvPr>
              <p:cNvCxnSpPr>
                <a:cxnSpLocks/>
                <a:stCxn id="636" idx="6"/>
                <a:endCxn id="639" idx="2"/>
              </p:cNvCxnSpPr>
              <p:nvPr/>
            </p:nvCxnSpPr>
            <p:spPr>
              <a:xfrm>
                <a:off x="5533171" y="3549877"/>
                <a:ext cx="143175" cy="117941"/>
              </a:xfrm>
              <a:prstGeom prst="straightConnector1">
                <a:avLst/>
              </a:prstGeom>
              <a:ln w="12700">
                <a:tailEnd type="triangle" w="sm" len="sm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41" name="直接箭头连接符 640">
                <a:extLst>
                  <a:ext uri="{FF2B5EF4-FFF2-40B4-BE49-F238E27FC236}">
                    <a16:creationId xmlns:a16="http://schemas.microsoft.com/office/drawing/2014/main" id="{9829A5DC-26F2-D341-A7E6-08B461D1E4EC}"/>
                  </a:ext>
                </a:extLst>
              </p:cNvPr>
              <p:cNvCxnSpPr>
                <a:cxnSpLocks/>
                <a:stCxn id="637" idx="6"/>
                <a:endCxn id="639" idx="2"/>
              </p:cNvCxnSpPr>
              <p:nvPr/>
            </p:nvCxnSpPr>
            <p:spPr>
              <a:xfrm>
                <a:off x="5533171" y="3667818"/>
                <a:ext cx="143175" cy="0"/>
              </a:xfrm>
              <a:prstGeom prst="straightConnector1">
                <a:avLst/>
              </a:prstGeom>
              <a:ln w="12700">
                <a:tailEnd type="triangle" w="sm" len="sm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42" name="直接箭头连接符 641">
                <a:extLst>
                  <a:ext uri="{FF2B5EF4-FFF2-40B4-BE49-F238E27FC236}">
                    <a16:creationId xmlns:a16="http://schemas.microsoft.com/office/drawing/2014/main" id="{43CB39C9-DE06-93DF-60DD-F7DE9CEF12AE}"/>
                  </a:ext>
                </a:extLst>
              </p:cNvPr>
              <p:cNvCxnSpPr>
                <a:cxnSpLocks/>
                <a:stCxn id="638" idx="6"/>
                <a:endCxn id="639" idx="2"/>
              </p:cNvCxnSpPr>
              <p:nvPr/>
            </p:nvCxnSpPr>
            <p:spPr>
              <a:xfrm flipV="1">
                <a:off x="5533170" y="3667818"/>
                <a:ext cx="143176" cy="115218"/>
              </a:xfrm>
              <a:prstGeom prst="straightConnector1">
                <a:avLst/>
              </a:prstGeom>
              <a:ln w="12700">
                <a:tailEnd type="triangle" w="sm" len="sm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635" name="矩形: 圆角 634">
              <a:extLst>
                <a:ext uri="{FF2B5EF4-FFF2-40B4-BE49-F238E27FC236}">
                  <a16:creationId xmlns:a16="http://schemas.microsoft.com/office/drawing/2014/main" id="{9316CFCA-7977-2493-4590-83ABF7952FB7}"/>
                </a:ext>
              </a:extLst>
            </p:cNvPr>
            <p:cNvSpPr/>
            <p:nvPr/>
          </p:nvSpPr>
          <p:spPr>
            <a:xfrm>
              <a:off x="4842156" y="3773497"/>
              <a:ext cx="393114" cy="343893"/>
            </a:xfrm>
            <a:prstGeom prst="roundRect">
              <a:avLst>
                <a:gd name="adj" fmla="val 31589"/>
              </a:avLst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658" name="椭圆 657">
            <a:extLst>
              <a:ext uri="{FF2B5EF4-FFF2-40B4-BE49-F238E27FC236}">
                <a16:creationId xmlns:a16="http://schemas.microsoft.com/office/drawing/2014/main" id="{0313ED1B-D6DC-96A2-9B12-D7B3528CA3D6}"/>
              </a:ext>
            </a:extLst>
          </p:cNvPr>
          <p:cNvSpPr/>
          <p:nvPr/>
        </p:nvSpPr>
        <p:spPr>
          <a:xfrm>
            <a:off x="9367511" y="2260866"/>
            <a:ext cx="660724" cy="44573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88" name="矩形 687">
            <a:extLst>
              <a:ext uri="{FF2B5EF4-FFF2-40B4-BE49-F238E27FC236}">
                <a16:creationId xmlns:a16="http://schemas.microsoft.com/office/drawing/2014/main" id="{771B9DCA-8E62-7E7A-443B-5301EB34126E}"/>
              </a:ext>
            </a:extLst>
          </p:cNvPr>
          <p:cNvSpPr/>
          <p:nvPr/>
        </p:nvSpPr>
        <p:spPr>
          <a:xfrm>
            <a:off x="7697258" y="1444382"/>
            <a:ext cx="852774" cy="3684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200" dirty="0">
                <a:latin typeface="Arial" panose="020B0604020202020204" pitchFamily="34" charset="0"/>
                <a:cs typeface="Arial" panose="020B0604020202020204" pitchFamily="34" charset="0"/>
              </a:rPr>
              <a:t>Layer 2</a:t>
            </a:r>
            <a:endParaRPr lang="zh-CN" alt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89" name="直接箭头连接符 688">
            <a:extLst>
              <a:ext uri="{FF2B5EF4-FFF2-40B4-BE49-F238E27FC236}">
                <a16:creationId xmlns:a16="http://schemas.microsoft.com/office/drawing/2014/main" id="{CE2B0B79-8453-7E79-C90B-AFE03C8B1F73}"/>
              </a:ext>
            </a:extLst>
          </p:cNvPr>
          <p:cNvCxnSpPr>
            <a:cxnSpLocks/>
            <a:stCxn id="942" idx="6"/>
            <a:endCxn id="939" idx="1"/>
          </p:cNvCxnSpPr>
          <p:nvPr/>
        </p:nvCxnSpPr>
        <p:spPr>
          <a:xfrm>
            <a:off x="2805827" y="2464946"/>
            <a:ext cx="327498" cy="82"/>
          </a:xfrm>
          <a:prstGeom prst="straightConnector1">
            <a:avLst/>
          </a:prstGeom>
          <a:ln w="19050"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90" name="直接箭头连接符 689">
            <a:extLst>
              <a:ext uri="{FF2B5EF4-FFF2-40B4-BE49-F238E27FC236}">
                <a16:creationId xmlns:a16="http://schemas.microsoft.com/office/drawing/2014/main" id="{3D9F5547-9B67-71D1-C0DD-6152FF23CB9B}"/>
              </a:ext>
            </a:extLst>
          </p:cNvPr>
          <p:cNvCxnSpPr>
            <a:cxnSpLocks/>
            <a:stCxn id="949" idx="6"/>
            <a:endCxn id="953" idx="1"/>
          </p:cNvCxnSpPr>
          <p:nvPr/>
        </p:nvCxnSpPr>
        <p:spPr>
          <a:xfrm>
            <a:off x="4608974" y="2465308"/>
            <a:ext cx="327462" cy="2224"/>
          </a:xfrm>
          <a:prstGeom prst="straightConnector1">
            <a:avLst/>
          </a:prstGeom>
          <a:ln w="19050"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95" name="直接箭头连接符 694">
            <a:extLst>
              <a:ext uri="{FF2B5EF4-FFF2-40B4-BE49-F238E27FC236}">
                <a16:creationId xmlns:a16="http://schemas.microsoft.com/office/drawing/2014/main" id="{602CDC0C-FD33-219A-3FAC-0D449DB8FA24}"/>
              </a:ext>
            </a:extLst>
          </p:cNvPr>
          <p:cNvCxnSpPr>
            <a:cxnSpLocks/>
            <a:stCxn id="947" idx="1"/>
          </p:cNvCxnSpPr>
          <p:nvPr/>
        </p:nvCxnSpPr>
        <p:spPr>
          <a:xfrm flipH="1">
            <a:off x="2194750" y="1635381"/>
            <a:ext cx="1569467" cy="0"/>
          </a:xfrm>
          <a:prstGeom prst="straightConnector1">
            <a:avLst/>
          </a:prstGeom>
          <a:ln w="19050"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97" name="直接箭头连接符 696">
            <a:extLst>
              <a:ext uri="{FF2B5EF4-FFF2-40B4-BE49-F238E27FC236}">
                <a16:creationId xmlns:a16="http://schemas.microsoft.com/office/drawing/2014/main" id="{53241C87-5BAC-604A-A6BA-ADD40D8A312E}"/>
              </a:ext>
            </a:extLst>
          </p:cNvPr>
          <p:cNvCxnSpPr>
            <a:cxnSpLocks/>
            <a:stCxn id="947" idx="3"/>
          </p:cNvCxnSpPr>
          <p:nvPr/>
        </p:nvCxnSpPr>
        <p:spPr>
          <a:xfrm>
            <a:off x="4616991" y="1635381"/>
            <a:ext cx="1448335" cy="0"/>
          </a:xfrm>
          <a:prstGeom prst="straightConnector1">
            <a:avLst/>
          </a:prstGeom>
          <a:ln w="19050"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98" name="直接箭头连接符 697">
            <a:extLst>
              <a:ext uri="{FF2B5EF4-FFF2-40B4-BE49-F238E27FC236}">
                <a16:creationId xmlns:a16="http://schemas.microsoft.com/office/drawing/2014/main" id="{2235710B-E4A4-5B15-B829-8BF511436A42}"/>
              </a:ext>
            </a:extLst>
          </p:cNvPr>
          <p:cNvCxnSpPr>
            <a:cxnSpLocks/>
            <a:stCxn id="939" idx="3"/>
            <a:endCxn id="949" idx="2"/>
          </p:cNvCxnSpPr>
          <p:nvPr/>
        </p:nvCxnSpPr>
        <p:spPr>
          <a:xfrm>
            <a:off x="3614971" y="2465028"/>
            <a:ext cx="333280" cy="279"/>
          </a:xfrm>
          <a:prstGeom prst="straightConnector1">
            <a:avLst/>
          </a:prstGeom>
          <a:ln w="19050"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99" name="直接箭头连接符 698">
            <a:extLst>
              <a:ext uri="{FF2B5EF4-FFF2-40B4-BE49-F238E27FC236}">
                <a16:creationId xmlns:a16="http://schemas.microsoft.com/office/drawing/2014/main" id="{32B78F36-B604-C7A3-518C-26E499D54BB1}"/>
              </a:ext>
            </a:extLst>
          </p:cNvPr>
          <p:cNvCxnSpPr>
            <a:cxnSpLocks/>
            <a:stCxn id="953" idx="3"/>
            <a:endCxn id="593" idx="2"/>
          </p:cNvCxnSpPr>
          <p:nvPr/>
        </p:nvCxnSpPr>
        <p:spPr>
          <a:xfrm>
            <a:off x="5418083" y="2467532"/>
            <a:ext cx="332075" cy="2818"/>
          </a:xfrm>
          <a:prstGeom prst="straightConnector1">
            <a:avLst/>
          </a:prstGeom>
          <a:ln w="19050"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00" name="直接箭头连接符 699">
            <a:extLst>
              <a:ext uri="{FF2B5EF4-FFF2-40B4-BE49-F238E27FC236}">
                <a16:creationId xmlns:a16="http://schemas.microsoft.com/office/drawing/2014/main" id="{D8873C8D-72C9-DC8E-9929-0D8AC5C42C6C}"/>
              </a:ext>
            </a:extLst>
          </p:cNvPr>
          <p:cNvCxnSpPr>
            <a:cxnSpLocks/>
            <a:stCxn id="631" idx="6"/>
            <a:endCxn id="635" idx="1"/>
          </p:cNvCxnSpPr>
          <p:nvPr/>
        </p:nvCxnSpPr>
        <p:spPr>
          <a:xfrm>
            <a:off x="8226322" y="2478693"/>
            <a:ext cx="327462" cy="2224"/>
          </a:xfrm>
          <a:prstGeom prst="straightConnector1">
            <a:avLst/>
          </a:prstGeom>
          <a:ln w="19050"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01" name="直接箭头连接符 700">
            <a:extLst>
              <a:ext uri="{FF2B5EF4-FFF2-40B4-BE49-F238E27FC236}">
                <a16:creationId xmlns:a16="http://schemas.microsoft.com/office/drawing/2014/main" id="{BE62346D-C77A-5CF6-8C08-48378F9293B1}"/>
              </a:ext>
            </a:extLst>
          </p:cNvPr>
          <p:cNvCxnSpPr>
            <a:cxnSpLocks/>
            <a:stCxn id="596" idx="3"/>
            <a:endCxn id="631" idx="2"/>
          </p:cNvCxnSpPr>
          <p:nvPr/>
        </p:nvCxnSpPr>
        <p:spPr>
          <a:xfrm>
            <a:off x="7232318" y="2478414"/>
            <a:ext cx="333280" cy="279"/>
          </a:xfrm>
          <a:prstGeom prst="straightConnector1">
            <a:avLst/>
          </a:prstGeom>
          <a:ln w="19050"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02" name="直接箭头连接符 701">
            <a:extLst>
              <a:ext uri="{FF2B5EF4-FFF2-40B4-BE49-F238E27FC236}">
                <a16:creationId xmlns:a16="http://schemas.microsoft.com/office/drawing/2014/main" id="{0F7D6FF3-DE41-F429-EACE-1AFE8E7E7C2F}"/>
              </a:ext>
            </a:extLst>
          </p:cNvPr>
          <p:cNvCxnSpPr>
            <a:cxnSpLocks/>
            <a:stCxn id="635" idx="3"/>
            <a:endCxn id="658" idx="2"/>
          </p:cNvCxnSpPr>
          <p:nvPr/>
        </p:nvCxnSpPr>
        <p:spPr>
          <a:xfrm>
            <a:off x="9035430" y="2480918"/>
            <a:ext cx="332075" cy="2818"/>
          </a:xfrm>
          <a:prstGeom prst="straightConnector1">
            <a:avLst/>
          </a:prstGeom>
          <a:ln w="19050"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03" name="直接箭头连接符 702">
            <a:extLst>
              <a:ext uri="{FF2B5EF4-FFF2-40B4-BE49-F238E27FC236}">
                <a16:creationId xmlns:a16="http://schemas.microsoft.com/office/drawing/2014/main" id="{DB5F739F-3C0B-48C9-78BE-C53228032CBE}"/>
              </a:ext>
            </a:extLst>
          </p:cNvPr>
          <p:cNvCxnSpPr>
            <a:cxnSpLocks/>
            <a:stCxn id="593" idx="6"/>
            <a:endCxn id="596" idx="1"/>
          </p:cNvCxnSpPr>
          <p:nvPr/>
        </p:nvCxnSpPr>
        <p:spPr>
          <a:xfrm>
            <a:off x="6410882" y="2470350"/>
            <a:ext cx="339790" cy="8064"/>
          </a:xfrm>
          <a:prstGeom prst="straightConnector1">
            <a:avLst/>
          </a:prstGeom>
          <a:ln w="19050"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18" name="直接箭头连接符 717">
            <a:extLst>
              <a:ext uri="{FF2B5EF4-FFF2-40B4-BE49-F238E27FC236}">
                <a16:creationId xmlns:a16="http://schemas.microsoft.com/office/drawing/2014/main" id="{297DAA03-5651-4DBC-5ABE-85F6A453FF91}"/>
              </a:ext>
            </a:extLst>
          </p:cNvPr>
          <p:cNvCxnSpPr>
            <a:cxnSpLocks/>
            <a:stCxn id="688" idx="1"/>
          </p:cNvCxnSpPr>
          <p:nvPr/>
        </p:nvCxnSpPr>
        <p:spPr>
          <a:xfrm flipH="1">
            <a:off x="6127790" y="1628631"/>
            <a:ext cx="1569467" cy="0"/>
          </a:xfrm>
          <a:prstGeom prst="straightConnector1">
            <a:avLst/>
          </a:prstGeom>
          <a:ln w="19050"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19" name="直接箭头连接符 718">
            <a:extLst>
              <a:ext uri="{FF2B5EF4-FFF2-40B4-BE49-F238E27FC236}">
                <a16:creationId xmlns:a16="http://schemas.microsoft.com/office/drawing/2014/main" id="{7543D4AF-2919-D2AE-929C-1B8EEE95B49B}"/>
              </a:ext>
            </a:extLst>
          </p:cNvPr>
          <p:cNvCxnSpPr>
            <a:cxnSpLocks/>
            <a:stCxn id="688" idx="3"/>
          </p:cNvCxnSpPr>
          <p:nvPr/>
        </p:nvCxnSpPr>
        <p:spPr>
          <a:xfrm>
            <a:off x="8550031" y="1628631"/>
            <a:ext cx="1448335" cy="0"/>
          </a:xfrm>
          <a:prstGeom prst="straightConnector1">
            <a:avLst/>
          </a:prstGeom>
          <a:ln w="19050"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23" name="文本框 722">
                <a:extLst>
                  <a:ext uri="{FF2B5EF4-FFF2-40B4-BE49-F238E27FC236}">
                    <a16:creationId xmlns:a16="http://schemas.microsoft.com/office/drawing/2014/main" id="{5025BB57-FAAF-4B61-7BB9-29663CE28B41}"/>
                  </a:ext>
                </a:extLst>
              </p:cNvPr>
              <p:cNvSpPr txBox="1"/>
              <p:nvPr/>
            </p:nvSpPr>
            <p:spPr>
              <a:xfrm>
                <a:off x="3774833" y="2231552"/>
                <a:ext cx="1071288" cy="461665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1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altLang="zh-CN" sz="2400" b="1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𝑿</m:t>
                          </m:r>
                        </m:e>
                        <m:sub>
                          <m:r>
                            <a:rPr lang="en-US" altLang="zh-CN" sz="2400" b="1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zh-CN" altLang="en-US" sz="2400" b="1" dirty="0">
                  <a:solidFill>
                    <a:schemeClr val="accent6"/>
                  </a:solidFill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723" name="文本框 722">
                <a:extLst>
                  <a:ext uri="{FF2B5EF4-FFF2-40B4-BE49-F238E27FC236}">
                    <a16:creationId xmlns:a16="http://schemas.microsoft.com/office/drawing/2014/main" id="{5025BB57-FAAF-4B61-7BB9-29663CE28B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4833" y="2231552"/>
                <a:ext cx="1071288" cy="461665"/>
              </a:xfrm>
              <a:prstGeom prst="rect">
                <a:avLst/>
              </a:prstGeom>
              <a:blipFill>
                <a:blip r:embed="rId9"/>
                <a:stretch>
                  <a:fillRect b="-2632"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1" name="文本框 730">
                <a:extLst>
                  <a:ext uri="{FF2B5EF4-FFF2-40B4-BE49-F238E27FC236}">
                    <a16:creationId xmlns:a16="http://schemas.microsoft.com/office/drawing/2014/main" id="{B267F1F4-1244-17C0-277E-74E9C8D7AEB9}"/>
                  </a:ext>
                </a:extLst>
              </p:cNvPr>
              <p:cNvSpPr txBox="1"/>
              <p:nvPr/>
            </p:nvSpPr>
            <p:spPr>
              <a:xfrm>
                <a:off x="5562214" y="2221549"/>
                <a:ext cx="1071288" cy="461665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1" i="1" dirty="0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altLang="zh-CN" sz="2400" b="1" i="1" dirty="0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𝑯</m:t>
                          </m:r>
                        </m:e>
                        <m:sub>
                          <m:r>
                            <a:rPr lang="en-US" altLang="zh-CN" sz="2400" b="1" i="1" dirty="0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zh-CN" altLang="en-US" sz="2400" b="1" dirty="0">
                  <a:solidFill>
                    <a:schemeClr val="accent5"/>
                  </a:solidFill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731" name="文本框 730">
                <a:extLst>
                  <a:ext uri="{FF2B5EF4-FFF2-40B4-BE49-F238E27FC236}">
                    <a16:creationId xmlns:a16="http://schemas.microsoft.com/office/drawing/2014/main" id="{B267F1F4-1244-17C0-277E-74E9C8D7AE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2214" y="2221549"/>
                <a:ext cx="1071288" cy="461665"/>
              </a:xfrm>
              <a:prstGeom prst="rect">
                <a:avLst/>
              </a:prstGeom>
              <a:blipFill>
                <a:blip r:embed="rId10"/>
                <a:stretch>
                  <a:fillRect b="-2632"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2" name="文本框 731">
                <a:extLst>
                  <a:ext uri="{FF2B5EF4-FFF2-40B4-BE49-F238E27FC236}">
                    <a16:creationId xmlns:a16="http://schemas.microsoft.com/office/drawing/2014/main" id="{CCE7606F-93DA-0F8E-2985-B287AA770876}"/>
                  </a:ext>
                </a:extLst>
              </p:cNvPr>
              <p:cNvSpPr txBox="1"/>
              <p:nvPr/>
            </p:nvSpPr>
            <p:spPr>
              <a:xfrm>
                <a:off x="7403462" y="2238788"/>
                <a:ext cx="1071288" cy="461665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1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altLang="zh-CN" sz="2400" b="1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𝑿</m:t>
                          </m:r>
                        </m:e>
                        <m:sub>
                          <m:r>
                            <a:rPr lang="en-US" altLang="zh-CN" sz="2400" b="1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zh-CN" altLang="en-US" sz="2400" b="1" dirty="0">
                  <a:solidFill>
                    <a:schemeClr val="accent6"/>
                  </a:solidFill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732" name="文本框 731">
                <a:extLst>
                  <a:ext uri="{FF2B5EF4-FFF2-40B4-BE49-F238E27FC236}">
                    <a16:creationId xmlns:a16="http://schemas.microsoft.com/office/drawing/2014/main" id="{CCE7606F-93DA-0F8E-2985-B287AA7708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03462" y="2238788"/>
                <a:ext cx="1071288" cy="461665"/>
              </a:xfrm>
              <a:prstGeom prst="rect">
                <a:avLst/>
              </a:prstGeom>
              <a:blipFill>
                <a:blip r:embed="rId11"/>
                <a:stretch>
                  <a:fillRect b="-2632"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3" name="文本框 732">
                <a:extLst>
                  <a:ext uri="{FF2B5EF4-FFF2-40B4-BE49-F238E27FC236}">
                    <a16:creationId xmlns:a16="http://schemas.microsoft.com/office/drawing/2014/main" id="{38625109-3FFF-3160-5BF0-3E232EF17847}"/>
                  </a:ext>
                </a:extLst>
              </p:cNvPr>
              <p:cNvSpPr txBox="1"/>
              <p:nvPr/>
            </p:nvSpPr>
            <p:spPr>
              <a:xfrm>
                <a:off x="9179561" y="2243549"/>
                <a:ext cx="1071288" cy="461665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1" i="1" dirty="0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altLang="zh-CN" sz="2400" b="1" i="1" dirty="0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𝑯</m:t>
                          </m:r>
                        </m:e>
                        <m:sub>
                          <m:r>
                            <a:rPr lang="en-US" altLang="zh-CN" sz="2400" b="1" i="1" dirty="0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zh-CN" altLang="en-US" sz="2400" b="1" dirty="0">
                  <a:solidFill>
                    <a:schemeClr val="accent5"/>
                  </a:solidFill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733" name="文本框 732">
                <a:extLst>
                  <a:ext uri="{FF2B5EF4-FFF2-40B4-BE49-F238E27FC236}">
                    <a16:creationId xmlns:a16="http://schemas.microsoft.com/office/drawing/2014/main" id="{38625109-3FFF-3160-5BF0-3E232EF178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79561" y="2243549"/>
                <a:ext cx="1071288" cy="461665"/>
              </a:xfrm>
              <a:prstGeom prst="rect">
                <a:avLst/>
              </a:prstGeom>
              <a:blipFill>
                <a:blip r:embed="rId12"/>
                <a:stretch>
                  <a:fillRect b="-2632"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34" name="组合 733">
            <a:extLst>
              <a:ext uri="{FF2B5EF4-FFF2-40B4-BE49-F238E27FC236}">
                <a16:creationId xmlns:a16="http://schemas.microsoft.com/office/drawing/2014/main" id="{07DE8C35-A87C-E22C-485E-A926497315A0}"/>
              </a:ext>
            </a:extLst>
          </p:cNvPr>
          <p:cNvGrpSpPr/>
          <p:nvPr/>
        </p:nvGrpSpPr>
        <p:grpSpPr>
          <a:xfrm>
            <a:off x="8114701" y="6002924"/>
            <a:ext cx="621640" cy="735125"/>
            <a:chOff x="5766806" y="6445933"/>
            <a:chExt cx="621640" cy="735125"/>
          </a:xfrm>
        </p:grpSpPr>
        <p:sp>
          <p:nvSpPr>
            <p:cNvPr id="735" name="矩形 1174">
              <a:extLst>
                <a:ext uri="{FF2B5EF4-FFF2-40B4-BE49-F238E27FC236}">
                  <a16:creationId xmlns:a16="http://schemas.microsoft.com/office/drawing/2014/main" id="{A967C7DD-3494-F2C5-E139-3CCEFDF6652A}"/>
                </a:ext>
              </a:extLst>
            </p:cNvPr>
            <p:cNvSpPr/>
            <p:nvPr/>
          </p:nvSpPr>
          <p:spPr>
            <a:xfrm rot="10800000">
              <a:off x="5768235" y="6445933"/>
              <a:ext cx="618706" cy="226680"/>
            </a:xfrm>
            <a:custGeom>
              <a:avLst/>
              <a:gdLst>
                <a:gd name="connsiteX0" fmla="*/ 0 w 595706"/>
                <a:gd name="connsiteY0" fmla="*/ 0 h 92965"/>
                <a:gd name="connsiteX1" fmla="*/ 595706 w 595706"/>
                <a:gd name="connsiteY1" fmla="*/ 0 h 92965"/>
                <a:gd name="connsiteX2" fmla="*/ 595706 w 595706"/>
                <a:gd name="connsiteY2" fmla="*/ 92965 h 92965"/>
                <a:gd name="connsiteX3" fmla="*/ 0 w 595706"/>
                <a:gd name="connsiteY3" fmla="*/ 92965 h 92965"/>
                <a:gd name="connsiteX4" fmla="*/ 0 w 595706"/>
                <a:gd name="connsiteY4" fmla="*/ 0 h 92965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1422 w 594406"/>
                <a:gd name="connsiteY0" fmla="*/ 21376 h 135147"/>
                <a:gd name="connsiteX1" fmla="*/ 594406 w 594406"/>
                <a:gd name="connsiteY1" fmla="*/ 0 h 135147"/>
                <a:gd name="connsiteX2" fmla="*/ 594406 w 594406"/>
                <a:gd name="connsiteY2" fmla="*/ 92965 h 135147"/>
                <a:gd name="connsiteX3" fmla="*/ 61 w 594406"/>
                <a:gd name="connsiteY3" fmla="*/ 135147 h 135147"/>
                <a:gd name="connsiteX4" fmla="*/ 1422 w 594406"/>
                <a:gd name="connsiteY4" fmla="*/ 21376 h 135147"/>
                <a:gd name="connsiteX0" fmla="*/ 1422 w 594406"/>
                <a:gd name="connsiteY0" fmla="*/ 15599 h 135147"/>
                <a:gd name="connsiteX1" fmla="*/ 594406 w 594406"/>
                <a:gd name="connsiteY1" fmla="*/ 0 h 135147"/>
                <a:gd name="connsiteX2" fmla="*/ 594406 w 594406"/>
                <a:gd name="connsiteY2" fmla="*/ 92965 h 135147"/>
                <a:gd name="connsiteX3" fmla="*/ 61 w 594406"/>
                <a:gd name="connsiteY3" fmla="*/ 135147 h 135147"/>
                <a:gd name="connsiteX4" fmla="*/ 1422 w 594406"/>
                <a:gd name="connsiteY4" fmla="*/ 15599 h 135147"/>
                <a:gd name="connsiteX0" fmla="*/ 131 w 594476"/>
                <a:gd name="connsiteY0" fmla="*/ 4622 h 135147"/>
                <a:gd name="connsiteX1" fmla="*/ 594476 w 594476"/>
                <a:gd name="connsiteY1" fmla="*/ 0 h 135147"/>
                <a:gd name="connsiteX2" fmla="*/ 594476 w 594476"/>
                <a:gd name="connsiteY2" fmla="*/ 92965 h 135147"/>
                <a:gd name="connsiteX3" fmla="*/ 131 w 594476"/>
                <a:gd name="connsiteY3" fmla="*/ 135147 h 135147"/>
                <a:gd name="connsiteX4" fmla="*/ 131 w 594476"/>
                <a:gd name="connsiteY4" fmla="*/ 4622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22423 h 139660"/>
                <a:gd name="connsiteX1" fmla="*/ 595706 w 595706"/>
                <a:gd name="connsiteY1" fmla="*/ 4513 h 139660"/>
                <a:gd name="connsiteX2" fmla="*/ 595706 w 595706"/>
                <a:gd name="connsiteY2" fmla="*/ 97478 h 139660"/>
                <a:gd name="connsiteX3" fmla="*/ 1361 w 595706"/>
                <a:gd name="connsiteY3" fmla="*/ 139660 h 139660"/>
                <a:gd name="connsiteX4" fmla="*/ 0 w 595706"/>
                <a:gd name="connsiteY4" fmla="*/ 22423 h 139660"/>
                <a:gd name="connsiteX0" fmla="*/ 0 w 595706"/>
                <a:gd name="connsiteY0" fmla="*/ 26413 h 143650"/>
                <a:gd name="connsiteX1" fmla="*/ 595706 w 595706"/>
                <a:gd name="connsiteY1" fmla="*/ 8503 h 143650"/>
                <a:gd name="connsiteX2" fmla="*/ 595706 w 595706"/>
                <a:gd name="connsiteY2" fmla="*/ 101468 h 143650"/>
                <a:gd name="connsiteX3" fmla="*/ 1361 w 595706"/>
                <a:gd name="connsiteY3" fmla="*/ 143650 h 143650"/>
                <a:gd name="connsiteX4" fmla="*/ 0 w 595706"/>
                <a:gd name="connsiteY4" fmla="*/ 26413 h 143650"/>
                <a:gd name="connsiteX0" fmla="*/ 0 w 595706"/>
                <a:gd name="connsiteY0" fmla="*/ 21286 h 138523"/>
                <a:gd name="connsiteX1" fmla="*/ 595706 w 595706"/>
                <a:gd name="connsiteY1" fmla="*/ 3376 h 138523"/>
                <a:gd name="connsiteX2" fmla="*/ 595706 w 595706"/>
                <a:gd name="connsiteY2" fmla="*/ 96341 h 138523"/>
                <a:gd name="connsiteX3" fmla="*/ 1361 w 595706"/>
                <a:gd name="connsiteY3" fmla="*/ 138523 h 138523"/>
                <a:gd name="connsiteX4" fmla="*/ 0 w 595706"/>
                <a:gd name="connsiteY4" fmla="*/ 21286 h 138523"/>
                <a:gd name="connsiteX0" fmla="*/ 0 w 595706"/>
                <a:gd name="connsiteY0" fmla="*/ 22534 h 139771"/>
                <a:gd name="connsiteX1" fmla="*/ 595706 w 595706"/>
                <a:gd name="connsiteY1" fmla="*/ 4624 h 139771"/>
                <a:gd name="connsiteX2" fmla="*/ 595706 w 595706"/>
                <a:gd name="connsiteY2" fmla="*/ 97589 h 139771"/>
                <a:gd name="connsiteX3" fmla="*/ 1361 w 595706"/>
                <a:gd name="connsiteY3" fmla="*/ 139771 h 139771"/>
                <a:gd name="connsiteX4" fmla="*/ 0 w 595706"/>
                <a:gd name="connsiteY4" fmla="*/ 22534 h 139771"/>
                <a:gd name="connsiteX0" fmla="*/ 0 w 595706"/>
                <a:gd name="connsiteY0" fmla="*/ 23494 h 140731"/>
                <a:gd name="connsiteX1" fmla="*/ 595706 w 595706"/>
                <a:gd name="connsiteY1" fmla="*/ 2118 h 140731"/>
                <a:gd name="connsiteX2" fmla="*/ 595706 w 595706"/>
                <a:gd name="connsiteY2" fmla="*/ 98549 h 140731"/>
                <a:gd name="connsiteX3" fmla="*/ 1361 w 595706"/>
                <a:gd name="connsiteY3" fmla="*/ 140731 h 140731"/>
                <a:gd name="connsiteX4" fmla="*/ 0 w 595706"/>
                <a:gd name="connsiteY4" fmla="*/ 23494 h 140731"/>
                <a:gd name="connsiteX0" fmla="*/ 0 w 595706"/>
                <a:gd name="connsiteY0" fmla="*/ 23494 h 140731"/>
                <a:gd name="connsiteX1" fmla="*/ 595706 w 595706"/>
                <a:gd name="connsiteY1" fmla="*/ 2118 h 140731"/>
                <a:gd name="connsiteX2" fmla="*/ 595706 w 595706"/>
                <a:gd name="connsiteY2" fmla="*/ 98549 h 140731"/>
                <a:gd name="connsiteX3" fmla="*/ 1361 w 595706"/>
                <a:gd name="connsiteY3" fmla="*/ 140731 h 140731"/>
                <a:gd name="connsiteX4" fmla="*/ 0 w 595706"/>
                <a:gd name="connsiteY4" fmla="*/ 23494 h 140731"/>
                <a:gd name="connsiteX0" fmla="*/ 0 w 595706"/>
                <a:gd name="connsiteY0" fmla="*/ 25030 h 142267"/>
                <a:gd name="connsiteX1" fmla="*/ 595706 w 595706"/>
                <a:gd name="connsiteY1" fmla="*/ 3654 h 142267"/>
                <a:gd name="connsiteX2" fmla="*/ 595706 w 595706"/>
                <a:gd name="connsiteY2" fmla="*/ 100085 h 142267"/>
                <a:gd name="connsiteX3" fmla="*/ 1361 w 595706"/>
                <a:gd name="connsiteY3" fmla="*/ 142267 h 142267"/>
                <a:gd name="connsiteX4" fmla="*/ 0 w 595706"/>
                <a:gd name="connsiteY4" fmla="*/ 25030 h 142267"/>
                <a:gd name="connsiteX0" fmla="*/ 0 w 595706"/>
                <a:gd name="connsiteY0" fmla="*/ 22091 h 139328"/>
                <a:gd name="connsiteX1" fmla="*/ 595706 w 595706"/>
                <a:gd name="connsiteY1" fmla="*/ 715 h 139328"/>
                <a:gd name="connsiteX2" fmla="*/ 595706 w 595706"/>
                <a:gd name="connsiteY2" fmla="*/ 97146 h 139328"/>
                <a:gd name="connsiteX3" fmla="*/ 1361 w 595706"/>
                <a:gd name="connsiteY3" fmla="*/ 139328 h 139328"/>
                <a:gd name="connsiteX4" fmla="*/ 0 w 595706"/>
                <a:gd name="connsiteY4" fmla="*/ 22091 h 139328"/>
                <a:gd name="connsiteX0" fmla="*/ 0 w 595706"/>
                <a:gd name="connsiteY0" fmla="*/ 23573 h 140810"/>
                <a:gd name="connsiteX1" fmla="*/ 595706 w 595706"/>
                <a:gd name="connsiteY1" fmla="*/ 2197 h 140810"/>
                <a:gd name="connsiteX2" fmla="*/ 595706 w 595706"/>
                <a:gd name="connsiteY2" fmla="*/ 98628 h 140810"/>
                <a:gd name="connsiteX3" fmla="*/ 1361 w 595706"/>
                <a:gd name="connsiteY3" fmla="*/ 140810 h 140810"/>
                <a:gd name="connsiteX4" fmla="*/ 0 w 595706"/>
                <a:gd name="connsiteY4" fmla="*/ 23573 h 140810"/>
                <a:gd name="connsiteX0" fmla="*/ 0 w 595706"/>
                <a:gd name="connsiteY0" fmla="*/ 21908 h 139145"/>
                <a:gd name="connsiteX1" fmla="*/ 595706 w 595706"/>
                <a:gd name="connsiteY1" fmla="*/ 532 h 139145"/>
                <a:gd name="connsiteX2" fmla="*/ 595706 w 595706"/>
                <a:gd name="connsiteY2" fmla="*/ 96963 h 139145"/>
                <a:gd name="connsiteX3" fmla="*/ 1361 w 595706"/>
                <a:gd name="connsiteY3" fmla="*/ 139145 h 139145"/>
                <a:gd name="connsiteX4" fmla="*/ 0 w 595706"/>
                <a:gd name="connsiteY4" fmla="*/ 21908 h 139145"/>
                <a:gd name="connsiteX0" fmla="*/ 0 w 595706"/>
                <a:gd name="connsiteY0" fmla="*/ 23863 h 141100"/>
                <a:gd name="connsiteX1" fmla="*/ 595706 w 595706"/>
                <a:gd name="connsiteY1" fmla="*/ 2487 h 141100"/>
                <a:gd name="connsiteX2" fmla="*/ 595706 w 595706"/>
                <a:gd name="connsiteY2" fmla="*/ 98918 h 141100"/>
                <a:gd name="connsiteX3" fmla="*/ 1361 w 595706"/>
                <a:gd name="connsiteY3" fmla="*/ 141100 h 141100"/>
                <a:gd name="connsiteX4" fmla="*/ 0 w 595706"/>
                <a:gd name="connsiteY4" fmla="*/ 23863 h 141100"/>
                <a:gd name="connsiteX0" fmla="*/ 0 w 595706"/>
                <a:gd name="connsiteY0" fmla="*/ 24472 h 141709"/>
                <a:gd name="connsiteX1" fmla="*/ 595706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0 w 595706"/>
                <a:gd name="connsiteY0" fmla="*/ 24267 h 141504"/>
                <a:gd name="connsiteX1" fmla="*/ 595706 w 595706"/>
                <a:gd name="connsiteY1" fmla="*/ 2891 h 141504"/>
                <a:gd name="connsiteX2" fmla="*/ 595706 w 595706"/>
                <a:gd name="connsiteY2" fmla="*/ 99322 h 141504"/>
                <a:gd name="connsiteX3" fmla="*/ 1361 w 595706"/>
                <a:gd name="connsiteY3" fmla="*/ 141504 h 141504"/>
                <a:gd name="connsiteX4" fmla="*/ 0 w 595706"/>
                <a:gd name="connsiteY4" fmla="*/ 24267 h 141504"/>
                <a:gd name="connsiteX0" fmla="*/ 0 w 595706"/>
                <a:gd name="connsiteY0" fmla="*/ 24472 h 141709"/>
                <a:gd name="connsiteX1" fmla="*/ 595706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0 w 595706"/>
                <a:gd name="connsiteY0" fmla="*/ 24472 h 141709"/>
                <a:gd name="connsiteX1" fmla="*/ 594353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124 w 595830"/>
                <a:gd name="connsiteY0" fmla="*/ 24472 h 141709"/>
                <a:gd name="connsiteX1" fmla="*/ 594477 w 595830"/>
                <a:gd name="connsiteY1" fmla="*/ 3096 h 141709"/>
                <a:gd name="connsiteX2" fmla="*/ 595830 w 595830"/>
                <a:gd name="connsiteY2" fmla="*/ 99527 h 141709"/>
                <a:gd name="connsiteX3" fmla="*/ 131 w 595830"/>
                <a:gd name="connsiteY3" fmla="*/ 141709 h 141709"/>
                <a:gd name="connsiteX4" fmla="*/ 124 w 595830"/>
                <a:gd name="connsiteY4" fmla="*/ 24472 h 141709"/>
                <a:gd name="connsiteX0" fmla="*/ 124 w 597179"/>
                <a:gd name="connsiteY0" fmla="*/ 25207 h 142444"/>
                <a:gd name="connsiteX1" fmla="*/ 597179 w 597179"/>
                <a:gd name="connsiteY1" fmla="*/ 481 h 142444"/>
                <a:gd name="connsiteX2" fmla="*/ 595830 w 597179"/>
                <a:gd name="connsiteY2" fmla="*/ 100262 h 142444"/>
                <a:gd name="connsiteX3" fmla="*/ 131 w 597179"/>
                <a:gd name="connsiteY3" fmla="*/ 142444 h 142444"/>
                <a:gd name="connsiteX4" fmla="*/ 124 w 597179"/>
                <a:gd name="connsiteY4" fmla="*/ 25207 h 142444"/>
                <a:gd name="connsiteX0" fmla="*/ 124 w 595889"/>
                <a:gd name="connsiteY0" fmla="*/ 25842 h 143079"/>
                <a:gd name="connsiteX1" fmla="*/ 594477 w 595889"/>
                <a:gd name="connsiteY1" fmla="*/ 0 h 143079"/>
                <a:gd name="connsiteX2" fmla="*/ 595830 w 595889"/>
                <a:gd name="connsiteY2" fmla="*/ 100897 h 143079"/>
                <a:gd name="connsiteX3" fmla="*/ 131 w 595889"/>
                <a:gd name="connsiteY3" fmla="*/ 143079 h 143079"/>
                <a:gd name="connsiteX4" fmla="*/ 124 w 595889"/>
                <a:gd name="connsiteY4" fmla="*/ 25842 h 143079"/>
                <a:gd name="connsiteX0" fmla="*/ 124 w 595889"/>
                <a:gd name="connsiteY0" fmla="*/ 24713 h 141950"/>
                <a:gd name="connsiteX1" fmla="*/ 594477 w 595889"/>
                <a:gd name="connsiteY1" fmla="*/ 2221 h 141950"/>
                <a:gd name="connsiteX2" fmla="*/ 595830 w 595889"/>
                <a:gd name="connsiteY2" fmla="*/ 99768 h 141950"/>
                <a:gd name="connsiteX3" fmla="*/ 131 w 595889"/>
                <a:gd name="connsiteY3" fmla="*/ 141950 h 141950"/>
                <a:gd name="connsiteX4" fmla="*/ 124 w 595889"/>
                <a:gd name="connsiteY4" fmla="*/ 24713 h 141950"/>
                <a:gd name="connsiteX0" fmla="*/ 124 w 595959"/>
                <a:gd name="connsiteY0" fmla="*/ 24713 h 141950"/>
                <a:gd name="connsiteX1" fmla="*/ 595828 w 595959"/>
                <a:gd name="connsiteY1" fmla="*/ 2221 h 141950"/>
                <a:gd name="connsiteX2" fmla="*/ 595830 w 595959"/>
                <a:gd name="connsiteY2" fmla="*/ 99768 h 141950"/>
                <a:gd name="connsiteX3" fmla="*/ 131 w 595959"/>
                <a:gd name="connsiteY3" fmla="*/ 141950 h 141950"/>
                <a:gd name="connsiteX4" fmla="*/ 124 w 595959"/>
                <a:gd name="connsiteY4" fmla="*/ 24713 h 141950"/>
                <a:gd name="connsiteX0" fmla="*/ 124 w 595959"/>
                <a:gd name="connsiteY0" fmla="*/ 24925 h 142162"/>
                <a:gd name="connsiteX1" fmla="*/ 595828 w 595959"/>
                <a:gd name="connsiteY1" fmla="*/ 2433 h 142162"/>
                <a:gd name="connsiteX2" fmla="*/ 595830 w 595959"/>
                <a:gd name="connsiteY2" fmla="*/ 99980 h 142162"/>
                <a:gd name="connsiteX3" fmla="*/ 131 w 595959"/>
                <a:gd name="connsiteY3" fmla="*/ 142162 h 142162"/>
                <a:gd name="connsiteX4" fmla="*/ 124 w 595959"/>
                <a:gd name="connsiteY4" fmla="*/ 24925 h 142162"/>
                <a:gd name="connsiteX0" fmla="*/ 124 w 595959"/>
                <a:gd name="connsiteY0" fmla="*/ 22492 h 139729"/>
                <a:gd name="connsiteX1" fmla="*/ 595828 w 595959"/>
                <a:gd name="connsiteY1" fmla="*/ 0 h 139729"/>
                <a:gd name="connsiteX2" fmla="*/ 595830 w 595959"/>
                <a:gd name="connsiteY2" fmla="*/ 97547 h 139729"/>
                <a:gd name="connsiteX3" fmla="*/ 131 w 595959"/>
                <a:gd name="connsiteY3" fmla="*/ 139729 h 139729"/>
                <a:gd name="connsiteX4" fmla="*/ 124 w 595959"/>
                <a:gd name="connsiteY4" fmla="*/ 22492 h 139729"/>
                <a:gd name="connsiteX0" fmla="*/ 124 w 595959"/>
                <a:gd name="connsiteY0" fmla="*/ 25585 h 142822"/>
                <a:gd name="connsiteX1" fmla="*/ 595828 w 595959"/>
                <a:gd name="connsiteY1" fmla="*/ 3093 h 142822"/>
                <a:gd name="connsiteX2" fmla="*/ 595830 w 595959"/>
                <a:gd name="connsiteY2" fmla="*/ 100640 h 142822"/>
                <a:gd name="connsiteX3" fmla="*/ 131 w 595959"/>
                <a:gd name="connsiteY3" fmla="*/ 142822 h 142822"/>
                <a:gd name="connsiteX4" fmla="*/ 124 w 595959"/>
                <a:gd name="connsiteY4" fmla="*/ 25585 h 142822"/>
                <a:gd name="connsiteX0" fmla="*/ 124 w 595959"/>
                <a:gd name="connsiteY0" fmla="*/ 25585 h 142822"/>
                <a:gd name="connsiteX1" fmla="*/ 595828 w 595959"/>
                <a:gd name="connsiteY1" fmla="*/ 3093 h 142822"/>
                <a:gd name="connsiteX2" fmla="*/ 595830 w 595959"/>
                <a:gd name="connsiteY2" fmla="*/ 100640 h 142822"/>
                <a:gd name="connsiteX3" fmla="*/ 131 w 595959"/>
                <a:gd name="connsiteY3" fmla="*/ 142822 h 142822"/>
                <a:gd name="connsiteX4" fmla="*/ 124 w 595959"/>
                <a:gd name="connsiteY4" fmla="*/ 25585 h 142822"/>
                <a:gd name="connsiteX0" fmla="*/ 124 w 595959"/>
                <a:gd name="connsiteY0" fmla="*/ 26512 h 143749"/>
                <a:gd name="connsiteX1" fmla="*/ 595828 w 595959"/>
                <a:gd name="connsiteY1" fmla="*/ 4020 h 143749"/>
                <a:gd name="connsiteX2" fmla="*/ 595830 w 595959"/>
                <a:gd name="connsiteY2" fmla="*/ 101567 h 143749"/>
                <a:gd name="connsiteX3" fmla="*/ 131 w 595959"/>
                <a:gd name="connsiteY3" fmla="*/ 143749 h 143749"/>
                <a:gd name="connsiteX4" fmla="*/ 124 w 595959"/>
                <a:gd name="connsiteY4" fmla="*/ 26512 h 143749"/>
                <a:gd name="connsiteX0" fmla="*/ 124 w 595959"/>
                <a:gd name="connsiteY0" fmla="*/ 26512 h 143749"/>
                <a:gd name="connsiteX1" fmla="*/ 595828 w 595959"/>
                <a:gd name="connsiteY1" fmla="*/ 4020 h 143749"/>
                <a:gd name="connsiteX2" fmla="*/ 595830 w 595959"/>
                <a:gd name="connsiteY2" fmla="*/ 101567 h 143749"/>
                <a:gd name="connsiteX3" fmla="*/ 131 w 595959"/>
                <a:gd name="connsiteY3" fmla="*/ 143749 h 143749"/>
                <a:gd name="connsiteX4" fmla="*/ 124 w 595959"/>
                <a:gd name="connsiteY4" fmla="*/ 26512 h 143749"/>
                <a:gd name="connsiteX0" fmla="*/ 124 w 595959"/>
                <a:gd name="connsiteY0" fmla="*/ 28496 h 145733"/>
                <a:gd name="connsiteX1" fmla="*/ 595828 w 595959"/>
                <a:gd name="connsiteY1" fmla="*/ 6004 h 145733"/>
                <a:gd name="connsiteX2" fmla="*/ 595830 w 595959"/>
                <a:gd name="connsiteY2" fmla="*/ 103551 h 145733"/>
                <a:gd name="connsiteX3" fmla="*/ 131 w 595959"/>
                <a:gd name="connsiteY3" fmla="*/ 145733 h 145733"/>
                <a:gd name="connsiteX4" fmla="*/ 124 w 595959"/>
                <a:gd name="connsiteY4" fmla="*/ 28496 h 14573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856"/>
                <a:gd name="connsiteY0" fmla="*/ 41841 h 159078"/>
                <a:gd name="connsiteX1" fmla="*/ 591261 w 595856"/>
                <a:gd name="connsiteY1" fmla="*/ 0 h 159078"/>
                <a:gd name="connsiteX2" fmla="*/ 595830 w 595856"/>
                <a:gd name="connsiteY2" fmla="*/ 116896 h 159078"/>
                <a:gd name="connsiteX3" fmla="*/ 131 w 595856"/>
                <a:gd name="connsiteY3" fmla="*/ 159078 h 159078"/>
                <a:gd name="connsiteX4" fmla="*/ 124 w 595856"/>
                <a:gd name="connsiteY4" fmla="*/ 41841 h 159078"/>
                <a:gd name="connsiteX0" fmla="*/ 124 w 595959"/>
                <a:gd name="connsiteY0" fmla="*/ 41841 h 159078"/>
                <a:gd name="connsiteX1" fmla="*/ 595828 w 595959"/>
                <a:gd name="connsiteY1" fmla="*/ 0 h 159078"/>
                <a:gd name="connsiteX2" fmla="*/ 595830 w 595959"/>
                <a:gd name="connsiteY2" fmla="*/ 116896 h 159078"/>
                <a:gd name="connsiteX3" fmla="*/ 131 w 595959"/>
                <a:gd name="connsiteY3" fmla="*/ 159078 h 159078"/>
                <a:gd name="connsiteX4" fmla="*/ 124 w 595959"/>
                <a:gd name="connsiteY4" fmla="*/ 41841 h 159078"/>
                <a:gd name="connsiteX0" fmla="*/ 124 w 597349"/>
                <a:gd name="connsiteY0" fmla="*/ 42378 h 159615"/>
                <a:gd name="connsiteX1" fmla="*/ 597349 w 597349"/>
                <a:gd name="connsiteY1" fmla="*/ 0 h 159615"/>
                <a:gd name="connsiteX2" fmla="*/ 595830 w 597349"/>
                <a:gd name="connsiteY2" fmla="*/ 117433 h 159615"/>
                <a:gd name="connsiteX3" fmla="*/ 131 w 597349"/>
                <a:gd name="connsiteY3" fmla="*/ 159615 h 159615"/>
                <a:gd name="connsiteX4" fmla="*/ 124 w 597349"/>
                <a:gd name="connsiteY4" fmla="*/ 42378 h 159615"/>
                <a:gd name="connsiteX0" fmla="*/ 124 w 600443"/>
                <a:gd name="connsiteY0" fmla="*/ 42378 h 159615"/>
                <a:gd name="connsiteX1" fmla="*/ 597349 w 600443"/>
                <a:gd name="connsiteY1" fmla="*/ 0 h 159615"/>
                <a:gd name="connsiteX2" fmla="*/ 600408 w 600443"/>
                <a:gd name="connsiteY2" fmla="*/ 117433 h 159615"/>
                <a:gd name="connsiteX3" fmla="*/ 131 w 600443"/>
                <a:gd name="connsiteY3" fmla="*/ 159615 h 159615"/>
                <a:gd name="connsiteX4" fmla="*/ 124 w 600443"/>
                <a:gd name="connsiteY4" fmla="*/ 42378 h 159615"/>
                <a:gd name="connsiteX0" fmla="*/ 124 w 600537"/>
                <a:gd name="connsiteY0" fmla="*/ 42378 h 159615"/>
                <a:gd name="connsiteX1" fmla="*/ 600401 w 600537"/>
                <a:gd name="connsiteY1" fmla="*/ 0 h 159615"/>
                <a:gd name="connsiteX2" fmla="*/ 600408 w 600537"/>
                <a:gd name="connsiteY2" fmla="*/ 117433 h 159615"/>
                <a:gd name="connsiteX3" fmla="*/ 131 w 600537"/>
                <a:gd name="connsiteY3" fmla="*/ 159615 h 159615"/>
                <a:gd name="connsiteX4" fmla="*/ 124 w 600537"/>
                <a:gd name="connsiteY4" fmla="*/ 42378 h 159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0537" h="159615">
                  <a:moveTo>
                    <a:pt x="124" y="42378"/>
                  </a:moveTo>
                  <a:cubicBezTo>
                    <a:pt x="296414" y="-50243"/>
                    <a:pt x="418111" y="75773"/>
                    <a:pt x="600401" y="0"/>
                  </a:cubicBezTo>
                  <a:cubicBezTo>
                    <a:pt x="599951" y="33260"/>
                    <a:pt x="600858" y="84173"/>
                    <a:pt x="600408" y="117433"/>
                  </a:cubicBezTo>
                  <a:cubicBezTo>
                    <a:pt x="395490" y="192726"/>
                    <a:pt x="285331" y="62551"/>
                    <a:pt x="131" y="159615"/>
                  </a:cubicBezTo>
                  <a:cubicBezTo>
                    <a:pt x="-323" y="114566"/>
                    <a:pt x="578" y="87427"/>
                    <a:pt x="124" y="42378"/>
                  </a:cubicBezTo>
                  <a:close/>
                </a:path>
              </a:pathLst>
            </a:custGeom>
            <a:solidFill>
              <a:schemeClr val="accent2">
                <a:lumMod val="40000"/>
                <a:lumOff val="6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736" name="组合 735">
              <a:extLst>
                <a:ext uri="{FF2B5EF4-FFF2-40B4-BE49-F238E27FC236}">
                  <a16:creationId xmlns:a16="http://schemas.microsoft.com/office/drawing/2014/main" id="{B71A8AC7-7811-AF76-486E-2E2EA239EBBA}"/>
                </a:ext>
              </a:extLst>
            </p:cNvPr>
            <p:cNvGrpSpPr/>
            <p:nvPr/>
          </p:nvGrpSpPr>
          <p:grpSpPr>
            <a:xfrm>
              <a:off x="5766806" y="6517241"/>
              <a:ext cx="621640" cy="663817"/>
              <a:chOff x="5040167" y="6521415"/>
              <a:chExt cx="621640" cy="663817"/>
            </a:xfrm>
          </p:grpSpPr>
          <p:sp>
            <p:nvSpPr>
              <p:cNvPr id="737" name="矩形 1174">
                <a:extLst>
                  <a:ext uri="{FF2B5EF4-FFF2-40B4-BE49-F238E27FC236}">
                    <a16:creationId xmlns:a16="http://schemas.microsoft.com/office/drawing/2014/main" id="{FD5CA058-D9E5-B1EE-C732-9AAA840594C0}"/>
                  </a:ext>
                </a:extLst>
              </p:cNvPr>
              <p:cNvSpPr/>
              <p:nvPr/>
            </p:nvSpPr>
            <p:spPr>
              <a:xfrm rot="10800000">
                <a:off x="5041542" y="6760560"/>
                <a:ext cx="618706" cy="201627"/>
              </a:xfrm>
              <a:custGeom>
                <a:avLst/>
                <a:gdLst>
                  <a:gd name="connsiteX0" fmla="*/ 0 w 595706"/>
                  <a:gd name="connsiteY0" fmla="*/ 0 h 92965"/>
                  <a:gd name="connsiteX1" fmla="*/ 595706 w 595706"/>
                  <a:gd name="connsiteY1" fmla="*/ 0 h 92965"/>
                  <a:gd name="connsiteX2" fmla="*/ 595706 w 595706"/>
                  <a:gd name="connsiteY2" fmla="*/ 92965 h 92965"/>
                  <a:gd name="connsiteX3" fmla="*/ 0 w 595706"/>
                  <a:gd name="connsiteY3" fmla="*/ 92965 h 92965"/>
                  <a:gd name="connsiteX4" fmla="*/ 0 w 595706"/>
                  <a:gd name="connsiteY4" fmla="*/ 0 h 92965"/>
                  <a:gd name="connsiteX0" fmla="*/ 0 w 595706"/>
                  <a:gd name="connsiteY0" fmla="*/ 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0 h 135147"/>
                  <a:gd name="connsiteX0" fmla="*/ 0 w 595706"/>
                  <a:gd name="connsiteY0" fmla="*/ 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0 h 135147"/>
                  <a:gd name="connsiteX0" fmla="*/ 0 w 595706"/>
                  <a:gd name="connsiteY0" fmla="*/ 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0 h 135147"/>
                  <a:gd name="connsiteX0" fmla="*/ 0 w 595706"/>
                  <a:gd name="connsiteY0" fmla="*/ 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0 h 135147"/>
                  <a:gd name="connsiteX0" fmla="*/ 1422 w 594406"/>
                  <a:gd name="connsiteY0" fmla="*/ 21376 h 135147"/>
                  <a:gd name="connsiteX1" fmla="*/ 594406 w 594406"/>
                  <a:gd name="connsiteY1" fmla="*/ 0 h 135147"/>
                  <a:gd name="connsiteX2" fmla="*/ 594406 w 594406"/>
                  <a:gd name="connsiteY2" fmla="*/ 92965 h 135147"/>
                  <a:gd name="connsiteX3" fmla="*/ 61 w 594406"/>
                  <a:gd name="connsiteY3" fmla="*/ 135147 h 135147"/>
                  <a:gd name="connsiteX4" fmla="*/ 1422 w 594406"/>
                  <a:gd name="connsiteY4" fmla="*/ 21376 h 135147"/>
                  <a:gd name="connsiteX0" fmla="*/ 1422 w 594406"/>
                  <a:gd name="connsiteY0" fmla="*/ 15599 h 135147"/>
                  <a:gd name="connsiteX1" fmla="*/ 594406 w 594406"/>
                  <a:gd name="connsiteY1" fmla="*/ 0 h 135147"/>
                  <a:gd name="connsiteX2" fmla="*/ 594406 w 594406"/>
                  <a:gd name="connsiteY2" fmla="*/ 92965 h 135147"/>
                  <a:gd name="connsiteX3" fmla="*/ 61 w 594406"/>
                  <a:gd name="connsiteY3" fmla="*/ 135147 h 135147"/>
                  <a:gd name="connsiteX4" fmla="*/ 1422 w 594406"/>
                  <a:gd name="connsiteY4" fmla="*/ 15599 h 135147"/>
                  <a:gd name="connsiteX0" fmla="*/ 131 w 594476"/>
                  <a:gd name="connsiteY0" fmla="*/ 4622 h 135147"/>
                  <a:gd name="connsiteX1" fmla="*/ 594476 w 594476"/>
                  <a:gd name="connsiteY1" fmla="*/ 0 h 135147"/>
                  <a:gd name="connsiteX2" fmla="*/ 594476 w 594476"/>
                  <a:gd name="connsiteY2" fmla="*/ 92965 h 135147"/>
                  <a:gd name="connsiteX3" fmla="*/ 131 w 594476"/>
                  <a:gd name="connsiteY3" fmla="*/ 135147 h 135147"/>
                  <a:gd name="connsiteX4" fmla="*/ 131 w 594476"/>
                  <a:gd name="connsiteY4" fmla="*/ 4622 h 135147"/>
                  <a:gd name="connsiteX0" fmla="*/ 0 w 595706"/>
                  <a:gd name="connsiteY0" fmla="*/ 1791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17910 h 135147"/>
                  <a:gd name="connsiteX0" fmla="*/ 0 w 595706"/>
                  <a:gd name="connsiteY0" fmla="*/ 1791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17910 h 135147"/>
                  <a:gd name="connsiteX0" fmla="*/ 0 w 595706"/>
                  <a:gd name="connsiteY0" fmla="*/ 1791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17910 h 135147"/>
                  <a:gd name="connsiteX0" fmla="*/ 0 w 595706"/>
                  <a:gd name="connsiteY0" fmla="*/ 1791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17910 h 135147"/>
                  <a:gd name="connsiteX0" fmla="*/ 0 w 595706"/>
                  <a:gd name="connsiteY0" fmla="*/ 22423 h 139660"/>
                  <a:gd name="connsiteX1" fmla="*/ 595706 w 595706"/>
                  <a:gd name="connsiteY1" fmla="*/ 4513 h 139660"/>
                  <a:gd name="connsiteX2" fmla="*/ 595706 w 595706"/>
                  <a:gd name="connsiteY2" fmla="*/ 97478 h 139660"/>
                  <a:gd name="connsiteX3" fmla="*/ 1361 w 595706"/>
                  <a:gd name="connsiteY3" fmla="*/ 139660 h 139660"/>
                  <a:gd name="connsiteX4" fmla="*/ 0 w 595706"/>
                  <a:gd name="connsiteY4" fmla="*/ 22423 h 139660"/>
                  <a:gd name="connsiteX0" fmla="*/ 0 w 595706"/>
                  <a:gd name="connsiteY0" fmla="*/ 26413 h 143650"/>
                  <a:gd name="connsiteX1" fmla="*/ 595706 w 595706"/>
                  <a:gd name="connsiteY1" fmla="*/ 8503 h 143650"/>
                  <a:gd name="connsiteX2" fmla="*/ 595706 w 595706"/>
                  <a:gd name="connsiteY2" fmla="*/ 101468 h 143650"/>
                  <a:gd name="connsiteX3" fmla="*/ 1361 w 595706"/>
                  <a:gd name="connsiteY3" fmla="*/ 143650 h 143650"/>
                  <a:gd name="connsiteX4" fmla="*/ 0 w 595706"/>
                  <a:gd name="connsiteY4" fmla="*/ 26413 h 143650"/>
                  <a:gd name="connsiteX0" fmla="*/ 0 w 595706"/>
                  <a:gd name="connsiteY0" fmla="*/ 21286 h 138523"/>
                  <a:gd name="connsiteX1" fmla="*/ 595706 w 595706"/>
                  <a:gd name="connsiteY1" fmla="*/ 3376 h 138523"/>
                  <a:gd name="connsiteX2" fmla="*/ 595706 w 595706"/>
                  <a:gd name="connsiteY2" fmla="*/ 96341 h 138523"/>
                  <a:gd name="connsiteX3" fmla="*/ 1361 w 595706"/>
                  <a:gd name="connsiteY3" fmla="*/ 138523 h 138523"/>
                  <a:gd name="connsiteX4" fmla="*/ 0 w 595706"/>
                  <a:gd name="connsiteY4" fmla="*/ 21286 h 138523"/>
                  <a:gd name="connsiteX0" fmla="*/ 0 w 595706"/>
                  <a:gd name="connsiteY0" fmla="*/ 22534 h 139771"/>
                  <a:gd name="connsiteX1" fmla="*/ 595706 w 595706"/>
                  <a:gd name="connsiteY1" fmla="*/ 4624 h 139771"/>
                  <a:gd name="connsiteX2" fmla="*/ 595706 w 595706"/>
                  <a:gd name="connsiteY2" fmla="*/ 97589 h 139771"/>
                  <a:gd name="connsiteX3" fmla="*/ 1361 w 595706"/>
                  <a:gd name="connsiteY3" fmla="*/ 139771 h 139771"/>
                  <a:gd name="connsiteX4" fmla="*/ 0 w 595706"/>
                  <a:gd name="connsiteY4" fmla="*/ 22534 h 139771"/>
                  <a:gd name="connsiteX0" fmla="*/ 0 w 595706"/>
                  <a:gd name="connsiteY0" fmla="*/ 23494 h 140731"/>
                  <a:gd name="connsiteX1" fmla="*/ 595706 w 595706"/>
                  <a:gd name="connsiteY1" fmla="*/ 2118 h 140731"/>
                  <a:gd name="connsiteX2" fmla="*/ 595706 w 595706"/>
                  <a:gd name="connsiteY2" fmla="*/ 98549 h 140731"/>
                  <a:gd name="connsiteX3" fmla="*/ 1361 w 595706"/>
                  <a:gd name="connsiteY3" fmla="*/ 140731 h 140731"/>
                  <a:gd name="connsiteX4" fmla="*/ 0 w 595706"/>
                  <a:gd name="connsiteY4" fmla="*/ 23494 h 140731"/>
                  <a:gd name="connsiteX0" fmla="*/ 0 w 595706"/>
                  <a:gd name="connsiteY0" fmla="*/ 23494 h 140731"/>
                  <a:gd name="connsiteX1" fmla="*/ 595706 w 595706"/>
                  <a:gd name="connsiteY1" fmla="*/ 2118 h 140731"/>
                  <a:gd name="connsiteX2" fmla="*/ 595706 w 595706"/>
                  <a:gd name="connsiteY2" fmla="*/ 98549 h 140731"/>
                  <a:gd name="connsiteX3" fmla="*/ 1361 w 595706"/>
                  <a:gd name="connsiteY3" fmla="*/ 140731 h 140731"/>
                  <a:gd name="connsiteX4" fmla="*/ 0 w 595706"/>
                  <a:gd name="connsiteY4" fmla="*/ 23494 h 140731"/>
                  <a:gd name="connsiteX0" fmla="*/ 0 w 595706"/>
                  <a:gd name="connsiteY0" fmla="*/ 25030 h 142267"/>
                  <a:gd name="connsiteX1" fmla="*/ 595706 w 595706"/>
                  <a:gd name="connsiteY1" fmla="*/ 3654 h 142267"/>
                  <a:gd name="connsiteX2" fmla="*/ 595706 w 595706"/>
                  <a:gd name="connsiteY2" fmla="*/ 100085 h 142267"/>
                  <a:gd name="connsiteX3" fmla="*/ 1361 w 595706"/>
                  <a:gd name="connsiteY3" fmla="*/ 142267 h 142267"/>
                  <a:gd name="connsiteX4" fmla="*/ 0 w 595706"/>
                  <a:gd name="connsiteY4" fmla="*/ 25030 h 142267"/>
                  <a:gd name="connsiteX0" fmla="*/ 0 w 595706"/>
                  <a:gd name="connsiteY0" fmla="*/ 22091 h 139328"/>
                  <a:gd name="connsiteX1" fmla="*/ 595706 w 595706"/>
                  <a:gd name="connsiteY1" fmla="*/ 715 h 139328"/>
                  <a:gd name="connsiteX2" fmla="*/ 595706 w 595706"/>
                  <a:gd name="connsiteY2" fmla="*/ 97146 h 139328"/>
                  <a:gd name="connsiteX3" fmla="*/ 1361 w 595706"/>
                  <a:gd name="connsiteY3" fmla="*/ 139328 h 139328"/>
                  <a:gd name="connsiteX4" fmla="*/ 0 w 595706"/>
                  <a:gd name="connsiteY4" fmla="*/ 22091 h 139328"/>
                  <a:gd name="connsiteX0" fmla="*/ 0 w 595706"/>
                  <a:gd name="connsiteY0" fmla="*/ 23573 h 140810"/>
                  <a:gd name="connsiteX1" fmla="*/ 595706 w 595706"/>
                  <a:gd name="connsiteY1" fmla="*/ 2197 h 140810"/>
                  <a:gd name="connsiteX2" fmla="*/ 595706 w 595706"/>
                  <a:gd name="connsiteY2" fmla="*/ 98628 h 140810"/>
                  <a:gd name="connsiteX3" fmla="*/ 1361 w 595706"/>
                  <a:gd name="connsiteY3" fmla="*/ 140810 h 140810"/>
                  <a:gd name="connsiteX4" fmla="*/ 0 w 595706"/>
                  <a:gd name="connsiteY4" fmla="*/ 23573 h 140810"/>
                  <a:gd name="connsiteX0" fmla="*/ 0 w 595706"/>
                  <a:gd name="connsiteY0" fmla="*/ 21908 h 139145"/>
                  <a:gd name="connsiteX1" fmla="*/ 595706 w 595706"/>
                  <a:gd name="connsiteY1" fmla="*/ 532 h 139145"/>
                  <a:gd name="connsiteX2" fmla="*/ 595706 w 595706"/>
                  <a:gd name="connsiteY2" fmla="*/ 96963 h 139145"/>
                  <a:gd name="connsiteX3" fmla="*/ 1361 w 595706"/>
                  <a:gd name="connsiteY3" fmla="*/ 139145 h 139145"/>
                  <a:gd name="connsiteX4" fmla="*/ 0 w 595706"/>
                  <a:gd name="connsiteY4" fmla="*/ 21908 h 139145"/>
                  <a:gd name="connsiteX0" fmla="*/ 0 w 595706"/>
                  <a:gd name="connsiteY0" fmla="*/ 23863 h 141100"/>
                  <a:gd name="connsiteX1" fmla="*/ 595706 w 595706"/>
                  <a:gd name="connsiteY1" fmla="*/ 2487 h 141100"/>
                  <a:gd name="connsiteX2" fmla="*/ 595706 w 595706"/>
                  <a:gd name="connsiteY2" fmla="*/ 98918 h 141100"/>
                  <a:gd name="connsiteX3" fmla="*/ 1361 w 595706"/>
                  <a:gd name="connsiteY3" fmla="*/ 141100 h 141100"/>
                  <a:gd name="connsiteX4" fmla="*/ 0 w 595706"/>
                  <a:gd name="connsiteY4" fmla="*/ 23863 h 141100"/>
                  <a:gd name="connsiteX0" fmla="*/ 0 w 595706"/>
                  <a:gd name="connsiteY0" fmla="*/ 24472 h 141709"/>
                  <a:gd name="connsiteX1" fmla="*/ 595706 w 595706"/>
                  <a:gd name="connsiteY1" fmla="*/ 3096 h 141709"/>
                  <a:gd name="connsiteX2" fmla="*/ 595706 w 595706"/>
                  <a:gd name="connsiteY2" fmla="*/ 99527 h 141709"/>
                  <a:gd name="connsiteX3" fmla="*/ 1361 w 595706"/>
                  <a:gd name="connsiteY3" fmla="*/ 141709 h 141709"/>
                  <a:gd name="connsiteX4" fmla="*/ 0 w 595706"/>
                  <a:gd name="connsiteY4" fmla="*/ 24472 h 141709"/>
                  <a:gd name="connsiteX0" fmla="*/ 0 w 595706"/>
                  <a:gd name="connsiteY0" fmla="*/ 24267 h 141504"/>
                  <a:gd name="connsiteX1" fmla="*/ 595706 w 595706"/>
                  <a:gd name="connsiteY1" fmla="*/ 2891 h 141504"/>
                  <a:gd name="connsiteX2" fmla="*/ 595706 w 595706"/>
                  <a:gd name="connsiteY2" fmla="*/ 99322 h 141504"/>
                  <a:gd name="connsiteX3" fmla="*/ 1361 w 595706"/>
                  <a:gd name="connsiteY3" fmla="*/ 141504 h 141504"/>
                  <a:gd name="connsiteX4" fmla="*/ 0 w 595706"/>
                  <a:gd name="connsiteY4" fmla="*/ 24267 h 141504"/>
                  <a:gd name="connsiteX0" fmla="*/ 0 w 595706"/>
                  <a:gd name="connsiteY0" fmla="*/ 24472 h 141709"/>
                  <a:gd name="connsiteX1" fmla="*/ 595706 w 595706"/>
                  <a:gd name="connsiteY1" fmla="*/ 3096 h 141709"/>
                  <a:gd name="connsiteX2" fmla="*/ 595706 w 595706"/>
                  <a:gd name="connsiteY2" fmla="*/ 99527 h 141709"/>
                  <a:gd name="connsiteX3" fmla="*/ 1361 w 595706"/>
                  <a:gd name="connsiteY3" fmla="*/ 141709 h 141709"/>
                  <a:gd name="connsiteX4" fmla="*/ 0 w 595706"/>
                  <a:gd name="connsiteY4" fmla="*/ 24472 h 141709"/>
                  <a:gd name="connsiteX0" fmla="*/ 0 w 595706"/>
                  <a:gd name="connsiteY0" fmla="*/ 24472 h 141709"/>
                  <a:gd name="connsiteX1" fmla="*/ 594353 w 595706"/>
                  <a:gd name="connsiteY1" fmla="*/ 3096 h 141709"/>
                  <a:gd name="connsiteX2" fmla="*/ 595706 w 595706"/>
                  <a:gd name="connsiteY2" fmla="*/ 99527 h 141709"/>
                  <a:gd name="connsiteX3" fmla="*/ 1361 w 595706"/>
                  <a:gd name="connsiteY3" fmla="*/ 141709 h 141709"/>
                  <a:gd name="connsiteX4" fmla="*/ 0 w 595706"/>
                  <a:gd name="connsiteY4" fmla="*/ 24472 h 141709"/>
                  <a:gd name="connsiteX0" fmla="*/ 124 w 595830"/>
                  <a:gd name="connsiteY0" fmla="*/ 24472 h 141709"/>
                  <a:gd name="connsiteX1" fmla="*/ 594477 w 595830"/>
                  <a:gd name="connsiteY1" fmla="*/ 3096 h 141709"/>
                  <a:gd name="connsiteX2" fmla="*/ 595830 w 595830"/>
                  <a:gd name="connsiteY2" fmla="*/ 99527 h 141709"/>
                  <a:gd name="connsiteX3" fmla="*/ 131 w 595830"/>
                  <a:gd name="connsiteY3" fmla="*/ 141709 h 141709"/>
                  <a:gd name="connsiteX4" fmla="*/ 124 w 595830"/>
                  <a:gd name="connsiteY4" fmla="*/ 24472 h 141709"/>
                  <a:gd name="connsiteX0" fmla="*/ 124 w 597179"/>
                  <a:gd name="connsiteY0" fmla="*/ 25207 h 142444"/>
                  <a:gd name="connsiteX1" fmla="*/ 597179 w 597179"/>
                  <a:gd name="connsiteY1" fmla="*/ 481 h 142444"/>
                  <a:gd name="connsiteX2" fmla="*/ 595830 w 597179"/>
                  <a:gd name="connsiteY2" fmla="*/ 100262 h 142444"/>
                  <a:gd name="connsiteX3" fmla="*/ 131 w 597179"/>
                  <a:gd name="connsiteY3" fmla="*/ 142444 h 142444"/>
                  <a:gd name="connsiteX4" fmla="*/ 124 w 597179"/>
                  <a:gd name="connsiteY4" fmla="*/ 25207 h 142444"/>
                  <a:gd name="connsiteX0" fmla="*/ 124 w 595889"/>
                  <a:gd name="connsiteY0" fmla="*/ 25842 h 143079"/>
                  <a:gd name="connsiteX1" fmla="*/ 594477 w 595889"/>
                  <a:gd name="connsiteY1" fmla="*/ 0 h 143079"/>
                  <a:gd name="connsiteX2" fmla="*/ 595830 w 595889"/>
                  <a:gd name="connsiteY2" fmla="*/ 100897 h 143079"/>
                  <a:gd name="connsiteX3" fmla="*/ 131 w 595889"/>
                  <a:gd name="connsiteY3" fmla="*/ 143079 h 143079"/>
                  <a:gd name="connsiteX4" fmla="*/ 124 w 595889"/>
                  <a:gd name="connsiteY4" fmla="*/ 25842 h 143079"/>
                  <a:gd name="connsiteX0" fmla="*/ 124 w 595889"/>
                  <a:gd name="connsiteY0" fmla="*/ 24713 h 141950"/>
                  <a:gd name="connsiteX1" fmla="*/ 594477 w 595889"/>
                  <a:gd name="connsiteY1" fmla="*/ 2221 h 141950"/>
                  <a:gd name="connsiteX2" fmla="*/ 595830 w 595889"/>
                  <a:gd name="connsiteY2" fmla="*/ 99768 h 141950"/>
                  <a:gd name="connsiteX3" fmla="*/ 131 w 595889"/>
                  <a:gd name="connsiteY3" fmla="*/ 141950 h 141950"/>
                  <a:gd name="connsiteX4" fmla="*/ 124 w 595889"/>
                  <a:gd name="connsiteY4" fmla="*/ 24713 h 141950"/>
                  <a:gd name="connsiteX0" fmla="*/ 124 w 595959"/>
                  <a:gd name="connsiteY0" fmla="*/ 24713 h 141950"/>
                  <a:gd name="connsiteX1" fmla="*/ 595828 w 595959"/>
                  <a:gd name="connsiteY1" fmla="*/ 2221 h 141950"/>
                  <a:gd name="connsiteX2" fmla="*/ 595830 w 595959"/>
                  <a:gd name="connsiteY2" fmla="*/ 99768 h 141950"/>
                  <a:gd name="connsiteX3" fmla="*/ 131 w 595959"/>
                  <a:gd name="connsiteY3" fmla="*/ 141950 h 141950"/>
                  <a:gd name="connsiteX4" fmla="*/ 124 w 595959"/>
                  <a:gd name="connsiteY4" fmla="*/ 24713 h 141950"/>
                  <a:gd name="connsiteX0" fmla="*/ 124 w 595959"/>
                  <a:gd name="connsiteY0" fmla="*/ 24925 h 142162"/>
                  <a:gd name="connsiteX1" fmla="*/ 595828 w 595959"/>
                  <a:gd name="connsiteY1" fmla="*/ 2433 h 142162"/>
                  <a:gd name="connsiteX2" fmla="*/ 595830 w 595959"/>
                  <a:gd name="connsiteY2" fmla="*/ 99980 h 142162"/>
                  <a:gd name="connsiteX3" fmla="*/ 131 w 595959"/>
                  <a:gd name="connsiteY3" fmla="*/ 142162 h 142162"/>
                  <a:gd name="connsiteX4" fmla="*/ 124 w 595959"/>
                  <a:gd name="connsiteY4" fmla="*/ 24925 h 142162"/>
                  <a:gd name="connsiteX0" fmla="*/ 124 w 595959"/>
                  <a:gd name="connsiteY0" fmla="*/ 22492 h 139729"/>
                  <a:gd name="connsiteX1" fmla="*/ 595828 w 595959"/>
                  <a:gd name="connsiteY1" fmla="*/ 0 h 139729"/>
                  <a:gd name="connsiteX2" fmla="*/ 595830 w 595959"/>
                  <a:gd name="connsiteY2" fmla="*/ 97547 h 139729"/>
                  <a:gd name="connsiteX3" fmla="*/ 131 w 595959"/>
                  <a:gd name="connsiteY3" fmla="*/ 139729 h 139729"/>
                  <a:gd name="connsiteX4" fmla="*/ 124 w 595959"/>
                  <a:gd name="connsiteY4" fmla="*/ 22492 h 139729"/>
                  <a:gd name="connsiteX0" fmla="*/ 124 w 595959"/>
                  <a:gd name="connsiteY0" fmla="*/ 25585 h 142822"/>
                  <a:gd name="connsiteX1" fmla="*/ 595828 w 595959"/>
                  <a:gd name="connsiteY1" fmla="*/ 3093 h 142822"/>
                  <a:gd name="connsiteX2" fmla="*/ 595830 w 595959"/>
                  <a:gd name="connsiteY2" fmla="*/ 100640 h 142822"/>
                  <a:gd name="connsiteX3" fmla="*/ 131 w 595959"/>
                  <a:gd name="connsiteY3" fmla="*/ 142822 h 142822"/>
                  <a:gd name="connsiteX4" fmla="*/ 124 w 595959"/>
                  <a:gd name="connsiteY4" fmla="*/ 25585 h 142822"/>
                  <a:gd name="connsiteX0" fmla="*/ 124 w 595959"/>
                  <a:gd name="connsiteY0" fmla="*/ 25585 h 142822"/>
                  <a:gd name="connsiteX1" fmla="*/ 595828 w 595959"/>
                  <a:gd name="connsiteY1" fmla="*/ 3093 h 142822"/>
                  <a:gd name="connsiteX2" fmla="*/ 595830 w 595959"/>
                  <a:gd name="connsiteY2" fmla="*/ 100640 h 142822"/>
                  <a:gd name="connsiteX3" fmla="*/ 131 w 595959"/>
                  <a:gd name="connsiteY3" fmla="*/ 142822 h 142822"/>
                  <a:gd name="connsiteX4" fmla="*/ 124 w 595959"/>
                  <a:gd name="connsiteY4" fmla="*/ 25585 h 142822"/>
                  <a:gd name="connsiteX0" fmla="*/ 124 w 595959"/>
                  <a:gd name="connsiteY0" fmla="*/ 26512 h 143749"/>
                  <a:gd name="connsiteX1" fmla="*/ 595828 w 595959"/>
                  <a:gd name="connsiteY1" fmla="*/ 4020 h 143749"/>
                  <a:gd name="connsiteX2" fmla="*/ 595830 w 595959"/>
                  <a:gd name="connsiteY2" fmla="*/ 101567 h 143749"/>
                  <a:gd name="connsiteX3" fmla="*/ 131 w 595959"/>
                  <a:gd name="connsiteY3" fmla="*/ 143749 h 143749"/>
                  <a:gd name="connsiteX4" fmla="*/ 124 w 595959"/>
                  <a:gd name="connsiteY4" fmla="*/ 26512 h 143749"/>
                  <a:gd name="connsiteX0" fmla="*/ 124 w 595959"/>
                  <a:gd name="connsiteY0" fmla="*/ 26512 h 143749"/>
                  <a:gd name="connsiteX1" fmla="*/ 595828 w 595959"/>
                  <a:gd name="connsiteY1" fmla="*/ 4020 h 143749"/>
                  <a:gd name="connsiteX2" fmla="*/ 595830 w 595959"/>
                  <a:gd name="connsiteY2" fmla="*/ 101567 h 143749"/>
                  <a:gd name="connsiteX3" fmla="*/ 131 w 595959"/>
                  <a:gd name="connsiteY3" fmla="*/ 143749 h 143749"/>
                  <a:gd name="connsiteX4" fmla="*/ 124 w 595959"/>
                  <a:gd name="connsiteY4" fmla="*/ 26512 h 143749"/>
                  <a:gd name="connsiteX0" fmla="*/ 124 w 595959"/>
                  <a:gd name="connsiteY0" fmla="*/ 28496 h 145733"/>
                  <a:gd name="connsiteX1" fmla="*/ 595828 w 595959"/>
                  <a:gd name="connsiteY1" fmla="*/ 6004 h 145733"/>
                  <a:gd name="connsiteX2" fmla="*/ 595830 w 595959"/>
                  <a:gd name="connsiteY2" fmla="*/ 103551 h 145733"/>
                  <a:gd name="connsiteX3" fmla="*/ 131 w 595959"/>
                  <a:gd name="connsiteY3" fmla="*/ 145733 h 145733"/>
                  <a:gd name="connsiteX4" fmla="*/ 124 w 595959"/>
                  <a:gd name="connsiteY4" fmla="*/ 28496 h 14573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856"/>
                  <a:gd name="connsiteY0" fmla="*/ 41841 h 159078"/>
                  <a:gd name="connsiteX1" fmla="*/ 591261 w 595856"/>
                  <a:gd name="connsiteY1" fmla="*/ 0 h 159078"/>
                  <a:gd name="connsiteX2" fmla="*/ 595830 w 595856"/>
                  <a:gd name="connsiteY2" fmla="*/ 116896 h 159078"/>
                  <a:gd name="connsiteX3" fmla="*/ 131 w 595856"/>
                  <a:gd name="connsiteY3" fmla="*/ 159078 h 159078"/>
                  <a:gd name="connsiteX4" fmla="*/ 124 w 595856"/>
                  <a:gd name="connsiteY4" fmla="*/ 41841 h 159078"/>
                  <a:gd name="connsiteX0" fmla="*/ 124 w 595959"/>
                  <a:gd name="connsiteY0" fmla="*/ 41841 h 159078"/>
                  <a:gd name="connsiteX1" fmla="*/ 595828 w 595959"/>
                  <a:gd name="connsiteY1" fmla="*/ 0 h 159078"/>
                  <a:gd name="connsiteX2" fmla="*/ 595830 w 595959"/>
                  <a:gd name="connsiteY2" fmla="*/ 116896 h 159078"/>
                  <a:gd name="connsiteX3" fmla="*/ 131 w 595959"/>
                  <a:gd name="connsiteY3" fmla="*/ 159078 h 159078"/>
                  <a:gd name="connsiteX4" fmla="*/ 124 w 595959"/>
                  <a:gd name="connsiteY4" fmla="*/ 41841 h 159078"/>
                  <a:gd name="connsiteX0" fmla="*/ 124 w 597349"/>
                  <a:gd name="connsiteY0" fmla="*/ 42378 h 159615"/>
                  <a:gd name="connsiteX1" fmla="*/ 597349 w 597349"/>
                  <a:gd name="connsiteY1" fmla="*/ 0 h 159615"/>
                  <a:gd name="connsiteX2" fmla="*/ 595830 w 597349"/>
                  <a:gd name="connsiteY2" fmla="*/ 117433 h 159615"/>
                  <a:gd name="connsiteX3" fmla="*/ 131 w 597349"/>
                  <a:gd name="connsiteY3" fmla="*/ 159615 h 159615"/>
                  <a:gd name="connsiteX4" fmla="*/ 124 w 597349"/>
                  <a:gd name="connsiteY4" fmla="*/ 42378 h 159615"/>
                  <a:gd name="connsiteX0" fmla="*/ 124 w 600443"/>
                  <a:gd name="connsiteY0" fmla="*/ 42378 h 159615"/>
                  <a:gd name="connsiteX1" fmla="*/ 597349 w 600443"/>
                  <a:gd name="connsiteY1" fmla="*/ 0 h 159615"/>
                  <a:gd name="connsiteX2" fmla="*/ 600408 w 600443"/>
                  <a:gd name="connsiteY2" fmla="*/ 117433 h 159615"/>
                  <a:gd name="connsiteX3" fmla="*/ 131 w 600443"/>
                  <a:gd name="connsiteY3" fmla="*/ 159615 h 159615"/>
                  <a:gd name="connsiteX4" fmla="*/ 124 w 600443"/>
                  <a:gd name="connsiteY4" fmla="*/ 42378 h 159615"/>
                  <a:gd name="connsiteX0" fmla="*/ 124 w 600537"/>
                  <a:gd name="connsiteY0" fmla="*/ 42378 h 159615"/>
                  <a:gd name="connsiteX1" fmla="*/ 600401 w 600537"/>
                  <a:gd name="connsiteY1" fmla="*/ 0 h 159615"/>
                  <a:gd name="connsiteX2" fmla="*/ 600408 w 600537"/>
                  <a:gd name="connsiteY2" fmla="*/ 117433 h 159615"/>
                  <a:gd name="connsiteX3" fmla="*/ 131 w 600537"/>
                  <a:gd name="connsiteY3" fmla="*/ 159615 h 159615"/>
                  <a:gd name="connsiteX4" fmla="*/ 124 w 600537"/>
                  <a:gd name="connsiteY4" fmla="*/ 42378 h 1596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00537" h="159615">
                    <a:moveTo>
                      <a:pt x="124" y="42378"/>
                    </a:moveTo>
                    <a:cubicBezTo>
                      <a:pt x="296414" y="-50243"/>
                      <a:pt x="418111" y="75773"/>
                      <a:pt x="600401" y="0"/>
                    </a:cubicBezTo>
                    <a:cubicBezTo>
                      <a:pt x="599951" y="33260"/>
                      <a:pt x="600858" y="84173"/>
                      <a:pt x="600408" y="117433"/>
                    </a:cubicBezTo>
                    <a:cubicBezTo>
                      <a:pt x="395490" y="192726"/>
                      <a:pt x="285331" y="62551"/>
                      <a:pt x="131" y="159615"/>
                    </a:cubicBezTo>
                    <a:cubicBezTo>
                      <a:pt x="-323" y="114566"/>
                      <a:pt x="578" y="87427"/>
                      <a:pt x="124" y="42378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</a:schemeClr>
              </a:solidFill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38" name="矩形 1174">
                <a:extLst>
                  <a:ext uri="{FF2B5EF4-FFF2-40B4-BE49-F238E27FC236}">
                    <a16:creationId xmlns:a16="http://schemas.microsoft.com/office/drawing/2014/main" id="{74CB673C-C0D4-7EDF-FB01-710931A7A813}"/>
                  </a:ext>
                </a:extLst>
              </p:cNvPr>
              <p:cNvSpPr/>
              <p:nvPr/>
            </p:nvSpPr>
            <p:spPr>
              <a:xfrm rot="10800000">
                <a:off x="5041542" y="6890402"/>
                <a:ext cx="618706" cy="226680"/>
              </a:xfrm>
              <a:custGeom>
                <a:avLst/>
                <a:gdLst>
                  <a:gd name="connsiteX0" fmla="*/ 0 w 595706"/>
                  <a:gd name="connsiteY0" fmla="*/ 0 h 92965"/>
                  <a:gd name="connsiteX1" fmla="*/ 595706 w 595706"/>
                  <a:gd name="connsiteY1" fmla="*/ 0 h 92965"/>
                  <a:gd name="connsiteX2" fmla="*/ 595706 w 595706"/>
                  <a:gd name="connsiteY2" fmla="*/ 92965 h 92965"/>
                  <a:gd name="connsiteX3" fmla="*/ 0 w 595706"/>
                  <a:gd name="connsiteY3" fmla="*/ 92965 h 92965"/>
                  <a:gd name="connsiteX4" fmla="*/ 0 w 595706"/>
                  <a:gd name="connsiteY4" fmla="*/ 0 h 92965"/>
                  <a:gd name="connsiteX0" fmla="*/ 0 w 595706"/>
                  <a:gd name="connsiteY0" fmla="*/ 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0 h 135147"/>
                  <a:gd name="connsiteX0" fmla="*/ 0 w 595706"/>
                  <a:gd name="connsiteY0" fmla="*/ 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0 h 135147"/>
                  <a:gd name="connsiteX0" fmla="*/ 0 w 595706"/>
                  <a:gd name="connsiteY0" fmla="*/ 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0 h 135147"/>
                  <a:gd name="connsiteX0" fmla="*/ 0 w 595706"/>
                  <a:gd name="connsiteY0" fmla="*/ 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0 h 135147"/>
                  <a:gd name="connsiteX0" fmla="*/ 1422 w 594406"/>
                  <a:gd name="connsiteY0" fmla="*/ 21376 h 135147"/>
                  <a:gd name="connsiteX1" fmla="*/ 594406 w 594406"/>
                  <a:gd name="connsiteY1" fmla="*/ 0 h 135147"/>
                  <a:gd name="connsiteX2" fmla="*/ 594406 w 594406"/>
                  <a:gd name="connsiteY2" fmla="*/ 92965 h 135147"/>
                  <a:gd name="connsiteX3" fmla="*/ 61 w 594406"/>
                  <a:gd name="connsiteY3" fmla="*/ 135147 h 135147"/>
                  <a:gd name="connsiteX4" fmla="*/ 1422 w 594406"/>
                  <a:gd name="connsiteY4" fmla="*/ 21376 h 135147"/>
                  <a:gd name="connsiteX0" fmla="*/ 1422 w 594406"/>
                  <a:gd name="connsiteY0" fmla="*/ 15599 h 135147"/>
                  <a:gd name="connsiteX1" fmla="*/ 594406 w 594406"/>
                  <a:gd name="connsiteY1" fmla="*/ 0 h 135147"/>
                  <a:gd name="connsiteX2" fmla="*/ 594406 w 594406"/>
                  <a:gd name="connsiteY2" fmla="*/ 92965 h 135147"/>
                  <a:gd name="connsiteX3" fmla="*/ 61 w 594406"/>
                  <a:gd name="connsiteY3" fmla="*/ 135147 h 135147"/>
                  <a:gd name="connsiteX4" fmla="*/ 1422 w 594406"/>
                  <a:gd name="connsiteY4" fmla="*/ 15599 h 135147"/>
                  <a:gd name="connsiteX0" fmla="*/ 131 w 594476"/>
                  <a:gd name="connsiteY0" fmla="*/ 4622 h 135147"/>
                  <a:gd name="connsiteX1" fmla="*/ 594476 w 594476"/>
                  <a:gd name="connsiteY1" fmla="*/ 0 h 135147"/>
                  <a:gd name="connsiteX2" fmla="*/ 594476 w 594476"/>
                  <a:gd name="connsiteY2" fmla="*/ 92965 h 135147"/>
                  <a:gd name="connsiteX3" fmla="*/ 131 w 594476"/>
                  <a:gd name="connsiteY3" fmla="*/ 135147 h 135147"/>
                  <a:gd name="connsiteX4" fmla="*/ 131 w 594476"/>
                  <a:gd name="connsiteY4" fmla="*/ 4622 h 135147"/>
                  <a:gd name="connsiteX0" fmla="*/ 0 w 595706"/>
                  <a:gd name="connsiteY0" fmla="*/ 1791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17910 h 135147"/>
                  <a:gd name="connsiteX0" fmla="*/ 0 w 595706"/>
                  <a:gd name="connsiteY0" fmla="*/ 1791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17910 h 135147"/>
                  <a:gd name="connsiteX0" fmla="*/ 0 w 595706"/>
                  <a:gd name="connsiteY0" fmla="*/ 1791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17910 h 135147"/>
                  <a:gd name="connsiteX0" fmla="*/ 0 w 595706"/>
                  <a:gd name="connsiteY0" fmla="*/ 1791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17910 h 135147"/>
                  <a:gd name="connsiteX0" fmla="*/ 0 w 595706"/>
                  <a:gd name="connsiteY0" fmla="*/ 22423 h 139660"/>
                  <a:gd name="connsiteX1" fmla="*/ 595706 w 595706"/>
                  <a:gd name="connsiteY1" fmla="*/ 4513 h 139660"/>
                  <a:gd name="connsiteX2" fmla="*/ 595706 w 595706"/>
                  <a:gd name="connsiteY2" fmla="*/ 97478 h 139660"/>
                  <a:gd name="connsiteX3" fmla="*/ 1361 w 595706"/>
                  <a:gd name="connsiteY3" fmla="*/ 139660 h 139660"/>
                  <a:gd name="connsiteX4" fmla="*/ 0 w 595706"/>
                  <a:gd name="connsiteY4" fmla="*/ 22423 h 139660"/>
                  <a:gd name="connsiteX0" fmla="*/ 0 w 595706"/>
                  <a:gd name="connsiteY0" fmla="*/ 26413 h 143650"/>
                  <a:gd name="connsiteX1" fmla="*/ 595706 w 595706"/>
                  <a:gd name="connsiteY1" fmla="*/ 8503 h 143650"/>
                  <a:gd name="connsiteX2" fmla="*/ 595706 w 595706"/>
                  <a:gd name="connsiteY2" fmla="*/ 101468 h 143650"/>
                  <a:gd name="connsiteX3" fmla="*/ 1361 w 595706"/>
                  <a:gd name="connsiteY3" fmla="*/ 143650 h 143650"/>
                  <a:gd name="connsiteX4" fmla="*/ 0 w 595706"/>
                  <a:gd name="connsiteY4" fmla="*/ 26413 h 143650"/>
                  <a:gd name="connsiteX0" fmla="*/ 0 w 595706"/>
                  <a:gd name="connsiteY0" fmla="*/ 21286 h 138523"/>
                  <a:gd name="connsiteX1" fmla="*/ 595706 w 595706"/>
                  <a:gd name="connsiteY1" fmla="*/ 3376 h 138523"/>
                  <a:gd name="connsiteX2" fmla="*/ 595706 w 595706"/>
                  <a:gd name="connsiteY2" fmla="*/ 96341 h 138523"/>
                  <a:gd name="connsiteX3" fmla="*/ 1361 w 595706"/>
                  <a:gd name="connsiteY3" fmla="*/ 138523 h 138523"/>
                  <a:gd name="connsiteX4" fmla="*/ 0 w 595706"/>
                  <a:gd name="connsiteY4" fmla="*/ 21286 h 138523"/>
                  <a:gd name="connsiteX0" fmla="*/ 0 w 595706"/>
                  <a:gd name="connsiteY0" fmla="*/ 22534 h 139771"/>
                  <a:gd name="connsiteX1" fmla="*/ 595706 w 595706"/>
                  <a:gd name="connsiteY1" fmla="*/ 4624 h 139771"/>
                  <a:gd name="connsiteX2" fmla="*/ 595706 w 595706"/>
                  <a:gd name="connsiteY2" fmla="*/ 97589 h 139771"/>
                  <a:gd name="connsiteX3" fmla="*/ 1361 w 595706"/>
                  <a:gd name="connsiteY3" fmla="*/ 139771 h 139771"/>
                  <a:gd name="connsiteX4" fmla="*/ 0 w 595706"/>
                  <a:gd name="connsiteY4" fmla="*/ 22534 h 139771"/>
                  <a:gd name="connsiteX0" fmla="*/ 0 w 595706"/>
                  <a:gd name="connsiteY0" fmla="*/ 23494 h 140731"/>
                  <a:gd name="connsiteX1" fmla="*/ 595706 w 595706"/>
                  <a:gd name="connsiteY1" fmla="*/ 2118 h 140731"/>
                  <a:gd name="connsiteX2" fmla="*/ 595706 w 595706"/>
                  <a:gd name="connsiteY2" fmla="*/ 98549 h 140731"/>
                  <a:gd name="connsiteX3" fmla="*/ 1361 w 595706"/>
                  <a:gd name="connsiteY3" fmla="*/ 140731 h 140731"/>
                  <a:gd name="connsiteX4" fmla="*/ 0 w 595706"/>
                  <a:gd name="connsiteY4" fmla="*/ 23494 h 140731"/>
                  <a:gd name="connsiteX0" fmla="*/ 0 w 595706"/>
                  <a:gd name="connsiteY0" fmla="*/ 23494 h 140731"/>
                  <a:gd name="connsiteX1" fmla="*/ 595706 w 595706"/>
                  <a:gd name="connsiteY1" fmla="*/ 2118 h 140731"/>
                  <a:gd name="connsiteX2" fmla="*/ 595706 w 595706"/>
                  <a:gd name="connsiteY2" fmla="*/ 98549 h 140731"/>
                  <a:gd name="connsiteX3" fmla="*/ 1361 w 595706"/>
                  <a:gd name="connsiteY3" fmla="*/ 140731 h 140731"/>
                  <a:gd name="connsiteX4" fmla="*/ 0 w 595706"/>
                  <a:gd name="connsiteY4" fmla="*/ 23494 h 140731"/>
                  <a:gd name="connsiteX0" fmla="*/ 0 w 595706"/>
                  <a:gd name="connsiteY0" fmla="*/ 25030 h 142267"/>
                  <a:gd name="connsiteX1" fmla="*/ 595706 w 595706"/>
                  <a:gd name="connsiteY1" fmla="*/ 3654 h 142267"/>
                  <a:gd name="connsiteX2" fmla="*/ 595706 w 595706"/>
                  <a:gd name="connsiteY2" fmla="*/ 100085 h 142267"/>
                  <a:gd name="connsiteX3" fmla="*/ 1361 w 595706"/>
                  <a:gd name="connsiteY3" fmla="*/ 142267 h 142267"/>
                  <a:gd name="connsiteX4" fmla="*/ 0 w 595706"/>
                  <a:gd name="connsiteY4" fmla="*/ 25030 h 142267"/>
                  <a:gd name="connsiteX0" fmla="*/ 0 w 595706"/>
                  <a:gd name="connsiteY0" fmla="*/ 22091 h 139328"/>
                  <a:gd name="connsiteX1" fmla="*/ 595706 w 595706"/>
                  <a:gd name="connsiteY1" fmla="*/ 715 h 139328"/>
                  <a:gd name="connsiteX2" fmla="*/ 595706 w 595706"/>
                  <a:gd name="connsiteY2" fmla="*/ 97146 h 139328"/>
                  <a:gd name="connsiteX3" fmla="*/ 1361 w 595706"/>
                  <a:gd name="connsiteY3" fmla="*/ 139328 h 139328"/>
                  <a:gd name="connsiteX4" fmla="*/ 0 w 595706"/>
                  <a:gd name="connsiteY4" fmla="*/ 22091 h 139328"/>
                  <a:gd name="connsiteX0" fmla="*/ 0 w 595706"/>
                  <a:gd name="connsiteY0" fmla="*/ 23573 h 140810"/>
                  <a:gd name="connsiteX1" fmla="*/ 595706 w 595706"/>
                  <a:gd name="connsiteY1" fmla="*/ 2197 h 140810"/>
                  <a:gd name="connsiteX2" fmla="*/ 595706 w 595706"/>
                  <a:gd name="connsiteY2" fmla="*/ 98628 h 140810"/>
                  <a:gd name="connsiteX3" fmla="*/ 1361 w 595706"/>
                  <a:gd name="connsiteY3" fmla="*/ 140810 h 140810"/>
                  <a:gd name="connsiteX4" fmla="*/ 0 w 595706"/>
                  <a:gd name="connsiteY4" fmla="*/ 23573 h 140810"/>
                  <a:gd name="connsiteX0" fmla="*/ 0 w 595706"/>
                  <a:gd name="connsiteY0" fmla="*/ 21908 h 139145"/>
                  <a:gd name="connsiteX1" fmla="*/ 595706 w 595706"/>
                  <a:gd name="connsiteY1" fmla="*/ 532 h 139145"/>
                  <a:gd name="connsiteX2" fmla="*/ 595706 w 595706"/>
                  <a:gd name="connsiteY2" fmla="*/ 96963 h 139145"/>
                  <a:gd name="connsiteX3" fmla="*/ 1361 w 595706"/>
                  <a:gd name="connsiteY3" fmla="*/ 139145 h 139145"/>
                  <a:gd name="connsiteX4" fmla="*/ 0 w 595706"/>
                  <a:gd name="connsiteY4" fmla="*/ 21908 h 139145"/>
                  <a:gd name="connsiteX0" fmla="*/ 0 w 595706"/>
                  <a:gd name="connsiteY0" fmla="*/ 23863 h 141100"/>
                  <a:gd name="connsiteX1" fmla="*/ 595706 w 595706"/>
                  <a:gd name="connsiteY1" fmla="*/ 2487 h 141100"/>
                  <a:gd name="connsiteX2" fmla="*/ 595706 w 595706"/>
                  <a:gd name="connsiteY2" fmla="*/ 98918 h 141100"/>
                  <a:gd name="connsiteX3" fmla="*/ 1361 w 595706"/>
                  <a:gd name="connsiteY3" fmla="*/ 141100 h 141100"/>
                  <a:gd name="connsiteX4" fmla="*/ 0 w 595706"/>
                  <a:gd name="connsiteY4" fmla="*/ 23863 h 141100"/>
                  <a:gd name="connsiteX0" fmla="*/ 0 w 595706"/>
                  <a:gd name="connsiteY0" fmla="*/ 24472 h 141709"/>
                  <a:gd name="connsiteX1" fmla="*/ 595706 w 595706"/>
                  <a:gd name="connsiteY1" fmla="*/ 3096 h 141709"/>
                  <a:gd name="connsiteX2" fmla="*/ 595706 w 595706"/>
                  <a:gd name="connsiteY2" fmla="*/ 99527 h 141709"/>
                  <a:gd name="connsiteX3" fmla="*/ 1361 w 595706"/>
                  <a:gd name="connsiteY3" fmla="*/ 141709 h 141709"/>
                  <a:gd name="connsiteX4" fmla="*/ 0 w 595706"/>
                  <a:gd name="connsiteY4" fmla="*/ 24472 h 141709"/>
                  <a:gd name="connsiteX0" fmla="*/ 0 w 595706"/>
                  <a:gd name="connsiteY0" fmla="*/ 24267 h 141504"/>
                  <a:gd name="connsiteX1" fmla="*/ 595706 w 595706"/>
                  <a:gd name="connsiteY1" fmla="*/ 2891 h 141504"/>
                  <a:gd name="connsiteX2" fmla="*/ 595706 w 595706"/>
                  <a:gd name="connsiteY2" fmla="*/ 99322 h 141504"/>
                  <a:gd name="connsiteX3" fmla="*/ 1361 w 595706"/>
                  <a:gd name="connsiteY3" fmla="*/ 141504 h 141504"/>
                  <a:gd name="connsiteX4" fmla="*/ 0 w 595706"/>
                  <a:gd name="connsiteY4" fmla="*/ 24267 h 141504"/>
                  <a:gd name="connsiteX0" fmla="*/ 0 w 595706"/>
                  <a:gd name="connsiteY0" fmla="*/ 24472 h 141709"/>
                  <a:gd name="connsiteX1" fmla="*/ 595706 w 595706"/>
                  <a:gd name="connsiteY1" fmla="*/ 3096 h 141709"/>
                  <a:gd name="connsiteX2" fmla="*/ 595706 w 595706"/>
                  <a:gd name="connsiteY2" fmla="*/ 99527 h 141709"/>
                  <a:gd name="connsiteX3" fmla="*/ 1361 w 595706"/>
                  <a:gd name="connsiteY3" fmla="*/ 141709 h 141709"/>
                  <a:gd name="connsiteX4" fmla="*/ 0 w 595706"/>
                  <a:gd name="connsiteY4" fmla="*/ 24472 h 141709"/>
                  <a:gd name="connsiteX0" fmla="*/ 0 w 595706"/>
                  <a:gd name="connsiteY0" fmla="*/ 24472 h 141709"/>
                  <a:gd name="connsiteX1" fmla="*/ 594353 w 595706"/>
                  <a:gd name="connsiteY1" fmla="*/ 3096 h 141709"/>
                  <a:gd name="connsiteX2" fmla="*/ 595706 w 595706"/>
                  <a:gd name="connsiteY2" fmla="*/ 99527 h 141709"/>
                  <a:gd name="connsiteX3" fmla="*/ 1361 w 595706"/>
                  <a:gd name="connsiteY3" fmla="*/ 141709 h 141709"/>
                  <a:gd name="connsiteX4" fmla="*/ 0 w 595706"/>
                  <a:gd name="connsiteY4" fmla="*/ 24472 h 141709"/>
                  <a:gd name="connsiteX0" fmla="*/ 124 w 595830"/>
                  <a:gd name="connsiteY0" fmla="*/ 24472 h 141709"/>
                  <a:gd name="connsiteX1" fmla="*/ 594477 w 595830"/>
                  <a:gd name="connsiteY1" fmla="*/ 3096 h 141709"/>
                  <a:gd name="connsiteX2" fmla="*/ 595830 w 595830"/>
                  <a:gd name="connsiteY2" fmla="*/ 99527 h 141709"/>
                  <a:gd name="connsiteX3" fmla="*/ 131 w 595830"/>
                  <a:gd name="connsiteY3" fmla="*/ 141709 h 141709"/>
                  <a:gd name="connsiteX4" fmla="*/ 124 w 595830"/>
                  <a:gd name="connsiteY4" fmla="*/ 24472 h 141709"/>
                  <a:gd name="connsiteX0" fmla="*/ 124 w 597179"/>
                  <a:gd name="connsiteY0" fmla="*/ 25207 h 142444"/>
                  <a:gd name="connsiteX1" fmla="*/ 597179 w 597179"/>
                  <a:gd name="connsiteY1" fmla="*/ 481 h 142444"/>
                  <a:gd name="connsiteX2" fmla="*/ 595830 w 597179"/>
                  <a:gd name="connsiteY2" fmla="*/ 100262 h 142444"/>
                  <a:gd name="connsiteX3" fmla="*/ 131 w 597179"/>
                  <a:gd name="connsiteY3" fmla="*/ 142444 h 142444"/>
                  <a:gd name="connsiteX4" fmla="*/ 124 w 597179"/>
                  <a:gd name="connsiteY4" fmla="*/ 25207 h 142444"/>
                  <a:gd name="connsiteX0" fmla="*/ 124 w 595889"/>
                  <a:gd name="connsiteY0" fmla="*/ 25842 h 143079"/>
                  <a:gd name="connsiteX1" fmla="*/ 594477 w 595889"/>
                  <a:gd name="connsiteY1" fmla="*/ 0 h 143079"/>
                  <a:gd name="connsiteX2" fmla="*/ 595830 w 595889"/>
                  <a:gd name="connsiteY2" fmla="*/ 100897 h 143079"/>
                  <a:gd name="connsiteX3" fmla="*/ 131 w 595889"/>
                  <a:gd name="connsiteY3" fmla="*/ 143079 h 143079"/>
                  <a:gd name="connsiteX4" fmla="*/ 124 w 595889"/>
                  <a:gd name="connsiteY4" fmla="*/ 25842 h 143079"/>
                  <a:gd name="connsiteX0" fmla="*/ 124 w 595889"/>
                  <a:gd name="connsiteY0" fmla="*/ 24713 h 141950"/>
                  <a:gd name="connsiteX1" fmla="*/ 594477 w 595889"/>
                  <a:gd name="connsiteY1" fmla="*/ 2221 h 141950"/>
                  <a:gd name="connsiteX2" fmla="*/ 595830 w 595889"/>
                  <a:gd name="connsiteY2" fmla="*/ 99768 h 141950"/>
                  <a:gd name="connsiteX3" fmla="*/ 131 w 595889"/>
                  <a:gd name="connsiteY3" fmla="*/ 141950 h 141950"/>
                  <a:gd name="connsiteX4" fmla="*/ 124 w 595889"/>
                  <a:gd name="connsiteY4" fmla="*/ 24713 h 141950"/>
                  <a:gd name="connsiteX0" fmla="*/ 124 w 595959"/>
                  <a:gd name="connsiteY0" fmla="*/ 24713 h 141950"/>
                  <a:gd name="connsiteX1" fmla="*/ 595828 w 595959"/>
                  <a:gd name="connsiteY1" fmla="*/ 2221 h 141950"/>
                  <a:gd name="connsiteX2" fmla="*/ 595830 w 595959"/>
                  <a:gd name="connsiteY2" fmla="*/ 99768 h 141950"/>
                  <a:gd name="connsiteX3" fmla="*/ 131 w 595959"/>
                  <a:gd name="connsiteY3" fmla="*/ 141950 h 141950"/>
                  <a:gd name="connsiteX4" fmla="*/ 124 w 595959"/>
                  <a:gd name="connsiteY4" fmla="*/ 24713 h 141950"/>
                  <a:gd name="connsiteX0" fmla="*/ 124 w 595959"/>
                  <a:gd name="connsiteY0" fmla="*/ 24925 h 142162"/>
                  <a:gd name="connsiteX1" fmla="*/ 595828 w 595959"/>
                  <a:gd name="connsiteY1" fmla="*/ 2433 h 142162"/>
                  <a:gd name="connsiteX2" fmla="*/ 595830 w 595959"/>
                  <a:gd name="connsiteY2" fmla="*/ 99980 h 142162"/>
                  <a:gd name="connsiteX3" fmla="*/ 131 w 595959"/>
                  <a:gd name="connsiteY3" fmla="*/ 142162 h 142162"/>
                  <a:gd name="connsiteX4" fmla="*/ 124 w 595959"/>
                  <a:gd name="connsiteY4" fmla="*/ 24925 h 142162"/>
                  <a:gd name="connsiteX0" fmla="*/ 124 w 595959"/>
                  <a:gd name="connsiteY0" fmla="*/ 22492 h 139729"/>
                  <a:gd name="connsiteX1" fmla="*/ 595828 w 595959"/>
                  <a:gd name="connsiteY1" fmla="*/ 0 h 139729"/>
                  <a:gd name="connsiteX2" fmla="*/ 595830 w 595959"/>
                  <a:gd name="connsiteY2" fmla="*/ 97547 h 139729"/>
                  <a:gd name="connsiteX3" fmla="*/ 131 w 595959"/>
                  <a:gd name="connsiteY3" fmla="*/ 139729 h 139729"/>
                  <a:gd name="connsiteX4" fmla="*/ 124 w 595959"/>
                  <a:gd name="connsiteY4" fmla="*/ 22492 h 139729"/>
                  <a:gd name="connsiteX0" fmla="*/ 124 w 595959"/>
                  <a:gd name="connsiteY0" fmla="*/ 25585 h 142822"/>
                  <a:gd name="connsiteX1" fmla="*/ 595828 w 595959"/>
                  <a:gd name="connsiteY1" fmla="*/ 3093 h 142822"/>
                  <a:gd name="connsiteX2" fmla="*/ 595830 w 595959"/>
                  <a:gd name="connsiteY2" fmla="*/ 100640 h 142822"/>
                  <a:gd name="connsiteX3" fmla="*/ 131 w 595959"/>
                  <a:gd name="connsiteY3" fmla="*/ 142822 h 142822"/>
                  <a:gd name="connsiteX4" fmla="*/ 124 w 595959"/>
                  <a:gd name="connsiteY4" fmla="*/ 25585 h 142822"/>
                  <a:gd name="connsiteX0" fmla="*/ 124 w 595959"/>
                  <a:gd name="connsiteY0" fmla="*/ 25585 h 142822"/>
                  <a:gd name="connsiteX1" fmla="*/ 595828 w 595959"/>
                  <a:gd name="connsiteY1" fmla="*/ 3093 h 142822"/>
                  <a:gd name="connsiteX2" fmla="*/ 595830 w 595959"/>
                  <a:gd name="connsiteY2" fmla="*/ 100640 h 142822"/>
                  <a:gd name="connsiteX3" fmla="*/ 131 w 595959"/>
                  <a:gd name="connsiteY3" fmla="*/ 142822 h 142822"/>
                  <a:gd name="connsiteX4" fmla="*/ 124 w 595959"/>
                  <a:gd name="connsiteY4" fmla="*/ 25585 h 142822"/>
                  <a:gd name="connsiteX0" fmla="*/ 124 w 595959"/>
                  <a:gd name="connsiteY0" fmla="*/ 26512 h 143749"/>
                  <a:gd name="connsiteX1" fmla="*/ 595828 w 595959"/>
                  <a:gd name="connsiteY1" fmla="*/ 4020 h 143749"/>
                  <a:gd name="connsiteX2" fmla="*/ 595830 w 595959"/>
                  <a:gd name="connsiteY2" fmla="*/ 101567 h 143749"/>
                  <a:gd name="connsiteX3" fmla="*/ 131 w 595959"/>
                  <a:gd name="connsiteY3" fmla="*/ 143749 h 143749"/>
                  <a:gd name="connsiteX4" fmla="*/ 124 w 595959"/>
                  <a:gd name="connsiteY4" fmla="*/ 26512 h 143749"/>
                  <a:gd name="connsiteX0" fmla="*/ 124 w 595959"/>
                  <a:gd name="connsiteY0" fmla="*/ 26512 h 143749"/>
                  <a:gd name="connsiteX1" fmla="*/ 595828 w 595959"/>
                  <a:gd name="connsiteY1" fmla="*/ 4020 h 143749"/>
                  <a:gd name="connsiteX2" fmla="*/ 595830 w 595959"/>
                  <a:gd name="connsiteY2" fmla="*/ 101567 h 143749"/>
                  <a:gd name="connsiteX3" fmla="*/ 131 w 595959"/>
                  <a:gd name="connsiteY3" fmla="*/ 143749 h 143749"/>
                  <a:gd name="connsiteX4" fmla="*/ 124 w 595959"/>
                  <a:gd name="connsiteY4" fmla="*/ 26512 h 143749"/>
                  <a:gd name="connsiteX0" fmla="*/ 124 w 595959"/>
                  <a:gd name="connsiteY0" fmla="*/ 28496 h 145733"/>
                  <a:gd name="connsiteX1" fmla="*/ 595828 w 595959"/>
                  <a:gd name="connsiteY1" fmla="*/ 6004 h 145733"/>
                  <a:gd name="connsiteX2" fmla="*/ 595830 w 595959"/>
                  <a:gd name="connsiteY2" fmla="*/ 103551 h 145733"/>
                  <a:gd name="connsiteX3" fmla="*/ 131 w 595959"/>
                  <a:gd name="connsiteY3" fmla="*/ 145733 h 145733"/>
                  <a:gd name="connsiteX4" fmla="*/ 124 w 595959"/>
                  <a:gd name="connsiteY4" fmla="*/ 28496 h 14573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856"/>
                  <a:gd name="connsiteY0" fmla="*/ 41841 h 159078"/>
                  <a:gd name="connsiteX1" fmla="*/ 591261 w 595856"/>
                  <a:gd name="connsiteY1" fmla="*/ 0 h 159078"/>
                  <a:gd name="connsiteX2" fmla="*/ 595830 w 595856"/>
                  <a:gd name="connsiteY2" fmla="*/ 116896 h 159078"/>
                  <a:gd name="connsiteX3" fmla="*/ 131 w 595856"/>
                  <a:gd name="connsiteY3" fmla="*/ 159078 h 159078"/>
                  <a:gd name="connsiteX4" fmla="*/ 124 w 595856"/>
                  <a:gd name="connsiteY4" fmla="*/ 41841 h 159078"/>
                  <a:gd name="connsiteX0" fmla="*/ 124 w 595959"/>
                  <a:gd name="connsiteY0" fmla="*/ 41841 h 159078"/>
                  <a:gd name="connsiteX1" fmla="*/ 595828 w 595959"/>
                  <a:gd name="connsiteY1" fmla="*/ 0 h 159078"/>
                  <a:gd name="connsiteX2" fmla="*/ 595830 w 595959"/>
                  <a:gd name="connsiteY2" fmla="*/ 116896 h 159078"/>
                  <a:gd name="connsiteX3" fmla="*/ 131 w 595959"/>
                  <a:gd name="connsiteY3" fmla="*/ 159078 h 159078"/>
                  <a:gd name="connsiteX4" fmla="*/ 124 w 595959"/>
                  <a:gd name="connsiteY4" fmla="*/ 41841 h 159078"/>
                  <a:gd name="connsiteX0" fmla="*/ 124 w 597349"/>
                  <a:gd name="connsiteY0" fmla="*/ 42378 h 159615"/>
                  <a:gd name="connsiteX1" fmla="*/ 597349 w 597349"/>
                  <a:gd name="connsiteY1" fmla="*/ 0 h 159615"/>
                  <a:gd name="connsiteX2" fmla="*/ 595830 w 597349"/>
                  <a:gd name="connsiteY2" fmla="*/ 117433 h 159615"/>
                  <a:gd name="connsiteX3" fmla="*/ 131 w 597349"/>
                  <a:gd name="connsiteY3" fmla="*/ 159615 h 159615"/>
                  <a:gd name="connsiteX4" fmla="*/ 124 w 597349"/>
                  <a:gd name="connsiteY4" fmla="*/ 42378 h 159615"/>
                  <a:gd name="connsiteX0" fmla="*/ 124 w 600443"/>
                  <a:gd name="connsiteY0" fmla="*/ 42378 h 159615"/>
                  <a:gd name="connsiteX1" fmla="*/ 597349 w 600443"/>
                  <a:gd name="connsiteY1" fmla="*/ 0 h 159615"/>
                  <a:gd name="connsiteX2" fmla="*/ 600408 w 600443"/>
                  <a:gd name="connsiteY2" fmla="*/ 117433 h 159615"/>
                  <a:gd name="connsiteX3" fmla="*/ 131 w 600443"/>
                  <a:gd name="connsiteY3" fmla="*/ 159615 h 159615"/>
                  <a:gd name="connsiteX4" fmla="*/ 124 w 600443"/>
                  <a:gd name="connsiteY4" fmla="*/ 42378 h 159615"/>
                  <a:gd name="connsiteX0" fmla="*/ 124 w 600537"/>
                  <a:gd name="connsiteY0" fmla="*/ 42378 h 159615"/>
                  <a:gd name="connsiteX1" fmla="*/ 600401 w 600537"/>
                  <a:gd name="connsiteY1" fmla="*/ 0 h 159615"/>
                  <a:gd name="connsiteX2" fmla="*/ 600408 w 600537"/>
                  <a:gd name="connsiteY2" fmla="*/ 117433 h 159615"/>
                  <a:gd name="connsiteX3" fmla="*/ 131 w 600537"/>
                  <a:gd name="connsiteY3" fmla="*/ 159615 h 159615"/>
                  <a:gd name="connsiteX4" fmla="*/ 124 w 600537"/>
                  <a:gd name="connsiteY4" fmla="*/ 42378 h 1596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00537" h="159615">
                    <a:moveTo>
                      <a:pt x="124" y="42378"/>
                    </a:moveTo>
                    <a:cubicBezTo>
                      <a:pt x="296414" y="-50243"/>
                      <a:pt x="418111" y="75773"/>
                      <a:pt x="600401" y="0"/>
                    </a:cubicBezTo>
                    <a:cubicBezTo>
                      <a:pt x="599951" y="33260"/>
                      <a:pt x="600858" y="84173"/>
                      <a:pt x="600408" y="117433"/>
                    </a:cubicBezTo>
                    <a:cubicBezTo>
                      <a:pt x="395490" y="192726"/>
                      <a:pt x="285331" y="62551"/>
                      <a:pt x="131" y="159615"/>
                    </a:cubicBezTo>
                    <a:cubicBezTo>
                      <a:pt x="-323" y="114566"/>
                      <a:pt x="578" y="87427"/>
                      <a:pt x="124" y="42378"/>
                    </a:cubicBezTo>
                    <a:close/>
                  </a:path>
                </a:pathLst>
              </a:custGeom>
              <a:solidFill>
                <a:schemeClr val="accent2">
                  <a:lumMod val="40000"/>
                  <a:lumOff val="60000"/>
                </a:schemeClr>
              </a:solidFill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39" name="矩形 1174">
                <a:extLst>
                  <a:ext uri="{FF2B5EF4-FFF2-40B4-BE49-F238E27FC236}">
                    <a16:creationId xmlns:a16="http://schemas.microsoft.com/office/drawing/2014/main" id="{B217019E-479F-C93F-8C59-B443936DF58A}"/>
                  </a:ext>
                </a:extLst>
              </p:cNvPr>
              <p:cNvSpPr/>
              <p:nvPr/>
            </p:nvSpPr>
            <p:spPr>
              <a:xfrm rot="10800000">
                <a:off x="5041541" y="7045652"/>
                <a:ext cx="618707" cy="139508"/>
              </a:xfrm>
              <a:custGeom>
                <a:avLst/>
                <a:gdLst>
                  <a:gd name="connsiteX0" fmla="*/ 0 w 595706"/>
                  <a:gd name="connsiteY0" fmla="*/ 0 h 92965"/>
                  <a:gd name="connsiteX1" fmla="*/ 595706 w 595706"/>
                  <a:gd name="connsiteY1" fmla="*/ 0 h 92965"/>
                  <a:gd name="connsiteX2" fmla="*/ 595706 w 595706"/>
                  <a:gd name="connsiteY2" fmla="*/ 92965 h 92965"/>
                  <a:gd name="connsiteX3" fmla="*/ 0 w 595706"/>
                  <a:gd name="connsiteY3" fmla="*/ 92965 h 92965"/>
                  <a:gd name="connsiteX4" fmla="*/ 0 w 595706"/>
                  <a:gd name="connsiteY4" fmla="*/ 0 h 92965"/>
                  <a:gd name="connsiteX0" fmla="*/ 0 w 595706"/>
                  <a:gd name="connsiteY0" fmla="*/ 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0 h 135147"/>
                  <a:gd name="connsiteX0" fmla="*/ 0 w 595706"/>
                  <a:gd name="connsiteY0" fmla="*/ 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0 h 135147"/>
                  <a:gd name="connsiteX0" fmla="*/ 0 w 595706"/>
                  <a:gd name="connsiteY0" fmla="*/ 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0 h 135147"/>
                  <a:gd name="connsiteX0" fmla="*/ 0 w 595706"/>
                  <a:gd name="connsiteY0" fmla="*/ 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0 h 135147"/>
                  <a:gd name="connsiteX0" fmla="*/ 131 w 595837"/>
                  <a:gd name="connsiteY0" fmla="*/ 0 h 148754"/>
                  <a:gd name="connsiteX1" fmla="*/ 595837 w 595837"/>
                  <a:gd name="connsiteY1" fmla="*/ 0 h 148754"/>
                  <a:gd name="connsiteX2" fmla="*/ 595837 w 595837"/>
                  <a:gd name="connsiteY2" fmla="*/ 92965 h 148754"/>
                  <a:gd name="connsiteX3" fmla="*/ 131 w 595837"/>
                  <a:gd name="connsiteY3" fmla="*/ 148754 h 148754"/>
                  <a:gd name="connsiteX4" fmla="*/ 131 w 595837"/>
                  <a:gd name="connsiteY4" fmla="*/ 0 h 148754"/>
                  <a:gd name="connsiteX0" fmla="*/ 131 w 595837"/>
                  <a:gd name="connsiteY0" fmla="*/ 0 h 140590"/>
                  <a:gd name="connsiteX1" fmla="*/ 595837 w 595837"/>
                  <a:gd name="connsiteY1" fmla="*/ 0 h 140590"/>
                  <a:gd name="connsiteX2" fmla="*/ 595837 w 595837"/>
                  <a:gd name="connsiteY2" fmla="*/ 92965 h 140590"/>
                  <a:gd name="connsiteX3" fmla="*/ 131 w 595837"/>
                  <a:gd name="connsiteY3" fmla="*/ 140590 h 140590"/>
                  <a:gd name="connsiteX4" fmla="*/ 131 w 595837"/>
                  <a:gd name="connsiteY4" fmla="*/ 0 h 140590"/>
                  <a:gd name="connsiteX0" fmla="*/ 131 w 595837"/>
                  <a:gd name="connsiteY0" fmla="*/ 0 h 140590"/>
                  <a:gd name="connsiteX1" fmla="*/ 595837 w 595837"/>
                  <a:gd name="connsiteY1" fmla="*/ 0 h 140590"/>
                  <a:gd name="connsiteX2" fmla="*/ 595837 w 595837"/>
                  <a:gd name="connsiteY2" fmla="*/ 92965 h 140590"/>
                  <a:gd name="connsiteX3" fmla="*/ 131 w 595837"/>
                  <a:gd name="connsiteY3" fmla="*/ 140590 h 140590"/>
                  <a:gd name="connsiteX4" fmla="*/ 131 w 595837"/>
                  <a:gd name="connsiteY4" fmla="*/ 0 h 140590"/>
                  <a:gd name="connsiteX0" fmla="*/ 131 w 595837"/>
                  <a:gd name="connsiteY0" fmla="*/ 0 h 140590"/>
                  <a:gd name="connsiteX1" fmla="*/ 595837 w 595837"/>
                  <a:gd name="connsiteY1" fmla="*/ 0 h 140590"/>
                  <a:gd name="connsiteX2" fmla="*/ 595837 w 595837"/>
                  <a:gd name="connsiteY2" fmla="*/ 92965 h 140590"/>
                  <a:gd name="connsiteX3" fmla="*/ 131 w 595837"/>
                  <a:gd name="connsiteY3" fmla="*/ 140590 h 140590"/>
                  <a:gd name="connsiteX4" fmla="*/ 131 w 595837"/>
                  <a:gd name="connsiteY4" fmla="*/ 0 h 140590"/>
                  <a:gd name="connsiteX0" fmla="*/ 131 w 595837"/>
                  <a:gd name="connsiteY0" fmla="*/ 0 h 140590"/>
                  <a:gd name="connsiteX1" fmla="*/ 595837 w 595837"/>
                  <a:gd name="connsiteY1" fmla="*/ 0 h 140590"/>
                  <a:gd name="connsiteX2" fmla="*/ 595837 w 595837"/>
                  <a:gd name="connsiteY2" fmla="*/ 92965 h 140590"/>
                  <a:gd name="connsiteX3" fmla="*/ 131 w 595837"/>
                  <a:gd name="connsiteY3" fmla="*/ 140590 h 140590"/>
                  <a:gd name="connsiteX4" fmla="*/ 131 w 595837"/>
                  <a:gd name="connsiteY4" fmla="*/ 0 h 140590"/>
                  <a:gd name="connsiteX0" fmla="*/ 131 w 595837"/>
                  <a:gd name="connsiteY0" fmla="*/ 0 h 140590"/>
                  <a:gd name="connsiteX1" fmla="*/ 595837 w 595837"/>
                  <a:gd name="connsiteY1" fmla="*/ 0 h 140590"/>
                  <a:gd name="connsiteX2" fmla="*/ 595837 w 595837"/>
                  <a:gd name="connsiteY2" fmla="*/ 92965 h 140590"/>
                  <a:gd name="connsiteX3" fmla="*/ 131 w 595837"/>
                  <a:gd name="connsiteY3" fmla="*/ 140590 h 140590"/>
                  <a:gd name="connsiteX4" fmla="*/ 131 w 595837"/>
                  <a:gd name="connsiteY4" fmla="*/ 0 h 140590"/>
                  <a:gd name="connsiteX0" fmla="*/ 131 w 595837"/>
                  <a:gd name="connsiteY0" fmla="*/ 0 h 156571"/>
                  <a:gd name="connsiteX1" fmla="*/ 595837 w 595837"/>
                  <a:gd name="connsiteY1" fmla="*/ 0 h 156571"/>
                  <a:gd name="connsiteX2" fmla="*/ 594316 w 595837"/>
                  <a:gd name="connsiteY2" fmla="*/ 141984 h 156571"/>
                  <a:gd name="connsiteX3" fmla="*/ 131 w 595837"/>
                  <a:gd name="connsiteY3" fmla="*/ 140590 h 156571"/>
                  <a:gd name="connsiteX4" fmla="*/ 131 w 595837"/>
                  <a:gd name="connsiteY4" fmla="*/ 0 h 156571"/>
                  <a:gd name="connsiteX0" fmla="*/ 1577 w 597283"/>
                  <a:gd name="connsiteY0" fmla="*/ 0 h 271309"/>
                  <a:gd name="connsiteX1" fmla="*/ 597283 w 597283"/>
                  <a:gd name="connsiteY1" fmla="*/ 0 h 271309"/>
                  <a:gd name="connsiteX2" fmla="*/ 595762 w 597283"/>
                  <a:gd name="connsiteY2" fmla="*/ 141984 h 271309"/>
                  <a:gd name="connsiteX3" fmla="*/ 56 w 597283"/>
                  <a:gd name="connsiteY3" fmla="*/ 271309 h 271309"/>
                  <a:gd name="connsiteX4" fmla="*/ 1577 w 597283"/>
                  <a:gd name="connsiteY4" fmla="*/ 0 h 271309"/>
                  <a:gd name="connsiteX0" fmla="*/ 1577 w 597283"/>
                  <a:gd name="connsiteY0" fmla="*/ 0 h 271309"/>
                  <a:gd name="connsiteX1" fmla="*/ 597283 w 597283"/>
                  <a:gd name="connsiteY1" fmla="*/ 0 h 271309"/>
                  <a:gd name="connsiteX2" fmla="*/ 595762 w 597283"/>
                  <a:gd name="connsiteY2" fmla="*/ 141984 h 271309"/>
                  <a:gd name="connsiteX3" fmla="*/ 56 w 597283"/>
                  <a:gd name="connsiteY3" fmla="*/ 271309 h 271309"/>
                  <a:gd name="connsiteX4" fmla="*/ 1577 w 597283"/>
                  <a:gd name="connsiteY4" fmla="*/ 0 h 271309"/>
                  <a:gd name="connsiteX0" fmla="*/ 1577 w 597283"/>
                  <a:gd name="connsiteY0" fmla="*/ 0 h 271309"/>
                  <a:gd name="connsiteX1" fmla="*/ 597283 w 597283"/>
                  <a:gd name="connsiteY1" fmla="*/ 0 h 271309"/>
                  <a:gd name="connsiteX2" fmla="*/ 595762 w 597283"/>
                  <a:gd name="connsiteY2" fmla="*/ 141984 h 271309"/>
                  <a:gd name="connsiteX3" fmla="*/ 56 w 597283"/>
                  <a:gd name="connsiteY3" fmla="*/ 271309 h 271309"/>
                  <a:gd name="connsiteX4" fmla="*/ 1577 w 597283"/>
                  <a:gd name="connsiteY4" fmla="*/ 0 h 271309"/>
                  <a:gd name="connsiteX0" fmla="*/ 1577 w 597283"/>
                  <a:gd name="connsiteY0" fmla="*/ 0 h 271309"/>
                  <a:gd name="connsiteX1" fmla="*/ 597283 w 597283"/>
                  <a:gd name="connsiteY1" fmla="*/ 0 h 271309"/>
                  <a:gd name="connsiteX2" fmla="*/ 595762 w 597283"/>
                  <a:gd name="connsiteY2" fmla="*/ 141984 h 271309"/>
                  <a:gd name="connsiteX3" fmla="*/ 56 w 597283"/>
                  <a:gd name="connsiteY3" fmla="*/ 271309 h 271309"/>
                  <a:gd name="connsiteX4" fmla="*/ 1577 w 597283"/>
                  <a:gd name="connsiteY4" fmla="*/ 0 h 271309"/>
                  <a:gd name="connsiteX0" fmla="*/ 1577 w 597283"/>
                  <a:gd name="connsiteY0" fmla="*/ 0 h 271309"/>
                  <a:gd name="connsiteX1" fmla="*/ 597283 w 597283"/>
                  <a:gd name="connsiteY1" fmla="*/ 0 h 271309"/>
                  <a:gd name="connsiteX2" fmla="*/ 595762 w 597283"/>
                  <a:gd name="connsiteY2" fmla="*/ 141984 h 271309"/>
                  <a:gd name="connsiteX3" fmla="*/ 56 w 597283"/>
                  <a:gd name="connsiteY3" fmla="*/ 271309 h 271309"/>
                  <a:gd name="connsiteX4" fmla="*/ 1577 w 597283"/>
                  <a:gd name="connsiteY4" fmla="*/ 0 h 271309"/>
                  <a:gd name="connsiteX0" fmla="*/ 0 w 600949"/>
                  <a:gd name="connsiteY0" fmla="*/ 0 h 271309"/>
                  <a:gd name="connsiteX1" fmla="*/ 600949 w 600949"/>
                  <a:gd name="connsiteY1" fmla="*/ 0 h 271309"/>
                  <a:gd name="connsiteX2" fmla="*/ 599428 w 600949"/>
                  <a:gd name="connsiteY2" fmla="*/ 141984 h 271309"/>
                  <a:gd name="connsiteX3" fmla="*/ 3722 w 600949"/>
                  <a:gd name="connsiteY3" fmla="*/ 271309 h 271309"/>
                  <a:gd name="connsiteX4" fmla="*/ 0 w 600949"/>
                  <a:gd name="connsiteY4" fmla="*/ 0 h 271309"/>
                  <a:gd name="connsiteX0" fmla="*/ 0 w 599639"/>
                  <a:gd name="connsiteY0" fmla="*/ 0 h 271309"/>
                  <a:gd name="connsiteX1" fmla="*/ 599639 w 599639"/>
                  <a:gd name="connsiteY1" fmla="*/ 0 h 271309"/>
                  <a:gd name="connsiteX2" fmla="*/ 599428 w 599639"/>
                  <a:gd name="connsiteY2" fmla="*/ 141984 h 271309"/>
                  <a:gd name="connsiteX3" fmla="*/ 3722 w 599639"/>
                  <a:gd name="connsiteY3" fmla="*/ 271309 h 271309"/>
                  <a:gd name="connsiteX4" fmla="*/ 0 w 599639"/>
                  <a:gd name="connsiteY4" fmla="*/ 0 h 271309"/>
                  <a:gd name="connsiteX0" fmla="*/ 0 w 597018"/>
                  <a:gd name="connsiteY0" fmla="*/ 0 h 271309"/>
                  <a:gd name="connsiteX1" fmla="*/ 597018 w 597018"/>
                  <a:gd name="connsiteY1" fmla="*/ 0 h 271309"/>
                  <a:gd name="connsiteX2" fmla="*/ 596807 w 597018"/>
                  <a:gd name="connsiteY2" fmla="*/ 141984 h 271309"/>
                  <a:gd name="connsiteX3" fmla="*/ 1101 w 597018"/>
                  <a:gd name="connsiteY3" fmla="*/ 271309 h 271309"/>
                  <a:gd name="connsiteX4" fmla="*/ 0 w 597018"/>
                  <a:gd name="connsiteY4" fmla="*/ 0 h 271309"/>
                  <a:gd name="connsiteX0" fmla="*/ 0 w 596807"/>
                  <a:gd name="connsiteY0" fmla="*/ 0 h 271309"/>
                  <a:gd name="connsiteX1" fmla="*/ 591775 w 596807"/>
                  <a:gd name="connsiteY1" fmla="*/ 0 h 271309"/>
                  <a:gd name="connsiteX2" fmla="*/ 596807 w 596807"/>
                  <a:gd name="connsiteY2" fmla="*/ 141984 h 271309"/>
                  <a:gd name="connsiteX3" fmla="*/ 1101 w 596807"/>
                  <a:gd name="connsiteY3" fmla="*/ 271309 h 271309"/>
                  <a:gd name="connsiteX4" fmla="*/ 0 w 596807"/>
                  <a:gd name="connsiteY4" fmla="*/ 0 h 271309"/>
                  <a:gd name="connsiteX0" fmla="*/ 0 w 596807"/>
                  <a:gd name="connsiteY0" fmla="*/ 0 h 271309"/>
                  <a:gd name="connsiteX1" fmla="*/ 595708 w 596807"/>
                  <a:gd name="connsiteY1" fmla="*/ 0 h 271309"/>
                  <a:gd name="connsiteX2" fmla="*/ 596807 w 596807"/>
                  <a:gd name="connsiteY2" fmla="*/ 141984 h 271309"/>
                  <a:gd name="connsiteX3" fmla="*/ 1101 w 596807"/>
                  <a:gd name="connsiteY3" fmla="*/ 271309 h 271309"/>
                  <a:gd name="connsiteX4" fmla="*/ 0 w 596807"/>
                  <a:gd name="connsiteY4" fmla="*/ 0 h 271309"/>
                  <a:gd name="connsiteX0" fmla="*/ 0 w 595708"/>
                  <a:gd name="connsiteY0" fmla="*/ 0 h 271309"/>
                  <a:gd name="connsiteX1" fmla="*/ 595708 w 595708"/>
                  <a:gd name="connsiteY1" fmla="*/ 0 h 271309"/>
                  <a:gd name="connsiteX2" fmla="*/ 594186 w 595708"/>
                  <a:gd name="connsiteY2" fmla="*/ 141985 h 271309"/>
                  <a:gd name="connsiteX3" fmla="*/ 1101 w 595708"/>
                  <a:gd name="connsiteY3" fmla="*/ 271309 h 271309"/>
                  <a:gd name="connsiteX4" fmla="*/ 0 w 595708"/>
                  <a:gd name="connsiteY4" fmla="*/ 0 h 271309"/>
                  <a:gd name="connsiteX0" fmla="*/ 0 w 596439"/>
                  <a:gd name="connsiteY0" fmla="*/ 109083 h 380392"/>
                  <a:gd name="connsiteX1" fmla="*/ 595708 w 596439"/>
                  <a:gd name="connsiteY1" fmla="*/ 109083 h 380392"/>
                  <a:gd name="connsiteX2" fmla="*/ 594186 w 596439"/>
                  <a:gd name="connsiteY2" fmla="*/ 251068 h 380392"/>
                  <a:gd name="connsiteX3" fmla="*/ 1101 w 596439"/>
                  <a:gd name="connsiteY3" fmla="*/ 380392 h 380392"/>
                  <a:gd name="connsiteX4" fmla="*/ 0 w 596439"/>
                  <a:gd name="connsiteY4" fmla="*/ 109083 h 380392"/>
                  <a:gd name="connsiteX0" fmla="*/ 0 w 595708"/>
                  <a:gd name="connsiteY0" fmla="*/ 0 h 271309"/>
                  <a:gd name="connsiteX1" fmla="*/ 595708 w 595708"/>
                  <a:gd name="connsiteY1" fmla="*/ 0 h 271309"/>
                  <a:gd name="connsiteX2" fmla="*/ 594186 w 595708"/>
                  <a:gd name="connsiteY2" fmla="*/ 141985 h 271309"/>
                  <a:gd name="connsiteX3" fmla="*/ 1101 w 595708"/>
                  <a:gd name="connsiteY3" fmla="*/ 271309 h 271309"/>
                  <a:gd name="connsiteX4" fmla="*/ 0 w 595708"/>
                  <a:gd name="connsiteY4" fmla="*/ 0 h 271309"/>
                  <a:gd name="connsiteX0" fmla="*/ 0 w 596808"/>
                  <a:gd name="connsiteY0" fmla="*/ 0 h 271309"/>
                  <a:gd name="connsiteX1" fmla="*/ 595708 w 596808"/>
                  <a:gd name="connsiteY1" fmla="*/ 0 h 271309"/>
                  <a:gd name="connsiteX2" fmla="*/ 596808 w 596808"/>
                  <a:gd name="connsiteY2" fmla="*/ 141985 h 271309"/>
                  <a:gd name="connsiteX3" fmla="*/ 1101 w 596808"/>
                  <a:gd name="connsiteY3" fmla="*/ 271309 h 271309"/>
                  <a:gd name="connsiteX4" fmla="*/ 0 w 596808"/>
                  <a:gd name="connsiteY4" fmla="*/ 0 h 271309"/>
                  <a:gd name="connsiteX0" fmla="*/ 0 w 596808"/>
                  <a:gd name="connsiteY0" fmla="*/ 0 h 271309"/>
                  <a:gd name="connsiteX1" fmla="*/ 595708 w 596808"/>
                  <a:gd name="connsiteY1" fmla="*/ 0 h 271309"/>
                  <a:gd name="connsiteX2" fmla="*/ 596808 w 596808"/>
                  <a:gd name="connsiteY2" fmla="*/ 141985 h 271309"/>
                  <a:gd name="connsiteX3" fmla="*/ 1101 w 596808"/>
                  <a:gd name="connsiteY3" fmla="*/ 271309 h 271309"/>
                  <a:gd name="connsiteX4" fmla="*/ 0 w 596808"/>
                  <a:gd name="connsiteY4" fmla="*/ 0 h 271309"/>
                  <a:gd name="connsiteX0" fmla="*/ 0 w 596808"/>
                  <a:gd name="connsiteY0" fmla="*/ 0 h 271309"/>
                  <a:gd name="connsiteX1" fmla="*/ 595708 w 596808"/>
                  <a:gd name="connsiteY1" fmla="*/ 0 h 271309"/>
                  <a:gd name="connsiteX2" fmla="*/ 596808 w 596808"/>
                  <a:gd name="connsiteY2" fmla="*/ 141985 h 271309"/>
                  <a:gd name="connsiteX3" fmla="*/ 1101 w 596808"/>
                  <a:gd name="connsiteY3" fmla="*/ 271309 h 271309"/>
                  <a:gd name="connsiteX4" fmla="*/ 0 w 596808"/>
                  <a:gd name="connsiteY4" fmla="*/ 0 h 271309"/>
                  <a:gd name="connsiteX0" fmla="*/ 0 w 595708"/>
                  <a:gd name="connsiteY0" fmla="*/ 0 h 271309"/>
                  <a:gd name="connsiteX1" fmla="*/ 595708 w 595708"/>
                  <a:gd name="connsiteY1" fmla="*/ 0 h 271309"/>
                  <a:gd name="connsiteX2" fmla="*/ 594186 w 595708"/>
                  <a:gd name="connsiteY2" fmla="*/ 141985 h 271309"/>
                  <a:gd name="connsiteX3" fmla="*/ 1101 w 595708"/>
                  <a:gd name="connsiteY3" fmla="*/ 271309 h 271309"/>
                  <a:gd name="connsiteX4" fmla="*/ 0 w 595708"/>
                  <a:gd name="connsiteY4" fmla="*/ 0 h 271309"/>
                  <a:gd name="connsiteX0" fmla="*/ 0 w 595708"/>
                  <a:gd name="connsiteY0" fmla="*/ 0 h 271309"/>
                  <a:gd name="connsiteX1" fmla="*/ 595708 w 595708"/>
                  <a:gd name="connsiteY1" fmla="*/ 0 h 271309"/>
                  <a:gd name="connsiteX2" fmla="*/ 594186 w 595708"/>
                  <a:gd name="connsiteY2" fmla="*/ 141985 h 271309"/>
                  <a:gd name="connsiteX3" fmla="*/ 1101 w 595708"/>
                  <a:gd name="connsiteY3" fmla="*/ 271309 h 271309"/>
                  <a:gd name="connsiteX4" fmla="*/ 0 w 595708"/>
                  <a:gd name="connsiteY4" fmla="*/ 0 h 271309"/>
                  <a:gd name="connsiteX0" fmla="*/ 0 w 595936"/>
                  <a:gd name="connsiteY0" fmla="*/ 0 h 271309"/>
                  <a:gd name="connsiteX1" fmla="*/ 595708 w 595936"/>
                  <a:gd name="connsiteY1" fmla="*/ 0 h 271309"/>
                  <a:gd name="connsiteX2" fmla="*/ 594186 w 595936"/>
                  <a:gd name="connsiteY2" fmla="*/ 141985 h 271309"/>
                  <a:gd name="connsiteX3" fmla="*/ 1101 w 595936"/>
                  <a:gd name="connsiteY3" fmla="*/ 271309 h 271309"/>
                  <a:gd name="connsiteX4" fmla="*/ 0 w 595936"/>
                  <a:gd name="connsiteY4" fmla="*/ 0 h 271309"/>
                  <a:gd name="connsiteX0" fmla="*/ 319 w 596255"/>
                  <a:gd name="connsiteY0" fmla="*/ 0 h 271309"/>
                  <a:gd name="connsiteX1" fmla="*/ 596027 w 596255"/>
                  <a:gd name="connsiteY1" fmla="*/ 0 h 271309"/>
                  <a:gd name="connsiteX2" fmla="*/ 594505 w 596255"/>
                  <a:gd name="connsiteY2" fmla="*/ 141985 h 271309"/>
                  <a:gd name="connsiteX3" fmla="*/ 110 w 596255"/>
                  <a:gd name="connsiteY3" fmla="*/ 271309 h 271309"/>
                  <a:gd name="connsiteX4" fmla="*/ 319 w 596255"/>
                  <a:gd name="connsiteY4" fmla="*/ 0 h 271309"/>
                  <a:gd name="connsiteX0" fmla="*/ 0 w 595936"/>
                  <a:gd name="connsiteY0" fmla="*/ 0 h 271309"/>
                  <a:gd name="connsiteX1" fmla="*/ 595708 w 595936"/>
                  <a:gd name="connsiteY1" fmla="*/ 0 h 271309"/>
                  <a:gd name="connsiteX2" fmla="*/ 594186 w 595936"/>
                  <a:gd name="connsiteY2" fmla="*/ 141985 h 271309"/>
                  <a:gd name="connsiteX3" fmla="*/ 1101 w 595936"/>
                  <a:gd name="connsiteY3" fmla="*/ 271309 h 271309"/>
                  <a:gd name="connsiteX4" fmla="*/ 0 w 595936"/>
                  <a:gd name="connsiteY4" fmla="*/ 0 h 2713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5936" h="271309">
                    <a:moveTo>
                      <a:pt x="0" y="0"/>
                    </a:moveTo>
                    <a:lnTo>
                      <a:pt x="595708" y="0"/>
                    </a:lnTo>
                    <a:cubicBezTo>
                      <a:pt x="595708" y="30988"/>
                      <a:pt x="596806" y="39550"/>
                      <a:pt x="594186" y="141985"/>
                    </a:cubicBezTo>
                    <a:cubicBezTo>
                      <a:pt x="404809" y="352086"/>
                      <a:pt x="341643" y="22672"/>
                      <a:pt x="1101" y="271309"/>
                    </a:cubicBezTo>
                    <a:cubicBezTo>
                      <a:pt x="647" y="226260"/>
                      <a:pt x="454" y="45049"/>
                      <a:pt x="0" y="0"/>
                    </a:cubicBezTo>
                    <a:close/>
                  </a:path>
                </a:pathLst>
              </a:custGeom>
              <a:solidFill>
                <a:schemeClr val="accent6">
                  <a:lumMod val="20000"/>
                  <a:lumOff val="80000"/>
                </a:schemeClr>
              </a:solidFill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40" name="矩形 1174">
                <a:extLst>
                  <a:ext uri="{FF2B5EF4-FFF2-40B4-BE49-F238E27FC236}">
                    <a16:creationId xmlns:a16="http://schemas.microsoft.com/office/drawing/2014/main" id="{117A019A-F986-53F7-A9D2-85E109981912}"/>
                  </a:ext>
                </a:extLst>
              </p:cNvPr>
              <p:cNvSpPr/>
              <p:nvPr/>
            </p:nvSpPr>
            <p:spPr>
              <a:xfrm rot="10800000">
                <a:off x="5041542" y="6594252"/>
                <a:ext cx="618706" cy="226680"/>
              </a:xfrm>
              <a:custGeom>
                <a:avLst/>
                <a:gdLst>
                  <a:gd name="connsiteX0" fmla="*/ 0 w 595706"/>
                  <a:gd name="connsiteY0" fmla="*/ 0 h 92965"/>
                  <a:gd name="connsiteX1" fmla="*/ 595706 w 595706"/>
                  <a:gd name="connsiteY1" fmla="*/ 0 h 92965"/>
                  <a:gd name="connsiteX2" fmla="*/ 595706 w 595706"/>
                  <a:gd name="connsiteY2" fmla="*/ 92965 h 92965"/>
                  <a:gd name="connsiteX3" fmla="*/ 0 w 595706"/>
                  <a:gd name="connsiteY3" fmla="*/ 92965 h 92965"/>
                  <a:gd name="connsiteX4" fmla="*/ 0 w 595706"/>
                  <a:gd name="connsiteY4" fmla="*/ 0 h 92965"/>
                  <a:gd name="connsiteX0" fmla="*/ 0 w 595706"/>
                  <a:gd name="connsiteY0" fmla="*/ 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0 h 135147"/>
                  <a:gd name="connsiteX0" fmla="*/ 0 w 595706"/>
                  <a:gd name="connsiteY0" fmla="*/ 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0 h 135147"/>
                  <a:gd name="connsiteX0" fmla="*/ 0 w 595706"/>
                  <a:gd name="connsiteY0" fmla="*/ 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0 h 135147"/>
                  <a:gd name="connsiteX0" fmla="*/ 0 w 595706"/>
                  <a:gd name="connsiteY0" fmla="*/ 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0 h 135147"/>
                  <a:gd name="connsiteX0" fmla="*/ 1422 w 594406"/>
                  <a:gd name="connsiteY0" fmla="*/ 21376 h 135147"/>
                  <a:gd name="connsiteX1" fmla="*/ 594406 w 594406"/>
                  <a:gd name="connsiteY1" fmla="*/ 0 h 135147"/>
                  <a:gd name="connsiteX2" fmla="*/ 594406 w 594406"/>
                  <a:gd name="connsiteY2" fmla="*/ 92965 h 135147"/>
                  <a:gd name="connsiteX3" fmla="*/ 61 w 594406"/>
                  <a:gd name="connsiteY3" fmla="*/ 135147 h 135147"/>
                  <a:gd name="connsiteX4" fmla="*/ 1422 w 594406"/>
                  <a:gd name="connsiteY4" fmla="*/ 21376 h 135147"/>
                  <a:gd name="connsiteX0" fmla="*/ 1422 w 594406"/>
                  <a:gd name="connsiteY0" fmla="*/ 15599 h 135147"/>
                  <a:gd name="connsiteX1" fmla="*/ 594406 w 594406"/>
                  <a:gd name="connsiteY1" fmla="*/ 0 h 135147"/>
                  <a:gd name="connsiteX2" fmla="*/ 594406 w 594406"/>
                  <a:gd name="connsiteY2" fmla="*/ 92965 h 135147"/>
                  <a:gd name="connsiteX3" fmla="*/ 61 w 594406"/>
                  <a:gd name="connsiteY3" fmla="*/ 135147 h 135147"/>
                  <a:gd name="connsiteX4" fmla="*/ 1422 w 594406"/>
                  <a:gd name="connsiteY4" fmla="*/ 15599 h 135147"/>
                  <a:gd name="connsiteX0" fmla="*/ 131 w 594476"/>
                  <a:gd name="connsiteY0" fmla="*/ 4622 h 135147"/>
                  <a:gd name="connsiteX1" fmla="*/ 594476 w 594476"/>
                  <a:gd name="connsiteY1" fmla="*/ 0 h 135147"/>
                  <a:gd name="connsiteX2" fmla="*/ 594476 w 594476"/>
                  <a:gd name="connsiteY2" fmla="*/ 92965 h 135147"/>
                  <a:gd name="connsiteX3" fmla="*/ 131 w 594476"/>
                  <a:gd name="connsiteY3" fmla="*/ 135147 h 135147"/>
                  <a:gd name="connsiteX4" fmla="*/ 131 w 594476"/>
                  <a:gd name="connsiteY4" fmla="*/ 4622 h 135147"/>
                  <a:gd name="connsiteX0" fmla="*/ 0 w 595706"/>
                  <a:gd name="connsiteY0" fmla="*/ 1791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17910 h 135147"/>
                  <a:gd name="connsiteX0" fmla="*/ 0 w 595706"/>
                  <a:gd name="connsiteY0" fmla="*/ 1791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17910 h 135147"/>
                  <a:gd name="connsiteX0" fmla="*/ 0 w 595706"/>
                  <a:gd name="connsiteY0" fmla="*/ 1791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17910 h 135147"/>
                  <a:gd name="connsiteX0" fmla="*/ 0 w 595706"/>
                  <a:gd name="connsiteY0" fmla="*/ 1791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17910 h 135147"/>
                  <a:gd name="connsiteX0" fmla="*/ 0 w 595706"/>
                  <a:gd name="connsiteY0" fmla="*/ 22423 h 139660"/>
                  <a:gd name="connsiteX1" fmla="*/ 595706 w 595706"/>
                  <a:gd name="connsiteY1" fmla="*/ 4513 h 139660"/>
                  <a:gd name="connsiteX2" fmla="*/ 595706 w 595706"/>
                  <a:gd name="connsiteY2" fmla="*/ 97478 h 139660"/>
                  <a:gd name="connsiteX3" fmla="*/ 1361 w 595706"/>
                  <a:gd name="connsiteY3" fmla="*/ 139660 h 139660"/>
                  <a:gd name="connsiteX4" fmla="*/ 0 w 595706"/>
                  <a:gd name="connsiteY4" fmla="*/ 22423 h 139660"/>
                  <a:gd name="connsiteX0" fmla="*/ 0 w 595706"/>
                  <a:gd name="connsiteY0" fmla="*/ 26413 h 143650"/>
                  <a:gd name="connsiteX1" fmla="*/ 595706 w 595706"/>
                  <a:gd name="connsiteY1" fmla="*/ 8503 h 143650"/>
                  <a:gd name="connsiteX2" fmla="*/ 595706 w 595706"/>
                  <a:gd name="connsiteY2" fmla="*/ 101468 h 143650"/>
                  <a:gd name="connsiteX3" fmla="*/ 1361 w 595706"/>
                  <a:gd name="connsiteY3" fmla="*/ 143650 h 143650"/>
                  <a:gd name="connsiteX4" fmla="*/ 0 w 595706"/>
                  <a:gd name="connsiteY4" fmla="*/ 26413 h 143650"/>
                  <a:gd name="connsiteX0" fmla="*/ 0 w 595706"/>
                  <a:gd name="connsiteY0" fmla="*/ 21286 h 138523"/>
                  <a:gd name="connsiteX1" fmla="*/ 595706 w 595706"/>
                  <a:gd name="connsiteY1" fmla="*/ 3376 h 138523"/>
                  <a:gd name="connsiteX2" fmla="*/ 595706 w 595706"/>
                  <a:gd name="connsiteY2" fmla="*/ 96341 h 138523"/>
                  <a:gd name="connsiteX3" fmla="*/ 1361 w 595706"/>
                  <a:gd name="connsiteY3" fmla="*/ 138523 h 138523"/>
                  <a:gd name="connsiteX4" fmla="*/ 0 w 595706"/>
                  <a:gd name="connsiteY4" fmla="*/ 21286 h 138523"/>
                  <a:gd name="connsiteX0" fmla="*/ 0 w 595706"/>
                  <a:gd name="connsiteY0" fmla="*/ 22534 h 139771"/>
                  <a:gd name="connsiteX1" fmla="*/ 595706 w 595706"/>
                  <a:gd name="connsiteY1" fmla="*/ 4624 h 139771"/>
                  <a:gd name="connsiteX2" fmla="*/ 595706 w 595706"/>
                  <a:gd name="connsiteY2" fmla="*/ 97589 h 139771"/>
                  <a:gd name="connsiteX3" fmla="*/ 1361 w 595706"/>
                  <a:gd name="connsiteY3" fmla="*/ 139771 h 139771"/>
                  <a:gd name="connsiteX4" fmla="*/ 0 w 595706"/>
                  <a:gd name="connsiteY4" fmla="*/ 22534 h 139771"/>
                  <a:gd name="connsiteX0" fmla="*/ 0 w 595706"/>
                  <a:gd name="connsiteY0" fmla="*/ 23494 h 140731"/>
                  <a:gd name="connsiteX1" fmla="*/ 595706 w 595706"/>
                  <a:gd name="connsiteY1" fmla="*/ 2118 h 140731"/>
                  <a:gd name="connsiteX2" fmla="*/ 595706 w 595706"/>
                  <a:gd name="connsiteY2" fmla="*/ 98549 h 140731"/>
                  <a:gd name="connsiteX3" fmla="*/ 1361 w 595706"/>
                  <a:gd name="connsiteY3" fmla="*/ 140731 h 140731"/>
                  <a:gd name="connsiteX4" fmla="*/ 0 w 595706"/>
                  <a:gd name="connsiteY4" fmla="*/ 23494 h 140731"/>
                  <a:gd name="connsiteX0" fmla="*/ 0 w 595706"/>
                  <a:gd name="connsiteY0" fmla="*/ 23494 h 140731"/>
                  <a:gd name="connsiteX1" fmla="*/ 595706 w 595706"/>
                  <a:gd name="connsiteY1" fmla="*/ 2118 h 140731"/>
                  <a:gd name="connsiteX2" fmla="*/ 595706 w 595706"/>
                  <a:gd name="connsiteY2" fmla="*/ 98549 h 140731"/>
                  <a:gd name="connsiteX3" fmla="*/ 1361 w 595706"/>
                  <a:gd name="connsiteY3" fmla="*/ 140731 h 140731"/>
                  <a:gd name="connsiteX4" fmla="*/ 0 w 595706"/>
                  <a:gd name="connsiteY4" fmla="*/ 23494 h 140731"/>
                  <a:gd name="connsiteX0" fmla="*/ 0 w 595706"/>
                  <a:gd name="connsiteY0" fmla="*/ 25030 h 142267"/>
                  <a:gd name="connsiteX1" fmla="*/ 595706 w 595706"/>
                  <a:gd name="connsiteY1" fmla="*/ 3654 h 142267"/>
                  <a:gd name="connsiteX2" fmla="*/ 595706 w 595706"/>
                  <a:gd name="connsiteY2" fmla="*/ 100085 h 142267"/>
                  <a:gd name="connsiteX3" fmla="*/ 1361 w 595706"/>
                  <a:gd name="connsiteY3" fmla="*/ 142267 h 142267"/>
                  <a:gd name="connsiteX4" fmla="*/ 0 w 595706"/>
                  <a:gd name="connsiteY4" fmla="*/ 25030 h 142267"/>
                  <a:gd name="connsiteX0" fmla="*/ 0 w 595706"/>
                  <a:gd name="connsiteY0" fmla="*/ 22091 h 139328"/>
                  <a:gd name="connsiteX1" fmla="*/ 595706 w 595706"/>
                  <a:gd name="connsiteY1" fmla="*/ 715 h 139328"/>
                  <a:gd name="connsiteX2" fmla="*/ 595706 w 595706"/>
                  <a:gd name="connsiteY2" fmla="*/ 97146 h 139328"/>
                  <a:gd name="connsiteX3" fmla="*/ 1361 w 595706"/>
                  <a:gd name="connsiteY3" fmla="*/ 139328 h 139328"/>
                  <a:gd name="connsiteX4" fmla="*/ 0 w 595706"/>
                  <a:gd name="connsiteY4" fmla="*/ 22091 h 139328"/>
                  <a:gd name="connsiteX0" fmla="*/ 0 w 595706"/>
                  <a:gd name="connsiteY0" fmla="*/ 23573 h 140810"/>
                  <a:gd name="connsiteX1" fmla="*/ 595706 w 595706"/>
                  <a:gd name="connsiteY1" fmla="*/ 2197 h 140810"/>
                  <a:gd name="connsiteX2" fmla="*/ 595706 w 595706"/>
                  <a:gd name="connsiteY2" fmla="*/ 98628 h 140810"/>
                  <a:gd name="connsiteX3" fmla="*/ 1361 w 595706"/>
                  <a:gd name="connsiteY3" fmla="*/ 140810 h 140810"/>
                  <a:gd name="connsiteX4" fmla="*/ 0 w 595706"/>
                  <a:gd name="connsiteY4" fmla="*/ 23573 h 140810"/>
                  <a:gd name="connsiteX0" fmla="*/ 0 w 595706"/>
                  <a:gd name="connsiteY0" fmla="*/ 21908 h 139145"/>
                  <a:gd name="connsiteX1" fmla="*/ 595706 w 595706"/>
                  <a:gd name="connsiteY1" fmla="*/ 532 h 139145"/>
                  <a:gd name="connsiteX2" fmla="*/ 595706 w 595706"/>
                  <a:gd name="connsiteY2" fmla="*/ 96963 h 139145"/>
                  <a:gd name="connsiteX3" fmla="*/ 1361 w 595706"/>
                  <a:gd name="connsiteY3" fmla="*/ 139145 h 139145"/>
                  <a:gd name="connsiteX4" fmla="*/ 0 w 595706"/>
                  <a:gd name="connsiteY4" fmla="*/ 21908 h 139145"/>
                  <a:gd name="connsiteX0" fmla="*/ 0 w 595706"/>
                  <a:gd name="connsiteY0" fmla="*/ 23863 h 141100"/>
                  <a:gd name="connsiteX1" fmla="*/ 595706 w 595706"/>
                  <a:gd name="connsiteY1" fmla="*/ 2487 h 141100"/>
                  <a:gd name="connsiteX2" fmla="*/ 595706 w 595706"/>
                  <a:gd name="connsiteY2" fmla="*/ 98918 h 141100"/>
                  <a:gd name="connsiteX3" fmla="*/ 1361 w 595706"/>
                  <a:gd name="connsiteY3" fmla="*/ 141100 h 141100"/>
                  <a:gd name="connsiteX4" fmla="*/ 0 w 595706"/>
                  <a:gd name="connsiteY4" fmla="*/ 23863 h 141100"/>
                  <a:gd name="connsiteX0" fmla="*/ 0 w 595706"/>
                  <a:gd name="connsiteY0" fmla="*/ 24472 h 141709"/>
                  <a:gd name="connsiteX1" fmla="*/ 595706 w 595706"/>
                  <a:gd name="connsiteY1" fmla="*/ 3096 h 141709"/>
                  <a:gd name="connsiteX2" fmla="*/ 595706 w 595706"/>
                  <a:gd name="connsiteY2" fmla="*/ 99527 h 141709"/>
                  <a:gd name="connsiteX3" fmla="*/ 1361 w 595706"/>
                  <a:gd name="connsiteY3" fmla="*/ 141709 h 141709"/>
                  <a:gd name="connsiteX4" fmla="*/ 0 w 595706"/>
                  <a:gd name="connsiteY4" fmla="*/ 24472 h 141709"/>
                  <a:gd name="connsiteX0" fmla="*/ 0 w 595706"/>
                  <a:gd name="connsiteY0" fmla="*/ 24267 h 141504"/>
                  <a:gd name="connsiteX1" fmla="*/ 595706 w 595706"/>
                  <a:gd name="connsiteY1" fmla="*/ 2891 h 141504"/>
                  <a:gd name="connsiteX2" fmla="*/ 595706 w 595706"/>
                  <a:gd name="connsiteY2" fmla="*/ 99322 h 141504"/>
                  <a:gd name="connsiteX3" fmla="*/ 1361 w 595706"/>
                  <a:gd name="connsiteY3" fmla="*/ 141504 h 141504"/>
                  <a:gd name="connsiteX4" fmla="*/ 0 w 595706"/>
                  <a:gd name="connsiteY4" fmla="*/ 24267 h 141504"/>
                  <a:gd name="connsiteX0" fmla="*/ 0 w 595706"/>
                  <a:gd name="connsiteY0" fmla="*/ 24472 h 141709"/>
                  <a:gd name="connsiteX1" fmla="*/ 595706 w 595706"/>
                  <a:gd name="connsiteY1" fmla="*/ 3096 h 141709"/>
                  <a:gd name="connsiteX2" fmla="*/ 595706 w 595706"/>
                  <a:gd name="connsiteY2" fmla="*/ 99527 h 141709"/>
                  <a:gd name="connsiteX3" fmla="*/ 1361 w 595706"/>
                  <a:gd name="connsiteY3" fmla="*/ 141709 h 141709"/>
                  <a:gd name="connsiteX4" fmla="*/ 0 w 595706"/>
                  <a:gd name="connsiteY4" fmla="*/ 24472 h 141709"/>
                  <a:gd name="connsiteX0" fmla="*/ 0 w 595706"/>
                  <a:gd name="connsiteY0" fmla="*/ 24472 h 141709"/>
                  <a:gd name="connsiteX1" fmla="*/ 594353 w 595706"/>
                  <a:gd name="connsiteY1" fmla="*/ 3096 h 141709"/>
                  <a:gd name="connsiteX2" fmla="*/ 595706 w 595706"/>
                  <a:gd name="connsiteY2" fmla="*/ 99527 h 141709"/>
                  <a:gd name="connsiteX3" fmla="*/ 1361 w 595706"/>
                  <a:gd name="connsiteY3" fmla="*/ 141709 h 141709"/>
                  <a:gd name="connsiteX4" fmla="*/ 0 w 595706"/>
                  <a:gd name="connsiteY4" fmla="*/ 24472 h 141709"/>
                  <a:gd name="connsiteX0" fmla="*/ 124 w 595830"/>
                  <a:gd name="connsiteY0" fmla="*/ 24472 h 141709"/>
                  <a:gd name="connsiteX1" fmla="*/ 594477 w 595830"/>
                  <a:gd name="connsiteY1" fmla="*/ 3096 h 141709"/>
                  <a:gd name="connsiteX2" fmla="*/ 595830 w 595830"/>
                  <a:gd name="connsiteY2" fmla="*/ 99527 h 141709"/>
                  <a:gd name="connsiteX3" fmla="*/ 131 w 595830"/>
                  <a:gd name="connsiteY3" fmla="*/ 141709 h 141709"/>
                  <a:gd name="connsiteX4" fmla="*/ 124 w 595830"/>
                  <a:gd name="connsiteY4" fmla="*/ 24472 h 141709"/>
                  <a:gd name="connsiteX0" fmla="*/ 124 w 597179"/>
                  <a:gd name="connsiteY0" fmla="*/ 25207 h 142444"/>
                  <a:gd name="connsiteX1" fmla="*/ 597179 w 597179"/>
                  <a:gd name="connsiteY1" fmla="*/ 481 h 142444"/>
                  <a:gd name="connsiteX2" fmla="*/ 595830 w 597179"/>
                  <a:gd name="connsiteY2" fmla="*/ 100262 h 142444"/>
                  <a:gd name="connsiteX3" fmla="*/ 131 w 597179"/>
                  <a:gd name="connsiteY3" fmla="*/ 142444 h 142444"/>
                  <a:gd name="connsiteX4" fmla="*/ 124 w 597179"/>
                  <a:gd name="connsiteY4" fmla="*/ 25207 h 142444"/>
                  <a:gd name="connsiteX0" fmla="*/ 124 w 595889"/>
                  <a:gd name="connsiteY0" fmla="*/ 25842 h 143079"/>
                  <a:gd name="connsiteX1" fmla="*/ 594477 w 595889"/>
                  <a:gd name="connsiteY1" fmla="*/ 0 h 143079"/>
                  <a:gd name="connsiteX2" fmla="*/ 595830 w 595889"/>
                  <a:gd name="connsiteY2" fmla="*/ 100897 h 143079"/>
                  <a:gd name="connsiteX3" fmla="*/ 131 w 595889"/>
                  <a:gd name="connsiteY3" fmla="*/ 143079 h 143079"/>
                  <a:gd name="connsiteX4" fmla="*/ 124 w 595889"/>
                  <a:gd name="connsiteY4" fmla="*/ 25842 h 143079"/>
                  <a:gd name="connsiteX0" fmla="*/ 124 w 595889"/>
                  <a:gd name="connsiteY0" fmla="*/ 24713 h 141950"/>
                  <a:gd name="connsiteX1" fmla="*/ 594477 w 595889"/>
                  <a:gd name="connsiteY1" fmla="*/ 2221 h 141950"/>
                  <a:gd name="connsiteX2" fmla="*/ 595830 w 595889"/>
                  <a:gd name="connsiteY2" fmla="*/ 99768 h 141950"/>
                  <a:gd name="connsiteX3" fmla="*/ 131 w 595889"/>
                  <a:gd name="connsiteY3" fmla="*/ 141950 h 141950"/>
                  <a:gd name="connsiteX4" fmla="*/ 124 w 595889"/>
                  <a:gd name="connsiteY4" fmla="*/ 24713 h 141950"/>
                  <a:gd name="connsiteX0" fmla="*/ 124 w 595959"/>
                  <a:gd name="connsiteY0" fmla="*/ 24713 h 141950"/>
                  <a:gd name="connsiteX1" fmla="*/ 595828 w 595959"/>
                  <a:gd name="connsiteY1" fmla="*/ 2221 h 141950"/>
                  <a:gd name="connsiteX2" fmla="*/ 595830 w 595959"/>
                  <a:gd name="connsiteY2" fmla="*/ 99768 h 141950"/>
                  <a:gd name="connsiteX3" fmla="*/ 131 w 595959"/>
                  <a:gd name="connsiteY3" fmla="*/ 141950 h 141950"/>
                  <a:gd name="connsiteX4" fmla="*/ 124 w 595959"/>
                  <a:gd name="connsiteY4" fmla="*/ 24713 h 141950"/>
                  <a:gd name="connsiteX0" fmla="*/ 124 w 595959"/>
                  <a:gd name="connsiteY0" fmla="*/ 24925 h 142162"/>
                  <a:gd name="connsiteX1" fmla="*/ 595828 w 595959"/>
                  <a:gd name="connsiteY1" fmla="*/ 2433 h 142162"/>
                  <a:gd name="connsiteX2" fmla="*/ 595830 w 595959"/>
                  <a:gd name="connsiteY2" fmla="*/ 99980 h 142162"/>
                  <a:gd name="connsiteX3" fmla="*/ 131 w 595959"/>
                  <a:gd name="connsiteY3" fmla="*/ 142162 h 142162"/>
                  <a:gd name="connsiteX4" fmla="*/ 124 w 595959"/>
                  <a:gd name="connsiteY4" fmla="*/ 24925 h 142162"/>
                  <a:gd name="connsiteX0" fmla="*/ 124 w 595959"/>
                  <a:gd name="connsiteY0" fmla="*/ 22492 h 139729"/>
                  <a:gd name="connsiteX1" fmla="*/ 595828 w 595959"/>
                  <a:gd name="connsiteY1" fmla="*/ 0 h 139729"/>
                  <a:gd name="connsiteX2" fmla="*/ 595830 w 595959"/>
                  <a:gd name="connsiteY2" fmla="*/ 97547 h 139729"/>
                  <a:gd name="connsiteX3" fmla="*/ 131 w 595959"/>
                  <a:gd name="connsiteY3" fmla="*/ 139729 h 139729"/>
                  <a:gd name="connsiteX4" fmla="*/ 124 w 595959"/>
                  <a:gd name="connsiteY4" fmla="*/ 22492 h 139729"/>
                  <a:gd name="connsiteX0" fmla="*/ 124 w 595959"/>
                  <a:gd name="connsiteY0" fmla="*/ 25585 h 142822"/>
                  <a:gd name="connsiteX1" fmla="*/ 595828 w 595959"/>
                  <a:gd name="connsiteY1" fmla="*/ 3093 h 142822"/>
                  <a:gd name="connsiteX2" fmla="*/ 595830 w 595959"/>
                  <a:gd name="connsiteY2" fmla="*/ 100640 h 142822"/>
                  <a:gd name="connsiteX3" fmla="*/ 131 w 595959"/>
                  <a:gd name="connsiteY3" fmla="*/ 142822 h 142822"/>
                  <a:gd name="connsiteX4" fmla="*/ 124 w 595959"/>
                  <a:gd name="connsiteY4" fmla="*/ 25585 h 142822"/>
                  <a:gd name="connsiteX0" fmla="*/ 124 w 595959"/>
                  <a:gd name="connsiteY0" fmla="*/ 25585 h 142822"/>
                  <a:gd name="connsiteX1" fmla="*/ 595828 w 595959"/>
                  <a:gd name="connsiteY1" fmla="*/ 3093 h 142822"/>
                  <a:gd name="connsiteX2" fmla="*/ 595830 w 595959"/>
                  <a:gd name="connsiteY2" fmla="*/ 100640 h 142822"/>
                  <a:gd name="connsiteX3" fmla="*/ 131 w 595959"/>
                  <a:gd name="connsiteY3" fmla="*/ 142822 h 142822"/>
                  <a:gd name="connsiteX4" fmla="*/ 124 w 595959"/>
                  <a:gd name="connsiteY4" fmla="*/ 25585 h 142822"/>
                  <a:gd name="connsiteX0" fmla="*/ 124 w 595959"/>
                  <a:gd name="connsiteY0" fmla="*/ 26512 h 143749"/>
                  <a:gd name="connsiteX1" fmla="*/ 595828 w 595959"/>
                  <a:gd name="connsiteY1" fmla="*/ 4020 h 143749"/>
                  <a:gd name="connsiteX2" fmla="*/ 595830 w 595959"/>
                  <a:gd name="connsiteY2" fmla="*/ 101567 h 143749"/>
                  <a:gd name="connsiteX3" fmla="*/ 131 w 595959"/>
                  <a:gd name="connsiteY3" fmla="*/ 143749 h 143749"/>
                  <a:gd name="connsiteX4" fmla="*/ 124 w 595959"/>
                  <a:gd name="connsiteY4" fmla="*/ 26512 h 143749"/>
                  <a:gd name="connsiteX0" fmla="*/ 124 w 595959"/>
                  <a:gd name="connsiteY0" fmla="*/ 26512 h 143749"/>
                  <a:gd name="connsiteX1" fmla="*/ 595828 w 595959"/>
                  <a:gd name="connsiteY1" fmla="*/ 4020 h 143749"/>
                  <a:gd name="connsiteX2" fmla="*/ 595830 w 595959"/>
                  <a:gd name="connsiteY2" fmla="*/ 101567 h 143749"/>
                  <a:gd name="connsiteX3" fmla="*/ 131 w 595959"/>
                  <a:gd name="connsiteY3" fmla="*/ 143749 h 143749"/>
                  <a:gd name="connsiteX4" fmla="*/ 124 w 595959"/>
                  <a:gd name="connsiteY4" fmla="*/ 26512 h 143749"/>
                  <a:gd name="connsiteX0" fmla="*/ 124 w 595959"/>
                  <a:gd name="connsiteY0" fmla="*/ 28496 h 145733"/>
                  <a:gd name="connsiteX1" fmla="*/ 595828 w 595959"/>
                  <a:gd name="connsiteY1" fmla="*/ 6004 h 145733"/>
                  <a:gd name="connsiteX2" fmla="*/ 595830 w 595959"/>
                  <a:gd name="connsiteY2" fmla="*/ 103551 h 145733"/>
                  <a:gd name="connsiteX3" fmla="*/ 131 w 595959"/>
                  <a:gd name="connsiteY3" fmla="*/ 145733 h 145733"/>
                  <a:gd name="connsiteX4" fmla="*/ 124 w 595959"/>
                  <a:gd name="connsiteY4" fmla="*/ 28496 h 14573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856"/>
                  <a:gd name="connsiteY0" fmla="*/ 41841 h 159078"/>
                  <a:gd name="connsiteX1" fmla="*/ 591261 w 595856"/>
                  <a:gd name="connsiteY1" fmla="*/ 0 h 159078"/>
                  <a:gd name="connsiteX2" fmla="*/ 595830 w 595856"/>
                  <a:gd name="connsiteY2" fmla="*/ 116896 h 159078"/>
                  <a:gd name="connsiteX3" fmla="*/ 131 w 595856"/>
                  <a:gd name="connsiteY3" fmla="*/ 159078 h 159078"/>
                  <a:gd name="connsiteX4" fmla="*/ 124 w 595856"/>
                  <a:gd name="connsiteY4" fmla="*/ 41841 h 159078"/>
                  <a:gd name="connsiteX0" fmla="*/ 124 w 595959"/>
                  <a:gd name="connsiteY0" fmla="*/ 41841 h 159078"/>
                  <a:gd name="connsiteX1" fmla="*/ 595828 w 595959"/>
                  <a:gd name="connsiteY1" fmla="*/ 0 h 159078"/>
                  <a:gd name="connsiteX2" fmla="*/ 595830 w 595959"/>
                  <a:gd name="connsiteY2" fmla="*/ 116896 h 159078"/>
                  <a:gd name="connsiteX3" fmla="*/ 131 w 595959"/>
                  <a:gd name="connsiteY3" fmla="*/ 159078 h 159078"/>
                  <a:gd name="connsiteX4" fmla="*/ 124 w 595959"/>
                  <a:gd name="connsiteY4" fmla="*/ 41841 h 159078"/>
                  <a:gd name="connsiteX0" fmla="*/ 124 w 597349"/>
                  <a:gd name="connsiteY0" fmla="*/ 42378 h 159615"/>
                  <a:gd name="connsiteX1" fmla="*/ 597349 w 597349"/>
                  <a:gd name="connsiteY1" fmla="*/ 0 h 159615"/>
                  <a:gd name="connsiteX2" fmla="*/ 595830 w 597349"/>
                  <a:gd name="connsiteY2" fmla="*/ 117433 h 159615"/>
                  <a:gd name="connsiteX3" fmla="*/ 131 w 597349"/>
                  <a:gd name="connsiteY3" fmla="*/ 159615 h 159615"/>
                  <a:gd name="connsiteX4" fmla="*/ 124 w 597349"/>
                  <a:gd name="connsiteY4" fmla="*/ 42378 h 159615"/>
                  <a:gd name="connsiteX0" fmla="*/ 124 w 600443"/>
                  <a:gd name="connsiteY0" fmla="*/ 42378 h 159615"/>
                  <a:gd name="connsiteX1" fmla="*/ 597349 w 600443"/>
                  <a:gd name="connsiteY1" fmla="*/ 0 h 159615"/>
                  <a:gd name="connsiteX2" fmla="*/ 600408 w 600443"/>
                  <a:gd name="connsiteY2" fmla="*/ 117433 h 159615"/>
                  <a:gd name="connsiteX3" fmla="*/ 131 w 600443"/>
                  <a:gd name="connsiteY3" fmla="*/ 159615 h 159615"/>
                  <a:gd name="connsiteX4" fmla="*/ 124 w 600443"/>
                  <a:gd name="connsiteY4" fmla="*/ 42378 h 159615"/>
                  <a:gd name="connsiteX0" fmla="*/ 124 w 600537"/>
                  <a:gd name="connsiteY0" fmla="*/ 42378 h 159615"/>
                  <a:gd name="connsiteX1" fmla="*/ 600401 w 600537"/>
                  <a:gd name="connsiteY1" fmla="*/ 0 h 159615"/>
                  <a:gd name="connsiteX2" fmla="*/ 600408 w 600537"/>
                  <a:gd name="connsiteY2" fmla="*/ 117433 h 159615"/>
                  <a:gd name="connsiteX3" fmla="*/ 131 w 600537"/>
                  <a:gd name="connsiteY3" fmla="*/ 159615 h 159615"/>
                  <a:gd name="connsiteX4" fmla="*/ 124 w 600537"/>
                  <a:gd name="connsiteY4" fmla="*/ 42378 h 1596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00537" h="159615">
                    <a:moveTo>
                      <a:pt x="124" y="42378"/>
                    </a:moveTo>
                    <a:cubicBezTo>
                      <a:pt x="296414" y="-50243"/>
                      <a:pt x="418111" y="75773"/>
                      <a:pt x="600401" y="0"/>
                    </a:cubicBezTo>
                    <a:cubicBezTo>
                      <a:pt x="599951" y="33260"/>
                      <a:pt x="600858" y="84173"/>
                      <a:pt x="600408" y="117433"/>
                    </a:cubicBezTo>
                    <a:cubicBezTo>
                      <a:pt x="395490" y="192726"/>
                      <a:pt x="285331" y="62551"/>
                      <a:pt x="131" y="159615"/>
                    </a:cubicBezTo>
                    <a:cubicBezTo>
                      <a:pt x="-323" y="114566"/>
                      <a:pt x="578" y="87427"/>
                      <a:pt x="124" y="42378"/>
                    </a:cubicBezTo>
                    <a:close/>
                  </a:path>
                </a:pathLst>
              </a:custGeom>
              <a:solidFill>
                <a:schemeClr val="accent5">
                  <a:lumMod val="40000"/>
                  <a:lumOff val="60000"/>
                </a:schemeClr>
              </a:solidFill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grpSp>
            <p:nvGrpSpPr>
              <p:cNvPr id="741" name="组合 740">
                <a:extLst>
                  <a:ext uri="{FF2B5EF4-FFF2-40B4-BE49-F238E27FC236}">
                    <a16:creationId xmlns:a16="http://schemas.microsoft.com/office/drawing/2014/main" id="{DF8CC6E8-9575-CA4D-6E94-6535355DD547}"/>
                  </a:ext>
                </a:extLst>
              </p:cNvPr>
              <p:cNvGrpSpPr/>
              <p:nvPr/>
            </p:nvGrpSpPr>
            <p:grpSpPr>
              <a:xfrm>
                <a:off x="5040167" y="6521415"/>
                <a:ext cx="621640" cy="663817"/>
                <a:chOff x="3656357" y="6507685"/>
                <a:chExt cx="621640" cy="663817"/>
              </a:xfrm>
            </p:grpSpPr>
            <p:sp>
              <p:nvSpPr>
                <p:cNvPr id="742" name="矩形 741">
                  <a:extLst>
                    <a:ext uri="{FF2B5EF4-FFF2-40B4-BE49-F238E27FC236}">
                      <a16:creationId xmlns:a16="http://schemas.microsoft.com/office/drawing/2014/main" id="{1435B8A9-1813-53AC-006C-602A1A3C7ED0}"/>
                    </a:ext>
                  </a:extLst>
                </p:cNvPr>
                <p:cNvSpPr/>
                <p:nvPr/>
              </p:nvSpPr>
              <p:spPr>
                <a:xfrm>
                  <a:off x="3656465" y="6640950"/>
                  <a:ext cx="155302" cy="132623"/>
                </a:xfrm>
                <a:prstGeom prst="rect">
                  <a:avLst/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43" name="矩形 742">
                  <a:extLst>
                    <a:ext uri="{FF2B5EF4-FFF2-40B4-BE49-F238E27FC236}">
                      <a16:creationId xmlns:a16="http://schemas.microsoft.com/office/drawing/2014/main" id="{D4B3FDBF-1CF9-9507-3FB7-96CF77618EED}"/>
                    </a:ext>
                  </a:extLst>
                </p:cNvPr>
                <p:cNvSpPr/>
                <p:nvPr/>
              </p:nvSpPr>
              <p:spPr>
                <a:xfrm>
                  <a:off x="3811875" y="6640950"/>
                  <a:ext cx="155302" cy="132623"/>
                </a:xfrm>
                <a:prstGeom prst="rect">
                  <a:avLst/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44" name="矩形 743">
                  <a:extLst>
                    <a:ext uri="{FF2B5EF4-FFF2-40B4-BE49-F238E27FC236}">
                      <a16:creationId xmlns:a16="http://schemas.microsoft.com/office/drawing/2014/main" id="{0D75CB3B-8582-F695-B440-67D35FE5C8A0}"/>
                    </a:ext>
                  </a:extLst>
                </p:cNvPr>
                <p:cNvSpPr/>
                <p:nvPr/>
              </p:nvSpPr>
              <p:spPr>
                <a:xfrm>
                  <a:off x="3967285" y="6640950"/>
                  <a:ext cx="155302" cy="132623"/>
                </a:xfrm>
                <a:prstGeom prst="rect">
                  <a:avLst/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45" name="矩形 744">
                  <a:extLst>
                    <a:ext uri="{FF2B5EF4-FFF2-40B4-BE49-F238E27FC236}">
                      <a16:creationId xmlns:a16="http://schemas.microsoft.com/office/drawing/2014/main" id="{C028862E-65D0-95F0-C226-92709D777212}"/>
                    </a:ext>
                  </a:extLst>
                </p:cNvPr>
                <p:cNvSpPr/>
                <p:nvPr/>
              </p:nvSpPr>
              <p:spPr>
                <a:xfrm>
                  <a:off x="4122695" y="6640950"/>
                  <a:ext cx="155302" cy="132623"/>
                </a:xfrm>
                <a:prstGeom prst="rect">
                  <a:avLst/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46" name="矩形 745">
                  <a:extLst>
                    <a:ext uri="{FF2B5EF4-FFF2-40B4-BE49-F238E27FC236}">
                      <a16:creationId xmlns:a16="http://schemas.microsoft.com/office/drawing/2014/main" id="{2F8842D0-0522-6D4C-D967-65EC42F04B40}"/>
                    </a:ext>
                  </a:extLst>
                </p:cNvPr>
                <p:cNvSpPr/>
                <p:nvPr/>
              </p:nvSpPr>
              <p:spPr>
                <a:xfrm>
                  <a:off x="3656465" y="6773574"/>
                  <a:ext cx="155302" cy="132623"/>
                </a:xfrm>
                <a:prstGeom prst="rect">
                  <a:avLst/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47" name="矩形 746">
                  <a:extLst>
                    <a:ext uri="{FF2B5EF4-FFF2-40B4-BE49-F238E27FC236}">
                      <a16:creationId xmlns:a16="http://schemas.microsoft.com/office/drawing/2014/main" id="{8351540B-E2E8-390D-B47E-D2BB391E823F}"/>
                    </a:ext>
                  </a:extLst>
                </p:cNvPr>
                <p:cNvSpPr/>
                <p:nvPr/>
              </p:nvSpPr>
              <p:spPr>
                <a:xfrm>
                  <a:off x="3811875" y="6773574"/>
                  <a:ext cx="155302" cy="132623"/>
                </a:xfrm>
                <a:prstGeom prst="rect">
                  <a:avLst/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48" name="矩形 747">
                  <a:extLst>
                    <a:ext uri="{FF2B5EF4-FFF2-40B4-BE49-F238E27FC236}">
                      <a16:creationId xmlns:a16="http://schemas.microsoft.com/office/drawing/2014/main" id="{29F96FFD-D73D-192A-ECBD-8AE667CF3DB7}"/>
                    </a:ext>
                  </a:extLst>
                </p:cNvPr>
                <p:cNvSpPr/>
                <p:nvPr/>
              </p:nvSpPr>
              <p:spPr>
                <a:xfrm>
                  <a:off x="3967285" y="6773574"/>
                  <a:ext cx="155302" cy="132623"/>
                </a:xfrm>
                <a:prstGeom prst="rect">
                  <a:avLst/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49" name="矩形 748">
                  <a:extLst>
                    <a:ext uri="{FF2B5EF4-FFF2-40B4-BE49-F238E27FC236}">
                      <a16:creationId xmlns:a16="http://schemas.microsoft.com/office/drawing/2014/main" id="{479E535E-437C-6E8B-4E7F-DB8BC63616BB}"/>
                    </a:ext>
                  </a:extLst>
                </p:cNvPr>
                <p:cNvSpPr/>
                <p:nvPr/>
              </p:nvSpPr>
              <p:spPr>
                <a:xfrm>
                  <a:off x="4122695" y="6773574"/>
                  <a:ext cx="155302" cy="132623"/>
                </a:xfrm>
                <a:prstGeom prst="rect">
                  <a:avLst/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50" name="矩形 749">
                  <a:extLst>
                    <a:ext uri="{FF2B5EF4-FFF2-40B4-BE49-F238E27FC236}">
                      <a16:creationId xmlns:a16="http://schemas.microsoft.com/office/drawing/2014/main" id="{FEE59B1F-D8B1-399D-9354-413406D921CC}"/>
                    </a:ext>
                  </a:extLst>
                </p:cNvPr>
                <p:cNvSpPr/>
                <p:nvPr/>
              </p:nvSpPr>
              <p:spPr>
                <a:xfrm>
                  <a:off x="3656357" y="6906255"/>
                  <a:ext cx="155302" cy="132623"/>
                </a:xfrm>
                <a:prstGeom prst="rect">
                  <a:avLst/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51" name="矩形 750">
                  <a:extLst>
                    <a:ext uri="{FF2B5EF4-FFF2-40B4-BE49-F238E27FC236}">
                      <a16:creationId xmlns:a16="http://schemas.microsoft.com/office/drawing/2014/main" id="{FDD07DBE-6E77-D37F-2031-E3ACE922D7D7}"/>
                    </a:ext>
                  </a:extLst>
                </p:cNvPr>
                <p:cNvSpPr/>
                <p:nvPr/>
              </p:nvSpPr>
              <p:spPr>
                <a:xfrm>
                  <a:off x="3811767" y="6906255"/>
                  <a:ext cx="155302" cy="132623"/>
                </a:xfrm>
                <a:prstGeom prst="rect">
                  <a:avLst/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52" name="矩形 751">
                  <a:extLst>
                    <a:ext uri="{FF2B5EF4-FFF2-40B4-BE49-F238E27FC236}">
                      <a16:creationId xmlns:a16="http://schemas.microsoft.com/office/drawing/2014/main" id="{D63E8D40-7087-9DB9-06AC-97C81113E4F6}"/>
                    </a:ext>
                  </a:extLst>
                </p:cNvPr>
                <p:cNvSpPr/>
                <p:nvPr/>
              </p:nvSpPr>
              <p:spPr>
                <a:xfrm>
                  <a:off x="3967177" y="6906255"/>
                  <a:ext cx="155302" cy="132623"/>
                </a:xfrm>
                <a:prstGeom prst="rect">
                  <a:avLst/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53" name="矩形 752">
                  <a:extLst>
                    <a:ext uri="{FF2B5EF4-FFF2-40B4-BE49-F238E27FC236}">
                      <a16:creationId xmlns:a16="http://schemas.microsoft.com/office/drawing/2014/main" id="{8AE01846-1F51-C590-B65F-792D2BD9490B}"/>
                    </a:ext>
                  </a:extLst>
                </p:cNvPr>
                <p:cNvSpPr/>
                <p:nvPr/>
              </p:nvSpPr>
              <p:spPr>
                <a:xfrm>
                  <a:off x="4122587" y="6906255"/>
                  <a:ext cx="155302" cy="132623"/>
                </a:xfrm>
                <a:prstGeom prst="rect">
                  <a:avLst/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54" name="矩形 753">
                  <a:extLst>
                    <a:ext uri="{FF2B5EF4-FFF2-40B4-BE49-F238E27FC236}">
                      <a16:creationId xmlns:a16="http://schemas.microsoft.com/office/drawing/2014/main" id="{F178F084-3B05-176D-D259-E6DF0AC6110E}"/>
                    </a:ext>
                  </a:extLst>
                </p:cNvPr>
                <p:cNvSpPr/>
                <p:nvPr/>
              </p:nvSpPr>
              <p:spPr>
                <a:xfrm>
                  <a:off x="3656357" y="7038879"/>
                  <a:ext cx="155302" cy="132623"/>
                </a:xfrm>
                <a:prstGeom prst="rect">
                  <a:avLst/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803" name="矩形 802">
                  <a:extLst>
                    <a:ext uri="{FF2B5EF4-FFF2-40B4-BE49-F238E27FC236}">
                      <a16:creationId xmlns:a16="http://schemas.microsoft.com/office/drawing/2014/main" id="{15C518EC-5FD5-B0A5-3BAA-DE5D9301EAC2}"/>
                    </a:ext>
                  </a:extLst>
                </p:cNvPr>
                <p:cNvSpPr/>
                <p:nvPr/>
              </p:nvSpPr>
              <p:spPr>
                <a:xfrm>
                  <a:off x="3811767" y="7038879"/>
                  <a:ext cx="155302" cy="132623"/>
                </a:xfrm>
                <a:prstGeom prst="rect">
                  <a:avLst/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804" name="矩形 803">
                  <a:extLst>
                    <a:ext uri="{FF2B5EF4-FFF2-40B4-BE49-F238E27FC236}">
                      <a16:creationId xmlns:a16="http://schemas.microsoft.com/office/drawing/2014/main" id="{3932B514-09B6-6DCF-CF5D-2989E07AE42B}"/>
                    </a:ext>
                  </a:extLst>
                </p:cNvPr>
                <p:cNvSpPr/>
                <p:nvPr/>
              </p:nvSpPr>
              <p:spPr>
                <a:xfrm>
                  <a:off x="3967177" y="7038879"/>
                  <a:ext cx="155302" cy="132623"/>
                </a:xfrm>
                <a:prstGeom prst="rect">
                  <a:avLst/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805" name="矩形 804">
                  <a:extLst>
                    <a:ext uri="{FF2B5EF4-FFF2-40B4-BE49-F238E27FC236}">
                      <a16:creationId xmlns:a16="http://schemas.microsoft.com/office/drawing/2014/main" id="{6F24A74E-287A-35DF-46BF-7F937CC89A28}"/>
                    </a:ext>
                  </a:extLst>
                </p:cNvPr>
                <p:cNvSpPr/>
                <p:nvPr/>
              </p:nvSpPr>
              <p:spPr>
                <a:xfrm>
                  <a:off x="4122587" y="7038879"/>
                  <a:ext cx="155302" cy="132623"/>
                </a:xfrm>
                <a:prstGeom prst="rect">
                  <a:avLst/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806" name="矩形 805">
                  <a:extLst>
                    <a:ext uri="{FF2B5EF4-FFF2-40B4-BE49-F238E27FC236}">
                      <a16:creationId xmlns:a16="http://schemas.microsoft.com/office/drawing/2014/main" id="{1FFF0D0C-154B-5D1B-E5C5-28BBCE2FA4C0}"/>
                    </a:ext>
                  </a:extLst>
                </p:cNvPr>
                <p:cNvSpPr/>
                <p:nvPr/>
              </p:nvSpPr>
              <p:spPr>
                <a:xfrm>
                  <a:off x="3656357" y="6507685"/>
                  <a:ext cx="155302" cy="132623"/>
                </a:xfrm>
                <a:prstGeom prst="rect">
                  <a:avLst/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807" name="矩形 806">
                  <a:extLst>
                    <a:ext uri="{FF2B5EF4-FFF2-40B4-BE49-F238E27FC236}">
                      <a16:creationId xmlns:a16="http://schemas.microsoft.com/office/drawing/2014/main" id="{F1FA3708-5282-746F-6052-7D8DF5C07406}"/>
                    </a:ext>
                  </a:extLst>
                </p:cNvPr>
                <p:cNvSpPr/>
                <p:nvPr/>
              </p:nvSpPr>
              <p:spPr>
                <a:xfrm>
                  <a:off x="3811767" y="6507685"/>
                  <a:ext cx="155302" cy="132623"/>
                </a:xfrm>
                <a:prstGeom prst="rect">
                  <a:avLst/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808" name="矩形 807">
                  <a:extLst>
                    <a:ext uri="{FF2B5EF4-FFF2-40B4-BE49-F238E27FC236}">
                      <a16:creationId xmlns:a16="http://schemas.microsoft.com/office/drawing/2014/main" id="{EDF3530E-7950-DCD3-FDCB-235EB46C0B41}"/>
                    </a:ext>
                  </a:extLst>
                </p:cNvPr>
                <p:cNvSpPr/>
                <p:nvPr/>
              </p:nvSpPr>
              <p:spPr>
                <a:xfrm>
                  <a:off x="3967177" y="6507685"/>
                  <a:ext cx="155302" cy="132623"/>
                </a:xfrm>
                <a:prstGeom prst="rect">
                  <a:avLst/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809" name="矩形 808">
                  <a:extLst>
                    <a:ext uri="{FF2B5EF4-FFF2-40B4-BE49-F238E27FC236}">
                      <a16:creationId xmlns:a16="http://schemas.microsoft.com/office/drawing/2014/main" id="{336BE9C1-8DC0-5467-5617-5C8C0C86E646}"/>
                    </a:ext>
                  </a:extLst>
                </p:cNvPr>
                <p:cNvSpPr/>
                <p:nvPr/>
              </p:nvSpPr>
              <p:spPr>
                <a:xfrm>
                  <a:off x="4122587" y="6507685"/>
                  <a:ext cx="155302" cy="132623"/>
                </a:xfrm>
                <a:prstGeom prst="rect">
                  <a:avLst/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</p:grpSp>
      </p:grpSp>
      <p:grpSp>
        <p:nvGrpSpPr>
          <p:cNvPr id="810" name="组合 809">
            <a:extLst>
              <a:ext uri="{FF2B5EF4-FFF2-40B4-BE49-F238E27FC236}">
                <a16:creationId xmlns:a16="http://schemas.microsoft.com/office/drawing/2014/main" id="{9CD46A6D-0CF4-F551-076D-F646CFD59B46}"/>
              </a:ext>
            </a:extLst>
          </p:cNvPr>
          <p:cNvGrpSpPr/>
          <p:nvPr/>
        </p:nvGrpSpPr>
        <p:grpSpPr>
          <a:xfrm>
            <a:off x="9278344" y="5698278"/>
            <a:ext cx="621640" cy="1039771"/>
            <a:chOff x="6489710" y="6141287"/>
            <a:chExt cx="621640" cy="1039771"/>
          </a:xfrm>
        </p:grpSpPr>
        <p:sp>
          <p:nvSpPr>
            <p:cNvPr id="811" name="矩形 1174">
              <a:extLst>
                <a:ext uri="{FF2B5EF4-FFF2-40B4-BE49-F238E27FC236}">
                  <a16:creationId xmlns:a16="http://schemas.microsoft.com/office/drawing/2014/main" id="{B41C59C4-0E7F-5E39-F66E-CAE68F0D2378}"/>
                </a:ext>
              </a:extLst>
            </p:cNvPr>
            <p:cNvSpPr/>
            <p:nvPr/>
          </p:nvSpPr>
          <p:spPr>
            <a:xfrm rot="10800000">
              <a:off x="6490934" y="6307595"/>
              <a:ext cx="618706" cy="201627"/>
            </a:xfrm>
            <a:custGeom>
              <a:avLst/>
              <a:gdLst>
                <a:gd name="connsiteX0" fmla="*/ 0 w 595706"/>
                <a:gd name="connsiteY0" fmla="*/ 0 h 92965"/>
                <a:gd name="connsiteX1" fmla="*/ 595706 w 595706"/>
                <a:gd name="connsiteY1" fmla="*/ 0 h 92965"/>
                <a:gd name="connsiteX2" fmla="*/ 595706 w 595706"/>
                <a:gd name="connsiteY2" fmla="*/ 92965 h 92965"/>
                <a:gd name="connsiteX3" fmla="*/ 0 w 595706"/>
                <a:gd name="connsiteY3" fmla="*/ 92965 h 92965"/>
                <a:gd name="connsiteX4" fmla="*/ 0 w 595706"/>
                <a:gd name="connsiteY4" fmla="*/ 0 h 92965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1422 w 594406"/>
                <a:gd name="connsiteY0" fmla="*/ 21376 h 135147"/>
                <a:gd name="connsiteX1" fmla="*/ 594406 w 594406"/>
                <a:gd name="connsiteY1" fmla="*/ 0 h 135147"/>
                <a:gd name="connsiteX2" fmla="*/ 594406 w 594406"/>
                <a:gd name="connsiteY2" fmla="*/ 92965 h 135147"/>
                <a:gd name="connsiteX3" fmla="*/ 61 w 594406"/>
                <a:gd name="connsiteY3" fmla="*/ 135147 h 135147"/>
                <a:gd name="connsiteX4" fmla="*/ 1422 w 594406"/>
                <a:gd name="connsiteY4" fmla="*/ 21376 h 135147"/>
                <a:gd name="connsiteX0" fmla="*/ 1422 w 594406"/>
                <a:gd name="connsiteY0" fmla="*/ 15599 h 135147"/>
                <a:gd name="connsiteX1" fmla="*/ 594406 w 594406"/>
                <a:gd name="connsiteY1" fmla="*/ 0 h 135147"/>
                <a:gd name="connsiteX2" fmla="*/ 594406 w 594406"/>
                <a:gd name="connsiteY2" fmla="*/ 92965 h 135147"/>
                <a:gd name="connsiteX3" fmla="*/ 61 w 594406"/>
                <a:gd name="connsiteY3" fmla="*/ 135147 h 135147"/>
                <a:gd name="connsiteX4" fmla="*/ 1422 w 594406"/>
                <a:gd name="connsiteY4" fmla="*/ 15599 h 135147"/>
                <a:gd name="connsiteX0" fmla="*/ 131 w 594476"/>
                <a:gd name="connsiteY0" fmla="*/ 4622 h 135147"/>
                <a:gd name="connsiteX1" fmla="*/ 594476 w 594476"/>
                <a:gd name="connsiteY1" fmla="*/ 0 h 135147"/>
                <a:gd name="connsiteX2" fmla="*/ 594476 w 594476"/>
                <a:gd name="connsiteY2" fmla="*/ 92965 h 135147"/>
                <a:gd name="connsiteX3" fmla="*/ 131 w 594476"/>
                <a:gd name="connsiteY3" fmla="*/ 135147 h 135147"/>
                <a:gd name="connsiteX4" fmla="*/ 131 w 594476"/>
                <a:gd name="connsiteY4" fmla="*/ 4622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22423 h 139660"/>
                <a:gd name="connsiteX1" fmla="*/ 595706 w 595706"/>
                <a:gd name="connsiteY1" fmla="*/ 4513 h 139660"/>
                <a:gd name="connsiteX2" fmla="*/ 595706 w 595706"/>
                <a:gd name="connsiteY2" fmla="*/ 97478 h 139660"/>
                <a:gd name="connsiteX3" fmla="*/ 1361 w 595706"/>
                <a:gd name="connsiteY3" fmla="*/ 139660 h 139660"/>
                <a:gd name="connsiteX4" fmla="*/ 0 w 595706"/>
                <a:gd name="connsiteY4" fmla="*/ 22423 h 139660"/>
                <a:gd name="connsiteX0" fmla="*/ 0 w 595706"/>
                <a:gd name="connsiteY0" fmla="*/ 26413 h 143650"/>
                <a:gd name="connsiteX1" fmla="*/ 595706 w 595706"/>
                <a:gd name="connsiteY1" fmla="*/ 8503 h 143650"/>
                <a:gd name="connsiteX2" fmla="*/ 595706 w 595706"/>
                <a:gd name="connsiteY2" fmla="*/ 101468 h 143650"/>
                <a:gd name="connsiteX3" fmla="*/ 1361 w 595706"/>
                <a:gd name="connsiteY3" fmla="*/ 143650 h 143650"/>
                <a:gd name="connsiteX4" fmla="*/ 0 w 595706"/>
                <a:gd name="connsiteY4" fmla="*/ 26413 h 143650"/>
                <a:gd name="connsiteX0" fmla="*/ 0 w 595706"/>
                <a:gd name="connsiteY0" fmla="*/ 21286 h 138523"/>
                <a:gd name="connsiteX1" fmla="*/ 595706 w 595706"/>
                <a:gd name="connsiteY1" fmla="*/ 3376 h 138523"/>
                <a:gd name="connsiteX2" fmla="*/ 595706 w 595706"/>
                <a:gd name="connsiteY2" fmla="*/ 96341 h 138523"/>
                <a:gd name="connsiteX3" fmla="*/ 1361 w 595706"/>
                <a:gd name="connsiteY3" fmla="*/ 138523 h 138523"/>
                <a:gd name="connsiteX4" fmla="*/ 0 w 595706"/>
                <a:gd name="connsiteY4" fmla="*/ 21286 h 138523"/>
                <a:gd name="connsiteX0" fmla="*/ 0 w 595706"/>
                <a:gd name="connsiteY0" fmla="*/ 22534 h 139771"/>
                <a:gd name="connsiteX1" fmla="*/ 595706 w 595706"/>
                <a:gd name="connsiteY1" fmla="*/ 4624 h 139771"/>
                <a:gd name="connsiteX2" fmla="*/ 595706 w 595706"/>
                <a:gd name="connsiteY2" fmla="*/ 97589 h 139771"/>
                <a:gd name="connsiteX3" fmla="*/ 1361 w 595706"/>
                <a:gd name="connsiteY3" fmla="*/ 139771 h 139771"/>
                <a:gd name="connsiteX4" fmla="*/ 0 w 595706"/>
                <a:gd name="connsiteY4" fmla="*/ 22534 h 139771"/>
                <a:gd name="connsiteX0" fmla="*/ 0 w 595706"/>
                <a:gd name="connsiteY0" fmla="*/ 23494 h 140731"/>
                <a:gd name="connsiteX1" fmla="*/ 595706 w 595706"/>
                <a:gd name="connsiteY1" fmla="*/ 2118 h 140731"/>
                <a:gd name="connsiteX2" fmla="*/ 595706 w 595706"/>
                <a:gd name="connsiteY2" fmla="*/ 98549 h 140731"/>
                <a:gd name="connsiteX3" fmla="*/ 1361 w 595706"/>
                <a:gd name="connsiteY3" fmla="*/ 140731 h 140731"/>
                <a:gd name="connsiteX4" fmla="*/ 0 w 595706"/>
                <a:gd name="connsiteY4" fmla="*/ 23494 h 140731"/>
                <a:gd name="connsiteX0" fmla="*/ 0 w 595706"/>
                <a:gd name="connsiteY0" fmla="*/ 23494 h 140731"/>
                <a:gd name="connsiteX1" fmla="*/ 595706 w 595706"/>
                <a:gd name="connsiteY1" fmla="*/ 2118 h 140731"/>
                <a:gd name="connsiteX2" fmla="*/ 595706 w 595706"/>
                <a:gd name="connsiteY2" fmla="*/ 98549 h 140731"/>
                <a:gd name="connsiteX3" fmla="*/ 1361 w 595706"/>
                <a:gd name="connsiteY3" fmla="*/ 140731 h 140731"/>
                <a:gd name="connsiteX4" fmla="*/ 0 w 595706"/>
                <a:gd name="connsiteY4" fmla="*/ 23494 h 140731"/>
                <a:gd name="connsiteX0" fmla="*/ 0 w 595706"/>
                <a:gd name="connsiteY0" fmla="*/ 25030 h 142267"/>
                <a:gd name="connsiteX1" fmla="*/ 595706 w 595706"/>
                <a:gd name="connsiteY1" fmla="*/ 3654 h 142267"/>
                <a:gd name="connsiteX2" fmla="*/ 595706 w 595706"/>
                <a:gd name="connsiteY2" fmla="*/ 100085 h 142267"/>
                <a:gd name="connsiteX3" fmla="*/ 1361 w 595706"/>
                <a:gd name="connsiteY3" fmla="*/ 142267 h 142267"/>
                <a:gd name="connsiteX4" fmla="*/ 0 w 595706"/>
                <a:gd name="connsiteY4" fmla="*/ 25030 h 142267"/>
                <a:gd name="connsiteX0" fmla="*/ 0 w 595706"/>
                <a:gd name="connsiteY0" fmla="*/ 22091 h 139328"/>
                <a:gd name="connsiteX1" fmla="*/ 595706 w 595706"/>
                <a:gd name="connsiteY1" fmla="*/ 715 h 139328"/>
                <a:gd name="connsiteX2" fmla="*/ 595706 w 595706"/>
                <a:gd name="connsiteY2" fmla="*/ 97146 h 139328"/>
                <a:gd name="connsiteX3" fmla="*/ 1361 w 595706"/>
                <a:gd name="connsiteY3" fmla="*/ 139328 h 139328"/>
                <a:gd name="connsiteX4" fmla="*/ 0 w 595706"/>
                <a:gd name="connsiteY4" fmla="*/ 22091 h 139328"/>
                <a:gd name="connsiteX0" fmla="*/ 0 w 595706"/>
                <a:gd name="connsiteY0" fmla="*/ 23573 h 140810"/>
                <a:gd name="connsiteX1" fmla="*/ 595706 w 595706"/>
                <a:gd name="connsiteY1" fmla="*/ 2197 h 140810"/>
                <a:gd name="connsiteX2" fmla="*/ 595706 w 595706"/>
                <a:gd name="connsiteY2" fmla="*/ 98628 h 140810"/>
                <a:gd name="connsiteX3" fmla="*/ 1361 w 595706"/>
                <a:gd name="connsiteY3" fmla="*/ 140810 h 140810"/>
                <a:gd name="connsiteX4" fmla="*/ 0 w 595706"/>
                <a:gd name="connsiteY4" fmla="*/ 23573 h 140810"/>
                <a:gd name="connsiteX0" fmla="*/ 0 w 595706"/>
                <a:gd name="connsiteY0" fmla="*/ 21908 h 139145"/>
                <a:gd name="connsiteX1" fmla="*/ 595706 w 595706"/>
                <a:gd name="connsiteY1" fmla="*/ 532 h 139145"/>
                <a:gd name="connsiteX2" fmla="*/ 595706 w 595706"/>
                <a:gd name="connsiteY2" fmla="*/ 96963 h 139145"/>
                <a:gd name="connsiteX3" fmla="*/ 1361 w 595706"/>
                <a:gd name="connsiteY3" fmla="*/ 139145 h 139145"/>
                <a:gd name="connsiteX4" fmla="*/ 0 w 595706"/>
                <a:gd name="connsiteY4" fmla="*/ 21908 h 139145"/>
                <a:gd name="connsiteX0" fmla="*/ 0 w 595706"/>
                <a:gd name="connsiteY0" fmla="*/ 23863 h 141100"/>
                <a:gd name="connsiteX1" fmla="*/ 595706 w 595706"/>
                <a:gd name="connsiteY1" fmla="*/ 2487 h 141100"/>
                <a:gd name="connsiteX2" fmla="*/ 595706 w 595706"/>
                <a:gd name="connsiteY2" fmla="*/ 98918 h 141100"/>
                <a:gd name="connsiteX3" fmla="*/ 1361 w 595706"/>
                <a:gd name="connsiteY3" fmla="*/ 141100 h 141100"/>
                <a:gd name="connsiteX4" fmla="*/ 0 w 595706"/>
                <a:gd name="connsiteY4" fmla="*/ 23863 h 141100"/>
                <a:gd name="connsiteX0" fmla="*/ 0 w 595706"/>
                <a:gd name="connsiteY0" fmla="*/ 24472 h 141709"/>
                <a:gd name="connsiteX1" fmla="*/ 595706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0 w 595706"/>
                <a:gd name="connsiteY0" fmla="*/ 24267 h 141504"/>
                <a:gd name="connsiteX1" fmla="*/ 595706 w 595706"/>
                <a:gd name="connsiteY1" fmla="*/ 2891 h 141504"/>
                <a:gd name="connsiteX2" fmla="*/ 595706 w 595706"/>
                <a:gd name="connsiteY2" fmla="*/ 99322 h 141504"/>
                <a:gd name="connsiteX3" fmla="*/ 1361 w 595706"/>
                <a:gd name="connsiteY3" fmla="*/ 141504 h 141504"/>
                <a:gd name="connsiteX4" fmla="*/ 0 w 595706"/>
                <a:gd name="connsiteY4" fmla="*/ 24267 h 141504"/>
                <a:gd name="connsiteX0" fmla="*/ 0 w 595706"/>
                <a:gd name="connsiteY0" fmla="*/ 24472 h 141709"/>
                <a:gd name="connsiteX1" fmla="*/ 595706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0 w 595706"/>
                <a:gd name="connsiteY0" fmla="*/ 24472 h 141709"/>
                <a:gd name="connsiteX1" fmla="*/ 594353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124 w 595830"/>
                <a:gd name="connsiteY0" fmla="*/ 24472 h 141709"/>
                <a:gd name="connsiteX1" fmla="*/ 594477 w 595830"/>
                <a:gd name="connsiteY1" fmla="*/ 3096 h 141709"/>
                <a:gd name="connsiteX2" fmla="*/ 595830 w 595830"/>
                <a:gd name="connsiteY2" fmla="*/ 99527 h 141709"/>
                <a:gd name="connsiteX3" fmla="*/ 131 w 595830"/>
                <a:gd name="connsiteY3" fmla="*/ 141709 h 141709"/>
                <a:gd name="connsiteX4" fmla="*/ 124 w 595830"/>
                <a:gd name="connsiteY4" fmla="*/ 24472 h 141709"/>
                <a:gd name="connsiteX0" fmla="*/ 124 w 597179"/>
                <a:gd name="connsiteY0" fmla="*/ 25207 h 142444"/>
                <a:gd name="connsiteX1" fmla="*/ 597179 w 597179"/>
                <a:gd name="connsiteY1" fmla="*/ 481 h 142444"/>
                <a:gd name="connsiteX2" fmla="*/ 595830 w 597179"/>
                <a:gd name="connsiteY2" fmla="*/ 100262 h 142444"/>
                <a:gd name="connsiteX3" fmla="*/ 131 w 597179"/>
                <a:gd name="connsiteY3" fmla="*/ 142444 h 142444"/>
                <a:gd name="connsiteX4" fmla="*/ 124 w 597179"/>
                <a:gd name="connsiteY4" fmla="*/ 25207 h 142444"/>
                <a:gd name="connsiteX0" fmla="*/ 124 w 595889"/>
                <a:gd name="connsiteY0" fmla="*/ 25842 h 143079"/>
                <a:gd name="connsiteX1" fmla="*/ 594477 w 595889"/>
                <a:gd name="connsiteY1" fmla="*/ 0 h 143079"/>
                <a:gd name="connsiteX2" fmla="*/ 595830 w 595889"/>
                <a:gd name="connsiteY2" fmla="*/ 100897 h 143079"/>
                <a:gd name="connsiteX3" fmla="*/ 131 w 595889"/>
                <a:gd name="connsiteY3" fmla="*/ 143079 h 143079"/>
                <a:gd name="connsiteX4" fmla="*/ 124 w 595889"/>
                <a:gd name="connsiteY4" fmla="*/ 25842 h 143079"/>
                <a:gd name="connsiteX0" fmla="*/ 124 w 595889"/>
                <a:gd name="connsiteY0" fmla="*/ 24713 h 141950"/>
                <a:gd name="connsiteX1" fmla="*/ 594477 w 595889"/>
                <a:gd name="connsiteY1" fmla="*/ 2221 h 141950"/>
                <a:gd name="connsiteX2" fmla="*/ 595830 w 595889"/>
                <a:gd name="connsiteY2" fmla="*/ 99768 h 141950"/>
                <a:gd name="connsiteX3" fmla="*/ 131 w 595889"/>
                <a:gd name="connsiteY3" fmla="*/ 141950 h 141950"/>
                <a:gd name="connsiteX4" fmla="*/ 124 w 595889"/>
                <a:gd name="connsiteY4" fmla="*/ 24713 h 141950"/>
                <a:gd name="connsiteX0" fmla="*/ 124 w 595959"/>
                <a:gd name="connsiteY0" fmla="*/ 24713 h 141950"/>
                <a:gd name="connsiteX1" fmla="*/ 595828 w 595959"/>
                <a:gd name="connsiteY1" fmla="*/ 2221 h 141950"/>
                <a:gd name="connsiteX2" fmla="*/ 595830 w 595959"/>
                <a:gd name="connsiteY2" fmla="*/ 99768 h 141950"/>
                <a:gd name="connsiteX3" fmla="*/ 131 w 595959"/>
                <a:gd name="connsiteY3" fmla="*/ 141950 h 141950"/>
                <a:gd name="connsiteX4" fmla="*/ 124 w 595959"/>
                <a:gd name="connsiteY4" fmla="*/ 24713 h 141950"/>
                <a:gd name="connsiteX0" fmla="*/ 124 w 595959"/>
                <a:gd name="connsiteY0" fmla="*/ 24925 h 142162"/>
                <a:gd name="connsiteX1" fmla="*/ 595828 w 595959"/>
                <a:gd name="connsiteY1" fmla="*/ 2433 h 142162"/>
                <a:gd name="connsiteX2" fmla="*/ 595830 w 595959"/>
                <a:gd name="connsiteY2" fmla="*/ 99980 h 142162"/>
                <a:gd name="connsiteX3" fmla="*/ 131 w 595959"/>
                <a:gd name="connsiteY3" fmla="*/ 142162 h 142162"/>
                <a:gd name="connsiteX4" fmla="*/ 124 w 595959"/>
                <a:gd name="connsiteY4" fmla="*/ 24925 h 142162"/>
                <a:gd name="connsiteX0" fmla="*/ 124 w 595959"/>
                <a:gd name="connsiteY0" fmla="*/ 22492 h 139729"/>
                <a:gd name="connsiteX1" fmla="*/ 595828 w 595959"/>
                <a:gd name="connsiteY1" fmla="*/ 0 h 139729"/>
                <a:gd name="connsiteX2" fmla="*/ 595830 w 595959"/>
                <a:gd name="connsiteY2" fmla="*/ 97547 h 139729"/>
                <a:gd name="connsiteX3" fmla="*/ 131 w 595959"/>
                <a:gd name="connsiteY3" fmla="*/ 139729 h 139729"/>
                <a:gd name="connsiteX4" fmla="*/ 124 w 595959"/>
                <a:gd name="connsiteY4" fmla="*/ 22492 h 139729"/>
                <a:gd name="connsiteX0" fmla="*/ 124 w 595959"/>
                <a:gd name="connsiteY0" fmla="*/ 25585 h 142822"/>
                <a:gd name="connsiteX1" fmla="*/ 595828 w 595959"/>
                <a:gd name="connsiteY1" fmla="*/ 3093 h 142822"/>
                <a:gd name="connsiteX2" fmla="*/ 595830 w 595959"/>
                <a:gd name="connsiteY2" fmla="*/ 100640 h 142822"/>
                <a:gd name="connsiteX3" fmla="*/ 131 w 595959"/>
                <a:gd name="connsiteY3" fmla="*/ 142822 h 142822"/>
                <a:gd name="connsiteX4" fmla="*/ 124 w 595959"/>
                <a:gd name="connsiteY4" fmla="*/ 25585 h 142822"/>
                <a:gd name="connsiteX0" fmla="*/ 124 w 595959"/>
                <a:gd name="connsiteY0" fmla="*/ 25585 h 142822"/>
                <a:gd name="connsiteX1" fmla="*/ 595828 w 595959"/>
                <a:gd name="connsiteY1" fmla="*/ 3093 h 142822"/>
                <a:gd name="connsiteX2" fmla="*/ 595830 w 595959"/>
                <a:gd name="connsiteY2" fmla="*/ 100640 h 142822"/>
                <a:gd name="connsiteX3" fmla="*/ 131 w 595959"/>
                <a:gd name="connsiteY3" fmla="*/ 142822 h 142822"/>
                <a:gd name="connsiteX4" fmla="*/ 124 w 595959"/>
                <a:gd name="connsiteY4" fmla="*/ 25585 h 142822"/>
                <a:gd name="connsiteX0" fmla="*/ 124 w 595959"/>
                <a:gd name="connsiteY0" fmla="*/ 26512 h 143749"/>
                <a:gd name="connsiteX1" fmla="*/ 595828 w 595959"/>
                <a:gd name="connsiteY1" fmla="*/ 4020 h 143749"/>
                <a:gd name="connsiteX2" fmla="*/ 595830 w 595959"/>
                <a:gd name="connsiteY2" fmla="*/ 101567 h 143749"/>
                <a:gd name="connsiteX3" fmla="*/ 131 w 595959"/>
                <a:gd name="connsiteY3" fmla="*/ 143749 h 143749"/>
                <a:gd name="connsiteX4" fmla="*/ 124 w 595959"/>
                <a:gd name="connsiteY4" fmla="*/ 26512 h 143749"/>
                <a:gd name="connsiteX0" fmla="*/ 124 w 595959"/>
                <a:gd name="connsiteY0" fmla="*/ 26512 h 143749"/>
                <a:gd name="connsiteX1" fmla="*/ 595828 w 595959"/>
                <a:gd name="connsiteY1" fmla="*/ 4020 h 143749"/>
                <a:gd name="connsiteX2" fmla="*/ 595830 w 595959"/>
                <a:gd name="connsiteY2" fmla="*/ 101567 h 143749"/>
                <a:gd name="connsiteX3" fmla="*/ 131 w 595959"/>
                <a:gd name="connsiteY3" fmla="*/ 143749 h 143749"/>
                <a:gd name="connsiteX4" fmla="*/ 124 w 595959"/>
                <a:gd name="connsiteY4" fmla="*/ 26512 h 143749"/>
                <a:gd name="connsiteX0" fmla="*/ 124 w 595959"/>
                <a:gd name="connsiteY0" fmla="*/ 28496 h 145733"/>
                <a:gd name="connsiteX1" fmla="*/ 595828 w 595959"/>
                <a:gd name="connsiteY1" fmla="*/ 6004 h 145733"/>
                <a:gd name="connsiteX2" fmla="*/ 595830 w 595959"/>
                <a:gd name="connsiteY2" fmla="*/ 103551 h 145733"/>
                <a:gd name="connsiteX3" fmla="*/ 131 w 595959"/>
                <a:gd name="connsiteY3" fmla="*/ 145733 h 145733"/>
                <a:gd name="connsiteX4" fmla="*/ 124 w 595959"/>
                <a:gd name="connsiteY4" fmla="*/ 28496 h 14573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856"/>
                <a:gd name="connsiteY0" fmla="*/ 41841 h 159078"/>
                <a:gd name="connsiteX1" fmla="*/ 591261 w 595856"/>
                <a:gd name="connsiteY1" fmla="*/ 0 h 159078"/>
                <a:gd name="connsiteX2" fmla="*/ 595830 w 595856"/>
                <a:gd name="connsiteY2" fmla="*/ 116896 h 159078"/>
                <a:gd name="connsiteX3" fmla="*/ 131 w 595856"/>
                <a:gd name="connsiteY3" fmla="*/ 159078 h 159078"/>
                <a:gd name="connsiteX4" fmla="*/ 124 w 595856"/>
                <a:gd name="connsiteY4" fmla="*/ 41841 h 159078"/>
                <a:gd name="connsiteX0" fmla="*/ 124 w 595959"/>
                <a:gd name="connsiteY0" fmla="*/ 41841 h 159078"/>
                <a:gd name="connsiteX1" fmla="*/ 595828 w 595959"/>
                <a:gd name="connsiteY1" fmla="*/ 0 h 159078"/>
                <a:gd name="connsiteX2" fmla="*/ 595830 w 595959"/>
                <a:gd name="connsiteY2" fmla="*/ 116896 h 159078"/>
                <a:gd name="connsiteX3" fmla="*/ 131 w 595959"/>
                <a:gd name="connsiteY3" fmla="*/ 159078 h 159078"/>
                <a:gd name="connsiteX4" fmla="*/ 124 w 595959"/>
                <a:gd name="connsiteY4" fmla="*/ 41841 h 159078"/>
                <a:gd name="connsiteX0" fmla="*/ 124 w 597349"/>
                <a:gd name="connsiteY0" fmla="*/ 42378 h 159615"/>
                <a:gd name="connsiteX1" fmla="*/ 597349 w 597349"/>
                <a:gd name="connsiteY1" fmla="*/ 0 h 159615"/>
                <a:gd name="connsiteX2" fmla="*/ 595830 w 597349"/>
                <a:gd name="connsiteY2" fmla="*/ 117433 h 159615"/>
                <a:gd name="connsiteX3" fmla="*/ 131 w 597349"/>
                <a:gd name="connsiteY3" fmla="*/ 159615 h 159615"/>
                <a:gd name="connsiteX4" fmla="*/ 124 w 597349"/>
                <a:gd name="connsiteY4" fmla="*/ 42378 h 159615"/>
                <a:gd name="connsiteX0" fmla="*/ 124 w 600443"/>
                <a:gd name="connsiteY0" fmla="*/ 42378 h 159615"/>
                <a:gd name="connsiteX1" fmla="*/ 597349 w 600443"/>
                <a:gd name="connsiteY1" fmla="*/ 0 h 159615"/>
                <a:gd name="connsiteX2" fmla="*/ 600408 w 600443"/>
                <a:gd name="connsiteY2" fmla="*/ 117433 h 159615"/>
                <a:gd name="connsiteX3" fmla="*/ 131 w 600443"/>
                <a:gd name="connsiteY3" fmla="*/ 159615 h 159615"/>
                <a:gd name="connsiteX4" fmla="*/ 124 w 600443"/>
                <a:gd name="connsiteY4" fmla="*/ 42378 h 159615"/>
                <a:gd name="connsiteX0" fmla="*/ 124 w 600537"/>
                <a:gd name="connsiteY0" fmla="*/ 42378 h 159615"/>
                <a:gd name="connsiteX1" fmla="*/ 600401 w 600537"/>
                <a:gd name="connsiteY1" fmla="*/ 0 h 159615"/>
                <a:gd name="connsiteX2" fmla="*/ 600408 w 600537"/>
                <a:gd name="connsiteY2" fmla="*/ 117433 h 159615"/>
                <a:gd name="connsiteX3" fmla="*/ 131 w 600537"/>
                <a:gd name="connsiteY3" fmla="*/ 159615 h 159615"/>
                <a:gd name="connsiteX4" fmla="*/ 124 w 600537"/>
                <a:gd name="connsiteY4" fmla="*/ 42378 h 159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0537" h="159615">
                  <a:moveTo>
                    <a:pt x="124" y="42378"/>
                  </a:moveTo>
                  <a:cubicBezTo>
                    <a:pt x="296414" y="-50243"/>
                    <a:pt x="418111" y="75773"/>
                    <a:pt x="600401" y="0"/>
                  </a:cubicBezTo>
                  <a:cubicBezTo>
                    <a:pt x="599951" y="33260"/>
                    <a:pt x="600858" y="84173"/>
                    <a:pt x="600408" y="117433"/>
                  </a:cubicBezTo>
                  <a:cubicBezTo>
                    <a:pt x="395490" y="192726"/>
                    <a:pt x="285331" y="62551"/>
                    <a:pt x="131" y="159615"/>
                  </a:cubicBezTo>
                  <a:cubicBezTo>
                    <a:pt x="-323" y="114566"/>
                    <a:pt x="578" y="87427"/>
                    <a:pt x="124" y="42378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12" name="矩形 1174">
              <a:extLst>
                <a:ext uri="{FF2B5EF4-FFF2-40B4-BE49-F238E27FC236}">
                  <a16:creationId xmlns:a16="http://schemas.microsoft.com/office/drawing/2014/main" id="{530EAA4D-D330-C1FE-5258-D9EF854235E3}"/>
                </a:ext>
              </a:extLst>
            </p:cNvPr>
            <p:cNvSpPr/>
            <p:nvPr/>
          </p:nvSpPr>
          <p:spPr>
            <a:xfrm rot="10800000">
              <a:off x="6490934" y="6141287"/>
              <a:ext cx="618706" cy="226680"/>
            </a:xfrm>
            <a:custGeom>
              <a:avLst/>
              <a:gdLst>
                <a:gd name="connsiteX0" fmla="*/ 0 w 595706"/>
                <a:gd name="connsiteY0" fmla="*/ 0 h 92965"/>
                <a:gd name="connsiteX1" fmla="*/ 595706 w 595706"/>
                <a:gd name="connsiteY1" fmla="*/ 0 h 92965"/>
                <a:gd name="connsiteX2" fmla="*/ 595706 w 595706"/>
                <a:gd name="connsiteY2" fmla="*/ 92965 h 92965"/>
                <a:gd name="connsiteX3" fmla="*/ 0 w 595706"/>
                <a:gd name="connsiteY3" fmla="*/ 92965 h 92965"/>
                <a:gd name="connsiteX4" fmla="*/ 0 w 595706"/>
                <a:gd name="connsiteY4" fmla="*/ 0 h 92965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1422 w 594406"/>
                <a:gd name="connsiteY0" fmla="*/ 21376 h 135147"/>
                <a:gd name="connsiteX1" fmla="*/ 594406 w 594406"/>
                <a:gd name="connsiteY1" fmla="*/ 0 h 135147"/>
                <a:gd name="connsiteX2" fmla="*/ 594406 w 594406"/>
                <a:gd name="connsiteY2" fmla="*/ 92965 h 135147"/>
                <a:gd name="connsiteX3" fmla="*/ 61 w 594406"/>
                <a:gd name="connsiteY3" fmla="*/ 135147 h 135147"/>
                <a:gd name="connsiteX4" fmla="*/ 1422 w 594406"/>
                <a:gd name="connsiteY4" fmla="*/ 21376 h 135147"/>
                <a:gd name="connsiteX0" fmla="*/ 1422 w 594406"/>
                <a:gd name="connsiteY0" fmla="*/ 15599 h 135147"/>
                <a:gd name="connsiteX1" fmla="*/ 594406 w 594406"/>
                <a:gd name="connsiteY1" fmla="*/ 0 h 135147"/>
                <a:gd name="connsiteX2" fmla="*/ 594406 w 594406"/>
                <a:gd name="connsiteY2" fmla="*/ 92965 h 135147"/>
                <a:gd name="connsiteX3" fmla="*/ 61 w 594406"/>
                <a:gd name="connsiteY3" fmla="*/ 135147 h 135147"/>
                <a:gd name="connsiteX4" fmla="*/ 1422 w 594406"/>
                <a:gd name="connsiteY4" fmla="*/ 15599 h 135147"/>
                <a:gd name="connsiteX0" fmla="*/ 131 w 594476"/>
                <a:gd name="connsiteY0" fmla="*/ 4622 h 135147"/>
                <a:gd name="connsiteX1" fmla="*/ 594476 w 594476"/>
                <a:gd name="connsiteY1" fmla="*/ 0 h 135147"/>
                <a:gd name="connsiteX2" fmla="*/ 594476 w 594476"/>
                <a:gd name="connsiteY2" fmla="*/ 92965 h 135147"/>
                <a:gd name="connsiteX3" fmla="*/ 131 w 594476"/>
                <a:gd name="connsiteY3" fmla="*/ 135147 h 135147"/>
                <a:gd name="connsiteX4" fmla="*/ 131 w 594476"/>
                <a:gd name="connsiteY4" fmla="*/ 4622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22423 h 139660"/>
                <a:gd name="connsiteX1" fmla="*/ 595706 w 595706"/>
                <a:gd name="connsiteY1" fmla="*/ 4513 h 139660"/>
                <a:gd name="connsiteX2" fmla="*/ 595706 w 595706"/>
                <a:gd name="connsiteY2" fmla="*/ 97478 h 139660"/>
                <a:gd name="connsiteX3" fmla="*/ 1361 w 595706"/>
                <a:gd name="connsiteY3" fmla="*/ 139660 h 139660"/>
                <a:gd name="connsiteX4" fmla="*/ 0 w 595706"/>
                <a:gd name="connsiteY4" fmla="*/ 22423 h 139660"/>
                <a:gd name="connsiteX0" fmla="*/ 0 w 595706"/>
                <a:gd name="connsiteY0" fmla="*/ 26413 h 143650"/>
                <a:gd name="connsiteX1" fmla="*/ 595706 w 595706"/>
                <a:gd name="connsiteY1" fmla="*/ 8503 h 143650"/>
                <a:gd name="connsiteX2" fmla="*/ 595706 w 595706"/>
                <a:gd name="connsiteY2" fmla="*/ 101468 h 143650"/>
                <a:gd name="connsiteX3" fmla="*/ 1361 w 595706"/>
                <a:gd name="connsiteY3" fmla="*/ 143650 h 143650"/>
                <a:gd name="connsiteX4" fmla="*/ 0 w 595706"/>
                <a:gd name="connsiteY4" fmla="*/ 26413 h 143650"/>
                <a:gd name="connsiteX0" fmla="*/ 0 w 595706"/>
                <a:gd name="connsiteY0" fmla="*/ 21286 h 138523"/>
                <a:gd name="connsiteX1" fmla="*/ 595706 w 595706"/>
                <a:gd name="connsiteY1" fmla="*/ 3376 h 138523"/>
                <a:gd name="connsiteX2" fmla="*/ 595706 w 595706"/>
                <a:gd name="connsiteY2" fmla="*/ 96341 h 138523"/>
                <a:gd name="connsiteX3" fmla="*/ 1361 w 595706"/>
                <a:gd name="connsiteY3" fmla="*/ 138523 h 138523"/>
                <a:gd name="connsiteX4" fmla="*/ 0 w 595706"/>
                <a:gd name="connsiteY4" fmla="*/ 21286 h 138523"/>
                <a:gd name="connsiteX0" fmla="*/ 0 w 595706"/>
                <a:gd name="connsiteY0" fmla="*/ 22534 h 139771"/>
                <a:gd name="connsiteX1" fmla="*/ 595706 w 595706"/>
                <a:gd name="connsiteY1" fmla="*/ 4624 h 139771"/>
                <a:gd name="connsiteX2" fmla="*/ 595706 w 595706"/>
                <a:gd name="connsiteY2" fmla="*/ 97589 h 139771"/>
                <a:gd name="connsiteX3" fmla="*/ 1361 w 595706"/>
                <a:gd name="connsiteY3" fmla="*/ 139771 h 139771"/>
                <a:gd name="connsiteX4" fmla="*/ 0 w 595706"/>
                <a:gd name="connsiteY4" fmla="*/ 22534 h 139771"/>
                <a:gd name="connsiteX0" fmla="*/ 0 w 595706"/>
                <a:gd name="connsiteY0" fmla="*/ 23494 h 140731"/>
                <a:gd name="connsiteX1" fmla="*/ 595706 w 595706"/>
                <a:gd name="connsiteY1" fmla="*/ 2118 h 140731"/>
                <a:gd name="connsiteX2" fmla="*/ 595706 w 595706"/>
                <a:gd name="connsiteY2" fmla="*/ 98549 h 140731"/>
                <a:gd name="connsiteX3" fmla="*/ 1361 w 595706"/>
                <a:gd name="connsiteY3" fmla="*/ 140731 h 140731"/>
                <a:gd name="connsiteX4" fmla="*/ 0 w 595706"/>
                <a:gd name="connsiteY4" fmla="*/ 23494 h 140731"/>
                <a:gd name="connsiteX0" fmla="*/ 0 w 595706"/>
                <a:gd name="connsiteY0" fmla="*/ 23494 h 140731"/>
                <a:gd name="connsiteX1" fmla="*/ 595706 w 595706"/>
                <a:gd name="connsiteY1" fmla="*/ 2118 h 140731"/>
                <a:gd name="connsiteX2" fmla="*/ 595706 w 595706"/>
                <a:gd name="connsiteY2" fmla="*/ 98549 h 140731"/>
                <a:gd name="connsiteX3" fmla="*/ 1361 w 595706"/>
                <a:gd name="connsiteY3" fmla="*/ 140731 h 140731"/>
                <a:gd name="connsiteX4" fmla="*/ 0 w 595706"/>
                <a:gd name="connsiteY4" fmla="*/ 23494 h 140731"/>
                <a:gd name="connsiteX0" fmla="*/ 0 w 595706"/>
                <a:gd name="connsiteY0" fmla="*/ 25030 h 142267"/>
                <a:gd name="connsiteX1" fmla="*/ 595706 w 595706"/>
                <a:gd name="connsiteY1" fmla="*/ 3654 h 142267"/>
                <a:gd name="connsiteX2" fmla="*/ 595706 w 595706"/>
                <a:gd name="connsiteY2" fmla="*/ 100085 h 142267"/>
                <a:gd name="connsiteX3" fmla="*/ 1361 w 595706"/>
                <a:gd name="connsiteY3" fmla="*/ 142267 h 142267"/>
                <a:gd name="connsiteX4" fmla="*/ 0 w 595706"/>
                <a:gd name="connsiteY4" fmla="*/ 25030 h 142267"/>
                <a:gd name="connsiteX0" fmla="*/ 0 w 595706"/>
                <a:gd name="connsiteY0" fmla="*/ 22091 h 139328"/>
                <a:gd name="connsiteX1" fmla="*/ 595706 w 595706"/>
                <a:gd name="connsiteY1" fmla="*/ 715 h 139328"/>
                <a:gd name="connsiteX2" fmla="*/ 595706 w 595706"/>
                <a:gd name="connsiteY2" fmla="*/ 97146 h 139328"/>
                <a:gd name="connsiteX3" fmla="*/ 1361 w 595706"/>
                <a:gd name="connsiteY3" fmla="*/ 139328 h 139328"/>
                <a:gd name="connsiteX4" fmla="*/ 0 w 595706"/>
                <a:gd name="connsiteY4" fmla="*/ 22091 h 139328"/>
                <a:gd name="connsiteX0" fmla="*/ 0 w 595706"/>
                <a:gd name="connsiteY0" fmla="*/ 23573 h 140810"/>
                <a:gd name="connsiteX1" fmla="*/ 595706 w 595706"/>
                <a:gd name="connsiteY1" fmla="*/ 2197 h 140810"/>
                <a:gd name="connsiteX2" fmla="*/ 595706 w 595706"/>
                <a:gd name="connsiteY2" fmla="*/ 98628 h 140810"/>
                <a:gd name="connsiteX3" fmla="*/ 1361 w 595706"/>
                <a:gd name="connsiteY3" fmla="*/ 140810 h 140810"/>
                <a:gd name="connsiteX4" fmla="*/ 0 w 595706"/>
                <a:gd name="connsiteY4" fmla="*/ 23573 h 140810"/>
                <a:gd name="connsiteX0" fmla="*/ 0 w 595706"/>
                <a:gd name="connsiteY0" fmla="*/ 21908 h 139145"/>
                <a:gd name="connsiteX1" fmla="*/ 595706 w 595706"/>
                <a:gd name="connsiteY1" fmla="*/ 532 h 139145"/>
                <a:gd name="connsiteX2" fmla="*/ 595706 w 595706"/>
                <a:gd name="connsiteY2" fmla="*/ 96963 h 139145"/>
                <a:gd name="connsiteX3" fmla="*/ 1361 w 595706"/>
                <a:gd name="connsiteY3" fmla="*/ 139145 h 139145"/>
                <a:gd name="connsiteX4" fmla="*/ 0 w 595706"/>
                <a:gd name="connsiteY4" fmla="*/ 21908 h 139145"/>
                <a:gd name="connsiteX0" fmla="*/ 0 w 595706"/>
                <a:gd name="connsiteY0" fmla="*/ 23863 h 141100"/>
                <a:gd name="connsiteX1" fmla="*/ 595706 w 595706"/>
                <a:gd name="connsiteY1" fmla="*/ 2487 h 141100"/>
                <a:gd name="connsiteX2" fmla="*/ 595706 w 595706"/>
                <a:gd name="connsiteY2" fmla="*/ 98918 h 141100"/>
                <a:gd name="connsiteX3" fmla="*/ 1361 w 595706"/>
                <a:gd name="connsiteY3" fmla="*/ 141100 h 141100"/>
                <a:gd name="connsiteX4" fmla="*/ 0 w 595706"/>
                <a:gd name="connsiteY4" fmla="*/ 23863 h 141100"/>
                <a:gd name="connsiteX0" fmla="*/ 0 w 595706"/>
                <a:gd name="connsiteY0" fmla="*/ 24472 h 141709"/>
                <a:gd name="connsiteX1" fmla="*/ 595706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0 w 595706"/>
                <a:gd name="connsiteY0" fmla="*/ 24267 h 141504"/>
                <a:gd name="connsiteX1" fmla="*/ 595706 w 595706"/>
                <a:gd name="connsiteY1" fmla="*/ 2891 h 141504"/>
                <a:gd name="connsiteX2" fmla="*/ 595706 w 595706"/>
                <a:gd name="connsiteY2" fmla="*/ 99322 h 141504"/>
                <a:gd name="connsiteX3" fmla="*/ 1361 w 595706"/>
                <a:gd name="connsiteY3" fmla="*/ 141504 h 141504"/>
                <a:gd name="connsiteX4" fmla="*/ 0 w 595706"/>
                <a:gd name="connsiteY4" fmla="*/ 24267 h 141504"/>
                <a:gd name="connsiteX0" fmla="*/ 0 w 595706"/>
                <a:gd name="connsiteY0" fmla="*/ 24472 h 141709"/>
                <a:gd name="connsiteX1" fmla="*/ 595706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0 w 595706"/>
                <a:gd name="connsiteY0" fmla="*/ 24472 h 141709"/>
                <a:gd name="connsiteX1" fmla="*/ 594353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124 w 595830"/>
                <a:gd name="connsiteY0" fmla="*/ 24472 h 141709"/>
                <a:gd name="connsiteX1" fmla="*/ 594477 w 595830"/>
                <a:gd name="connsiteY1" fmla="*/ 3096 h 141709"/>
                <a:gd name="connsiteX2" fmla="*/ 595830 w 595830"/>
                <a:gd name="connsiteY2" fmla="*/ 99527 h 141709"/>
                <a:gd name="connsiteX3" fmla="*/ 131 w 595830"/>
                <a:gd name="connsiteY3" fmla="*/ 141709 h 141709"/>
                <a:gd name="connsiteX4" fmla="*/ 124 w 595830"/>
                <a:gd name="connsiteY4" fmla="*/ 24472 h 141709"/>
                <a:gd name="connsiteX0" fmla="*/ 124 w 597179"/>
                <a:gd name="connsiteY0" fmla="*/ 25207 h 142444"/>
                <a:gd name="connsiteX1" fmla="*/ 597179 w 597179"/>
                <a:gd name="connsiteY1" fmla="*/ 481 h 142444"/>
                <a:gd name="connsiteX2" fmla="*/ 595830 w 597179"/>
                <a:gd name="connsiteY2" fmla="*/ 100262 h 142444"/>
                <a:gd name="connsiteX3" fmla="*/ 131 w 597179"/>
                <a:gd name="connsiteY3" fmla="*/ 142444 h 142444"/>
                <a:gd name="connsiteX4" fmla="*/ 124 w 597179"/>
                <a:gd name="connsiteY4" fmla="*/ 25207 h 142444"/>
                <a:gd name="connsiteX0" fmla="*/ 124 w 595889"/>
                <a:gd name="connsiteY0" fmla="*/ 25842 h 143079"/>
                <a:gd name="connsiteX1" fmla="*/ 594477 w 595889"/>
                <a:gd name="connsiteY1" fmla="*/ 0 h 143079"/>
                <a:gd name="connsiteX2" fmla="*/ 595830 w 595889"/>
                <a:gd name="connsiteY2" fmla="*/ 100897 h 143079"/>
                <a:gd name="connsiteX3" fmla="*/ 131 w 595889"/>
                <a:gd name="connsiteY3" fmla="*/ 143079 h 143079"/>
                <a:gd name="connsiteX4" fmla="*/ 124 w 595889"/>
                <a:gd name="connsiteY4" fmla="*/ 25842 h 143079"/>
                <a:gd name="connsiteX0" fmla="*/ 124 w 595889"/>
                <a:gd name="connsiteY0" fmla="*/ 24713 h 141950"/>
                <a:gd name="connsiteX1" fmla="*/ 594477 w 595889"/>
                <a:gd name="connsiteY1" fmla="*/ 2221 h 141950"/>
                <a:gd name="connsiteX2" fmla="*/ 595830 w 595889"/>
                <a:gd name="connsiteY2" fmla="*/ 99768 h 141950"/>
                <a:gd name="connsiteX3" fmla="*/ 131 w 595889"/>
                <a:gd name="connsiteY3" fmla="*/ 141950 h 141950"/>
                <a:gd name="connsiteX4" fmla="*/ 124 w 595889"/>
                <a:gd name="connsiteY4" fmla="*/ 24713 h 141950"/>
                <a:gd name="connsiteX0" fmla="*/ 124 w 595959"/>
                <a:gd name="connsiteY0" fmla="*/ 24713 h 141950"/>
                <a:gd name="connsiteX1" fmla="*/ 595828 w 595959"/>
                <a:gd name="connsiteY1" fmla="*/ 2221 h 141950"/>
                <a:gd name="connsiteX2" fmla="*/ 595830 w 595959"/>
                <a:gd name="connsiteY2" fmla="*/ 99768 h 141950"/>
                <a:gd name="connsiteX3" fmla="*/ 131 w 595959"/>
                <a:gd name="connsiteY3" fmla="*/ 141950 h 141950"/>
                <a:gd name="connsiteX4" fmla="*/ 124 w 595959"/>
                <a:gd name="connsiteY4" fmla="*/ 24713 h 141950"/>
                <a:gd name="connsiteX0" fmla="*/ 124 w 595959"/>
                <a:gd name="connsiteY0" fmla="*/ 24925 h 142162"/>
                <a:gd name="connsiteX1" fmla="*/ 595828 w 595959"/>
                <a:gd name="connsiteY1" fmla="*/ 2433 h 142162"/>
                <a:gd name="connsiteX2" fmla="*/ 595830 w 595959"/>
                <a:gd name="connsiteY2" fmla="*/ 99980 h 142162"/>
                <a:gd name="connsiteX3" fmla="*/ 131 w 595959"/>
                <a:gd name="connsiteY3" fmla="*/ 142162 h 142162"/>
                <a:gd name="connsiteX4" fmla="*/ 124 w 595959"/>
                <a:gd name="connsiteY4" fmla="*/ 24925 h 142162"/>
                <a:gd name="connsiteX0" fmla="*/ 124 w 595959"/>
                <a:gd name="connsiteY0" fmla="*/ 22492 h 139729"/>
                <a:gd name="connsiteX1" fmla="*/ 595828 w 595959"/>
                <a:gd name="connsiteY1" fmla="*/ 0 h 139729"/>
                <a:gd name="connsiteX2" fmla="*/ 595830 w 595959"/>
                <a:gd name="connsiteY2" fmla="*/ 97547 h 139729"/>
                <a:gd name="connsiteX3" fmla="*/ 131 w 595959"/>
                <a:gd name="connsiteY3" fmla="*/ 139729 h 139729"/>
                <a:gd name="connsiteX4" fmla="*/ 124 w 595959"/>
                <a:gd name="connsiteY4" fmla="*/ 22492 h 139729"/>
                <a:gd name="connsiteX0" fmla="*/ 124 w 595959"/>
                <a:gd name="connsiteY0" fmla="*/ 25585 h 142822"/>
                <a:gd name="connsiteX1" fmla="*/ 595828 w 595959"/>
                <a:gd name="connsiteY1" fmla="*/ 3093 h 142822"/>
                <a:gd name="connsiteX2" fmla="*/ 595830 w 595959"/>
                <a:gd name="connsiteY2" fmla="*/ 100640 h 142822"/>
                <a:gd name="connsiteX3" fmla="*/ 131 w 595959"/>
                <a:gd name="connsiteY3" fmla="*/ 142822 h 142822"/>
                <a:gd name="connsiteX4" fmla="*/ 124 w 595959"/>
                <a:gd name="connsiteY4" fmla="*/ 25585 h 142822"/>
                <a:gd name="connsiteX0" fmla="*/ 124 w 595959"/>
                <a:gd name="connsiteY0" fmla="*/ 25585 h 142822"/>
                <a:gd name="connsiteX1" fmla="*/ 595828 w 595959"/>
                <a:gd name="connsiteY1" fmla="*/ 3093 h 142822"/>
                <a:gd name="connsiteX2" fmla="*/ 595830 w 595959"/>
                <a:gd name="connsiteY2" fmla="*/ 100640 h 142822"/>
                <a:gd name="connsiteX3" fmla="*/ 131 w 595959"/>
                <a:gd name="connsiteY3" fmla="*/ 142822 h 142822"/>
                <a:gd name="connsiteX4" fmla="*/ 124 w 595959"/>
                <a:gd name="connsiteY4" fmla="*/ 25585 h 142822"/>
                <a:gd name="connsiteX0" fmla="*/ 124 w 595959"/>
                <a:gd name="connsiteY0" fmla="*/ 26512 h 143749"/>
                <a:gd name="connsiteX1" fmla="*/ 595828 w 595959"/>
                <a:gd name="connsiteY1" fmla="*/ 4020 h 143749"/>
                <a:gd name="connsiteX2" fmla="*/ 595830 w 595959"/>
                <a:gd name="connsiteY2" fmla="*/ 101567 h 143749"/>
                <a:gd name="connsiteX3" fmla="*/ 131 w 595959"/>
                <a:gd name="connsiteY3" fmla="*/ 143749 h 143749"/>
                <a:gd name="connsiteX4" fmla="*/ 124 w 595959"/>
                <a:gd name="connsiteY4" fmla="*/ 26512 h 143749"/>
                <a:gd name="connsiteX0" fmla="*/ 124 w 595959"/>
                <a:gd name="connsiteY0" fmla="*/ 26512 h 143749"/>
                <a:gd name="connsiteX1" fmla="*/ 595828 w 595959"/>
                <a:gd name="connsiteY1" fmla="*/ 4020 h 143749"/>
                <a:gd name="connsiteX2" fmla="*/ 595830 w 595959"/>
                <a:gd name="connsiteY2" fmla="*/ 101567 h 143749"/>
                <a:gd name="connsiteX3" fmla="*/ 131 w 595959"/>
                <a:gd name="connsiteY3" fmla="*/ 143749 h 143749"/>
                <a:gd name="connsiteX4" fmla="*/ 124 w 595959"/>
                <a:gd name="connsiteY4" fmla="*/ 26512 h 143749"/>
                <a:gd name="connsiteX0" fmla="*/ 124 w 595959"/>
                <a:gd name="connsiteY0" fmla="*/ 28496 h 145733"/>
                <a:gd name="connsiteX1" fmla="*/ 595828 w 595959"/>
                <a:gd name="connsiteY1" fmla="*/ 6004 h 145733"/>
                <a:gd name="connsiteX2" fmla="*/ 595830 w 595959"/>
                <a:gd name="connsiteY2" fmla="*/ 103551 h 145733"/>
                <a:gd name="connsiteX3" fmla="*/ 131 w 595959"/>
                <a:gd name="connsiteY3" fmla="*/ 145733 h 145733"/>
                <a:gd name="connsiteX4" fmla="*/ 124 w 595959"/>
                <a:gd name="connsiteY4" fmla="*/ 28496 h 14573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856"/>
                <a:gd name="connsiteY0" fmla="*/ 41841 h 159078"/>
                <a:gd name="connsiteX1" fmla="*/ 591261 w 595856"/>
                <a:gd name="connsiteY1" fmla="*/ 0 h 159078"/>
                <a:gd name="connsiteX2" fmla="*/ 595830 w 595856"/>
                <a:gd name="connsiteY2" fmla="*/ 116896 h 159078"/>
                <a:gd name="connsiteX3" fmla="*/ 131 w 595856"/>
                <a:gd name="connsiteY3" fmla="*/ 159078 h 159078"/>
                <a:gd name="connsiteX4" fmla="*/ 124 w 595856"/>
                <a:gd name="connsiteY4" fmla="*/ 41841 h 159078"/>
                <a:gd name="connsiteX0" fmla="*/ 124 w 595959"/>
                <a:gd name="connsiteY0" fmla="*/ 41841 h 159078"/>
                <a:gd name="connsiteX1" fmla="*/ 595828 w 595959"/>
                <a:gd name="connsiteY1" fmla="*/ 0 h 159078"/>
                <a:gd name="connsiteX2" fmla="*/ 595830 w 595959"/>
                <a:gd name="connsiteY2" fmla="*/ 116896 h 159078"/>
                <a:gd name="connsiteX3" fmla="*/ 131 w 595959"/>
                <a:gd name="connsiteY3" fmla="*/ 159078 h 159078"/>
                <a:gd name="connsiteX4" fmla="*/ 124 w 595959"/>
                <a:gd name="connsiteY4" fmla="*/ 41841 h 159078"/>
                <a:gd name="connsiteX0" fmla="*/ 124 w 597349"/>
                <a:gd name="connsiteY0" fmla="*/ 42378 h 159615"/>
                <a:gd name="connsiteX1" fmla="*/ 597349 w 597349"/>
                <a:gd name="connsiteY1" fmla="*/ 0 h 159615"/>
                <a:gd name="connsiteX2" fmla="*/ 595830 w 597349"/>
                <a:gd name="connsiteY2" fmla="*/ 117433 h 159615"/>
                <a:gd name="connsiteX3" fmla="*/ 131 w 597349"/>
                <a:gd name="connsiteY3" fmla="*/ 159615 h 159615"/>
                <a:gd name="connsiteX4" fmla="*/ 124 w 597349"/>
                <a:gd name="connsiteY4" fmla="*/ 42378 h 159615"/>
                <a:gd name="connsiteX0" fmla="*/ 124 w 600443"/>
                <a:gd name="connsiteY0" fmla="*/ 42378 h 159615"/>
                <a:gd name="connsiteX1" fmla="*/ 597349 w 600443"/>
                <a:gd name="connsiteY1" fmla="*/ 0 h 159615"/>
                <a:gd name="connsiteX2" fmla="*/ 600408 w 600443"/>
                <a:gd name="connsiteY2" fmla="*/ 117433 h 159615"/>
                <a:gd name="connsiteX3" fmla="*/ 131 w 600443"/>
                <a:gd name="connsiteY3" fmla="*/ 159615 h 159615"/>
                <a:gd name="connsiteX4" fmla="*/ 124 w 600443"/>
                <a:gd name="connsiteY4" fmla="*/ 42378 h 159615"/>
                <a:gd name="connsiteX0" fmla="*/ 124 w 600537"/>
                <a:gd name="connsiteY0" fmla="*/ 42378 h 159615"/>
                <a:gd name="connsiteX1" fmla="*/ 600401 w 600537"/>
                <a:gd name="connsiteY1" fmla="*/ 0 h 159615"/>
                <a:gd name="connsiteX2" fmla="*/ 600408 w 600537"/>
                <a:gd name="connsiteY2" fmla="*/ 117433 h 159615"/>
                <a:gd name="connsiteX3" fmla="*/ 131 w 600537"/>
                <a:gd name="connsiteY3" fmla="*/ 159615 h 159615"/>
                <a:gd name="connsiteX4" fmla="*/ 124 w 600537"/>
                <a:gd name="connsiteY4" fmla="*/ 42378 h 159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0537" h="159615">
                  <a:moveTo>
                    <a:pt x="124" y="42378"/>
                  </a:moveTo>
                  <a:cubicBezTo>
                    <a:pt x="296414" y="-50243"/>
                    <a:pt x="418111" y="75773"/>
                    <a:pt x="600401" y="0"/>
                  </a:cubicBezTo>
                  <a:cubicBezTo>
                    <a:pt x="599951" y="33260"/>
                    <a:pt x="600858" y="84173"/>
                    <a:pt x="600408" y="117433"/>
                  </a:cubicBezTo>
                  <a:cubicBezTo>
                    <a:pt x="395490" y="192726"/>
                    <a:pt x="285331" y="62551"/>
                    <a:pt x="131" y="159615"/>
                  </a:cubicBezTo>
                  <a:cubicBezTo>
                    <a:pt x="-323" y="114566"/>
                    <a:pt x="578" y="87427"/>
                    <a:pt x="124" y="42378"/>
                  </a:cubicBezTo>
                  <a:close/>
                </a:path>
              </a:pathLst>
            </a:custGeom>
            <a:solidFill>
              <a:schemeClr val="accent5">
                <a:lumMod val="40000"/>
                <a:lumOff val="6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813" name="组合 812">
              <a:extLst>
                <a:ext uri="{FF2B5EF4-FFF2-40B4-BE49-F238E27FC236}">
                  <a16:creationId xmlns:a16="http://schemas.microsoft.com/office/drawing/2014/main" id="{A7B164DB-2948-3657-C7BA-DF5BE0FE510F}"/>
                </a:ext>
              </a:extLst>
            </p:cNvPr>
            <p:cNvGrpSpPr/>
            <p:nvPr/>
          </p:nvGrpSpPr>
          <p:grpSpPr>
            <a:xfrm>
              <a:off x="6489710" y="6445933"/>
              <a:ext cx="621640" cy="735125"/>
              <a:chOff x="5766806" y="6445933"/>
              <a:chExt cx="621640" cy="735125"/>
            </a:xfrm>
          </p:grpSpPr>
          <p:sp>
            <p:nvSpPr>
              <p:cNvPr id="814" name="矩形 1174">
                <a:extLst>
                  <a:ext uri="{FF2B5EF4-FFF2-40B4-BE49-F238E27FC236}">
                    <a16:creationId xmlns:a16="http://schemas.microsoft.com/office/drawing/2014/main" id="{3DB8F40C-E5C9-9CC9-0708-5D20DAC6CDC1}"/>
                  </a:ext>
                </a:extLst>
              </p:cNvPr>
              <p:cNvSpPr/>
              <p:nvPr/>
            </p:nvSpPr>
            <p:spPr>
              <a:xfrm rot="10800000">
                <a:off x="5768235" y="6445933"/>
                <a:ext cx="618706" cy="226680"/>
              </a:xfrm>
              <a:custGeom>
                <a:avLst/>
                <a:gdLst>
                  <a:gd name="connsiteX0" fmla="*/ 0 w 595706"/>
                  <a:gd name="connsiteY0" fmla="*/ 0 h 92965"/>
                  <a:gd name="connsiteX1" fmla="*/ 595706 w 595706"/>
                  <a:gd name="connsiteY1" fmla="*/ 0 h 92965"/>
                  <a:gd name="connsiteX2" fmla="*/ 595706 w 595706"/>
                  <a:gd name="connsiteY2" fmla="*/ 92965 h 92965"/>
                  <a:gd name="connsiteX3" fmla="*/ 0 w 595706"/>
                  <a:gd name="connsiteY3" fmla="*/ 92965 h 92965"/>
                  <a:gd name="connsiteX4" fmla="*/ 0 w 595706"/>
                  <a:gd name="connsiteY4" fmla="*/ 0 h 92965"/>
                  <a:gd name="connsiteX0" fmla="*/ 0 w 595706"/>
                  <a:gd name="connsiteY0" fmla="*/ 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0 h 135147"/>
                  <a:gd name="connsiteX0" fmla="*/ 0 w 595706"/>
                  <a:gd name="connsiteY0" fmla="*/ 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0 h 135147"/>
                  <a:gd name="connsiteX0" fmla="*/ 0 w 595706"/>
                  <a:gd name="connsiteY0" fmla="*/ 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0 h 135147"/>
                  <a:gd name="connsiteX0" fmla="*/ 0 w 595706"/>
                  <a:gd name="connsiteY0" fmla="*/ 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0 h 135147"/>
                  <a:gd name="connsiteX0" fmla="*/ 1422 w 594406"/>
                  <a:gd name="connsiteY0" fmla="*/ 21376 h 135147"/>
                  <a:gd name="connsiteX1" fmla="*/ 594406 w 594406"/>
                  <a:gd name="connsiteY1" fmla="*/ 0 h 135147"/>
                  <a:gd name="connsiteX2" fmla="*/ 594406 w 594406"/>
                  <a:gd name="connsiteY2" fmla="*/ 92965 h 135147"/>
                  <a:gd name="connsiteX3" fmla="*/ 61 w 594406"/>
                  <a:gd name="connsiteY3" fmla="*/ 135147 h 135147"/>
                  <a:gd name="connsiteX4" fmla="*/ 1422 w 594406"/>
                  <a:gd name="connsiteY4" fmla="*/ 21376 h 135147"/>
                  <a:gd name="connsiteX0" fmla="*/ 1422 w 594406"/>
                  <a:gd name="connsiteY0" fmla="*/ 15599 h 135147"/>
                  <a:gd name="connsiteX1" fmla="*/ 594406 w 594406"/>
                  <a:gd name="connsiteY1" fmla="*/ 0 h 135147"/>
                  <a:gd name="connsiteX2" fmla="*/ 594406 w 594406"/>
                  <a:gd name="connsiteY2" fmla="*/ 92965 h 135147"/>
                  <a:gd name="connsiteX3" fmla="*/ 61 w 594406"/>
                  <a:gd name="connsiteY3" fmla="*/ 135147 h 135147"/>
                  <a:gd name="connsiteX4" fmla="*/ 1422 w 594406"/>
                  <a:gd name="connsiteY4" fmla="*/ 15599 h 135147"/>
                  <a:gd name="connsiteX0" fmla="*/ 131 w 594476"/>
                  <a:gd name="connsiteY0" fmla="*/ 4622 h 135147"/>
                  <a:gd name="connsiteX1" fmla="*/ 594476 w 594476"/>
                  <a:gd name="connsiteY1" fmla="*/ 0 h 135147"/>
                  <a:gd name="connsiteX2" fmla="*/ 594476 w 594476"/>
                  <a:gd name="connsiteY2" fmla="*/ 92965 h 135147"/>
                  <a:gd name="connsiteX3" fmla="*/ 131 w 594476"/>
                  <a:gd name="connsiteY3" fmla="*/ 135147 h 135147"/>
                  <a:gd name="connsiteX4" fmla="*/ 131 w 594476"/>
                  <a:gd name="connsiteY4" fmla="*/ 4622 h 135147"/>
                  <a:gd name="connsiteX0" fmla="*/ 0 w 595706"/>
                  <a:gd name="connsiteY0" fmla="*/ 1791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17910 h 135147"/>
                  <a:gd name="connsiteX0" fmla="*/ 0 w 595706"/>
                  <a:gd name="connsiteY0" fmla="*/ 1791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17910 h 135147"/>
                  <a:gd name="connsiteX0" fmla="*/ 0 w 595706"/>
                  <a:gd name="connsiteY0" fmla="*/ 1791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17910 h 135147"/>
                  <a:gd name="connsiteX0" fmla="*/ 0 w 595706"/>
                  <a:gd name="connsiteY0" fmla="*/ 1791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17910 h 135147"/>
                  <a:gd name="connsiteX0" fmla="*/ 0 w 595706"/>
                  <a:gd name="connsiteY0" fmla="*/ 22423 h 139660"/>
                  <a:gd name="connsiteX1" fmla="*/ 595706 w 595706"/>
                  <a:gd name="connsiteY1" fmla="*/ 4513 h 139660"/>
                  <a:gd name="connsiteX2" fmla="*/ 595706 w 595706"/>
                  <a:gd name="connsiteY2" fmla="*/ 97478 h 139660"/>
                  <a:gd name="connsiteX3" fmla="*/ 1361 w 595706"/>
                  <a:gd name="connsiteY3" fmla="*/ 139660 h 139660"/>
                  <a:gd name="connsiteX4" fmla="*/ 0 w 595706"/>
                  <a:gd name="connsiteY4" fmla="*/ 22423 h 139660"/>
                  <a:gd name="connsiteX0" fmla="*/ 0 w 595706"/>
                  <a:gd name="connsiteY0" fmla="*/ 26413 h 143650"/>
                  <a:gd name="connsiteX1" fmla="*/ 595706 w 595706"/>
                  <a:gd name="connsiteY1" fmla="*/ 8503 h 143650"/>
                  <a:gd name="connsiteX2" fmla="*/ 595706 w 595706"/>
                  <a:gd name="connsiteY2" fmla="*/ 101468 h 143650"/>
                  <a:gd name="connsiteX3" fmla="*/ 1361 w 595706"/>
                  <a:gd name="connsiteY3" fmla="*/ 143650 h 143650"/>
                  <a:gd name="connsiteX4" fmla="*/ 0 w 595706"/>
                  <a:gd name="connsiteY4" fmla="*/ 26413 h 143650"/>
                  <a:gd name="connsiteX0" fmla="*/ 0 w 595706"/>
                  <a:gd name="connsiteY0" fmla="*/ 21286 h 138523"/>
                  <a:gd name="connsiteX1" fmla="*/ 595706 w 595706"/>
                  <a:gd name="connsiteY1" fmla="*/ 3376 h 138523"/>
                  <a:gd name="connsiteX2" fmla="*/ 595706 w 595706"/>
                  <a:gd name="connsiteY2" fmla="*/ 96341 h 138523"/>
                  <a:gd name="connsiteX3" fmla="*/ 1361 w 595706"/>
                  <a:gd name="connsiteY3" fmla="*/ 138523 h 138523"/>
                  <a:gd name="connsiteX4" fmla="*/ 0 w 595706"/>
                  <a:gd name="connsiteY4" fmla="*/ 21286 h 138523"/>
                  <a:gd name="connsiteX0" fmla="*/ 0 w 595706"/>
                  <a:gd name="connsiteY0" fmla="*/ 22534 h 139771"/>
                  <a:gd name="connsiteX1" fmla="*/ 595706 w 595706"/>
                  <a:gd name="connsiteY1" fmla="*/ 4624 h 139771"/>
                  <a:gd name="connsiteX2" fmla="*/ 595706 w 595706"/>
                  <a:gd name="connsiteY2" fmla="*/ 97589 h 139771"/>
                  <a:gd name="connsiteX3" fmla="*/ 1361 w 595706"/>
                  <a:gd name="connsiteY3" fmla="*/ 139771 h 139771"/>
                  <a:gd name="connsiteX4" fmla="*/ 0 w 595706"/>
                  <a:gd name="connsiteY4" fmla="*/ 22534 h 139771"/>
                  <a:gd name="connsiteX0" fmla="*/ 0 w 595706"/>
                  <a:gd name="connsiteY0" fmla="*/ 23494 h 140731"/>
                  <a:gd name="connsiteX1" fmla="*/ 595706 w 595706"/>
                  <a:gd name="connsiteY1" fmla="*/ 2118 h 140731"/>
                  <a:gd name="connsiteX2" fmla="*/ 595706 w 595706"/>
                  <a:gd name="connsiteY2" fmla="*/ 98549 h 140731"/>
                  <a:gd name="connsiteX3" fmla="*/ 1361 w 595706"/>
                  <a:gd name="connsiteY3" fmla="*/ 140731 h 140731"/>
                  <a:gd name="connsiteX4" fmla="*/ 0 w 595706"/>
                  <a:gd name="connsiteY4" fmla="*/ 23494 h 140731"/>
                  <a:gd name="connsiteX0" fmla="*/ 0 w 595706"/>
                  <a:gd name="connsiteY0" fmla="*/ 23494 h 140731"/>
                  <a:gd name="connsiteX1" fmla="*/ 595706 w 595706"/>
                  <a:gd name="connsiteY1" fmla="*/ 2118 h 140731"/>
                  <a:gd name="connsiteX2" fmla="*/ 595706 w 595706"/>
                  <a:gd name="connsiteY2" fmla="*/ 98549 h 140731"/>
                  <a:gd name="connsiteX3" fmla="*/ 1361 w 595706"/>
                  <a:gd name="connsiteY3" fmla="*/ 140731 h 140731"/>
                  <a:gd name="connsiteX4" fmla="*/ 0 w 595706"/>
                  <a:gd name="connsiteY4" fmla="*/ 23494 h 140731"/>
                  <a:gd name="connsiteX0" fmla="*/ 0 w 595706"/>
                  <a:gd name="connsiteY0" fmla="*/ 25030 h 142267"/>
                  <a:gd name="connsiteX1" fmla="*/ 595706 w 595706"/>
                  <a:gd name="connsiteY1" fmla="*/ 3654 h 142267"/>
                  <a:gd name="connsiteX2" fmla="*/ 595706 w 595706"/>
                  <a:gd name="connsiteY2" fmla="*/ 100085 h 142267"/>
                  <a:gd name="connsiteX3" fmla="*/ 1361 w 595706"/>
                  <a:gd name="connsiteY3" fmla="*/ 142267 h 142267"/>
                  <a:gd name="connsiteX4" fmla="*/ 0 w 595706"/>
                  <a:gd name="connsiteY4" fmla="*/ 25030 h 142267"/>
                  <a:gd name="connsiteX0" fmla="*/ 0 w 595706"/>
                  <a:gd name="connsiteY0" fmla="*/ 22091 h 139328"/>
                  <a:gd name="connsiteX1" fmla="*/ 595706 w 595706"/>
                  <a:gd name="connsiteY1" fmla="*/ 715 h 139328"/>
                  <a:gd name="connsiteX2" fmla="*/ 595706 w 595706"/>
                  <a:gd name="connsiteY2" fmla="*/ 97146 h 139328"/>
                  <a:gd name="connsiteX3" fmla="*/ 1361 w 595706"/>
                  <a:gd name="connsiteY3" fmla="*/ 139328 h 139328"/>
                  <a:gd name="connsiteX4" fmla="*/ 0 w 595706"/>
                  <a:gd name="connsiteY4" fmla="*/ 22091 h 139328"/>
                  <a:gd name="connsiteX0" fmla="*/ 0 w 595706"/>
                  <a:gd name="connsiteY0" fmla="*/ 23573 h 140810"/>
                  <a:gd name="connsiteX1" fmla="*/ 595706 w 595706"/>
                  <a:gd name="connsiteY1" fmla="*/ 2197 h 140810"/>
                  <a:gd name="connsiteX2" fmla="*/ 595706 w 595706"/>
                  <a:gd name="connsiteY2" fmla="*/ 98628 h 140810"/>
                  <a:gd name="connsiteX3" fmla="*/ 1361 w 595706"/>
                  <a:gd name="connsiteY3" fmla="*/ 140810 h 140810"/>
                  <a:gd name="connsiteX4" fmla="*/ 0 w 595706"/>
                  <a:gd name="connsiteY4" fmla="*/ 23573 h 140810"/>
                  <a:gd name="connsiteX0" fmla="*/ 0 w 595706"/>
                  <a:gd name="connsiteY0" fmla="*/ 21908 h 139145"/>
                  <a:gd name="connsiteX1" fmla="*/ 595706 w 595706"/>
                  <a:gd name="connsiteY1" fmla="*/ 532 h 139145"/>
                  <a:gd name="connsiteX2" fmla="*/ 595706 w 595706"/>
                  <a:gd name="connsiteY2" fmla="*/ 96963 h 139145"/>
                  <a:gd name="connsiteX3" fmla="*/ 1361 w 595706"/>
                  <a:gd name="connsiteY3" fmla="*/ 139145 h 139145"/>
                  <a:gd name="connsiteX4" fmla="*/ 0 w 595706"/>
                  <a:gd name="connsiteY4" fmla="*/ 21908 h 139145"/>
                  <a:gd name="connsiteX0" fmla="*/ 0 w 595706"/>
                  <a:gd name="connsiteY0" fmla="*/ 23863 h 141100"/>
                  <a:gd name="connsiteX1" fmla="*/ 595706 w 595706"/>
                  <a:gd name="connsiteY1" fmla="*/ 2487 h 141100"/>
                  <a:gd name="connsiteX2" fmla="*/ 595706 w 595706"/>
                  <a:gd name="connsiteY2" fmla="*/ 98918 h 141100"/>
                  <a:gd name="connsiteX3" fmla="*/ 1361 w 595706"/>
                  <a:gd name="connsiteY3" fmla="*/ 141100 h 141100"/>
                  <a:gd name="connsiteX4" fmla="*/ 0 w 595706"/>
                  <a:gd name="connsiteY4" fmla="*/ 23863 h 141100"/>
                  <a:gd name="connsiteX0" fmla="*/ 0 w 595706"/>
                  <a:gd name="connsiteY0" fmla="*/ 24472 h 141709"/>
                  <a:gd name="connsiteX1" fmla="*/ 595706 w 595706"/>
                  <a:gd name="connsiteY1" fmla="*/ 3096 h 141709"/>
                  <a:gd name="connsiteX2" fmla="*/ 595706 w 595706"/>
                  <a:gd name="connsiteY2" fmla="*/ 99527 h 141709"/>
                  <a:gd name="connsiteX3" fmla="*/ 1361 w 595706"/>
                  <a:gd name="connsiteY3" fmla="*/ 141709 h 141709"/>
                  <a:gd name="connsiteX4" fmla="*/ 0 w 595706"/>
                  <a:gd name="connsiteY4" fmla="*/ 24472 h 141709"/>
                  <a:gd name="connsiteX0" fmla="*/ 0 w 595706"/>
                  <a:gd name="connsiteY0" fmla="*/ 24267 h 141504"/>
                  <a:gd name="connsiteX1" fmla="*/ 595706 w 595706"/>
                  <a:gd name="connsiteY1" fmla="*/ 2891 h 141504"/>
                  <a:gd name="connsiteX2" fmla="*/ 595706 w 595706"/>
                  <a:gd name="connsiteY2" fmla="*/ 99322 h 141504"/>
                  <a:gd name="connsiteX3" fmla="*/ 1361 w 595706"/>
                  <a:gd name="connsiteY3" fmla="*/ 141504 h 141504"/>
                  <a:gd name="connsiteX4" fmla="*/ 0 w 595706"/>
                  <a:gd name="connsiteY4" fmla="*/ 24267 h 141504"/>
                  <a:gd name="connsiteX0" fmla="*/ 0 w 595706"/>
                  <a:gd name="connsiteY0" fmla="*/ 24472 h 141709"/>
                  <a:gd name="connsiteX1" fmla="*/ 595706 w 595706"/>
                  <a:gd name="connsiteY1" fmla="*/ 3096 h 141709"/>
                  <a:gd name="connsiteX2" fmla="*/ 595706 w 595706"/>
                  <a:gd name="connsiteY2" fmla="*/ 99527 h 141709"/>
                  <a:gd name="connsiteX3" fmla="*/ 1361 w 595706"/>
                  <a:gd name="connsiteY3" fmla="*/ 141709 h 141709"/>
                  <a:gd name="connsiteX4" fmla="*/ 0 w 595706"/>
                  <a:gd name="connsiteY4" fmla="*/ 24472 h 141709"/>
                  <a:gd name="connsiteX0" fmla="*/ 0 w 595706"/>
                  <a:gd name="connsiteY0" fmla="*/ 24472 h 141709"/>
                  <a:gd name="connsiteX1" fmla="*/ 594353 w 595706"/>
                  <a:gd name="connsiteY1" fmla="*/ 3096 h 141709"/>
                  <a:gd name="connsiteX2" fmla="*/ 595706 w 595706"/>
                  <a:gd name="connsiteY2" fmla="*/ 99527 h 141709"/>
                  <a:gd name="connsiteX3" fmla="*/ 1361 w 595706"/>
                  <a:gd name="connsiteY3" fmla="*/ 141709 h 141709"/>
                  <a:gd name="connsiteX4" fmla="*/ 0 w 595706"/>
                  <a:gd name="connsiteY4" fmla="*/ 24472 h 141709"/>
                  <a:gd name="connsiteX0" fmla="*/ 124 w 595830"/>
                  <a:gd name="connsiteY0" fmla="*/ 24472 h 141709"/>
                  <a:gd name="connsiteX1" fmla="*/ 594477 w 595830"/>
                  <a:gd name="connsiteY1" fmla="*/ 3096 h 141709"/>
                  <a:gd name="connsiteX2" fmla="*/ 595830 w 595830"/>
                  <a:gd name="connsiteY2" fmla="*/ 99527 h 141709"/>
                  <a:gd name="connsiteX3" fmla="*/ 131 w 595830"/>
                  <a:gd name="connsiteY3" fmla="*/ 141709 h 141709"/>
                  <a:gd name="connsiteX4" fmla="*/ 124 w 595830"/>
                  <a:gd name="connsiteY4" fmla="*/ 24472 h 141709"/>
                  <a:gd name="connsiteX0" fmla="*/ 124 w 597179"/>
                  <a:gd name="connsiteY0" fmla="*/ 25207 h 142444"/>
                  <a:gd name="connsiteX1" fmla="*/ 597179 w 597179"/>
                  <a:gd name="connsiteY1" fmla="*/ 481 h 142444"/>
                  <a:gd name="connsiteX2" fmla="*/ 595830 w 597179"/>
                  <a:gd name="connsiteY2" fmla="*/ 100262 h 142444"/>
                  <a:gd name="connsiteX3" fmla="*/ 131 w 597179"/>
                  <a:gd name="connsiteY3" fmla="*/ 142444 h 142444"/>
                  <a:gd name="connsiteX4" fmla="*/ 124 w 597179"/>
                  <a:gd name="connsiteY4" fmla="*/ 25207 h 142444"/>
                  <a:gd name="connsiteX0" fmla="*/ 124 w 595889"/>
                  <a:gd name="connsiteY0" fmla="*/ 25842 h 143079"/>
                  <a:gd name="connsiteX1" fmla="*/ 594477 w 595889"/>
                  <a:gd name="connsiteY1" fmla="*/ 0 h 143079"/>
                  <a:gd name="connsiteX2" fmla="*/ 595830 w 595889"/>
                  <a:gd name="connsiteY2" fmla="*/ 100897 h 143079"/>
                  <a:gd name="connsiteX3" fmla="*/ 131 w 595889"/>
                  <a:gd name="connsiteY3" fmla="*/ 143079 h 143079"/>
                  <a:gd name="connsiteX4" fmla="*/ 124 w 595889"/>
                  <a:gd name="connsiteY4" fmla="*/ 25842 h 143079"/>
                  <a:gd name="connsiteX0" fmla="*/ 124 w 595889"/>
                  <a:gd name="connsiteY0" fmla="*/ 24713 h 141950"/>
                  <a:gd name="connsiteX1" fmla="*/ 594477 w 595889"/>
                  <a:gd name="connsiteY1" fmla="*/ 2221 h 141950"/>
                  <a:gd name="connsiteX2" fmla="*/ 595830 w 595889"/>
                  <a:gd name="connsiteY2" fmla="*/ 99768 h 141950"/>
                  <a:gd name="connsiteX3" fmla="*/ 131 w 595889"/>
                  <a:gd name="connsiteY3" fmla="*/ 141950 h 141950"/>
                  <a:gd name="connsiteX4" fmla="*/ 124 w 595889"/>
                  <a:gd name="connsiteY4" fmla="*/ 24713 h 141950"/>
                  <a:gd name="connsiteX0" fmla="*/ 124 w 595959"/>
                  <a:gd name="connsiteY0" fmla="*/ 24713 h 141950"/>
                  <a:gd name="connsiteX1" fmla="*/ 595828 w 595959"/>
                  <a:gd name="connsiteY1" fmla="*/ 2221 h 141950"/>
                  <a:gd name="connsiteX2" fmla="*/ 595830 w 595959"/>
                  <a:gd name="connsiteY2" fmla="*/ 99768 h 141950"/>
                  <a:gd name="connsiteX3" fmla="*/ 131 w 595959"/>
                  <a:gd name="connsiteY3" fmla="*/ 141950 h 141950"/>
                  <a:gd name="connsiteX4" fmla="*/ 124 w 595959"/>
                  <a:gd name="connsiteY4" fmla="*/ 24713 h 141950"/>
                  <a:gd name="connsiteX0" fmla="*/ 124 w 595959"/>
                  <a:gd name="connsiteY0" fmla="*/ 24925 h 142162"/>
                  <a:gd name="connsiteX1" fmla="*/ 595828 w 595959"/>
                  <a:gd name="connsiteY1" fmla="*/ 2433 h 142162"/>
                  <a:gd name="connsiteX2" fmla="*/ 595830 w 595959"/>
                  <a:gd name="connsiteY2" fmla="*/ 99980 h 142162"/>
                  <a:gd name="connsiteX3" fmla="*/ 131 w 595959"/>
                  <a:gd name="connsiteY3" fmla="*/ 142162 h 142162"/>
                  <a:gd name="connsiteX4" fmla="*/ 124 w 595959"/>
                  <a:gd name="connsiteY4" fmla="*/ 24925 h 142162"/>
                  <a:gd name="connsiteX0" fmla="*/ 124 w 595959"/>
                  <a:gd name="connsiteY0" fmla="*/ 22492 h 139729"/>
                  <a:gd name="connsiteX1" fmla="*/ 595828 w 595959"/>
                  <a:gd name="connsiteY1" fmla="*/ 0 h 139729"/>
                  <a:gd name="connsiteX2" fmla="*/ 595830 w 595959"/>
                  <a:gd name="connsiteY2" fmla="*/ 97547 h 139729"/>
                  <a:gd name="connsiteX3" fmla="*/ 131 w 595959"/>
                  <a:gd name="connsiteY3" fmla="*/ 139729 h 139729"/>
                  <a:gd name="connsiteX4" fmla="*/ 124 w 595959"/>
                  <a:gd name="connsiteY4" fmla="*/ 22492 h 139729"/>
                  <a:gd name="connsiteX0" fmla="*/ 124 w 595959"/>
                  <a:gd name="connsiteY0" fmla="*/ 25585 h 142822"/>
                  <a:gd name="connsiteX1" fmla="*/ 595828 w 595959"/>
                  <a:gd name="connsiteY1" fmla="*/ 3093 h 142822"/>
                  <a:gd name="connsiteX2" fmla="*/ 595830 w 595959"/>
                  <a:gd name="connsiteY2" fmla="*/ 100640 h 142822"/>
                  <a:gd name="connsiteX3" fmla="*/ 131 w 595959"/>
                  <a:gd name="connsiteY3" fmla="*/ 142822 h 142822"/>
                  <a:gd name="connsiteX4" fmla="*/ 124 w 595959"/>
                  <a:gd name="connsiteY4" fmla="*/ 25585 h 142822"/>
                  <a:gd name="connsiteX0" fmla="*/ 124 w 595959"/>
                  <a:gd name="connsiteY0" fmla="*/ 25585 h 142822"/>
                  <a:gd name="connsiteX1" fmla="*/ 595828 w 595959"/>
                  <a:gd name="connsiteY1" fmla="*/ 3093 h 142822"/>
                  <a:gd name="connsiteX2" fmla="*/ 595830 w 595959"/>
                  <a:gd name="connsiteY2" fmla="*/ 100640 h 142822"/>
                  <a:gd name="connsiteX3" fmla="*/ 131 w 595959"/>
                  <a:gd name="connsiteY3" fmla="*/ 142822 h 142822"/>
                  <a:gd name="connsiteX4" fmla="*/ 124 w 595959"/>
                  <a:gd name="connsiteY4" fmla="*/ 25585 h 142822"/>
                  <a:gd name="connsiteX0" fmla="*/ 124 w 595959"/>
                  <a:gd name="connsiteY0" fmla="*/ 26512 h 143749"/>
                  <a:gd name="connsiteX1" fmla="*/ 595828 w 595959"/>
                  <a:gd name="connsiteY1" fmla="*/ 4020 h 143749"/>
                  <a:gd name="connsiteX2" fmla="*/ 595830 w 595959"/>
                  <a:gd name="connsiteY2" fmla="*/ 101567 h 143749"/>
                  <a:gd name="connsiteX3" fmla="*/ 131 w 595959"/>
                  <a:gd name="connsiteY3" fmla="*/ 143749 h 143749"/>
                  <a:gd name="connsiteX4" fmla="*/ 124 w 595959"/>
                  <a:gd name="connsiteY4" fmla="*/ 26512 h 143749"/>
                  <a:gd name="connsiteX0" fmla="*/ 124 w 595959"/>
                  <a:gd name="connsiteY0" fmla="*/ 26512 h 143749"/>
                  <a:gd name="connsiteX1" fmla="*/ 595828 w 595959"/>
                  <a:gd name="connsiteY1" fmla="*/ 4020 h 143749"/>
                  <a:gd name="connsiteX2" fmla="*/ 595830 w 595959"/>
                  <a:gd name="connsiteY2" fmla="*/ 101567 h 143749"/>
                  <a:gd name="connsiteX3" fmla="*/ 131 w 595959"/>
                  <a:gd name="connsiteY3" fmla="*/ 143749 h 143749"/>
                  <a:gd name="connsiteX4" fmla="*/ 124 w 595959"/>
                  <a:gd name="connsiteY4" fmla="*/ 26512 h 143749"/>
                  <a:gd name="connsiteX0" fmla="*/ 124 w 595959"/>
                  <a:gd name="connsiteY0" fmla="*/ 28496 h 145733"/>
                  <a:gd name="connsiteX1" fmla="*/ 595828 w 595959"/>
                  <a:gd name="connsiteY1" fmla="*/ 6004 h 145733"/>
                  <a:gd name="connsiteX2" fmla="*/ 595830 w 595959"/>
                  <a:gd name="connsiteY2" fmla="*/ 103551 h 145733"/>
                  <a:gd name="connsiteX3" fmla="*/ 131 w 595959"/>
                  <a:gd name="connsiteY3" fmla="*/ 145733 h 145733"/>
                  <a:gd name="connsiteX4" fmla="*/ 124 w 595959"/>
                  <a:gd name="connsiteY4" fmla="*/ 28496 h 14573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856"/>
                  <a:gd name="connsiteY0" fmla="*/ 41841 h 159078"/>
                  <a:gd name="connsiteX1" fmla="*/ 591261 w 595856"/>
                  <a:gd name="connsiteY1" fmla="*/ 0 h 159078"/>
                  <a:gd name="connsiteX2" fmla="*/ 595830 w 595856"/>
                  <a:gd name="connsiteY2" fmla="*/ 116896 h 159078"/>
                  <a:gd name="connsiteX3" fmla="*/ 131 w 595856"/>
                  <a:gd name="connsiteY3" fmla="*/ 159078 h 159078"/>
                  <a:gd name="connsiteX4" fmla="*/ 124 w 595856"/>
                  <a:gd name="connsiteY4" fmla="*/ 41841 h 159078"/>
                  <a:gd name="connsiteX0" fmla="*/ 124 w 595959"/>
                  <a:gd name="connsiteY0" fmla="*/ 41841 h 159078"/>
                  <a:gd name="connsiteX1" fmla="*/ 595828 w 595959"/>
                  <a:gd name="connsiteY1" fmla="*/ 0 h 159078"/>
                  <a:gd name="connsiteX2" fmla="*/ 595830 w 595959"/>
                  <a:gd name="connsiteY2" fmla="*/ 116896 h 159078"/>
                  <a:gd name="connsiteX3" fmla="*/ 131 w 595959"/>
                  <a:gd name="connsiteY3" fmla="*/ 159078 h 159078"/>
                  <a:gd name="connsiteX4" fmla="*/ 124 w 595959"/>
                  <a:gd name="connsiteY4" fmla="*/ 41841 h 159078"/>
                  <a:gd name="connsiteX0" fmla="*/ 124 w 597349"/>
                  <a:gd name="connsiteY0" fmla="*/ 42378 h 159615"/>
                  <a:gd name="connsiteX1" fmla="*/ 597349 w 597349"/>
                  <a:gd name="connsiteY1" fmla="*/ 0 h 159615"/>
                  <a:gd name="connsiteX2" fmla="*/ 595830 w 597349"/>
                  <a:gd name="connsiteY2" fmla="*/ 117433 h 159615"/>
                  <a:gd name="connsiteX3" fmla="*/ 131 w 597349"/>
                  <a:gd name="connsiteY3" fmla="*/ 159615 h 159615"/>
                  <a:gd name="connsiteX4" fmla="*/ 124 w 597349"/>
                  <a:gd name="connsiteY4" fmla="*/ 42378 h 159615"/>
                  <a:gd name="connsiteX0" fmla="*/ 124 w 600443"/>
                  <a:gd name="connsiteY0" fmla="*/ 42378 h 159615"/>
                  <a:gd name="connsiteX1" fmla="*/ 597349 w 600443"/>
                  <a:gd name="connsiteY1" fmla="*/ 0 h 159615"/>
                  <a:gd name="connsiteX2" fmla="*/ 600408 w 600443"/>
                  <a:gd name="connsiteY2" fmla="*/ 117433 h 159615"/>
                  <a:gd name="connsiteX3" fmla="*/ 131 w 600443"/>
                  <a:gd name="connsiteY3" fmla="*/ 159615 h 159615"/>
                  <a:gd name="connsiteX4" fmla="*/ 124 w 600443"/>
                  <a:gd name="connsiteY4" fmla="*/ 42378 h 159615"/>
                  <a:gd name="connsiteX0" fmla="*/ 124 w 600537"/>
                  <a:gd name="connsiteY0" fmla="*/ 42378 h 159615"/>
                  <a:gd name="connsiteX1" fmla="*/ 600401 w 600537"/>
                  <a:gd name="connsiteY1" fmla="*/ 0 h 159615"/>
                  <a:gd name="connsiteX2" fmla="*/ 600408 w 600537"/>
                  <a:gd name="connsiteY2" fmla="*/ 117433 h 159615"/>
                  <a:gd name="connsiteX3" fmla="*/ 131 w 600537"/>
                  <a:gd name="connsiteY3" fmla="*/ 159615 h 159615"/>
                  <a:gd name="connsiteX4" fmla="*/ 124 w 600537"/>
                  <a:gd name="connsiteY4" fmla="*/ 42378 h 1596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00537" h="159615">
                    <a:moveTo>
                      <a:pt x="124" y="42378"/>
                    </a:moveTo>
                    <a:cubicBezTo>
                      <a:pt x="296414" y="-50243"/>
                      <a:pt x="418111" y="75773"/>
                      <a:pt x="600401" y="0"/>
                    </a:cubicBezTo>
                    <a:cubicBezTo>
                      <a:pt x="599951" y="33260"/>
                      <a:pt x="600858" y="84173"/>
                      <a:pt x="600408" y="117433"/>
                    </a:cubicBezTo>
                    <a:cubicBezTo>
                      <a:pt x="395490" y="192726"/>
                      <a:pt x="285331" y="62551"/>
                      <a:pt x="131" y="159615"/>
                    </a:cubicBezTo>
                    <a:cubicBezTo>
                      <a:pt x="-323" y="114566"/>
                      <a:pt x="578" y="87427"/>
                      <a:pt x="124" y="42378"/>
                    </a:cubicBezTo>
                    <a:close/>
                  </a:path>
                </a:pathLst>
              </a:custGeom>
              <a:solidFill>
                <a:schemeClr val="accent2">
                  <a:lumMod val="40000"/>
                  <a:lumOff val="60000"/>
                </a:schemeClr>
              </a:solidFill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grpSp>
            <p:nvGrpSpPr>
              <p:cNvPr id="815" name="组合 814">
                <a:extLst>
                  <a:ext uri="{FF2B5EF4-FFF2-40B4-BE49-F238E27FC236}">
                    <a16:creationId xmlns:a16="http://schemas.microsoft.com/office/drawing/2014/main" id="{BD621120-FBF2-BF60-551B-376B7E2791C8}"/>
                  </a:ext>
                </a:extLst>
              </p:cNvPr>
              <p:cNvGrpSpPr/>
              <p:nvPr/>
            </p:nvGrpSpPr>
            <p:grpSpPr>
              <a:xfrm>
                <a:off x="5766806" y="6517241"/>
                <a:ext cx="621640" cy="663817"/>
                <a:chOff x="5040167" y="6521415"/>
                <a:chExt cx="621640" cy="663817"/>
              </a:xfrm>
            </p:grpSpPr>
            <p:sp>
              <p:nvSpPr>
                <p:cNvPr id="816" name="矩形 1174">
                  <a:extLst>
                    <a:ext uri="{FF2B5EF4-FFF2-40B4-BE49-F238E27FC236}">
                      <a16:creationId xmlns:a16="http://schemas.microsoft.com/office/drawing/2014/main" id="{A4A9384D-F4D2-513D-74E9-929BCA2A5854}"/>
                    </a:ext>
                  </a:extLst>
                </p:cNvPr>
                <p:cNvSpPr/>
                <p:nvPr/>
              </p:nvSpPr>
              <p:spPr>
                <a:xfrm rot="10800000">
                  <a:off x="5041542" y="6760560"/>
                  <a:ext cx="618706" cy="201627"/>
                </a:xfrm>
                <a:custGeom>
                  <a:avLst/>
                  <a:gdLst>
                    <a:gd name="connsiteX0" fmla="*/ 0 w 595706"/>
                    <a:gd name="connsiteY0" fmla="*/ 0 h 92965"/>
                    <a:gd name="connsiteX1" fmla="*/ 595706 w 595706"/>
                    <a:gd name="connsiteY1" fmla="*/ 0 h 92965"/>
                    <a:gd name="connsiteX2" fmla="*/ 595706 w 595706"/>
                    <a:gd name="connsiteY2" fmla="*/ 92965 h 92965"/>
                    <a:gd name="connsiteX3" fmla="*/ 0 w 595706"/>
                    <a:gd name="connsiteY3" fmla="*/ 92965 h 92965"/>
                    <a:gd name="connsiteX4" fmla="*/ 0 w 595706"/>
                    <a:gd name="connsiteY4" fmla="*/ 0 h 92965"/>
                    <a:gd name="connsiteX0" fmla="*/ 0 w 595706"/>
                    <a:gd name="connsiteY0" fmla="*/ 0 h 135147"/>
                    <a:gd name="connsiteX1" fmla="*/ 595706 w 595706"/>
                    <a:gd name="connsiteY1" fmla="*/ 0 h 135147"/>
                    <a:gd name="connsiteX2" fmla="*/ 595706 w 595706"/>
                    <a:gd name="connsiteY2" fmla="*/ 92965 h 135147"/>
                    <a:gd name="connsiteX3" fmla="*/ 1361 w 595706"/>
                    <a:gd name="connsiteY3" fmla="*/ 135147 h 135147"/>
                    <a:gd name="connsiteX4" fmla="*/ 0 w 595706"/>
                    <a:gd name="connsiteY4" fmla="*/ 0 h 135147"/>
                    <a:gd name="connsiteX0" fmla="*/ 0 w 595706"/>
                    <a:gd name="connsiteY0" fmla="*/ 0 h 135147"/>
                    <a:gd name="connsiteX1" fmla="*/ 595706 w 595706"/>
                    <a:gd name="connsiteY1" fmla="*/ 0 h 135147"/>
                    <a:gd name="connsiteX2" fmla="*/ 595706 w 595706"/>
                    <a:gd name="connsiteY2" fmla="*/ 92965 h 135147"/>
                    <a:gd name="connsiteX3" fmla="*/ 1361 w 595706"/>
                    <a:gd name="connsiteY3" fmla="*/ 135147 h 135147"/>
                    <a:gd name="connsiteX4" fmla="*/ 0 w 595706"/>
                    <a:gd name="connsiteY4" fmla="*/ 0 h 135147"/>
                    <a:gd name="connsiteX0" fmla="*/ 0 w 595706"/>
                    <a:gd name="connsiteY0" fmla="*/ 0 h 135147"/>
                    <a:gd name="connsiteX1" fmla="*/ 595706 w 595706"/>
                    <a:gd name="connsiteY1" fmla="*/ 0 h 135147"/>
                    <a:gd name="connsiteX2" fmla="*/ 595706 w 595706"/>
                    <a:gd name="connsiteY2" fmla="*/ 92965 h 135147"/>
                    <a:gd name="connsiteX3" fmla="*/ 1361 w 595706"/>
                    <a:gd name="connsiteY3" fmla="*/ 135147 h 135147"/>
                    <a:gd name="connsiteX4" fmla="*/ 0 w 595706"/>
                    <a:gd name="connsiteY4" fmla="*/ 0 h 135147"/>
                    <a:gd name="connsiteX0" fmla="*/ 0 w 595706"/>
                    <a:gd name="connsiteY0" fmla="*/ 0 h 135147"/>
                    <a:gd name="connsiteX1" fmla="*/ 595706 w 595706"/>
                    <a:gd name="connsiteY1" fmla="*/ 0 h 135147"/>
                    <a:gd name="connsiteX2" fmla="*/ 595706 w 595706"/>
                    <a:gd name="connsiteY2" fmla="*/ 92965 h 135147"/>
                    <a:gd name="connsiteX3" fmla="*/ 1361 w 595706"/>
                    <a:gd name="connsiteY3" fmla="*/ 135147 h 135147"/>
                    <a:gd name="connsiteX4" fmla="*/ 0 w 595706"/>
                    <a:gd name="connsiteY4" fmla="*/ 0 h 135147"/>
                    <a:gd name="connsiteX0" fmla="*/ 1422 w 594406"/>
                    <a:gd name="connsiteY0" fmla="*/ 21376 h 135147"/>
                    <a:gd name="connsiteX1" fmla="*/ 594406 w 594406"/>
                    <a:gd name="connsiteY1" fmla="*/ 0 h 135147"/>
                    <a:gd name="connsiteX2" fmla="*/ 594406 w 594406"/>
                    <a:gd name="connsiteY2" fmla="*/ 92965 h 135147"/>
                    <a:gd name="connsiteX3" fmla="*/ 61 w 594406"/>
                    <a:gd name="connsiteY3" fmla="*/ 135147 h 135147"/>
                    <a:gd name="connsiteX4" fmla="*/ 1422 w 594406"/>
                    <a:gd name="connsiteY4" fmla="*/ 21376 h 135147"/>
                    <a:gd name="connsiteX0" fmla="*/ 1422 w 594406"/>
                    <a:gd name="connsiteY0" fmla="*/ 15599 h 135147"/>
                    <a:gd name="connsiteX1" fmla="*/ 594406 w 594406"/>
                    <a:gd name="connsiteY1" fmla="*/ 0 h 135147"/>
                    <a:gd name="connsiteX2" fmla="*/ 594406 w 594406"/>
                    <a:gd name="connsiteY2" fmla="*/ 92965 h 135147"/>
                    <a:gd name="connsiteX3" fmla="*/ 61 w 594406"/>
                    <a:gd name="connsiteY3" fmla="*/ 135147 h 135147"/>
                    <a:gd name="connsiteX4" fmla="*/ 1422 w 594406"/>
                    <a:gd name="connsiteY4" fmla="*/ 15599 h 135147"/>
                    <a:gd name="connsiteX0" fmla="*/ 131 w 594476"/>
                    <a:gd name="connsiteY0" fmla="*/ 4622 h 135147"/>
                    <a:gd name="connsiteX1" fmla="*/ 594476 w 594476"/>
                    <a:gd name="connsiteY1" fmla="*/ 0 h 135147"/>
                    <a:gd name="connsiteX2" fmla="*/ 594476 w 594476"/>
                    <a:gd name="connsiteY2" fmla="*/ 92965 h 135147"/>
                    <a:gd name="connsiteX3" fmla="*/ 131 w 594476"/>
                    <a:gd name="connsiteY3" fmla="*/ 135147 h 135147"/>
                    <a:gd name="connsiteX4" fmla="*/ 131 w 594476"/>
                    <a:gd name="connsiteY4" fmla="*/ 4622 h 135147"/>
                    <a:gd name="connsiteX0" fmla="*/ 0 w 595706"/>
                    <a:gd name="connsiteY0" fmla="*/ 17910 h 135147"/>
                    <a:gd name="connsiteX1" fmla="*/ 595706 w 595706"/>
                    <a:gd name="connsiteY1" fmla="*/ 0 h 135147"/>
                    <a:gd name="connsiteX2" fmla="*/ 595706 w 595706"/>
                    <a:gd name="connsiteY2" fmla="*/ 92965 h 135147"/>
                    <a:gd name="connsiteX3" fmla="*/ 1361 w 595706"/>
                    <a:gd name="connsiteY3" fmla="*/ 135147 h 135147"/>
                    <a:gd name="connsiteX4" fmla="*/ 0 w 595706"/>
                    <a:gd name="connsiteY4" fmla="*/ 17910 h 135147"/>
                    <a:gd name="connsiteX0" fmla="*/ 0 w 595706"/>
                    <a:gd name="connsiteY0" fmla="*/ 17910 h 135147"/>
                    <a:gd name="connsiteX1" fmla="*/ 595706 w 595706"/>
                    <a:gd name="connsiteY1" fmla="*/ 0 h 135147"/>
                    <a:gd name="connsiteX2" fmla="*/ 595706 w 595706"/>
                    <a:gd name="connsiteY2" fmla="*/ 92965 h 135147"/>
                    <a:gd name="connsiteX3" fmla="*/ 1361 w 595706"/>
                    <a:gd name="connsiteY3" fmla="*/ 135147 h 135147"/>
                    <a:gd name="connsiteX4" fmla="*/ 0 w 595706"/>
                    <a:gd name="connsiteY4" fmla="*/ 17910 h 135147"/>
                    <a:gd name="connsiteX0" fmla="*/ 0 w 595706"/>
                    <a:gd name="connsiteY0" fmla="*/ 17910 h 135147"/>
                    <a:gd name="connsiteX1" fmla="*/ 595706 w 595706"/>
                    <a:gd name="connsiteY1" fmla="*/ 0 h 135147"/>
                    <a:gd name="connsiteX2" fmla="*/ 595706 w 595706"/>
                    <a:gd name="connsiteY2" fmla="*/ 92965 h 135147"/>
                    <a:gd name="connsiteX3" fmla="*/ 1361 w 595706"/>
                    <a:gd name="connsiteY3" fmla="*/ 135147 h 135147"/>
                    <a:gd name="connsiteX4" fmla="*/ 0 w 595706"/>
                    <a:gd name="connsiteY4" fmla="*/ 17910 h 135147"/>
                    <a:gd name="connsiteX0" fmla="*/ 0 w 595706"/>
                    <a:gd name="connsiteY0" fmla="*/ 17910 h 135147"/>
                    <a:gd name="connsiteX1" fmla="*/ 595706 w 595706"/>
                    <a:gd name="connsiteY1" fmla="*/ 0 h 135147"/>
                    <a:gd name="connsiteX2" fmla="*/ 595706 w 595706"/>
                    <a:gd name="connsiteY2" fmla="*/ 92965 h 135147"/>
                    <a:gd name="connsiteX3" fmla="*/ 1361 w 595706"/>
                    <a:gd name="connsiteY3" fmla="*/ 135147 h 135147"/>
                    <a:gd name="connsiteX4" fmla="*/ 0 w 595706"/>
                    <a:gd name="connsiteY4" fmla="*/ 17910 h 135147"/>
                    <a:gd name="connsiteX0" fmla="*/ 0 w 595706"/>
                    <a:gd name="connsiteY0" fmla="*/ 22423 h 139660"/>
                    <a:gd name="connsiteX1" fmla="*/ 595706 w 595706"/>
                    <a:gd name="connsiteY1" fmla="*/ 4513 h 139660"/>
                    <a:gd name="connsiteX2" fmla="*/ 595706 w 595706"/>
                    <a:gd name="connsiteY2" fmla="*/ 97478 h 139660"/>
                    <a:gd name="connsiteX3" fmla="*/ 1361 w 595706"/>
                    <a:gd name="connsiteY3" fmla="*/ 139660 h 139660"/>
                    <a:gd name="connsiteX4" fmla="*/ 0 w 595706"/>
                    <a:gd name="connsiteY4" fmla="*/ 22423 h 139660"/>
                    <a:gd name="connsiteX0" fmla="*/ 0 w 595706"/>
                    <a:gd name="connsiteY0" fmla="*/ 26413 h 143650"/>
                    <a:gd name="connsiteX1" fmla="*/ 595706 w 595706"/>
                    <a:gd name="connsiteY1" fmla="*/ 8503 h 143650"/>
                    <a:gd name="connsiteX2" fmla="*/ 595706 w 595706"/>
                    <a:gd name="connsiteY2" fmla="*/ 101468 h 143650"/>
                    <a:gd name="connsiteX3" fmla="*/ 1361 w 595706"/>
                    <a:gd name="connsiteY3" fmla="*/ 143650 h 143650"/>
                    <a:gd name="connsiteX4" fmla="*/ 0 w 595706"/>
                    <a:gd name="connsiteY4" fmla="*/ 26413 h 143650"/>
                    <a:gd name="connsiteX0" fmla="*/ 0 w 595706"/>
                    <a:gd name="connsiteY0" fmla="*/ 21286 h 138523"/>
                    <a:gd name="connsiteX1" fmla="*/ 595706 w 595706"/>
                    <a:gd name="connsiteY1" fmla="*/ 3376 h 138523"/>
                    <a:gd name="connsiteX2" fmla="*/ 595706 w 595706"/>
                    <a:gd name="connsiteY2" fmla="*/ 96341 h 138523"/>
                    <a:gd name="connsiteX3" fmla="*/ 1361 w 595706"/>
                    <a:gd name="connsiteY3" fmla="*/ 138523 h 138523"/>
                    <a:gd name="connsiteX4" fmla="*/ 0 w 595706"/>
                    <a:gd name="connsiteY4" fmla="*/ 21286 h 138523"/>
                    <a:gd name="connsiteX0" fmla="*/ 0 w 595706"/>
                    <a:gd name="connsiteY0" fmla="*/ 22534 h 139771"/>
                    <a:gd name="connsiteX1" fmla="*/ 595706 w 595706"/>
                    <a:gd name="connsiteY1" fmla="*/ 4624 h 139771"/>
                    <a:gd name="connsiteX2" fmla="*/ 595706 w 595706"/>
                    <a:gd name="connsiteY2" fmla="*/ 97589 h 139771"/>
                    <a:gd name="connsiteX3" fmla="*/ 1361 w 595706"/>
                    <a:gd name="connsiteY3" fmla="*/ 139771 h 139771"/>
                    <a:gd name="connsiteX4" fmla="*/ 0 w 595706"/>
                    <a:gd name="connsiteY4" fmla="*/ 22534 h 139771"/>
                    <a:gd name="connsiteX0" fmla="*/ 0 w 595706"/>
                    <a:gd name="connsiteY0" fmla="*/ 23494 h 140731"/>
                    <a:gd name="connsiteX1" fmla="*/ 595706 w 595706"/>
                    <a:gd name="connsiteY1" fmla="*/ 2118 h 140731"/>
                    <a:gd name="connsiteX2" fmla="*/ 595706 w 595706"/>
                    <a:gd name="connsiteY2" fmla="*/ 98549 h 140731"/>
                    <a:gd name="connsiteX3" fmla="*/ 1361 w 595706"/>
                    <a:gd name="connsiteY3" fmla="*/ 140731 h 140731"/>
                    <a:gd name="connsiteX4" fmla="*/ 0 w 595706"/>
                    <a:gd name="connsiteY4" fmla="*/ 23494 h 140731"/>
                    <a:gd name="connsiteX0" fmla="*/ 0 w 595706"/>
                    <a:gd name="connsiteY0" fmla="*/ 23494 h 140731"/>
                    <a:gd name="connsiteX1" fmla="*/ 595706 w 595706"/>
                    <a:gd name="connsiteY1" fmla="*/ 2118 h 140731"/>
                    <a:gd name="connsiteX2" fmla="*/ 595706 w 595706"/>
                    <a:gd name="connsiteY2" fmla="*/ 98549 h 140731"/>
                    <a:gd name="connsiteX3" fmla="*/ 1361 w 595706"/>
                    <a:gd name="connsiteY3" fmla="*/ 140731 h 140731"/>
                    <a:gd name="connsiteX4" fmla="*/ 0 w 595706"/>
                    <a:gd name="connsiteY4" fmla="*/ 23494 h 140731"/>
                    <a:gd name="connsiteX0" fmla="*/ 0 w 595706"/>
                    <a:gd name="connsiteY0" fmla="*/ 25030 h 142267"/>
                    <a:gd name="connsiteX1" fmla="*/ 595706 w 595706"/>
                    <a:gd name="connsiteY1" fmla="*/ 3654 h 142267"/>
                    <a:gd name="connsiteX2" fmla="*/ 595706 w 595706"/>
                    <a:gd name="connsiteY2" fmla="*/ 100085 h 142267"/>
                    <a:gd name="connsiteX3" fmla="*/ 1361 w 595706"/>
                    <a:gd name="connsiteY3" fmla="*/ 142267 h 142267"/>
                    <a:gd name="connsiteX4" fmla="*/ 0 w 595706"/>
                    <a:gd name="connsiteY4" fmla="*/ 25030 h 142267"/>
                    <a:gd name="connsiteX0" fmla="*/ 0 w 595706"/>
                    <a:gd name="connsiteY0" fmla="*/ 22091 h 139328"/>
                    <a:gd name="connsiteX1" fmla="*/ 595706 w 595706"/>
                    <a:gd name="connsiteY1" fmla="*/ 715 h 139328"/>
                    <a:gd name="connsiteX2" fmla="*/ 595706 w 595706"/>
                    <a:gd name="connsiteY2" fmla="*/ 97146 h 139328"/>
                    <a:gd name="connsiteX3" fmla="*/ 1361 w 595706"/>
                    <a:gd name="connsiteY3" fmla="*/ 139328 h 139328"/>
                    <a:gd name="connsiteX4" fmla="*/ 0 w 595706"/>
                    <a:gd name="connsiteY4" fmla="*/ 22091 h 139328"/>
                    <a:gd name="connsiteX0" fmla="*/ 0 w 595706"/>
                    <a:gd name="connsiteY0" fmla="*/ 23573 h 140810"/>
                    <a:gd name="connsiteX1" fmla="*/ 595706 w 595706"/>
                    <a:gd name="connsiteY1" fmla="*/ 2197 h 140810"/>
                    <a:gd name="connsiteX2" fmla="*/ 595706 w 595706"/>
                    <a:gd name="connsiteY2" fmla="*/ 98628 h 140810"/>
                    <a:gd name="connsiteX3" fmla="*/ 1361 w 595706"/>
                    <a:gd name="connsiteY3" fmla="*/ 140810 h 140810"/>
                    <a:gd name="connsiteX4" fmla="*/ 0 w 595706"/>
                    <a:gd name="connsiteY4" fmla="*/ 23573 h 140810"/>
                    <a:gd name="connsiteX0" fmla="*/ 0 w 595706"/>
                    <a:gd name="connsiteY0" fmla="*/ 21908 h 139145"/>
                    <a:gd name="connsiteX1" fmla="*/ 595706 w 595706"/>
                    <a:gd name="connsiteY1" fmla="*/ 532 h 139145"/>
                    <a:gd name="connsiteX2" fmla="*/ 595706 w 595706"/>
                    <a:gd name="connsiteY2" fmla="*/ 96963 h 139145"/>
                    <a:gd name="connsiteX3" fmla="*/ 1361 w 595706"/>
                    <a:gd name="connsiteY3" fmla="*/ 139145 h 139145"/>
                    <a:gd name="connsiteX4" fmla="*/ 0 w 595706"/>
                    <a:gd name="connsiteY4" fmla="*/ 21908 h 139145"/>
                    <a:gd name="connsiteX0" fmla="*/ 0 w 595706"/>
                    <a:gd name="connsiteY0" fmla="*/ 23863 h 141100"/>
                    <a:gd name="connsiteX1" fmla="*/ 595706 w 595706"/>
                    <a:gd name="connsiteY1" fmla="*/ 2487 h 141100"/>
                    <a:gd name="connsiteX2" fmla="*/ 595706 w 595706"/>
                    <a:gd name="connsiteY2" fmla="*/ 98918 h 141100"/>
                    <a:gd name="connsiteX3" fmla="*/ 1361 w 595706"/>
                    <a:gd name="connsiteY3" fmla="*/ 141100 h 141100"/>
                    <a:gd name="connsiteX4" fmla="*/ 0 w 595706"/>
                    <a:gd name="connsiteY4" fmla="*/ 23863 h 141100"/>
                    <a:gd name="connsiteX0" fmla="*/ 0 w 595706"/>
                    <a:gd name="connsiteY0" fmla="*/ 24472 h 141709"/>
                    <a:gd name="connsiteX1" fmla="*/ 595706 w 595706"/>
                    <a:gd name="connsiteY1" fmla="*/ 3096 h 141709"/>
                    <a:gd name="connsiteX2" fmla="*/ 595706 w 595706"/>
                    <a:gd name="connsiteY2" fmla="*/ 99527 h 141709"/>
                    <a:gd name="connsiteX3" fmla="*/ 1361 w 595706"/>
                    <a:gd name="connsiteY3" fmla="*/ 141709 h 141709"/>
                    <a:gd name="connsiteX4" fmla="*/ 0 w 595706"/>
                    <a:gd name="connsiteY4" fmla="*/ 24472 h 141709"/>
                    <a:gd name="connsiteX0" fmla="*/ 0 w 595706"/>
                    <a:gd name="connsiteY0" fmla="*/ 24267 h 141504"/>
                    <a:gd name="connsiteX1" fmla="*/ 595706 w 595706"/>
                    <a:gd name="connsiteY1" fmla="*/ 2891 h 141504"/>
                    <a:gd name="connsiteX2" fmla="*/ 595706 w 595706"/>
                    <a:gd name="connsiteY2" fmla="*/ 99322 h 141504"/>
                    <a:gd name="connsiteX3" fmla="*/ 1361 w 595706"/>
                    <a:gd name="connsiteY3" fmla="*/ 141504 h 141504"/>
                    <a:gd name="connsiteX4" fmla="*/ 0 w 595706"/>
                    <a:gd name="connsiteY4" fmla="*/ 24267 h 141504"/>
                    <a:gd name="connsiteX0" fmla="*/ 0 w 595706"/>
                    <a:gd name="connsiteY0" fmla="*/ 24472 h 141709"/>
                    <a:gd name="connsiteX1" fmla="*/ 595706 w 595706"/>
                    <a:gd name="connsiteY1" fmla="*/ 3096 h 141709"/>
                    <a:gd name="connsiteX2" fmla="*/ 595706 w 595706"/>
                    <a:gd name="connsiteY2" fmla="*/ 99527 h 141709"/>
                    <a:gd name="connsiteX3" fmla="*/ 1361 w 595706"/>
                    <a:gd name="connsiteY3" fmla="*/ 141709 h 141709"/>
                    <a:gd name="connsiteX4" fmla="*/ 0 w 595706"/>
                    <a:gd name="connsiteY4" fmla="*/ 24472 h 141709"/>
                    <a:gd name="connsiteX0" fmla="*/ 0 w 595706"/>
                    <a:gd name="connsiteY0" fmla="*/ 24472 h 141709"/>
                    <a:gd name="connsiteX1" fmla="*/ 594353 w 595706"/>
                    <a:gd name="connsiteY1" fmla="*/ 3096 h 141709"/>
                    <a:gd name="connsiteX2" fmla="*/ 595706 w 595706"/>
                    <a:gd name="connsiteY2" fmla="*/ 99527 h 141709"/>
                    <a:gd name="connsiteX3" fmla="*/ 1361 w 595706"/>
                    <a:gd name="connsiteY3" fmla="*/ 141709 h 141709"/>
                    <a:gd name="connsiteX4" fmla="*/ 0 w 595706"/>
                    <a:gd name="connsiteY4" fmla="*/ 24472 h 141709"/>
                    <a:gd name="connsiteX0" fmla="*/ 124 w 595830"/>
                    <a:gd name="connsiteY0" fmla="*/ 24472 h 141709"/>
                    <a:gd name="connsiteX1" fmla="*/ 594477 w 595830"/>
                    <a:gd name="connsiteY1" fmla="*/ 3096 h 141709"/>
                    <a:gd name="connsiteX2" fmla="*/ 595830 w 595830"/>
                    <a:gd name="connsiteY2" fmla="*/ 99527 h 141709"/>
                    <a:gd name="connsiteX3" fmla="*/ 131 w 595830"/>
                    <a:gd name="connsiteY3" fmla="*/ 141709 h 141709"/>
                    <a:gd name="connsiteX4" fmla="*/ 124 w 595830"/>
                    <a:gd name="connsiteY4" fmla="*/ 24472 h 141709"/>
                    <a:gd name="connsiteX0" fmla="*/ 124 w 597179"/>
                    <a:gd name="connsiteY0" fmla="*/ 25207 h 142444"/>
                    <a:gd name="connsiteX1" fmla="*/ 597179 w 597179"/>
                    <a:gd name="connsiteY1" fmla="*/ 481 h 142444"/>
                    <a:gd name="connsiteX2" fmla="*/ 595830 w 597179"/>
                    <a:gd name="connsiteY2" fmla="*/ 100262 h 142444"/>
                    <a:gd name="connsiteX3" fmla="*/ 131 w 597179"/>
                    <a:gd name="connsiteY3" fmla="*/ 142444 h 142444"/>
                    <a:gd name="connsiteX4" fmla="*/ 124 w 597179"/>
                    <a:gd name="connsiteY4" fmla="*/ 25207 h 142444"/>
                    <a:gd name="connsiteX0" fmla="*/ 124 w 595889"/>
                    <a:gd name="connsiteY0" fmla="*/ 25842 h 143079"/>
                    <a:gd name="connsiteX1" fmla="*/ 594477 w 595889"/>
                    <a:gd name="connsiteY1" fmla="*/ 0 h 143079"/>
                    <a:gd name="connsiteX2" fmla="*/ 595830 w 595889"/>
                    <a:gd name="connsiteY2" fmla="*/ 100897 h 143079"/>
                    <a:gd name="connsiteX3" fmla="*/ 131 w 595889"/>
                    <a:gd name="connsiteY3" fmla="*/ 143079 h 143079"/>
                    <a:gd name="connsiteX4" fmla="*/ 124 w 595889"/>
                    <a:gd name="connsiteY4" fmla="*/ 25842 h 143079"/>
                    <a:gd name="connsiteX0" fmla="*/ 124 w 595889"/>
                    <a:gd name="connsiteY0" fmla="*/ 24713 h 141950"/>
                    <a:gd name="connsiteX1" fmla="*/ 594477 w 595889"/>
                    <a:gd name="connsiteY1" fmla="*/ 2221 h 141950"/>
                    <a:gd name="connsiteX2" fmla="*/ 595830 w 595889"/>
                    <a:gd name="connsiteY2" fmla="*/ 99768 h 141950"/>
                    <a:gd name="connsiteX3" fmla="*/ 131 w 595889"/>
                    <a:gd name="connsiteY3" fmla="*/ 141950 h 141950"/>
                    <a:gd name="connsiteX4" fmla="*/ 124 w 595889"/>
                    <a:gd name="connsiteY4" fmla="*/ 24713 h 141950"/>
                    <a:gd name="connsiteX0" fmla="*/ 124 w 595959"/>
                    <a:gd name="connsiteY0" fmla="*/ 24713 h 141950"/>
                    <a:gd name="connsiteX1" fmla="*/ 595828 w 595959"/>
                    <a:gd name="connsiteY1" fmla="*/ 2221 h 141950"/>
                    <a:gd name="connsiteX2" fmla="*/ 595830 w 595959"/>
                    <a:gd name="connsiteY2" fmla="*/ 99768 h 141950"/>
                    <a:gd name="connsiteX3" fmla="*/ 131 w 595959"/>
                    <a:gd name="connsiteY3" fmla="*/ 141950 h 141950"/>
                    <a:gd name="connsiteX4" fmla="*/ 124 w 595959"/>
                    <a:gd name="connsiteY4" fmla="*/ 24713 h 141950"/>
                    <a:gd name="connsiteX0" fmla="*/ 124 w 595959"/>
                    <a:gd name="connsiteY0" fmla="*/ 24925 h 142162"/>
                    <a:gd name="connsiteX1" fmla="*/ 595828 w 595959"/>
                    <a:gd name="connsiteY1" fmla="*/ 2433 h 142162"/>
                    <a:gd name="connsiteX2" fmla="*/ 595830 w 595959"/>
                    <a:gd name="connsiteY2" fmla="*/ 99980 h 142162"/>
                    <a:gd name="connsiteX3" fmla="*/ 131 w 595959"/>
                    <a:gd name="connsiteY3" fmla="*/ 142162 h 142162"/>
                    <a:gd name="connsiteX4" fmla="*/ 124 w 595959"/>
                    <a:gd name="connsiteY4" fmla="*/ 24925 h 142162"/>
                    <a:gd name="connsiteX0" fmla="*/ 124 w 595959"/>
                    <a:gd name="connsiteY0" fmla="*/ 22492 h 139729"/>
                    <a:gd name="connsiteX1" fmla="*/ 595828 w 595959"/>
                    <a:gd name="connsiteY1" fmla="*/ 0 h 139729"/>
                    <a:gd name="connsiteX2" fmla="*/ 595830 w 595959"/>
                    <a:gd name="connsiteY2" fmla="*/ 97547 h 139729"/>
                    <a:gd name="connsiteX3" fmla="*/ 131 w 595959"/>
                    <a:gd name="connsiteY3" fmla="*/ 139729 h 139729"/>
                    <a:gd name="connsiteX4" fmla="*/ 124 w 595959"/>
                    <a:gd name="connsiteY4" fmla="*/ 22492 h 139729"/>
                    <a:gd name="connsiteX0" fmla="*/ 124 w 595959"/>
                    <a:gd name="connsiteY0" fmla="*/ 25585 h 142822"/>
                    <a:gd name="connsiteX1" fmla="*/ 595828 w 595959"/>
                    <a:gd name="connsiteY1" fmla="*/ 3093 h 142822"/>
                    <a:gd name="connsiteX2" fmla="*/ 595830 w 595959"/>
                    <a:gd name="connsiteY2" fmla="*/ 100640 h 142822"/>
                    <a:gd name="connsiteX3" fmla="*/ 131 w 595959"/>
                    <a:gd name="connsiteY3" fmla="*/ 142822 h 142822"/>
                    <a:gd name="connsiteX4" fmla="*/ 124 w 595959"/>
                    <a:gd name="connsiteY4" fmla="*/ 25585 h 142822"/>
                    <a:gd name="connsiteX0" fmla="*/ 124 w 595959"/>
                    <a:gd name="connsiteY0" fmla="*/ 25585 h 142822"/>
                    <a:gd name="connsiteX1" fmla="*/ 595828 w 595959"/>
                    <a:gd name="connsiteY1" fmla="*/ 3093 h 142822"/>
                    <a:gd name="connsiteX2" fmla="*/ 595830 w 595959"/>
                    <a:gd name="connsiteY2" fmla="*/ 100640 h 142822"/>
                    <a:gd name="connsiteX3" fmla="*/ 131 w 595959"/>
                    <a:gd name="connsiteY3" fmla="*/ 142822 h 142822"/>
                    <a:gd name="connsiteX4" fmla="*/ 124 w 595959"/>
                    <a:gd name="connsiteY4" fmla="*/ 25585 h 142822"/>
                    <a:gd name="connsiteX0" fmla="*/ 124 w 595959"/>
                    <a:gd name="connsiteY0" fmla="*/ 26512 h 143749"/>
                    <a:gd name="connsiteX1" fmla="*/ 595828 w 595959"/>
                    <a:gd name="connsiteY1" fmla="*/ 4020 h 143749"/>
                    <a:gd name="connsiteX2" fmla="*/ 595830 w 595959"/>
                    <a:gd name="connsiteY2" fmla="*/ 101567 h 143749"/>
                    <a:gd name="connsiteX3" fmla="*/ 131 w 595959"/>
                    <a:gd name="connsiteY3" fmla="*/ 143749 h 143749"/>
                    <a:gd name="connsiteX4" fmla="*/ 124 w 595959"/>
                    <a:gd name="connsiteY4" fmla="*/ 26512 h 143749"/>
                    <a:gd name="connsiteX0" fmla="*/ 124 w 595959"/>
                    <a:gd name="connsiteY0" fmla="*/ 26512 h 143749"/>
                    <a:gd name="connsiteX1" fmla="*/ 595828 w 595959"/>
                    <a:gd name="connsiteY1" fmla="*/ 4020 h 143749"/>
                    <a:gd name="connsiteX2" fmla="*/ 595830 w 595959"/>
                    <a:gd name="connsiteY2" fmla="*/ 101567 h 143749"/>
                    <a:gd name="connsiteX3" fmla="*/ 131 w 595959"/>
                    <a:gd name="connsiteY3" fmla="*/ 143749 h 143749"/>
                    <a:gd name="connsiteX4" fmla="*/ 124 w 595959"/>
                    <a:gd name="connsiteY4" fmla="*/ 26512 h 143749"/>
                    <a:gd name="connsiteX0" fmla="*/ 124 w 595959"/>
                    <a:gd name="connsiteY0" fmla="*/ 28496 h 145733"/>
                    <a:gd name="connsiteX1" fmla="*/ 595828 w 595959"/>
                    <a:gd name="connsiteY1" fmla="*/ 6004 h 145733"/>
                    <a:gd name="connsiteX2" fmla="*/ 595830 w 595959"/>
                    <a:gd name="connsiteY2" fmla="*/ 103551 h 145733"/>
                    <a:gd name="connsiteX3" fmla="*/ 131 w 595959"/>
                    <a:gd name="connsiteY3" fmla="*/ 145733 h 145733"/>
                    <a:gd name="connsiteX4" fmla="*/ 124 w 595959"/>
                    <a:gd name="connsiteY4" fmla="*/ 28496 h 145733"/>
                    <a:gd name="connsiteX0" fmla="*/ 124 w 595959"/>
                    <a:gd name="connsiteY0" fmla="*/ 40766 h 158003"/>
                    <a:gd name="connsiteX1" fmla="*/ 595828 w 595959"/>
                    <a:gd name="connsiteY1" fmla="*/ 0 h 158003"/>
                    <a:gd name="connsiteX2" fmla="*/ 595830 w 595959"/>
                    <a:gd name="connsiteY2" fmla="*/ 115821 h 158003"/>
                    <a:gd name="connsiteX3" fmla="*/ 131 w 595959"/>
                    <a:gd name="connsiteY3" fmla="*/ 158003 h 158003"/>
                    <a:gd name="connsiteX4" fmla="*/ 124 w 595959"/>
                    <a:gd name="connsiteY4" fmla="*/ 40766 h 158003"/>
                    <a:gd name="connsiteX0" fmla="*/ 124 w 595959"/>
                    <a:gd name="connsiteY0" fmla="*/ 40766 h 158003"/>
                    <a:gd name="connsiteX1" fmla="*/ 595828 w 595959"/>
                    <a:gd name="connsiteY1" fmla="*/ 0 h 158003"/>
                    <a:gd name="connsiteX2" fmla="*/ 595830 w 595959"/>
                    <a:gd name="connsiteY2" fmla="*/ 115821 h 158003"/>
                    <a:gd name="connsiteX3" fmla="*/ 131 w 595959"/>
                    <a:gd name="connsiteY3" fmla="*/ 158003 h 158003"/>
                    <a:gd name="connsiteX4" fmla="*/ 124 w 595959"/>
                    <a:gd name="connsiteY4" fmla="*/ 40766 h 158003"/>
                    <a:gd name="connsiteX0" fmla="*/ 124 w 595959"/>
                    <a:gd name="connsiteY0" fmla="*/ 40766 h 158003"/>
                    <a:gd name="connsiteX1" fmla="*/ 595828 w 595959"/>
                    <a:gd name="connsiteY1" fmla="*/ 0 h 158003"/>
                    <a:gd name="connsiteX2" fmla="*/ 595830 w 595959"/>
                    <a:gd name="connsiteY2" fmla="*/ 115821 h 158003"/>
                    <a:gd name="connsiteX3" fmla="*/ 131 w 595959"/>
                    <a:gd name="connsiteY3" fmla="*/ 158003 h 158003"/>
                    <a:gd name="connsiteX4" fmla="*/ 124 w 595959"/>
                    <a:gd name="connsiteY4" fmla="*/ 40766 h 158003"/>
                    <a:gd name="connsiteX0" fmla="*/ 124 w 595959"/>
                    <a:gd name="connsiteY0" fmla="*/ 40766 h 158003"/>
                    <a:gd name="connsiteX1" fmla="*/ 595828 w 595959"/>
                    <a:gd name="connsiteY1" fmla="*/ 0 h 158003"/>
                    <a:gd name="connsiteX2" fmla="*/ 595830 w 595959"/>
                    <a:gd name="connsiteY2" fmla="*/ 115821 h 158003"/>
                    <a:gd name="connsiteX3" fmla="*/ 131 w 595959"/>
                    <a:gd name="connsiteY3" fmla="*/ 158003 h 158003"/>
                    <a:gd name="connsiteX4" fmla="*/ 124 w 595959"/>
                    <a:gd name="connsiteY4" fmla="*/ 40766 h 158003"/>
                    <a:gd name="connsiteX0" fmla="*/ 124 w 595959"/>
                    <a:gd name="connsiteY0" fmla="*/ 40766 h 158003"/>
                    <a:gd name="connsiteX1" fmla="*/ 595828 w 595959"/>
                    <a:gd name="connsiteY1" fmla="*/ 0 h 158003"/>
                    <a:gd name="connsiteX2" fmla="*/ 595830 w 595959"/>
                    <a:gd name="connsiteY2" fmla="*/ 115821 h 158003"/>
                    <a:gd name="connsiteX3" fmla="*/ 131 w 595959"/>
                    <a:gd name="connsiteY3" fmla="*/ 158003 h 158003"/>
                    <a:gd name="connsiteX4" fmla="*/ 124 w 595959"/>
                    <a:gd name="connsiteY4" fmla="*/ 40766 h 158003"/>
                    <a:gd name="connsiteX0" fmla="*/ 124 w 595959"/>
                    <a:gd name="connsiteY0" fmla="*/ 40766 h 158003"/>
                    <a:gd name="connsiteX1" fmla="*/ 595828 w 595959"/>
                    <a:gd name="connsiteY1" fmla="*/ 0 h 158003"/>
                    <a:gd name="connsiteX2" fmla="*/ 595830 w 595959"/>
                    <a:gd name="connsiteY2" fmla="*/ 115821 h 158003"/>
                    <a:gd name="connsiteX3" fmla="*/ 131 w 595959"/>
                    <a:gd name="connsiteY3" fmla="*/ 158003 h 158003"/>
                    <a:gd name="connsiteX4" fmla="*/ 124 w 595959"/>
                    <a:gd name="connsiteY4" fmla="*/ 40766 h 158003"/>
                    <a:gd name="connsiteX0" fmla="*/ 124 w 595959"/>
                    <a:gd name="connsiteY0" fmla="*/ 40766 h 158003"/>
                    <a:gd name="connsiteX1" fmla="*/ 595828 w 595959"/>
                    <a:gd name="connsiteY1" fmla="*/ 0 h 158003"/>
                    <a:gd name="connsiteX2" fmla="*/ 595830 w 595959"/>
                    <a:gd name="connsiteY2" fmla="*/ 115821 h 158003"/>
                    <a:gd name="connsiteX3" fmla="*/ 131 w 595959"/>
                    <a:gd name="connsiteY3" fmla="*/ 158003 h 158003"/>
                    <a:gd name="connsiteX4" fmla="*/ 124 w 595959"/>
                    <a:gd name="connsiteY4" fmla="*/ 40766 h 158003"/>
                    <a:gd name="connsiteX0" fmla="*/ 124 w 595959"/>
                    <a:gd name="connsiteY0" fmla="*/ 40766 h 158003"/>
                    <a:gd name="connsiteX1" fmla="*/ 595828 w 595959"/>
                    <a:gd name="connsiteY1" fmla="*/ 0 h 158003"/>
                    <a:gd name="connsiteX2" fmla="*/ 595830 w 595959"/>
                    <a:gd name="connsiteY2" fmla="*/ 115821 h 158003"/>
                    <a:gd name="connsiteX3" fmla="*/ 131 w 595959"/>
                    <a:gd name="connsiteY3" fmla="*/ 158003 h 158003"/>
                    <a:gd name="connsiteX4" fmla="*/ 124 w 595959"/>
                    <a:gd name="connsiteY4" fmla="*/ 40766 h 158003"/>
                    <a:gd name="connsiteX0" fmla="*/ 124 w 595959"/>
                    <a:gd name="connsiteY0" fmla="*/ 40766 h 158003"/>
                    <a:gd name="connsiteX1" fmla="*/ 595828 w 595959"/>
                    <a:gd name="connsiteY1" fmla="*/ 0 h 158003"/>
                    <a:gd name="connsiteX2" fmla="*/ 595830 w 595959"/>
                    <a:gd name="connsiteY2" fmla="*/ 115821 h 158003"/>
                    <a:gd name="connsiteX3" fmla="*/ 131 w 595959"/>
                    <a:gd name="connsiteY3" fmla="*/ 158003 h 158003"/>
                    <a:gd name="connsiteX4" fmla="*/ 124 w 595959"/>
                    <a:gd name="connsiteY4" fmla="*/ 40766 h 158003"/>
                    <a:gd name="connsiteX0" fmla="*/ 124 w 595856"/>
                    <a:gd name="connsiteY0" fmla="*/ 41841 h 159078"/>
                    <a:gd name="connsiteX1" fmla="*/ 591261 w 595856"/>
                    <a:gd name="connsiteY1" fmla="*/ 0 h 159078"/>
                    <a:gd name="connsiteX2" fmla="*/ 595830 w 595856"/>
                    <a:gd name="connsiteY2" fmla="*/ 116896 h 159078"/>
                    <a:gd name="connsiteX3" fmla="*/ 131 w 595856"/>
                    <a:gd name="connsiteY3" fmla="*/ 159078 h 159078"/>
                    <a:gd name="connsiteX4" fmla="*/ 124 w 595856"/>
                    <a:gd name="connsiteY4" fmla="*/ 41841 h 159078"/>
                    <a:gd name="connsiteX0" fmla="*/ 124 w 595959"/>
                    <a:gd name="connsiteY0" fmla="*/ 41841 h 159078"/>
                    <a:gd name="connsiteX1" fmla="*/ 595828 w 595959"/>
                    <a:gd name="connsiteY1" fmla="*/ 0 h 159078"/>
                    <a:gd name="connsiteX2" fmla="*/ 595830 w 595959"/>
                    <a:gd name="connsiteY2" fmla="*/ 116896 h 159078"/>
                    <a:gd name="connsiteX3" fmla="*/ 131 w 595959"/>
                    <a:gd name="connsiteY3" fmla="*/ 159078 h 159078"/>
                    <a:gd name="connsiteX4" fmla="*/ 124 w 595959"/>
                    <a:gd name="connsiteY4" fmla="*/ 41841 h 159078"/>
                    <a:gd name="connsiteX0" fmla="*/ 124 w 597349"/>
                    <a:gd name="connsiteY0" fmla="*/ 42378 h 159615"/>
                    <a:gd name="connsiteX1" fmla="*/ 597349 w 597349"/>
                    <a:gd name="connsiteY1" fmla="*/ 0 h 159615"/>
                    <a:gd name="connsiteX2" fmla="*/ 595830 w 597349"/>
                    <a:gd name="connsiteY2" fmla="*/ 117433 h 159615"/>
                    <a:gd name="connsiteX3" fmla="*/ 131 w 597349"/>
                    <a:gd name="connsiteY3" fmla="*/ 159615 h 159615"/>
                    <a:gd name="connsiteX4" fmla="*/ 124 w 597349"/>
                    <a:gd name="connsiteY4" fmla="*/ 42378 h 159615"/>
                    <a:gd name="connsiteX0" fmla="*/ 124 w 600443"/>
                    <a:gd name="connsiteY0" fmla="*/ 42378 h 159615"/>
                    <a:gd name="connsiteX1" fmla="*/ 597349 w 600443"/>
                    <a:gd name="connsiteY1" fmla="*/ 0 h 159615"/>
                    <a:gd name="connsiteX2" fmla="*/ 600408 w 600443"/>
                    <a:gd name="connsiteY2" fmla="*/ 117433 h 159615"/>
                    <a:gd name="connsiteX3" fmla="*/ 131 w 600443"/>
                    <a:gd name="connsiteY3" fmla="*/ 159615 h 159615"/>
                    <a:gd name="connsiteX4" fmla="*/ 124 w 600443"/>
                    <a:gd name="connsiteY4" fmla="*/ 42378 h 159615"/>
                    <a:gd name="connsiteX0" fmla="*/ 124 w 600537"/>
                    <a:gd name="connsiteY0" fmla="*/ 42378 h 159615"/>
                    <a:gd name="connsiteX1" fmla="*/ 600401 w 600537"/>
                    <a:gd name="connsiteY1" fmla="*/ 0 h 159615"/>
                    <a:gd name="connsiteX2" fmla="*/ 600408 w 600537"/>
                    <a:gd name="connsiteY2" fmla="*/ 117433 h 159615"/>
                    <a:gd name="connsiteX3" fmla="*/ 131 w 600537"/>
                    <a:gd name="connsiteY3" fmla="*/ 159615 h 159615"/>
                    <a:gd name="connsiteX4" fmla="*/ 124 w 600537"/>
                    <a:gd name="connsiteY4" fmla="*/ 42378 h 15961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00537" h="159615">
                      <a:moveTo>
                        <a:pt x="124" y="42378"/>
                      </a:moveTo>
                      <a:cubicBezTo>
                        <a:pt x="296414" y="-50243"/>
                        <a:pt x="418111" y="75773"/>
                        <a:pt x="600401" y="0"/>
                      </a:cubicBezTo>
                      <a:cubicBezTo>
                        <a:pt x="599951" y="33260"/>
                        <a:pt x="600858" y="84173"/>
                        <a:pt x="600408" y="117433"/>
                      </a:cubicBezTo>
                      <a:cubicBezTo>
                        <a:pt x="395490" y="192726"/>
                        <a:pt x="285331" y="62551"/>
                        <a:pt x="131" y="159615"/>
                      </a:cubicBezTo>
                      <a:cubicBezTo>
                        <a:pt x="-323" y="114566"/>
                        <a:pt x="578" y="87427"/>
                        <a:pt x="124" y="42378"/>
                      </a:cubicBezTo>
                      <a:close/>
                    </a:path>
                  </a:pathLst>
                </a:custGeom>
                <a:solidFill>
                  <a:schemeClr val="accent4">
                    <a:lumMod val="60000"/>
                    <a:lumOff val="40000"/>
                  </a:schemeClr>
                </a:solidFill>
                <a:ln w="1270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817" name="矩形 1174">
                  <a:extLst>
                    <a:ext uri="{FF2B5EF4-FFF2-40B4-BE49-F238E27FC236}">
                      <a16:creationId xmlns:a16="http://schemas.microsoft.com/office/drawing/2014/main" id="{8400E767-5D1D-F9D9-ECEF-E583D778EEC5}"/>
                    </a:ext>
                  </a:extLst>
                </p:cNvPr>
                <p:cNvSpPr/>
                <p:nvPr/>
              </p:nvSpPr>
              <p:spPr>
                <a:xfrm rot="10800000">
                  <a:off x="5041542" y="6890402"/>
                  <a:ext cx="618706" cy="226680"/>
                </a:xfrm>
                <a:custGeom>
                  <a:avLst/>
                  <a:gdLst>
                    <a:gd name="connsiteX0" fmla="*/ 0 w 595706"/>
                    <a:gd name="connsiteY0" fmla="*/ 0 h 92965"/>
                    <a:gd name="connsiteX1" fmla="*/ 595706 w 595706"/>
                    <a:gd name="connsiteY1" fmla="*/ 0 h 92965"/>
                    <a:gd name="connsiteX2" fmla="*/ 595706 w 595706"/>
                    <a:gd name="connsiteY2" fmla="*/ 92965 h 92965"/>
                    <a:gd name="connsiteX3" fmla="*/ 0 w 595706"/>
                    <a:gd name="connsiteY3" fmla="*/ 92965 h 92965"/>
                    <a:gd name="connsiteX4" fmla="*/ 0 w 595706"/>
                    <a:gd name="connsiteY4" fmla="*/ 0 h 92965"/>
                    <a:gd name="connsiteX0" fmla="*/ 0 w 595706"/>
                    <a:gd name="connsiteY0" fmla="*/ 0 h 135147"/>
                    <a:gd name="connsiteX1" fmla="*/ 595706 w 595706"/>
                    <a:gd name="connsiteY1" fmla="*/ 0 h 135147"/>
                    <a:gd name="connsiteX2" fmla="*/ 595706 w 595706"/>
                    <a:gd name="connsiteY2" fmla="*/ 92965 h 135147"/>
                    <a:gd name="connsiteX3" fmla="*/ 1361 w 595706"/>
                    <a:gd name="connsiteY3" fmla="*/ 135147 h 135147"/>
                    <a:gd name="connsiteX4" fmla="*/ 0 w 595706"/>
                    <a:gd name="connsiteY4" fmla="*/ 0 h 135147"/>
                    <a:gd name="connsiteX0" fmla="*/ 0 w 595706"/>
                    <a:gd name="connsiteY0" fmla="*/ 0 h 135147"/>
                    <a:gd name="connsiteX1" fmla="*/ 595706 w 595706"/>
                    <a:gd name="connsiteY1" fmla="*/ 0 h 135147"/>
                    <a:gd name="connsiteX2" fmla="*/ 595706 w 595706"/>
                    <a:gd name="connsiteY2" fmla="*/ 92965 h 135147"/>
                    <a:gd name="connsiteX3" fmla="*/ 1361 w 595706"/>
                    <a:gd name="connsiteY3" fmla="*/ 135147 h 135147"/>
                    <a:gd name="connsiteX4" fmla="*/ 0 w 595706"/>
                    <a:gd name="connsiteY4" fmla="*/ 0 h 135147"/>
                    <a:gd name="connsiteX0" fmla="*/ 0 w 595706"/>
                    <a:gd name="connsiteY0" fmla="*/ 0 h 135147"/>
                    <a:gd name="connsiteX1" fmla="*/ 595706 w 595706"/>
                    <a:gd name="connsiteY1" fmla="*/ 0 h 135147"/>
                    <a:gd name="connsiteX2" fmla="*/ 595706 w 595706"/>
                    <a:gd name="connsiteY2" fmla="*/ 92965 h 135147"/>
                    <a:gd name="connsiteX3" fmla="*/ 1361 w 595706"/>
                    <a:gd name="connsiteY3" fmla="*/ 135147 h 135147"/>
                    <a:gd name="connsiteX4" fmla="*/ 0 w 595706"/>
                    <a:gd name="connsiteY4" fmla="*/ 0 h 135147"/>
                    <a:gd name="connsiteX0" fmla="*/ 0 w 595706"/>
                    <a:gd name="connsiteY0" fmla="*/ 0 h 135147"/>
                    <a:gd name="connsiteX1" fmla="*/ 595706 w 595706"/>
                    <a:gd name="connsiteY1" fmla="*/ 0 h 135147"/>
                    <a:gd name="connsiteX2" fmla="*/ 595706 w 595706"/>
                    <a:gd name="connsiteY2" fmla="*/ 92965 h 135147"/>
                    <a:gd name="connsiteX3" fmla="*/ 1361 w 595706"/>
                    <a:gd name="connsiteY3" fmla="*/ 135147 h 135147"/>
                    <a:gd name="connsiteX4" fmla="*/ 0 w 595706"/>
                    <a:gd name="connsiteY4" fmla="*/ 0 h 135147"/>
                    <a:gd name="connsiteX0" fmla="*/ 1422 w 594406"/>
                    <a:gd name="connsiteY0" fmla="*/ 21376 h 135147"/>
                    <a:gd name="connsiteX1" fmla="*/ 594406 w 594406"/>
                    <a:gd name="connsiteY1" fmla="*/ 0 h 135147"/>
                    <a:gd name="connsiteX2" fmla="*/ 594406 w 594406"/>
                    <a:gd name="connsiteY2" fmla="*/ 92965 h 135147"/>
                    <a:gd name="connsiteX3" fmla="*/ 61 w 594406"/>
                    <a:gd name="connsiteY3" fmla="*/ 135147 h 135147"/>
                    <a:gd name="connsiteX4" fmla="*/ 1422 w 594406"/>
                    <a:gd name="connsiteY4" fmla="*/ 21376 h 135147"/>
                    <a:gd name="connsiteX0" fmla="*/ 1422 w 594406"/>
                    <a:gd name="connsiteY0" fmla="*/ 15599 h 135147"/>
                    <a:gd name="connsiteX1" fmla="*/ 594406 w 594406"/>
                    <a:gd name="connsiteY1" fmla="*/ 0 h 135147"/>
                    <a:gd name="connsiteX2" fmla="*/ 594406 w 594406"/>
                    <a:gd name="connsiteY2" fmla="*/ 92965 h 135147"/>
                    <a:gd name="connsiteX3" fmla="*/ 61 w 594406"/>
                    <a:gd name="connsiteY3" fmla="*/ 135147 h 135147"/>
                    <a:gd name="connsiteX4" fmla="*/ 1422 w 594406"/>
                    <a:gd name="connsiteY4" fmla="*/ 15599 h 135147"/>
                    <a:gd name="connsiteX0" fmla="*/ 131 w 594476"/>
                    <a:gd name="connsiteY0" fmla="*/ 4622 h 135147"/>
                    <a:gd name="connsiteX1" fmla="*/ 594476 w 594476"/>
                    <a:gd name="connsiteY1" fmla="*/ 0 h 135147"/>
                    <a:gd name="connsiteX2" fmla="*/ 594476 w 594476"/>
                    <a:gd name="connsiteY2" fmla="*/ 92965 h 135147"/>
                    <a:gd name="connsiteX3" fmla="*/ 131 w 594476"/>
                    <a:gd name="connsiteY3" fmla="*/ 135147 h 135147"/>
                    <a:gd name="connsiteX4" fmla="*/ 131 w 594476"/>
                    <a:gd name="connsiteY4" fmla="*/ 4622 h 135147"/>
                    <a:gd name="connsiteX0" fmla="*/ 0 w 595706"/>
                    <a:gd name="connsiteY0" fmla="*/ 17910 h 135147"/>
                    <a:gd name="connsiteX1" fmla="*/ 595706 w 595706"/>
                    <a:gd name="connsiteY1" fmla="*/ 0 h 135147"/>
                    <a:gd name="connsiteX2" fmla="*/ 595706 w 595706"/>
                    <a:gd name="connsiteY2" fmla="*/ 92965 h 135147"/>
                    <a:gd name="connsiteX3" fmla="*/ 1361 w 595706"/>
                    <a:gd name="connsiteY3" fmla="*/ 135147 h 135147"/>
                    <a:gd name="connsiteX4" fmla="*/ 0 w 595706"/>
                    <a:gd name="connsiteY4" fmla="*/ 17910 h 135147"/>
                    <a:gd name="connsiteX0" fmla="*/ 0 w 595706"/>
                    <a:gd name="connsiteY0" fmla="*/ 17910 h 135147"/>
                    <a:gd name="connsiteX1" fmla="*/ 595706 w 595706"/>
                    <a:gd name="connsiteY1" fmla="*/ 0 h 135147"/>
                    <a:gd name="connsiteX2" fmla="*/ 595706 w 595706"/>
                    <a:gd name="connsiteY2" fmla="*/ 92965 h 135147"/>
                    <a:gd name="connsiteX3" fmla="*/ 1361 w 595706"/>
                    <a:gd name="connsiteY3" fmla="*/ 135147 h 135147"/>
                    <a:gd name="connsiteX4" fmla="*/ 0 w 595706"/>
                    <a:gd name="connsiteY4" fmla="*/ 17910 h 135147"/>
                    <a:gd name="connsiteX0" fmla="*/ 0 w 595706"/>
                    <a:gd name="connsiteY0" fmla="*/ 17910 h 135147"/>
                    <a:gd name="connsiteX1" fmla="*/ 595706 w 595706"/>
                    <a:gd name="connsiteY1" fmla="*/ 0 h 135147"/>
                    <a:gd name="connsiteX2" fmla="*/ 595706 w 595706"/>
                    <a:gd name="connsiteY2" fmla="*/ 92965 h 135147"/>
                    <a:gd name="connsiteX3" fmla="*/ 1361 w 595706"/>
                    <a:gd name="connsiteY3" fmla="*/ 135147 h 135147"/>
                    <a:gd name="connsiteX4" fmla="*/ 0 w 595706"/>
                    <a:gd name="connsiteY4" fmla="*/ 17910 h 135147"/>
                    <a:gd name="connsiteX0" fmla="*/ 0 w 595706"/>
                    <a:gd name="connsiteY0" fmla="*/ 17910 h 135147"/>
                    <a:gd name="connsiteX1" fmla="*/ 595706 w 595706"/>
                    <a:gd name="connsiteY1" fmla="*/ 0 h 135147"/>
                    <a:gd name="connsiteX2" fmla="*/ 595706 w 595706"/>
                    <a:gd name="connsiteY2" fmla="*/ 92965 h 135147"/>
                    <a:gd name="connsiteX3" fmla="*/ 1361 w 595706"/>
                    <a:gd name="connsiteY3" fmla="*/ 135147 h 135147"/>
                    <a:gd name="connsiteX4" fmla="*/ 0 w 595706"/>
                    <a:gd name="connsiteY4" fmla="*/ 17910 h 135147"/>
                    <a:gd name="connsiteX0" fmla="*/ 0 w 595706"/>
                    <a:gd name="connsiteY0" fmla="*/ 22423 h 139660"/>
                    <a:gd name="connsiteX1" fmla="*/ 595706 w 595706"/>
                    <a:gd name="connsiteY1" fmla="*/ 4513 h 139660"/>
                    <a:gd name="connsiteX2" fmla="*/ 595706 w 595706"/>
                    <a:gd name="connsiteY2" fmla="*/ 97478 h 139660"/>
                    <a:gd name="connsiteX3" fmla="*/ 1361 w 595706"/>
                    <a:gd name="connsiteY3" fmla="*/ 139660 h 139660"/>
                    <a:gd name="connsiteX4" fmla="*/ 0 w 595706"/>
                    <a:gd name="connsiteY4" fmla="*/ 22423 h 139660"/>
                    <a:gd name="connsiteX0" fmla="*/ 0 w 595706"/>
                    <a:gd name="connsiteY0" fmla="*/ 26413 h 143650"/>
                    <a:gd name="connsiteX1" fmla="*/ 595706 w 595706"/>
                    <a:gd name="connsiteY1" fmla="*/ 8503 h 143650"/>
                    <a:gd name="connsiteX2" fmla="*/ 595706 w 595706"/>
                    <a:gd name="connsiteY2" fmla="*/ 101468 h 143650"/>
                    <a:gd name="connsiteX3" fmla="*/ 1361 w 595706"/>
                    <a:gd name="connsiteY3" fmla="*/ 143650 h 143650"/>
                    <a:gd name="connsiteX4" fmla="*/ 0 w 595706"/>
                    <a:gd name="connsiteY4" fmla="*/ 26413 h 143650"/>
                    <a:gd name="connsiteX0" fmla="*/ 0 w 595706"/>
                    <a:gd name="connsiteY0" fmla="*/ 21286 h 138523"/>
                    <a:gd name="connsiteX1" fmla="*/ 595706 w 595706"/>
                    <a:gd name="connsiteY1" fmla="*/ 3376 h 138523"/>
                    <a:gd name="connsiteX2" fmla="*/ 595706 w 595706"/>
                    <a:gd name="connsiteY2" fmla="*/ 96341 h 138523"/>
                    <a:gd name="connsiteX3" fmla="*/ 1361 w 595706"/>
                    <a:gd name="connsiteY3" fmla="*/ 138523 h 138523"/>
                    <a:gd name="connsiteX4" fmla="*/ 0 w 595706"/>
                    <a:gd name="connsiteY4" fmla="*/ 21286 h 138523"/>
                    <a:gd name="connsiteX0" fmla="*/ 0 w 595706"/>
                    <a:gd name="connsiteY0" fmla="*/ 22534 h 139771"/>
                    <a:gd name="connsiteX1" fmla="*/ 595706 w 595706"/>
                    <a:gd name="connsiteY1" fmla="*/ 4624 h 139771"/>
                    <a:gd name="connsiteX2" fmla="*/ 595706 w 595706"/>
                    <a:gd name="connsiteY2" fmla="*/ 97589 h 139771"/>
                    <a:gd name="connsiteX3" fmla="*/ 1361 w 595706"/>
                    <a:gd name="connsiteY3" fmla="*/ 139771 h 139771"/>
                    <a:gd name="connsiteX4" fmla="*/ 0 w 595706"/>
                    <a:gd name="connsiteY4" fmla="*/ 22534 h 139771"/>
                    <a:gd name="connsiteX0" fmla="*/ 0 w 595706"/>
                    <a:gd name="connsiteY0" fmla="*/ 23494 h 140731"/>
                    <a:gd name="connsiteX1" fmla="*/ 595706 w 595706"/>
                    <a:gd name="connsiteY1" fmla="*/ 2118 h 140731"/>
                    <a:gd name="connsiteX2" fmla="*/ 595706 w 595706"/>
                    <a:gd name="connsiteY2" fmla="*/ 98549 h 140731"/>
                    <a:gd name="connsiteX3" fmla="*/ 1361 w 595706"/>
                    <a:gd name="connsiteY3" fmla="*/ 140731 h 140731"/>
                    <a:gd name="connsiteX4" fmla="*/ 0 w 595706"/>
                    <a:gd name="connsiteY4" fmla="*/ 23494 h 140731"/>
                    <a:gd name="connsiteX0" fmla="*/ 0 w 595706"/>
                    <a:gd name="connsiteY0" fmla="*/ 23494 h 140731"/>
                    <a:gd name="connsiteX1" fmla="*/ 595706 w 595706"/>
                    <a:gd name="connsiteY1" fmla="*/ 2118 h 140731"/>
                    <a:gd name="connsiteX2" fmla="*/ 595706 w 595706"/>
                    <a:gd name="connsiteY2" fmla="*/ 98549 h 140731"/>
                    <a:gd name="connsiteX3" fmla="*/ 1361 w 595706"/>
                    <a:gd name="connsiteY3" fmla="*/ 140731 h 140731"/>
                    <a:gd name="connsiteX4" fmla="*/ 0 w 595706"/>
                    <a:gd name="connsiteY4" fmla="*/ 23494 h 140731"/>
                    <a:gd name="connsiteX0" fmla="*/ 0 w 595706"/>
                    <a:gd name="connsiteY0" fmla="*/ 25030 h 142267"/>
                    <a:gd name="connsiteX1" fmla="*/ 595706 w 595706"/>
                    <a:gd name="connsiteY1" fmla="*/ 3654 h 142267"/>
                    <a:gd name="connsiteX2" fmla="*/ 595706 w 595706"/>
                    <a:gd name="connsiteY2" fmla="*/ 100085 h 142267"/>
                    <a:gd name="connsiteX3" fmla="*/ 1361 w 595706"/>
                    <a:gd name="connsiteY3" fmla="*/ 142267 h 142267"/>
                    <a:gd name="connsiteX4" fmla="*/ 0 w 595706"/>
                    <a:gd name="connsiteY4" fmla="*/ 25030 h 142267"/>
                    <a:gd name="connsiteX0" fmla="*/ 0 w 595706"/>
                    <a:gd name="connsiteY0" fmla="*/ 22091 h 139328"/>
                    <a:gd name="connsiteX1" fmla="*/ 595706 w 595706"/>
                    <a:gd name="connsiteY1" fmla="*/ 715 h 139328"/>
                    <a:gd name="connsiteX2" fmla="*/ 595706 w 595706"/>
                    <a:gd name="connsiteY2" fmla="*/ 97146 h 139328"/>
                    <a:gd name="connsiteX3" fmla="*/ 1361 w 595706"/>
                    <a:gd name="connsiteY3" fmla="*/ 139328 h 139328"/>
                    <a:gd name="connsiteX4" fmla="*/ 0 w 595706"/>
                    <a:gd name="connsiteY4" fmla="*/ 22091 h 139328"/>
                    <a:gd name="connsiteX0" fmla="*/ 0 w 595706"/>
                    <a:gd name="connsiteY0" fmla="*/ 23573 h 140810"/>
                    <a:gd name="connsiteX1" fmla="*/ 595706 w 595706"/>
                    <a:gd name="connsiteY1" fmla="*/ 2197 h 140810"/>
                    <a:gd name="connsiteX2" fmla="*/ 595706 w 595706"/>
                    <a:gd name="connsiteY2" fmla="*/ 98628 h 140810"/>
                    <a:gd name="connsiteX3" fmla="*/ 1361 w 595706"/>
                    <a:gd name="connsiteY3" fmla="*/ 140810 h 140810"/>
                    <a:gd name="connsiteX4" fmla="*/ 0 w 595706"/>
                    <a:gd name="connsiteY4" fmla="*/ 23573 h 140810"/>
                    <a:gd name="connsiteX0" fmla="*/ 0 w 595706"/>
                    <a:gd name="connsiteY0" fmla="*/ 21908 h 139145"/>
                    <a:gd name="connsiteX1" fmla="*/ 595706 w 595706"/>
                    <a:gd name="connsiteY1" fmla="*/ 532 h 139145"/>
                    <a:gd name="connsiteX2" fmla="*/ 595706 w 595706"/>
                    <a:gd name="connsiteY2" fmla="*/ 96963 h 139145"/>
                    <a:gd name="connsiteX3" fmla="*/ 1361 w 595706"/>
                    <a:gd name="connsiteY3" fmla="*/ 139145 h 139145"/>
                    <a:gd name="connsiteX4" fmla="*/ 0 w 595706"/>
                    <a:gd name="connsiteY4" fmla="*/ 21908 h 139145"/>
                    <a:gd name="connsiteX0" fmla="*/ 0 w 595706"/>
                    <a:gd name="connsiteY0" fmla="*/ 23863 h 141100"/>
                    <a:gd name="connsiteX1" fmla="*/ 595706 w 595706"/>
                    <a:gd name="connsiteY1" fmla="*/ 2487 h 141100"/>
                    <a:gd name="connsiteX2" fmla="*/ 595706 w 595706"/>
                    <a:gd name="connsiteY2" fmla="*/ 98918 h 141100"/>
                    <a:gd name="connsiteX3" fmla="*/ 1361 w 595706"/>
                    <a:gd name="connsiteY3" fmla="*/ 141100 h 141100"/>
                    <a:gd name="connsiteX4" fmla="*/ 0 w 595706"/>
                    <a:gd name="connsiteY4" fmla="*/ 23863 h 141100"/>
                    <a:gd name="connsiteX0" fmla="*/ 0 w 595706"/>
                    <a:gd name="connsiteY0" fmla="*/ 24472 h 141709"/>
                    <a:gd name="connsiteX1" fmla="*/ 595706 w 595706"/>
                    <a:gd name="connsiteY1" fmla="*/ 3096 h 141709"/>
                    <a:gd name="connsiteX2" fmla="*/ 595706 w 595706"/>
                    <a:gd name="connsiteY2" fmla="*/ 99527 h 141709"/>
                    <a:gd name="connsiteX3" fmla="*/ 1361 w 595706"/>
                    <a:gd name="connsiteY3" fmla="*/ 141709 h 141709"/>
                    <a:gd name="connsiteX4" fmla="*/ 0 w 595706"/>
                    <a:gd name="connsiteY4" fmla="*/ 24472 h 141709"/>
                    <a:gd name="connsiteX0" fmla="*/ 0 w 595706"/>
                    <a:gd name="connsiteY0" fmla="*/ 24267 h 141504"/>
                    <a:gd name="connsiteX1" fmla="*/ 595706 w 595706"/>
                    <a:gd name="connsiteY1" fmla="*/ 2891 h 141504"/>
                    <a:gd name="connsiteX2" fmla="*/ 595706 w 595706"/>
                    <a:gd name="connsiteY2" fmla="*/ 99322 h 141504"/>
                    <a:gd name="connsiteX3" fmla="*/ 1361 w 595706"/>
                    <a:gd name="connsiteY3" fmla="*/ 141504 h 141504"/>
                    <a:gd name="connsiteX4" fmla="*/ 0 w 595706"/>
                    <a:gd name="connsiteY4" fmla="*/ 24267 h 141504"/>
                    <a:gd name="connsiteX0" fmla="*/ 0 w 595706"/>
                    <a:gd name="connsiteY0" fmla="*/ 24472 h 141709"/>
                    <a:gd name="connsiteX1" fmla="*/ 595706 w 595706"/>
                    <a:gd name="connsiteY1" fmla="*/ 3096 h 141709"/>
                    <a:gd name="connsiteX2" fmla="*/ 595706 w 595706"/>
                    <a:gd name="connsiteY2" fmla="*/ 99527 h 141709"/>
                    <a:gd name="connsiteX3" fmla="*/ 1361 w 595706"/>
                    <a:gd name="connsiteY3" fmla="*/ 141709 h 141709"/>
                    <a:gd name="connsiteX4" fmla="*/ 0 w 595706"/>
                    <a:gd name="connsiteY4" fmla="*/ 24472 h 141709"/>
                    <a:gd name="connsiteX0" fmla="*/ 0 w 595706"/>
                    <a:gd name="connsiteY0" fmla="*/ 24472 h 141709"/>
                    <a:gd name="connsiteX1" fmla="*/ 594353 w 595706"/>
                    <a:gd name="connsiteY1" fmla="*/ 3096 h 141709"/>
                    <a:gd name="connsiteX2" fmla="*/ 595706 w 595706"/>
                    <a:gd name="connsiteY2" fmla="*/ 99527 h 141709"/>
                    <a:gd name="connsiteX3" fmla="*/ 1361 w 595706"/>
                    <a:gd name="connsiteY3" fmla="*/ 141709 h 141709"/>
                    <a:gd name="connsiteX4" fmla="*/ 0 w 595706"/>
                    <a:gd name="connsiteY4" fmla="*/ 24472 h 141709"/>
                    <a:gd name="connsiteX0" fmla="*/ 124 w 595830"/>
                    <a:gd name="connsiteY0" fmla="*/ 24472 h 141709"/>
                    <a:gd name="connsiteX1" fmla="*/ 594477 w 595830"/>
                    <a:gd name="connsiteY1" fmla="*/ 3096 h 141709"/>
                    <a:gd name="connsiteX2" fmla="*/ 595830 w 595830"/>
                    <a:gd name="connsiteY2" fmla="*/ 99527 h 141709"/>
                    <a:gd name="connsiteX3" fmla="*/ 131 w 595830"/>
                    <a:gd name="connsiteY3" fmla="*/ 141709 h 141709"/>
                    <a:gd name="connsiteX4" fmla="*/ 124 w 595830"/>
                    <a:gd name="connsiteY4" fmla="*/ 24472 h 141709"/>
                    <a:gd name="connsiteX0" fmla="*/ 124 w 597179"/>
                    <a:gd name="connsiteY0" fmla="*/ 25207 h 142444"/>
                    <a:gd name="connsiteX1" fmla="*/ 597179 w 597179"/>
                    <a:gd name="connsiteY1" fmla="*/ 481 h 142444"/>
                    <a:gd name="connsiteX2" fmla="*/ 595830 w 597179"/>
                    <a:gd name="connsiteY2" fmla="*/ 100262 h 142444"/>
                    <a:gd name="connsiteX3" fmla="*/ 131 w 597179"/>
                    <a:gd name="connsiteY3" fmla="*/ 142444 h 142444"/>
                    <a:gd name="connsiteX4" fmla="*/ 124 w 597179"/>
                    <a:gd name="connsiteY4" fmla="*/ 25207 h 142444"/>
                    <a:gd name="connsiteX0" fmla="*/ 124 w 595889"/>
                    <a:gd name="connsiteY0" fmla="*/ 25842 h 143079"/>
                    <a:gd name="connsiteX1" fmla="*/ 594477 w 595889"/>
                    <a:gd name="connsiteY1" fmla="*/ 0 h 143079"/>
                    <a:gd name="connsiteX2" fmla="*/ 595830 w 595889"/>
                    <a:gd name="connsiteY2" fmla="*/ 100897 h 143079"/>
                    <a:gd name="connsiteX3" fmla="*/ 131 w 595889"/>
                    <a:gd name="connsiteY3" fmla="*/ 143079 h 143079"/>
                    <a:gd name="connsiteX4" fmla="*/ 124 w 595889"/>
                    <a:gd name="connsiteY4" fmla="*/ 25842 h 143079"/>
                    <a:gd name="connsiteX0" fmla="*/ 124 w 595889"/>
                    <a:gd name="connsiteY0" fmla="*/ 24713 h 141950"/>
                    <a:gd name="connsiteX1" fmla="*/ 594477 w 595889"/>
                    <a:gd name="connsiteY1" fmla="*/ 2221 h 141950"/>
                    <a:gd name="connsiteX2" fmla="*/ 595830 w 595889"/>
                    <a:gd name="connsiteY2" fmla="*/ 99768 h 141950"/>
                    <a:gd name="connsiteX3" fmla="*/ 131 w 595889"/>
                    <a:gd name="connsiteY3" fmla="*/ 141950 h 141950"/>
                    <a:gd name="connsiteX4" fmla="*/ 124 w 595889"/>
                    <a:gd name="connsiteY4" fmla="*/ 24713 h 141950"/>
                    <a:gd name="connsiteX0" fmla="*/ 124 w 595959"/>
                    <a:gd name="connsiteY0" fmla="*/ 24713 h 141950"/>
                    <a:gd name="connsiteX1" fmla="*/ 595828 w 595959"/>
                    <a:gd name="connsiteY1" fmla="*/ 2221 h 141950"/>
                    <a:gd name="connsiteX2" fmla="*/ 595830 w 595959"/>
                    <a:gd name="connsiteY2" fmla="*/ 99768 h 141950"/>
                    <a:gd name="connsiteX3" fmla="*/ 131 w 595959"/>
                    <a:gd name="connsiteY3" fmla="*/ 141950 h 141950"/>
                    <a:gd name="connsiteX4" fmla="*/ 124 w 595959"/>
                    <a:gd name="connsiteY4" fmla="*/ 24713 h 141950"/>
                    <a:gd name="connsiteX0" fmla="*/ 124 w 595959"/>
                    <a:gd name="connsiteY0" fmla="*/ 24925 h 142162"/>
                    <a:gd name="connsiteX1" fmla="*/ 595828 w 595959"/>
                    <a:gd name="connsiteY1" fmla="*/ 2433 h 142162"/>
                    <a:gd name="connsiteX2" fmla="*/ 595830 w 595959"/>
                    <a:gd name="connsiteY2" fmla="*/ 99980 h 142162"/>
                    <a:gd name="connsiteX3" fmla="*/ 131 w 595959"/>
                    <a:gd name="connsiteY3" fmla="*/ 142162 h 142162"/>
                    <a:gd name="connsiteX4" fmla="*/ 124 w 595959"/>
                    <a:gd name="connsiteY4" fmla="*/ 24925 h 142162"/>
                    <a:gd name="connsiteX0" fmla="*/ 124 w 595959"/>
                    <a:gd name="connsiteY0" fmla="*/ 22492 h 139729"/>
                    <a:gd name="connsiteX1" fmla="*/ 595828 w 595959"/>
                    <a:gd name="connsiteY1" fmla="*/ 0 h 139729"/>
                    <a:gd name="connsiteX2" fmla="*/ 595830 w 595959"/>
                    <a:gd name="connsiteY2" fmla="*/ 97547 h 139729"/>
                    <a:gd name="connsiteX3" fmla="*/ 131 w 595959"/>
                    <a:gd name="connsiteY3" fmla="*/ 139729 h 139729"/>
                    <a:gd name="connsiteX4" fmla="*/ 124 w 595959"/>
                    <a:gd name="connsiteY4" fmla="*/ 22492 h 139729"/>
                    <a:gd name="connsiteX0" fmla="*/ 124 w 595959"/>
                    <a:gd name="connsiteY0" fmla="*/ 25585 h 142822"/>
                    <a:gd name="connsiteX1" fmla="*/ 595828 w 595959"/>
                    <a:gd name="connsiteY1" fmla="*/ 3093 h 142822"/>
                    <a:gd name="connsiteX2" fmla="*/ 595830 w 595959"/>
                    <a:gd name="connsiteY2" fmla="*/ 100640 h 142822"/>
                    <a:gd name="connsiteX3" fmla="*/ 131 w 595959"/>
                    <a:gd name="connsiteY3" fmla="*/ 142822 h 142822"/>
                    <a:gd name="connsiteX4" fmla="*/ 124 w 595959"/>
                    <a:gd name="connsiteY4" fmla="*/ 25585 h 142822"/>
                    <a:gd name="connsiteX0" fmla="*/ 124 w 595959"/>
                    <a:gd name="connsiteY0" fmla="*/ 25585 h 142822"/>
                    <a:gd name="connsiteX1" fmla="*/ 595828 w 595959"/>
                    <a:gd name="connsiteY1" fmla="*/ 3093 h 142822"/>
                    <a:gd name="connsiteX2" fmla="*/ 595830 w 595959"/>
                    <a:gd name="connsiteY2" fmla="*/ 100640 h 142822"/>
                    <a:gd name="connsiteX3" fmla="*/ 131 w 595959"/>
                    <a:gd name="connsiteY3" fmla="*/ 142822 h 142822"/>
                    <a:gd name="connsiteX4" fmla="*/ 124 w 595959"/>
                    <a:gd name="connsiteY4" fmla="*/ 25585 h 142822"/>
                    <a:gd name="connsiteX0" fmla="*/ 124 w 595959"/>
                    <a:gd name="connsiteY0" fmla="*/ 26512 h 143749"/>
                    <a:gd name="connsiteX1" fmla="*/ 595828 w 595959"/>
                    <a:gd name="connsiteY1" fmla="*/ 4020 h 143749"/>
                    <a:gd name="connsiteX2" fmla="*/ 595830 w 595959"/>
                    <a:gd name="connsiteY2" fmla="*/ 101567 h 143749"/>
                    <a:gd name="connsiteX3" fmla="*/ 131 w 595959"/>
                    <a:gd name="connsiteY3" fmla="*/ 143749 h 143749"/>
                    <a:gd name="connsiteX4" fmla="*/ 124 w 595959"/>
                    <a:gd name="connsiteY4" fmla="*/ 26512 h 143749"/>
                    <a:gd name="connsiteX0" fmla="*/ 124 w 595959"/>
                    <a:gd name="connsiteY0" fmla="*/ 26512 h 143749"/>
                    <a:gd name="connsiteX1" fmla="*/ 595828 w 595959"/>
                    <a:gd name="connsiteY1" fmla="*/ 4020 h 143749"/>
                    <a:gd name="connsiteX2" fmla="*/ 595830 w 595959"/>
                    <a:gd name="connsiteY2" fmla="*/ 101567 h 143749"/>
                    <a:gd name="connsiteX3" fmla="*/ 131 w 595959"/>
                    <a:gd name="connsiteY3" fmla="*/ 143749 h 143749"/>
                    <a:gd name="connsiteX4" fmla="*/ 124 w 595959"/>
                    <a:gd name="connsiteY4" fmla="*/ 26512 h 143749"/>
                    <a:gd name="connsiteX0" fmla="*/ 124 w 595959"/>
                    <a:gd name="connsiteY0" fmla="*/ 28496 h 145733"/>
                    <a:gd name="connsiteX1" fmla="*/ 595828 w 595959"/>
                    <a:gd name="connsiteY1" fmla="*/ 6004 h 145733"/>
                    <a:gd name="connsiteX2" fmla="*/ 595830 w 595959"/>
                    <a:gd name="connsiteY2" fmla="*/ 103551 h 145733"/>
                    <a:gd name="connsiteX3" fmla="*/ 131 w 595959"/>
                    <a:gd name="connsiteY3" fmla="*/ 145733 h 145733"/>
                    <a:gd name="connsiteX4" fmla="*/ 124 w 595959"/>
                    <a:gd name="connsiteY4" fmla="*/ 28496 h 145733"/>
                    <a:gd name="connsiteX0" fmla="*/ 124 w 595959"/>
                    <a:gd name="connsiteY0" fmla="*/ 40766 h 158003"/>
                    <a:gd name="connsiteX1" fmla="*/ 595828 w 595959"/>
                    <a:gd name="connsiteY1" fmla="*/ 0 h 158003"/>
                    <a:gd name="connsiteX2" fmla="*/ 595830 w 595959"/>
                    <a:gd name="connsiteY2" fmla="*/ 115821 h 158003"/>
                    <a:gd name="connsiteX3" fmla="*/ 131 w 595959"/>
                    <a:gd name="connsiteY3" fmla="*/ 158003 h 158003"/>
                    <a:gd name="connsiteX4" fmla="*/ 124 w 595959"/>
                    <a:gd name="connsiteY4" fmla="*/ 40766 h 158003"/>
                    <a:gd name="connsiteX0" fmla="*/ 124 w 595959"/>
                    <a:gd name="connsiteY0" fmla="*/ 40766 h 158003"/>
                    <a:gd name="connsiteX1" fmla="*/ 595828 w 595959"/>
                    <a:gd name="connsiteY1" fmla="*/ 0 h 158003"/>
                    <a:gd name="connsiteX2" fmla="*/ 595830 w 595959"/>
                    <a:gd name="connsiteY2" fmla="*/ 115821 h 158003"/>
                    <a:gd name="connsiteX3" fmla="*/ 131 w 595959"/>
                    <a:gd name="connsiteY3" fmla="*/ 158003 h 158003"/>
                    <a:gd name="connsiteX4" fmla="*/ 124 w 595959"/>
                    <a:gd name="connsiteY4" fmla="*/ 40766 h 158003"/>
                    <a:gd name="connsiteX0" fmla="*/ 124 w 595959"/>
                    <a:gd name="connsiteY0" fmla="*/ 40766 h 158003"/>
                    <a:gd name="connsiteX1" fmla="*/ 595828 w 595959"/>
                    <a:gd name="connsiteY1" fmla="*/ 0 h 158003"/>
                    <a:gd name="connsiteX2" fmla="*/ 595830 w 595959"/>
                    <a:gd name="connsiteY2" fmla="*/ 115821 h 158003"/>
                    <a:gd name="connsiteX3" fmla="*/ 131 w 595959"/>
                    <a:gd name="connsiteY3" fmla="*/ 158003 h 158003"/>
                    <a:gd name="connsiteX4" fmla="*/ 124 w 595959"/>
                    <a:gd name="connsiteY4" fmla="*/ 40766 h 158003"/>
                    <a:gd name="connsiteX0" fmla="*/ 124 w 595959"/>
                    <a:gd name="connsiteY0" fmla="*/ 40766 h 158003"/>
                    <a:gd name="connsiteX1" fmla="*/ 595828 w 595959"/>
                    <a:gd name="connsiteY1" fmla="*/ 0 h 158003"/>
                    <a:gd name="connsiteX2" fmla="*/ 595830 w 595959"/>
                    <a:gd name="connsiteY2" fmla="*/ 115821 h 158003"/>
                    <a:gd name="connsiteX3" fmla="*/ 131 w 595959"/>
                    <a:gd name="connsiteY3" fmla="*/ 158003 h 158003"/>
                    <a:gd name="connsiteX4" fmla="*/ 124 w 595959"/>
                    <a:gd name="connsiteY4" fmla="*/ 40766 h 158003"/>
                    <a:gd name="connsiteX0" fmla="*/ 124 w 595959"/>
                    <a:gd name="connsiteY0" fmla="*/ 40766 h 158003"/>
                    <a:gd name="connsiteX1" fmla="*/ 595828 w 595959"/>
                    <a:gd name="connsiteY1" fmla="*/ 0 h 158003"/>
                    <a:gd name="connsiteX2" fmla="*/ 595830 w 595959"/>
                    <a:gd name="connsiteY2" fmla="*/ 115821 h 158003"/>
                    <a:gd name="connsiteX3" fmla="*/ 131 w 595959"/>
                    <a:gd name="connsiteY3" fmla="*/ 158003 h 158003"/>
                    <a:gd name="connsiteX4" fmla="*/ 124 w 595959"/>
                    <a:gd name="connsiteY4" fmla="*/ 40766 h 158003"/>
                    <a:gd name="connsiteX0" fmla="*/ 124 w 595959"/>
                    <a:gd name="connsiteY0" fmla="*/ 40766 h 158003"/>
                    <a:gd name="connsiteX1" fmla="*/ 595828 w 595959"/>
                    <a:gd name="connsiteY1" fmla="*/ 0 h 158003"/>
                    <a:gd name="connsiteX2" fmla="*/ 595830 w 595959"/>
                    <a:gd name="connsiteY2" fmla="*/ 115821 h 158003"/>
                    <a:gd name="connsiteX3" fmla="*/ 131 w 595959"/>
                    <a:gd name="connsiteY3" fmla="*/ 158003 h 158003"/>
                    <a:gd name="connsiteX4" fmla="*/ 124 w 595959"/>
                    <a:gd name="connsiteY4" fmla="*/ 40766 h 158003"/>
                    <a:gd name="connsiteX0" fmla="*/ 124 w 595959"/>
                    <a:gd name="connsiteY0" fmla="*/ 40766 h 158003"/>
                    <a:gd name="connsiteX1" fmla="*/ 595828 w 595959"/>
                    <a:gd name="connsiteY1" fmla="*/ 0 h 158003"/>
                    <a:gd name="connsiteX2" fmla="*/ 595830 w 595959"/>
                    <a:gd name="connsiteY2" fmla="*/ 115821 h 158003"/>
                    <a:gd name="connsiteX3" fmla="*/ 131 w 595959"/>
                    <a:gd name="connsiteY3" fmla="*/ 158003 h 158003"/>
                    <a:gd name="connsiteX4" fmla="*/ 124 w 595959"/>
                    <a:gd name="connsiteY4" fmla="*/ 40766 h 158003"/>
                    <a:gd name="connsiteX0" fmla="*/ 124 w 595959"/>
                    <a:gd name="connsiteY0" fmla="*/ 40766 h 158003"/>
                    <a:gd name="connsiteX1" fmla="*/ 595828 w 595959"/>
                    <a:gd name="connsiteY1" fmla="*/ 0 h 158003"/>
                    <a:gd name="connsiteX2" fmla="*/ 595830 w 595959"/>
                    <a:gd name="connsiteY2" fmla="*/ 115821 h 158003"/>
                    <a:gd name="connsiteX3" fmla="*/ 131 w 595959"/>
                    <a:gd name="connsiteY3" fmla="*/ 158003 h 158003"/>
                    <a:gd name="connsiteX4" fmla="*/ 124 w 595959"/>
                    <a:gd name="connsiteY4" fmla="*/ 40766 h 158003"/>
                    <a:gd name="connsiteX0" fmla="*/ 124 w 595959"/>
                    <a:gd name="connsiteY0" fmla="*/ 40766 h 158003"/>
                    <a:gd name="connsiteX1" fmla="*/ 595828 w 595959"/>
                    <a:gd name="connsiteY1" fmla="*/ 0 h 158003"/>
                    <a:gd name="connsiteX2" fmla="*/ 595830 w 595959"/>
                    <a:gd name="connsiteY2" fmla="*/ 115821 h 158003"/>
                    <a:gd name="connsiteX3" fmla="*/ 131 w 595959"/>
                    <a:gd name="connsiteY3" fmla="*/ 158003 h 158003"/>
                    <a:gd name="connsiteX4" fmla="*/ 124 w 595959"/>
                    <a:gd name="connsiteY4" fmla="*/ 40766 h 158003"/>
                    <a:gd name="connsiteX0" fmla="*/ 124 w 595856"/>
                    <a:gd name="connsiteY0" fmla="*/ 41841 h 159078"/>
                    <a:gd name="connsiteX1" fmla="*/ 591261 w 595856"/>
                    <a:gd name="connsiteY1" fmla="*/ 0 h 159078"/>
                    <a:gd name="connsiteX2" fmla="*/ 595830 w 595856"/>
                    <a:gd name="connsiteY2" fmla="*/ 116896 h 159078"/>
                    <a:gd name="connsiteX3" fmla="*/ 131 w 595856"/>
                    <a:gd name="connsiteY3" fmla="*/ 159078 h 159078"/>
                    <a:gd name="connsiteX4" fmla="*/ 124 w 595856"/>
                    <a:gd name="connsiteY4" fmla="*/ 41841 h 159078"/>
                    <a:gd name="connsiteX0" fmla="*/ 124 w 595959"/>
                    <a:gd name="connsiteY0" fmla="*/ 41841 h 159078"/>
                    <a:gd name="connsiteX1" fmla="*/ 595828 w 595959"/>
                    <a:gd name="connsiteY1" fmla="*/ 0 h 159078"/>
                    <a:gd name="connsiteX2" fmla="*/ 595830 w 595959"/>
                    <a:gd name="connsiteY2" fmla="*/ 116896 h 159078"/>
                    <a:gd name="connsiteX3" fmla="*/ 131 w 595959"/>
                    <a:gd name="connsiteY3" fmla="*/ 159078 h 159078"/>
                    <a:gd name="connsiteX4" fmla="*/ 124 w 595959"/>
                    <a:gd name="connsiteY4" fmla="*/ 41841 h 159078"/>
                    <a:gd name="connsiteX0" fmla="*/ 124 w 597349"/>
                    <a:gd name="connsiteY0" fmla="*/ 42378 h 159615"/>
                    <a:gd name="connsiteX1" fmla="*/ 597349 w 597349"/>
                    <a:gd name="connsiteY1" fmla="*/ 0 h 159615"/>
                    <a:gd name="connsiteX2" fmla="*/ 595830 w 597349"/>
                    <a:gd name="connsiteY2" fmla="*/ 117433 h 159615"/>
                    <a:gd name="connsiteX3" fmla="*/ 131 w 597349"/>
                    <a:gd name="connsiteY3" fmla="*/ 159615 h 159615"/>
                    <a:gd name="connsiteX4" fmla="*/ 124 w 597349"/>
                    <a:gd name="connsiteY4" fmla="*/ 42378 h 159615"/>
                    <a:gd name="connsiteX0" fmla="*/ 124 w 600443"/>
                    <a:gd name="connsiteY0" fmla="*/ 42378 h 159615"/>
                    <a:gd name="connsiteX1" fmla="*/ 597349 w 600443"/>
                    <a:gd name="connsiteY1" fmla="*/ 0 h 159615"/>
                    <a:gd name="connsiteX2" fmla="*/ 600408 w 600443"/>
                    <a:gd name="connsiteY2" fmla="*/ 117433 h 159615"/>
                    <a:gd name="connsiteX3" fmla="*/ 131 w 600443"/>
                    <a:gd name="connsiteY3" fmla="*/ 159615 h 159615"/>
                    <a:gd name="connsiteX4" fmla="*/ 124 w 600443"/>
                    <a:gd name="connsiteY4" fmla="*/ 42378 h 159615"/>
                    <a:gd name="connsiteX0" fmla="*/ 124 w 600537"/>
                    <a:gd name="connsiteY0" fmla="*/ 42378 h 159615"/>
                    <a:gd name="connsiteX1" fmla="*/ 600401 w 600537"/>
                    <a:gd name="connsiteY1" fmla="*/ 0 h 159615"/>
                    <a:gd name="connsiteX2" fmla="*/ 600408 w 600537"/>
                    <a:gd name="connsiteY2" fmla="*/ 117433 h 159615"/>
                    <a:gd name="connsiteX3" fmla="*/ 131 w 600537"/>
                    <a:gd name="connsiteY3" fmla="*/ 159615 h 159615"/>
                    <a:gd name="connsiteX4" fmla="*/ 124 w 600537"/>
                    <a:gd name="connsiteY4" fmla="*/ 42378 h 15961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00537" h="159615">
                      <a:moveTo>
                        <a:pt x="124" y="42378"/>
                      </a:moveTo>
                      <a:cubicBezTo>
                        <a:pt x="296414" y="-50243"/>
                        <a:pt x="418111" y="75773"/>
                        <a:pt x="600401" y="0"/>
                      </a:cubicBezTo>
                      <a:cubicBezTo>
                        <a:pt x="599951" y="33260"/>
                        <a:pt x="600858" y="84173"/>
                        <a:pt x="600408" y="117433"/>
                      </a:cubicBezTo>
                      <a:cubicBezTo>
                        <a:pt x="395490" y="192726"/>
                        <a:pt x="285331" y="62551"/>
                        <a:pt x="131" y="159615"/>
                      </a:cubicBezTo>
                      <a:cubicBezTo>
                        <a:pt x="-323" y="114566"/>
                        <a:pt x="578" y="87427"/>
                        <a:pt x="124" y="42378"/>
                      </a:cubicBezTo>
                      <a:close/>
                    </a:path>
                  </a:pathLst>
                </a:custGeom>
                <a:solidFill>
                  <a:schemeClr val="accent2">
                    <a:lumMod val="40000"/>
                    <a:lumOff val="60000"/>
                  </a:schemeClr>
                </a:solidFill>
                <a:ln w="1270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818" name="矩形 1174">
                  <a:extLst>
                    <a:ext uri="{FF2B5EF4-FFF2-40B4-BE49-F238E27FC236}">
                      <a16:creationId xmlns:a16="http://schemas.microsoft.com/office/drawing/2014/main" id="{A61DB58C-0733-77B2-6D41-5C73C5105D0A}"/>
                    </a:ext>
                  </a:extLst>
                </p:cNvPr>
                <p:cNvSpPr/>
                <p:nvPr/>
              </p:nvSpPr>
              <p:spPr>
                <a:xfrm rot="10800000">
                  <a:off x="5041541" y="7045652"/>
                  <a:ext cx="618707" cy="139508"/>
                </a:xfrm>
                <a:custGeom>
                  <a:avLst/>
                  <a:gdLst>
                    <a:gd name="connsiteX0" fmla="*/ 0 w 595706"/>
                    <a:gd name="connsiteY0" fmla="*/ 0 h 92965"/>
                    <a:gd name="connsiteX1" fmla="*/ 595706 w 595706"/>
                    <a:gd name="connsiteY1" fmla="*/ 0 h 92965"/>
                    <a:gd name="connsiteX2" fmla="*/ 595706 w 595706"/>
                    <a:gd name="connsiteY2" fmla="*/ 92965 h 92965"/>
                    <a:gd name="connsiteX3" fmla="*/ 0 w 595706"/>
                    <a:gd name="connsiteY3" fmla="*/ 92965 h 92965"/>
                    <a:gd name="connsiteX4" fmla="*/ 0 w 595706"/>
                    <a:gd name="connsiteY4" fmla="*/ 0 h 92965"/>
                    <a:gd name="connsiteX0" fmla="*/ 0 w 595706"/>
                    <a:gd name="connsiteY0" fmla="*/ 0 h 135147"/>
                    <a:gd name="connsiteX1" fmla="*/ 595706 w 595706"/>
                    <a:gd name="connsiteY1" fmla="*/ 0 h 135147"/>
                    <a:gd name="connsiteX2" fmla="*/ 595706 w 595706"/>
                    <a:gd name="connsiteY2" fmla="*/ 92965 h 135147"/>
                    <a:gd name="connsiteX3" fmla="*/ 1361 w 595706"/>
                    <a:gd name="connsiteY3" fmla="*/ 135147 h 135147"/>
                    <a:gd name="connsiteX4" fmla="*/ 0 w 595706"/>
                    <a:gd name="connsiteY4" fmla="*/ 0 h 135147"/>
                    <a:gd name="connsiteX0" fmla="*/ 0 w 595706"/>
                    <a:gd name="connsiteY0" fmla="*/ 0 h 135147"/>
                    <a:gd name="connsiteX1" fmla="*/ 595706 w 595706"/>
                    <a:gd name="connsiteY1" fmla="*/ 0 h 135147"/>
                    <a:gd name="connsiteX2" fmla="*/ 595706 w 595706"/>
                    <a:gd name="connsiteY2" fmla="*/ 92965 h 135147"/>
                    <a:gd name="connsiteX3" fmla="*/ 1361 w 595706"/>
                    <a:gd name="connsiteY3" fmla="*/ 135147 h 135147"/>
                    <a:gd name="connsiteX4" fmla="*/ 0 w 595706"/>
                    <a:gd name="connsiteY4" fmla="*/ 0 h 135147"/>
                    <a:gd name="connsiteX0" fmla="*/ 0 w 595706"/>
                    <a:gd name="connsiteY0" fmla="*/ 0 h 135147"/>
                    <a:gd name="connsiteX1" fmla="*/ 595706 w 595706"/>
                    <a:gd name="connsiteY1" fmla="*/ 0 h 135147"/>
                    <a:gd name="connsiteX2" fmla="*/ 595706 w 595706"/>
                    <a:gd name="connsiteY2" fmla="*/ 92965 h 135147"/>
                    <a:gd name="connsiteX3" fmla="*/ 1361 w 595706"/>
                    <a:gd name="connsiteY3" fmla="*/ 135147 h 135147"/>
                    <a:gd name="connsiteX4" fmla="*/ 0 w 595706"/>
                    <a:gd name="connsiteY4" fmla="*/ 0 h 135147"/>
                    <a:gd name="connsiteX0" fmla="*/ 0 w 595706"/>
                    <a:gd name="connsiteY0" fmla="*/ 0 h 135147"/>
                    <a:gd name="connsiteX1" fmla="*/ 595706 w 595706"/>
                    <a:gd name="connsiteY1" fmla="*/ 0 h 135147"/>
                    <a:gd name="connsiteX2" fmla="*/ 595706 w 595706"/>
                    <a:gd name="connsiteY2" fmla="*/ 92965 h 135147"/>
                    <a:gd name="connsiteX3" fmla="*/ 1361 w 595706"/>
                    <a:gd name="connsiteY3" fmla="*/ 135147 h 135147"/>
                    <a:gd name="connsiteX4" fmla="*/ 0 w 595706"/>
                    <a:gd name="connsiteY4" fmla="*/ 0 h 135147"/>
                    <a:gd name="connsiteX0" fmla="*/ 131 w 595837"/>
                    <a:gd name="connsiteY0" fmla="*/ 0 h 148754"/>
                    <a:gd name="connsiteX1" fmla="*/ 595837 w 595837"/>
                    <a:gd name="connsiteY1" fmla="*/ 0 h 148754"/>
                    <a:gd name="connsiteX2" fmla="*/ 595837 w 595837"/>
                    <a:gd name="connsiteY2" fmla="*/ 92965 h 148754"/>
                    <a:gd name="connsiteX3" fmla="*/ 131 w 595837"/>
                    <a:gd name="connsiteY3" fmla="*/ 148754 h 148754"/>
                    <a:gd name="connsiteX4" fmla="*/ 131 w 595837"/>
                    <a:gd name="connsiteY4" fmla="*/ 0 h 148754"/>
                    <a:gd name="connsiteX0" fmla="*/ 131 w 595837"/>
                    <a:gd name="connsiteY0" fmla="*/ 0 h 140590"/>
                    <a:gd name="connsiteX1" fmla="*/ 595837 w 595837"/>
                    <a:gd name="connsiteY1" fmla="*/ 0 h 140590"/>
                    <a:gd name="connsiteX2" fmla="*/ 595837 w 595837"/>
                    <a:gd name="connsiteY2" fmla="*/ 92965 h 140590"/>
                    <a:gd name="connsiteX3" fmla="*/ 131 w 595837"/>
                    <a:gd name="connsiteY3" fmla="*/ 140590 h 140590"/>
                    <a:gd name="connsiteX4" fmla="*/ 131 w 595837"/>
                    <a:gd name="connsiteY4" fmla="*/ 0 h 140590"/>
                    <a:gd name="connsiteX0" fmla="*/ 131 w 595837"/>
                    <a:gd name="connsiteY0" fmla="*/ 0 h 140590"/>
                    <a:gd name="connsiteX1" fmla="*/ 595837 w 595837"/>
                    <a:gd name="connsiteY1" fmla="*/ 0 h 140590"/>
                    <a:gd name="connsiteX2" fmla="*/ 595837 w 595837"/>
                    <a:gd name="connsiteY2" fmla="*/ 92965 h 140590"/>
                    <a:gd name="connsiteX3" fmla="*/ 131 w 595837"/>
                    <a:gd name="connsiteY3" fmla="*/ 140590 h 140590"/>
                    <a:gd name="connsiteX4" fmla="*/ 131 w 595837"/>
                    <a:gd name="connsiteY4" fmla="*/ 0 h 140590"/>
                    <a:gd name="connsiteX0" fmla="*/ 131 w 595837"/>
                    <a:gd name="connsiteY0" fmla="*/ 0 h 140590"/>
                    <a:gd name="connsiteX1" fmla="*/ 595837 w 595837"/>
                    <a:gd name="connsiteY1" fmla="*/ 0 h 140590"/>
                    <a:gd name="connsiteX2" fmla="*/ 595837 w 595837"/>
                    <a:gd name="connsiteY2" fmla="*/ 92965 h 140590"/>
                    <a:gd name="connsiteX3" fmla="*/ 131 w 595837"/>
                    <a:gd name="connsiteY3" fmla="*/ 140590 h 140590"/>
                    <a:gd name="connsiteX4" fmla="*/ 131 w 595837"/>
                    <a:gd name="connsiteY4" fmla="*/ 0 h 140590"/>
                    <a:gd name="connsiteX0" fmla="*/ 131 w 595837"/>
                    <a:gd name="connsiteY0" fmla="*/ 0 h 140590"/>
                    <a:gd name="connsiteX1" fmla="*/ 595837 w 595837"/>
                    <a:gd name="connsiteY1" fmla="*/ 0 h 140590"/>
                    <a:gd name="connsiteX2" fmla="*/ 595837 w 595837"/>
                    <a:gd name="connsiteY2" fmla="*/ 92965 h 140590"/>
                    <a:gd name="connsiteX3" fmla="*/ 131 w 595837"/>
                    <a:gd name="connsiteY3" fmla="*/ 140590 h 140590"/>
                    <a:gd name="connsiteX4" fmla="*/ 131 w 595837"/>
                    <a:gd name="connsiteY4" fmla="*/ 0 h 140590"/>
                    <a:gd name="connsiteX0" fmla="*/ 131 w 595837"/>
                    <a:gd name="connsiteY0" fmla="*/ 0 h 140590"/>
                    <a:gd name="connsiteX1" fmla="*/ 595837 w 595837"/>
                    <a:gd name="connsiteY1" fmla="*/ 0 h 140590"/>
                    <a:gd name="connsiteX2" fmla="*/ 595837 w 595837"/>
                    <a:gd name="connsiteY2" fmla="*/ 92965 h 140590"/>
                    <a:gd name="connsiteX3" fmla="*/ 131 w 595837"/>
                    <a:gd name="connsiteY3" fmla="*/ 140590 h 140590"/>
                    <a:gd name="connsiteX4" fmla="*/ 131 w 595837"/>
                    <a:gd name="connsiteY4" fmla="*/ 0 h 140590"/>
                    <a:gd name="connsiteX0" fmla="*/ 131 w 595837"/>
                    <a:gd name="connsiteY0" fmla="*/ 0 h 156571"/>
                    <a:gd name="connsiteX1" fmla="*/ 595837 w 595837"/>
                    <a:gd name="connsiteY1" fmla="*/ 0 h 156571"/>
                    <a:gd name="connsiteX2" fmla="*/ 594316 w 595837"/>
                    <a:gd name="connsiteY2" fmla="*/ 141984 h 156571"/>
                    <a:gd name="connsiteX3" fmla="*/ 131 w 595837"/>
                    <a:gd name="connsiteY3" fmla="*/ 140590 h 156571"/>
                    <a:gd name="connsiteX4" fmla="*/ 131 w 595837"/>
                    <a:gd name="connsiteY4" fmla="*/ 0 h 156571"/>
                    <a:gd name="connsiteX0" fmla="*/ 1577 w 597283"/>
                    <a:gd name="connsiteY0" fmla="*/ 0 h 271309"/>
                    <a:gd name="connsiteX1" fmla="*/ 597283 w 597283"/>
                    <a:gd name="connsiteY1" fmla="*/ 0 h 271309"/>
                    <a:gd name="connsiteX2" fmla="*/ 595762 w 597283"/>
                    <a:gd name="connsiteY2" fmla="*/ 141984 h 271309"/>
                    <a:gd name="connsiteX3" fmla="*/ 56 w 597283"/>
                    <a:gd name="connsiteY3" fmla="*/ 271309 h 271309"/>
                    <a:gd name="connsiteX4" fmla="*/ 1577 w 597283"/>
                    <a:gd name="connsiteY4" fmla="*/ 0 h 271309"/>
                    <a:gd name="connsiteX0" fmla="*/ 1577 w 597283"/>
                    <a:gd name="connsiteY0" fmla="*/ 0 h 271309"/>
                    <a:gd name="connsiteX1" fmla="*/ 597283 w 597283"/>
                    <a:gd name="connsiteY1" fmla="*/ 0 h 271309"/>
                    <a:gd name="connsiteX2" fmla="*/ 595762 w 597283"/>
                    <a:gd name="connsiteY2" fmla="*/ 141984 h 271309"/>
                    <a:gd name="connsiteX3" fmla="*/ 56 w 597283"/>
                    <a:gd name="connsiteY3" fmla="*/ 271309 h 271309"/>
                    <a:gd name="connsiteX4" fmla="*/ 1577 w 597283"/>
                    <a:gd name="connsiteY4" fmla="*/ 0 h 271309"/>
                    <a:gd name="connsiteX0" fmla="*/ 1577 w 597283"/>
                    <a:gd name="connsiteY0" fmla="*/ 0 h 271309"/>
                    <a:gd name="connsiteX1" fmla="*/ 597283 w 597283"/>
                    <a:gd name="connsiteY1" fmla="*/ 0 h 271309"/>
                    <a:gd name="connsiteX2" fmla="*/ 595762 w 597283"/>
                    <a:gd name="connsiteY2" fmla="*/ 141984 h 271309"/>
                    <a:gd name="connsiteX3" fmla="*/ 56 w 597283"/>
                    <a:gd name="connsiteY3" fmla="*/ 271309 h 271309"/>
                    <a:gd name="connsiteX4" fmla="*/ 1577 w 597283"/>
                    <a:gd name="connsiteY4" fmla="*/ 0 h 271309"/>
                    <a:gd name="connsiteX0" fmla="*/ 1577 w 597283"/>
                    <a:gd name="connsiteY0" fmla="*/ 0 h 271309"/>
                    <a:gd name="connsiteX1" fmla="*/ 597283 w 597283"/>
                    <a:gd name="connsiteY1" fmla="*/ 0 h 271309"/>
                    <a:gd name="connsiteX2" fmla="*/ 595762 w 597283"/>
                    <a:gd name="connsiteY2" fmla="*/ 141984 h 271309"/>
                    <a:gd name="connsiteX3" fmla="*/ 56 w 597283"/>
                    <a:gd name="connsiteY3" fmla="*/ 271309 h 271309"/>
                    <a:gd name="connsiteX4" fmla="*/ 1577 w 597283"/>
                    <a:gd name="connsiteY4" fmla="*/ 0 h 271309"/>
                    <a:gd name="connsiteX0" fmla="*/ 1577 w 597283"/>
                    <a:gd name="connsiteY0" fmla="*/ 0 h 271309"/>
                    <a:gd name="connsiteX1" fmla="*/ 597283 w 597283"/>
                    <a:gd name="connsiteY1" fmla="*/ 0 h 271309"/>
                    <a:gd name="connsiteX2" fmla="*/ 595762 w 597283"/>
                    <a:gd name="connsiteY2" fmla="*/ 141984 h 271309"/>
                    <a:gd name="connsiteX3" fmla="*/ 56 w 597283"/>
                    <a:gd name="connsiteY3" fmla="*/ 271309 h 271309"/>
                    <a:gd name="connsiteX4" fmla="*/ 1577 w 597283"/>
                    <a:gd name="connsiteY4" fmla="*/ 0 h 271309"/>
                    <a:gd name="connsiteX0" fmla="*/ 0 w 600949"/>
                    <a:gd name="connsiteY0" fmla="*/ 0 h 271309"/>
                    <a:gd name="connsiteX1" fmla="*/ 600949 w 600949"/>
                    <a:gd name="connsiteY1" fmla="*/ 0 h 271309"/>
                    <a:gd name="connsiteX2" fmla="*/ 599428 w 600949"/>
                    <a:gd name="connsiteY2" fmla="*/ 141984 h 271309"/>
                    <a:gd name="connsiteX3" fmla="*/ 3722 w 600949"/>
                    <a:gd name="connsiteY3" fmla="*/ 271309 h 271309"/>
                    <a:gd name="connsiteX4" fmla="*/ 0 w 600949"/>
                    <a:gd name="connsiteY4" fmla="*/ 0 h 271309"/>
                    <a:gd name="connsiteX0" fmla="*/ 0 w 599639"/>
                    <a:gd name="connsiteY0" fmla="*/ 0 h 271309"/>
                    <a:gd name="connsiteX1" fmla="*/ 599639 w 599639"/>
                    <a:gd name="connsiteY1" fmla="*/ 0 h 271309"/>
                    <a:gd name="connsiteX2" fmla="*/ 599428 w 599639"/>
                    <a:gd name="connsiteY2" fmla="*/ 141984 h 271309"/>
                    <a:gd name="connsiteX3" fmla="*/ 3722 w 599639"/>
                    <a:gd name="connsiteY3" fmla="*/ 271309 h 271309"/>
                    <a:gd name="connsiteX4" fmla="*/ 0 w 599639"/>
                    <a:gd name="connsiteY4" fmla="*/ 0 h 271309"/>
                    <a:gd name="connsiteX0" fmla="*/ 0 w 597018"/>
                    <a:gd name="connsiteY0" fmla="*/ 0 h 271309"/>
                    <a:gd name="connsiteX1" fmla="*/ 597018 w 597018"/>
                    <a:gd name="connsiteY1" fmla="*/ 0 h 271309"/>
                    <a:gd name="connsiteX2" fmla="*/ 596807 w 597018"/>
                    <a:gd name="connsiteY2" fmla="*/ 141984 h 271309"/>
                    <a:gd name="connsiteX3" fmla="*/ 1101 w 597018"/>
                    <a:gd name="connsiteY3" fmla="*/ 271309 h 271309"/>
                    <a:gd name="connsiteX4" fmla="*/ 0 w 597018"/>
                    <a:gd name="connsiteY4" fmla="*/ 0 h 271309"/>
                    <a:gd name="connsiteX0" fmla="*/ 0 w 596807"/>
                    <a:gd name="connsiteY0" fmla="*/ 0 h 271309"/>
                    <a:gd name="connsiteX1" fmla="*/ 591775 w 596807"/>
                    <a:gd name="connsiteY1" fmla="*/ 0 h 271309"/>
                    <a:gd name="connsiteX2" fmla="*/ 596807 w 596807"/>
                    <a:gd name="connsiteY2" fmla="*/ 141984 h 271309"/>
                    <a:gd name="connsiteX3" fmla="*/ 1101 w 596807"/>
                    <a:gd name="connsiteY3" fmla="*/ 271309 h 271309"/>
                    <a:gd name="connsiteX4" fmla="*/ 0 w 596807"/>
                    <a:gd name="connsiteY4" fmla="*/ 0 h 271309"/>
                    <a:gd name="connsiteX0" fmla="*/ 0 w 596807"/>
                    <a:gd name="connsiteY0" fmla="*/ 0 h 271309"/>
                    <a:gd name="connsiteX1" fmla="*/ 595708 w 596807"/>
                    <a:gd name="connsiteY1" fmla="*/ 0 h 271309"/>
                    <a:gd name="connsiteX2" fmla="*/ 596807 w 596807"/>
                    <a:gd name="connsiteY2" fmla="*/ 141984 h 271309"/>
                    <a:gd name="connsiteX3" fmla="*/ 1101 w 596807"/>
                    <a:gd name="connsiteY3" fmla="*/ 271309 h 271309"/>
                    <a:gd name="connsiteX4" fmla="*/ 0 w 596807"/>
                    <a:gd name="connsiteY4" fmla="*/ 0 h 271309"/>
                    <a:gd name="connsiteX0" fmla="*/ 0 w 595708"/>
                    <a:gd name="connsiteY0" fmla="*/ 0 h 271309"/>
                    <a:gd name="connsiteX1" fmla="*/ 595708 w 595708"/>
                    <a:gd name="connsiteY1" fmla="*/ 0 h 271309"/>
                    <a:gd name="connsiteX2" fmla="*/ 594186 w 595708"/>
                    <a:gd name="connsiteY2" fmla="*/ 141985 h 271309"/>
                    <a:gd name="connsiteX3" fmla="*/ 1101 w 595708"/>
                    <a:gd name="connsiteY3" fmla="*/ 271309 h 271309"/>
                    <a:gd name="connsiteX4" fmla="*/ 0 w 595708"/>
                    <a:gd name="connsiteY4" fmla="*/ 0 h 271309"/>
                    <a:gd name="connsiteX0" fmla="*/ 0 w 596439"/>
                    <a:gd name="connsiteY0" fmla="*/ 109083 h 380392"/>
                    <a:gd name="connsiteX1" fmla="*/ 595708 w 596439"/>
                    <a:gd name="connsiteY1" fmla="*/ 109083 h 380392"/>
                    <a:gd name="connsiteX2" fmla="*/ 594186 w 596439"/>
                    <a:gd name="connsiteY2" fmla="*/ 251068 h 380392"/>
                    <a:gd name="connsiteX3" fmla="*/ 1101 w 596439"/>
                    <a:gd name="connsiteY3" fmla="*/ 380392 h 380392"/>
                    <a:gd name="connsiteX4" fmla="*/ 0 w 596439"/>
                    <a:gd name="connsiteY4" fmla="*/ 109083 h 380392"/>
                    <a:gd name="connsiteX0" fmla="*/ 0 w 595708"/>
                    <a:gd name="connsiteY0" fmla="*/ 0 h 271309"/>
                    <a:gd name="connsiteX1" fmla="*/ 595708 w 595708"/>
                    <a:gd name="connsiteY1" fmla="*/ 0 h 271309"/>
                    <a:gd name="connsiteX2" fmla="*/ 594186 w 595708"/>
                    <a:gd name="connsiteY2" fmla="*/ 141985 h 271309"/>
                    <a:gd name="connsiteX3" fmla="*/ 1101 w 595708"/>
                    <a:gd name="connsiteY3" fmla="*/ 271309 h 271309"/>
                    <a:gd name="connsiteX4" fmla="*/ 0 w 595708"/>
                    <a:gd name="connsiteY4" fmla="*/ 0 h 271309"/>
                    <a:gd name="connsiteX0" fmla="*/ 0 w 596808"/>
                    <a:gd name="connsiteY0" fmla="*/ 0 h 271309"/>
                    <a:gd name="connsiteX1" fmla="*/ 595708 w 596808"/>
                    <a:gd name="connsiteY1" fmla="*/ 0 h 271309"/>
                    <a:gd name="connsiteX2" fmla="*/ 596808 w 596808"/>
                    <a:gd name="connsiteY2" fmla="*/ 141985 h 271309"/>
                    <a:gd name="connsiteX3" fmla="*/ 1101 w 596808"/>
                    <a:gd name="connsiteY3" fmla="*/ 271309 h 271309"/>
                    <a:gd name="connsiteX4" fmla="*/ 0 w 596808"/>
                    <a:gd name="connsiteY4" fmla="*/ 0 h 271309"/>
                    <a:gd name="connsiteX0" fmla="*/ 0 w 596808"/>
                    <a:gd name="connsiteY0" fmla="*/ 0 h 271309"/>
                    <a:gd name="connsiteX1" fmla="*/ 595708 w 596808"/>
                    <a:gd name="connsiteY1" fmla="*/ 0 h 271309"/>
                    <a:gd name="connsiteX2" fmla="*/ 596808 w 596808"/>
                    <a:gd name="connsiteY2" fmla="*/ 141985 h 271309"/>
                    <a:gd name="connsiteX3" fmla="*/ 1101 w 596808"/>
                    <a:gd name="connsiteY3" fmla="*/ 271309 h 271309"/>
                    <a:gd name="connsiteX4" fmla="*/ 0 w 596808"/>
                    <a:gd name="connsiteY4" fmla="*/ 0 h 271309"/>
                    <a:gd name="connsiteX0" fmla="*/ 0 w 596808"/>
                    <a:gd name="connsiteY0" fmla="*/ 0 h 271309"/>
                    <a:gd name="connsiteX1" fmla="*/ 595708 w 596808"/>
                    <a:gd name="connsiteY1" fmla="*/ 0 h 271309"/>
                    <a:gd name="connsiteX2" fmla="*/ 596808 w 596808"/>
                    <a:gd name="connsiteY2" fmla="*/ 141985 h 271309"/>
                    <a:gd name="connsiteX3" fmla="*/ 1101 w 596808"/>
                    <a:gd name="connsiteY3" fmla="*/ 271309 h 271309"/>
                    <a:gd name="connsiteX4" fmla="*/ 0 w 596808"/>
                    <a:gd name="connsiteY4" fmla="*/ 0 h 271309"/>
                    <a:gd name="connsiteX0" fmla="*/ 0 w 595708"/>
                    <a:gd name="connsiteY0" fmla="*/ 0 h 271309"/>
                    <a:gd name="connsiteX1" fmla="*/ 595708 w 595708"/>
                    <a:gd name="connsiteY1" fmla="*/ 0 h 271309"/>
                    <a:gd name="connsiteX2" fmla="*/ 594186 w 595708"/>
                    <a:gd name="connsiteY2" fmla="*/ 141985 h 271309"/>
                    <a:gd name="connsiteX3" fmla="*/ 1101 w 595708"/>
                    <a:gd name="connsiteY3" fmla="*/ 271309 h 271309"/>
                    <a:gd name="connsiteX4" fmla="*/ 0 w 595708"/>
                    <a:gd name="connsiteY4" fmla="*/ 0 h 271309"/>
                    <a:gd name="connsiteX0" fmla="*/ 0 w 595708"/>
                    <a:gd name="connsiteY0" fmla="*/ 0 h 271309"/>
                    <a:gd name="connsiteX1" fmla="*/ 595708 w 595708"/>
                    <a:gd name="connsiteY1" fmla="*/ 0 h 271309"/>
                    <a:gd name="connsiteX2" fmla="*/ 594186 w 595708"/>
                    <a:gd name="connsiteY2" fmla="*/ 141985 h 271309"/>
                    <a:gd name="connsiteX3" fmla="*/ 1101 w 595708"/>
                    <a:gd name="connsiteY3" fmla="*/ 271309 h 271309"/>
                    <a:gd name="connsiteX4" fmla="*/ 0 w 595708"/>
                    <a:gd name="connsiteY4" fmla="*/ 0 h 271309"/>
                    <a:gd name="connsiteX0" fmla="*/ 0 w 595936"/>
                    <a:gd name="connsiteY0" fmla="*/ 0 h 271309"/>
                    <a:gd name="connsiteX1" fmla="*/ 595708 w 595936"/>
                    <a:gd name="connsiteY1" fmla="*/ 0 h 271309"/>
                    <a:gd name="connsiteX2" fmla="*/ 594186 w 595936"/>
                    <a:gd name="connsiteY2" fmla="*/ 141985 h 271309"/>
                    <a:gd name="connsiteX3" fmla="*/ 1101 w 595936"/>
                    <a:gd name="connsiteY3" fmla="*/ 271309 h 271309"/>
                    <a:gd name="connsiteX4" fmla="*/ 0 w 595936"/>
                    <a:gd name="connsiteY4" fmla="*/ 0 h 271309"/>
                    <a:gd name="connsiteX0" fmla="*/ 319 w 596255"/>
                    <a:gd name="connsiteY0" fmla="*/ 0 h 271309"/>
                    <a:gd name="connsiteX1" fmla="*/ 596027 w 596255"/>
                    <a:gd name="connsiteY1" fmla="*/ 0 h 271309"/>
                    <a:gd name="connsiteX2" fmla="*/ 594505 w 596255"/>
                    <a:gd name="connsiteY2" fmla="*/ 141985 h 271309"/>
                    <a:gd name="connsiteX3" fmla="*/ 110 w 596255"/>
                    <a:gd name="connsiteY3" fmla="*/ 271309 h 271309"/>
                    <a:gd name="connsiteX4" fmla="*/ 319 w 596255"/>
                    <a:gd name="connsiteY4" fmla="*/ 0 h 271309"/>
                    <a:gd name="connsiteX0" fmla="*/ 0 w 595936"/>
                    <a:gd name="connsiteY0" fmla="*/ 0 h 271309"/>
                    <a:gd name="connsiteX1" fmla="*/ 595708 w 595936"/>
                    <a:gd name="connsiteY1" fmla="*/ 0 h 271309"/>
                    <a:gd name="connsiteX2" fmla="*/ 594186 w 595936"/>
                    <a:gd name="connsiteY2" fmla="*/ 141985 h 271309"/>
                    <a:gd name="connsiteX3" fmla="*/ 1101 w 595936"/>
                    <a:gd name="connsiteY3" fmla="*/ 271309 h 271309"/>
                    <a:gd name="connsiteX4" fmla="*/ 0 w 595936"/>
                    <a:gd name="connsiteY4" fmla="*/ 0 h 2713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95936" h="271309">
                      <a:moveTo>
                        <a:pt x="0" y="0"/>
                      </a:moveTo>
                      <a:lnTo>
                        <a:pt x="595708" y="0"/>
                      </a:lnTo>
                      <a:cubicBezTo>
                        <a:pt x="595708" y="30988"/>
                        <a:pt x="596806" y="39550"/>
                        <a:pt x="594186" y="141985"/>
                      </a:cubicBezTo>
                      <a:cubicBezTo>
                        <a:pt x="404809" y="352086"/>
                        <a:pt x="341643" y="22672"/>
                        <a:pt x="1101" y="271309"/>
                      </a:cubicBezTo>
                      <a:cubicBezTo>
                        <a:pt x="647" y="226260"/>
                        <a:pt x="454" y="45049"/>
                        <a:pt x="0" y="0"/>
                      </a:cubicBezTo>
                      <a:close/>
                    </a:path>
                  </a:pathLst>
                </a:custGeom>
                <a:solidFill>
                  <a:schemeClr val="accent6">
                    <a:lumMod val="20000"/>
                    <a:lumOff val="80000"/>
                  </a:schemeClr>
                </a:solidFill>
                <a:ln w="1270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819" name="矩形 1174">
                  <a:extLst>
                    <a:ext uri="{FF2B5EF4-FFF2-40B4-BE49-F238E27FC236}">
                      <a16:creationId xmlns:a16="http://schemas.microsoft.com/office/drawing/2014/main" id="{9B1EBA7C-A0DF-F30A-763F-AFEBB25FBB11}"/>
                    </a:ext>
                  </a:extLst>
                </p:cNvPr>
                <p:cNvSpPr/>
                <p:nvPr/>
              </p:nvSpPr>
              <p:spPr>
                <a:xfrm rot="10800000">
                  <a:off x="5041542" y="6594252"/>
                  <a:ext cx="618706" cy="226680"/>
                </a:xfrm>
                <a:custGeom>
                  <a:avLst/>
                  <a:gdLst>
                    <a:gd name="connsiteX0" fmla="*/ 0 w 595706"/>
                    <a:gd name="connsiteY0" fmla="*/ 0 h 92965"/>
                    <a:gd name="connsiteX1" fmla="*/ 595706 w 595706"/>
                    <a:gd name="connsiteY1" fmla="*/ 0 h 92965"/>
                    <a:gd name="connsiteX2" fmla="*/ 595706 w 595706"/>
                    <a:gd name="connsiteY2" fmla="*/ 92965 h 92965"/>
                    <a:gd name="connsiteX3" fmla="*/ 0 w 595706"/>
                    <a:gd name="connsiteY3" fmla="*/ 92965 h 92965"/>
                    <a:gd name="connsiteX4" fmla="*/ 0 w 595706"/>
                    <a:gd name="connsiteY4" fmla="*/ 0 h 92965"/>
                    <a:gd name="connsiteX0" fmla="*/ 0 w 595706"/>
                    <a:gd name="connsiteY0" fmla="*/ 0 h 135147"/>
                    <a:gd name="connsiteX1" fmla="*/ 595706 w 595706"/>
                    <a:gd name="connsiteY1" fmla="*/ 0 h 135147"/>
                    <a:gd name="connsiteX2" fmla="*/ 595706 w 595706"/>
                    <a:gd name="connsiteY2" fmla="*/ 92965 h 135147"/>
                    <a:gd name="connsiteX3" fmla="*/ 1361 w 595706"/>
                    <a:gd name="connsiteY3" fmla="*/ 135147 h 135147"/>
                    <a:gd name="connsiteX4" fmla="*/ 0 w 595706"/>
                    <a:gd name="connsiteY4" fmla="*/ 0 h 135147"/>
                    <a:gd name="connsiteX0" fmla="*/ 0 w 595706"/>
                    <a:gd name="connsiteY0" fmla="*/ 0 h 135147"/>
                    <a:gd name="connsiteX1" fmla="*/ 595706 w 595706"/>
                    <a:gd name="connsiteY1" fmla="*/ 0 h 135147"/>
                    <a:gd name="connsiteX2" fmla="*/ 595706 w 595706"/>
                    <a:gd name="connsiteY2" fmla="*/ 92965 h 135147"/>
                    <a:gd name="connsiteX3" fmla="*/ 1361 w 595706"/>
                    <a:gd name="connsiteY3" fmla="*/ 135147 h 135147"/>
                    <a:gd name="connsiteX4" fmla="*/ 0 w 595706"/>
                    <a:gd name="connsiteY4" fmla="*/ 0 h 135147"/>
                    <a:gd name="connsiteX0" fmla="*/ 0 w 595706"/>
                    <a:gd name="connsiteY0" fmla="*/ 0 h 135147"/>
                    <a:gd name="connsiteX1" fmla="*/ 595706 w 595706"/>
                    <a:gd name="connsiteY1" fmla="*/ 0 h 135147"/>
                    <a:gd name="connsiteX2" fmla="*/ 595706 w 595706"/>
                    <a:gd name="connsiteY2" fmla="*/ 92965 h 135147"/>
                    <a:gd name="connsiteX3" fmla="*/ 1361 w 595706"/>
                    <a:gd name="connsiteY3" fmla="*/ 135147 h 135147"/>
                    <a:gd name="connsiteX4" fmla="*/ 0 w 595706"/>
                    <a:gd name="connsiteY4" fmla="*/ 0 h 135147"/>
                    <a:gd name="connsiteX0" fmla="*/ 0 w 595706"/>
                    <a:gd name="connsiteY0" fmla="*/ 0 h 135147"/>
                    <a:gd name="connsiteX1" fmla="*/ 595706 w 595706"/>
                    <a:gd name="connsiteY1" fmla="*/ 0 h 135147"/>
                    <a:gd name="connsiteX2" fmla="*/ 595706 w 595706"/>
                    <a:gd name="connsiteY2" fmla="*/ 92965 h 135147"/>
                    <a:gd name="connsiteX3" fmla="*/ 1361 w 595706"/>
                    <a:gd name="connsiteY3" fmla="*/ 135147 h 135147"/>
                    <a:gd name="connsiteX4" fmla="*/ 0 w 595706"/>
                    <a:gd name="connsiteY4" fmla="*/ 0 h 135147"/>
                    <a:gd name="connsiteX0" fmla="*/ 1422 w 594406"/>
                    <a:gd name="connsiteY0" fmla="*/ 21376 h 135147"/>
                    <a:gd name="connsiteX1" fmla="*/ 594406 w 594406"/>
                    <a:gd name="connsiteY1" fmla="*/ 0 h 135147"/>
                    <a:gd name="connsiteX2" fmla="*/ 594406 w 594406"/>
                    <a:gd name="connsiteY2" fmla="*/ 92965 h 135147"/>
                    <a:gd name="connsiteX3" fmla="*/ 61 w 594406"/>
                    <a:gd name="connsiteY3" fmla="*/ 135147 h 135147"/>
                    <a:gd name="connsiteX4" fmla="*/ 1422 w 594406"/>
                    <a:gd name="connsiteY4" fmla="*/ 21376 h 135147"/>
                    <a:gd name="connsiteX0" fmla="*/ 1422 w 594406"/>
                    <a:gd name="connsiteY0" fmla="*/ 15599 h 135147"/>
                    <a:gd name="connsiteX1" fmla="*/ 594406 w 594406"/>
                    <a:gd name="connsiteY1" fmla="*/ 0 h 135147"/>
                    <a:gd name="connsiteX2" fmla="*/ 594406 w 594406"/>
                    <a:gd name="connsiteY2" fmla="*/ 92965 h 135147"/>
                    <a:gd name="connsiteX3" fmla="*/ 61 w 594406"/>
                    <a:gd name="connsiteY3" fmla="*/ 135147 h 135147"/>
                    <a:gd name="connsiteX4" fmla="*/ 1422 w 594406"/>
                    <a:gd name="connsiteY4" fmla="*/ 15599 h 135147"/>
                    <a:gd name="connsiteX0" fmla="*/ 131 w 594476"/>
                    <a:gd name="connsiteY0" fmla="*/ 4622 h 135147"/>
                    <a:gd name="connsiteX1" fmla="*/ 594476 w 594476"/>
                    <a:gd name="connsiteY1" fmla="*/ 0 h 135147"/>
                    <a:gd name="connsiteX2" fmla="*/ 594476 w 594476"/>
                    <a:gd name="connsiteY2" fmla="*/ 92965 h 135147"/>
                    <a:gd name="connsiteX3" fmla="*/ 131 w 594476"/>
                    <a:gd name="connsiteY3" fmla="*/ 135147 h 135147"/>
                    <a:gd name="connsiteX4" fmla="*/ 131 w 594476"/>
                    <a:gd name="connsiteY4" fmla="*/ 4622 h 135147"/>
                    <a:gd name="connsiteX0" fmla="*/ 0 w 595706"/>
                    <a:gd name="connsiteY0" fmla="*/ 17910 h 135147"/>
                    <a:gd name="connsiteX1" fmla="*/ 595706 w 595706"/>
                    <a:gd name="connsiteY1" fmla="*/ 0 h 135147"/>
                    <a:gd name="connsiteX2" fmla="*/ 595706 w 595706"/>
                    <a:gd name="connsiteY2" fmla="*/ 92965 h 135147"/>
                    <a:gd name="connsiteX3" fmla="*/ 1361 w 595706"/>
                    <a:gd name="connsiteY3" fmla="*/ 135147 h 135147"/>
                    <a:gd name="connsiteX4" fmla="*/ 0 w 595706"/>
                    <a:gd name="connsiteY4" fmla="*/ 17910 h 135147"/>
                    <a:gd name="connsiteX0" fmla="*/ 0 w 595706"/>
                    <a:gd name="connsiteY0" fmla="*/ 17910 h 135147"/>
                    <a:gd name="connsiteX1" fmla="*/ 595706 w 595706"/>
                    <a:gd name="connsiteY1" fmla="*/ 0 h 135147"/>
                    <a:gd name="connsiteX2" fmla="*/ 595706 w 595706"/>
                    <a:gd name="connsiteY2" fmla="*/ 92965 h 135147"/>
                    <a:gd name="connsiteX3" fmla="*/ 1361 w 595706"/>
                    <a:gd name="connsiteY3" fmla="*/ 135147 h 135147"/>
                    <a:gd name="connsiteX4" fmla="*/ 0 w 595706"/>
                    <a:gd name="connsiteY4" fmla="*/ 17910 h 135147"/>
                    <a:gd name="connsiteX0" fmla="*/ 0 w 595706"/>
                    <a:gd name="connsiteY0" fmla="*/ 17910 h 135147"/>
                    <a:gd name="connsiteX1" fmla="*/ 595706 w 595706"/>
                    <a:gd name="connsiteY1" fmla="*/ 0 h 135147"/>
                    <a:gd name="connsiteX2" fmla="*/ 595706 w 595706"/>
                    <a:gd name="connsiteY2" fmla="*/ 92965 h 135147"/>
                    <a:gd name="connsiteX3" fmla="*/ 1361 w 595706"/>
                    <a:gd name="connsiteY3" fmla="*/ 135147 h 135147"/>
                    <a:gd name="connsiteX4" fmla="*/ 0 w 595706"/>
                    <a:gd name="connsiteY4" fmla="*/ 17910 h 135147"/>
                    <a:gd name="connsiteX0" fmla="*/ 0 w 595706"/>
                    <a:gd name="connsiteY0" fmla="*/ 17910 h 135147"/>
                    <a:gd name="connsiteX1" fmla="*/ 595706 w 595706"/>
                    <a:gd name="connsiteY1" fmla="*/ 0 h 135147"/>
                    <a:gd name="connsiteX2" fmla="*/ 595706 w 595706"/>
                    <a:gd name="connsiteY2" fmla="*/ 92965 h 135147"/>
                    <a:gd name="connsiteX3" fmla="*/ 1361 w 595706"/>
                    <a:gd name="connsiteY3" fmla="*/ 135147 h 135147"/>
                    <a:gd name="connsiteX4" fmla="*/ 0 w 595706"/>
                    <a:gd name="connsiteY4" fmla="*/ 17910 h 135147"/>
                    <a:gd name="connsiteX0" fmla="*/ 0 w 595706"/>
                    <a:gd name="connsiteY0" fmla="*/ 22423 h 139660"/>
                    <a:gd name="connsiteX1" fmla="*/ 595706 w 595706"/>
                    <a:gd name="connsiteY1" fmla="*/ 4513 h 139660"/>
                    <a:gd name="connsiteX2" fmla="*/ 595706 w 595706"/>
                    <a:gd name="connsiteY2" fmla="*/ 97478 h 139660"/>
                    <a:gd name="connsiteX3" fmla="*/ 1361 w 595706"/>
                    <a:gd name="connsiteY3" fmla="*/ 139660 h 139660"/>
                    <a:gd name="connsiteX4" fmla="*/ 0 w 595706"/>
                    <a:gd name="connsiteY4" fmla="*/ 22423 h 139660"/>
                    <a:gd name="connsiteX0" fmla="*/ 0 w 595706"/>
                    <a:gd name="connsiteY0" fmla="*/ 26413 h 143650"/>
                    <a:gd name="connsiteX1" fmla="*/ 595706 w 595706"/>
                    <a:gd name="connsiteY1" fmla="*/ 8503 h 143650"/>
                    <a:gd name="connsiteX2" fmla="*/ 595706 w 595706"/>
                    <a:gd name="connsiteY2" fmla="*/ 101468 h 143650"/>
                    <a:gd name="connsiteX3" fmla="*/ 1361 w 595706"/>
                    <a:gd name="connsiteY3" fmla="*/ 143650 h 143650"/>
                    <a:gd name="connsiteX4" fmla="*/ 0 w 595706"/>
                    <a:gd name="connsiteY4" fmla="*/ 26413 h 143650"/>
                    <a:gd name="connsiteX0" fmla="*/ 0 w 595706"/>
                    <a:gd name="connsiteY0" fmla="*/ 21286 h 138523"/>
                    <a:gd name="connsiteX1" fmla="*/ 595706 w 595706"/>
                    <a:gd name="connsiteY1" fmla="*/ 3376 h 138523"/>
                    <a:gd name="connsiteX2" fmla="*/ 595706 w 595706"/>
                    <a:gd name="connsiteY2" fmla="*/ 96341 h 138523"/>
                    <a:gd name="connsiteX3" fmla="*/ 1361 w 595706"/>
                    <a:gd name="connsiteY3" fmla="*/ 138523 h 138523"/>
                    <a:gd name="connsiteX4" fmla="*/ 0 w 595706"/>
                    <a:gd name="connsiteY4" fmla="*/ 21286 h 138523"/>
                    <a:gd name="connsiteX0" fmla="*/ 0 w 595706"/>
                    <a:gd name="connsiteY0" fmla="*/ 22534 h 139771"/>
                    <a:gd name="connsiteX1" fmla="*/ 595706 w 595706"/>
                    <a:gd name="connsiteY1" fmla="*/ 4624 h 139771"/>
                    <a:gd name="connsiteX2" fmla="*/ 595706 w 595706"/>
                    <a:gd name="connsiteY2" fmla="*/ 97589 h 139771"/>
                    <a:gd name="connsiteX3" fmla="*/ 1361 w 595706"/>
                    <a:gd name="connsiteY3" fmla="*/ 139771 h 139771"/>
                    <a:gd name="connsiteX4" fmla="*/ 0 w 595706"/>
                    <a:gd name="connsiteY4" fmla="*/ 22534 h 139771"/>
                    <a:gd name="connsiteX0" fmla="*/ 0 w 595706"/>
                    <a:gd name="connsiteY0" fmla="*/ 23494 h 140731"/>
                    <a:gd name="connsiteX1" fmla="*/ 595706 w 595706"/>
                    <a:gd name="connsiteY1" fmla="*/ 2118 h 140731"/>
                    <a:gd name="connsiteX2" fmla="*/ 595706 w 595706"/>
                    <a:gd name="connsiteY2" fmla="*/ 98549 h 140731"/>
                    <a:gd name="connsiteX3" fmla="*/ 1361 w 595706"/>
                    <a:gd name="connsiteY3" fmla="*/ 140731 h 140731"/>
                    <a:gd name="connsiteX4" fmla="*/ 0 w 595706"/>
                    <a:gd name="connsiteY4" fmla="*/ 23494 h 140731"/>
                    <a:gd name="connsiteX0" fmla="*/ 0 w 595706"/>
                    <a:gd name="connsiteY0" fmla="*/ 23494 h 140731"/>
                    <a:gd name="connsiteX1" fmla="*/ 595706 w 595706"/>
                    <a:gd name="connsiteY1" fmla="*/ 2118 h 140731"/>
                    <a:gd name="connsiteX2" fmla="*/ 595706 w 595706"/>
                    <a:gd name="connsiteY2" fmla="*/ 98549 h 140731"/>
                    <a:gd name="connsiteX3" fmla="*/ 1361 w 595706"/>
                    <a:gd name="connsiteY3" fmla="*/ 140731 h 140731"/>
                    <a:gd name="connsiteX4" fmla="*/ 0 w 595706"/>
                    <a:gd name="connsiteY4" fmla="*/ 23494 h 140731"/>
                    <a:gd name="connsiteX0" fmla="*/ 0 w 595706"/>
                    <a:gd name="connsiteY0" fmla="*/ 25030 h 142267"/>
                    <a:gd name="connsiteX1" fmla="*/ 595706 w 595706"/>
                    <a:gd name="connsiteY1" fmla="*/ 3654 h 142267"/>
                    <a:gd name="connsiteX2" fmla="*/ 595706 w 595706"/>
                    <a:gd name="connsiteY2" fmla="*/ 100085 h 142267"/>
                    <a:gd name="connsiteX3" fmla="*/ 1361 w 595706"/>
                    <a:gd name="connsiteY3" fmla="*/ 142267 h 142267"/>
                    <a:gd name="connsiteX4" fmla="*/ 0 w 595706"/>
                    <a:gd name="connsiteY4" fmla="*/ 25030 h 142267"/>
                    <a:gd name="connsiteX0" fmla="*/ 0 w 595706"/>
                    <a:gd name="connsiteY0" fmla="*/ 22091 h 139328"/>
                    <a:gd name="connsiteX1" fmla="*/ 595706 w 595706"/>
                    <a:gd name="connsiteY1" fmla="*/ 715 h 139328"/>
                    <a:gd name="connsiteX2" fmla="*/ 595706 w 595706"/>
                    <a:gd name="connsiteY2" fmla="*/ 97146 h 139328"/>
                    <a:gd name="connsiteX3" fmla="*/ 1361 w 595706"/>
                    <a:gd name="connsiteY3" fmla="*/ 139328 h 139328"/>
                    <a:gd name="connsiteX4" fmla="*/ 0 w 595706"/>
                    <a:gd name="connsiteY4" fmla="*/ 22091 h 139328"/>
                    <a:gd name="connsiteX0" fmla="*/ 0 w 595706"/>
                    <a:gd name="connsiteY0" fmla="*/ 23573 h 140810"/>
                    <a:gd name="connsiteX1" fmla="*/ 595706 w 595706"/>
                    <a:gd name="connsiteY1" fmla="*/ 2197 h 140810"/>
                    <a:gd name="connsiteX2" fmla="*/ 595706 w 595706"/>
                    <a:gd name="connsiteY2" fmla="*/ 98628 h 140810"/>
                    <a:gd name="connsiteX3" fmla="*/ 1361 w 595706"/>
                    <a:gd name="connsiteY3" fmla="*/ 140810 h 140810"/>
                    <a:gd name="connsiteX4" fmla="*/ 0 w 595706"/>
                    <a:gd name="connsiteY4" fmla="*/ 23573 h 140810"/>
                    <a:gd name="connsiteX0" fmla="*/ 0 w 595706"/>
                    <a:gd name="connsiteY0" fmla="*/ 21908 h 139145"/>
                    <a:gd name="connsiteX1" fmla="*/ 595706 w 595706"/>
                    <a:gd name="connsiteY1" fmla="*/ 532 h 139145"/>
                    <a:gd name="connsiteX2" fmla="*/ 595706 w 595706"/>
                    <a:gd name="connsiteY2" fmla="*/ 96963 h 139145"/>
                    <a:gd name="connsiteX3" fmla="*/ 1361 w 595706"/>
                    <a:gd name="connsiteY3" fmla="*/ 139145 h 139145"/>
                    <a:gd name="connsiteX4" fmla="*/ 0 w 595706"/>
                    <a:gd name="connsiteY4" fmla="*/ 21908 h 139145"/>
                    <a:gd name="connsiteX0" fmla="*/ 0 w 595706"/>
                    <a:gd name="connsiteY0" fmla="*/ 23863 h 141100"/>
                    <a:gd name="connsiteX1" fmla="*/ 595706 w 595706"/>
                    <a:gd name="connsiteY1" fmla="*/ 2487 h 141100"/>
                    <a:gd name="connsiteX2" fmla="*/ 595706 w 595706"/>
                    <a:gd name="connsiteY2" fmla="*/ 98918 h 141100"/>
                    <a:gd name="connsiteX3" fmla="*/ 1361 w 595706"/>
                    <a:gd name="connsiteY3" fmla="*/ 141100 h 141100"/>
                    <a:gd name="connsiteX4" fmla="*/ 0 w 595706"/>
                    <a:gd name="connsiteY4" fmla="*/ 23863 h 141100"/>
                    <a:gd name="connsiteX0" fmla="*/ 0 w 595706"/>
                    <a:gd name="connsiteY0" fmla="*/ 24472 h 141709"/>
                    <a:gd name="connsiteX1" fmla="*/ 595706 w 595706"/>
                    <a:gd name="connsiteY1" fmla="*/ 3096 h 141709"/>
                    <a:gd name="connsiteX2" fmla="*/ 595706 w 595706"/>
                    <a:gd name="connsiteY2" fmla="*/ 99527 h 141709"/>
                    <a:gd name="connsiteX3" fmla="*/ 1361 w 595706"/>
                    <a:gd name="connsiteY3" fmla="*/ 141709 h 141709"/>
                    <a:gd name="connsiteX4" fmla="*/ 0 w 595706"/>
                    <a:gd name="connsiteY4" fmla="*/ 24472 h 141709"/>
                    <a:gd name="connsiteX0" fmla="*/ 0 w 595706"/>
                    <a:gd name="connsiteY0" fmla="*/ 24267 h 141504"/>
                    <a:gd name="connsiteX1" fmla="*/ 595706 w 595706"/>
                    <a:gd name="connsiteY1" fmla="*/ 2891 h 141504"/>
                    <a:gd name="connsiteX2" fmla="*/ 595706 w 595706"/>
                    <a:gd name="connsiteY2" fmla="*/ 99322 h 141504"/>
                    <a:gd name="connsiteX3" fmla="*/ 1361 w 595706"/>
                    <a:gd name="connsiteY3" fmla="*/ 141504 h 141504"/>
                    <a:gd name="connsiteX4" fmla="*/ 0 w 595706"/>
                    <a:gd name="connsiteY4" fmla="*/ 24267 h 141504"/>
                    <a:gd name="connsiteX0" fmla="*/ 0 w 595706"/>
                    <a:gd name="connsiteY0" fmla="*/ 24472 h 141709"/>
                    <a:gd name="connsiteX1" fmla="*/ 595706 w 595706"/>
                    <a:gd name="connsiteY1" fmla="*/ 3096 h 141709"/>
                    <a:gd name="connsiteX2" fmla="*/ 595706 w 595706"/>
                    <a:gd name="connsiteY2" fmla="*/ 99527 h 141709"/>
                    <a:gd name="connsiteX3" fmla="*/ 1361 w 595706"/>
                    <a:gd name="connsiteY3" fmla="*/ 141709 h 141709"/>
                    <a:gd name="connsiteX4" fmla="*/ 0 w 595706"/>
                    <a:gd name="connsiteY4" fmla="*/ 24472 h 141709"/>
                    <a:gd name="connsiteX0" fmla="*/ 0 w 595706"/>
                    <a:gd name="connsiteY0" fmla="*/ 24472 h 141709"/>
                    <a:gd name="connsiteX1" fmla="*/ 594353 w 595706"/>
                    <a:gd name="connsiteY1" fmla="*/ 3096 h 141709"/>
                    <a:gd name="connsiteX2" fmla="*/ 595706 w 595706"/>
                    <a:gd name="connsiteY2" fmla="*/ 99527 h 141709"/>
                    <a:gd name="connsiteX3" fmla="*/ 1361 w 595706"/>
                    <a:gd name="connsiteY3" fmla="*/ 141709 h 141709"/>
                    <a:gd name="connsiteX4" fmla="*/ 0 w 595706"/>
                    <a:gd name="connsiteY4" fmla="*/ 24472 h 141709"/>
                    <a:gd name="connsiteX0" fmla="*/ 124 w 595830"/>
                    <a:gd name="connsiteY0" fmla="*/ 24472 h 141709"/>
                    <a:gd name="connsiteX1" fmla="*/ 594477 w 595830"/>
                    <a:gd name="connsiteY1" fmla="*/ 3096 h 141709"/>
                    <a:gd name="connsiteX2" fmla="*/ 595830 w 595830"/>
                    <a:gd name="connsiteY2" fmla="*/ 99527 h 141709"/>
                    <a:gd name="connsiteX3" fmla="*/ 131 w 595830"/>
                    <a:gd name="connsiteY3" fmla="*/ 141709 h 141709"/>
                    <a:gd name="connsiteX4" fmla="*/ 124 w 595830"/>
                    <a:gd name="connsiteY4" fmla="*/ 24472 h 141709"/>
                    <a:gd name="connsiteX0" fmla="*/ 124 w 597179"/>
                    <a:gd name="connsiteY0" fmla="*/ 25207 h 142444"/>
                    <a:gd name="connsiteX1" fmla="*/ 597179 w 597179"/>
                    <a:gd name="connsiteY1" fmla="*/ 481 h 142444"/>
                    <a:gd name="connsiteX2" fmla="*/ 595830 w 597179"/>
                    <a:gd name="connsiteY2" fmla="*/ 100262 h 142444"/>
                    <a:gd name="connsiteX3" fmla="*/ 131 w 597179"/>
                    <a:gd name="connsiteY3" fmla="*/ 142444 h 142444"/>
                    <a:gd name="connsiteX4" fmla="*/ 124 w 597179"/>
                    <a:gd name="connsiteY4" fmla="*/ 25207 h 142444"/>
                    <a:gd name="connsiteX0" fmla="*/ 124 w 595889"/>
                    <a:gd name="connsiteY0" fmla="*/ 25842 h 143079"/>
                    <a:gd name="connsiteX1" fmla="*/ 594477 w 595889"/>
                    <a:gd name="connsiteY1" fmla="*/ 0 h 143079"/>
                    <a:gd name="connsiteX2" fmla="*/ 595830 w 595889"/>
                    <a:gd name="connsiteY2" fmla="*/ 100897 h 143079"/>
                    <a:gd name="connsiteX3" fmla="*/ 131 w 595889"/>
                    <a:gd name="connsiteY3" fmla="*/ 143079 h 143079"/>
                    <a:gd name="connsiteX4" fmla="*/ 124 w 595889"/>
                    <a:gd name="connsiteY4" fmla="*/ 25842 h 143079"/>
                    <a:gd name="connsiteX0" fmla="*/ 124 w 595889"/>
                    <a:gd name="connsiteY0" fmla="*/ 24713 h 141950"/>
                    <a:gd name="connsiteX1" fmla="*/ 594477 w 595889"/>
                    <a:gd name="connsiteY1" fmla="*/ 2221 h 141950"/>
                    <a:gd name="connsiteX2" fmla="*/ 595830 w 595889"/>
                    <a:gd name="connsiteY2" fmla="*/ 99768 h 141950"/>
                    <a:gd name="connsiteX3" fmla="*/ 131 w 595889"/>
                    <a:gd name="connsiteY3" fmla="*/ 141950 h 141950"/>
                    <a:gd name="connsiteX4" fmla="*/ 124 w 595889"/>
                    <a:gd name="connsiteY4" fmla="*/ 24713 h 141950"/>
                    <a:gd name="connsiteX0" fmla="*/ 124 w 595959"/>
                    <a:gd name="connsiteY0" fmla="*/ 24713 h 141950"/>
                    <a:gd name="connsiteX1" fmla="*/ 595828 w 595959"/>
                    <a:gd name="connsiteY1" fmla="*/ 2221 h 141950"/>
                    <a:gd name="connsiteX2" fmla="*/ 595830 w 595959"/>
                    <a:gd name="connsiteY2" fmla="*/ 99768 h 141950"/>
                    <a:gd name="connsiteX3" fmla="*/ 131 w 595959"/>
                    <a:gd name="connsiteY3" fmla="*/ 141950 h 141950"/>
                    <a:gd name="connsiteX4" fmla="*/ 124 w 595959"/>
                    <a:gd name="connsiteY4" fmla="*/ 24713 h 141950"/>
                    <a:gd name="connsiteX0" fmla="*/ 124 w 595959"/>
                    <a:gd name="connsiteY0" fmla="*/ 24925 h 142162"/>
                    <a:gd name="connsiteX1" fmla="*/ 595828 w 595959"/>
                    <a:gd name="connsiteY1" fmla="*/ 2433 h 142162"/>
                    <a:gd name="connsiteX2" fmla="*/ 595830 w 595959"/>
                    <a:gd name="connsiteY2" fmla="*/ 99980 h 142162"/>
                    <a:gd name="connsiteX3" fmla="*/ 131 w 595959"/>
                    <a:gd name="connsiteY3" fmla="*/ 142162 h 142162"/>
                    <a:gd name="connsiteX4" fmla="*/ 124 w 595959"/>
                    <a:gd name="connsiteY4" fmla="*/ 24925 h 142162"/>
                    <a:gd name="connsiteX0" fmla="*/ 124 w 595959"/>
                    <a:gd name="connsiteY0" fmla="*/ 22492 h 139729"/>
                    <a:gd name="connsiteX1" fmla="*/ 595828 w 595959"/>
                    <a:gd name="connsiteY1" fmla="*/ 0 h 139729"/>
                    <a:gd name="connsiteX2" fmla="*/ 595830 w 595959"/>
                    <a:gd name="connsiteY2" fmla="*/ 97547 h 139729"/>
                    <a:gd name="connsiteX3" fmla="*/ 131 w 595959"/>
                    <a:gd name="connsiteY3" fmla="*/ 139729 h 139729"/>
                    <a:gd name="connsiteX4" fmla="*/ 124 w 595959"/>
                    <a:gd name="connsiteY4" fmla="*/ 22492 h 139729"/>
                    <a:gd name="connsiteX0" fmla="*/ 124 w 595959"/>
                    <a:gd name="connsiteY0" fmla="*/ 25585 h 142822"/>
                    <a:gd name="connsiteX1" fmla="*/ 595828 w 595959"/>
                    <a:gd name="connsiteY1" fmla="*/ 3093 h 142822"/>
                    <a:gd name="connsiteX2" fmla="*/ 595830 w 595959"/>
                    <a:gd name="connsiteY2" fmla="*/ 100640 h 142822"/>
                    <a:gd name="connsiteX3" fmla="*/ 131 w 595959"/>
                    <a:gd name="connsiteY3" fmla="*/ 142822 h 142822"/>
                    <a:gd name="connsiteX4" fmla="*/ 124 w 595959"/>
                    <a:gd name="connsiteY4" fmla="*/ 25585 h 142822"/>
                    <a:gd name="connsiteX0" fmla="*/ 124 w 595959"/>
                    <a:gd name="connsiteY0" fmla="*/ 25585 h 142822"/>
                    <a:gd name="connsiteX1" fmla="*/ 595828 w 595959"/>
                    <a:gd name="connsiteY1" fmla="*/ 3093 h 142822"/>
                    <a:gd name="connsiteX2" fmla="*/ 595830 w 595959"/>
                    <a:gd name="connsiteY2" fmla="*/ 100640 h 142822"/>
                    <a:gd name="connsiteX3" fmla="*/ 131 w 595959"/>
                    <a:gd name="connsiteY3" fmla="*/ 142822 h 142822"/>
                    <a:gd name="connsiteX4" fmla="*/ 124 w 595959"/>
                    <a:gd name="connsiteY4" fmla="*/ 25585 h 142822"/>
                    <a:gd name="connsiteX0" fmla="*/ 124 w 595959"/>
                    <a:gd name="connsiteY0" fmla="*/ 26512 h 143749"/>
                    <a:gd name="connsiteX1" fmla="*/ 595828 w 595959"/>
                    <a:gd name="connsiteY1" fmla="*/ 4020 h 143749"/>
                    <a:gd name="connsiteX2" fmla="*/ 595830 w 595959"/>
                    <a:gd name="connsiteY2" fmla="*/ 101567 h 143749"/>
                    <a:gd name="connsiteX3" fmla="*/ 131 w 595959"/>
                    <a:gd name="connsiteY3" fmla="*/ 143749 h 143749"/>
                    <a:gd name="connsiteX4" fmla="*/ 124 w 595959"/>
                    <a:gd name="connsiteY4" fmla="*/ 26512 h 143749"/>
                    <a:gd name="connsiteX0" fmla="*/ 124 w 595959"/>
                    <a:gd name="connsiteY0" fmla="*/ 26512 h 143749"/>
                    <a:gd name="connsiteX1" fmla="*/ 595828 w 595959"/>
                    <a:gd name="connsiteY1" fmla="*/ 4020 h 143749"/>
                    <a:gd name="connsiteX2" fmla="*/ 595830 w 595959"/>
                    <a:gd name="connsiteY2" fmla="*/ 101567 h 143749"/>
                    <a:gd name="connsiteX3" fmla="*/ 131 w 595959"/>
                    <a:gd name="connsiteY3" fmla="*/ 143749 h 143749"/>
                    <a:gd name="connsiteX4" fmla="*/ 124 w 595959"/>
                    <a:gd name="connsiteY4" fmla="*/ 26512 h 143749"/>
                    <a:gd name="connsiteX0" fmla="*/ 124 w 595959"/>
                    <a:gd name="connsiteY0" fmla="*/ 28496 h 145733"/>
                    <a:gd name="connsiteX1" fmla="*/ 595828 w 595959"/>
                    <a:gd name="connsiteY1" fmla="*/ 6004 h 145733"/>
                    <a:gd name="connsiteX2" fmla="*/ 595830 w 595959"/>
                    <a:gd name="connsiteY2" fmla="*/ 103551 h 145733"/>
                    <a:gd name="connsiteX3" fmla="*/ 131 w 595959"/>
                    <a:gd name="connsiteY3" fmla="*/ 145733 h 145733"/>
                    <a:gd name="connsiteX4" fmla="*/ 124 w 595959"/>
                    <a:gd name="connsiteY4" fmla="*/ 28496 h 145733"/>
                    <a:gd name="connsiteX0" fmla="*/ 124 w 595959"/>
                    <a:gd name="connsiteY0" fmla="*/ 40766 h 158003"/>
                    <a:gd name="connsiteX1" fmla="*/ 595828 w 595959"/>
                    <a:gd name="connsiteY1" fmla="*/ 0 h 158003"/>
                    <a:gd name="connsiteX2" fmla="*/ 595830 w 595959"/>
                    <a:gd name="connsiteY2" fmla="*/ 115821 h 158003"/>
                    <a:gd name="connsiteX3" fmla="*/ 131 w 595959"/>
                    <a:gd name="connsiteY3" fmla="*/ 158003 h 158003"/>
                    <a:gd name="connsiteX4" fmla="*/ 124 w 595959"/>
                    <a:gd name="connsiteY4" fmla="*/ 40766 h 158003"/>
                    <a:gd name="connsiteX0" fmla="*/ 124 w 595959"/>
                    <a:gd name="connsiteY0" fmla="*/ 40766 h 158003"/>
                    <a:gd name="connsiteX1" fmla="*/ 595828 w 595959"/>
                    <a:gd name="connsiteY1" fmla="*/ 0 h 158003"/>
                    <a:gd name="connsiteX2" fmla="*/ 595830 w 595959"/>
                    <a:gd name="connsiteY2" fmla="*/ 115821 h 158003"/>
                    <a:gd name="connsiteX3" fmla="*/ 131 w 595959"/>
                    <a:gd name="connsiteY3" fmla="*/ 158003 h 158003"/>
                    <a:gd name="connsiteX4" fmla="*/ 124 w 595959"/>
                    <a:gd name="connsiteY4" fmla="*/ 40766 h 158003"/>
                    <a:gd name="connsiteX0" fmla="*/ 124 w 595959"/>
                    <a:gd name="connsiteY0" fmla="*/ 40766 h 158003"/>
                    <a:gd name="connsiteX1" fmla="*/ 595828 w 595959"/>
                    <a:gd name="connsiteY1" fmla="*/ 0 h 158003"/>
                    <a:gd name="connsiteX2" fmla="*/ 595830 w 595959"/>
                    <a:gd name="connsiteY2" fmla="*/ 115821 h 158003"/>
                    <a:gd name="connsiteX3" fmla="*/ 131 w 595959"/>
                    <a:gd name="connsiteY3" fmla="*/ 158003 h 158003"/>
                    <a:gd name="connsiteX4" fmla="*/ 124 w 595959"/>
                    <a:gd name="connsiteY4" fmla="*/ 40766 h 158003"/>
                    <a:gd name="connsiteX0" fmla="*/ 124 w 595959"/>
                    <a:gd name="connsiteY0" fmla="*/ 40766 h 158003"/>
                    <a:gd name="connsiteX1" fmla="*/ 595828 w 595959"/>
                    <a:gd name="connsiteY1" fmla="*/ 0 h 158003"/>
                    <a:gd name="connsiteX2" fmla="*/ 595830 w 595959"/>
                    <a:gd name="connsiteY2" fmla="*/ 115821 h 158003"/>
                    <a:gd name="connsiteX3" fmla="*/ 131 w 595959"/>
                    <a:gd name="connsiteY3" fmla="*/ 158003 h 158003"/>
                    <a:gd name="connsiteX4" fmla="*/ 124 w 595959"/>
                    <a:gd name="connsiteY4" fmla="*/ 40766 h 158003"/>
                    <a:gd name="connsiteX0" fmla="*/ 124 w 595959"/>
                    <a:gd name="connsiteY0" fmla="*/ 40766 h 158003"/>
                    <a:gd name="connsiteX1" fmla="*/ 595828 w 595959"/>
                    <a:gd name="connsiteY1" fmla="*/ 0 h 158003"/>
                    <a:gd name="connsiteX2" fmla="*/ 595830 w 595959"/>
                    <a:gd name="connsiteY2" fmla="*/ 115821 h 158003"/>
                    <a:gd name="connsiteX3" fmla="*/ 131 w 595959"/>
                    <a:gd name="connsiteY3" fmla="*/ 158003 h 158003"/>
                    <a:gd name="connsiteX4" fmla="*/ 124 w 595959"/>
                    <a:gd name="connsiteY4" fmla="*/ 40766 h 158003"/>
                    <a:gd name="connsiteX0" fmla="*/ 124 w 595959"/>
                    <a:gd name="connsiteY0" fmla="*/ 40766 h 158003"/>
                    <a:gd name="connsiteX1" fmla="*/ 595828 w 595959"/>
                    <a:gd name="connsiteY1" fmla="*/ 0 h 158003"/>
                    <a:gd name="connsiteX2" fmla="*/ 595830 w 595959"/>
                    <a:gd name="connsiteY2" fmla="*/ 115821 h 158003"/>
                    <a:gd name="connsiteX3" fmla="*/ 131 w 595959"/>
                    <a:gd name="connsiteY3" fmla="*/ 158003 h 158003"/>
                    <a:gd name="connsiteX4" fmla="*/ 124 w 595959"/>
                    <a:gd name="connsiteY4" fmla="*/ 40766 h 158003"/>
                    <a:gd name="connsiteX0" fmla="*/ 124 w 595959"/>
                    <a:gd name="connsiteY0" fmla="*/ 40766 h 158003"/>
                    <a:gd name="connsiteX1" fmla="*/ 595828 w 595959"/>
                    <a:gd name="connsiteY1" fmla="*/ 0 h 158003"/>
                    <a:gd name="connsiteX2" fmla="*/ 595830 w 595959"/>
                    <a:gd name="connsiteY2" fmla="*/ 115821 h 158003"/>
                    <a:gd name="connsiteX3" fmla="*/ 131 w 595959"/>
                    <a:gd name="connsiteY3" fmla="*/ 158003 h 158003"/>
                    <a:gd name="connsiteX4" fmla="*/ 124 w 595959"/>
                    <a:gd name="connsiteY4" fmla="*/ 40766 h 158003"/>
                    <a:gd name="connsiteX0" fmla="*/ 124 w 595959"/>
                    <a:gd name="connsiteY0" fmla="*/ 40766 h 158003"/>
                    <a:gd name="connsiteX1" fmla="*/ 595828 w 595959"/>
                    <a:gd name="connsiteY1" fmla="*/ 0 h 158003"/>
                    <a:gd name="connsiteX2" fmla="*/ 595830 w 595959"/>
                    <a:gd name="connsiteY2" fmla="*/ 115821 h 158003"/>
                    <a:gd name="connsiteX3" fmla="*/ 131 w 595959"/>
                    <a:gd name="connsiteY3" fmla="*/ 158003 h 158003"/>
                    <a:gd name="connsiteX4" fmla="*/ 124 w 595959"/>
                    <a:gd name="connsiteY4" fmla="*/ 40766 h 158003"/>
                    <a:gd name="connsiteX0" fmla="*/ 124 w 595959"/>
                    <a:gd name="connsiteY0" fmla="*/ 40766 h 158003"/>
                    <a:gd name="connsiteX1" fmla="*/ 595828 w 595959"/>
                    <a:gd name="connsiteY1" fmla="*/ 0 h 158003"/>
                    <a:gd name="connsiteX2" fmla="*/ 595830 w 595959"/>
                    <a:gd name="connsiteY2" fmla="*/ 115821 h 158003"/>
                    <a:gd name="connsiteX3" fmla="*/ 131 w 595959"/>
                    <a:gd name="connsiteY3" fmla="*/ 158003 h 158003"/>
                    <a:gd name="connsiteX4" fmla="*/ 124 w 595959"/>
                    <a:gd name="connsiteY4" fmla="*/ 40766 h 158003"/>
                    <a:gd name="connsiteX0" fmla="*/ 124 w 595856"/>
                    <a:gd name="connsiteY0" fmla="*/ 41841 h 159078"/>
                    <a:gd name="connsiteX1" fmla="*/ 591261 w 595856"/>
                    <a:gd name="connsiteY1" fmla="*/ 0 h 159078"/>
                    <a:gd name="connsiteX2" fmla="*/ 595830 w 595856"/>
                    <a:gd name="connsiteY2" fmla="*/ 116896 h 159078"/>
                    <a:gd name="connsiteX3" fmla="*/ 131 w 595856"/>
                    <a:gd name="connsiteY3" fmla="*/ 159078 h 159078"/>
                    <a:gd name="connsiteX4" fmla="*/ 124 w 595856"/>
                    <a:gd name="connsiteY4" fmla="*/ 41841 h 159078"/>
                    <a:gd name="connsiteX0" fmla="*/ 124 w 595959"/>
                    <a:gd name="connsiteY0" fmla="*/ 41841 h 159078"/>
                    <a:gd name="connsiteX1" fmla="*/ 595828 w 595959"/>
                    <a:gd name="connsiteY1" fmla="*/ 0 h 159078"/>
                    <a:gd name="connsiteX2" fmla="*/ 595830 w 595959"/>
                    <a:gd name="connsiteY2" fmla="*/ 116896 h 159078"/>
                    <a:gd name="connsiteX3" fmla="*/ 131 w 595959"/>
                    <a:gd name="connsiteY3" fmla="*/ 159078 h 159078"/>
                    <a:gd name="connsiteX4" fmla="*/ 124 w 595959"/>
                    <a:gd name="connsiteY4" fmla="*/ 41841 h 159078"/>
                    <a:gd name="connsiteX0" fmla="*/ 124 w 597349"/>
                    <a:gd name="connsiteY0" fmla="*/ 42378 h 159615"/>
                    <a:gd name="connsiteX1" fmla="*/ 597349 w 597349"/>
                    <a:gd name="connsiteY1" fmla="*/ 0 h 159615"/>
                    <a:gd name="connsiteX2" fmla="*/ 595830 w 597349"/>
                    <a:gd name="connsiteY2" fmla="*/ 117433 h 159615"/>
                    <a:gd name="connsiteX3" fmla="*/ 131 w 597349"/>
                    <a:gd name="connsiteY3" fmla="*/ 159615 h 159615"/>
                    <a:gd name="connsiteX4" fmla="*/ 124 w 597349"/>
                    <a:gd name="connsiteY4" fmla="*/ 42378 h 159615"/>
                    <a:gd name="connsiteX0" fmla="*/ 124 w 600443"/>
                    <a:gd name="connsiteY0" fmla="*/ 42378 h 159615"/>
                    <a:gd name="connsiteX1" fmla="*/ 597349 w 600443"/>
                    <a:gd name="connsiteY1" fmla="*/ 0 h 159615"/>
                    <a:gd name="connsiteX2" fmla="*/ 600408 w 600443"/>
                    <a:gd name="connsiteY2" fmla="*/ 117433 h 159615"/>
                    <a:gd name="connsiteX3" fmla="*/ 131 w 600443"/>
                    <a:gd name="connsiteY3" fmla="*/ 159615 h 159615"/>
                    <a:gd name="connsiteX4" fmla="*/ 124 w 600443"/>
                    <a:gd name="connsiteY4" fmla="*/ 42378 h 159615"/>
                    <a:gd name="connsiteX0" fmla="*/ 124 w 600537"/>
                    <a:gd name="connsiteY0" fmla="*/ 42378 h 159615"/>
                    <a:gd name="connsiteX1" fmla="*/ 600401 w 600537"/>
                    <a:gd name="connsiteY1" fmla="*/ 0 h 159615"/>
                    <a:gd name="connsiteX2" fmla="*/ 600408 w 600537"/>
                    <a:gd name="connsiteY2" fmla="*/ 117433 h 159615"/>
                    <a:gd name="connsiteX3" fmla="*/ 131 w 600537"/>
                    <a:gd name="connsiteY3" fmla="*/ 159615 h 159615"/>
                    <a:gd name="connsiteX4" fmla="*/ 124 w 600537"/>
                    <a:gd name="connsiteY4" fmla="*/ 42378 h 15961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00537" h="159615">
                      <a:moveTo>
                        <a:pt x="124" y="42378"/>
                      </a:moveTo>
                      <a:cubicBezTo>
                        <a:pt x="296414" y="-50243"/>
                        <a:pt x="418111" y="75773"/>
                        <a:pt x="600401" y="0"/>
                      </a:cubicBezTo>
                      <a:cubicBezTo>
                        <a:pt x="599951" y="33260"/>
                        <a:pt x="600858" y="84173"/>
                        <a:pt x="600408" y="117433"/>
                      </a:cubicBezTo>
                      <a:cubicBezTo>
                        <a:pt x="395490" y="192726"/>
                        <a:pt x="285331" y="62551"/>
                        <a:pt x="131" y="159615"/>
                      </a:cubicBezTo>
                      <a:cubicBezTo>
                        <a:pt x="-323" y="114566"/>
                        <a:pt x="578" y="87427"/>
                        <a:pt x="124" y="42378"/>
                      </a:cubicBezTo>
                      <a:close/>
                    </a:path>
                  </a:pathLst>
                </a:custGeom>
                <a:solidFill>
                  <a:schemeClr val="accent5">
                    <a:lumMod val="40000"/>
                    <a:lumOff val="60000"/>
                  </a:schemeClr>
                </a:solidFill>
                <a:ln w="1270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grpSp>
              <p:nvGrpSpPr>
                <p:cNvPr id="820" name="组合 819">
                  <a:extLst>
                    <a:ext uri="{FF2B5EF4-FFF2-40B4-BE49-F238E27FC236}">
                      <a16:creationId xmlns:a16="http://schemas.microsoft.com/office/drawing/2014/main" id="{DDF9FDEF-9EF9-3DC4-9806-10293BFF368F}"/>
                    </a:ext>
                  </a:extLst>
                </p:cNvPr>
                <p:cNvGrpSpPr/>
                <p:nvPr/>
              </p:nvGrpSpPr>
              <p:grpSpPr>
                <a:xfrm>
                  <a:off x="5040167" y="6521415"/>
                  <a:ext cx="621640" cy="663817"/>
                  <a:chOff x="3656357" y="6507685"/>
                  <a:chExt cx="621640" cy="663817"/>
                </a:xfrm>
              </p:grpSpPr>
              <p:sp>
                <p:nvSpPr>
                  <p:cNvPr id="821" name="矩形 820">
                    <a:extLst>
                      <a:ext uri="{FF2B5EF4-FFF2-40B4-BE49-F238E27FC236}">
                        <a16:creationId xmlns:a16="http://schemas.microsoft.com/office/drawing/2014/main" id="{A6F8E977-1CF5-70B0-D9D2-18259F60EC40}"/>
                      </a:ext>
                    </a:extLst>
                  </p:cNvPr>
                  <p:cNvSpPr/>
                  <p:nvPr/>
                </p:nvSpPr>
                <p:spPr>
                  <a:xfrm>
                    <a:off x="3656465" y="6640950"/>
                    <a:ext cx="155302" cy="132623"/>
                  </a:xfrm>
                  <a:prstGeom prst="rect">
                    <a:avLst/>
                  </a:prstGeom>
                  <a:no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22" name="矩形 821">
                    <a:extLst>
                      <a:ext uri="{FF2B5EF4-FFF2-40B4-BE49-F238E27FC236}">
                        <a16:creationId xmlns:a16="http://schemas.microsoft.com/office/drawing/2014/main" id="{17CADB2A-0A02-2C19-901E-31E1D8F73B0E}"/>
                      </a:ext>
                    </a:extLst>
                  </p:cNvPr>
                  <p:cNvSpPr/>
                  <p:nvPr/>
                </p:nvSpPr>
                <p:spPr>
                  <a:xfrm>
                    <a:off x="3811875" y="6640950"/>
                    <a:ext cx="155302" cy="132623"/>
                  </a:xfrm>
                  <a:prstGeom prst="rect">
                    <a:avLst/>
                  </a:prstGeom>
                  <a:no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23" name="矩形 822">
                    <a:extLst>
                      <a:ext uri="{FF2B5EF4-FFF2-40B4-BE49-F238E27FC236}">
                        <a16:creationId xmlns:a16="http://schemas.microsoft.com/office/drawing/2014/main" id="{0B15FF0F-3F16-5917-686C-45053DFB9732}"/>
                      </a:ext>
                    </a:extLst>
                  </p:cNvPr>
                  <p:cNvSpPr/>
                  <p:nvPr/>
                </p:nvSpPr>
                <p:spPr>
                  <a:xfrm>
                    <a:off x="3967285" y="6640950"/>
                    <a:ext cx="155302" cy="132623"/>
                  </a:xfrm>
                  <a:prstGeom prst="rect">
                    <a:avLst/>
                  </a:prstGeom>
                  <a:no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24" name="矩形 823">
                    <a:extLst>
                      <a:ext uri="{FF2B5EF4-FFF2-40B4-BE49-F238E27FC236}">
                        <a16:creationId xmlns:a16="http://schemas.microsoft.com/office/drawing/2014/main" id="{EE000950-4856-C0AA-8BF2-5DC2D17A0CC2}"/>
                      </a:ext>
                    </a:extLst>
                  </p:cNvPr>
                  <p:cNvSpPr/>
                  <p:nvPr/>
                </p:nvSpPr>
                <p:spPr>
                  <a:xfrm>
                    <a:off x="4122695" y="6640950"/>
                    <a:ext cx="155302" cy="132623"/>
                  </a:xfrm>
                  <a:prstGeom prst="rect">
                    <a:avLst/>
                  </a:prstGeom>
                  <a:no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25" name="矩形 824">
                    <a:extLst>
                      <a:ext uri="{FF2B5EF4-FFF2-40B4-BE49-F238E27FC236}">
                        <a16:creationId xmlns:a16="http://schemas.microsoft.com/office/drawing/2014/main" id="{400DEDE8-8983-0850-B031-C355E7977628}"/>
                      </a:ext>
                    </a:extLst>
                  </p:cNvPr>
                  <p:cNvSpPr/>
                  <p:nvPr/>
                </p:nvSpPr>
                <p:spPr>
                  <a:xfrm>
                    <a:off x="3656465" y="6773574"/>
                    <a:ext cx="155302" cy="132623"/>
                  </a:xfrm>
                  <a:prstGeom prst="rect">
                    <a:avLst/>
                  </a:prstGeom>
                  <a:no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26" name="矩形 825">
                    <a:extLst>
                      <a:ext uri="{FF2B5EF4-FFF2-40B4-BE49-F238E27FC236}">
                        <a16:creationId xmlns:a16="http://schemas.microsoft.com/office/drawing/2014/main" id="{E6B6EE4F-3015-A04C-47D8-2953758AAAB8}"/>
                      </a:ext>
                    </a:extLst>
                  </p:cNvPr>
                  <p:cNvSpPr/>
                  <p:nvPr/>
                </p:nvSpPr>
                <p:spPr>
                  <a:xfrm>
                    <a:off x="3811875" y="6773574"/>
                    <a:ext cx="155302" cy="132623"/>
                  </a:xfrm>
                  <a:prstGeom prst="rect">
                    <a:avLst/>
                  </a:prstGeom>
                  <a:no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27" name="矩形 826">
                    <a:extLst>
                      <a:ext uri="{FF2B5EF4-FFF2-40B4-BE49-F238E27FC236}">
                        <a16:creationId xmlns:a16="http://schemas.microsoft.com/office/drawing/2014/main" id="{F1227407-F670-9EFE-7D04-7C8DE85D997B}"/>
                      </a:ext>
                    </a:extLst>
                  </p:cNvPr>
                  <p:cNvSpPr/>
                  <p:nvPr/>
                </p:nvSpPr>
                <p:spPr>
                  <a:xfrm>
                    <a:off x="3967285" y="6773574"/>
                    <a:ext cx="155302" cy="132623"/>
                  </a:xfrm>
                  <a:prstGeom prst="rect">
                    <a:avLst/>
                  </a:prstGeom>
                  <a:no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28" name="矩形 827">
                    <a:extLst>
                      <a:ext uri="{FF2B5EF4-FFF2-40B4-BE49-F238E27FC236}">
                        <a16:creationId xmlns:a16="http://schemas.microsoft.com/office/drawing/2014/main" id="{765ED5F6-1FAD-C376-9AB1-0183C08503CB}"/>
                      </a:ext>
                    </a:extLst>
                  </p:cNvPr>
                  <p:cNvSpPr/>
                  <p:nvPr/>
                </p:nvSpPr>
                <p:spPr>
                  <a:xfrm>
                    <a:off x="4122695" y="6773574"/>
                    <a:ext cx="155302" cy="132623"/>
                  </a:xfrm>
                  <a:prstGeom prst="rect">
                    <a:avLst/>
                  </a:prstGeom>
                  <a:no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29" name="矩形 828">
                    <a:extLst>
                      <a:ext uri="{FF2B5EF4-FFF2-40B4-BE49-F238E27FC236}">
                        <a16:creationId xmlns:a16="http://schemas.microsoft.com/office/drawing/2014/main" id="{508368B3-35A6-AD2F-6190-014A911EC72D}"/>
                      </a:ext>
                    </a:extLst>
                  </p:cNvPr>
                  <p:cNvSpPr/>
                  <p:nvPr/>
                </p:nvSpPr>
                <p:spPr>
                  <a:xfrm>
                    <a:off x="3656357" y="6906255"/>
                    <a:ext cx="155302" cy="132623"/>
                  </a:xfrm>
                  <a:prstGeom prst="rect">
                    <a:avLst/>
                  </a:prstGeom>
                  <a:no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30" name="矩形 829">
                    <a:extLst>
                      <a:ext uri="{FF2B5EF4-FFF2-40B4-BE49-F238E27FC236}">
                        <a16:creationId xmlns:a16="http://schemas.microsoft.com/office/drawing/2014/main" id="{64E483E5-7704-5586-4425-BAF3A3952FAE}"/>
                      </a:ext>
                    </a:extLst>
                  </p:cNvPr>
                  <p:cNvSpPr/>
                  <p:nvPr/>
                </p:nvSpPr>
                <p:spPr>
                  <a:xfrm>
                    <a:off x="3811767" y="6906255"/>
                    <a:ext cx="155302" cy="132623"/>
                  </a:xfrm>
                  <a:prstGeom prst="rect">
                    <a:avLst/>
                  </a:prstGeom>
                  <a:no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31" name="矩形 830">
                    <a:extLst>
                      <a:ext uri="{FF2B5EF4-FFF2-40B4-BE49-F238E27FC236}">
                        <a16:creationId xmlns:a16="http://schemas.microsoft.com/office/drawing/2014/main" id="{8EA13E82-97DA-40EE-D650-CDD9E3E69918}"/>
                      </a:ext>
                    </a:extLst>
                  </p:cNvPr>
                  <p:cNvSpPr/>
                  <p:nvPr/>
                </p:nvSpPr>
                <p:spPr>
                  <a:xfrm>
                    <a:off x="3967177" y="6906255"/>
                    <a:ext cx="155302" cy="132623"/>
                  </a:xfrm>
                  <a:prstGeom prst="rect">
                    <a:avLst/>
                  </a:prstGeom>
                  <a:no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32" name="矩形 831">
                    <a:extLst>
                      <a:ext uri="{FF2B5EF4-FFF2-40B4-BE49-F238E27FC236}">
                        <a16:creationId xmlns:a16="http://schemas.microsoft.com/office/drawing/2014/main" id="{75F7057D-DF5B-ECEB-05B5-BB8BFDA7669D}"/>
                      </a:ext>
                    </a:extLst>
                  </p:cNvPr>
                  <p:cNvSpPr/>
                  <p:nvPr/>
                </p:nvSpPr>
                <p:spPr>
                  <a:xfrm>
                    <a:off x="4122587" y="6906255"/>
                    <a:ext cx="155302" cy="132623"/>
                  </a:xfrm>
                  <a:prstGeom prst="rect">
                    <a:avLst/>
                  </a:prstGeom>
                  <a:no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33" name="矩形 832">
                    <a:extLst>
                      <a:ext uri="{FF2B5EF4-FFF2-40B4-BE49-F238E27FC236}">
                        <a16:creationId xmlns:a16="http://schemas.microsoft.com/office/drawing/2014/main" id="{A4EFA3BC-162F-2296-123F-CB4740EB2C3E}"/>
                      </a:ext>
                    </a:extLst>
                  </p:cNvPr>
                  <p:cNvSpPr/>
                  <p:nvPr/>
                </p:nvSpPr>
                <p:spPr>
                  <a:xfrm>
                    <a:off x="3656357" y="7038879"/>
                    <a:ext cx="155302" cy="132623"/>
                  </a:xfrm>
                  <a:prstGeom prst="rect">
                    <a:avLst/>
                  </a:prstGeom>
                  <a:no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34" name="矩形 833">
                    <a:extLst>
                      <a:ext uri="{FF2B5EF4-FFF2-40B4-BE49-F238E27FC236}">
                        <a16:creationId xmlns:a16="http://schemas.microsoft.com/office/drawing/2014/main" id="{61F8191A-BD09-2E70-2A82-74977A5120D3}"/>
                      </a:ext>
                    </a:extLst>
                  </p:cNvPr>
                  <p:cNvSpPr/>
                  <p:nvPr/>
                </p:nvSpPr>
                <p:spPr>
                  <a:xfrm>
                    <a:off x="3811767" y="7038879"/>
                    <a:ext cx="155302" cy="132623"/>
                  </a:xfrm>
                  <a:prstGeom prst="rect">
                    <a:avLst/>
                  </a:prstGeom>
                  <a:no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35" name="矩形 834">
                    <a:extLst>
                      <a:ext uri="{FF2B5EF4-FFF2-40B4-BE49-F238E27FC236}">
                        <a16:creationId xmlns:a16="http://schemas.microsoft.com/office/drawing/2014/main" id="{E501E06A-6E25-CE46-9765-33147AE465B0}"/>
                      </a:ext>
                    </a:extLst>
                  </p:cNvPr>
                  <p:cNvSpPr/>
                  <p:nvPr/>
                </p:nvSpPr>
                <p:spPr>
                  <a:xfrm>
                    <a:off x="3967177" y="7038879"/>
                    <a:ext cx="155302" cy="132623"/>
                  </a:xfrm>
                  <a:prstGeom prst="rect">
                    <a:avLst/>
                  </a:prstGeom>
                  <a:no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36" name="矩形 835">
                    <a:extLst>
                      <a:ext uri="{FF2B5EF4-FFF2-40B4-BE49-F238E27FC236}">
                        <a16:creationId xmlns:a16="http://schemas.microsoft.com/office/drawing/2014/main" id="{5F6D8FCA-BFD1-EE73-FA09-D30DFAF133C8}"/>
                      </a:ext>
                    </a:extLst>
                  </p:cNvPr>
                  <p:cNvSpPr/>
                  <p:nvPr/>
                </p:nvSpPr>
                <p:spPr>
                  <a:xfrm>
                    <a:off x="4122587" y="7038879"/>
                    <a:ext cx="155302" cy="132623"/>
                  </a:xfrm>
                  <a:prstGeom prst="rect">
                    <a:avLst/>
                  </a:prstGeom>
                  <a:no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37" name="矩形 836">
                    <a:extLst>
                      <a:ext uri="{FF2B5EF4-FFF2-40B4-BE49-F238E27FC236}">
                        <a16:creationId xmlns:a16="http://schemas.microsoft.com/office/drawing/2014/main" id="{0191537C-FAD7-CFA3-90A8-1F7D9020F204}"/>
                      </a:ext>
                    </a:extLst>
                  </p:cNvPr>
                  <p:cNvSpPr/>
                  <p:nvPr/>
                </p:nvSpPr>
                <p:spPr>
                  <a:xfrm>
                    <a:off x="3656357" y="6507685"/>
                    <a:ext cx="155302" cy="132623"/>
                  </a:xfrm>
                  <a:prstGeom prst="rect">
                    <a:avLst/>
                  </a:prstGeom>
                  <a:no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38" name="矩形 837">
                    <a:extLst>
                      <a:ext uri="{FF2B5EF4-FFF2-40B4-BE49-F238E27FC236}">
                        <a16:creationId xmlns:a16="http://schemas.microsoft.com/office/drawing/2014/main" id="{595680C1-F9D8-6FCE-905C-97704528F642}"/>
                      </a:ext>
                    </a:extLst>
                  </p:cNvPr>
                  <p:cNvSpPr/>
                  <p:nvPr/>
                </p:nvSpPr>
                <p:spPr>
                  <a:xfrm>
                    <a:off x="3811767" y="6507685"/>
                    <a:ext cx="155302" cy="132623"/>
                  </a:xfrm>
                  <a:prstGeom prst="rect">
                    <a:avLst/>
                  </a:prstGeom>
                  <a:no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39" name="矩形 838">
                    <a:extLst>
                      <a:ext uri="{FF2B5EF4-FFF2-40B4-BE49-F238E27FC236}">
                        <a16:creationId xmlns:a16="http://schemas.microsoft.com/office/drawing/2014/main" id="{0D83E15F-2F33-4004-45F5-877A0FC5B072}"/>
                      </a:ext>
                    </a:extLst>
                  </p:cNvPr>
                  <p:cNvSpPr/>
                  <p:nvPr/>
                </p:nvSpPr>
                <p:spPr>
                  <a:xfrm>
                    <a:off x="3967177" y="6507685"/>
                    <a:ext cx="155302" cy="132623"/>
                  </a:xfrm>
                  <a:prstGeom prst="rect">
                    <a:avLst/>
                  </a:prstGeom>
                  <a:no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40" name="矩形 839">
                    <a:extLst>
                      <a:ext uri="{FF2B5EF4-FFF2-40B4-BE49-F238E27FC236}">
                        <a16:creationId xmlns:a16="http://schemas.microsoft.com/office/drawing/2014/main" id="{EF61ED13-675F-B3B4-F60A-94D1C82F06B4}"/>
                      </a:ext>
                    </a:extLst>
                  </p:cNvPr>
                  <p:cNvSpPr/>
                  <p:nvPr/>
                </p:nvSpPr>
                <p:spPr>
                  <a:xfrm>
                    <a:off x="4122587" y="6507685"/>
                    <a:ext cx="155302" cy="132623"/>
                  </a:xfrm>
                  <a:prstGeom prst="rect">
                    <a:avLst/>
                  </a:prstGeom>
                  <a:no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</p:grpSp>
        </p:grpSp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E5A31017-9940-57C4-60D1-3AB86BC1F74E}"/>
              </a:ext>
            </a:extLst>
          </p:cNvPr>
          <p:cNvGrpSpPr/>
          <p:nvPr/>
        </p:nvGrpSpPr>
        <p:grpSpPr>
          <a:xfrm>
            <a:off x="2899887" y="4244417"/>
            <a:ext cx="998311" cy="457486"/>
            <a:chOff x="3227360" y="3927547"/>
            <a:chExt cx="669616" cy="343893"/>
          </a:xfrm>
        </p:grpSpPr>
        <p:sp>
          <p:nvSpPr>
            <p:cNvPr id="16" name="矩形: 圆角 15">
              <a:extLst>
                <a:ext uri="{FF2B5EF4-FFF2-40B4-BE49-F238E27FC236}">
                  <a16:creationId xmlns:a16="http://schemas.microsoft.com/office/drawing/2014/main" id="{01856623-3F48-87C5-7F91-C832A1234F85}"/>
                </a:ext>
              </a:extLst>
            </p:cNvPr>
            <p:cNvSpPr/>
            <p:nvPr/>
          </p:nvSpPr>
          <p:spPr>
            <a:xfrm>
              <a:off x="3337478" y="3927547"/>
              <a:ext cx="393114" cy="343893"/>
            </a:xfrm>
            <a:prstGeom prst="roundRect">
              <a:avLst>
                <a:gd name="adj" fmla="val 31589"/>
              </a:avLst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矩形 16">
                  <a:extLst>
                    <a:ext uri="{FF2B5EF4-FFF2-40B4-BE49-F238E27FC236}">
                      <a16:creationId xmlns:a16="http://schemas.microsoft.com/office/drawing/2014/main" id="{C309493B-1CC7-1AA3-B105-F433C89F8E6F}"/>
                    </a:ext>
                  </a:extLst>
                </p:cNvPr>
                <p:cNvSpPr/>
                <p:nvPr/>
              </p:nvSpPr>
              <p:spPr>
                <a:xfrm>
                  <a:off x="3227360" y="3956287"/>
                  <a:ext cx="669616" cy="28105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b="0" i="1" dirty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SupPr>
                          <m:e>
                            <m:r>
                              <a:rPr lang="en-US" altLang="zh-CN" i="1" dirty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altLang="zh-CN" i="1" dirty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𝑊</m:t>
                            </m:r>
                          </m:sub>
                          <m:sup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−1</m:t>
                            </m:r>
                          </m:sup>
                        </m:sSubSup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()</m:t>
                        </m:r>
                      </m:oMath>
                    </m:oMathPara>
                  </a14:m>
                  <a:endParaRPr lang="zh-CN" altLang="en-US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17" name="矩形 16">
                  <a:extLst>
                    <a:ext uri="{FF2B5EF4-FFF2-40B4-BE49-F238E27FC236}">
                      <a16:creationId xmlns:a16="http://schemas.microsoft.com/office/drawing/2014/main" id="{C309493B-1CC7-1AA3-B105-F433C89F8E6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27360" y="3956287"/>
                  <a:ext cx="669616" cy="281050"/>
                </a:xfrm>
                <a:prstGeom prst="rect">
                  <a:avLst/>
                </a:prstGeom>
                <a:blipFill>
                  <a:blip r:embed="rId13"/>
                  <a:stretch>
                    <a:fillRect b="-1475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1" name="椭圆 20">
            <a:extLst>
              <a:ext uri="{FF2B5EF4-FFF2-40B4-BE49-F238E27FC236}">
                <a16:creationId xmlns:a16="http://schemas.microsoft.com/office/drawing/2014/main" id="{9C9A8941-8145-6C2D-2B1E-AA26B3470DD1}"/>
              </a:ext>
            </a:extLst>
          </p:cNvPr>
          <p:cNvSpPr/>
          <p:nvPr/>
        </p:nvSpPr>
        <p:spPr>
          <a:xfrm>
            <a:off x="3948243" y="4250565"/>
            <a:ext cx="660722" cy="44573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FF7D7AF1-3E31-6B48-035C-D4E6FD29AFF5}"/>
              </a:ext>
            </a:extLst>
          </p:cNvPr>
          <p:cNvGrpSpPr/>
          <p:nvPr/>
        </p:nvGrpSpPr>
        <p:grpSpPr>
          <a:xfrm>
            <a:off x="4936437" y="4246921"/>
            <a:ext cx="481646" cy="457486"/>
            <a:chOff x="4842156" y="3773497"/>
            <a:chExt cx="393114" cy="343893"/>
          </a:xfrm>
        </p:grpSpPr>
        <p:grpSp>
          <p:nvGrpSpPr>
            <p:cNvPr id="23" name="组合 22">
              <a:extLst>
                <a:ext uri="{FF2B5EF4-FFF2-40B4-BE49-F238E27FC236}">
                  <a16:creationId xmlns:a16="http://schemas.microsoft.com/office/drawing/2014/main" id="{05E56553-85AC-41D7-3A28-AC809CB36CB5}"/>
                </a:ext>
              </a:extLst>
            </p:cNvPr>
            <p:cNvGrpSpPr/>
            <p:nvPr/>
          </p:nvGrpSpPr>
          <p:grpSpPr>
            <a:xfrm>
              <a:off x="4937067" y="3821336"/>
              <a:ext cx="261952" cy="260359"/>
              <a:chOff x="5436287" y="3505571"/>
              <a:chExt cx="336942" cy="321770"/>
            </a:xfrm>
          </p:grpSpPr>
          <p:sp>
            <p:nvSpPr>
              <p:cNvPr id="25" name="流程图: 接点 24">
                <a:extLst>
                  <a:ext uri="{FF2B5EF4-FFF2-40B4-BE49-F238E27FC236}">
                    <a16:creationId xmlns:a16="http://schemas.microsoft.com/office/drawing/2014/main" id="{8604710F-C047-3B04-6232-7FDD98C4D55C}"/>
                  </a:ext>
                </a:extLst>
              </p:cNvPr>
              <p:cNvSpPr/>
              <p:nvPr/>
            </p:nvSpPr>
            <p:spPr>
              <a:xfrm>
                <a:off x="5436288" y="3505571"/>
                <a:ext cx="96883" cy="88611"/>
              </a:xfrm>
              <a:prstGeom prst="flowChartConnector">
                <a:avLst/>
              </a:prstGeom>
              <a:noFill/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500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6" name="流程图: 接点 25">
                <a:extLst>
                  <a:ext uri="{FF2B5EF4-FFF2-40B4-BE49-F238E27FC236}">
                    <a16:creationId xmlns:a16="http://schemas.microsoft.com/office/drawing/2014/main" id="{26BE9A32-982C-4C91-CD8E-C0FFB5A24E98}"/>
                  </a:ext>
                </a:extLst>
              </p:cNvPr>
              <p:cNvSpPr/>
              <p:nvPr/>
            </p:nvSpPr>
            <p:spPr>
              <a:xfrm>
                <a:off x="5436288" y="3623512"/>
                <a:ext cx="96883" cy="88611"/>
              </a:xfrm>
              <a:prstGeom prst="flowChartConnector">
                <a:avLst/>
              </a:prstGeom>
              <a:noFill/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500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7" name="流程图: 接点 26">
                <a:extLst>
                  <a:ext uri="{FF2B5EF4-FFF2-40B4-BE49-F238E27FC236}">
                    <a16:creationId xmlns:a16="http://schemas.microsoft.com/office/drawing/2014/main" id="{BE2B33A1-C18F-1296-7FA1-A99E8E508B0F}"/>
                  </a:ext>
                </a:extLst>
              </p:cNvPr>
              <p:cNvSpPr/>
              <p:nvPr/>
            </p:nvSpPr>
            <p:spPr>
              <a:xfrm>
                <a:off x="5436287" y="3738730"/>
                <a:ext cx="96883" cy="88611"/>
              </a:xfrm>
              <a:prstGeom prst="flowChartConnector">
                <a:avLst/>
              </a:prstGeom>
              <a:noFill/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500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8" name="流程图: 接点 27">
                <a:extLst>
                  <a:ext uri="{FF2B5EF4-FFF2-40B4-BE49-F238E27FC236}">
                    <a16:creationId xmlns:a16="http://schemas.microsoft.com/office/drawing/2014/main" id="{9FD296C9-7C67-79F7-B037-ED4E2BAE61BF}"/>
                  </a:ext>
                </a:extLst>
              </p:cNvPr>
              <p:cNvSpPr/>
              <p:nvPr/>
            </p:nvSpPr>
            <p:spPr>
              <a:xfrm>
                <a:off x="5676346" y="3623512"/>
                <a:ext cx="96883" cy="88611"/>
              </a:xfrm>
              <a:prstGeom prst="flowChartConnector">
                <a:avLst/>
              </a:prstGeom>
              <a:noFill/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500" dirty="0">
                  <a:solidFill>
                    <a:sysClr val="windowText" lastClr="000000"/>
                  </a:solidFill>
                </a:endParaRPr>
              </a:p>
            </p:txBody>
          </p:sp>
          <p:cxnSp>
            <p:nvCxnSpPr>
              <p:cNvPr id="29" name="直接箭头连接符 28">
                <a:extLst>
                  <a:ext uri="{FF2B5EF4-FFF2-40B4-BE49-F238E27FC236}">
                    <a16:creationId xmlns:a16="http://schemas.microsoft.com/office/drawing/2014/main" id="{C493E2E4-A80D-3A55-7CD2-1EB2D3385A8B}"/>
                  </a:ext>
                </a:extLst>
              </p:cNvPr>
              <p:cNvCxnSpPr>
                <a:cxnSpLocks/>
                <a:stCxn id="25" idx="6"/>
                <a:endCxn id="28" idx="2"/>
              </p:cNvCxnSpPr>
              <p:nvPr/>
            </p:nvCxnSpPr>
            <p:spPr>
              <a:xfrm>
                <a:off x="5533171" y="3549877"/>
                <a:ext cx="143175" cy="117941"/>
              </a:xfrm>
              <a:prstGeom prst="straightConnector1">
                <a:avLst/>
              </a:prstGeom>
              <a:ln w="12700">
                <a:tailEnd type="triangle" w="sm" len="sm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0" name="直接箭头连接符 29">
                <a:extLst>
                  <a:ext uri="{FF2B5EF4-FFF2-40B4-BE49-F238E27FC236}">
                    <a16:creationId xmlns:a16="http://schemas.microsoft.com/office/drawing/2014/main" id="{D4D411EB-1912-4823-C05E-7CDDA27FEE16}"/>
                  </a:ext>
                </a:extLst>
              </p:cNvPr>
              <p:cNvCxnSpPr>
                <a:cxnSpLocks/>
                <a:stCxn id="26" idx="6"/>
                <a:endCxn id="28" idx="2"/>
              </p:cNvCxnSpPr>
              <p:nvPr/>
            </p:nvCxnSpPr>
            <p:spPr>
              <a:xfrm>
                <a:off x="5533171" y="3667818"/>
                <a:ext cx="143175" cy="0"/>
              </a:xfrm>
              <a:prstGeom prst="straightConnector1">
                <a:avLst/>
              </a:prstGeom>
              <a:ln w="12700">
                <a:tailEnd type="triangle" w="sm" len="sm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1" name="直接箭头连接符 30">
                <a:extLst>
                  <a:ext uri="{FF2B5EF4-FFF2-40B4-BE49-F238E27FC236}">
                    <a16:creationId xmlns:a16="http://schemas.microsoft.com/office/drawing/2014/main" id="{C1E00B14-8610-FE43-704C-EB637869F16F}"/>
                  </a:ext>
                </a:extLst>
              </p:cNvPr>
              <p:cNvCxnSpPr>
                <a:cxnSpLocks/>
                <a:stCxn id="27" idx="6"/>
                <a:endCxn id="28" idx="2"/>
              </p:cNvCxnSpPr>
              <p:nvPr/>
            </p:nvCxnSpPr>
            <p:spPr>
              <a:xfrm flipV="1">
                <a:off x="5533170" y="3667818"/>
                <a:ext cx="143176" cy="115218"/>
              </a:xfrm>
              <a:prstGeom prst="straightConnector1">
                <a:avLst/>
              </a:prstGeom>
              <a:ln w="12700">
                <a:tailEnd type="triangle" w="sm" len="sm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2612BFA0-4D12-30E4-A385-ADB3A512791E}"/>
                </a:ext>
              </a:extLst>
            </p:cNvPr>
            <p:cNvSpPr/>
            <p:nvPr/>
          </p:nvSpPr>
          <p:spPr>
            <a:xfrm>
              <a:off x="4842156" y="3773497"/>
              <a:ext cx="393114" cy="343893"/>
            </a:xfrm>
            <a:prstGeom prst="roundRect">
              <a:avLst>
                <a:gd name="adj" fmla="val 31589"/>
              </a:avLst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32" name="椭圆 31">
            <a:extLst>
              <a:ext uri="{FF2B5EF4-FFF2-40B4-BE49-F238E27FC236}">
                <a16:creationId xmlns:a16="http://schemas.microsoft.com/office/drawing/2014/main" id="{57AD5223-D689-9D30-6734-B811EDDC5035}"/>
              </a:ext>
            </a:extLst>
          </p:cNvPr>
          <p:cNvSpPr/>
          <p:nvPr/>
        </p:nvSpPr>
        <p:spPr>
          <a:xfrm>
            <a:off x="5750164" y="4255613"/>
            <a:ext cx="660724" cy="44573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8E2F235C-6CC1-4C1E-BD49-AFC70BB270F8}"/>
              </a:ext>
            </a:extLst>
          </p:cNvPr>
          <p:cNvGrpSpPr/>
          <p:nvPr/>
        </p:nvGrpSpPr>
        <p:grpSpPr>
          <a:xfrm>
            <a:off x="6525153" y="4257803"/>
            <a:ext cx="980867" cy="457486"/>
            <a:chOff x="3227360" y="3927547"/>
            <a:chExt cx="669616" cy="343893"/>
          </a:xfrm>
        </p:grpSpPr>
        <p:sp>
          <p:nvSpPr>
            <p:cNvPr id="34" name="矩形: 圆角 33">
              <a:extLst>
                <a:ext uri="{FF2B5EF4-FFF2-40B4-BE49-F238E27FC236}">
                  <a16:creationId xmlns:a16="http://schemas.microsoft.com/office/drawing/2014/main" id="{96A41570-C761-D39F-177C-FF6B6F9DF3EA}"/>
                </a:ext>
              </a:extLst>
            </p:cNvPr>
            <p:cNvSpPr/>
            <p:nvPr/>
          </p:nvSpPr>
          <p:spPr>
            <a:xfrm>
              <a:off x="3337478" y="3927547"/>
              <a:ext cx="393114" cy="343893"/>
            </a:xfrm>
            <a:prstGeom prst="roundRect">
              <a:avLst>
                <a:gd name="adj" fmla="val 31589"/>
              </a:avLst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矩形 34">
                  <a:extLst>
                    <a:ext uri="{FF2B5EF4-FFF2-40B4-BE49-F238E27FC236}">
                      <a16:creationId xmlns:a16="http://schemas.microsoft.com/office/drawing/2014/main" id="{3A245697-ED01-61C5-44BF-75529B904CBA}"/>
                    </a:ext>
                  </a:extLst>
                </p:cNvPr>
                <p:cNvSpPr/>
                <p:nvPr/>
              </p:nvSpPr>
              <p:spPr>
                <a:xfrm>
                  <a:off x="3227360" y="3956287"/>
                  <a:ext cx="669616" cy="28105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b="0" i="1" dirty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SupPr>
                          <m:e>
                            <m:r>
                              <a:rPr lang="en-US" altLang="zh-CN" i="1" dirty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altLang="zh-CN" i="1" dirty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𝑊</m:t>
                            </m:r>
                          </m:sub>
                          <m:sup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−1</m:t>
                            </m:r>
                          </m:sup>
                        </m:sSubSup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()</m:t>
                        </m:r>
                      </m:oMath>
                    </m:oMathPara>
                  </a14:m>
                  <a:endParaRPr lang="zh-CN" altLang="en-US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35" name="矩形 34">
                  <a:extLst>
                    <a:ext uri="{FF2B5EF4-FFF2-40B4-BE49-F238E27FC236}">
                      <a16:creationId xmlns:a16="http://schemas.microsoft.com/office/drawing/2014/main" id="{3A245697-ED01-61C5-44BF-75529B904CB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27360" y="3956287"/>
                  <a:ext cx="669616" cy="281050"/>
                </a:xfrm>
                <a:prstGeom prst="rect">
                  <a:avLst/>
                </a:prstGeom>
                <a:blipFill>
                  <a:blip r:embed="rId14"/>
                  <a:stretch>
                    <a:fillRect b="-1475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6" name="椭圆 35">
            <a:extLst>
              <a:ext uri="{FF2B5EF4-FFF2-40B4-BE49-F238E27FC236}">
                <a16:creationId xmlns:a16="http://schemas.microsoft.com/office/drawing/2014/main" id="{0A6509B9-A573-DEC5-FC88-A1F1D8EFA29C}"/>
              </a:ext>
            </a:extLst>
          </p:cNvPr>
          <p:cNvSpPr/>
          <p:nvPr/>
        </p:nvSpPr>
        <p:spPr>
          <a:xfrm>
            <a:off x="7565590" y="4263950"/>
            <a:ext cx="660722" cy="44573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6D493B23-A7A1-9246-FAAA-DCB36B03F0E4}"/>
              </a:ext>
            </a:extLst>
          </p:cNvPr>
          <p:cNvGrpSpPr/>
          <p:nvPr/>
        </p:nvGrpSpPr>
        <p:grpSpPr>
          <a:xfrm>
            <a:off x="8553784" y="4260307"/>
            <a:ext cx="481646" cy="457486"/>
            <a:chOff x="4842156" y="3773497"/>
            <a:chExt cx="393114" cy="343893"/>
          </a:xfrm>
        </p:grpSpPr>
        <p:grpSp>
          <p:nvGrpSpPr>
            <p:cNvPr id="38" name="组合 37">
              <a:extLst>
                <a:ext uri="{FF2B5EF4-FFF2-40B4-BE49-F238E27FC236}">
                  <a16:creationId xmlns:a16="http://schemas.microsoft.com/office/drawing/2014/main" id="{A43A2C18-443E-B583-59E9-306A9178F979}"/>
                </a:ext>
              </a:extLst>
            </p:cNvPr>
            <p:cNvGrpSpPr/>
            <p:nvPr/>
          </p:nvGrpSpPr>
          <p:grpSpPr>
            <a:xfrm>
              <a:off x="4937067" y="3821336"/>
              <a:ext cx="261952" cy="260359"/>
              <a:chOff x="5436287" y="3505571"/>
              <a:chExt cx="336942" cy="321770"/>
            </a:xfrm>
          </p:grpSpPr>
          <p:sp>
            <p:nvSpPr>
              <p:cNvPr id="40" name="流程图: 接点 39">
                <a:extLst>
                  <a:ext uri="{FF2B5EF4-FFF2-40B4-BE49-F238E27FC236}">
                    <a16:creationId xmlns:a16="http://schemas.microsoft.com/office/drawing/2014/main" id="{D7C9816F-5DF6-025B-5C94-648476AD82AA}"/>
                  </a:ext>
                </a:extLst>
              </p:cNvPr>
              <p:cNvSpPr/>
              <p:nvPr/>
            </p:nvSpPr>
            <p:spPr>
              <a:xfrm>
                <a:off x="5436288" y="3505571"/>
                <a:ext cx="96883" cy="88611"/>
              </a:xfrm>
              <a:prstGeom prst="flowChartConnector">
                <a:avLst/>
              </a:prstGeom>
              <a:noFill/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500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41" name="流程图: 接点 40">
                <a:extLst>
                  <a:ext uri="{FF2B5EF4-FFF2-40B4-BE49-F238E27FC236}">
                    <a16:creationId xmlns:a16="http://schemas.microsoft.com/office/drawing/2014/main" id="{7CB7190E-211D-8FA7-2663-A637915E25E2}"/>
                  </a:ext>
                </a:extLst>
              </p:cNvPr>
              <p:cNvSpPr/>
              <p:nvPr/>
            </p:nvSpPr>
            <p:spPr>
              <a:xfrm>
                <a:off x="5436288" y="3623512"/>
                <a:ext cx="96883" cy="88611"/>
              </a:xfrm>
              <a:prstGeom prst="flowChartConnector">
                <a:avLst/>
              </a:prstGeom>
              <a:noFill/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500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42" name="流程图: 接点 41">
                <a:extLst>
                  <a:ext uri="{FF2B5EF4-FFF2-40B4-BE49-F238E27FC236}">
                    <a16:creationId xmlns:a16="http://schemas.microsoft.com/office/drawing/2014/main" id="{779E8372-37FB-87A1-B28D-E9AE917CC7D7}"/>
                  </a:ext>
                </a:extLst>
              </p:cNvPr>
              <p:cNvSpPr/>
              <p:nvPr/>
            </p:nvSpPr>
            <p:spPr>
              <a:xfrm>
                <a:off x="5436287" y="3738730"/>
                <a:ext cx="96883" cy="88611"/>
              </a:xfrm>
              <a:prstGeom prst="flowChartConnector">
                <a:avLst/>
              </a:prstGeom>
              <a:noFill/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500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43" name="流程图: 接点 42">
                <a:extLst>
                  <a:ext uri="{FF2B5EF4-FFF2-40B4-BE49-F238E27FC236}">
                    <a16:creationId xmlns:a16="http://schemas.microsoft.com/office/drawing/2014/main" id="{768654BC-4371-7E3E-C234-92CDA7E56635}"/>
                  </a:ext>
                </a:extLst>
              </p:cNvPr>
              <p:cNvSpPr/>
              <p:nvPr/>
            </p:nvSpPr>
            <p:spPr>
              <a:xfrm>
                <a:off x="5676346" y="3623512"/>
                <a:ext cx="96883" cy="88611"/>
              </a:xfrm>
              <a:prstGeom prst="flowChartConnector">
                <a:avLst/>
              </a:prstGeom>
              <a:noFill/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500" dirty="0">
                  <a:solidFill>
                    <a:sysClr val="windowText" lastClr="000000"/>
                  </a:solidFill>
                </a:endParaRPr>
              </a:p>
            </p:txBody>
          </p:sp>
          <p:cxnSp>
            <p:nvCxnSpPr>
              <p:cNvPr id="44" name="直接箭头连接符 43">
                <a:extLst>
                  <a:ext uri="{FF2B5EF4-FFF2-40B4-BE49-F238E27FC236}">
                    <a16:creationId xmlns:a16="http://schemas.microsoft.com/office/drawing/2014/main" id="{94A81CB3-5C3C-DE20-38A8-F48830EB2114}"/>
                  </a:ext>
                </a:extLst>
              </p:cNvPr>
              <p:cNvCxnSpPr>
                <a:cxnSpLocks/>
                <a:stCxn id="40" idx="6"/>
                <a:endCxn id="43" idx="2"/>
              </p:cNvCxnSpPr>
              <p:nvPr/>
            </p:nvCxnSpPr>
            <p:spPr>
              <a:xfrm>
                <a:off x="5533171" y="3549877"/>
                <a:ext cx="143175" cy="117941"/>
              </a:xfrm>
              <a:prstGeom prst="straightConnector1">
                <a:avLst/>
              </a:prstGeom>
              <a:ln w="12700">
                <a:tailEnd type="triangle" w="sm" len="sm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5" name="直接箭头连接符 44">
                <a:extLst>
                  <a:ext uri="{FF2B5EF4-FFF2-40B4-BE49-F238E27FC236}">
                    <a16:creationId xmlns:a16="http://schemas.microsoft.com/office/drawing/2014/main" id="{F57F7AC5-5994-1C65-E06A-804093EBBC90}"/>
                  </a:ext>
                </a:extLst>
              </p:cNvPr>
              <p:cNvCxnSpPr>
                <a:cxnSpLocks/>
                <a:stCxn id="41" idx="6"/>
                <a:endCxn id="43" idx="2"/>
              </p:cNvCxnSpPr>
              <p:nvPr/>
            </p:nvCxnSpPr>
            <p:spPr>
              <a:xfrm>
                <a:off x="5533171" y="3667818"/>
                <a:ext cx="143175" cy="0"/>
              </a:xfrm>
              <a:prstGeom prst="straightConnector1">
                <a:avLst/>
              </a:prstGeom>
              <a:ln w="12700">
                <a:tailEnd type="triangle" w="sm" len="sm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6" name="直接箭头连接符 45">
                <a:extLst>
                  <a:ext uri="{FF2B5EF4-FFF2-40B4-BE49-F238E27FC236}">
                    <a16:creationId xmlns:a16="http://schemas.microsoft.com/office/drawing/2014/main" id="{44F450E9-A94F-7919-FDFB-DB3C08ED58E1}"/>
                  </a:ext>
                </a:extLst>
              </p:cNvPr>
              <p:cNvCxnSpPr>
                <a:cxnSpLocks/>
                <a:stCxn id="42" idx="6"/>
                <a:endCxn id="43" idx="2"/>
              </p:cNvCxnSpPr>
              <p:nvPr/>
            </p:nvCxnSpPr>
            <p:spPr>
              <a:xfrm flipV="1">
                <a:off x="5533170" y="3667818"/>
                <a:ext cx="143176" cy="115218"/>
              </a:xfrm>
              <a:prstGeom prst="straightConnector1">
                <a:avLst/>
              </a:prstGeom>
              <a:ln w="12700">
                <a:tailEnd type="triangle" w="sm" len="sm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39" name="矩形: 圆角 38">
              <a:extLst>
                <a:ext uri="{FF2B5EF4-FFF2-40B4-BE49-F238E27FC236}">
                  <a16:creationId xmlns:a16="http://schemas.microsoft.com/office/drawing/2014/main" id="{6F317C1B-FC71-D3EB-A3E0-8BEBBF11D644}"/>
                </a:ext>
              </a:extLst>
            </p:cNvPr>
            <p:cNvSpPr/>
            <p:nvPr/>
          </p:nvSpPr>
          <p:spPr>
            <a:xfrm>
              <a:off x="4842156" y="3773497"/>
              <a:ext cx="393114" cy="343893"/>
            </a:xfrm>
            <a:prstGeom prst="roundRect">
              <a:avLst>
                <a:gd name="adj" fmla="val 31589"/>
              </a:avLst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47" name="椭圆 46">
            <a:extLst>
              <a:ext uri="{FF2B5EF4-FFF2-40B4-BE49-F238E27FC236}">
                <a16:creationId xmlns:a16="http://schemas.microsoft.com/office/drawing/2014/main" id="{026C3F86-303B-DAEF-6CC7-2305995DDB57}"/>
              </a:ext>
            </a:extLst>
          </p:cNvPr>
          <p:cNvSpPr/>
          <p:nvPr/>
        </p:nvSpPr>
        <p:spPr>
          <a:xfrm>
            <a:off x="9367511" y="4268999"/>
            <a:ext cx="660724" cy="44573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9" name="直接箭头连接符 48">
            <a:extLst>
              <a:ext uri="{FF2B5EF4-FFF2-40B4-BE49-F238E27FC236}">
                <a16:creationId xmlns:a16="http://schemas.microsoft.com/office/drawing/2014/main" id="{AAE60AE6-0FED-E206-05D1-C38E88D96943}"/>
              </a:ext>
            </a:extLst>
          </p:cNvPr>
          <p:cNvCxnSpPr>
            <a:cxnSpLocks/>
            <a:stCxn id="21" idx="6"/>
            <a:endCxn id="24" idx="1"/>
          </p:cNvCxnSpPr>
          <p:nvPr/>
        </p:nvCxnSpPr>
        <p:spPr>
          <a:xfrm>
            <a:off x="4608974" y="4473441"/>
            <a:ext cx="327462" cy="2224"/>
          </a:xfrm>
          <a:prstGeom prst="straightConnector1">
            <a:avLst/>
          </a:prstGeom>
          <a:ln w="19050">
            <a:headEnd type="triangle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直接箭头连接符 49">
            <a:extLst>
              <a:ext uri="{FF2B5EF4-FFF2-40B4-BE49-F238E27FC236}">
                <a16:creationId xmlns:a16="http://schemas.microsoft.com/office/drawing/2014/main" id="{E06B763B-B630-A231-8FEF-0A782412B1C5}"/>
              </a:ext>
            </a:extLst>
          </p:cNvPr>
          <p:cNvCxnSpPr>
            <a:cxnSpLocks/>
            <a:stCxn id="16" idx="3"/>
            <a:endCxn id="21" idx="2"/>
          </p:cNvCxnSpPr>
          <p:nvPr/>
        </p:nvCxnSpPr>
        <p:spPr>
          <a:xfrm>
            <a:off x="3650141" y="4473160"/>
            <a:ext cx="298102" cy="274"/>
          </a:xfrm>
          <a:prstGeom prst="straightConnector1">
            <a:avLst/>
          </a:prstGeom>
          <a:ln w="19050">
            <a:headEnd type="triangle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直接箭头连接符 50">
            <a:extLst>
              <a:ext uri="{FF2B5EF4-FFF2-40B4-BE49-F238E27FC236}">
                <a16:creationId xmlns:a16="http://schemas.microsoft.com/office/drawing/2014/main" id="{1852BA9F-C748-E3EC-7070-769E56323D82}"/>
              </a:ext>
            </a:extLst>
          </p:cNvPr>
          <p:cNvCxnSpPr>
            <a:cxnSpLocks/>
            <a:stCxn id="24" idx="3"/>
            <a:endCxn id="32" idx="2"/>
          </p:cNvCxnSpPr>
          <p:nvPr/>
        </p:nvCxnSpPr>
        <p:spPr>
          <a:xfrm>
            <a:off x="5418083" y="4475665"/>
            <a:ext cx="332075" cy="2818"/>
          </a:xfrm>
          <a:prstGeom prst="straightConnector1">
            <a:avLst/>
          </a:prstGeom>
          <a:ln w="19050">
            <a:headEnd type="triangle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直接箭头连接符 51">
            <a:extLst>
              <a:ext uri="{FF2B5EF4-FFF2-40B4-BE49-F238E27FC236}">
                <a16:creationId xmlns:a16="http://schemas.microsoft.com/office/drawing/2014/main" id="{1B6A5EDB-7864-52B4-6ACA-FAA591DE3D3D}"/>
              </a:ext>
            </a:extLst>
          </p:cNvPr>
          <p:cNvCxnSpPr>
            <a:cxnSpLocks/>
            <a:stCxn id="36" idx="6"/>
            <a:endCxn id="39" idx="1"/>
          </p:cNvCxnSpPr>
          <p:nvPr/>
        </p:nvCxnSpPr>
        <p:spPr>
          <a:xfrm>
            <a:off x="8226322" y="4486826"/>
            <a:ext cx="327462" cy="2224"/>
          </a:xfrm>
          <a:prstGeom prst="straightConnector1">
            <a:avLst/>
          </a:prstGeom>
          <a:ln w="19050">
            <a:headEnd type="triangle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3" name="直接箭头连接符 62">
            <a:extLst>
              <a:ext uri="{FF2B5EF4-FFF2-40B4-BE49-F238E27FC236}">
                <a16:creationId xmlns:a16="http://schemas.microsoft.com/office/drawing/2014/main" id="{2FCEAC0B-1700-7437-F56F-D4DDC445DC78}"/>
              </a:ext>
            </a:extLst>
          </p:cNvPr>
          <p:cNvCxnSpPr>
            <a:cxnSpLocks/>
            <a:stCxn id="34" idx="3"/>
            <a:endCxn id="36" idx="2"/>
          </p:cNvCxnSpPr>
          <p:nvPr/>
        </p:nvCxnSpPr>
        <p:spPr>
          <a:xfrm>
            <a:off x="7262297" y="4486546"/>
            <a:ext cx="303293" cy="273"/>
          </a:xfrm>
          <a:prstGeom prst="straightConnector1">
            <a:avLst/>
          </a:prstGeom>
          <a:ln w="19050">
            <a:headEnd type="triangle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96" name="直接箭头连接符 895">
            <a:extLst>
              <a:ext uri="{FF2B5EF4-FFF2-40B4-BE49-F238E27FC236}">
                <a16:creationId xmlns:a16="http://schemas.microsoft.com/office/drawing/2014/main" id="{9FDDECF8-2916-8840-3EC5-DF4C900BA846}"/>
              </a:ext>
            </a:extLst>
          </p:cNvPr>
          <p:cNvCxnSpPr>
            <a:cxnSpLocks/>
            <a:stCxn id="39" idx="3"/>
            <a:endCxn id="47" idx="2"/>
          </p:cNvCxnSpPr>
          <p:nvPr/>
        </p:nvCxnSpPr>
        <p:spPr>
          <a:xfrm>
            <a:off x="9035430" y="4489051"/>
            <a:ext cx="332075" cy="2818"/>
          </a:xfrm>
          <a:prstGeom prst="straightConnector1">
            <a:avLst/>
          </a:prstGeom>
          <a:ln w="19050">
            <a:headEnd type="triangle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97" name="直接箭头连接符 896">
            <a:extLst>
              <a:ext uri="{FF2B5EF4-FFF2-40B4-BE49-F238E27FC236}">
                <a16:creationId xmlns:a16="http://schemas.microsoft.com/office/drawing/2014/main" id="{6E3ED924-25F3-5FCB-DEAB-72154DDB4744}"/>
              </a:ext>
            </a:extLst>
          </p:cNvPr>
          <p:cNvCxnSpPr>
            <a:cxnSpLocks/>
            <a:stCxn id="32" idx="6"/>
            <a:endCxn id="34" idx="1"/>
          </p:cNvCxnSpPr>
          <p:nvPr/>
        </p:nvCxnSpPr>
        <p:spPr>
          <a:xfrm>
            <a:off x="6410888" y="4478482"/>
            <a:ext cx="275568" cy="8064"/>
          </a:xfrm>
          <a:prstGeom prst="straightConnector1">
            <a:avLst/>
          </a:prstGeom>
          <a:ln w="19050">
            <a:headEnd type="triangle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98" name="文本框 897">
                <a:extLst>
                  <a:ext uri="{FF2B5EF4-FFF2-40B4-BE49-F238E27FC236}">
                    <a16:creationId xmlns:a16="http://schemas.microsoft.com/office/drawing/2014/main" id="{9B8363E8-9E39-E514-9B05-9E7B46F28FF7}"/>
                  </a:ext>
                </a:extLst>
              </p:cNvPr>
              <p:cNvSpPr txBox="1"/>
              <p:nvPr/>
            </p:nvSpPr>
            <p:spPr>
              <a:xfrm>
                <a:off x="3730352" y="4269463"/>
                <a:ext cx="1071288" cy="400110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b="1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zh-CN" altLang="en-US" sz="2000" b="1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𝜵</m:t>
                          </m:r>
                          <m:r>
                            <a:rPr lang="en-US" altLang="zh-CN" sz="2000" b="1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𝑿</m:t>
                          </m:r>
                        </m:e>
                        <m:sub>
                          <m:r>
                            <a:rPr lang="en-US" altLang="zh-CN" sz="2000" b="1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zh-CN" altLang="en-US" sz="2000" b="1" dirty="0">
                  <a:solidFill>
                    <a:schemeClr val="accent6"/>
                  </a:solidFill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898" name="文本框 897">
                <a:extLst>
                  <a:ext uri="{FF2B5EF4-FFF2-40B4-BE49-F238E27FC236}">
                    <a16:creationId xmlns:a16="http://schemas.microsoft.com/office/drawing/2014/main" id="{9B8363E8-9E39-E514-9B05-9E7B46F28F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0352" y="4269463"/>
                <a:ext cx="1071288" cy="400110"/>
              </a:xfrm>
              <a:prstGeom prst="rect">
                <a:avLst/>
              </a:prstGeom>
              <a:blipFill>
                <a:blip r:embed="rId15"/>
                <a:stretch>
                  <a:fillRect b="-1515"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99" name="文本框 898">
                <a:extLst>
                  <a:ext uri="{FF2B5EF4-FFF2-40B4-BE49-F238E27FC236}">
                    <a16:creationId xmlns:a16="http://schemas.microsoft.com/office/drawing/2014/main" id="{32782CF4-D4CA-CA40-D016-8D14CCDAB0E5}"/>
                  </a:ext>
                </a:extLst>
              </p:cNvPr>
              <p:cNvSpPr txBox="1"/>
              <p:nvPr/>
            </p:nvSpPr>
            <p:spPr>
              <a:xfrm>
                <a:off x="5561050" y="4259460"/>
                <a:ext cx="1071288" cy="400110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b="1" i="1" dirty="0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zh-CN" altLang="en-US" sz="2000" b="1" i="1" dirty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𝜵</m:t>
                          </m:r>
                          <m:r>
                            <a:rPr lang="en-US" altLang="zh-CN" sz="2000" b="1" i="1" dirty="0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𝑯</m:t>
                          </m:r>
                        </m:e>
                        <m:sub>
                          <m:r>
                            <a:rPr lang="en-US" altLang="zh-CN" sz="2000" b="1" i="1" dirty="0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zh-CN" altLang="en-US" sz="2000" b="1" dirty="0">
                  <a:solidFill>
                    <a:schemeClr val="accent5"/>
                  </a:solidFill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899" name="文本框 898">
                <a:extLst>
                  <a:ext uri="{FF2B5EF4-FFF2-40B4-BE49-F238E27FC236}">
                    <a16:creationId xmlns:a16="http://schemas.microsoft.com/office/drawing/2014/main" id="{32782CF4-D4CA-CA40-D016-8D14CCDAB0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1050" y="4259460"/>
                <a:ext cx="1071288" cy="400110"/>
              </a:xfrm>
              <a:prstGeom prst="rect">
                <a:avLst/>
              </a:prstGeom>
              <a:blipFill>
                <a:blip r:embed="rId16"/>
                <a:stretch>
                  <a:fillRect b="-1538"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00" name="文本框 899">
                <a:extLst>
                  <a:ext uri="{FF2B5EF4-FFF2-40B4-BE49-F238E27FC236}">
                    <a16:creationId xmlns:a16="http://schemas.microsoft.com/office/drawing/2014/main" id="{63AE646F-40D9-6A79-A6EC-30FDB999FD40}"/>
                  </a:ext>
                </a:extLst>
              </p:cNvPr>
              <p:cNvSpPr txBox="1"/>
              <p:nvPr/>
            </p:nvSpPr>
            <p:spPr>
              <a:xfrm>
                <a:off x="7402298" y="4276699"/>
                <a:ext cx="1071288" cy="400110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b="1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zh-CN" altLang="en-US" sz="2000" b="1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𝜵</m:t>
                          </m:r>
                          <m:r>
                            <a:rPr lang="en-US" altLang="zh-CN" sz="2000" b="1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𝑿</m:t>
                          </m:r>
                        </m:e>
                        <m:sub>
                          <m:r>
                            <a:rPr lang="en-US" altLang="zh-CN" sz="2000" b="1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zh-CN" altLang="en-US" sz="2000" b="1" dirty="0">
                  <a:solidFill>
                    <a:schemeClr val="accent6"/>
                  </a:solidFill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900" name="文本框 899">
                <a:extLst>
                  <a:ext uri="{FF2B5EF4-FFF2-40B4-BE49-F238E27FC236}">
                    <a16:creationId xmlns:a16="http://schemas.microsoft.com/office/drawing/2014/main" id="{63AE646F-40D9-6A79-A6EC-30FDB999FD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02298" y="4276699"/>
                <a:ext cx="1071288" cy="400110"/>
              </a:xfrm>
              <a:prstGeom prst="rect">
                <a:avLst/>
              </a:prstGeom>
              <a:blipFill>
                <a:blip r:embed="rId17"/>
                <a:stretch>
                  <a:fillRect b="-1538"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01" name="文本框 900">
                <a:extLst>
                  <a:ext uri="{FF2B5EF4-FFF2-40B4-BE49-F238E27FC236}">
                    <a16:creationId xmlns:a16="http://schemas.microsoft.com/office/drawing/2014/main" id="{03F863AC-6BB6-473F-527D-C96E28B607EB}"/>
                  </a:ext>
                </a:extLst>
              </p:cNvPr>
              <p:cNvSpPr txBox="1"/>
              <p:nvPr/>
            </p:nvSpPr>
            <p:spPr>
              <a:xfrm>
                <a:off x="9178397" y="4281460"/>
                <a:ext cx="1071288" cy="400110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b="1" i="1" dirty="0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zh-CN" altLang="en-US" sz="2000" b="1" i="1" dirty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𝜵</m:t>
                          </m:r>
                          <m:r>
                            <a:rPr lang="en-US" altLang="zh-CN" sz="2000" b="1" i="1" dirty="0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𝑯</m:t>
                          </m:r>
                        </m:e>
                        <m:sub>
                          <m:r>
                            <a:rPr lang="en-US" altLang="zh-CN" sz="2000" b="1" i="1" dirty="0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zh-CN" altLang="en-US" sz="2000" b="1" dirty="0">
                  <a:solidFill>
                    <a:schemeClr val="accent5"/>
                  </a:solidFill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901" name="文本框 900">
                <a:extLst>
                  <a:ext uri="{FF2B5EF4-FFF2-40B4-BE49-F238E27FC236}">
                    <a16:creationId xmlns:a16="http://schemas.microsoft.com/office/drawing/2014/main" id="{03F863AC-6BB6-473F-527D-C96E28B607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78397" y="4281460"/>
                <a:ext cx="1071288" cy="400110"/>
              </a:xfrm>
              <a:prstGeom prst="rect">
                <a:avLst/>
              </a:prstGeom>
              <a:blipFill>
                <a:blip r:embed="rId18"/>
                <a:stretch>
                  <a:fillRect b="-1515"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22" name="矩形 921">
                <a:extLst>
                  <a:ext uri="{FF2B5EF4-FFF2-40B4-BE49-F238E27FC236}">
                    <a16:creationId xmlns:a16="http://schemas.microsoft.com/office/drawing/2014/main" id="{ED429E43-819F-9340-0DBA-E011D3EB87C5}"/>
                  </a:ext>
                </a:extLst>
              </p:cNvPr>
              <p:cNvSpPr/>
              <p:nvPr/>
            </p:nvSpPr>
            <p:spPr>
              <a:xfrm>
                <a:off x="9440435" y="3325806"/>
                <a:ext cx="569957" cy="30777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140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Loss</m:t>
                      </m:r>
                    </m:oMath>
                  </m:oMathPara>
                </a14:m>
                <a:endParaRPr lang="zh-CN" altLang="en-US" sz="1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922" name="矩形 921">
                <a:extLst>
                  <a:ext uri="{FF2B5EF4-FFF2-40B4-BE49-F238E27FC236}">
                    <a16:creationId xmlns:a16="http://schemas.microsoft.com/office/drawing/2014/main" id="{ED429E43-819F-9340-0DBA-E011D3EB87C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40435" y="3325806"/>
                <a:ext cx="569957" cy="307777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23" name="矩形: 圆角 922">
            <a:extLst>
              <a:ext uri="{FF2B5EF4-FFF2-40B4-BE49-F238E27FC236}">
                <a16:creationId xmlns:a16="http://schemas.microsoft.com/office/drawing/2014/main" id="{B760A6C3-FAE2-3C24-4F78-835433D5C372}"/>
              </a:ext>
            </a:extLst>
          </p:cNvPr>
          <p:cNvSpPr/>
          <p:nvPr/>
        </p:nvSpPr>
        <p:spPr>
          <a:xfrm>
            <a:off x="9480432" y="3311601"/>
            <a:ext cx="412824" cy="327552"/>
          </a:xfrm>
          <a:prstGeom prst="roundRect">
            <a:avLst>
              <a:gd name="adj" fmla="val 31589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24" name="椭圆 923">
            <a:extLst>
              <a:ext uri="{FF2B5EF4-FFF2-40B4-BE49-F238E27FC236}">
                <a16:creationId xmlns:a16="http://schemas.microsoft.com/office/drawing/2014/main" id="{296E6076-02DF-D335-42F3-877F466AB1D2}"/>
              </a:ext>
            </a:extLst>
          </p:cNvPr>
          <p:cNvSpPr/>
          <p:nvPr/>
        </p:nvSpPr>
        <p:spPr>
          <a:xfrm>
            <a:off x="3027088" y="3288595"/>
            <a:ext cx="663403" cy="33626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25" name="矩形 924">
                <a:extLst>
                  <a:ext uri="{FF2B5EF4-FFF2-40B4-BE49-F238E27FC236}">
                    <a16:creationId xmlns:a16="http://schemas.microsoft.com/office/drawing/2014/main" id="{9B75DFCF-180A-7525-83D5-08BE09B76F85}"/>
                  </a:ext>
                </a:extLst>
              </p:cNvPr>
              <p:cNvSpPr/>
              <p:nvPr/>
            </p:nvSpPr>
            <p:spPr>
              <a:xfrm>
                <a:off x="2990489" y="3291057"/>
                <a:ext cx="792718" cy="34881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160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∇</m:t>
                      </m:r>
                      <m:sSup>
                        <m:sSupPr>
                          <m:ctrlPr>
                            <a:rPr lang="en-US" altLang="zh-CN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pPr>
                        <m:e>
                          <m:r>
                            <a:rPr lang="en-US" altLang="zh-CN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𝑊</m:t>
                          </m:r>
                        </m:e>
                        <m:sup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(1)</m:t>
                          </m:r>
                        </m:sup>
                      </m:sSup>
                    </m:oMath>
                  </m:oMathPara>
                </a14:m>
                <a:endParaRPr lang="zh-CN" alt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925" name="矩形 924">
                <a:extLst>
                  <a:ext uri="{FF2B5EF4-FFF2-40B4-BE49-F238E27FC236}">
                    <a16:creationId xmlns:a16="http://schemas.microsoft.com/office/drawing/2014/main" id="{9B75DFCF-180A-7525-83D5-08BE09B76F8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0489" y="3291057"/>
                <a:ext cx="792718" cy="348812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26" name="椭圆 925">
            <a:extLst>
              <a:ext uri="{FF2B5EF4-FFF2-40B4-BE49-F238E27FC236}">
                <a16:creationId xmlns:a16="http://schemas.microsoft.com/office/drawing/2014/main" id="{100092DE-9C7C-80FB-37F6-AF8C5C0C1F4D}"/>
              </a:ext>
            </a:extLst>
          </p:cNvPr>
          <p:cNvSpPr/>
          <p:nvPr/>
        </p:nvSpPr>
        <p:spPr>
          <a:xfrm>
            <a:off x="6630075" y="3310310"/>
            <a:ext cx="655837" cy="318859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27" name="矩形 926">
                <a:extLst>
                  <a:ext uri="{FF2B5EF4-FFF2-40B4-BE49-F238E27FC236}">
                    <a16:creationId xmlns:a16="http://schemas.microsoft.com/office/drawing/2014/main" id="{D6EA5A06-D763-95E2-22ED-155C0A6E39EE}"/>
                  </a:ext>
                </a:extLst>
              </p:cNvPr>
              <p:cNvSpPr/>
              <p:nvPr/>
            </p:nvSpPr>
            <p:spPr>
              <a:xfrm>
                <a:off x="6585907" y="3295366"/>
                <a:ext cx="792718" cy="34881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160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∇</m:t>
                      </m:r>
                      <m:sSup>
                        <m:sSupPr>
                          <m:ctrlPr>
                            <a:rPr lang="en-US" altLang="zh-CN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pPr>
                        <m:e>
                          <m:r>
                            <a:rPr lang="en-US" altLang="zh-CN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𝑊</m:t>
                          </m:r>
                        </m:e>
                        <m:sup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(2)</m:t>
                          </m:r>
                        </m:sup>
                      </m:sSup>
                    </m:oMath>
                  </m:oMathPara>
                </a14:m>
                <a:endParaRPr lang="zh-CN" alt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927" name="矩形 926">
                <a:extLst>
                  <a:ext uri="{FF2B5EF4-FFF2-40B4-BE49-F238E27FC236}">
                    <a16:creationId xmlns:a16="http://schemas.microsoft.com/office/drawing/2014/main" id="{D6EA5A06-D763-95E2-22ED-155C0A6E39E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5907" y="3295366"/>
                <a:ext cx="792718" cy="348813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28" name="直接箭头连接符 927">
            <a:extLst>
              <a:ext uri="{FF2B5EF4-FFF2-40B4-BE49-F238E27FC236}">
                <a16:creationId xmlns:a16="http://schemas.microsoft.com/office/drawing/2014/main" id="{7A6CC904-0CEA-AFCC-AEC0-628CA0539F28}"/>
              </a:ext>
            </a:extLst>
          </p:cNvPr>
          <p:cNvCxnSpPr>
            <a:cxnSpLocks/>
            <a:endCxn id="923" idx="0"/>
          </p:cNvCxnSpPr>
          <p:nvPr/>
        </p:nvCxnSpPr>
        <p:spPr>
          <a:xfrm>
            <a:off x="9683786" y="2714014"/>
            <a:ext cx="3058" cy="597587"/>
          </a:xfrm>
          <a:prstGeom prst="straightConnector1">
            <a:avLst/>
          </a:prstGeom>
          <a:ln w="19050"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29" name="直接箭头连接符 928">
            <a:extLst>
              <a:ext uri="{FF2B5EF4-FFF2-40B4-BE49-F238E27FC236}">
                <a16:creationId xmlns:a16="http://schemas.microsoft.com/office/drawing/2014/main" id="{F758FE53-F9A1-9343-5687-7A0C9CFD0F94}"/>
              </a:ext>
            </a:extLst>
          </p:cNvPr>
          <p:cNvCxnSpPr>
            <a:cxnSpLocks/>
            <a:stCxn id="923" idx="2"/>
          </p:cNvCxnSpPr>
          <p:nvPr/>
        </p:nvCxnSpPr>
        <p:spPr>
          <a:xfrm flipH="1">
            <a:off x="9680029" y="3639153"/>
            <a:ext cx="6815" cy="633209"/>
          </a:xfrm>
          <a:prstGeom prst="straightConnector1">
            <a:avLst/>
          </a:prstGeom>
          <a:ln w="19050"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30" name="直接箭头连接符 929">
            <a:extLst>
              <a:ext uri="{FF2B5EF4-FFF2-40B4-BE49-F238E27FC236}">
                <a16:creationId xmlns:a16="http://schemas.microsoft.com/office/drawing/2014/main" id="{08F709C5-C24D-A3AF-C4A8-40FF5ACF737F}"/>
              </a:ext>
            </a:extLst>
          </p:cNvPr>
          <p:cNvCxnSpPr>
            <a:cxnSpLocks/>
            <a:stCxn id="924" idx="4"/>
          </p:cNvCxnSpPr>
          <p:nvPr/>
        </p:nvCxnSpPr>
        <p:spPr>
          <a:xfrm flipH="1">
            <a:off x="3353394" y="3624861"/>
            <a:ext cx="5396" cy="622366"/>
          </a:xfrm>
          <a:prstGeom prst="straightConnector1">
            <a:avLst/>
          </a:prstGeom>
          <a:ln w="19050">
            <a:solidFill>
              <a:srgbClr val="FF0000"/>
            </a:solidFill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31" name="直接箭头连接符 930">
            <a:extLst>
              <a:ext uri="{FF2B5EF4-FFF2-40B4-BE49-F238E27FC236}">
                <a16:creationId xmlns:a16="http://schemas.microsoft.com/office/drawing/2014/main" id="{3C84B17E-76F4-A697-51D6-138A7FD91FF2}"/>
              </a:ext>
            </a:extLst>
          </p:cNvPr>
          <p:cNvCxnSpPr>
            <a:cxnSpLocks/>
          </p:cNvCxnSpPr>
          <p:nvPr/>
        </p:nvCxnSpPr>
        <p:spPr>
          <a:xfrm flipH="1">
            <a:off x="3569023" y="2703644"/>
            <a:ext cx="702236" cy="1588388"/>
          </a:xfrm>
          <a:prstGeom prst="straightConnector1">
            <a:avLst/>
          </a:prstGeom>
          <a:ln w="19050">
            <a:solidFill>
              <a:srgbClr val="FF0000"/>
            </a:solidFill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32" name="直接箭头连接符 931">
            <a:extLst>
              <a:ext uri="{FF2B5EF4-FFF2-40B4-BE49-F238E27FC236}">
                <a16:creationId xmlns:a16="http://schemas.microsoft.com/office/drawing/2014/main" id="{6237F9B1-3F32-132B-B1CF-FF4FD3923C6E}"/>
              </a:ext>
            </a:extLst>
          </p:cNvPr>
          <p:cNvCxnSpPr>
            <a:cxnSpLocks/>
          </p:cNvCxnSpPr>
          <p:nvPr/>
        </p:nvCxnSpPr>
        <p:spPr>
          <a:xfrm>
            <a:off x="2455825" y="2695307"/>
            <a:ext cx="700004" cy="1596725"/>
          </a:xfrm>
          <a:prstGeom prst="straightConnector1">
            <a:avLst/>
          </a:prstGeom>
          <a:ln w="19050">
            <a:solidFill>
              <a:srgbClr val="FF0000"/>
            </a:solidFill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33" name="直接箭头连接符 932">
            <a:extLst>
              <a:ext uri="{FF2B5EF4-FFF2-40B4-BE49-F238E27FC236}">
                <a16:creationId xmlns:a16="http://schemas.microsoft.com/office/drawing/2014/main" id="{A7CCC513-64A6-A0FE-7ACF-DA4E3D6581A1}"/>
              </a:ext>
            </a:extLst>
          </p:cNvPr>
          <p:cNvCxnSpPr>
            <a:cxnSpLocks/>
            <a:endCxn id="924" idx="0"/>
          </p:cNvCxnSpPr>
          <p:nvPr/>
        </p:nvCxnSpPr>
        <p:spPr>
          <a:xfrm flipH="1">
            <a:off x="3358791" y="2701181"/>
            <a:ext cx="1271" cy="587414"/>
          </a:xfrm>
          <a:prstGeom prst="straightConnector1">
            <a:avLst/>
          </a:prstGeom>
          <a:ln w="19050">
            <a:solidFill>
              <a:srgbClr val="FF0000"/>
            </a:solidFill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34" name="直接箭头连接符 933">
            <a:extLst>
              <a:ext uri="{FF2B5EF4-FFF2-40B4-BE49-F238E27FC236}">
                <a16:creationId xmlns:a16="http://schemas.microsoft.com/office/drawing/2014/main" id="{D668075E-4AAB-5816-C886-D8725BD3C231}"/>
              </a:ext>
            </a:extLst>
          </p:cNvPr>
          <p:cNvCxnSpPr>
            <a:cxnSpLocks/>
            <a:stCxn id="926" idx="4"/>
          </p:cNvCxnSpPr>
          <p:nvPr/>
        </p:nvCxnSpPr>
        <p:spPr>
          <a:xfrm flipH="1">
            <a:off x="6951733" y="3629172"/>
            <a:ext cx="6261" cy="622926"/>
          </a:xfrm>
          <a:prstGeom prst="straightConnector1">
            <a:avLst/>
          </a:prstGeom>
          <a:ln w="19050">
            <a:solidFill>
              <a:srgbClr val="FF0000"/>
            </a:solidFill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35" name="直接箭头连接符 934">
            <a:extLst>
              <a:ext uri="{FF2B5EF4-FFF2-40B4-BE49-F238E27FC236}">
                <a16:creationId xmlns:a16="http://schemas.microsoft.com/office/drawing/2014/main" id="{C7FC270F-44CC-77B9-04CE-D85B70D07E13}"/>
              </a:ext>
            </a:extLst>
          </p:cNvPr>
          <p:cNvCxnSpPr>
            <a:cxnSpLocks/>
          </p:cNvCxnSpPr>
          <p:nvPr/>
        </p:nvCxnSpPr>
        <p:spPr>
          <a:xfrm flipH="1">
            <a:off x="7164441" y="2707960"/>
            <a:ext cx="702236" cy="1588388"/>
          </a:xfrm>
          <a:prstGeom prst="straightConnector1">
            <a:avLst/>
          </a:prstGeom>
          <a:ln w="19050">
            <a:solidFill>
              <a:srgbClr val="FF0000"/>
            </a:solidFill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36" name="直接箭头连接符 935">
            <a:extLst>
              <a:ext uri="{FF2B5EF4-FFF2-40B4-BE49-F238E27FC236}">
                <a16:creationId xmlns:a16="http://schemas.microsoft.com/office/drawing/2014/main" id="{0136724F-D4B2-C67F-EF63-0D68C7C6CCFF}"/>
              </a:ext>
            </a:extLst>
          </p:cNvPr>
          <p:cNvCxnSpPr>
            <a:cxnSpLocks/>
          </p:cNvCxnSpPr>
          <p:nvPr/>
        </p:nvCxnSpPr>
        <p:spPr>
          <a:xfrm>
            <a:off x="6051244" y="2699623"/>
            <a:ext cx="700004" cy="1596725"/>
          </a:xfrm>
          <a:prstGeom prst="straightConnector1">
            <a:avLst/>
          </a:prstGeom>
          <a:ln w="19050">
            <a:solidFill>
              <a:srgbClr val="FF0000"/>
            </a:solidFill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37" name="直接箭头连接符 936">
            <a:extLst>
              <a:ext uri="{FF2B5EF4-FFF2-40B4-BE49-F238E27FC236}">
                <a16:creationId xmlns:a16="http://schemas.microsoft.com/office/drawing/2014/main" id="{FC2384DA-D3F9-3FDB-4005-37E7CD4C0DCC}"/>
              </a:ext>
            </a:extLst>
          </p:cNvPr>
          <p:cNvCxnSpPr>
            <a:cxnSpLocks/>
            <a:endCxn id="926" idx="0"/>
          </p:cNvCxnSpPr>
          <p:nvPr/>
        </p:nvCxnSpPr>
        <p:spPr>
          <a:xfrm>
            <a:off x="6955485" y="2705497"/>
            <a:ext cx="2509" cy="604816"/>
          </a:xfrm>
          <a:prstGeom prst="straightConnector1">
            <a:avLst/>
          </a:prstGeom>
          <a:ln w="19050">
            <a:solidFill>
              <a:srgbClr val="FF0000"/>
            </a:solidFill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06B4A20E-F0B7-4304-4BDD-A5F49D34458B}"/>
              </a:ext>
            </a:extLst>
          </p:cNvPr>
          <p:cNvSpPr txBox="1"/>
          <p:nvPr/>
        </p:nvSpPr>
        <p:spPr>
          <a:xfrm>
            <a:off x="2969576" y="1801764"/>
            <a:ext cx="914954" cy="369332"/>
          </a:xfrm>
          <a:prstGeom prst="rect">
            <a:avLst/>
          </a:prstGeom>
          <a:solidFill>
            <a:srgbClr val="F8CBAD"/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T Task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74AB978-426D-8D5B-00F8-45D9772EB930}"/>
              </a:ext>
            </a:extLst>
          </p:cNvPr>
          <p:cNvSpPr txBox="1"/>
          <p:nvPr/>
        </p:nvSpPr>
        <p:spPr>
          <a:xfrm>
            <a:off x="4785228" y="1801764"/>
            <a:ext cx="914954" cy="369332"/>
          </a:xfrm>
          <a:prstGeom prst="rect">
            <a:avLst/>
          </a:prstGeom>
          <a:solidFill>
            <a:srgbClr val="BDD7EE"/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 Task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5AF9597-3263-47FE-7A76-76D2F2A0A9D5}"/>
              </a:ext>
            </a:extLst>
          </p:cNvPr>
          <p:cNvSpPr txBox="1"/>
          <p:nvPr/>
        </p:nvSpPr>
        <p:spPr>
          <a:xfrm>
            <a:off x="6600880" y="1801764"/>
            <a:ext cx="914954" cy="369332"/>
          </a:xfrm>
          <a:prstGeom prst="rect">
            <a:avLst/>
          </a:prstGeom>
          <a:solidFill>
            <a:srgbClr val="F8CBAD"/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T Task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7A27D96-7D4A-E265-91EE-20840389E897}"/>
              </a:ext>
            </a:extLst>
          </p:cNvPr>
          <p:cNvSpPr txBox="1"/>
          <p:nvPr/>
        </p:nvSpPr>
        <p:spPr>
          <a:xfrm>
            <a:off x="8416531" y="1801764"/>
            <a:ext cx="914954" cy="369332"/>
          </a:xfrm>
          <a:prstGeom prst="rect">
            <a:avLst/>
          </a:prstGeom>
          <a:solidFill>
            <a:srgbClr val="BDD7EE"/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 Task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FEFD0AE-E61B-B830-DAA0-B504F18D0C0B}"/>
              </a:ext>
            </a:extLst>
          </p:cNvPr>
          <p:cNvSpPr/>
          <p:nvPr/>
        </p:nvSpPr>
        <p:spPr>
          <a:xfrm>
            <a:off x="1132553" y="4255613"/>
            <a:ext cx="119776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i="0" dirty="0">
                <a:latin typeface="Arial" panose="020B0604020202020204" pitchFamily="34" charset="0"/>
                <a:cs typeface="Arial" panose="020B0604020202020204" pitchFamily="34" charset="0"/>
              </a:rPr>
              <a:t>Backward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AA521CC-B589-C8B5-6559-0B960A337C03}"/>
              </a:ext>
            </a:extLst>
          </p:cNvPr>
          <p:cNvSpPr txBox="1"/>
          <p:nvPr/>
        </p:nvSpPr>
        <p:spPr>
          <a:xfrm>
            <a:off x="3372937" y="5020089"/>
            <a:ext cx="3966593" cy="461665"/>
          </a:xfrm>
          <a:prstGeom prst="rect">
            <a:avLst/>
          </a:prstGeom>
          <a:noFill/>
          <a:ln w="19050">
            <a:noFill/>
            <a:prstDash val="solid"/>
          </a:ln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</a:rPr>
              <a:t>Requires intermediate data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11" name="箭头: 右 1121">
            <a:extLst>
              <a:ext uri="{FF2B5EF4-FFF2-40B4-BE49-F238E27FC236}">
                <a16:creationId xmlns:a16="http://schemas.microsoft.com/office/drawing/2014/main" id="{CD277A3C-631E-6057-C931-294B296CD271}"/>
              </a:ext>
            </a:extLst>
          </p:cNvPr>
          <p:cNvSpPr/>
          <p:nvPr/>
        </p:nvSpPr>
        <p:spPr>
          <a:xfrm rot="3526646">
            <a:off x="3511206" y="4814490"/>
            <a:ext cx="349319" cy="218689"/>
          </a:xfrm>
          <a:prstGeom prst="rightArrow">
            <a:avLst/>
          </a:prstGeom>
          <a:solidFill>
            <a:schemeClr val="bg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箭头: 右 1121">
            <a:extLst>
              <a:ext uri="{FF2B5EF4-FFF2-40B4-BE49-F238E27FC236}">
                <a16:creationId xmlns:a16="http://schemas.microsoft.com/office/drawing/2014/main" id="{64FB4633-CA6C-1497-16DB-133AB45E82BA}"/>
              </a:ext>
            </a:extLst>
          </p:cNvPr>
          <p:cNvSpPr/>
          <p:nvPr/>
        </p:nvSpPr>
        <p:spPr>
          <a:xfrm rot="6935154">
            <a:off x="6572279" y="4802763"/>
            <a:ext cx="349319" cy="218689"/>
          </a:xfrm>
          <a:prstGeom prst="rightArrow">
            <a:avLst/>
          </a:prstGeom>
          <a:solidFill>
            <a:schemeClr val="bg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163625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50D34F72-5712-631F-96BE-0638988B78BC}"/>
              </a:ext>
            </a:extLst>
          </p:cNvPr>
          <p:cNvSpPr/>
          <p:nvPr/>
        </p:nvSpPr>
        <p:spPr>
          <a:xfrm>
            <a:off x="1132553" y="4255613"/>
            <a:ext cx="119776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i="0" dirty="0">
                <a:latin typeface="Arial" panose="020B0604020202020204" pitchFamily="34" charset="0"/>
                <a:cs typeface="Arial" panose="020B0604020202020204" pitchFamily="34" charset="0"/>
              </a:rPr>
              <a:t>Backward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288000" y="0"/>
            <a:ext cx="11164860" cy="141763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badi" panose="020B0604020202020204" pitchFamily="34" charset="0"/>
                <a:sym typeface="+mn-ea"/>
              </a:rPr>
              <a:t>Multi-GPU GNN Systems with Data Parallelism</a:t>
            </a:r>
            <a:endParaRPr lang="en-US" altLang="zh-CN" sz="3600" dirty="0">
              <a:latin typeface="Century Gothic" panose="020B050202020202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5" name="Rectangle 10"/>
          <p:cNvSpPr/>
          <p:nvPr/>
        </p:nvSpPr>
        <p:spPr>
          <a:xfrm>
            <a:off x="0" y="420787"/>
            <a:ext cx="288000" cy="57606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657" name="矩形 656">
            <a:extLst>
              <a:ext uri="{FF2B5EF4-FFF2-40B4-BE49-F238E27FC236}">
                <a16:creationId xmlns:a16="http://schemas.microsoft.com/office/drawing/2014/main" id="{122707FE-F23D-9EC2-A658-286E52EED6F0}"/>
              </a:ext>
            </a:extLst>
          </p:cNvPr>
          <p:cNvSpPr/>
          <p:nvPr/>
        </p:nvSpPr>
        <p:spPr>
          <a:xfrm>
            <a:off x="282280" y="5640460"/>
            <a:ext cx="11668471" cy="115353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59" name="文本框 658">
            <a:extLst>
              <a:ext uri="{FF2B5EF4-FFF2-40B4-BE49-F238E27FC236}">
                <a16:creationId xmlns:a16="http://schemas.microsoft.com/office/drawing/2014/main" id="{C3325C92-8017-D209-BA86-E92D3C0460F3}"/>
              </a:ext>
            </a:extLst>
          </p:cNvPr>
          <p:cNvSpPr txBox="1"/>
          <p:nvPr/>
        </p:nvSpPr>
        <p:spPr>
          <a:xfrm>
            <a:off x="241248" y="6064139"/>
            <a:ext cx="3157268" cy="400110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FF0000"/>
                </a:solidFill>
                <a:cs typeface="Arial" panose="020B0604020202020204" pitchFamily="34" charset="0"/>
              </a:rPr>
              <a:t>The Memory of GPU 1</a:t>
            </a:r>
            <a:endParaRPr lang="zh-CN" altLang="en-US" sz="3200" b="1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  <p:grpSp>
        <p:nvGrpSpPr>
          <p:cNvPr id="597" name="组合 596">
            <a:extLst>
              <a:ext uri="{FF2B5EF4-FFF2-40B4-BE49-F238E27FC236}">
                <a16:creationId xmlns:a16="http://schemas.microsoft.com/office/drawing/2014/main" id="{A3AB9EC3-2062-BD90-4223-E74AE1176097}"/>
              </a:ext>
            </a:extLst>
          </p:cNvPr>
          <p:cNvGrpSpPr/>
          <p:nvPr/>
        </p:nvGrpSpPr>
        <p:grpSpPr>
          <a:xfrm>
            <a:off x="3460133" y="6068274"/>
            <a:ext cx="621640" cy="669775"/>
            <a:chOff x="3656357" y="6507685"/>
            <a:chExt cx="621640" cy="669775"/>
          </a:xfrm>
        </p:grpSpPr>
        <p:sp>
          <p:nvSpPr>
            <p:cNvPr id="598" name="矩形 1174">
              <a:extLst>
                <a:ext uri="{FF2B5EF4-FFF2-40B4-BE49-F238E27FC236}">
                  <a16:creationId xmlns:a16="http://schemas.microsoft.com/office/drawing/2014/main" id="{2C73A039-57CE-A483-8347-742AC622A14C}"/>
                </a:ext>
              </a:extLst>
            </p:cNvPr>
            <p:cNvSpPr/>
            <p:nvPr/>
          </p:nvSpPr>
          <p:spPr>
            <a:xfrm rot="10800000">
              <a:off x="3657805" y="7037952"/>
              <a:ext cx="618707" cy="139508"/>
            </a:xfrm>
            <a:custGeom>
              <a:avLst/>
              <a:gdLst>
                <a:gd name="connsiteX0" fmla="*/ 0 w 595706"/>
                <a:gd name="connsiteY0" fmla="*/ 0 h 92965"/>
                <a:gd name="connsiteX1" fmla="*/ 595706 w 595706"/>
                <a:gd name="connsiteY1" fmla="*/ 0 h 92965"/>
                <a:gd name="connsiteX2" fmla="*/ 595706 w 595706"/>
                <a:gd name="connsiteY2" fmla="*/ 92965 h 92965"/>
                <a:gd name="connsiteX3" fmla="*/ 0 w 595706"/>
                <a:gd name="connsiteY3" fmla="*/ 92965 h 92965"/>
                <a:gd name="connsiteX4" fmla="*/ 0 w 595706"/>
                <a:gd name="connsiteY4" fmla="*/ 0 h 92965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131 w 595837"/>
                <a:gd name="connsiteY0" fmla="*/ 0 h 148754"/>
                <a:gd name="connsiteX1" fmla="*/ 595837 w 595837"/>
                <a:gd name="connsiteY1" fmla="*/ 0 h 148754"/>
                <a:gd name="connsiteX2" fmla="*/ 595837 w 595837"/>
                <a:gd name="connsiteY2" fmla="*/ 92965 h 148754"/>
                <a:gd name="connsiteX3" fmla="*/ 131 w 595837"/>
                <a:gd name="connsiteY3" fmla="*/ 148754 h 148754"/>
                <a:gd name="connsiteX4" fmla="*/ 131 w 595837"/>
                <a:gd name="connsiteY4" fmla="*/ 0 h 148754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56571"/>
                <a:gd name="connsiteX1" fmla="*/ 595837 w 595837"/>
                <a:gd name="connsiteY1" fmla="*/ 0 h 156571"/>
                <a:gd name="connsiteX2" fmla="*/ 594316 w 595837"/>
                <a:gd name="connsiteY2" fmla="*/ 141984 h 156571"/>
                <a:gd name="connsiteX3" fmla="*/ 131 w 595837"/>
                <a:gd name="connsiteY3" fmla="*/ 140590 h 156571"/>
                <a:gd name="connsiteX4" fmla="*/ 131 w 595837"/>
                <a:gd name="connsiteY4" fmla="*/ 0 h 156571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0 w 600949"/>
                <a:gd name="connsiteY0" fmla="*/ 0 h 271309"/>
                <a:gd name="connsiteX1" fmla="*/ 600949 w 600949"/>
                <a:gd name="connsiteY1" fmla="*/ 0 h 271309"/>
                <a:gd name="connsiteX2" fmla="*/ 599428 w 600949"/>
                <a:gd name="connsiteY2" fmla="*/ 141984 h 271309"/>
                <a:gd name="connsiteX3" fmla="*/ 3722 w 600949"/>
                <a:gd name="connsiteY3" fmla="*/ 271309 h 271309"/>
                <a:gd name="connsiteX4" fmla="*/ 0 w 600949"/>
                <a:gd name="connsiteY4" fmla="*/ 0 h 271309"/>
                <a:gd name="connsiteX0" fmla="*/ 0 w 599639"/>
                <a:gd name="connsiteY0" fmla="*/ 0 h 271309"/>
                <a:gd name="connsiteX1" fmla="*/ 599639 w 599639"/>
                <a:gd name="connsiteY1" fmla="*/ 0 h 271309"/>
                <a:gd name="connsiteX2" fmla="*/ 599428 w 599639"/>
                <a:gd name="connsiteY2" fmla="*/ 141984 h 271309"/>
                <a:gd name="connsiteX3" fmla="*/ 3722 w 599639"/>
                <a:gd name="connsiteY3" fmla="*/ 271309 h 271309"/>
                <a:gd name="connsiteX4" fmla="*/ 0 w 599639"/>
                <a:gd name="connsiteY4" fmla="*/ 0 h 271309"/>
                <a:gd name="connsiteX0" fmla="*/ 0 w 597018"/>
                <a:gd name="connsiteY0" fmla="*/ 0 h 271309"/>
                <a:gd name="connsiteX1" fmla="*/ 597018 w 597018"/>
                <a:gd name="connsiteY1" fmla="*/ 0 h 271309"/>
                <a:gd name="connsiteX2" fmla="*/ 596807 w 597018"/>
                <a:gd name="connsiteY2" fmla="*/ 141984 h 271309"/>
                <a:gd name="connsiteX3" fmla="*/ 1101 w 597018"/>
                <a:gd name="connsiteY3" fmla="*/ 271309 h 271309"/>
                <a:gd name="connsiteX4" fmla="*/ 0 w 597018"/>
                <a:gd name="connsiteY4" fmla="*/ 0 h 271309"/>
                <a:gd name="connsiteX0" fmla="*/ 0 w 596807"/>
                <a:gd name="connsiteY0" fmla="*/ 0 h 271309"/>
                <a:gd name="connsiteX1" fmla="*/ 591775 w 596807"/>
                <a:gd name="connsiteY1" fmla="*/ 0 h 271309"/>
                <a:gd name="connsiteX2" fmla="*/ 596807 w 596807"/>
                <a:gd name="connsiteY2" fmla="*/ 141984 h 271309"/>
                <a:gd name="connsiteX3" fmla="*/ 1101 w 596807"/>
                <a:gd name="connsiteY3" fmla="*/ 271309 h 271309"/>
                <a:gd name="connsiteX4" fmla="*/ 0 w 596807"/>
                <a:gd name="connsiteY4" fmla="*/ 0 h 271309"/>
                <a:gd name="connsiteX0" fmla="*/ 0 w 596807"/>
                <a:gd name="connsiteY0" fmla="*/ 0 h 271309"/>
                <a:gd name="connsiteX1" fmla="*/ 595708 w 596807"/>
                <a:gd name="connsiteY1" fmla="*/ 0 h 271309"/>
                <a:gd name="connsiteX2" fmla="*/ 596807 w 596807"/>
                <a:gd name="connsiteY2" fmla="*/ 141984 h 271309"/>
                <a:gd name="connsiteX3" fmla="*/ 1101 w 596807"/>
                <a:gd name="connsiteY3" fmla="*/ 271309 h 271309"/>
                <a:gd name="connsiteX4" fmla="*/ 0 w 596807"/>
                <a:gd name="connsiteY4" fmla="*/ 0 h 271309"/>
                <a:gd name="connsiteX0" fmla="*/ 0 w 595708"/>
                <a:gd name="connsiteY0" fmla="*/ 0 h 271309"/>
                <a:gd name="connsiteX1" fmla="*/ 595708 w 595708"/>
                <a:gd name="connsiteY1" fmla="*/ 0 h 271309"/>
                <a:gd name="connsiteX2" fmla="*/ 594186 w 595708"/>
                <a:gd name="connsiteY2" fmla="*/ 141985 h 271309"/>
                <a:gd name="connsiteX3" fmla="*/ 1101 w 595708"/>
                <a:gd name="connsiteY3" fmla="*/ 271309 h 271309"/>
                <a:gd name="connsiteX4" fmla="*/ 0 w 595708"/>
                <a:gd name="connsiteY4" fmla="*/ 0 h 271309"/>
                <a:gd name="connsiteX0" fmla="*/ 0 w 596439"/>
                <a:gd name="connsiteY0" fmla="*/ 109083 h 380392"/>
                <a:gd name="connsiteX1" fmla="*/ 595708 w 596439"/>
                <a:gd name="connsiteY1" fmla="*/ 109083 h 380392"/>
                <a:gd name="connsiteX2" fmla="*/ 594186 w 596439"/>
                <a:gd name="connsiteY2" fmla="*/ 251068 h 380392"/>
                <a:gd name="connsiteX3" fmla="*/ 1101 w 596439"/>
                <a:gd name="connsiteY3" fmla="*/ 380392 h 380392"/>
                <a:gd name="connsiteX4" fmla="*/ 0 w 596439"/>
                <a:gd name="connsiteY4" fmla="*/ 109083 h 380392"/>
                <a:gd name="connsiteX0" fmla="*/ 0 w 595708"/>
                <a:gd name="connsiteY0" fmla="*/ 0 h 271309"/>
                <a:gd name="connsiteX1" fmla="*/ 595708 w 595708"/>
                <a:gd name="connsiteY1" fmla="*/ 0 h 271309"/>
                <a:gd name="connsiteX2" fmla="*/ 594186 w 595708"/>
                <a:gd name="connsiteY2" fmla="*/ 141985 h 271309"/>
                <a:gd name="connsiteX3" fmla="*/ 1101 w 595708"/>
                <a:gd name="connsiteY3" fmla="*/ 271309 h 271309"/>
                <a:gd name="connsiteX4" fmla="*/ 0 w 595708"/>
                <a:gd name="connsiteY4" fmla="*/ 0 h 271309"/>
                <a:gd name="connsiteX0" fmla="*/ 0 w 596808"/>
                <a:gd name="connsiteY0" fmla="*/ 0 h 271309"/>
                <a:gd name="connsiteX1" fmla="*/ 595708 w 596808"/>
                <a:gd name="connsiteY1" fmla="*/ 0 h 271309"/>
                <a:gd name="connsiteX2" fmla="*/ 596808 w 596808"/>
                <a:gd name="connsiteY2" fmla="*/ 141985 h 271309"/>
                <a:gd name="connsiteX3" fmla="*/ 1101 w 596808"/>
                <a:gd name="connsiteY3" fmla="*/ 271309 h 271309"/>
                <a:gd name="connsiteX4" fmla="*/ 0 w 596808"/>
                <a:gd name="connsiteY4" fmla="*/ 0 h 271309"/>
                <a:gd name="connsiteX0" fmla="*/ 0 w 596808"/>
                <a:gd name="connsiteY0" fmla="*/ 0 h 271309"/>
                <a:gd name="connsiteX1" fmla="*/ 595708 w 596808"/>
                <a:gd name="connsiteY1" fmla="*/ 0 h 271309"/>
                <a:gd name="connsiteX2" fmla="*/ 596808 w 596808"/>
                <a:gd name="connsiteY2" fmla="*/ 141985 h 271309"/>
                <a:gd name="connsiteX3" fmla="*/ 1101 w 596808"/>
                <a:gd name="connsiteY3" fmla="*/ 271309 h 271309"/>
                <a:gd name="connsiteX4" fmla="*/ 0 w 596808"/>
                <a:gd name="connsiteY4" fmla="*/ 0 h 271309"/>
                <a:gd name="connsiteX0" fmla="*/ 0 w 596808"/>
                <a:gd name="connsiteY0" fmla="*/ 0 h 271309"/>
                <a:gd name="connsiteX1" fmla="*/ 595708 w 596808"/>
                <a:gd name="connsiteY1" fmla="*/ 0 h 271309"/>
                <a:gd name="connsiteX2" fmla="*/ 596808 w 596808"/>
                <a:gd name="connsiteY2" fmla="*/ 141985 h 271309"/>
                <a:gd name="connsiteX3" fmla="*/ 1101 w 596808"/>
                <a:gd name="connsiteY3" fmla="*/ 271309 h 271309"/>
                <a:gd name="connsiteX4" fmla="*/ 0 w 596808"/>
                <a:gd name="connsiteY4" fmla="*/ 0 h 271309"/>
                <a:gd name="connsiteX0" fmla="*/ 0 w 595708"/>
                <a:gd name="connsiteY0" fmla="*/ 0 h 271309"/>
                <a:gd name="connsiteX1" fmla="*/ 595708 w 595708"/>
                <a:gd name="connsiteY1" fmla="*/ 0 h 271309"/>
                <a:gd name="connsiteX2" fmla="*/ 594186 w 595708"/>
                <a:gd name="connsiteY2" fmla="*/ 141985 h 271309"/>
                <a:gd name="connsiteX3" fmla="*/ 1101 w 595708"/>
                <a:gd name="connsiteY3" fmla="*/ 271309 h 271309"/>
                <a:gd name="connsiteX4" fmla="*/ 0 w 595708"/>
                <a:gd name="connsiteY4" fmla="*/ 0 h 271309"/>
                <a:gd name="connsiteX0" fmla="*/ 0 w 595708"/>
                <a:gd name="connsiteY0" fmla="*/ 0 h 271309"/>
                <a:gd name="connsiteX1" fmla="*/ 595708 w 595708"/>
                <a:gd name="connsiteY1" fmla="*/ 0 h 271309"/>
                <a:gd name="connsiteX2" fmla="*/ 594186 w 595708"/>
                <a:gd name="connsiteY2" fmla="*/ 141985 h 271309"/>
                <a:gd name="connsiteX3" fmla="*/ 1101 w 595708"/>
                <a:gd name="connsiteY3" fmla="*/ 271309 h 271309"/>
                <a:gd name="connsiteX4" fmla="*/ 0 w 595708"/>
                <a:gd name="connsiteY4" fmla="*/ 0 h 271309"/>
                <a:gd name="connsiteX0" fmla="*/ 0 w 595936"/>
                <a:gd name="connsiteY0" fmla="*/ 0 h 271309"/>
                <a:gd name="connsiteX1" fmla="*/ 595708 w 595936"/>
                <a:gd name="connsiteY1" fmla="*/ 0 h 271309"/>
                <a:gd name="connsiteX2" fmla="*/ 594186 w 595936"/>
                <a:gd name="connsiteY2" fmla="*/ 141985 h 271309"/>
                <a:gd name="connsiteX3" fmla="*/ 1101 w 595936"/>
                <a:gd name="connsiteY3" fmla="*/ 271309 h 271309"/>
                <a:gd name="connsiteX4" fmla="*/ 0 w 595936"/>
                <a:gd name="connsiteY4" fmla="*/ 0 h 271309"/>
                <a:gd name="connsiteX0" fmla="*/ 319 w 596255"/>
                <a:gd name="connsiteY0" fmla="*/ 0 h 271309"/>
                <a:gd name="connsiteX1" fmla="*/ 596027 w 596255"/>
                <a:gd name="connsiteY1" fmla="*/ 0 h 271309"/>
                <a:gd name="connsiteX2" fmla="*/ 594505 w 596255"/>
                <a:gd name="connsiteY2" fmla="*/ 141985 h 271309"/>
                <a:gd name="connsiteX3" fmla="*/ 110 w 596255"/>
                <a:gd name="connsiteY3" fmla="*/ 271309 h 271309"/>
                <a:gd name="connsiteX4" fmla="*/ 319 w 596255"/>
                <a:gd name="connsiteY4" fmla="*/ 0 h 271309"/>
                <a:gd name="connsiteX0" fmla="*/ 0 w 595936"/>
                <a:gd name="connsiteY0" fmla="*/ 0 h 271309"/>
                <a:gd name="connsiteX1" fmla="*/ 595708 w 595936"/>
                <a:gd name="connsiteY1" fmla="*/ 0 h 271309"/>
                <a:gd name="connsiteX2" fmla="*/ 594186 w 595936"/>
                <a:gd name="connsiteY2" fmla="*/ 141985 h 271309"/>
                <a:gd name="connsiteX3" fmla="*/ 1101 w 595936"/>
                <a:gd name="connsiteY3" fmla="*/ 271309 h 271309"/>
                <a:gd name="connsiteX4" fmla="*/ 0 w 595936"/>
                <a:gd name="connsiteY4" fmla="*/ 0 h 271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5936" h="271309">
                  <a:moveTo>
                    <a:pt x="0" y="0"/>
                  </a:moveTo>
                  <a:lnTo>
                    <a:pt x="595708" y="0"/>
                  </a:lnTo>
                  <a:cubicBezTo>
                    <a:pt x="595708" y="30988"/>
                    <a:pt x="596806" y="39550"/>
                    <a:pt x="594186" y="141985"/>
                  </a:cubicBezTo>
                  <a:cubicBezTo>
                    <a:pt x="404809" y="352086"/>
                    <a:pt x="341643" y="22672"/>
                    <a:pt x="1101" y="271309"/>
                  </a:cubicBezTo>
                  <a:cubicBezTo>
                    <a:pt x="647" y="226260"/>
                    <a:pt x="454" y="45049"/>
                    <a:pt x="0" y="0"/>
                  </a:cubicBez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599" name="组合 598">
              <a:extLst>
                <a:ext uri="{FF2B5EF4-FFF2-40B4-BE49-F238E27FC236}">
                  <a16:creationId xmlns:a16="http://schemas.microsoft.com/office/drawing/2014/main" id="{886584A2-8F14-0343-BBB5-66400C61BE8D}"/>
                </a:ext>
              </a:extLst>
            </p:cNvPr>
            <p:cNvGrpSpPr/>
            <p:nvPr/>
          </p:nvGrpSpPr>
          <p:grpSpPr>
            <a:xfrm>
              <a:off x="3656357" y="6507685"/>
              <a:ext cx="621640" cy="663817"/>
              <a:chOff x="3656357" y="6507685"/>
              <a:chExt cx="621640" cy="663817"/>
            </a:xfrm>
          </p:grpSpPr>
          <p:sp>
            <p:nvSpPr>
              <p:cNvPr id="600" name="矩形 599">
                <a:extLst>
                  <a:ext uri="{FF2B5EF4-FFF2-40B4-BE49-F238E27FC236}">
                    <a16:creationId xmlns:a16="http://schemas.microsoft.com/office/drawing/2014/main" id="{2F6AB136-4DF9-AA70-40CA-8EDCA4A1FE98}"/>
                  </a:ext>
                </a:extLst>
              </p:cNvPr>
              <p:cNvSpPr/>
              <p:nvPr/>
            </p:nvSpPr>
            <p:spPr>
              <a:xfrm>
                <a:off x="3656465" y="6640950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01" name="矩形 600">
                <a:extLst>
                  <a:ext uri="{FF2B5EF4-FFF2-40B4-BE49-F238E27FC236}">
                    <a16:creationId xmlns:a16="http://schemas.microsoft.com/office/drawing/2014/main" id="{C982E763-E1FC-89BD-FB27-F448F1BC94EB}"/>
                  </a:ext>
                </a:extLst>
              </p:cNvPr>
              <p:cNvSpPr/>
              <p:nvPr/>
            </p:nvSpPr>
            <p:spPr>
              <a:xfrm>
                <a:off x="3811875" y="6640950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02" name="矩形 601">
                <a:extLst>
                  <a:ext uri="{FF2B5EF4-FFF2-40B4-BE49-F238E27FC236}">
                    <a16:creationId xmlns:a16="http://schemas.microsoft.com/office/drawing/2014/main" id="{892005E8-9890-7EEE-DF73-CF2E818B6F00}"/>
                  </a:ext>
                </a:extLst>
              </p:cNvPr>
              <p:cNvSpPr/>
              <p:nvPr/>
            </p:nvSpPr>
            <p:spPr>
              <a:xfrm>
                <a:off x="3967285" y="6640950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03" name="矩形 602">
                <a:extLst>
                  <a:ext uri="{FF2B5EF4-FFF2-40B4-BE49-F238E27FC236}">
                    <a16:creationId xmlns:a16="http://schemas.microsoft.com/office/drawing/2014/main" id="{61A23AB9-1225-584B-F902-9B329100B108}"/>
                  </a:ext>
                </a:extLst>
              </p:cNvPr>
              <p:cNvSpPr/>
              <p:nvPr/>
            </p:nvSpPr>
            <p:spPr>
              <a:xfrm>
                <a:off x="4122695" y="6640950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04" name="矩形 603">
                <a:extLst>
                  <a:ext uri="{FF2B5EF4-FFF2-40B4-BE49-F238E27FC236}">
                    <a16:creationId xmlns:a16="http://schemas.microsoft.com/office/drawing/2014/main" id="{B2BB2A90-9AC8-D6F5-61F6-B9FE661445A1}"/>
                  </a:ext>
                </a:extLst>
              </p:cNvPr>
              <p:cNvSpPr/>
              <p:nvPr/>
            </p:nvSpPr>
            <p:spPr>
              <a:xfrm>
                <a:off x="3656465" y="6773574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05" name="矩形 604">
                <a:extLst>
                  <a:ext uri="{FF2B5EF4-FFF2-40B4-BE49-F238E27FC236}">
                    <a16:creationId xmlns:a16="http://schemas.microsoft.com/office/drawing/2014/main" id="{97399F19-77FD-4D0C-89BD-177D20715424}"/>
                  </a:ext>
                </a:extLst>
              </p:cNvPr>
              <p:cNvSpPr/>
              <p:nvPr/>
            </p:nvSpPr>
            <p:spPr>
              <a:xfrm>
                <a:off x="3811875" y="6773574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06" name="矩形 605">
                <a:extLst>
                  <a:ext uri="{FF2B5EF4-FFF2-40B4-BE49-F238E27FC236}">
                    <a16:creationId xmlns:a16="http://schemas.microsoft.com/office/drawing/2014/main" id="{B3745597-7EEE-5B6E-8368-905AA95F54B2}"/>
                  </a:ext>
                </a:extLst>
              </p:cNvPr>
              <p:cNvSpPr/>
              <p:nvPr/>
            </p:nvSpPr>
            <p:spPr>
              <a:xfrm>
                <a:off x="3967285" y="6773574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07" name="矩形 606">
                <a:extLst>
                  <a:ext uri="{FF2B5EF4-FFF2-40B4-BE49-F238E27FC236}">
                    <a16:creationId xmlns:a16="http://schemas.microsoft.com/office/drawing/2014/main" id="{8AD8ADEC-A240-398B-E5E0-3602D92F07E1}"/>
                  </a:ext>
                </a:extLst>
              </p:cNvPr>
              <p:cNvSpPr/>
              <p:nvPr/>
            </p:nvSpPr>
            <p:spPr>
              <a:xfrm>
                <a:off x="4122695" y="6773574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08" name="矩形 607">
                <a:extLst>
                  <a:ext uri="{FF2B5EF4-FFF2-40B4-BE49-F238E27FC236}">
                    <a16:creationId xmlns:a16="http://schemas.microsoft.com/office/drawing/2014/main" id="{7FDACAFC-F9A5-AAD7-00BA-680264C4398C}"/>
                  </a:ext>
                </a:extLst>
              </p:cNvPr>
              <p:cNvSpPr/>
              <p:nvPr/>
            </p:nvSpPr>
            <p:spPr>
              <a:xfrm>
                <a:off x="3656357" y="690625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09" name="矩形 608">
                <a:extLst>
                  <a:ext uri="{FF2B5EF4-FFF2-40B4-BE49-F238E27FC236}">
                    <a16:creationId xmlns:a16="http://schemas.microsoft.com/office/drawing/2014/main" id="{7FD77AC2-55D6-267D-FC85-C0386F52E383}"/>
                  </a:ext>
                </a:extLst>
              </p:cNvPr>
              <p:cNvSpPr/>
              <p:nvPr/>
            </p:nvSpPr>
            <p:spPr>
              <a:xfrm>
                <a:off x="3811767" y="690625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0" name="矩形 609">
                <a:extLst>
                  <a:ext uri="{FF2B5EF4-FFF2-40B4-BE49-F238E27FC236}">
                    <a16:creationId xmlns:a16="http://schemas.microsoft.com/office/drawing/2014/main" id="{2F4429C3-A915-E5A9-AE97-B6B6310F3B74}"/>
                  </a:ext>
                </a:extLst>
              </p:cNvPr>
              <p:cNvSpPr/>
              <p:nvPr/>
            </p:nvSpPr>
            <p:spPr>
              <a:xfrm>
                <a:off x="3967177" y="690625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1" name="矩形 610">
                <a:extLst>
                  <a:ext uri="{FF2B5EF4-FFF2-40B4-BE49-F238E27FC236}">
                    <a16:creationId xmlns:a16="http://schemas.microsoft.com/office/drawing/2014/main" id="{8603E164-2A0F-0F94-7C6F-E575B286D3A4}"/>
                  </a:ext>
                </a:extLst>
              </p:cNvPr>
              <p:cNvSpPr/>
              <p:nvPr/>
            </p:nvSpPr>
            <p:spPr>
              <a:xfrm>
                <a:off x="4122587" y="690625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2" name="矩形 611">
                <a:extLst>
                  <a:ext uri="{FF2B5EF4-FFF2-40B4-BE49-F238E27FC236}">
                    <a16:creationId xmlns:a16="http://schemas.microsoft.com/office/drawing/2014/main" id="{1BC2E19B-DAAF-F176-5CD9-564B33518FB3}"/>
                  </a:ext>
                </a:extLst>
              </p:cNvPr>
              <p:cNvSpPr/>
              <p:nvPr/>
            </p:nvSpPr>
            <p:spPr>
              <a:xfrm>
                <a:off x="3656357" y="7038879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3" name="矩形 612">
                <a:extLst>
                  <a:ext uri="{FF2B5EF4-FFF2-40B4-BE49-F238E27FC236}">
                    <a16:creationId xmlns:a16="http://schemas.microsoft.com/office/drawing/2014/main" id="{9ACDC26D-3623-8362-B0F8-52BF01ACA767}"/>
                  </a:ext>
                </a:extLst>
              </p:cNvPr>
              <p:cNvSpPr/>
              <p:nvPr/>
            </p:nvSpPr>
            <p:spPr>
              <a:xfrm>
                <a:off x="3811767" y="7038879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4" name="矩形 613">
                <a:extLst>
                  <a:ext uri="{FF2B5EF4-FFF2-40B4-BE49-F238E27FC236}">
                    <a16:creationId xmlns:a16="http://schemas.microsoft.com/office/drawing/2014/main" id="{4AF5F51E-45D8-D058-0507-B6143893702C}"/>
                  </a:ext>
                </a:extLst>
              </p:cNvPr>
              <p:cNvSpPr/>
              <p:nvPr/>
            </p:nvSpPr>
            <p:spPr>
              <a:xfrm>
                <a:off x="3967177" y="7038879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5" name="矩形 614">
                <a:extLst>
                  <a:ext uri="{FF2B5EF4-FFF2-40B4-BE49-F238E27FC236}">
                    <a16:creationId xmlns:a16="http://schemas.microsoft.com/office/drawing/2014/main" id="{87DE4D0D-7583-AC0C-B789-27A568D23CDF}"/>
                  </a:ext>
                </a:extLst>
              </p:cNvPr>
              <p:cNvSpPr/>
              <p:nvPr/>
            </p:nvSpPr>
            <p:spPr>
              <a:xfrm>
                <a:off x="4122587" y="7038879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6" name="矩形 615">
                <a:extLst>
                  <a:ext uri="{FF2B5EF4-FFF2-40B4-BE49-F238E27FC236}">
                    <a16:creationId xmlns:a16="http://schemas.microsoft.com/office/drawing/2014/main" id="{24C4F8F9-5418-C8F6-71E3-7606319331C5}"/>
                  </a:ext>
                </a:extLst>
              </p:cNvPr>
              <p:cNvSpPr/>
              <p:nvPr/>
            </p:nvSpPr>
            <p:spPr>
              <a:xfrm>
                <a:off x="3656357" y="650768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7" name="矩形 616">
                <a:extLst>
                  <a:ext uri="{FF2B5EF4-FFF2-40B4-BE49-F238E27FC236}">
                    <a16:creationId xmlns:a16="http://schemas.microsoft.com/office/drawing/2014/main" id="{22A8450A-9A05-1780-BE46-D9B2B0DE9DC7}"/>
                  </a:ext>
                </a:extLst>
              </p:cNvPr>
              <p:cNvSpPr/>
              <p:nvPr/>
            </p:nvSpPr>
            <p:spPr>
              <a:xfrm>
                <a:off x="3811767" y="650768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8" name="矩形 617">
                <a:extLst>
                  <a:ext uri="{FF2B5EF4-FFF2-40B4-BE49-F238E27FC236}">
                    <a16:creationId xmlns:a16="http://schemas.microsoft.com/office/drawing/2014/main" id="{F7796BBB-1D48-96B4-B8AE-FFD73B3832BD}"/>
                  </a:ext>
                </a:extLst>
              </p:cNvPr>
              <p:cNvSpPr/>
              <p:nvPr/>
            </p:nvSpPr>
            <p:spPr>
              <a:xfrm>
                <a:off x="3967177" y="650768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9" name="矩形 618">
                <a:extLst>
                  <a:ext uri="{FF2B5EF4-FFF2-40B4-BE49-F238E27FC236}">
                    <a16:creationId xmlns:a16="http://schemas.microsoft.com/office/drawing/2014/main" id="{A70362E8-F65D-0FC6-A927-56EE86569818}"/>
                  </a:ext>
                </a:extLst>
              </p:cNvPr>
              <p:cNvSpPr/>
              <p:nvPr/>
            </p:nvSpPr>
            <p:spPr>
              <a:xfrm>
                <a:off x="4122587" y="650768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779" name="组合 778">
            <a:extLst>
              <a:ext uri="{FF2B5EF4-FFF2-40B4-BE49-F238E27FC236}">
                <a16:creationId xmlns:a16="http://schemas.microsoft.com/office/drawing/2014/main" id="{AC900855-69EC-7D36-A03A-013E1B064C62}"/>
              </a:ext>
            </a:extLst>
          </p:cNvPr>
          <p:cNvGrpSpPr/>
          <p:nvPr/>
        </p:nvGrpSpPr>
        <p:grpSpPr>
          <a:xfrm>
            <a:off x="4623775" y="6074232"/>
            <a:ext cx="621640" cy="663817"/>
            <a:chOff x="4341455" y="6517035"/>
            <a:chExt cx="621640" cy="663817"/>
          </a:xfrm>
        </p:grpSpPr>
        <p:sp>
          <p:nvSpPr>
            <p:cNvPr id="780" name="矩形 1174">
              <a:extLst>
                <a:ext uri="{FF2B5EF4-FFF2-40B4-BE49-F238E27FC236}">
                  <a16:creationId xmlns:a16="http://schemas.microsoft.com/office/drawing/2014/main" id="{0498E65D-32FE-9D0B-DB90-613DBE3457EA}"/>
                </a:ext>
              </a:extLst>
            </p:cNvPr>
            <p:cNvSpPr/>
            <p:nvPr/>
          </p:nvSpPr>
          <p:spPr>
            <a:xfrm rot="10800000">
              <a:off x="4342830" y="6886022"/>
              <a:ext cx="618706" cy="226680"/>
            </a:xfrm>
            <a:custGeom>
              <a:avLst/>
              <a:gdLst>
                <a:gd name="connsiteX0" fmla="*/ 0 w 595706"/>
                <a:gd name="connsiteY0" fmla="*/ 0 h 92965"/>
                <a:gd name="connsiteX1" fmla="*/ 595706 w 595706"/>
                <a:gd name="connsiteY1" fmla="*/ 0 h 92965"/>
                <a:gd name="connsiteX2" fmla="*/ 595706 w 595706"/>
                <a:gd name="connsiteY2" fmla="*/ 92965 h 92965"/>
                <a:gd name="connsiteX3" fmla="*/ 0 w 595706"/>
                <a:gd name="connsiteY3" fmla="*/ 92965 h 92965"/>
                <a:gd name="connsiteX4" fmla="*/ 0 w 595706"/>
                <a:gd name="connsiteY4" fmla="*/ 0 h 92965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1422 w 594406"/>
                <a:gd name="connsiteY0" fmla="*/ 21376 h 135147"/>
                <a:gd name="connsiteX1" fmla="*/ 594406 w 594406"/>
                <a:gd name="connsiteY1" fmla="*/ 0 h 135147"/>
                <a:gd name="connsiteX2" fmla="*/ 594406 w 594406"/>
                <a:gd name="connsiteY2" fmla="*/ 92965 h 135147"/>
                <a:gd name="connsiteX3" fmla="*/ 61 w 594406"/>
                <a:gd name="connsiteY3" fmla="*/ 135147 h 135147"/>
                <a:gd name="connsiteX4" fmla="*/ 1422 w 594406"/>
                <a:gd name="connsiteY4" fmla="*/ 21376 h 135147"/>
                <a:gd name="connsiteX0" fmla="*/ 1422 w 594406"/>
                <a:gd name="connsiteY0" fmla="*/ 15599 h 135147"/>
                <a:gd name="connsiteX1" fmla="*/ 594406 w 594406"/>
                <a:gd name="connsiteY1" fmla="*/ 0 h 135147"/>
                <a:gd name="connsiteX2" fmla="*/ 594406 w 594406"/>
                <a:gd name="connsiteY2" fmla="*/ 92965 h 135147"/>
                <a:gd name="connsiteX3" fmla="*/ 61 w 594406"/>
                <a:gd name="connsiteY3" fmla="*/ 135147 h 135147"/>
                <a:gd name="connsiteX4" fmla="*/ 1422 w 594406"/>
                <a:gd name="connsiteY4" fmla="*/ 15599 h 135147"/>
                <a:gd name="connsiteX0" fmla="*/ 131 w 594476"/>
                <a:gd name="connsiteY0" fmla="*/ 4622 h 135147"/>
                <a:gd name="connsiteX1" fmla="*/ 594476 w 594476"/>
                <a:gd name="connsiteY1" fmla="*/ 0 h 135147"/>
                <a:gd name="connsiteX2" fmla="*/ 594476 w 594476"/>
                <a:gd name="connsiteY2" fmla="*/ 92965 h 135147"/>
                <a:gd name="connsiteX3" fmla="*/ 131 w 594476"/>
                <a:gd name="connsiteY3" fmla="*/ 135147 h 135147"/>
                <a:gd name="connsiteX4" fmla="*/ 131 w 594476"/>
                <a:gd name="connsiteY4" fmla="*/ 4622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22423 h 139660"/>
                <a:gd name="connsiteX1" fmla="*/ 595706 w 595706"/>
                <a:gd name="connsiteY1" fmla="*/ 4513 h 139660"/>
                <a:gd name="connsiteX2" fmla="*/ 595706 w 595706"/>
                <a:gd name="connsiteY2" fmla="*/ 97478 h 139660"/>
                <a:gd name="connsiteX3" fmla="*/ 1361 w 595706"/>
                <a:gd name="connsiteY3" fmla="*/ 139660 h 139660"/>
                <a:gd name="connsiteX4" fmla="*/ 0 w 595706"/>
                <a:gd name="connsiteY4" fmla="*/ 22423 h 139660"/>
                <a:gd name="connsiteX0" fmla="*/ 0 w 595706"/>
                <a:gd name="connsiteY0" fmla="*/ 26413 h 143650"/>
                <a:gd name="connsiteX1" fmla="*/ 595706 w 595706"/>
                <a:gd name="connsiteY1" fmla="*/ 8503 h 143650"/>
                <a:gd name="connsiteX2" fmla="*/ 595706 w 595706"/>
                <a:gd name="connsiteY2" fmla="*/ 101468 h 143650"/>
                <a:gd name="connsiteX3" fmla="*/ 1361 w 595706"/>
                <a:gd name="connsiteY3" fmla="*/ 143650 h 143650"/>
                <a:gd name="connsiteX4" fmla="*/ 0 w 595706"/>
                <a:gd name="connsiteY4" fmla="*/ 26413 h 143650"/>
                <a:gd name="connsiteX0" fmla="*/ 0 w 595706"/>
                <a:gd name="connsiteY0" fmla="*/ 21286 h 138523"/>
                <a:gd name="connsiteX1" fmla="*/ 595706 w 595706"/>
                <a:gd name="connsiteY1" fmla="*/ 3376 h 138523"/>
                <a:gd name="connsiteX2" fmla="*/ 595706 w 595706"/>
                <a:gd name="connsiteY2" fmla="*/ 96341 h 138523"/>
                <a:gd name="connsiteX3" fmla="*/ 1361 w 595706"/>
                <a:gd name="connsiteY3" fmla="*/ 138523 h 138523"/>
                <a:gd name="connsiteX4" fmla="*/ 0 w 595706"/>
                <a:gd name="connsiteY4" fmla="*/ 21286 h 138523"/>
                <a:gd name="connsiteX0" fmla="*/ 0 w 595706"/>
                <a:gd name="connsiteY0" fmla="*/ 22534 h 139771"/>
                <a:gd name="connsiteX1" fmla="*/ 595706 w 595706"/>
                <a:gd name="connsiteY1" fmla="*/ 4624 h 139771"/>
                <a:gd name="connsiteX2" fmla="*/ 595706 w 595706"/>
                <a:gd name="connsiteY2" fmla="*/ 97589 h 139771"/>
                <a:gd name="connsiteX3" fmla="*/ 1361 w 595706"/>
                <a:gd name="connsiteY3" fmla="*/ 139771 h 139771"/>
                <a:gd name="connsiteX4" fmla="*/ 0 w 595706"/>
                <a:gd name="connsiteY4" fmla="*/ 22534 h 139771"/>
                <a:gd name="connsiteX0" fmla="*/ 0 w 595706"/>
                <a:gd name="connsiteY0" fmla="*/ 23494 h 140731"/>
                <a:gd name="connsiteX1" fmla="*/ 595706 w 595706"/>
                <a:gd name="connsiteY1" fmla="*/ 2118 h 140731"/>
                <a:gd name="connsiteX2" fmla="*/ 595706 w 595706"/>
                <a:gd name="connsiteY2" fmla="*/ 98549 h 140731"/>
                <a:gd name="connsiteX3" fmla="*/ 1361 w 595706"/>
                <a:gd name="connsiteY3" fmla="*/ 140731 h 140731"/>
                <a:gd name="connsiteX4" fmla="*/ 0 w 595706"/>
                <a:gd name="connsiteY4" fmla="*/ 23494 h 140731"/>
                <a:gd name="connsiteX0" fmla="*/ 0 w 595706"/>
                <a:gd name="connsiteY0" fmla="*/ 23494 h 140731"/>
                <a:gd name="connsiteX1" fmla="*/ 595706 w 595706"/>
                <a:gd name="connsiteY1" fmla="*/ 2118 h 140731"/>
                <a:gd name="connsiteX2" fmla="*/ 595706 w 595706"/>
                <a:gd name="connsiteY2" fmla="*/ 98549 h 140731"/>
                <a:gd name="connsiteX3" fmla="*/ 1361 w 595706"/>
                <a:gd name="connsiteY3" fmla="*/ 140731 h 140731"/>
                <a:gd name="connsiteX4" fmla="*/ 0 w 595706"/>
                <a:gd name="connsiteY4" fmla="*/ 23494 h 140731"/>
                <a:gd name="connsiteX0" fmla="*/ 0 w 595706"/>
                <a:gd name="connsiteY0" fmla="*/ 25030 h 142267"/>
                <a:gd name="connsiteX1" fmla="*/ 595706 w 595706"/>
                <a:gd name="connsiteY1" fmla="*/ 3654 h 142267"/>
                <a:gd name="connsiteX2" fmla="*/ 595706 w 595706"/>
                <a:gd name="connsiteY2" fmla="*/ 100085 h 142267"/>
                <a:gd name="connsiteX3" fmla="*/ 1361 w 595706"/>
                <a:gd name="connsiteY3" fmla="*/ 142267 h 142267"/>
                <a:gd name="connsiteX4" fmla="*/ 0 w 595706"/>
                <a:gd name="connsiteY4" fmla="*/ 25030 h 142267"/>
                <a:gd name="connsiteX0" fmla="*/ 0 w 595706"/>
                <a:gd name="connsiteY0" fmla="*/ 22091 h 139328"/>
                <a:gd name="connsiteX1" fmla="*/ 595706 w 595706"/>
                <a:gd name="connsiteY1" fmla="*/ 715 h 139328"/>
                <a:gd name="connsiteX2" fmla="*/ 595706 w 595706"/>
                <a:gd name="connsiteY2" fmla="*/ 97146 h 139328"/>
                <a:gd name="connsiteX3" fmla="*/ 1361 w 595706"/>
                <a:gd name="connsiteY3" fmla="*/ 139328 h 139328"/>
                <a:gd name="connsiteX4" fmla="*/ 0 w 595706"/>
                <a:gd name="connsiteY4" fmla="*/ 22091 h 139328"/>
                <a:gd name="connsiteX0" fmla="*/ 0 w 595706"/>
                <a:gd name="connsiteY0" fmla="*/ 23573 h 140810"/>
                <a:gd name="connsiteX1" fmla="*/ 595706 w 595706"/>
                <a:gd name="connsiteY1" fmla="*/ 2197 h 140810"/>
                <a:gd name="connsiteX2" fmla="*/ 595706 w 595706"/>
                <a:gd name="connsiteY2" fmla="*/ 98628 h 140810"/>
                <a:gd name="connsiteX3" fmla="*/ 1361 w 595706"/>
                <a:gd name="connsiteY3" fmla="*/ 140810 h 140810"/>
                <a:gd name="connsiteX4" fmla="*/ 0 w 595706"/>
                <a:gd name="connsiteY4" fmla="*/ 23573 h 140810"/>
                <a:gd name="connsiteX0" fmla="*/ 0 w 595706"/>
                <a:gd name="connsiteY0" fmla="*/ 21908 h 139145"/>
                <a:gd name="connsiteX1" fmla="*/ 595706 w 595706"/>
                <a:gd name="connsiteY1" fmla="*/ 532 h 139145"/>
                <a:gd name="connsiteX2" fmla="*/ 595706 w 595706"/>
                <a:gd name="connsiteY2" fmla="*/ 96963 h 139145"/>
                <a:gd name="connsiteX3" fmla="*/ 1361 w 595706"/>
                <a:gd name="connsiteY3" fmla="*/ 139145 h 139145"/>
                <a:gd name="connsiteX4" fmla="*/ 0 w 595706"/>
                <a:gd name="connsiteY4" fmla="*/ 21908 h 139145"/>
                <a:gd name="connsiteX0" fmla="*/ 0 w 595706"/>
                <a:gd name="connsiteY0" fmla="*/ 23863 h 141100"/>
                <a:gd name="connsiteX1" fmla="*/ 595706 w 595706"/>
                <a:gd name="connsiteY1" fmla="*/ 2487 h 141100"/>
                <a:gd name="connsiteX2" fmla="*/ 595706 w 595706"/>
                <a:gd name="connsiteY2" fmla="*/ 98918 h 141100"/>
                <a:gd name="connsiteX3" fmla="*/ 1361 w 595706"/>
                <a:gd name="connsiteY3" fmla="*/ 141100 h 141100"/>
                <a:gd name="connsiteX4" fmla="*/ 0 w 595706"/>
                <a:gd name="connsiteY4" fmla="*/ 23863 h 141100"/>
                <a:gd name="connsiteX0" fmla="*/ 0 w 595706"/>
                <a:gd name="connsiteY0" fmla="*/ 24472 h 141709"/>
                <a:gd name="connsiteX1" fmla="*/ 595706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0 w 595706"/>
                <a:gd name="connsiteY0" fmla="*/ 24267 h 141504"/>
                <a:gd name="connsiteX1" fmla="*/ 595706 w 595706"/>
                <a:gd name="connsiteY1" fmla="*/ 2891 h 141504"/>
                <a:gd name="connsiteX2" fmla="*/ 595706 w 595706"/>
                <a:gd name="connsiteY2" fmla="*/ 99322 h 141504"/>
                <a:gd name="connsiteX3" fmla="*/ 1361 w 595706"/>
                <a:gd name="connsiteY3" fmla="*/ 141504 h 141504"/>
                <a:gd name="connsiteX4" fmla="*/ 0 w 595706"/>
                <a:gd name="connsiteY4" fmla="*/ 24267 h 141504"/>
                <a:gd name="connsiteX0" fmla="*/ 0 w 595706"/>
                <a:gd name="connsiteY0" fmla="*/ 24472 h 141709"/>
                <a:gd name="connsiteX1" fmla="*/ 595706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0 w 595706"/>
                <a:gd name="connsiteY0" fmla="*/ 24472 h 141709"/>
                <a:gd name="connsiteX1" fmla="*/ 594353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124 w 595830"/>
                <a:gd name="connsiteY0" fmla="*/ 24472 h 141709"/>
                <a:gd name="connsiteX1" fmla="*/ 594477 w 595830"/>
                <a:gd name="connsiteY1" fmla="*/ 3096 h 141709"/>
                <a:gd name="connsiteX2" fmla="*/ 595830 w 595830"/>
                <a:gd name="connsiteY2" fmla="*/ 99527 h 141709"/>
                <a:gd name="connsiteX3" fmla="*/ 131 w 595830"/>
                <a:gd name="connsiteY3" fmla="*/ 141709 h 141709"/>
                <a:gd name="connsiteX4" fmla="*/ 124 w 595830"/>
                <a:gd name="connsiteY4" fmla="*/ 24472 h 141709"/>
                <a:gd name="connsiteX0" fmla="*/ 124 w 597179"/>
                <a:gd name="connsiteY0" fmla="*/ 25207 h 142444"/>
                <a:gd name="connsiteX1" fmla="*/ 597179 w 597179"/>
                <a:gd name="connsiteY1" fmla="*/ 481 h 142444"/>
                <a:gd name="connsiteX2" fmla="*/ 595830 w 597179"/>
                <a:gd name="connsiteY2" fmla="*/ 100262 h 142444"/>
                <a:gd name="connsiteX3" fmla="*/ 131 w 597179"/>
                <a:gd name="connsiteY3" fmla="*/ 142444 h 142444"/>
                <a:gd name="connsiteX4" fmla="*/ 124 w 597179"/>
                <a:gd name="connsiteY4" fmla="*/ 25207 h 142444"/>
                <a:gd name="connsiteX0" fmla="*/ 124 w 595889"/>
                <a:gd name="connsiteY0" fmla="*/ 25842 h 143079"/>
                <a:gd name="connsiteX1" fmla="*/ 594477 w 595889"/>
                <a:gd name="connsiteY1" fmla="*/ 0 h 143079"/>
                <a:gd name="connsiteX2" fmla="*/ 595830 w 595889"/>
                <a:gd name="connsiteY2" fmla="*/ 100897 h 143079"/>
                <a:gd name="connsiteX3" fmla="*/ 131 w 595889"/>
                <a:gd name="connsiteY3" fmla="*/ 143079 h 143079"/>
                <a:gd name="connsiteX4" fmla="*/ 124 w 595889"/>
                <a:gd name="connsiteY4" fmla="*/ 25842 h 143079"/>
                <a:gd name="connsiteX0" fmla="*/ 124 w 595889"/>
                <a:gd name="connsiteY0" fmla="*/ 24713 h 141950"/>
                <a:gd name="connsiteX1" fmla="*/ 594477 w 595889"/>
                <a:gd name="connsiteY1" fmla="*/ 2221 h 141950"/>
                <a:gd name="connsiteX2" fmla="*/ 595830 w 595889"/>
                <a:gd name="connsiteY2" fmla="*/ 99768 h 141950"/>
                <a:gd name="connsiteX3" fmla="*/ 131 w 595889"/>
                <a:gd name="connsiteY3" fmla="*/ 141950 h 141950"/>
                <a:gd name="connsiteX4" fmla="*/ 124 w 595889"/>
                <a:gd name="connsiteY4" fmla="*/ 24713 h 141950"/>
                <a:gd name="connsiteX0" fmla="*/ 124 w 595959"/>
                <a:gd name="connsiteY0" fmla="*/ 24713 h 141950"/>
                <a:gd name="connsiteX1" fmla="*/ 595828 w 595959"/>
                <a:gd name="connsiteY1" fmla="*/ 2221 h 141950"/>
                <a:gd name="connsiteX2" fmla="*/ 595830 w 595959"/>
                <a:gd name="connsiteY2" fmla="*/ 99768 h 141950"/>
                <a:gd name="connsiteX3" fmla="*/ 131 w 595959"/>
                <a:gd name="connsiteY3" fmla="*/ 141950 h 141950"/>
                <a:gd name="connsiteX4" fmla="*/ 124 w 595959"/>
                <a:gd name="connsiteY4" fmla="*/ 24713 h 141950"/>
                <a:gd name="connsiteX0" fmla="*/ 124 w 595959"/>
                <a:gd name="connsiteY0" fmla="*/ 24925 h 142162"/>
                <a:gd name="connsiteX1" fmla="*/ 595828 w 595959"/>
                <a:gd name="connsiteY1" fmla="*/ 2433 h 142162"/>
                <a:gd name="connsiteX2" fmla="*/ 595830 w 595959"/>
                <a:gd name="connsiteY2" fmla="*/ 99980 h 142162"/>
                <a:gd name="connsiteX3" fmla="*/ 131 w 595959"/>
                <a:gd name="connsiteY3" fmla="*/ 142162 h 142162"/>
                <a:gd name="connsiteX4" fmla="*/ 124 w 595959"/>
                <a:gd name="connsiteY4" fmla="*/ 24925 h 142162"/>
                <a:gd name="connsiteX0" fmla="*/ 124 w 595959"/>
                <a:gd name="connsiteY0" fmla="*/ 22492 h 139729"/>
                <a:gd name="connsiteX1" fmla="*/ 595828 w 595959"/>
                <a:gd name="connsiteY1" fmla="*/ 0 h 139729"/>
                <a:gd name="connsiteX2" fmla="*/ 595830 w 595959"/>
                <a:gd name="connsiteY2" fmla="*/ 97547 h 139729"/>
                <a:gd name="connsiteX3" fmla="*/ 131 w 595959"/>
                <a:gd name="connsiteY3" fmla="*/ 139729 h 139729"/>
                <a:gd name="connsiteX4" fmla="*/ 124 w 595959"/>
                <a:gd name="connsiteY4" fmla="*/ 22492 h 139729"/>
                <a:gd name="connsiteX0" fmla="*/ 124 w 595959"/>
                <a:gd name="connsiteY0" fmla="*/ 25585 h 142822"/>
                <a:gd name="connsiteX1" fmla="*/ 595828 w 595959"/>
                <a:gd name="connsiteY1" fmla="*/ 3093 h 142822"/>
                <a:gd name="connsiteX2" fmla="*/ 595830 w 595959"/>
                <a:gd name="connsiteY2" fmla="*/ 100640 h 142822"/>
                <a:gd name="connsiteX3" fmla="*/ 131 w 595959"/>
                <a:gd name="connsiteY3" fmla="*/ 142822 h 142822"/>
                <a:gd name="connsiteX4" fmla="*/ 124 w 595959"/>
                <a:gd name="connsiteY4" fmla="*/ 25585 h 142822"/>
                <a:gd name="connsiteX0" fmla="*/ 124 w 595959"/>
                <a:gd name="connsiteY0" fmla="*/ 25585 h 142822"/>
                <a:gd name="connsiteX1" fmla="*/ 595828 w 595959"/>
                <a:gd name="connsiteY1" fmla="*/ 3093 h 142822"/>
                <a:gd name="connsiteX2" fmla="*/ 595830 w 595959"/>
                <a:gd name="connsiteY2" fmla="*/ 100640 h 142822"/>
                <a:gd name="connsiteX3" fmla="*/ 131 w 595959"/>
                <a:gd name="connsiteY3" fmla="*/ 142822 h 142822"/>
                <a:gd name="connsiteX4" fmla="*/ 124 w 595959"/>
                <a:gd name="connsiteY4" fmla="*/ 25585 h 142822"/>
                <a:gd name="connsiteX0" fmla="*/ 124 w 595959"/>
                <a:gd name="connsiteY0" fmla="*/ 26512 h 143749"/>
                <a:gd name="connsiteX1" fmla="*/ 595828 w 595959"/>
                <a:gd name="connsiteY1" fmla="*/ 4020 h 143749"/>
                <a:gd name="connsiteX2" fmla="*/ 595830 w 595959"/>
                <a:gd name="connsiteY2" fmla="*/ 101567 h 143749"/>
                <a:gd name="connsiteX3" fmla="*/ 131 w 595959"/>
                <a:gd name="connsiteY3" fmla="*/ 143749 h 143749"/>
                <a:gd name="connsiteX4" fmla="*/ 124 w 595959"/>
                <a:gd name="connsiteY4" fmla="*/ 26512 h 143749"/>
                <a:gd name="connsiteX0" fmla="*/ 124 w 595959"/>
                <a:gd name="connsiteY0" fmla="*/ 26512 h 143749"/>
                <a:gd name="connsiteX1" fmla="*/ 595828 w 595959"/>
                <a:gd name="connsiteY1" fmla="*/ 4020 h 143749"/>
                <a:gd name="connsiteX2" fmla="*/ 595830 w 595959"/>
                <a:gd name="connsiteY2" fmla="*/ 101567 h 143749"/>
                <a:gd name="connsiteX3" fmla="*/ 131 w 595959"/>
                <a:gd name="connsiteY3" fmla="*/ 143749 h 143749"/>
                <a:gd name="connsiteX4" fmla="*/ 124 w 595959"/>
                <a:gd name="connsiteY4" fmla="*/ 26512 h 143749"/>
                <a:gd name="connsiteX0" fmla="*/ 124 w 595959"/>
                <a:gd name="connsiteY0" fmla="*/ 28496 h 145733"/>
                <a:gd name="connsiteX1" fmla="*/ 595828 w 595959"/>
                <a:gd name="connsiteY1" fmla="*/ 6004 h 145733"/>
                <a:gd name="connsiteX2" fmla="*/ 595830 w 595959"/>
                <a:gd name="connsiteY2" fmla="*/ 103551 h 145733"/>
                <a:gd name="connsiteX3" fmla="*/ 131 w 595959"/>
                <a:gd name="connsiteY3" fmla="*/ 145733 h 145733"/>
                <a:gd name="connsiteX4" fmla="*/ 124 w 595959"/>
                <a:gd name="connsiteY4" fmla="*/ 28496 h 14573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856"/>
                <a:gd name="connsiteY0" fmla="*/ 41841 h 159078"/>
                <a:gd name="connsiteX1" fmla="*/ 591261 w 595856"/>
                <a:gd name="connsiteY1" fmla="*/ 0 h 159078"/>
                <a:gd name="connsiteX2" fmla="*/ 595830 w 595856"/>
                <a:gd name="connsiteY2" fmla="*/ 116896 h 159078"/>
                <a:gd name="connsiteX3" fmla="*/ 131 w 595856"/>
                <a:gd name="connsiteY3" fmla="*/ 159078 h 159078"/>
                <a:gd name="connsiteX4" fmla="*/ 124 w 595856"/>
                <a:gd name="connsiteY4" fmla="*/ 41841 h 159078"/>
                <a:gd name="connsiteX0" fmla="*/ 124 w 595959"/>
                <a:gd name="connsiteY0" fmla="*/ 41841 h 159078"/>
                <a:gd name="connsiteX1" fmla="*/ 595828 w 595959"/>
                <a:gd name="connsiteY1" fmla="*/ 0 h 159078"/>
                <a:gd name="connsiteX2" fmla="*/ 595830 w 595959"/>
                <a:gd name="connsiteY2" fmla="*/ 116896 h 159078"/>
                <a:gd name="connsiteX3" fmla="*/ 131 w 595959"/>
                <a:gd name="connsiteY3" fmla="*/ 159078 h 159078"/>
                <a:gd name="connsiteX4" fmla="*/ 124 w 595959"/>
                <a:gd name="connsiteY4" fmla="*/ 41841 h 159078"/>
                <a:gd name="connsiteX0" fmla="*/ 124 w 597349"/>
                <a:gd name="connsiteY0" fmla="*/ 42378 h 159615"/>
                <a:gd name="connsiteX1" fmla="*/ 597349 w 597349"/>
                <a:gd name="connsiteY1" fmla="*/ 0 h 159615"/>
                <a:gd name="connsiteX2" fmla="*/ 595830 w 597349"/>
                <a:gd name="connsiteY2" fmla="*/ 117433 h 159615"/>
                <a:gd name="connsiteX3" fmla="*/ 131 w 597349"/>
                <a:gd name="connsiteY3" fmla="*/ 159615 h 159615"/>
                <a:gd name="connsiteX4" fmla="*/ 124 w 597349"/>
                <a:gd name="connsiteY4" fmla="*/ 42378 h 159615"/>
                <a:gd name="connsiteX0" fmla="*/ 124 w 600443"/>
                <a:gd name="connsiteY0" fmla="*/ 42378 h 159615"/>
                <a:gd name="connsiteX1" fmla="*/ 597349 w 600443"/>
                <a:gd name="connsiteY1" fmla="*/ 0 h 159615"/>
                <a:gd name="connsiteX2" fmla="*/ 600408 w 600443"/>
                <a:gd name="connsiteY2" fmla="*/ 117433 h 159615"/>
                <a:gd name="connsiteX3" fmla="*/ 131 w 600443"/>
                <a:gd name="connsiteY3" fmla="*/ 159615 h 159615"/>
                <a:gd name="connsiteX4" fmla="*/ 124 w 600443"/>
                <a:gd name="connsiteY4" fmla="*/ 42378 h 159615"/>
                <a:gd name="connsiteX0" fmla="*/ 124 w 600537"/>
                <a:gd name="connsiteY0" fmla="*/ 42378 h 159615"/>
                <a:gd name="connsiteX1" fmla="*/ 600401 w 600537"/>
                <a:gd name="connsiteY1" fmla="*/ 0 h 159615"/>
                <a:gd name="connsiteX2" fmla="*/ 600408 w 600537"/>
                <a:gd name="connsiteY2" fmla="*/ 117433 h 159615"/>
                <a:gd name="connsiteX3" fmla="*/ 131 w 600537"/>
                <a:gd name="connsiteY3" fmla="*/ 159615 h 159615"/>
                <a:gd name="connsiteX4" fmla="*/ 124 w 600537"/>
                <a:gd name="connsiteY4" fmla="*/ 42378 h 159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0537" h="159615">
                  <a:moveTo>
                    <a:pt x="124" y="42378"/>
                  </a:moveTo>
                  <a:cubicBezTo>
                    <a:pt x="296414" y="-50243"/>
                    <a:pt x="418111" y="75773"/>
                    <a:pt x="600401" y="0"/>
                  </a:cubicBezTo>
                  <a:cubicBezTo>
                    <a:pt x="599951" y="33260"/>
                    <a:pt x="600858" y="84173"/>
                    <a:pt x="600408" y="117433"/>
                  </a:cubicBezTo>
                  <a:cubicBezTo>
                    <a:pt x="395490" y="192726"/>
                    <a:pt x="285331" y="62551"/>
                    <a:pt x="131" y="159615"/>
                  </a:cubicBezTo>
                  <a:cubicBezTo>
                    <a:pt x="-323" y="114566"/>
                    <a:pt x="578" y="87427"/>
                    <a:pt x="124" y="42378"/>
                  </a:cubicBezTo>
                  <a:close/>
                </a:path>
              </a:pathLst>
            </a:custGeom>
            <a:solidFill>
              <a:schemeClr val="accent2">
                <a:lumMod val="40000"/>
                <a:lumOff val="6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81" name="矩形 1174">
              <a:extLst>
                <a:ext uri="{FF2B5EF4-FFF2-40B4-BE49-F238E27FC236}">
                  <a16:creationId xmlns:a16="http://schemas.microsoft.com/office/drawing/2014/main" id="{D9127187-E6D7-6B0D-E296-07FDFDC9AEEB}"/>
                </a:ext>
              </a:extLst>
            </p:cNvPr>
            <p:cNvSpPr/>
            <p:nvPr/>
          </p:nvSpPr>
          <p:spPr>
            <a:xfrm rot="10800000">
              <a:off x="4342829" y="7041272"/>
              <a:ext cx="618707" cy="139508"/>
            </a:xfrm>
            <a:custGeom>
              <a:avLst/>
              <a:gdLst>
                <a:gd name="connsiteX0" fmla="*/ 0 w 595706"/>
                <a:gd name="connsiteY0" fmla="*/ 0 h 92965"/>
                <a:gd name="connsiteX1" fmla="*/ 595706 w 595706"/>
                <a:gd name="connsiteY1" fmla="*/ 0 h 92965"/>
                <a:gd name="connsiteX2" fmla="*/ 595706 w 595706"/>
                <a:gd name="connsiteY2" fmla="*/ 92965 h 92965"/>
                <a:gd name="connsiteX3" fmla="*/ 0 w 595706"/>
                <a:gd name="connsiteY3" fmla="*/ 92965 h 92965"/>
                <a:gd name="connsiteX4" fmla="*/ 0 w 595706"/>
                <a:gd name="connsiteY4" fmla="*/ 0 h 92965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131 w 595837"/>
                <a:gd name="connsiteY0" fmla="*/ 0 h 148754"/>
                <a:gd name="connsiteX1" fmla="*/ 595837 w 595837"/>
                <a:gd name="connsiteY1" fmla="*/ 0 h 148754"/>
                <a:gd name="connsiteX2" fmla="*/ 595837 w 595837"/>
                <a:gd name="connsiteY2" fmla="*/ 92965 h 148754"/>
                <a:gd name="connsiteX3" fmla="*/ 131 w 595837"/>
                <a:gd name="connsiteY3" fmla="*/ 148754 h 148754"/>
                <a:gd name="connsiteX4" fmla="*/ 131 w 595837"/>
                <a:gd name="connsiteY4" fmla="*/ 0 h 148754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56571"/>
                <a:gd name="connsiteX1" fmla="*/ 595837 w 595837"/>
                <a:gd name="connsiteY1" fmla="*/ 0 h 156571"/>
                <a:gd name="connsiteX2" fmla="*/ 594316 w 595837"/>
                <a:gd name="connsiteY2" fmla="*/ 141984 h 156571"/>
                <a:gd name="connsiteX3" fmla="*/ 131 w 595837"/>
                <a:gd name="connsiteY3" fmla="*/ 140590 h 156571"/>
                <a:gd name="connsiteX4" fmla="*/ 131 w 595837"/>
                <a:gd name="connsiteY4" fmla="*/ 0 h 156571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0 w 600949"/>
                <a:gd name="connsiteY0" fmla="*/ 0 h 271309"/>
                <a:gd name="connsiteX1" fmla="*/ 600949 w 600949"/>
                <a:gd name="connsiteY1" fmla="*/ 0 h 271309"/>
                <a:gd name="connsiteX2" fmla="*/ 599428 w 600949"/>
                <a:gd name="connsiteY2" fmla="*/ 141984 h 271309"/>
                <a:gd name="connsiteX3" fmla="*/ 3722 w 600949"/>
                <a:gd name="connsiteY3" fmla="*/ 271309 h 271309"/>
                <a:gd name="connsiteX4" fmla="*/ 0 w 600949"/>
                <a:gd name="connsiteY4" fmla="*/ 0 h 271309"/>
                <a:gd name="connsiteX0" fmla="*/ 0 w 599639"/>
                <a:gd name="connsiteY0" fmla="*/ 0 h 271309"/>
                <a:gd name="connsiteX1" fmla="*/ 599639 w 599639"/>
                <a:gd name="connsiteY1" fmla="*/ 0 h 271309"/>
                <a:gd name="connsiteX2" fmla="*/ 599428 w 599639"/>
                <a:gd name="connsiteY2" fmla="*/ 141984 h 271309"/>
                <a:gd name="connsiteX3" fmla="*/ 3722 w 599639"/>
                <a:gd name="connsiteY3" fmla="*/ 271309 h 271309"/>
                <a:gd name="connsiteX4" fmla="*/ 0 w 599639"/>
                <a:gd name="connsiteY4" fmla="*/ 0 h 271309"/>
                <a:gd name="connsiteX0" fmla="*/ 0 w 597018"/>
                <a:gd name="connsiteY0" fmla="*/ 0 h 271309"/>
                <a:gd name="connsiteX1" fmla="*/ 597018 w 597018"/>
                <a:gd name="connsiteY1" fmla="*/ 0 h 271309"/>
                <a:gd name="connsiteX2" fmla="*/ 596807 w 597018"/>
                <a:gd name="connsiteY2" fmla="*/ 141984 h 271309"/>
                <a:gd name="connsiteX3" fmla="*/ 1101 w 597018"/>
                <a:gd name="connsiteY3" fmla="*/ 271309 h 271309"/>
                <a:gd name="connsiteX4" fmla="*/ 0 w 597018"/>
                <a:gd name="connsiteY4" fmla="*/ 0 h 271309"/>
                <a:gd name="connsiteX0" fmla="*/ 0 w 596807"/>
                <a:gd name="connsiteY0" fmla="*/ 0 h 271309"/>
                <a:gd name="connsiteX1" fmla="*/ 591775 w 596807"/>
                <a:gd name="connsiteY1" fmla="*/ 0 h 271309"/>
                <a:gd name="connsiteX2" fmla="*/ 596807 w 596807"/>
                <a:gd name="connsiteY2" fmla="*/ 141984 h 271309"/>
                <a:gd name="connsiteX3" fmla="*/ 1101 w 596807"/>
                <a:gd name="connsiteY3" fmla="*/ 271309 h 271309"/>
                <a:gd name="connsiteX4" fmla="*/ 0 w 596807"/>
                <a:gd name="connsiteY4" fmla="*/ 0 h 271309"/>
                <a:gd name="connsiteX0" fmla="*/ 0 w 596807"/>
                <a:gd name="connsiteY0" fmla="*/ 0 h 271309"/>
                <a:gd name="connsiteX1" fmla="*/ 595708 w 596807"/>
                <a:gd name="connsiteY1" fmla="*/ 0 h 271309"/>
                <a:gd name="connsiteX2" fmla="*/ 596807 w 596807"/>
                <a:gd name="connsiteY2" fmla="*/ 141984 h 271309"/>
                <a:gd name="connsiteX3" fmla="*/ 1101 w 596807"/>
                <a:gd name="connsiteY3" fmla="*/ 271309 h 271309"/>
                <a:gd name="connsiteX4" fmla="*/ 0 w 596807"/>
                <a:gd name="connsiteY4" fmla="*/ 0 h 271309"/>
                <a:gd name="connsiteX0" fmla="*/ 0 w 595708"/>
                <a:gd name="connsiteY0" fmla="*/ 0 h 271309"/>
                <a:gd name="connsiteX1" fmla="*/ 595708 w 595708"/>
                <a:gd name="connsiteY1" fmla="*/ 0 h 271309"/>
                <a:gd name="connsiteX2" fmla="*/ 594186 w 595708"/>
                <a:gd name="connsiteY2" fmla="*/ 141985 h 271309"/>
                <a:gd name="connsiteX3" fmla="*/ 1101 w 595708"/>
                <a:gd name="connsiteY3" fmla="*/ 271309 h 271309"/>
                <a:gd name="connsiteX4" fmla="*/ 0 w 595708"/>
                <a:gd name="connsiteY4" fmla="*/ 0 h 271309"/>
                <a:gd name="connsiteX0" fmla="*/ 0 w 596439"/>
                <a:gd name="connsiteY0" fmla="*/ 109083 h 380392"/>
                <a:gd name="connsiteX1" fmla="*/ 595708 w 596439"/>
                <a:gd name="connsiteY1" fmla="*/ 109083 h 380392"/>
                <a:gd name="connsiteX2" fmla="*/ 594186 w 596439"/>
                <a:gd name="connsiteY2" fmla="*/ 251068 h 380392"/>
                <a:gd name="connsiteX3" fmla="*/ 1101 w 596439"/>
                <a:gd name="connsiteY3" fmla="*/ 380392 h 380392"/>
                <a:gd name="connsiteX4" fmla="*/ 0 w 596439"/>
                <a:gd name="connsiteY4" fmla="*/ 109083 h 380392"/>
                <a:gd name="connsiteX0" fmla="*/ 0 w 595708"/>
                <a:gd name="connsiteY0" fmla="*/ 0 h 271309"/>
                <a:gd name="connsiteX1" fmla="*/ 595708 w 595708"/>
                <a:gd name="connsiteY1" fmla="*/ 0 h 271309"/>
                <a:gd name="connsiteX2" fmla="*/ 594186 w 595708"/>
                <a:gd name="connsiteY2" fmla="*/ 141985 h 271309"/>
                <a:gd name="connsiteX3" fmla="*/ 1101 w 595708"/>
                <a:gd name="connsiteY3" fmla="*/ 271309 h 271309"/>
                <a:gd name="connsiteX4" fmla="*/ 0 w 595708"/>
                <a:gd name="connsiteY4" fmla="*/ 0 h 271309"/>
                <a:gd name="connsiteX0" fmla="*/ 0 w 596808"/>
                <a:gd name="connsiteY0" fmla="*/ 0 h 271309"/>
                <a:gd name="connsiteX1" fmla="*/ 595708 w 596808"/>
                <a:gd name="connsiteY1" fmla="*/ 0 h 271309"/>
                <a:gd name="connsiteX2" fmla="*/ 596808 w 596808"/>
                <a:gd name="connsiteY2" fmla="*/ 141985 h 271309"/>
                <a:gd name="connsiteX3" fmla="*/ 1101 w 596808"/>
                <a:gd name="connsiteY3" fmla="*/ 271309 h 271309"/>
                <a:gd name="connsiteX4" fmla="*/ 0 w 596808"/>
                <a:gd name="connsiteY4" fmla="*/ 0 h 271309"/>
                <a:gd name="connsiteX0" fmla="*/ 0 w 596808"/>
                <a:gd name="connsiteY0" fmla="*/ 0 h 271309"/>
                <a:gd name="connsiteX1" fmla="*/ 595708 w 596808"/>
                <a:gd name="connsiteY1" fmla="*/ 0 h 271309"/>
                <a:gd name="connsiteX2" fmla="*/ 596808 w 596808"/>
                <a:gd name="connsiteY2" fmla="*/ 141985 h 271309"/>
                <a:gd name="connsiteX3" fmla="*/ 1101 w 596808"/>
                <a:gd name="connsiteY3" fmla="*/ 271309 h 271309"/>
                <a:gd name="connsiteX4" fmla="*/ 0 w 596808"/>
                <a:gd name="connsiteY4" fmla="*/ 0 h 271309"/>
                <a:gd name="connsiteX0" fmla="*/ 0 w 596808"/>
                <a:gd name="connsiteY0" fmla="*/ 0 h 271309"/>
                <a:gd name="connsiteX1" fmla="*/ 595708 w 596808"/>
                <a:gd name="connsiteY1" fmla="*/ 0 h 271309"/>
                <a:gd name="connsiteX2" fmla="*/ 596808 w 596808"/>
                <a:gd name="connsiteY2" fmla="*/ 141985 h 271309"/>
                <a:gd name="connsiteX3" fmla="*/ 1101 w 596808"/>
                <a:gd name="connsiteY3" fmla="*/ 271309 h 271309"/>
                <a:gd name="connsiteX4" fmla="*/ 0 w 596808"/>
                <a:gd name="connsiteY4" fmla="*/ 0 h 271309"/>
                <a:gd name="connsiteX0" fmla="*/ 0 w 595708"/>
                <a:gd name="connsiteY0" fmla="*/ 0 h 271309"/>
                <a:gd name="connsiteX1" fmla="*/ 595708 w 595708"/>
                <a:gd name="connsiteY1" fmla="*/ 0 h 271309"/>
                <a:gd name="connsiteX2" fmla="*/ 594186 w 595708"/>
                <a:gd name="connsiteY2" fmla="*/ 141985 h 271309"/>
                <a:gd name="connsiteX3" fmla="*/ 1101 w 595708"/>
                <a:gd name="connsiteY3" fmla="*/ 271309 h 271309"/>
                <a:gd name="connsiteX4" fmla="*/ 0 w 595708"/>
                <a:gd name="connsiteY4" fmla="*/ 0 h 271309"/>
                <a:gd name="connsiteX0" fmla="*/ 0 w 595708"/>
                <a:gd name="connsiteY0" fmla="*/ 0 h 271309"/>
                <a:gd name="connsiteX1" fmla="*/ 595708 w 595708"/>
                <a:gd name="connsiteY1" fmla="*/ 0 h 271309"/>
                <a:gd name="connsiteX2" fmla="*/ 594186 w 595708"/>
                <a:gd name="connsiteY2" fmla="*/ 141985 h 271309"/>
                <a:gd name="connsiteX3" fmla="*/ 1101 w 595708"/>
                <a:gd name="connsiteY3" fmla="*/ 271309 h 271309"/>
                <a:gd name="connsiteX4" fmla="*/ 0 w 595708"/>
                <a:gd name="connsiteY4" fmla="*/ 0 h 271309"/>
                <a:gd name="connsiteX0" fmla="*/ 0 w 595936"/>
                <a:gd name="connsiteY0" fmla="*/ 0 h 271309"/>
                <a:gd name="connsiteX1" fmla="*/ 595708 w 595936"/>
                <a:gd name="connsiteY1" fmla="*/ 0 h 271309"/>
                <a:gd name="connsiteX2" fmla="*/ 594186 w 595936"/>
                <a:gd name="connsiteY2" fmla="*/ 141985 h 271309"/>
                <a:gd name="connsiteX3" fmla="*/ 1101 w 595936"/>
                <a:gd name="connsiteY3" fmla="*/ 271309 h 271309"/>
                <a:gd name="connsiteX4" fmla="*/ 0 w 595936"/>
                <a:gd name="connsiteY4" fmla="*/ 0 h 271309"/>
                <a:gd name="connsiteX0" fmla="*/ 319 w 596255"/>
                <a:gd name="connsiteY0" fmla="*/ 0 h 271309"/>
                <a:gd name="connsiteX1" fmla="*/ 596027 w 596255"/>
                <a:gd name="connsiteY1" fmla="*/ 0 h 271309"/>
                <a:gd name="connsiteX2" fmla="*/ 594505 w 596255"/>
                <a:gd name="connsiteY2" fmla="*/ 141985 h 271309"/>
                <a:gd name="connsiteX3" fmla="*/ 110 w 596255"/>
                <a:gd name="connsiteY3" fmla="*/ 271309 h 271309"/>
                <a:gd name="connsiteX4" fmla="*/ 319 w 596255"/>
                <a:gd name="connsiteY4" fmla="*/ 0 h 271309"/>
                <a:gd name="connsiteX0" fmla="*/ 0 w 595936"/>
                <a:gd name="connsiteY0" fmla="*/ 0 h 271309"/>
                <a:gd name="connsiteX1" fmla="*/ 595708 w 595936"/>
                <a:gd name="connsiteY1" fmla="*/ 0 h 271309"/>
                <a:gd name="connsiteX2" fmla="*/ 594186 w 595936"/>
                <a:gd name="connsiteY2" fmla="*/ 141985 h 271309"/>
                <a:gd name="connsiteX3" fmla="*/ 1101 w 595936"/>
                <a:gd name="connsiteY3" fmla="*/ 271309 h 271309"/>
                <a:gd name="connsiteX4" fmla="*/ 0 w 595936"/>
                <a:gd name="connsiteY4" fmla="*/ 0 h 271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5936" h="271309">
                  <a:moveTo>
                    <a:pt x="0" y="0"/>
                  </a:moveTo>
                  <a:lnTo>
                    <a:pt x="595708" y="0"/>
                  </a:lnTo>
                  <a:cubicBezTo>
                    <a:pt x="595708" y="30988"/>
                    <a:pt x="596806" y="39550"/>
                    <a:pt x="594186" y="141985"/>
                  </a:cubicBezTo>
                  <a:cubicBezTo>
                    <a:pt x="404809" y="352086"/>
                    <a:pt x="341643" y="22672"/>
                    <a:pt x="1101" y="271309"/>
                  </a:cubicBezTo>
                  <a:cubicBezTo>
                    <a:pt x="647" y="226260"/>
                    <a:pt x="454" y="45049"/>
                    <a:pt x="0" y="0"/>
                  </a:cubicBez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782" name="组合 781">
              <a:extLst>
                <a:ext uri="{FF2B5EF4-FFF2-40B4-BE49-F238E27FC236}">
                  <a16:creationId xmlns:a16="http://schemas.microsoft.com/office/drawing/2014/main" id="{D38EC138-2537-F5DC-0A4F-9F8C6DD6F025}"/>
                </a:ext>
              </a:extLst>
            </p:cNvPr>
            <p:cNvGrpSpPr/>
            <p:nvPr/>
          </p:nvGrpSpPr>
          <p:grpSpPr>
            <a:xfrm>
              <a:off x="4341455" y="6517035"/>
              <a:ext cx="621640" cy="663817"/>
              <a:chOff x="3656357" y="6507685"/>
              <a:chExt cx="621640" cy="663817"/>
            </a:xfrm>
          </p:grpSpPr>
          <p:sp>
            <p:nvSpPr>
              <p:cNvPr id="783" name="矩形 782">
                <a:extLst>
                  <a:ext uri="{FF2B5EF4-FFF2-40B4-BE49-F238E27FC236}">
                    <a16:creationId xmlns:a16="http://schemas.microsoft.com/office/drawing/2014/main" id="{EB429CE9-292E-F1F0-2502-A88751E4AB1A}"/>
                  </a:ext>
                </a:extLst>
              </p:cNvPr>
              <p:cNvSpPr/>
              <p:nvPr/>
            </p:nvSpPr>
            <p:spPr>
              <a:xfrm>
                <a:off x="3656465" y="6640950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84" name="矩形 783">
                <a:extLst>
                  <a:ext uri="{FF2B5EF4-FFF2-40B4-BE49-F238E27FC236}">
                    <a16:creationId xmlns:a16="http://schemas.microsoft.com/office/drawing/2014/main" id="{C0A68D6D-529C-662D-00C5-2B53978E7C3F}"/>
                  </a:ext>
                </a:extLst>
              </p:cNvPr>
              <p:cNvSpPr/>
              <p:nvPr/>
            </p:nvSpPr>
            <p:spPr>
              <a:xfrm>
                <a:off x="3811875" y="6640950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85" name="矩形 784">
                <a:extLst>
                  <a:ext uri="{FF2B5EF4-FFF2-40B4-BE49-F238E27FC236}">
                    <a16:creationId xmlns:a16="http://schemas.microsoft.com/office/drawing/2014/main" id="{AFA37F32-D643-A3B4-F6E1-207194292102}"/>
                  </a:ext>
                </a:extLst>
              </p:cNvPr>
              <p:cNvSpPr/>
              <p:nvPr/>
            </p:nvSpPr>
            <p:spPr>
              <a:xfrm>
                <a:off x="3967285" y="6640950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86" name="矩形 785">
                <a:extLst>
                  <a:ext uri="{FF2B5EF4-FFF2-40B4-BE49-F238E27FC236}">
                    <a16:creationId xmlns:a16="http://schemas.microsoft.com/office/drawing/2014/main" id="{8D3D0C5C-B5DB-FE4E-A444-73DC1C31A4F0}"/>
                  </a:ext>
                </a:extLst>
              </p:cNvPr>
              <p:cNvSpPr/>
              <p:nvPr/>
            </p:nvSpPr>
            <p:spPr>
              <a:xfrm>
                <a:off x="4122695" y="6640950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87" name="矩形 786">
                <a:extLst>
                  <a:ext uri="{FF2B5EF4-FFF2-40B4-BE49-F238E27FC236}">
                    <a16:creationId xmlns:a16="http://schemas.microsoft.com/office/drawing/2014/main" id="{F6E9DE8F-0525-2639-32F9-74AC7885416F}"/>
                  </a:ext>
                </a:extLst>
              </p:cNvPr>
              <p:cNvSpPr/>
              <p:nvPr/>
            </p:nvSpPr>
            <p:spPr>
              <a:xfrm>
                <a:off x="3656465" y="6773574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88" name="矩形 787">
                <a:extLst>
                  <a:ext uri="{FF2B5EF4-FFF2-40B4-BE49-F238E27FC236}">
                    <a16:creationId xmlns:a16="http://schemas.microsoft.com/office/drawing/2014/main" id="{BDD97986-D6E6-AB67-0C22-F2D771BCA675}"/>
                  </a:ext>
                </a:extLst>
              </p:cNvPr>
              <p:cNvSpPr/>
              <p:nvPr/>
            </p:nvSpPr>
            <p:spPr>
              <a:xfrm>
                <a:off x="3811875" y="6773574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89" name="矩形 788">
                <a:extLst>
                  <a:ext uri="{FF2B5EF4-FFF2-40B4-BE49-F238E27FC236}">
                    <a16:creationId xmlns:a16="http://schemas.microsoft.com/office/drawing/2014/main" id="{C0FBDF0B-8ECB-3BAF-1C7D-47955022CF90}"/>
                  </a:ext>
                </a:extLst>
              </p:cNvPr>
              <p:cNvSpPr/>
              <p:nvPr/>
            </p:nvSpPr>
            <p:spPr>
              <a:xfrm>
                <a:off x="3967285" y="6773574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90" name="矩形 789">
                <a:extLst>
                  <a:ext uri="{FF2B5EF4-FFF2-40B4-BE49-F238E27FC236}">
                    <a16:creationId xmlns:a16="http://schemas.microsoft.com/office/drawing/2014/main" id="{ACBBAB36-EA99-FE9B-6566-BF04EDFA5DFB}"/>
                  </a:ext>
                </a:extLst>
              </p:cNvPr>
              <p:cNvSpPr/>
              <p:nvPr/>
            </p:nvSpPr>
            <p:spPr>
              <a:xfrm>
                <a:off x="4122695" y="6773574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91" name="矩形 790">
                <a:extLst>
                  <a:ext uri="{FF2B5EF4-FFF2-40B4-BE49-F238E27FC236}">
                    <a16:creationId xmlns:a16="http://schemas.microsoft.com/office/drawing/2014/main" id="{F24F102E-A089-C00D-C2F3-B476A48CE0FC}"/>
                  </a:ext>
                </a:extLst>
              </p:cNvPr>
              <p:cNvSpPr/>
              <p:nvPr/>
            </p:nvSpPr>
            <p:spPr>
              <a:xfrm>
                <a:off x="3656357" y="690625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92" name="矩形 791">
                <a:extLst>
                  <a:ext uri="{FF2B5EF4-FFF2-40B4-BE49-F238E27FC236}">
                    <a16:creationId xmlns:a16="http://schemas.microsoft.com/office/drawing/2014/main" id="{4CD2B1A6-FF65-C5CB-9EBA-C49F50F866A9}"/>
                  </a:ext>
                </a:extLst>
              </p:cNvPr>
              <p:cNvSpPr/>
              <p:nvPr/>
            </p:nvSpPr>
            <p:spPr>
              <a:xfrm>
                <a:off x="3811767" y="690625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93" name="矩形 792">
                <a:extLst>
                  <a:ext uri="{FF2B5EF4-FFF2-40B4-BE49-F238E27FC236}">
                    <a16:creationId xmlns:a16="http://schemas.microsoft.com/office/drawing/2014/main" id="{2913C4CE-DF64-55FF-FFDC-FA2CEF374694}"/>
                  </a:ext>
                </a:extLst>
              </p:cNvPr>
              <p:cNvSpPr/>
              <p:nvPr/>
            </p:nvSpPr>
            <p:spPr>
              <a:xfrm>
                <a:off x="3967177" y="690625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94" name="矩形 793">
                <a:extLst>
                  <a:ext uri="{FF2B5EF4-FFF2-40B4-BE49-F238E27FC236}">
                    <a16:creationId xmlns:a16="http://schemas.microsoft.com/office/drawing/2014/main" id="{DEE8AA3D-2347-B240-A0EA-8FDF55A28393}"/>
                  </a:ext>
                </a:extLst>
              </p:cNvPr>
              <p:cNvSpPr/>
              <p:nvPr/>
            </p:nvSpPr>
            <p:spPr>
              <a:xfrm>
                <a:off x="4122587" y="690625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95" name="矩形 794">
                <a:extLst>
                  <a:ext uri="{FF2B5EF4-FFF2-40B4-BE49-F238E27FC236}">
                    <a16:creationId xmlns:a16="http://schemas.microsoft.com/office/drawing/2014/main" id="{1BF5D4DB-8C5F-4410-B86C-0B155078CF4E}"/>
                  </a:ext>
                </a:extLst>
              </p:cNvPr>
              <p:cNvSpPr/>
              <p:nvPr/>
            </p:nvSpPr>
            <p:spPr>
              <a:xfrm>
                <a:off x="3656357" y="7038879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96" name="矩形 795">
                <a:extLst>
                  <a:ext uri="{FF2B5EF4-FFF2-40B4-BE49-F238E27FC236}">
                    <a16:creationId xmlns:a16="http://schemas.microsoft.com/office/drawing/2014/main" id="{C9C9A8F8-3D2E-F654-F91F-D96F42C3BAC0}"/>
                  </a:ext>
                </a:extLst>
              </p:cNvPr>
              <p:cNvSpPr/>
              <p:nvPr/>
            </p:nvSpPr>
            <p:spPr>
              <a:xfrm>
                <a:off x="3811767" y="7038879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97" name="矩形 796">
                <a:extLst>
                  <a:ext uri="{FF2B5EF4-FFF2-40B4-BE49-F238E27FC236}">
                    <a16:creationId xmlns:a16="http://schemas.microsoft.com/office/drawing/2014/main" id="{1C11802B-E28D-50DF-2301-86AC965A5499}"/>
                  </a:ext>
                </a:extLst>
              </p:cNvPr>
              <p:cNvSpPr/>
              <p:nvPr/>
            </p:nvSpPr>
            <p:spPr>
              <a:xfrm>
                <a:off x="3967177" y="7038879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98" name="矩形 797">
                <a:extLst>
                  <a:ext uri="{FF2B5EF4-FFF2-40B4-BE49-F238E27FC236}">
                    <a16:creationId xmlns:a16="http://schemas.microsoft.com/office/drawing/2014/main" id="{934504A8-09BF-FB07-8E96-10CB13E999CD}"/>
                  </a:ext>
                </a:extLst>
              </p:cNvPr>
              <p:cNvSpPr/>
              <p:nvPr/>
            </p:nvSpPr>
            <p:spPr>
              <a:xfrm>
                <a:off x="4122587" y="7038879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99" name="矩形 798">
                <a:extLst>
                  <a:ext uri="{FF2B5EF4-FFF2-40B4-BE49-F238E27FC236}">
                    <a16:creationId xmlns:a16="http://schemas.microsoft.com/office/drawing/2014/main" id="{30A3AB1B-EF22-F0C3-3167-5BB1D629BD25}"/>
                  </a:ext>
                </a:extLst>
              </p:cNvPr>
              <p:cNvSpPr/>
              <p:nvPr/>
            </p:nvSpPr>
            <p:spPr>
              <a:xfrm>
                <a:off x="3656357" y="650768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00" name="矩形 799">
                <a:extLst>
                  <a:ext uri="{FF2B5EF4-FFF2-40B4-BE49-F238E27FC236}">
                    <a16:creationId xmlns:a16="http://schemas.microsoft.com/office/drawing/2014/main" id="{C0234835-ED42-BF2D-5C66-3B960BEC1213}"/>
                  </a:ext>
                </a:extLst>
              </p:cNvPr>
              <p:cNvSpPr/>
              <p:nvPr/>
            </p:nvSpPr>
            <p:spPr>
              <a:xfrm>
                <a:off x="3811767" y="650768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01" name="矩形 800">
                <a:extLst>
                  <a:ext uri="{FF2B5EF4-FFF2-40B4-BE49-F238E27FC236}">
                    <a16:creationId xmlns:a16="http://schemas.microsoft.com/office/drawing/2014/main" id="{BBE62DFD-E8C5-38F9-36BF-E9B11ABA6791}"/>
                  </a:ext>
                </a:extLst>
              </p:cNvPr>
              <p:cNvSpPr/>
              <p:nvPr/>
            </p:nvSpPr>
            <p:spPr>
              <a:xfrm>
                <a:off x="3967177" y="650768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02" name="矩形 801">
                <a:extLst>
                  <a:ext uri="{FF2B5EF4-FFF2-40B4-BE49-F238E27FC236}">
                    <a16:creationId xmlns:a16="http://schemas.microsoft.com/office/drawing/2014/main" id="{B58F8841-7D44-73DF-AF2E-BC57C9047482}"/>
                  </a:ext>
                </a:extLst>
              </p:cNvPr>
              <p:cNvSpPr/>
              <p:nvPr/>
            </p:nvSpPr>
            <p:spPr>
              <a:xfrm>
                <a:off x="4122587" y="650768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691" name="组合 690">
            <a:extLst>
              <a:ext uri="{FF2B5EF4-FFF2-40B4-BE49-F238E27FC236}">
                <a16:creationId xmlns:a16="http://schemas.microsoft.com/office/drawing/2014/main" id="{FA3E5FB0-4356-8C29-EE19-1DC6124B1895}"/>
              </a:ext>
            </a:extLst>
          </p:cNvPr>
          <p:cNvGrpSpPr/>
          <p:nvPr/>
        </p:nvGrpSpPr>
        <p:grpSpPr>
          <a:xfrm>
            <a:off x="5787417" y="6074232"/>
            <a:ext cx="621640" cy="663817"/>
            <a:chOff x="5040167" y="6521415"/>
            <a:chExt cx="621640" cy="663817"/>
          </a:xfrm>
        </p:grpSpPr>
        <p:sp>
          <p:nvSpPr>
            <p:cNvPr id="692" name="矩形 1174">
              <a:extLst>
                <a:ext uri="{FF2B5EF4-FFF2-40B4-BE49-F238E27FC236}">
                  <a16:creationId xmlns:a16="http://schemas.microsoft.com/office/drawing/2014/main" id="{A9D82052-17EF-F950-C899-F48CA27C59D2}"/>
                </a:ext>
              </a:extLst>
            </p:cNvPr>
            <p:cNvSpPr/>
            <p:nvPr/>
          </p:nvSpPr>
          <p:spPr>
            <a:xfrm rot="10800000">
              <a:off x="5041542" y="6760560"/>
              <a:ext cx="618706" cy="201627"/>
            </a:xfrm>
            <a:custGeom>
              <a:avLst/>
              <a:gdLst>
                <a:gd name="connsiteX0" fmla="*/ 0 w 595706"/>
                <a:gd name="connsiteY0" fmla="*/ 0 h 92965"/>
                <a:gd name="connsiteX1" fmla="*/ 595706 w 595706"/>
                <a:gd name="connsiteY1" fmla="*/ 0 h 92965"/>
                <a:gd name="connsiteX2" fmla="*/ 595706 w 595706"/>
                <a:gd name="connsiteY2" fmla="*/ 92965 h 92965"/>
                <a:gd name="connsiteX3" fmla="*/ 0 w 595706"/>
                <a:gd name="connsiteY3" fmla="*/ 92965 h 92965"/>
                <a:gd name="connsiteX4" fmla="*/ 0 w 595706"/>
                <a:gd name="connsiteY4" fmla="*/ 0 h 92965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1422 w 594406"/>
                <a:gd name="connsiteY0" fmla="*/ 21376 h 135147"/>
                <a:gd name="connsiteX1" fmla="*/ 594406 w 594406"/>
                <a:gd name="connsiteY1" fmla="*/ 0 h 135147"/>
                <a:gd name="connsiteX2" fmla="*/ 594406 w 594406"/>
                <a:gd name="connsiteY2" fmla="*/ 92965 h 135147"/>
                <a:gd name="connsiteX3" fmla="*/ 61 w 594406"/>
                <a:gd name="connsiteY3" fmla="*/ 135147 h 135147"/>
                <a:gd name="connsiteX4" fmla="*/ 1422 w 594406"/>
                <a:gd name="connsiteY4" fmla="*/ 21376 h 135147"/>
                <a:gd name="connsiteX0" fmla="*/ 1422 w 594406"/>
                <a:gd name="connsiteY0" fmla="*/ 15599 h 135147"/>
                <a:gd name="connsiteX1" fmla="*/ 594406 w 594406"/>
                <a:gd name="connsiteY1" fmla="*/ 0 h 135147"/>
                <a:gd name="connsiteX2" fmla="*/ 594406 w 594406"/>
                <a:gd name="connsiteY2" fmla="*/ 92965 h 135147"/>
                <a:gd name="connsiteX3" fmla="*/ 61 w 594406"/>
                <a:gd name="connsiteY3" fmla="*/ 135147 h 135147"/>
                <a:gd name="connsiteX4" fmla="*/ 1422 w 594406"/>
                <a:gd name="connsiteY4" fmla="*/ 15599 h 135147"/>
                <a:gd name="connsiteX0" fmla="*/ 131 w 594476"/>
                <a:gd name="connsiteY0" fmla="*/ 4622 h 135147"/>
                <a:gd name="connsiteX1" fmla="*/ 594476 w 594476"/>
                <a:gd name="connsiteY1" fmla="*/ 0 h 135147"/>
                <a:gd name="connsiteX2" fmla="*/ 594476 w 594476"/>
                <a:gd name="connsiteY2" fmla="*/ 92965 h 135147"/>
                <a:gd name="connsiteX3" fmla="*/ 131 w 594476"/>
                <a:gd name="connsiteY3" fmla="*/ 135147 h 135147"/>
                <a:gd name="connsiteX4" fmla="*/ 131 w 594476"/>
                <a:gd name="connsiteY4" fmla="*/ 4622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22423 h 139660"/>
                <a:gd name="connsiteX1" fmla="*/ 595706 w 595706"/>
                <a:gd name="connsiteY1" fmla="*/ 4513 h 139660"/>
                <a:gd name="connsiteX2" fmla="*/ 595706 w 595706"/>
                <a:gd name="connsiteY2" fmla="*/ 97478 h 139660"/>
                <a:gd name="connsiteX3" fmla="*/ 1361 w 595706"/>
                <a:gd name="connsiteY3" fmla="*/ 139660 h 139660"/>
                <a:gd name="connsiteX4" fmla="*/ 0 w 595706"/>
                <a:gd name="connsiteY4" fmla="*/ 22423 h 139660"/>
                <a:gd name="connsiteX0" fmla="*/ 0 w 595706"/>
                <a:gd name="connsiteY0" fmla="*/ 26413 h 143650"/>
                <a:gd name="connsiteX1" fmla="*/ 595706 w 595706"/>
                <a:gd name="connsiteY1" fmla="*/ 8503 h 143650"/>
                <a:gd name="connsiteX2" fmla="*/ 595706 w 595706"/>
                <a:gd name="connsiteY2" fmla="*/ 101468 h 143650"/>
                <a:gd name="connsiteX3" fmla="*/ 1361 w 595706"/>
                <a:gd name="connsiteY3" fmla="*/ 143650 h 143650"/>
                <a:gd name="connsiteX4" fmla="*/ 0 w 595706"/>
                <a:gd name="connsiteY4" fmla="*/ 26413 h 143650"/>
                <a:gd name="connsiteX0" fmla="*/ 0 w 595706"/>
                <a:gd name="connsiteY0" fmla="*/ 21286 h 138523"/>
                <a:gd name="connsiteX1" fmla="*/ 595706 w 595706"/>
                <a:gd name="connsiteY1" fmla="*/ 3376 h 138523"/>
                <a:gd name="connsiteX2" fmla="*/ 595706 w 595706"/>
                <a:gd name="connsiteY2" fmla="*/ 96341 h 138523"/>
                <a:gd name="connsiteX3" fmla="*/ 1361 w 595706"/>
                <a:gd name="connsiteY3" fmla="*/ 138523 h 138523"/>
                <a:gd name="connsiteX4" fmla="*/ 0 w 595706"/>
                <a:gd name="connsiteY4" fmla="*/ 21286 h 138523"/>
                <a:gd name="connsiteX0" fmla="*/ 0 w 595706"/>
                <a:gd name="connsiteY0" fmla="*/ 22534 h 139771"/>
                <a:gd name="connsiteX1" fmla="*/ 595706 w 595706"/>
                <a:gd name="connsiteY1" fmla="*/ 4624 h 139771"/>
                <a:gd name="connsiteX2" fmla="*/ 595706 w 595706"/>
                <a:gd name="connsiteY2" fmla="*/ 97589 h 139771"/>
                <a:gd name="connsiteX3" fmla="*/ 1361 w 595706"/>
                <a:gd name="connsiteY3" fmla="*/ 139771 h 139771"/>
                <a:gd name="connsiteX4" fmla="*/ 0 w 595706"/>
                <a:gd name="connsiteY4" fmla="*/ 22534 h 139771"/>
                <a:gd name="connsiteX0" fmla="*/ 0 w 595706"/>
                <a:gd name="connsiteY0" fmla="*/ 23494 h 140731"/>
                <a:gd name="connsiteX1" fmla="*/ 595706 w 595706"/>
                <a:gd name="connsiteY1" fmla="*/ 2118 h 140731"/>
                <a:gd name="connsiteX2" fmla="*/ 595706 w 595706"/>
                <a:gd name="connsiteY2" fmla="*/ 98549 h 140731"/>
                <a:gd name="connsiteX3" fmla="*/ 1361 w 595706"/>
                <a:gd name="connsiteY3" fmla="*/ 140731 h 140731"/>
                <a:gd name="connsiteX4" fmla="*/ 0 w 595706"/>
                <a:gd name="connsiteY4" fmla="*/ 23494 h 140731"/>
                <a:gd name="connsiteX0" fmla="*/ 0 w 595706"/>
                <a:gd name="connsiteY0" fmla="*/ 23494 h 140731"/>
                <a:gd name="connsiteX1" fmla="*/ 595706 w 595706"/>
                <a:gd name="connsiteY1" fmla="*/ 2118 h 140731"/>
                <a:gd name="connsiteX2" fmla="*/ 595706 w 595706"/>
                <a:gd name="connsiteY2" fmla="*/ 98549 h 140731"/>
                <a:gd name="connsiteX3" fmla="*/ 1361 w 595706"/>
                <a:gd name="connsiteY3" fmla="*/ 140731 h 140731"/>
                <a:gd name="connsiteX4" fmla="*/ 0 w 595706"/>
                <a:gd name="connsiteY4" fmla="*/ 23494 h 140731"/>
                <a:gd name="connsiteX0" fmla="*/ 0 w 595706"/>
                <a:gd name="connsiteY0" fmla="*/ 25030 h 142267"/>
                <a:gd name="connsiteX1" fmla="*/ 595706 w 595706"/>
                <a:gd name="connsiteY1" fmla="*/ 3654 h 142267"/>
                <a:gd name="connsiteX2" fmla="*/ 595706 w 595706"/>
                <a:gd name="connsiteY2" fmla="*/ 100085 h 142267"/>
                <a:gd name="connsiteX3" fmla="*/ 1361 w 595706"/>
                <a:gd name="connsiteY3" fmla="*/ 142267 h 142267"/>
                <a:gd name="connsiteX4" fmla="*/ 0 w 595706"/>
                <a:gd name="connsiteY4" fmla="*/ 25030 h 142267"/>
                <a:gd name="connsiteX0" fmla="*/ 0 w 595706"/>
                <a:gd name="connsiteY0" fmla="*/ 22091 h 139328"/>
                <a:gd name="connsiteX1" fmla="*/ 595706 w 595706"/>
                <a:gd name="connsiteY1" fmla="*/ 715 h 139328"/>
                <a:gd name="connsiteX2" fmla="*/ 595706 w 595706"/>
                <a:gd name="connsiteY2" fmla="*/ 97146 h 139328"/>
                <a:gd name="connsiteX3" fmla="*/ 1361 w 595706"/>
                <a:gd name="connsiteY3" fmla="*/ 139328 h 139328"/>
                <a:gd name="connsiteX4" fmla="*/ 0 w 595706"/>
                <a:gd name="connsiteY4" fmla="*/ 22091 h 139328"/>
                <a:gd name="connsiteX0" fmla="*/ 0 w 595706"/>
                <a:gd name="connsiteY0" fmla="*/ 23573 h 140810"/>
                <a:gd name="connsiteX1" fmla="*/ 595706 w 595706"/>
                <a:gd name="connsiteY1" fmla="*/ 2197 h 140810"/>
                <a:gd name="connsiteX2" fmla="*/ 595706 w 595706"/>
                <a:gd name="connsiteY2" fmla="*/ 98628 h 140810"/>
                <a:gd name="connsiteX3" fmla="*/ 1361 w 595706"/>
                <a:gd name="connsiteY3" fmla="*/ 140810 h 140810"/>
                <a:gd name="connsiteX4" fmla="*/ 0 w 595706"/>
                <a:gd name="connsiteY4" fmla="*/ 23573 h 140810"/>
                <a:gd name="connsiteX0" fmla="*/ 0 w 595706"/>
                <a:gd name="connsiteY0" fmla="*/ 21908 h 139145"/>
                <a:gd name="connsiteX1" fmla="*/ 595706 w 595706"/>
                <a:gd name="connsiteY1" fmla="*/ 532 h 139145"/>
                <a:gd name="connsiteX2" fmla="*/ 595706 w 595706"/>
                <a:gd name="connsiteY2" fmla="*/ 96963 h 139145"/>
                <a:gd name="connsiteX3" fmla="*/ 1361 w 595706"/>
                <a:gd name="connsiteY3" fmla="*/ 139145 h 139145"/>
                <a:gd name="connsiteX4" fmla="*/ 0 w 595706"/>
                <a:gd name="connsiteY4" fmla="*/ 21908 h 139145"/>
                <a:gd name="connsiteX0" fmla="*/ 0 w 595706"/>
                <a:gd name="connsiteY0" fmla="*/ 23863 h 141100"/>
                <a:gd name="connsiteX1" fmla="*/ 595706 w 595706"/>
                <a:gd name="connsiteY1" fmla="*/ 2487 h 141100"/>
                <a:gd name="connsiteX2" fmla="*/ 595706 w 595706"/>
                <a:gd name="connsiteY2" fmla="*/ 98918 h 141100"/>
                <a:gd name="connsiteX3" fmla="*/ 1361 w 595706"/>
                <a:gd name="connsiteY3" fmla="*/ 141100 h 141100"/>
                <a:gd name="connsiteX4" fmla="*/ 0 w 595706"/>
                <a:gd name="connsiteY4" fmla="*/ 23863 h 141100"/>
                <a:gd name="connsiteX0" fmla="*/ 0 w 595706"/>
                <a:gd name="connsiteY0" fmla="*/ 24472 h 141709"/>
                <a:gd name="connsiteX1" fmla="*/ 595706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0 w 595706"/>
                <a:gd name="connsiteY0" fmla="*/ 24267 h 141504"/>
                <a:gd name="connsiteX1" fmla="*/ 595706 w 595706"/>
                <a:gd name="connsiteY1" fmla="*/ 2891 h 141504"/>
                <a:gd name="connsiteX2" fmla="*/ 595706 w 595706"/>
                <a:gd name="connsiteY2" fmla="*/ 99322 h 141504"/>
                <a:gd name="connsiteX3" fmla="*/ 1361 w 595706"/>
                <a:gd name="connsiteY3" fmla="*/ 141504 h 141504"/>
                <a:gd name="connsiteX4" fmla="*/ 0 w 595706"/>
                <a:gd name="connsiteY4" fmla="*/ 24267 h 141504"/>
                <a:gd name="connsiteX0" fmla="*/ 0 w 595706"/>
                <a:gd name="connsiteY0" fmla="*/ 24472 h 141709"/>
                <a:gd name="connsiteX1" fmla="*/ 595706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0 w 595706"/>
                <a:gd name="connsiteY0" fmla="*/ 24472 h 141709"/>
                <a:gd name="connsiteX1" fmla="*/ 594353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124 w 595830"/>
                <a:gd name="connsiteY0" fmla="*/ 24472 h 141709"/>
                <a:gd name="connsiteX1" fmla="*/ 594477 w 595830"/>
                <a:gd name="connsiteY1" fmla="*/ 3096 h 141709"/>
                <a:gd name="connsiteX2" fmla="*/ 595830 w 595830"/>
                <a:gd name="connsiteY2" fmla="*/ 99527 h 141709"/>
                <a:gd name="connsiteX3" fmla="*/ 131 w 595830"/>
                <a:gd name="connsiteY3" fmla="*/ 141709 h 141709"/>
                <a:gd name="connsiteX4" fmla="*/ 124 w 595830"/>
                <a:gd name="connsiteY4" fmla="*/ 24472 h 141709"/>
                <a:gd name="connsiteX0" fmla="*/ 124 w 597179"/>
                <a:gd name="connsiteY0" fmla="*/ 25207 h 142444"/>
                <a:gd name="connsiteX1" fmla="*/ 597179 w 597179"/>
                <a:gd name="connsiteY1" fmla="*/ 481 h 142444"/>
                <a:gd name="connsiteX2" fmla="*/ 595830 w 597179"/>
                <a:gd name="connsiteY2" fmla="*/ 100262 h 142444"/>
                <a:gd name="connsiteX3" fmla="*/ 131 w 597179"/>
                <a:gd name="connsiteY3" fmla="*/ 142444 h 142444"/>
                <a:gd name="connsiteX4" fmla="*/ 124 w 597179"/>
                <a:gd name="connsiteY4" fmla="*/ 25207 h 142444"/>
                <a:gd name="connsiteX0" fmla="*/ 124 w 595889"/>
                <a:gd name="connsiteY0" fmla="*/ 25842 h 143079"/>
                <a:gd name="connsiteX1" fmla="*/ 594477 w 595889"/>
                <a:gd name="connsiteY1" fmla="*/ 0 h 143079"/>
                <a:gd name="connsiteX2" fmla="*/ 595830 w 595889"/>
                <a:gd name="connsiteY2" fmla="*/ 100897 h 143079"/>
                <a:gd name="connsiteX3" fmla="*/ 131 w 595889"/>
                <a:gd name="connsiteY3" fmla="*/ 143079 h 143079"/>
                <a:gd name="connsiteX4" fmla="*/ 124 w 595889"/>
                <a:gd name="connsiteY4" fmla="*/ 25842 h 143079"/>
                <a:gd name="connsiteX0" fmla="*/ 124 w 595889"/>
                <a:gd name="connsiteY0" fmla="*/ 24713 h 141950"/>
                <a:gd name="connsiteX1" fmla="*/ 594477 w 595889"/>
                <a:gd name="connsiteY1" fmla="*/ 2221 h 141950"/>
                <a:gd name="connsiteX2" fmla="*/ 595830 w 595889"/>
                <a:gd name="connsiteY2" fmla="*/ 99768 h 141950"/>
                <a:gd name="connsiteX3" fmla="*/ 131 w 595889"/>
                <a:gd name="connsiteY3" fmla="*/ 141950 h 141950"/>
                <a:gd name="connsiteX4" fmla="*/ 124 w 595889"/>
                <a:gd name="connsiteY4" fmla="*/ 24713 h 141950"/>
                <a:gd name="connsiteX0" fmla="*/ 124 w 595959"/>
                <a:gd name="connsiteY0" fmla="*/ 24713 h 141950"/>
                <a:gd name="connsiteX1" fmla="*/ 595828 w 595959"/>
                <a:gd name="connsiteY1" fmla="*/ 2221 h 141950"/>
                <a:gd name="connsiteX2" fmla="*/ 595830 w 595959"/>
                <a:gd name="connsiteY2" fmla="*/ 99768 h 141950"/>
                <a:gd name="connsiteX3" fmla="*/ 131 w 595959"/>
                <a:gd name="connsiteY3" fmla="*/ 141950 h 141950"/>
                <a:gd name="connsiteX4" fmla="*/ 124 w 595959"/>
                <a:gd name="connsiteY4" fmla="*/ 24713 h 141950"/>
                <a:gd name="connsiteX0" fmla="*/ 124 w 595959"/>
                <a:gd name="connsiteY0" fmla="*/ 24925 h 142162"/>
                <a:gd name="connsiteX1" fmla="*/ 595828 w 595959"/>
                <a:gd name="connsiteY1" fmla="*/ 2433 h 142162"/>
                <a:gd name="connsiteX2" fmla="*/ 595830 w 595959"/>
                <a:gd name="connsiteY2" fmla="*/ 99980 h 142162"/>
                <a:gd name="connsiteX3" fmla="*/ 131 w 595959"/>
                <a:gd name="connsiteY3" fmla="*/ 142162 h 142162"/>
                <a:gd name="connsiteX4" fmla="*/ 124 w 595959"/>
                <a:gd name="connsiteY4" fmla="*/ 24925 h 142162"/>
                <a:gd name="connsiteX0" fmla="*/ 124 w 595959"/>
                <a:gd name="connsiteY0" fmla="*/ 22492 h 139729"/>
                <a:gd name="connsiteX1" fmla="*/ 595828 w 595959"/>
                <a:gd name="connsiteY1" fmla="*/ 0 h 139729"/>
                <a:gd name="connsiteX2" fmla="*/ 595830 w 595959"/>
                <a:gd name="connsiteY2" fmla="*/ 97547 h 139729"/>
                <a:gd name="connsiteX3" fmla="*/ 131 w 595959"/>
                <a:gd name="connsiteY3" fmla="*/ 139729 h 139729"/>
                <a:gd name="connsiteX4" fmla="*/ 124 w 595959"/>
                <a:gd name="connsiteY4" fmla="*/ 22492 h 139729"/>
                <a:gd name="connsiteX0" fmla="*/ 124 w 595959"/>
                <a:gd name="connsiteY0" fmla="*/ 25585 h 142822"/>
                <a:gd name="connsiteX1" fmla="*/ 595828 w 595959"/>
                <a:gd name="connsiteY1" fmla="*/ 3093 h 142822"/>
                <a:gd name="connsiteX2" fmla="*/ 595830 w 595959"/>
                <a:gd name="connsiteY2" fmla="*/ 100640 h 142822"/>
                <a:gd name="connsiteX3" fmla="*/ 131 w 595959"/>
                <a:gd name="connsiteY3" fmla="*/ 142822 h 142822"/>
                <a:gd name="connsiteX4" fmla="*/ 124 w 595959"/>
                <a:gd name="connsiteY4" fmla="*/ 25585 h 142822"/>
                <a:gd name="connsiteX0" fmla="*/ 124 w 595959"/>
                <a:gd name="connsiteY0" fmla="*/ 25585 h 142822"/>
                <a:gd name="connsiteX1" fmla="*/ 595828 w 595959"/>
                <a:gd name="connsiteY1" fmla="*/ 3093 h 142822"/>
                <a:gd name="connsiteX2" fmla="*/ 595830 w 595959"/>
                <a:gd name="connsiteY2" fmla="*/ 100640 h 142822"/>
                <a:gd name="connsiteX3" fmla="*/ 131 w 595959"/>
                <a:gd name="connsiteY3" fmla="*/ 142822 h 142822"/>
                <a:gd name="connsiteX4" fmla="*/ 124 w 595959"/>
                <a:gd name="connsiteY4" fmla="*/ 25585 h 142822"/>
                <a:gd name="connsiteX0" fmla="*/ 124 w 595959"/>
                <a:gd name="connsiteY0" fmla="*/ 26512 h 143749"/>
                <a:gd name="connsiteX1" fmla="*/ 595828 w 595959"/>
                <a:gd name="connsiteY1" fmla="*/ 4020 h 143749"/>
                <a:gd name="connsiteX2" fmla="*/ 595830 w 595959"/>
                <a:gd name="connsiteY2" fmla="*/ 101567 h 143749"/>
                <a:gd name="connsiteX3" fmla="*/ 131 w 595959"/>
                <a:gd name="connsiteY3" fmla="*/ 143749 h 143749"/>
                <a:gd name="connsiteX4" fmla="*/ 124 w 595959"/>
                <a:gd name="connsiteY4" fmla="*/ 26512 h 143749"/>
                <a:gd name="connsiteX0" fmla="*/ 124 w 595959"/>
                <a:gd name="connsiteY0" fmla="*/ 26512 h 143749"/>
                <a:gd name="connsiteX1" fmla="*/ 595828 w 595959"/>
                <a:gd name="connsiteY1" fmla="*/ 4020 h 143749"/>
                <a:gd name="connsiteX2" fmla="*/ 595830 w 595959"/>
                <a:gd name="connsiteY2" fmla="*/ 101567 h 143749"/>
                <a:gd name="connsiteX3" fmla="*/ 131 w 595959"/>
                <a:gd name="connsiteY3" fmla="*/ 143749 h 143749"/>
                <a:gd name="connsiteX4" fmla="*/ 124 w 595959"/>
                <a:gd name="connsiteY4" fmla="*/ 26512 h 143749"/>
                <a:gd name="connsiteX0" fmla="*/ 124 w 595959"/>
                <a:gd name="connsiteY0" fmla="*/ 28496 h 145733"/>
                <a:gd name="connsiteX1" fmla="*/ 595828 w 595959"/>
                <a:gd name="connsiteY1" fmla="*/ 6004 h 145733"/>
                <a:gd name="connsiteX2" fmla="*/ 595830 w 595959"/>
                <a:gd name="connsiteY2" fmla="*/ 103551 h 145733"/>
                <a:gd name="connsiteX3" fmla="*/ 131 w 595959"/>
                <a:gd name="connsiteY3" fmla="*/ 145733 h 145733"/>
                <a:gd name="connsiteX4" fmla="*/ 124 w 595959"/>
                <a:gd name="connsiteY4" fmla="*/ 28496 h 14573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856"/>
                <a:gd name="connsiteY0" fmla="*/ 41841 h 159078"/>
                <a:gd name="connsiteX1" fmla="*/ 591261 w 595856"/>
                <a:gd name="connsiteY1" fmla="*/ 0 h 159078"/>
                <a:gd name="connsiteX2" fmla="*/ 595830 w 595856"/>
                <a:gd name="connsiteY2" fmla="*/ 116896 h 159078"/>
                <a:gd name="connsiteX3" fmla="*/ 131 w 595856"/>
                <a:gd name="connsiteY3" fmla="*/ 159078 h 159078"/>
                <a:gd name="connsiteX4" fmla="*/ 124 w 595856"/>
                <a:gd name="connsiteY4" fmla="*/ 41841 h 159078"/>
                <a:gd name="connsiteX0" fmla="*/ 124 w 595959"/>
                <a:gd name="connsiteY0" fmla="*/ 41841 h 159078"/>
                <a:gd name="connsiteX1" fmla="*/ 595828 w 595959"/>
                <a:gd name="connsiteY1" fmla="*/ 0 h 159078"/>
                <a:gd name="connsiteX2" fmla="*/ 595830 w 595959"/>
                <a:gd name="connsiteY2" fmla="*/ 116896 h 159078"/>
                <a:gd name="connsiteX3" fmla="*/ 131 w 595959"/>
                <a:gd name="connsiteY3" fmla="*/ 159078 h 159078"/>
                <a:gd name="connsiteX4" fmla="*/ 124 w 595959"/>
                <a:gd name="connsiteY4" fmla="*/ 41841 h 159078"/>
                <a:gd name="connsiteX0" fmla="*/ 124 w 597349"/>
                <a:gd name="connsiteY0" fmla="*/ 42378 h 159615"/>
                <a:gd name="connsiteX1" fmla="*/ 597349 w 597349"/>
                <a:gd name="connsiteY1" fmla="*/ 0 h 159615"/>
                <a:gd name="connsiteX2" fmla="*/ 595830 w 597349"/>
                <a:gd name="connsiteY2" fmla="*/ 117433 h 159615"/>
                <a:gd name="connsiteX3" fmla="*/ 131 w 597349"/>
                <a:gd name="connsiteY3" fmla="*/ 159615 h 159615"/>
                <a:gd name="connsiteX4" fmla="*/ 124 w 597349"/>
                <a:gd name="connsiteY4" fmla="*/ 42378 h 159615"/>
                <a:gd name="connsiteX0" fmla="*/ 124 w 600443"/>
                <a:gd name="connsiteY0" fmla="*/ 42378 h 159615"/>
                <a:gd name="connsiteX1" fmla="*/ 597349 w 600443"/>
                <a:gd name="connsiteY1" fmla="*/ 0 h 159615"/>
                <a:gd name="connsiteX2" fmla="*/ 600408 w 600443"/>
                <a:gd name="connsiteY2" fmla="*/ 117433 h 159615"/>
                <a:gd name="connsiteX3" fmla="*/ 131 w 600443"/>
                <a:gd name="connsiteY3" fmla="*/ 159615 h 159615"/>
                <a:gd name="connsiteX4" fmla="*/ 124 w 600443"/>
                <a:gd name="connsiteY4" fmla="*/ 42378 h 159615"/>
                <a:gd name="connsiteX0" fmla="*/ 124 w 600537"/>
                <a:gd name="connsiteY0" fmla="*/ 42378 h 159615"/>
                <a:gd name="connsiteX1" fmla="*/ 600401 w 600537"/>
                <a:gd name="connsiteY1" fmla="*/ 0 h 159615"/>
                <a:gd name="connsiteX2" fmla="*/ 600408 w 600537"/>
                <a:gd name="connsiteY2" fmla="*/ 117433 h 159615"/>
                <a:gd name="connsiteX3" fmla="*/ 131 w 600537"/>
                <a:gd name="connsiteY3" fmla="*/ 159615 h 159615"/>
                <a:gd name="connsiteX4" fmla="*/ 124 w 600537"/>
                <a:gd name="connsiteY4" fmla="*/ 42378 h 159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0537" h="159615">
                  <a:moveTo>
                    <a:pt x="124" y="42378"/>
                  </a:moveTo>
                  <a:cubicBezTo>
                    <a:pt x="296414" y="-50243"/>
                    <a:pt x="418111" y="75773"/>
                    <a:pt x="600401" y="0"/>
                  </a:cubicBezTo>
                  <a:cubicBezTo>
                    <a:pt x="599951" y="33260"/>
                    <a:pt x="600858" y="84173"/>
                    <a:pt x="600408" y="117433"/>
                  </a:cubicBezTo>
                  <a:cubicBezTo>
                    <a:pt x="395490" y="192726"/>
                    <a:pt x="285331" y="62551"/>
                    <a:pt x="131" y="159615"/>
                  </a:cubicBezTo>
                  <a:cubicBezTo>
                    <a:pt x="-323" y="114566"/>
                    <a:pt x="578" y="87427"/>
                    <a:pt x="124" y="42378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93" name="矩形 1174">
              <a:extLst>
                <a:ext uri="{FF2B5EF4-FFF2-40B4-BE49-F238E27FC236}">
                  <a16:creationId xmlns:a16="http://schemas.microsoft.com/office/drawing/2014/main" id="{09144DBE-A832-0E0F-07AE-92C36A54707D}"/>
                </a:ext>
              </a:extLst>
            </p:cNvPr>
            <p:cNvSpPr/>
            <p:nvPr/>
          </p:nvSpPr>
          <p:spPr>
            <a:xfrm rot="10800000">
              <a:off x="5041542" y="6890402"/>
              <a:ext cx="618706" cy="226680"/>
            </a:xfrm>
            <a:custGeom>
              <a:avLst/>
              <a:gdLst>
                <a:gd name="connsiteX0" fmla="*/ 0 w 595706"/>
                <a:gd name="connsiteY0" fmla="*/ 0 h 92965"/>
                <a:gd name="connsiteX1" fmla="*/ 595706 w 595706"/>
                <a:gd name="connsiteY1" fmla="*/ 0 h 92965"/>
                <a:gd name="connsiteX2" fmla="*/ 595706 w 595706"/>
                <a:gd name="connsiteY2" fmla="*/ 92965 h 92965"/>
                <a:gd name="connsiteX3" fmla="*/ 0 w 595706"/>
                <a:gd name="connsiteY3" fmla="*/ 92965 h 92965"/>
                <a:gd name="connsiteX4" fmla="*/ 0 w 595706"/>
                <a:gd name="connsiteY4" fmla="*/ 0 h 92965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1422 w 594406"/>
                <a:gd name="connsiteY0" fmla="*/ 21376 h 135147"/>
                <a:gd name="connsiteX1" fmla="*/ 594406 w 594406"/>
                <a:gd name="connsiteY1" fmla="*/ 0 h 135147"/>
                <a:gd name="connsiteX2" fmla="*/ 594406 w 594406"/>
                <a:gd name="connsiteY2" fmla="*/ 92965 h 135147"/>
                <a:gd name="connsiteX3" fmla="*/ 61 w 594406"/>
                <a:gd name="connsiteY3" fmla="*/ 135147 h 135147"/>
                <a:gd name="connsiteX4" fmla="*/ 1422 w 594406"/>
                <a:gd name="connsiteY4" fmla="*/ 21376 h 135147"/>
                <a:gd name="connsiteX0" fmla="*/ 1422 w 594406"/>
                <a:gd name="connsiteY0" fmla="*/ 15599 h 135147"/>
                <a:gd name="connsiteX1" fmla="*/ 594406 w 594406"/>
                <a:gd name="connsiteY1" fmla="*/ 0 h 135147"/>
                <a:gd name="connsiteX2" fmla="*/ 594406 w 594406"/>
                <a:gd name="connsiteY2" fmla="*/ 92965 h 135147"/>
                <a:gd name="connsiteX3" fmla="*/ 61 w 594406"/>
                <a:gd name="connsiteY3" fmla="*/ 135147 h 135147"/>
                <a:gd name="connsiteX4" fmla="*/ 1422 w 594406"/>
                <a:gd name="connsiteY4" fmla="*/ 15599 h 135147"/>
                <a:gd name="connsiteX0" fmla="*/ 131 w 594476"/>
                <a:gd name="connsiteY0" fmla="*/ 4622 h 135147"/>
                <a:gd name="connsiteX1" fmla="*/ 594476 w 594476"/>
                <a:gd name="connsiteY1" fmla="*/ 0 h 135147"/>
                <a:gd name="connsiteX2" fmla="*/ 594476 w 594476"/>
                <a:gd name="connsiteY2" fmla="*/ 92965 h 135147"/>
                <a:gd name="connsiteX3" fmla="*/ 131 w 594476"/>
                <a:gd name="connsiteY3" fmla="*/ 135147 h 135147"/>
                <a:gd name="connsiteX4" fmla="*/ 131 w 594476"/>
                <a:gd name="connsiteY4" fmla="*/ 4622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22423 h 139660"/>
                <a:gd name="connsiteX1" fmla="*/ 595706 w 595706"/>
                <a:gd name="connsiteY1" fmla="*/ 4513 h 139660"/>
                <a:gd name="connsiteX2" fmla="*/ 595706 w 595706"/>
                <a:gd name="connsiteY2" fmla="*/ 97478 h 139660"/>
                <a:gd name="connsiteX3" fmla="*/ 1361 w 595706"/>
                <a:gd name="connsiteY3" fmla="*/ 139660 h 139660"/>
                <a:gd name="connsiteX4" fmla="*/ 0 w 595706"/>
                <a:gd name="connsiteY4" fmla="*/ 22423 h 139660"/>
                <a:gd name="connsiteX0" fmla="*/ 0 w 595706"/>
                <a:gd name="connsiteY0" fmla="*/ 26413 h 143650"/>
                <a:gd name="connsiteX1" fmla="*/ 595706 w 595706"/>
                <a:gd name="connsiteY1" fmla="*/ 8503 h 143650"/>
                <a:gd name="connsiteX2" fmla="*/ 595706 w 595706"/>
                <a:gd name="connsiteY2" fmla="*/ 101468 h 143650"/>
                <a:gd name="connsiteX3" fmla="*/ 1361 w 595706"/>
                <a:gd name="connsiteY3" fmla="*/ 143650 h 143650"/>
                <a:gd name="connsiteX4" fmla="*/ 0 w 595706"/>
                <a:gd name="connsiteY4" fmla="*/ 26413 h 143650"/>
                <a:gd name="connsiteX0" fmla="*/ 0 w 595706"/>
                <a:gd name="connsiteY0" fmla="*/ 21286 h 138523"/>
                <a:gd name="connsiteX1" fmla="*/ 595706 w 595706"/>
                <a:gd name="connsiteY1" fmla="*/ 3376 h 138523"/>
                <a:gd name="connsiteX2" fmla="*/ 595706 w 595706"/>
                <a:gd name="connsiteY2" fmla="*/ 96341 h 138523"/>
                <a:gd name="connsiteX3" fmla="*/ 1361 w 595706"/>
                <a:gd name="connsiteY3" fmla="*/ 138523 h 138523"/>
                <a:gd name="connsiteX4" fmla="*/ 0 w 595706"/>
                <a:gd name="connsiteY4" fmla="*/ 21286 h 138523"/>
                <a:gd name="connsiteX0" fmla="*/ 0 w 595706"/>
                <a:gd name="connsiteY0" fmla="*/ 22534 h 139771"/>
                <a:gd name="connsiteX1" fmla="*/ 595706 w 595706"/>
                <a:gd name="connsiteY1" fmla="*/ 4624 h 139771"/>
                <a:gd name="connsiteX2" fmla="*/ 595706 w 595706"/>
                <a:gd name="connsiteY2" fmla="*/ 97589 h 139771"/>
                <a:gd name="connsiteX3" fmla="*/ 1361 w 595706"/>
                <a:gd name="connsiteY3" fmla="*/ 139771 h 139771"/>
                <a:gd name="connsiteX4" fmla="*/ 0 w 595706"/>
                <a:gd name="connsiteY4" fmla="*/ 22534 h 139771"/>
                <a:gd name="connsiteX0" fmla="*/ 0 w 595706"/>
                <a:gd name="connsiteY0" fmla="*/ 23494 h 140731"/>
                <a:gd name="connsiteX1" fmla="*/ 595706 w 595706"/>
                <a:gd name="connsiteY1" fmla="*/ 2118 h 140731"/>
                <a:gd name="connsiteX2" fmla="*/ 595706 w 595706"/>
                <a:gd name="connsiteY2" fmla="*/ 98549 h 140731"/>
                <a:gd name="connsiteX3" fmla="*/ 1361 w 595706"/>
                <a:gd name="connsiteY3" fmla="*/ 140731 h 140731"/>
                <a:gd name="connsiteX4" fmla="*/ 0 w 595706"/>
                <a:gd name="connsiteY4" fmla="*/ 23494 h 140731"/>
                <a:gd name="connsiteX0" fmla="*/ 0 w 595706"/>
                <a:gd name="connsiteY0" fmla="*/ 23494 h 140731"/>
                <a:gd name="connsiteX1" fmla="*/ 595706 w 595706"/>
                <a:gd name="connsiteY1" fmla="*/ 2118 h 140731"/>
                <a:gd name="connsiteX2" fmla="*/ 595706 w 595706"/>
                <a:gd name="connsiteY2" fmla="*/ 98549 h 140731"/>
                <a:gd name="connsiteX3" fmla="*/ 1361 w 595706"/>
                <a:gd name="connsiteY3" fmla="*/ 140731 h 140731"/>
                <a:gd name="connsiteX4" fmla="*/ 0 w 595706"/>
                <a:gd name="connsiteY4" fmla="*/ 23494 h 140731"/>
                <a:gd name="connsiteX0" fmla="*/ 0 w 595706"/>
                <a:gd name="connsiteY0" fmla="*/ 25030 h 142267"/>
                <a:gd name="connsiteX1" fmla="*/ 595706 w 595706"/>
                <a:gd name="connsiteY1" fmla="*/ 3654 h 142267"/>
                <a:gd name="connsiteX2" fmla="*/ 595706 w 595706"/>
                <a:gd name="connsiteY2" fmla="*/ 100085 h 142267"/>
                <a:gd name="connsiteX3" fmla="*/ 1361 w 595706"/>
                <a:gd name="connsiteY3" fmla="*/ 142267 h 142267"/>
                <a:gd name="connsiteX4" fmla="*/ 0 w 595706"/>
                <a:gd name="connsiteY4" fmla="*/ 25030 h 142267"/>
                <a:gd name="connsiteX0" fmla="*/ 0 w 595706"/>
                <a:gd name="connsiteY0" fmla="*/ 22091 h 139328"/>
                <a:gd name="connsiteX1" fmla="*/ 595706 w 595706"/>
                <a:gd name="connsiteY1" fmla="*/ 715 h 139328"/>
                <a:gd name="connsiteX2" fmla="*/ 595706 w 595706"/>
                <a:gd name="connsiteY2" fmla="*/ 97146 h 139328"/>
                <a:gd name="connsiteX3" fmla="*/ 1361 w 595706"/>
                <a:gd name="connsiteY3" fmla="*/ 139328 h 139328"/>
                <a:gd name="connsiteX4" fmla="*/ 0 w 595706"/>
                <a:gd name="connsiteY4" fmla="*/ 22091 h 139328"/>
                <a:gd name="connsiteX0" fmla="*/ 0 w 595706"/>
                <a:gd name="connsiteY0" fmla="*/ 23573 h 140810"/>
                <a:gd name="connsiteX1" fmla="*/ 595706 w 595706"/>
                <a:gd name="connsiteY1" fmla="*/ 2197 h 140810"/>
                <a:gd name="connsiteX2" fmla="*/ 595706 w 595706"/>
                <a:gd name="connsiteY2" fmla="*/ 98628 h 140810"/>
                <a:gd name="connsiteX3" fmla="*/ 1361 w 595706"/>
                <a:gd name="connsiteY3" fmla="*/ 140810 h 140810"/>
                <a:gd name="connsiteX4" fmla="*/ 0 w 595706"/>
                <a:gd name="connsiteY4" fmla="*/ 23573 h 140810"/>
                <a:gd name="connsiteX0" fmla="*/ 0 w 595706"/>
                <a:gd name="connsiteY0" fmla="*/ 21908 h 139145"/>
                <a:gd name="connsiteX1" fmla="*/ 595706 w 595706"/>
                <a:gd name="connsiteY1" fmla="*/ 532 h 139145"/>
                <a:gd name="connsiteX2" fmla="*/ 595706 w 595706"/>
                <a:gd name="connsiteY2" fmla="*/ 96963 h 139145"/>
                <a:gd name="connsiteX3" fmla="*/ 1361 w 595706"/>
                <a:gd name="connsiteY3" fmla="*/ 139145 h 139145"/>
                <a:gd name="connsiteX4" fmla="*/ 0 w 595706"/>
                <a:gd name="connsiteY4" fmla="*/ 21908 h 139145"/>
                <a:gd name="connsiteX0" fmla="*/ 0 w 595706"/>
                <a:gd name="connsiteY0" fmla="*/ 23863 h 141100"/>
                <a:gd name="connsiteX1" fmla="*/ 595706 w 595706"/>
                <a:gd name="connsiteY1" fmla="*/ 2487 h 141100"/>
                <a:gd name="connsiteX2" fmla="*/ 595706 w 595706"/>
                <a:gd name="connsiteY2" fmla="*/ 98918 h 141100"/>
                <a:gd name="connsiteX3" fmla="*/ 1361 w 595706"/>
                <a:gd name="connsiteY3" fmla="*/ 141100 h 141100"/>
                <a:gd name="connsiteX4" fmla="*/ 0 w 595706"/>
                <a:gd name="connsiteY4" fmla="*/ 23863 h 141100"/>
                <a:gd name="connsiteX0" fmla="*/ 0 w 595706"/>
                <a:gd name="connsiteY0" fmla="*/ 24472 h 141709"/>
                <a:gd name="connsiteX1" fmla="*/ 595706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0 w 595706"/>
                <a:gd name="connsiteY0" fmla="*/ 24267 h 141504"/>
                <a:gd name="connsiteX1" fmla="*/ 595706 w 595706"/>
                <a:gd name="connsiteY1" fmla="*/ 2891 h 141504"/>
                <a:gd name="connsiteX2" fmla="*/ 595706 w 595706"/>
                <a:gd name="connsiteY2" fmla="*/ 99322 h 141504"/>
                <a:gd name="connsiteX3" fmla="*/ 1361 w 595706"/>
                <a:gd name="connsiteY3" fmla="*/ 141504 h 141504"/>
                <a:gd name="connsiteX4" fmla="*/ 0 w 595706"/>
                <a:gd name="connsiteY4" fmla="*/ 24267 h 141504"/>
                <a:gd name="connsiteX0" fmla="*/ 0 w 595706"/>
                <a:gd name="connsiteY0" fmla="*/ 24472 h 141709"/>
                <a:gd name="connsiteX1" fmla="*/ 595706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0 w 595706"/>
                <a:gd name="connsiteY0" fmla="*/ 24472 h 141709"/>
                <a:gd name="connsiteX1" fmla="*/ 594353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124 w 595830"/>
                <a:gd name="connsiteY0" fmla="*/ 24472 h 141709"/>
                <a:gd name="connsiteX1" fmla="*/ 594477 w 595830"/>
                <a:gd name="connsiteY1" fmla="*/ 3096 h 141709"/>
                <a:gd name="connsiteX2" fmla="*/ 595830 w 595830"/>
                <a:gd name="connsiteY2" fmla="*/ 99527 h 141709"/>
                <a:gd name="connsiteX3" fmla="*/ 131 w 595830"/>
                <a:gd name="connsiteY3" fmla="*/ 141709 h 141709"/>
                <a:gd name="connsiteX4" fmla="*/ 124 w 595830"/>
                <a:gd name="connsiteY4" fmla="*/ 24472 h 141709"/>
                <a:gd name="connsiteX0" fmla="*/ 124 w 597179"/>
                <a:gd name="connsiteY0" fmla="*/ 25207 h 142444"/>
                <a:gd name="connsiteX1" fmla="*/ 597179 w 597179"/>
                <a:gd name="connsiteY1" fmla="*/ 481 h 142444"/>
                <a:gd name="connsiteX2" fmla="*/ 595830 w 597179"/>
                <a:gd name="connsiteY2" fmla="*/ 100262 h 142444"/>
                <a:gd name="connsiteX3" fmla="*/ 131 w 597179"/>
                <a:gd name="connsiteY3" fmla="*/ 142444 h 142444"/>
                <a:gd name="connsiteX4" fmla="*/ 124 w 597179"/>
                <a:gd name="connsiteY4" fmla="*/ 25207 h 142444"/>
                <a:gd name="connsiteX0" fmla="*/ 124 w 595889"/>
                <a:gd name="connsiteY0" fmla="*/ 25842 h 143079"/>
                <a:gd name="connsiteX1" fmla="*/ 594477 w 595889"/>
                <a:gd name="connsiteY1" fmla="*/ 0 h 143079"/>
                <a:gd name="connsiteX2" fmla="*/ 595830 w 595889"/>
                <a:gd name="connsiteY2" fmla="*/ 100897 h 143079"/>
                <a:gd name="connsiteX3" fmla="*/ 131 w 595889"/>
                <a:gd name="connsiteY3" fmla="*/ 143079 h 143079"/>
                <a:gd name="connsiteX4" fmla="*/ 124 w 595889"/>
                <a:gd name="connsiteY4" fmla="*/ 25842 h 143079"/>
                <a:gd name="connsiteX0" fmla="*/ 124 w 595889"/>
                <a:gd name="connsiteY0" fmla="*/ 24713 h 141950"/>
                <a:gd name="connsiteX1" fmla="*/ 594477 w 595889"/>
                <a:gd name="connsiteY1" fmla="*/ 2221 h 141950"/>
                <a:gd name="connsiteX2" fmla="*/ 595830 w 595889"/>
                <a:gd name="connsiteY2" fmla="*/ 99768 h 141950"/>
                <a:gd name="connsiteX3" fmla="*/ 131 w 595889"/>
                <a:gd name="connsiteY3" fmla="*/ 141950 h 141950"/>
                <a:gd name="connsiteX4" fmla="*/ 124 w 595889"/>
                <a:gd name="connsiteY4" fmla="*/ 24713 h 141950"/>
                <a:gd name="connsiteX0" fmla="*/ 124 w 595959"/>
                <a:gd name="connsiteY0" fmla="*/ 24713 h 141950"/>
                <a:gd name="connsiteX1" fmla="*/ 595828 w 595959"/>
                <a:gd name="connsiteY1" fmla="*/ 2221 h 141950"/>
                <a:gd name="connsiteX2" fmla="*/ 595830 w 595959"/>
                <a:gd name="connsiteY2" fmla="*/ 99768 h 141950"/>
                <a:gd name="connsiteX3" fmla="*/ 131 w 595959"/>
                <a:gd name="connsiteY3" fmla="*/ 141950 h 141950"/>
                <a:gd name="connsiteX4" fmla="*/ 124 w 595959"/>
                <a:gd name="connsiteY4" fmla="*/ 24713 h 141950"/>
                <a:gd name="connsiteX0" fmla="*/ 124 w 595959"/>
                <a:gd name="connsiteY0" fmla="*/ 24925 h 142162"/>
                <a:gd name="connsiteX1" fmla="*/ 595828 w 595959"/>
                <a:gd name="connsiteY1" fmla="*/ 2433 h 142162"/>
                <a:gd name="connsiteX2" fmla="*/ 595830 w 595959"/>
                <a:gd name="connsiteY2" fmla="*/ 99980 h 142162"/>
                <a:gd name="connsiteX3" fmla="*/ 131 w 595959"/>
                <a:gd name="connsiteY3" fmla="*/ 142162 h 142162"/>
                <a:gd name="connsiteX4" fmla="*/ 124 w 595959"/>
                <a:gd name="connsiteY4" fmla="*/ 24925 h 142162"/>
                <a:gd name="connsiteX0" fmla="*/ 124 w 595959"/>
                <a:gd name="connsiteY0" fmla="*/ 22492 h 139729"/>
                <a:gd name="connsiteX1" fmla="*/ 595828 w 595959"/>
                <a:gd name="connsiteY1" fmla="*/ 0 h 139729"/>
                <a:gd name="connsiteX2" fmla="*/ 595830 w 595959"/>
                <a:gd name="connsiteY2" fmla="*/ 97547 h 139729"/>
                <a:gd name="connsiteX3" fmla="*/ 131 w 595959"/>
                <a:gd name="connsiteY3" fmla="*/ 139729 h 139729"/>
                <a:gd name="connsiteX4" fmla="*/ 124 w 595959"/>
                <a:gd name="connsiteY4" fmla="*/ 22492 h 139729"/>
                <a:gd name="connsiteX0" fmla="*/ 124 w 595959"/>
                <a:gd name="connsiteY0" fmla="*/ 25585 h 142822"/>
                <a:gd name="connsiteX1" fmla="*/ 595828 w 595959"/>
                <a:gd name="connsiteY1" fmla="*/ 3093 h 142822"/>
                <a:gd name="connsiteX2" fmla="*/ 595830 w 595959"/>
                <a:gd name="connsiteY2" fmla="*/ 100640 h 142822"/>
                <a:gd name="connsiteX3" fmla="*/ 131 w 595959"/>
                <a:gd name="connsiteY3" fmla="*/ 142822 h 142822"/>
                <a:gd name="connsiteX4" fmla="*/ 124 w 595959"/>
                <a:gd name="connsiteY4" fmla="*/ 25585 h 142822"/>
                <a:gd name="connsiteX0" fmla="*/ 124 w 595959"/>
                <a:gd name="connsiteY0" fmla="*/ 25585 h 142822"/>
                <a:gd name="connsiteX1" fmla="*/ 595828 w 595959"/>
                <a:gd name="connsiteY1" fmla="*/ 3093 h 142822"/>
                <a:gd name="connsiteX2" fmla="*/ 595830 w 595959"/>
                <a:gd name="connsiteY2" fmla="*/ 100640 h 142822"/>
                <a:gd name="connsiteX3" fmla="*/ 131 w 595959"/>
                <a:gd name="connsiteY3" fmla="*/ 142822 h 142822"/>
                <a:gd name="connsiteX4" fmla="*/ 124 w 595959"/>
                <a:gd name="connsiteY4" fmla="*/ 25585 h 142822"/>
                <a:gd name="connsiteX0" fmla="*/ 124 w 595959"/>
                <a:gd name="connsiteY0" fmla="*/ 26512 h 143749"/>
                <a:gd name="connsiteX1" fmla="*/ 595828 w 595959"/>
                <a:gd name="connsiteY1" fmla="*/ 4020 h 143749"/>
                <a:gd name="connsiteX2" fmla="*/ 595830 w 595959"/>
                <a:gd name="connsiteY2" fmla="*/ 101567 h 143749"/>
                <a:gd name="connsiteX3" fmla="*/ 131 w 595959"/>
                <a:gd name="connsiteY3" fmla="*/ 143749 h 143749"/>
                <a:gd name="connsiteX4" fmla="*/ 124 w 595959"/>
                <a:gd name="connsiteY4" fmla="*/ 26512 h 143749"/>
                <a:gd name="connsiteX0" fmla="*/ 124 w 595959"/>
                <a:gd name="connsiteY0" fmla="*/ 26512 h 143749"/>
                <a:gd name="connsiteX1" fmla="*/ 595828 w 595959"/>
                <a:gd name="connsiteY1" fmla="*/ 4020 h 143749"/>
                <a:gd name="connsiteX2" fmla="*/ 595830 w 595959"/>
                <a:gd name="connsiteY2" fmla="*/ 101567 h 143749"/>
                <a:gd name="connsiteX3" fmla="*/ 131 w 595959"/>
                <a:gd name="connsiteY3" fmla="*/ 143749 h 143749"/>
                <a:gd name="connsiteX4" fmla="*/ 124 w 595959"/>
                <a:gd name="connsiteY4" fmla="*/ 26512 h 143749"/>
                <a:gd name="connsiteX0" fmla="*/ 124 w 595959"/>
                <a:gd name="connsiteY0" fmla="*/ 28496 h 145733"/>
                <a:gd name="connsiteX1" fmla="*/ 595828 w 595959"/>
                <a:gd name="connsiteY1" fmla="*/ 6004 h 145733"/>
                <a:gd name="connsiteX2" fmla="*/ 595830 w 595959"/>
                <a:gd name="connsiteY2" fmla="*/ 103551 h 145733"/>
                <a:gd name="connsiteX3" fmla="*/ 131 w 595959"/>
                <a:gd name="connsiteY3" fmla="*/ 145733 h 145733"/>
                <a:gd name="connsiteX4" fmla="*/ 124 w 595959"/>
                <a:gd name="connsiteY4" fmla="*/ 28496 h 14573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856"/>
                <a:gd name="connsiteY0" fmla="*/ 41841 h 159078"/>
                <a:gd name="connsiteX1" fmla="*/ 591261 w 595856"/>
                <a:gd name="connsiteY1" fmla="*/ 0 h 159078"/>
                <a:gd name="connsiteX2" fmla="*/ 595830 w 595856"/>
                <a:gd name="connsiteY2" fmla="*/ 116896 h 159078"/>
                <a:gd name="connsiteX3" fmla="*/ 131 w 595856"/>
                <a:gd name="connsiteY3" fmla="*/ 159078 h 159078"/>
                <a:gd name="connsiteX4" fmla="*/ 124 w 595856"/>
                <a:gd name="connsiteY4" fmla="*/ 41841 h 159078"/>
                <a:gd name="connsiteX0" fmla="*/ 124 w 595959"/>
                <a:gd name="connsiteY0" fmla="*/ 41841 h 159078"/>
                <a:gd name="connsiteX1" fmla="*/ 595828 w 595959"/>
                <a:gd name="connsiteY1" fmla="*/ 0 h 159078"/>
                <a:gd name="connsiteX2" fmla="*/ 595830 w 595959"/>
                <a:gd name="connsiteY2" fmla="*/ 116896 h 159078"/>
                <a:gd name="connsiteX3" fmla="*/ 131 w 595959"/>
                <a:gd name="connsiteY3" fmla="*/ 159078 h 159078"/>
                <a:gd name="connsiteX4" fmla="*/ 124 w 595959"/>
                <a:gd name="connsiteY4" fmla="*/ 41841 h 159078"/>
                <a:gd name="connsiteX0" fmla="*/ 124 w 597349"/>
                <a:gd name="connsiteY0" fmla="*/ 42378 h 159615"/>
                <a:gd name="connsiteX1" fmla="*/ 597349 w 597349"/>
                <a:gd name="connsiteY1" fmla="*/ 0 h 159615"/>
                <a:gd name="connsiteX2" fmla="*/ 595830 w 597349"/>
                <a:gd name="connsiteY2" fmla="*/ 117433 h 159615"/>
                <a:gd name="connsiteX3" fmla="*/ 131 w 597349"/>
                <a:gd name="connsiteY3" fmla="*/ 159615 h 159615"/>
                <a:gd name="connsiteX4" fmla="*/ 124 w 597349"/>
                <a:gd name="connsiteY4" fmla="*/ 42378 h 159615"/>
                <a:gd name="connsiteX0" fmla="*/ 124 w 600443"/>
                <a:gd name="connsiteY0" fmla="*/ 42378 h 159615"/>
                <a:gd name="connsiteX1" fmla="*/ 597349 w 600443"/>
                <a:gd name="connsiteY1" fmla="*/ 0 h 159615"/>
                <a:gd name="connsiteX2" fmla="*/ 600408 w 600443"/>
                <a:gd name="connsiteY2" fmla="*/ 117433 h 159615"/>
                <a:gd name="connsiteX3" fmla="*/ 131 w 600443"/>
                <a:gd name="connsiteY3" fmla="*/ 159615 h 159615"/>
                <a:gd name="connsiteX4" fmla="*/ 124 w 600443"/>
                <a:gd name="connsiteY4" fmla="*/ 42378 h 159615"/>
                <a:gd name="connsiteX0" fmla="*/ 124 w 600537"/>
                <a:gd name="connsiteY0" fmla="*/ 42378 h 159615"/>
                <a:gd name="connsiteX1" fmla="*/ 600401 w 600537"/>
                <a:gd name="connsiteY1" fmla="*/ 0 h 159615"/>
                <a:gd name="connsiteX2" fmla="*/ 600408 w 600537"/>
                <a:gd name="connsiteY2" fmla="*/ 117433 h 159615"/>
                <a:gd name="connsiteX3" fmla="*/ 131 w 600537"/>
                <a:gd name="connsiteY3" fmla="*/ 159615 h 159615"/>
                <a:gd name="connsiteX4" fmla="*/ 124 w 600537"/>
                <a:gd name="connsiteY4" fmla="*/ 42378 h 159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0537" h="159615">
                  <a:moveTo>
                    <a:pt x="124" y="42378"/>
                  </a:moveTo>
                  <a:cubicBezTo>
                    <a:pt x="296414" y="-50243"/>
                    <a:pt x="418111" y="75773"/>
                    <a:pt x="600401" y="0"/>
                  </a:cubicBezTo>
                  <a:cubicBezTo>
                    <a:pt x="599951" y="33260"/>
                    <a:pt x="600858" y="84173"/>
                    <a:pt x="600408" y="117433"/>
                  </a:cubicBezTo>
                  <a:cubicBezTo>
                    <a:pt x="395490" y="192726"/>
                    <a:pt x="285331" y="62551"/>
                    <a:pt x="131" y="159615"/>
                  </a:cubicBezTo>
                  <a:cubicBezTo>
                    <a:pt x="-323" y="114566"/>
                    <a:pt x="578" y="87427"/>
                    <a:pt x="124" y="42378"/>
                  </a:cubicBezTo>
                  <a:close/>
                </a:path>
              </a:pathLst>
            </a:custGeom>
            <a:solidFill>
              <a:schemeClr val="accent2">
                <a:lumMod val="40000"/>
                <a:lumOff val="6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94" name="矩形 1174">
              <a:extLst>
                <a:ext uri="{FF2B5EF4-FFF2-40B4-BE49-F238E27FC236}">
                  <a16:creationId xmlns:a16="http://schemas.microsoft.com/office/drawing/2014/main" id="{04D438FE-A41D-4D6E-EACD-AE8F9526E406}"/>
                </a:ext>
              </a:extLst>
            </p:cNvPr>
            <p:cNvSpPr/>
            <p:nvPr/>
          </p:nvSpPr>
          <p:spPr>
            <a:xfrm rot="10800000">
              <a:off x="5041541" y="7045652"/>
              <a:ext cx="618707" cy="139508"/>
            </a:xfrm>
            <a:custGeom>
              <a:avLst/>
              <a:gdLst>
                <a:gd name="connsiteX0" fmla="*/ 0 w 595706"/>
                <a:gd name="connsiteY0" fmla="*/ 0 h 92965"/>
                <a:gd name="connsiteX1" fmla="*/ 595706 w 595706"/>
                <a:gd name="connsiteY1" fmla="*/ 0 h 92965"/>
                <a:gd name="connsiteX2" fmla="*/ 595706 w 595706"/>
                <a:gd name="connsiteY2" fmla="*/ 92965 h 92965"/>
                <a:gd name="connsiteX3" fmla="*/ 0 w 595706"/>
                <a:gd name="connsiteY3" fmla="*/ 92965 h 92965"/>
                <a:gd name="connsiteX4" fmla="*/ 0 w 595706"/>
                <a:gd name="connsiteY4" fmla="*/ 0 h 92965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131 w 595837"/>
                <a:gd name="connsiteY0" fmla="*/ 0 h 148754"/>
                <a:gd name="connsiteX1" fmla="*/ 595837 w 595837"/>
                <a:gd name="connsiteY1" fmla="*/ 0 h 148754"/>
                <a:gd name="connsiteX2" fmla="*/ 595837 w 595837"/>
                <a:gd name="connsiteY2" fmla="*/ 92965 h 148754"/>
                <a:gd name="connsiteX3" fmla="*/ 131 w 595837"/>
                <a:gd name="connsiteY3" fmla="*/ 148754 h 148754"/>
                <a:gd name="connsiteX4" fmla="*/ 131 w 595837"/>
                <a:gd name="connsiteY4" fmla="*/ 0 h 148754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56571"/>
                <a:gd name="connsiteX1" fmla="*/ 595837 w 595837"/>
                <a:gd name="connsiteY1" fmla="*/ 0 h 156571"/>
                <a:gd name="connsiteX2" fmla="*/ 594316 w 595837"/>
                <a:gd name="connsiteY2" fmla="*/ 141984 h 156571"/>
                <a:gd name="connsiteX3" fmla="*/ 131 w 595837"/>
                <a:gd name="connsiteY3" fmla="*/ 140590 h 156571"/>
                <a:gd name="connsiteX4" fmla="*/ 131 w 595837"/>
                <a:gd name="connsiteY4" fmla="*/ 0 h 156571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0 w 600949"/>
                <a:gd name="connsiteY0" fmla="*/ 0 h 271309"/>
                <a:gd name="connsiteX1" fmla="*/ 600949 w 600949"/>
                <a:gd name="connsiteY1" fmla="*/ 0 h 271309"/>
                <a:gd name="connsiteX2" fmla="*/ 599428 w 600949"/>
                <a:gd name="connsiteY2" fmla="*/ 141984 h 271309"/>
                <a:gd name="connsiteX3" fmla="*/ 3722 w 600949"/>
                <a:gd name="connsiteY3" fmla="*/ 271309 h 271309"/>
                <a:gd name="connsiteX4" fmla="*/ 0 w 600949"/>
                <a:gd name="connsiteY4" fmla="*/ 0 h 271309"/>
                <a:gd name="connsiteX0" fmla="*/ 0 w 599639"/>
                <a:gd name="connsiteY0" fmla="*/ 0 h 271309"/>
                <a:gd name="connsiteX1" fmla="*/ 599639 w 599639"/>
                <a:gd name="connsiteY1" fmla="*/ 0 h 271309"/>
                <a:gd name="connsiteX2" fmla="*/ 599428 w 599639"/>
                <a:gd name="connsiteY2" fmla="*/ 141984 h 271309"/>
                <a:gd name="connsiteX3" fmla="*/ 3722 w 599639"/>
                <a:gd name="connsiteY3" fmla="*/ 271309 h 271309"/>
                <a:gd name="connsiteX4" fmla="*/ 0 w 599639"/>
                <a:gd name="connsiteY4" fmla="*/ 0 h 271309"/>
                <a:gd name="connsiteX0" fmla="*/ 0 w 597018"/>
                <a:gd name="connsiteY0" fmla="*/ 0 h 271309"/>
                <a:gd name="connsiteX1" fmla="*/ 597018 w 597018"/>
                <a:gd name="connsiteY1" fmla="*/ 0 h 271309"/>
                <a:gd name="connsiteX2" fmla="*/ 596807 w 597018"/>
                <a:gd name="connsiteY2" fmla="*/ 141984 h 271309"/>
                <a:gd name="connsiteX3" fmla="*/ 1101 w 597018"/>
                <a:gd name="connsiteY3" fmla="*/ 271309 h 271309"/>
                <a:gd name="connsiteX4" fmla="*/ 0 w 597018"/>
                <a:gd name="connsiteY4" fmla="*/ 0 h 271309"/>
                <a:gd name="connsiteX0" fmla="*/ 0 w 596807"/>
                <a:gd name="connsiteY0" fmla="*/ 0 h 271309"/>
                <a:gd name="connsiteX1" fmla="*/ 591775 w 596807"/>
                <a:gd name="connsiteY1" fmla="*/ 0 h 271309"/>
                <a:gd name="connsiteX2" fmla="*/ 596807 w 596807"/>
                <a:gd name="connsiteY2" fmla="*/ 141984 h 271309"/>
                <a:gd name="connsiteX3" fmla="*/ 1101 w 596807"/>
                <a:gd name="connsiteY3" fmla="*/ 271309 h 271309"/>
                <a:gd name="connsiteX4" fmla="*/ 0 w 596807"/>
                <a:gd name="connsiteY4" fmla="*/ 0 h 271309"/>
                <a:gd name="connsiteX0" fmla="*/ 0 w 596807"/>
                <a:gd name="connsiteY0" fmla="*/ 0 h 271309"/>
                <a:gd name="connsiteX1" fmla="*/ 595708 w 596807"/>
                <a:gd name="connsiteY1" fmla="*/ 0 h 271309"/>
                <a:gd name="connsiteX2" fmla="*/ 596807 w 596807"/>
                <a:gd name="connsiteY2" fmla="*/ 141984 h 271309"/>
                <a:gd name="connsiteX3" fmla="*/ 1101 w 596807"/>
                <a:gd name="connsiteY3" fmla="*/ 271309 h 271309"/>
                <a:gd name="connsiteX4" fmla="*/ 0 w 596807"/>
                <a:gd name="connsiteY4" fmla="*/ 0 h 271309"/>
                <a:gd name="connsiteX0" fmla="*/ 0 w 595708"/>
                <a:gd name="connsiteY0" fmla="*/ 0 h 271309"/>
                <a:gd name="connsiteX1" fmla="*/ 595708 w 595708"/>
                <a:gd name="connsiteY1" fmla="*/ 0 h 271309"/>
                <a:gd name="connsiteX2" fmla="*/ 594186 w 595708"/>
                <a:gd name="connsiteY2" fmla="*/ 141985 h 271309"/>
                <a:gd name="connsiteX3" fmla="*/ 1101 w 595708"/>
                <a:gd name="connsiteY3" fmla="*/ 271309 h 271309"/>
                <a:gd name="connsiteX4" fmla="*/ 0 w 595708"/>
                <a:gd name="connsiteY4" fmla="*/ 0 h 271309"/>
                <a:gd name="connsiteX0" fmla="*/ 0 w 596439"/>
                <a:gd name="connsiteY0" fmla="*/ 109083 h 380392"/>
                <a:gd name="connsiteX1" fmla="*/ 595708 w 596439"/>
                <a:gd name="connsiteY1" fmla="*/ 109083 h 380392"/>
                <a:gd name="connsiteX2" fmla="*/ 594186 w 596439"/>
                <a:gd name="connsiteY2" fmla="*/ 251068 h 380392"/>
                <a:gd name="connsiteX3" fmla="*/ 1101 w 596439"/>
                <a:gd name="connsiteY3" fmla="*/ 380392 h 380392"/>
                <a:gd name="connsiteX4" fmla="*/ 0 w 596439"/>
                <a:gd name="connsiteY4" fmla="*/ 109083 h 380392"/>
                <a:gd name="connsiteX0" fmla="*/ 0 w 595708"/>
                <a:gd name="connsiteY0" fmla="*/ 0 h 271309"/>
                <a:gd name="connsiteX1" fmla="*/ 595708 w 595708"/>
                <a:gd name="connsiteY1" fmla="*/ 0 h 271309"/>
                <a:gd name="connsiteX2" fmla="*/ 594186 w 595708"/>
                <a:gd name="connsiteY2" fmla="*/ 141985 h 271309"/>
                <a:gd name="connsiteX3" fmla="*/ 1101 w 595708"/>
                <a:gd name="connsiteY3" fmla="*/ 271309 h 271309"/>
                <a:gd name="connsiteX4" fmla="*/ 0 w 595708"/>
                <a:gd name="connsiteY4" fmla="*/ 0 h 271309"/>
                <a:gd name="connsiteX0" fmla="*/ 0 w 596808"/>
                <a:gd name="connsiteY0" fmla="*/ 0 h 271309"/>
                <a:gd name="connsiteX1" fmla="*/ 595708 w 596808"/>
                <a:gd name="connsiteY1" fmla="*/ 0 h 271309"/>
                <a:gd name="connsiteX2" fmla="*/ 596808 w 596808"/>
                <a:gd name="connsiteY2" fmla="*/ 141985 h 271309"/>
                <a:gd name="connsiteX3" fmla="*/ 1101 w 596808"/>
                <a:gd name="connsiteY3" fmla="*/ 271309 h 271309"/>
                <a:gd name="connsiteX4" fmla="*/ 0 w 596808"/>
                <a:gd name="connsiteY4" fmla="*/ 0 h 271309"/>
                <a:gd name="connsiteX0" fmla="*/ 0 w 596808"/>
                <a:gd name="connsiteY0" fmla="*/ 0 h 271309"/>
                <a:gd name="connsiteX1" fmla="*/ 595708 w 596808"/>
                <a:gd name="connsiteY1" fmla="*/ 0 h 271309"/>
                <a:gd name="connsiteX2" fmla="*/ 596808 w 596808"/>
                <a:gd name="connsiteY2" fmla="*/ 141985 h 271309"/>
                <a:gd name="connsiteX3" fmla="*/ 1101 w 596808"/>
                <a:gd name="connsiteY3" fmla="*/ 271309 h 271309"/>
                <a:gd name="connsiteX4" fmla="*/ 0 w 596808"/>
                <a:gd name="connsiteY4" fmla="*/ 0 h 271309"/>
                <a:gd name="connsiteX0" fmla="*/ 0 w 596808"/>
                <a:gd name="connsiteY0" fmla="*/ 0 h 271309"/>
                <a:gd name="connsiteX1" fmla="*/ 595708 w 596808"/>
                <a:gd name="connsiteY1" fmla="*/ 0 h 271309"/>
                <a:gd name="connsiteX2" fmla="*/ 596808 w 596808"/>
                <a:gd name="connsiteY2" fmla="*/ 141985 h 271309"/>
                <a:gd name="connsiteX3" fmla="*/ 1101 w 596808"/>
                <a:gd name="connsiteY3" fmla="*/ 271309 h 271309"/>
                <a:gd name="connsiteX4" fmla="*/ 0 w 596808"/>
                <a:gd name="connsiteY4" fmla="*/ 0 h 271309"/>
                <a:gd name="connsiteX0" fmla="*/ 0 w 595708"/>
                <a:gd name="connsiteY0" fmla="*/ 0 h 271309"/>
                <a:gd name="connsiteX1" fmla="*/ 595708 w 595708"/>
                <a:gd name="connsiteY1" fmla="*/ 0 h 271309"/>
                <a:gd name="connsiteX2" fmla="*/ 594186 w 595708"/>
                <a:gd name="connsiteY2" fmla="*/ 141985 h 271309"/>
                <a:gd name="connsiteX3" fmla="*/ 1101 w 595708"/>
                <a:gd name="connsiteY3" fmla="*/ 271309 h 271309"/>
                <a:gd name="connsiteX4" fmla="*/ 0 w 595708"/>
                <a:gd name="connsiteY4" fmla="*/ 0 h 271309"/>
                <a:gd name="connsiteX0" fmla="*/ 0 w 595708"/>
                <a:gd name="connsiteY0" fmla="*/ 0 h 271309"/>
                <a:gd name="connsiteX1" fmla="*/ 595708 w 595708"/>
                <a:gd name="connsiteY1" fmla="*/ 0 h 271309"/>
                <a:gd name="connsiteX2" fmla="*/ 594186 w 595708"/>
                <a:gd name="connsiteY2" fmla="*/ 141985 h 271309"/>
                <a:gd name="connsiteX3" fmla="*/ 1101 w 595708"/>
                <a:gd name="connsiteY3" fmla="*/ 271309 h 271309"/>
                <a:gd name="connsiteX4" fmla="*/ 0 w 595708"/>
                <a:gd name="connsiteY4" fmla="*/ 0 h 271309"/>
                <a:gd name="connsiteX0" fmla="*/ 0 w 595936"/>
                <a:gd name="connsiteY0" fmla="*/ 0 h 271309"/>
                <a:gd name="connsiteX1" fmla="*/ 595708 w 595936"/>
                <a:gd name="connsiteY1" fmla="*/ 0 h 271309"/>
                <a:gd name="connsiteX2" fmla="*/ 594186 w 595936"/>
                <a:gd name="connsiteY2" fmla="*/ 141985 h 271309"/>
                <a:gd name="connsiteX3" fmla="*/ 1101 w 595936"/>
                <a:gd name="connsiteY3" fmla="*/ 271309 h 271309"/>
                <a:gd name="connsiteX4" fmla="*/ 0 w 595936"/>
                <a:gd name="connsiteY4" fmla="*/ 0 h 271309"/>
                <a:gd name="connsiteX0" fmla="*/ 319 w 596255"/>
                <a:gd name="connsiteY0" fmla="*/ 0 h 271309"/>
                <a:gd name="connsiteX1" fmla="*/ 596027 w 596255"/>
                <a:gd name="connsiteY1" fmla="*/ 0 h 271309"/>
                <a:gd name="connsiteX2" fmla="*/ 594505 w 596255"/>
                <a:gd name="connsiteY2" fmla="*/ 141985 h 271309"/>
                <a:gd name="connsiteX3" fmla="*/ 110 w 596255"/>
                <a:gd name="connsiteY3" fmla="*/ 271309 h 271309"/>
                <a:gd name="connsiteX4" fmla="*/ 319 w 596255"/>
                <a:gd name="connsiteY4" fmla="*/ 0 h 271309"/>
                <a:gd name="connsiteX0" fmla="*/ 0 w 595936"/>
                <a:gd name="connsiteY0" fmla="*/ 0 h 271309"/>
                <a:gd name="connsiteX1" fmla="*/ 595708 w 595936"/>
                <a:gd name="connsiteY1" fmla="*/ 0 h 271309"/>
                <a:gd name="connsiteX2" fmla="*/ 594186 w 595936"/>
                <a:gd name="connsiteY2" fmla="*/ 141985 h 271309"/>
                <a:gd name="connsiteX3" fmla="*/ 1101 w 595936"/>
                <a:gd name="connsiteY3" fmla="*/ 271309 h 271309"/>
                <a:gd name="connsiteX4" fmla="*/ 0 w 595936"/>
                <a:gd name="connsiteY4" fmla="*/ 0 h 271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5936" h="271309">
                  <a:moveTo>
                    <a:pt x="0" y="0"/>
                  </a:moveTo>
                  <a:lnTo>
                    <a:pt x="595708" y="0"/>
                  </a:lnTo>
                  <a:cubicBezTo>
                    <a:pt x="595708" y="30988"/>
                    <a:pt x="596806" y="39550"/>
                    <a:pt x="594186" y="141985"/>
                  </a:cubicBezTo>
                  <a:cubicBezTo>
                    <a:pt x="404809" y="352086"/>
                    <a:pt x="341643" y="22672"/>
                    <a:pt x="1101" y="271309"/>
                  </a:cubicBezTo>
                  <a:cubicBezTo>
                    <a:pt x="647" y="226260"/>
                    <a:pt x="454" y="45049"/>
                    <a:pt x="0" y="0"/>
                  </a:cubicBez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696" name="组合 695">
              <a:extLst>
                <a:ext uri="{FF2B5EF4-FFF2-40B4-BE49-F238E27FC236}">
                  <a16:creationId xmlns:a16="http://schemas.microsoft.com/office/drawing/2014/main" id="{C021C280-4CEE-1C54-3FAB-013FDDAD87C0}"/>
                </a:ext>
              </a:extLst>
            </p:cNvPr>
            <p:cNvGrpSpPr/>
            <p:nvPr/>
          </p:nvGrpSpPr>
          <p:grpSpPr>
            <a:xfrm>
              <a:off x="5040167" y="6521415"/>
              <a:ext cx="621640" cy="663817"/>
              <a:chOff x="3656357" y="6507685"/>
              <a:chExt cx="621640" cy="663817"/>
            </a:xfrm>
          </p:grpSpPr>
          <p:sp>
            <p:nvSpPr>
              <p:cNvPr id="704" name="矩形 703">
                <a:extLst>
                  <a:ext uri="{FF2B5EF4-FFF2-40B4-BE49-F238E27FC236}">
                    <a16:creationId xmlns:a16="http://schemas.microsoft.com/office/drawing/2014/main" id="{0925CB65-BB1C-1AA8-04E0-F30934F933A3}"/>
                  </a:ext>
                </a:extLst>
              </p:cNvPr>
              <p:cNvSpPr/>
              <p:nvPr/>
            </p:nvSpPr>
            <p:spPr>
              <a:xfrm>
                <a:off x="3656465" y="6640950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05" name="矩形 704">
                <a:extLst>
                  <a:ext uri="{FF2B5EF4-FFF2-40B4-BE49-F238E27FC236}">
                    <a16:creationId xmlns:a16="http://schemas.microsoft.com/office/drawing/2014/main" id="{0EEF1A3D-CDEA-0190-ABC5-85AA05116C74}"/>
                  </a:ext>
                </a:extLst>
              </p:cNvPr>
              <p:cNvSpPr/>
              <p:nvPr/>
            </p:nvSpPr>
            <p:spPr>
              <a:xfrm>
                <a:off x="3811875" y="6640950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06" name="矩形 705">
                <a:extLst>
                  <a:ext uri="{FF2B5EF4-FFF2-40B4-BE49-F238E27FC236}">
                    <a16:creationId xmlns:a16="http://schemas.microsoft.com/office/drawing/2014/main" id="{104A2DBE-2E3C-1CF9-25A9-FF2BC4D85C17}"/>
                  </a:ext>
                </a:extLst>
              </p:cNvPr>
              <p:cNvSpPr/>
              <p:nvPr/>
            </p:nvSpPr>
            <p:spPr>
              <a:xfrm>
                <a:off x="3967285" y="6640950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07" name="矩形 706">
                <a:extLst>
                  <a:ext uri="{FF2B5EF4-FFF2-40B4-BE49-F238E27FC236}">
                    <a16:creationId xmlns:a16="http://schemas.microsoft.com/office/drawing/2014/main" id="{3B017BC9-0618-A245-A422-D1137A690B20}"/>
                  </a:ext>
                </a:extLst>
              </p:cNvPr>
              <p:cNvSpPr/>
              <p:nvPr/>
            </p:nvSpPr>
            <p:spPr>
              <a:xfrm>
                <a:off x="4122695" y="6640950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08" name="矩形 707">
                <a:extLst>
                  <a:ext uri="{FF2B5EF4-FFF2-40B4-BE49-F238E27FC236}">
                    <a16:creationId xmlns:a16="http://schemas.microsoft.com/office/drawing/2014/main" id="{A5541330-883F-09A0-DDFB-23BDF9D5DD74}"/>
                  </a:ext>
                </a:extLst>
              </p:cNvPr>
              <p:cNvSpPr/>
              <p:nvPr/>
            </p:nvSpPr>
            <p:spPr>
              <a:xfrm>
                <a:off x="3656465" y="6773574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09" name="矩形 708">
                <a:extLst>
                  <a:ext uri="{FF2B5EF4-FFF2-40B4-BE49-F238E27FC236}">
                    <a16:creationId xmlns:a16="http://schemas.microsoft.com/office/drawing/2014/main" id="{B5BF7C6B-8776-B45F-1F8B-2A5C8B074048}"/>
                  </a:ext>
                </a:extLst>
              </p:cNvPr>
              <p:cNvSpPr/>
              <p:nvPr/>
            </p:nvSpPr>
            <p:spPr>
              <a:xfrm>
                <a:off x="3811875" y="6773574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10" name="矩形 709">
                <a:extLst>
                  <a:ext uri="{FF2B5EF4-FFF2-40B4-BE49-F238E27FC236}">
                    <a16:creationId xmlns:a16="http://schemas.microsoft.com/office/drawing/2014/main" id="{91F472D2-F07A-DFF6-BD88-BC8BD19D31A6}"/>
                  </a:ext>
                </a:extLst>
              </p:cNvPr>
              <p:cNvSpPr/>
              <p:nvPr/>
            </p:nvSpPr>
            <p:spPr>
              <a:xfrm>
                <a:off x="3967285" y="6773574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11" name="矩形 710">
                <a:extLst>
                  <a:ext uri="{FF2B5EF4-FFF2-40B4-BE49-F238E27FC236}">
                    <a16:creationId xmlns:a16="http://schemas.microsoft.com/office/drawing/2014/main" id="{18DB2E74-869C-D7F1-C503-33FD2BC50E09}"/>
                  </a:ext>
                </a:extLst>
              </p:cNvPr>
              <p:cNvSpPr/>
              <p:nvPr/>
            </p:nvSpPr>
            <p:spPr>
              <a:xfrm>
                <a:off x="4122695" y="6773574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12" name="矩形 711">
                <a:extLst>
                  <a:ext uri="{FF2B5EF4-FFF2-40B4-BE49-F238E27FC236}">
                    <a16:creationId xmlns:a16="http://schemas.microsoft.com/office/drawing/2014/main" id="{DB019D52-4825-F2EA-5D9D-5CB1E48F65C6}"/>
                  </a:ext>
                </a:extLst>
              </p:cNvPr>
              <p:cNvSpPr/>
              <p:nvPr/>
            </p:nvSpPr>
            <p:spPr>
              <a:xfrm>
                <a:off x="3656357" y="690625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13" name="矩形 712">
                <a:extLst>
                  <a:ext uri="{FF2B5EF4-FFF2-40B4-BE49-F238E27FC236}">
                    <a16:creationId xmlns:a16="http://schemas.microsoft.com/office/drawing/2014/main" id="{119144CC-73AB-F977-F02E-D22AA4B8C52D}"/>
                  </a:ext>
                </a:extLst>
              </p:cNvPr>
              <p:cNvSpPr/>
              <p:nvPr/>
            </p:nvSpPr>
            <p:spPr>
              <a:xfrm>
                <a:off x="3811767" y="690625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14" name="矩形 713">
                <a:extLst>
                  <a:ext uri="{FF2B5EF4-FFF2-40B4-BE49-F238E27FC236}">
                    <a16:creationId xmlns:a16="http://schemas.microsoft.com/office/drawing/2014/main" id="{9749B7A1-E929-BD3D-2844-26AC403D34AC}"/>
                  </a:ext>
                </a:extLst>
              </p:cNvPr>
              <p:cNvSpPr/>
              <p:nvPr/>
            </p:nvSpPr>
            <p:spPr>
              <a:xfrm>
                <a:off x="3967177" y="690625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15" name="矩形 714">
                <a:extLst>
                  <a:ext uri="{FF2B5EF4-FFF2-40B4-BE49-F238E27FC236}">
                    <a16:creationId xmlns:a16="http://schemas.microsoft.com/office/drawing/2014/main" id="{DA321C66-E38B-5A7C-4F9C-A4C390A2A3F3}"/>
                  </a:ext>
                </a:extLst>
              </p:cNvPr>
              <p:cNvSpPr/>
              <p:nvPr/>
            </p:nvSpPr>
            <p:spPr>
              <a:xfrm>
                <a:off x="4122587" y="690625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16" name="矩形 715">
                <a:extLst>
                  <a:ext uri="{FF2B5EF4-FFF2-40B4-BE49-F238E27FC236}">
                    <a16:creationId xmlns:a16="http://schemas.microsoft.com/office/drawing/2014/main" id="{367B639E-DE5A-9194-8BC8-7A4BD3E645C7}"/>
                  </a:ext>
                </a:extLst>
              </p:cNvPr>
              <p:cNvSpPr/>
              <p:nvPr/>
            </p:nvSpPr>
            <p:spPr>
              <a:xfrm>
                <a:off x="3656357" y="7038879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24" name="矩形 723">
                <a:extLst>
                  <a:ext uri="{FF2B5EF4-FFF2-40B4-BE49-F238E27FC236}">
                    <a16:creationId xmlns:a16="http://schemas.microsoft.com/office/drawing/2014/main" id="{F87F7574-D6E1-50F6-BE18-D5B8F1AA20E7}"/>
                  </a:ext>
                </a:extLst>
              </p:cNvPr>
              <p:cNvSpPr/>
              <p:nvPr/>
            </p:nvSpPr>
            <p:spPr>
              <a:xfrm>
                <a:off x="3811767" y="7038879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25" name="矩形 724">
                <a:extLst>
                  <a:ext uri="{FF2B5EF4-FFF2-40B4-BE49-F238E27FC236}">
                    <a16:creationId xmlns:a16="http://schemas.microsoft.com/office/drawing/2014/main" id="{8D8E660A-5468-698F-DB29-E2A5267A1B24}"/>
                  </a:ext>
                </a:extLst>
              </p:cNvPr>
              <p:cNvSpPr/>
              <p:nvPr/>
            </p:nvSpPr>
            <p:spPr>
              <a:xfrm>
                <a:off x="3967177" y="7038879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26" name="矩形 725">
                <a:extLst>
                  <a:ext uri="{FF2B5EF4-FFF2-40B4-BE49-F238E27FC236}">
                    <a16:creationId xmlns:a16="http://schemas.microsoft.com/office/drawing/2014/main" id="{4CEEF568-C707-6FB5-5BCD-D067E1F7E167}"/>
                  </a:ext>
                </a:extLst>
              </p:cNvPr>
              <p:cNvSpPr/>
              <p:nvPr/>
            </p:nvSpPr>
            <p:spPr>
              <a:xfrm>
                <a:off x="4122587" y="7038879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27" name="矩形 726">
                <a:extLst>
                  <a:ext uri="{FF2B5EF4-FFF2-40B4-BE49-F238E27FC236}">
                    <a16:creationId xmlns:a16="http://schemas.microsoft.com/office/drawing/2014/main" id="{3F5E0304-0DAE-4FE6-8BCA-CABACD65FDF0}"/>
                  </a:ext>
                </a:extLst>
              </p:cNvPr>
              <p:cNvSpPr/>
              <p:nvPr/>
            </p:nvSpPr>
            <p:spPr>
              <a:xfrm>
                <a:off x="3656357" y="650768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28" name="矩形 727">
                <a:extLst>
                  <a:ext uri="{FF2B5EF4-FFF2-40B4-BE49-F238E27FC236}">
                    <a16:creationId xmlns:a16="http://schemas.microsoft.com/office/drawing/2014/main" id="{3C379674-0092-40BB-1636-3CC7D8DD7694}"/>
                  </a:ext>
                </a:extLst>
              </p:cNvPr>
              <p:cNvSpPr/>
              <p:nvPr/>
            </p:nvSpPr>
            <p:spPr>
              <a:xfrm>
                <a:off x="3811767" y="650768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29" name="矩形 728">
                <a:extLst>
                  <a:ext uri="{FF2B5EF4-FFF2-40B4-BE49-F238E27FC236}">
                    <a16:creationId xmlns:a16="http://schemas.microsoft.com/office/drawing/2014/main" id="{5C405B80-EC6B-8B7C-EA33-480ECC9F1A16}"/>
                  </a:ext>
                </a:extLst>
              </p:cNvPr>
              <p:cNvSpPr/>
              <p:nvPr/>
            </p:nvSpPr>
            <p:spPr>
              <a:xfrm>
                <a:off x="3967177" y="650768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30" name="矩形 729">
                <a:extLst>
                  <a:ext uri="{FF2B5EF4-FFF2-40B4-BE49-F238E27FC236}">
                    <a16:creationId xmlns:a16="http://schemas.microsoft.com/office/drawing/2014/main" id="{9F63CC71-5E3C-B338-C352-FC38EFAE2557}"/>
                  </a:ext>
                </a:extLst>
              </p:cNvPr>
              <p:cNvSpPr/>
              <p:nvPr/>
            </p:nvSpPr>
            <p:spPr>
              <a:xfrm>
                <a:off x="4122587" y="650768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53" name="组合 52">
            <a:extLst>
              <a:ext uri="{FF2B5EF4-FFF2-40B4-BE49-F238E27FC236}">
                <a16:creationId xmlns:a16="http://schemas.microsoft.com/office/drawing/2014/main" id="{D4727E77-57A4-3A43-CE4C-72B04FF05925}"/>
              </a:ext>
            </a:extLst>
          </p:cNvPr>
          <p:cNvGrpSpPr/>
          <p:nvPr/>
        </p:nvGrpSpPr>
        <p:grpSpPr>
          <a:xfrm>
            <a:off x="6951059" y="6074232"/>
            <a:ext cx="621640" cy="663817"/>
            <a:chOff x="5040167" y="6521415"/>
            <a:chExt cx="621640" cy="663817"/>
          </a:xfrm>
        </p:grpSpPr>
        <p:sp>
          <p:nvSpPr>
            <p:cNvPr id="54" name="矩形 1174">
              <a:extLst>
                <a:ext uri="{FF2B5EF4-FFF2-40B4-BE49-F238E27FC236}">
                  <a16:creationId xmlns:a16="http://schemas.microsoft.com/office/drawing/2014/main" id="{C0F275F7-BBEA-AD92-9115-BB1C5EE61543}"/>
                </a:ext>
              </a:extLst>
            </p:cNvPr>
            <p:cNvSpPr/>
            <p:nvPr/>
          </p:nvSpPr>
          <p:spPr>
            <a:xfrm rot="10800000">
              <a:off x="5041542" y="6760560"/>
              <a:ext cx="618706" cy="201627"/>
            </a:xfrm>
            <a:custGeom>
              <a:avLst/>
              <a:gdLst>
                <a:gd name="connsiteX0" fmla="*/ 0 w 595706"/>
                <a:gd name="connsiteY0" fmla="*/ 0 h 92965"/>
                <a:gd name="connsiteX1" fmla="*/ 595706 w 595706"/>
                <a:gd name="connsiteY1" fmla="*/ 0 h 92965"/>
                <a:gd name="connsiteX2" fmla="*/ 595706 w 595706"/>
                <a:gd name="connsiteY2" fmla="*/ 92965 h 92965"/>
                <a:gd name="connsiteX3" fmla="*/ 0 w 595706"/>
                <a:gd name="connsiteY3" fmla="*/ 92965 h 92965"/>
                <a:gd name="connsiteX4" fmla="*/ 0 w 595706"/>
                <a:gd name="connsiteY4" fmla="*/ 0 h 92965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1422 w 594406"/>
                <a:gd name="connsiteY0" fmla="*/ 21376 h 135147"/>
                <a:gd name="connsiteX1" fmla="*/ 594406 w 594406"/>
                <a:gd name="connsiteY1" fmla="*/ 0 h 135147"/>
                <a:gd name="connsiteX2" fmla="*/ 594406 w 594406"/>
                <a:gd name="connsiteY2" fmla="*/ 92965 h 135147"/>
                <a:gd name="connsiteX3" fmla="*/ 61 w 594406"/>
                <a:gd name="connsiteY3" fmla="*/ 135147 h 135147"/>
                <a:gd name="connsiteX4" fmla="*/ 1422 w 594406"/>
                <a:gd name="connsiteY4" fmla="*/ 21376 h 135147"/>
                <a:gd name="connsiteX0" fmla="*/ 1422 w 594406"/>
                <a:gd name="connsiteY0" fmla="*/ 15599 h 135147"/>
                <a:gd name="connsiteX1" fmla="*/ 594406 w 594406"/>
                <a:gd name="connsiteY1" fmla="*/ 0 h 135147"/>
                <a:gd name="connsiteX2" fmla="*/ 594406 w 594406"/>
                <a:gd name="connsiteY2" fmla="*/ 92965 h 135147"/>
                <a:gd name="connsiteX3" fmla="*/ 61 w 594406"/>
                <a:gd name="connsiteY3" fmla="*/ 135147 h 135147"/>
                <a:gd name="connsiteX4" fmla="*/ 1422 w 594406"/>
                <a:gd name="connsiteY4" fmla="*/ 15599 h 135147"/>
                <a:gd name="connsiteX0" fmla="*/ 131 w 594476"/>
                <a:gd name="connsiteY0" fmla="*/ 4622 h 135147"/>
                <a:gd name="connsiteX1" fmla="*/ 594476 w 594476"/>
                <a:gd name="connsiteY1" fmla="*/ 0 h 135147"/>
                <a:gd name="connsiteX2" fmla="*/ 594476 w 594476"/>
                <a:gd name="connsiteY2" fmla="*/ 92965 h 135147"/>
                <a:gd name="connsiteX3" fmla="*/ 131 w 594476"/>
                <a:gd name="connsiteY3" fmla="*/ 135147 h 135147"/>
                <a:gd name="connsiteX4" fmla="*/ 131 w 594476"/>
                <a:gd name="connsiteY4" fmla="*/ 4622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22423 h 139660"/>
                <a:gd name="connsiteX1" fmla="*/ 595706 w 595706"/>
                <a:gd name="connsiteY1" fmla="*/ 4513 h 139660"/>
                <a:gd name="connsiteX2" fmla="*/ 595706 w 595706"/>
                <a:gd name="connsiteY2" fmla="*/ 97478 h 139660"/>
                <a:gd name="connsiteX3" fmla="*/ 1361 w 595706"/>
                <a:gd name="connsiteY3" fmla="*/ 139660 h 139660"/>
                <a:gd name="connsiteX4" fmla="*/ 0 w 595706"/>
                <a:gd name="connsiteY4" fmla="*/ 22423 h 139660"/>
                <a:gd name="connsiteX0" fmla="*/ 0 w 595706"/>
                <a:gd name="connsiteY0" fmla="*/ 26413 h 143650"/>
                <a:gd name="connsiteX1" fmla="*/ 595706 w 595706"/>
                <a:gd name="connsiteY1" fmla="*/ 8503 h 143650"/>
                <a:gd name="connsiteX2" fmla="*/ 595706 w 595706"/>
                <a:gd name="connsiteY2" fmla="*/ 101468 h 143650"/>
                <a:gd name="connsiteX3" fmla="*/ 1361 w 595706"/>
                <a:gd name="connsiteY3" fmla="*/ 143650 h 143650"/>
                <a:gd name="connsiteX4" fmla="*/ 0 w 595706"/>
                <a:gd name="connsiteY4" fmla="*/ 26413 h 143650"/>
                <a:gd name="connsiteX0" fmla="*/ 0 w 595706"/>
                <a:gd name="connsiteY0" fmla="*/ 21286 h 138523"/>
                <a:gd name="connsiteX1" fmla="*/ 595706 w 595706"/>
                <a:gd name="connsiteY1" fmla="*/ 3376 h 138523"/>
                <a:gd name="connsiteX2" fmla="*/ 595706 w 595706"/>
                <a:gd name="connsiteY2" fmla="*/ 96341 h 138523"/>
                <a:gd name="connsiteX3" fmla="*/ 1361 w 595706"/>
                <a:gd name="connsiteY3" fmla="*/ 138523 h 138523"/>
                <a:gd name="connsiteX4" fmla="*/ 0 w 595706"/>
                <a:gd name="connsiteY4" fmla="*/ 21286 h 138523"/>
                <a:gd name="connsiteX0" fmla="*/ 0 w 595706"/>
                <a:gd name="connsiteY0" fmla="*/ 22534 h 139771"/>
                <a:gd name="connsiteX1" fmla="*/ 595706 w 595706"/>
                <a:gd name="connsiteY1" fmla="*/ 4624 h 139771"/>
                <a:gd name="connsiteX2" fmla="*/ 595706 w 595706"/>
                <a:gd name="connsiteY2" fmla="*/ 97589 h 139771"/>
                <a:gd name="connsiteX3" fmla="*/ 1361 w 595706"/>
                <a:gd name="connsiteY3" fmla="*/ 139771 h 139771"/>
                <a:gd name="connsiteX4" fmla="*/ 0 w 595706"/>
                <a:gd name="connsiteY4" fmla="*/ 22534 h 139771"/>
                <a:gd name="connsiteX0" fmla="*/ 0 w 595706"/>
                <a:gd name="connsiteY0" fmla="*/ 23494 h 140731"/>
                <a:gd name="connsiteX1" fmla="*/ 595706 w 595706"/>
                <a:gd name="connsiteY1" fmla="*/ 2118 h 140731"/>
                <a:gd name="connsiteX2" fmla="*/ 595706 w 595706"/>
                <a:gd name="connsiteY2" fmla="*/ 98549 h 140731"/>
                <a:gd name="connsiteX3" fmla="*/ 1361 w 595706"/>
                <a:gd name="connsiteY3" fmla="*/ 140731 h 140731"/>
                <a:gd name="connsiteX4" fmla="*/ 0 w 595706"/>
                <a:gd name="connsiteY4" fmla="*/ 23494 h 140731"/>
                <a:gd name="connsiteX0" fmla="*/ 0 w 595706"/>
                <a:gd name="connsiteY0" fmla="*/ 23494 h 140731"/>
                <a:gd name="connsiteX1" fmla="*/ 595706 w 595706"/>
                <a:gd name="connsiteY1" fmla="*/ 2118 h 140731"/>
                <a:gd name="connsiteX2" fmla="*/ 595706 w 595706"/>
                <a:gd name="connsiteY2" fmla="*/ 98549 h 140731"/>
                <a:gd name="connsiteX3" fmla="*/ 1361 w 595706"/>
                <a:gd name="connsiteY3" fmla="*/ 140731 h 140731"/>
                <a:gd name="connsiteX4" fmla="*/ 0 w 595706"/>
                <a:gd name="connsiteY4" fmla="*/ 23494 h 140731"/>
                <a:gd name="connsiteX0" fmla="*/ 0 w 595706"/>
                <a:gd name="connsiteY0" fmla="*/ 25030 h 142267"/>
                <a:gd name="connsiteX1" fmla="*/ 595706 w 595706"/>
                <a:gd name="connsiteY1" fmla="*/ 3654 h 142267"/>
                <a:gd name="connsiteX2" fmla="*/ 595706 w 595706"/>
                <a:gd name="connsiteY2" fmla="*/ 100085 h 142267"/>
                <a:gd name="connsiteX3" fmla="*/ 1361 w 595706"/>
                <a:gd name="connsiteY3" fmla="*/ 142267 h 142267"/>
                <a:gd name="connsiteX4" fmla="*/ 0 w 595706"/>
                <a:gd name="connsiteY4" fmla="*/ 25030 h 142267"/>
                <a:gd name="connsiteX0" fmla="*/ 0 w 595706"/>
                <a:gd name="connsiteY0" fmla="*/ 22091 h 139328"/>
                <a:gd name="connsiteX1" fmla="*/ 595706 w 595706"/>
                <a:gd name="connsiteY1" fmla="*/ 715 h 139328"/>
                <a:gd name="connsiteX2" fmla="*/ 595706 w 595706"/>
                <a:gd name="connsiteY2" fmla="*/ 97146 h 139328"/>
                <a:gd name="connsiteX3" fmla="*/ 1361 w 595706"/>
                <a:gd name="connsiteY3" fmla="*/ 139328 h 139328"/>
                <a:gd name="connsiteX4" fmla="*/ 0 w 595706"/>
                <a:gd name="connsiteY4" fmla="*/ 22091 h 139328"/>
                <a:gd name="connsiteX0" fmla="*/ 0 w 595706"/>
                <a:gd name="connsiteY0" fmla="*/ 23573 h 140810"/>
                <a:gd name="connsiteX1" fmla="*/ 595706 w 595706"/>
                <a:gd name="connsiteY1" fmla="*/ 2197 h 140810"/>
                <a:gd name="connsiteX2" fmla="*/ 595706 w 595706"/>
                <a:gd name="connsiteY2" fmla="*/ 98628 h 140810"/>
                <a:gd name="connsiteX3" fmla="*/ 1361 w 595706"/>
                <a:gd name="connsiteY3" fmla="*/ 140810 h 140810"/>
                <a:gd name="connsiteX4" fmla="*/ 0 w 595706"/>
                <a:gd name="connsiteY4" fmla="*/ 23573 h 140810"/>
                <a:gd name="connsiteX0" fmla="*/ 0 w 595706"/>
                <a:gd name="connsiteY0" fmla="*/ 21908 h 139145"/>
                <a:gd name="connsiteX1" fmla="*/ 595706 w 595706"/>
                <a:gd name="connsiteY1" fmla="*/ 532 h 139145"/>
                <a:gd name="connsiteX2" fmla="*/ 595706 w 595706"/>
                <a:gd name="connsiteY2" fmla="*/ 96963 h 139145"/>
                <a:gd name="connsiteX3" fmla="*/ 1361 w 595706"/>
                <a:gd name="connsiteY3" fmla="*/ 139145 h 139145"/>
                <a:gd name="connsiteX4" fmla="*/ 0 w 595706"/>
                <a:gd name="connsiteY4" fmla="*/ 21908 h 139145"/>
                <a:gd name="connsiteX0" fmla="*/ 0 w 595706"/>
                <a:gd name="connsiteY0" fmla="*/ 23863 h 141100"/>
                <a:gd name="connsiteX1" fmla="*/ 595706 w 595706"/>
                <a:gd name="connsiteY1" fmla="*/ 2487 h 141100"/>
                <a:gd name="connsiteX2" fmla="*/ 595706 w 595706"/>
                <a:gd name="connsiteY2" fmla="*/ 98918 h 141100"/>
                <a:gd name="connsiteX3" fmla="*/ 1361 w 595706"/>
                <a:gd name="connsiteY3" fmla="*/ 141100 h 141100"/>
                <a:gd name="connsiteX4" fmla="*/ 0 w 595706"/>
                <a:gd name="connsiteY4" fmla="*/ 23863 h 141100"/>
                <a:gd name="connsiteX0" fmla="*/ 0 w 595706"/>
                <a:gd name="connsiteY0" fmla="*/ 24472 h 141709"/>
                <a:gd name="connsiteX1" fmla="*/ 595706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0 w 595706"/>
                <a:gd name="connsiteY0" fmla="*/ 24267 h 141504"/>
                <a:gd name="connsiteX1" fmla="*/ 595706 w 595706"/>
                <a:gd name="connsiteY1" fmla="*/ 2891 h 141504"/>
                <a:gd name="connsiteX2" fmla="*/ 595706 w 595706"/>
                <a:gd name="connsiteY2" fmla="*/ 99322 h 141504"/>
                <a:gd name="connsiteX3" fmla="*/ 1361 w 595706"/>
                <a:gd name="connsiteY3" fmla="*/ 141504 h 141504"/>
                <a:gd name="connsiteX4" fmla="*/ 0 w 595706"/>
                <a:gd name="connsiteY4" fmla="*/ 24267 h 141504"/>
                <a:gd name="connsiteX0" fmla="*/ 0 w 595706"/>
                <a:gd name="connsiteY0" fmla="*/ 24472 h 141709"/>
                <a:gd name="connsiteX1" fmla="*/ 595706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0 w 595706"/>
                <a:gd name="connsiteY0" fmla="*/ 24472 h 141709"/>
                <a:gd name="connsiteX1" fmla="*/ 594353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124 w 595830"/>
                <a:gd name="connsiteY0" fmla="*/ 24472 h 141709"/>
                <a:gd name="connsiteX1" fmla="*/ 594477 w 595830"/>
                <a:gd name="connsiteY1" fmla="*/ 3096 h 141709"/>
                <a:gd name="connsiteX2" fmla="*/ 595830 w 595830"/>
                <a:gd name="connsiteY2" fmla="*/ 99527 h 141709"/>
                <a:gd name="connsiteX3" fmla="*/ 131 w 595830"/>
                <a:gd name="connsiteY3" fmla="*/ 141709 h 141709"/>
                <a:gd name="connsiteX4" fmla="*/ 124 w 595830"/>
                <a:gd name="connsiteY4" fmla="*/ 24472 h 141709"/>
                <a:gd name="connsiteX0" fmla="*/ 124 w 597179"/>
                <a:gd name="connsiteY0" fmla="*/ 25207 h 142444"/>
                <a:gd name="connsiteX1" fmla="*/ 597179 w 597179"/>
                <a:gd name="connsiteY1" fmla="*/ 481 h 142444"/>
                <a:gd name="connsiteX2" fmla="*/ 595830 w 597179"/>
                <a:gd name="connsiteY2" fmla="*/ 100262 h 142444"/>
                <a:gd name="connsiteX3" fmla="*/ 131 w 597179"/>
                <a:gd name="connsiteY3" fmla="*/ 142444 h 142444"/>
                <a:gd name="connsiteX4" fmla="*/ 124 w 597179"/>
                <a:gd name="connsiteY4" fmla="*/ 25207 h 142444"/>
                <a:gd name="connsiteX0" fmla="*/ 124 w 595889"/>
                <a:gd name="connsiteY0" fmla="*/ 25842 h 143079"/>
                <a:gd name="connsiteX1" fmla="*/ 594477 w 595889"/>
                <a:gd name="connsiteY1" fmla="*/ 0 h 143079"/>
                <a:gd name="connsiteX2" fmla="*/ 595830 w 595889"/>
                <a:gd name="connsiteY2" fmla="*/ 100897 h 143079"/>
                <a:gd name="connsiteX3" fmla="*/ 131 w 595889"/>
                <a:gd name="connsiteY3" fmla="*/ 143079 h 143079"/>
                <a:gd name="connsiteX4" fmla="*/ 124 w 595889"/>
                <a:gd name="connsiteY4" fmla="*/ 25842 h 143079"/>
                <a:gd name="connsiteX0" fmla="*/ 124 w 595889"/>
                <a:gd name="connsiteY0" fmla="*/ 24713 h 141950"/>
                <a:gd name="connsiteX1" fmla="*/ 594477 w 595889"/>
                <a:gd name="connsiteY1" fmla="*/ 2221 h 141950"/>
                <a:gd name="connsiteX2" fmla="*/ 595830 w 595889"/>
                <a:gd name="connsiteY2" fmla="*/ 99768 h 141950"/>
                <a:gd name="connsiteX3" fmla="*/ 131 w 595889"/>
                <a:gd name="connsiteY3" fmla="*/ 141950 h 141950"/>
                <a:gd name="connsiteX4" fmla="*/ 124 w 595889"/>
                <a:gd name="connsiteY4" fmla="*/ 24713 h 141950"/>
                <a:gd name="connsiteX0" fmla="*/ 124 w 595959"/>
                <a:gd name="connsiteY0" fmla="*/ 24713 h 141950"/>
                <a:gd name="connsiteX1" fmla="*/ 595828 w 595959"/>
                <a:gd name="connsiteY1" fmla="*/ 2221 h 141950"/>
                <a:gd name="connsiteX2" fmla="*/ 595830 w 595959"/>
                <a:gd name="connsiteY2" fmla="*/ 99768 h 141950"/>
                <a:gd name="connsiteX3" fmla="*/ 131 w 595959"/>
                <a:gd name="connsiteY3" fmla="*/ 141950 h 141950"/>
                <a:gd name="connsiteX4" fmla="*/ 124 w 595959"/>
                <a:gd name="connsiteY4" fmla="*/ 24713 h 141950"/>
                <a:gd name="connsiteX0" fmla="*/ 124 w 595959"/>
                <a:gd name="connsiteY0" fmla="*/ 24925 h 142162"/>
                <a:gd name="connsiteX1" fmla="*/ 595828 w 595959"/>
                <a:gd name="connsiteY1" fmla="*/ 2433 h 142162"/>
                <a:gd name="connsiteX2" fmla="*/ 595830 w 595959"/>
                <a:gd name="connsiteY2" fmla="*/ 99980 h 142162"/>
                <a:gd name="connsiteX3" fmla="*/ 131 w 595959"/>
                <a:gd name="connsiteY3" fmla="*/ 142162 h 142162"/>
                <a:gd name="connsiteX4" fmla="*/ 124 w 595959"/>
                <a:gd name="connsiteY4" fmla="*/ 24925 h 142162"/>
                <a:gd name="connsiteX0" fmla="*/ 124 w 595959"/>
                <a:gd name="connsiteY0" fmla="*/ 22492 h 139729"/>
                <a:gd name="connsiteX1" fmla="*/ 595828 w 595959"/>
                <a:gd name="connsiteY1" fmla="*/ 0 h 139729"/>
                <a:gd name="connsiteX2" fmla="*/ 595830 w 595959"/>
                <a:gd name="connsiteY2" fmla="*/ 97547 h 139729"/>
                <a:gd name="connsiteX3" fmla="*/ 131 w 595959"/>
                <a:gd name="connsiteY3" fmla="*/ 139729 h 139729"/>
                <a:gd name="connsiteX4" fmla="*/ 124 w 595959"/>
                <a:gd name="connsiteY4" fmla="*/ 22492 h 139729"/>
                <a:gd name="connsiteX0" fmla="*/ 124 w 595959"/>
                <a:gd name="connsiteY0" fmla="*/ 25585 h 142822"/>
                <a:gd name="connsiteX1" fmla="*/ 595828 w 595959"/>
                <a:gd name="connsiteY1" fmla="*/ 3093 h 142822"/>
                <a:gd name="connsiteX2" fmla="*/ 595830 w 595959"/>
                <a:gd name="connsiteY2" fmla="*/ 100640 h 142822"/>
                <a:gd name="connsiteX3" fmla="*/ 131 w 595959"/>
                <a:gd name="connsiteY3" fmla="*/ 142822 h 142822"/>
                <a:gd name="connsiteX4" fmla="*/ 124 w 595959"/>
                <a:gd name="connsiteY4" fmla="*/ 25585 h 142822"/>
                <a:gd name="connsiteX0" fmla="*/ 124 w 595959"/>
                <a:gd name="connsiteY0" fmla="*/ 25585 h 142822"/>
                <a:gd name="connsiteX1" fmla="*/ 595828 w 595959"/>
                <a:gd name="connsiteY1" fmla="*/ 3093 h 142822"/>
                <a:gd name="connsiteX2" fmla="*/ 595830 w 595959"/>
                <a:gd name="connsiteY2" fmla="*/ 100640 h 142822"/>
                <a:gd name="connsiteX3" fmla="*/ 131 w 595959"/>
                <a:gd name="connsiteY3" fmla="*/ 142822 h 142822"/>
                <a:gd name="connsiteX4" fmla="*/ 124 w 595959"/>
                <a:gd name="connsiteY4" fmla="*/ 25585 h 142822"/>
                <a:gd name="connsiteX0" fmla="*/ 124 w 595959"/>
                <a:gd name="connsiteY0" fmla="*/ 26512 h 143749"/>
                <a:gd name="connsiteX1" fmla="*/ 595828 w 595959"/>
                <a:gd name="connsiteY1" fmla="*/ 4020 h 143749"/>
                <a:gd name="connsiteX2" fmla="*/ 595830 w 595959"/>
                <a:gd name="connsiteY2" fmla="*/ 101567 h 143749"/>
                <a:gd name="connsiteX3" fmla="*/ 131 w 595959"/>
                <a:gd name="connsiteY3" fmla="*/ 143749 h 143749"/>
                <a:gd name="connsiteX4" fmla="*/ 124 w 595959"/>
                <a:gd name="connsiteY4" fmla="*/ 26512 h 143749"/>
                <a:gd name="connsiteX0" fmla="*/ 124 w 595959"/>
                <a:gd name="connsiteY0" fmla="*/ 26512 h 143749"/>
                <a:gd name="connsiteX1" fmla="*/ 595828 w 595959"/>
                <a:gd name="connsiteY1" fmla="*/ 4020 h 143749"/>
                <a:gd name="connsiteX2" fmla="*/ 595830 w 595959"/>
                <a:gd name="connsiteY2" fmla="*/ 101567 h 143749"/>
                <a:gd name="connsiteX3" fmla="*/ 131 w 595959"/>
                <a:gd name="connsiteY3" fmla="*/ 143749 h 143749"/>
                <a:gd name="connsiteX4" fmla="*/ 124 w 595959"/>
                <a:gd name="connsiteY4" fmla="*/ 26512 h 143749"/>
                <a:gd name="connsiteX0" fmla="*/ 124 w 595959"/>
                <a:gd name="connsiteY0" fmla="*/ 28496 h 145733"/>
                <a:gd name="connsiteX1" fmla="*/ 595828 w 595959"/>
                <a:gd name="connsiteY1" fmla="*/ 6004 h 145733"/>
                <a:gd name="connsiteX2" fmla="*/ 595830 w 595959"/>
                <a:gd name="connsiteY2" fmla="*/ 103551 h 145733"/>
                <a:gd name="connsiteX3" fmla="*/ 131 w 595959"/>
                <a:gd name="connsiteY3" fmla="*/ 145733 h 145733"/>
                <a:gd name="connsiteX4" fmla="*/ 124 w 595959"/>
                <a:gd name="connsiteY4" fmla="*/ 28496 h 14573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856"/>
                <a:gd name="connsiteY0" fmla="*/ 41841 h 159078"/>
                <a:gd name="connsiteX1" fmla="*/ 591261 w 595856"/>
                <a:gd name="connsiteY1" fmla="*/ 0 h 159078"/>
                <a:gd name="connsiteX2" fmla="*/ 595830 w 595856"/>
                <a:gd name="connsiteY2" fmla="*/ 116896 h 159078"/>
                <a:gd name="connsiteX3" fmla="*/ 131 w 595856"/>
                <a:gd name="connsiteY3" fmla="*/ 159078 h 159078"/>
                <a:gd name="connsiteX4" fmla="*/ 124 w 595856"/>
                <a:gd name="connsiteY4" fmla="*/ 41841 h 159078"/>
                <a:gd name="connsiteX0" fmla="*/ 124 w 595959"/>
                <a:gd name="connsiteY0" fmla="*/ 41841 h 159078"/>
                <a:gd name="connsiteX1" fmla="*/ 595828 w 595959"/>
                <a:gd name="connsiteY1" fmla="*/ 0 h 159078"/>
                <a:gd name="connsiteX2" fmla="*/ 595830 w 595959"/>
                <a:gd name="connsiteY2" fmla="*/ 116896 h 159078"/>
                <a:gd name="connsiteX3" fmla="*/ 131 w 595959"/>
                <a:gd name="connsiteY3" fmla="*/ 159078 h 159078"/>
                <a:gd name="connsiteX4" fmla="*/ 124 w 595959"/>
                <a:gd name="connsiteY4" fmla="*/ 41841 h 159078"/>
                <a:gd name="connsiteX0" fmla="*/ 124 w 597349"/>
                <a:gd name="connsiteY0" fmla="*/ 42378 h 159615"/>
                <a:gd name="connsiteX1" fmla="*/ 597349 w 597349"/>
                <a:gd name="connsiteY1" fmla="*/ 0 h 159615"/>
                <a:gd name="connsiteX2" fmla="*/ 595830 w 597349"/>
                <a:gd name="connsiteY2" fmla="*/ 117433 h 159615"/>
                <a:gd name="connsiteX3" fmla="*/ 131 w 597349"/>
                <a:gd name="connsiteY3" fmla="*/ 159615 h 159615"/>
                <a:gd name="connsiteX4" fmla="*/ 124 w 597349"/>
                <a:gd name="connsiteY4" fmla="*/ 42378 h 159615"/>
                <a:gd name="connsiteX0" fmla="*/ 124 w 600443"/>
                <a:gd name="connsiteY0" fmla="*/ 42378 h 159615"/>
                <a:gd name="connsiteX1" fmla="*/ 597349 w 600443"/>
                <a:gd name="connsiteY1" fmla="*/ 0 h 159615"/>
                <a:gd name="connsiteX2" fmla="*/ 600408 w 600443"/>
                <a:gd name="connsiteY2" fmla="*/ 117433 h 159615"/>
                <a:gd name="connsiteX3" fmla="*/ 131 w 600443"/>
                <a:gd name="connsiteY3" fmla="*/ 159615 h 159615"/>
                <a:gd name="connsiteX4" fmla="*/ 124 w 600443"/>
                <a:gd name="connsiteY4" fmla="*/ 42378 h 159615"/>
                <a:gd name="connsiteX0" fmla="*/ 124 w 600537"/>
                <a:gd name="connsiteY0" fmla="*/ 42378 h 159615"/>
                <a:gd name="connsiteX1" fmla="*/ 600401 w 600537"/>
                <a:gd name="connsiteY1" fmla="*/ 0 h 159615"/>
                <a:gd name="connsiteX2" fmla="*/ 600408 w 600537"/>
                <a:gd name="connsiteY2" fmla="*/ 117433 h 159615"/>
                <a:gd name="connsiteX3" fmla="*/ 131 w 600537"/>
                <a:gd name="connsiteY3" fmla="*/ 159615 h 159615"/>
                <a:gd name="connsiteX4" fmla="*/ 124 w 600537"/>
                <a:gd name="connsiteY4" fmla="*/ 42378 h 159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0537" h="159615">
                  <a:moveTo>
                    <a:pt x="124" y="42378"/>
                  </a:moveTo>
                  <a:cubicBezTo>
                    <a:pt x="296414" y="-50243"/>
                    <a:pt x="418111" y="75773"/>
                    <a:pt x="600401" y="0"/>
                  </a:cubicBezTo>
                  <a:cubicBezTo>
                    <a:pt x="599951" y="33260"/>
                    <a:pt x="600858" y="84173"/>
                    <a:pt x="600408" y="117433"/>
                  </a:cubicBezTo>
                  <a:cubicBezTo>
                    <a:pt x="395490" y="192726"/>
                    <a:pt x="285331" y="62551"/>
                    <a:pt x="131" y="159615"/>
                  </a:cubicBezTo>
                  <a:cubicBezTo>
                    <a:pt x="-323" y="114566"/>
                    <a:pt x="578" y="87427"/>
                    <a:pt x="124" y="42378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5" name="矩形 1174">
              <a:extLst>
                <a:ext uri="{FF2B5EF4-FFF2-40B4-BE49-F238E27FC236}">
                  <a16:creationId xmlns:a16="http://schemas.microsoft.com/office/drawing/2014/main" id="{C8682012-ED77-363F-B90A-F668D851D3A6}"/>
                </a:ext>
              </a:extLst>
            </p:cNvPr>
            <p:cNvSpPr/>
            <p:nvPr/>
          </p:nvSpPr>
          <p:spPr>
            <a:xfrm rot="10800000">
              <a:off x="5041542" y="6890402"/>
              <a:ext cx="618706" cy="226680"/>
            </a:xfrm>
            <a:custGeom>
              <a:avLst/>
              <a:gdLst>
                <a:gd name="connsiteX0" fmla="*/ 0 w 595706"/>
                <a:gd name="connsiteY0" fmla="*/ 0 h 92965"/>
                <a:gd name="connsiteX1" fmla="*/ 595706 w 595706"/>
                <a:gd name="connsiteY1" fmla="*/ 0 h 92965"/>
                <a:gd name="connsiteX2" fmla="*/ 595706 w 595706"/>
                <a:gd name="connsiteY2" fmla="*/ 92965 h 92965"/>
                <a:gd name="connsiteX3" fmla="*/ 0 w 595706"/>
                <a:gd name="connsiteY3" fmla="*/ 92965 h 92965"/>
                <a:gd name="connsiteX4" fmla="*/ 0 w 595706"/>
                <a:gd name="connsiteY4" fmla="*/ 0 h 92965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1422 w 594406"/>
                <a:gd name="connsiteY0" fmla="*/ 21376 h 135147"/>
                <a:gd name="connsiteX1" fmla="*/ 594406 w 594406"/>
                <a:gd name="connsiteY1" fmla="*/ 0 h 135147"/>
                <a:gd name="connsiteX2" fmla="*/ 594406 w 594406"/>
                <a:gd name="connsiteY2" fmla="*/ 92965 h 135147"/>
                <a:gd name="connsiteX3" fmla="*/ 61 w 594406"/>
                <a:gd name="connsiteY3" fmla="*/ 135147 h 135147"/>
                <a:gd name="connsiteX4" fmla="*/ 1422 w 594406"/>
                <a:gd name="connsiteY4" fmla="*/ 21376 h 135147"/>
                <a:gd name="connsiteX0" fmla="*/ 1422 w 594406"/>
                <a:gd name="connsiteY0" fmla="*/ 15599 h 135147"/>
                <a:gd name="connsiteX1" fmla="*/ 594406 w 594406"/>
                <a:gd name="connsiteY1" fmla="*/ 0 h 135147"/>
                <a:gd name="connsiteX2" fmla="*/ 594406 w 594406"/>
                <a:gd name="connsiteY2" fmla="*/ 92965 h 135147"/>
                <a:gd name="connsiteX3" fmla="*/ 61 w 594406"/>
                <a:gd name="connsiteY3" fmla="*/ 135147 h 135147"/>
                <a:gd name="connsiteX4" fmla="*/ 1422 w 594406"/>
                <a:gd name="connsiteY4" fmla="*/ 15599 h 135147"/>
                <a:gd name="connsiteX0" fmla="*/ 131 w 594476"/>
                <a:gd name="connsiteY0" fmla="*/ 4622 h 135147"/>
                <a:gd name="connsiteX1" fmla="*/ 594476 w 594476"/>
                <a:gd name="connsiteY1" fmla="*/ 0 h 135147"/>
                <a:gd name="connsiteX2" fmla="*/ 594476 w 594476"/>
                <a:gd name="connsiteY2" fmla="*/ 92965 h 135147"/>
                <a:gd name="connsiteX3" fmla="*/ 131 w 594476"/>
                <a:gd name="connsiteY3" fmla="*/ 135147 h 135147"/>
                <a:gd name="connsiteX4" fmla="*/ 131 w 594476"/>
                <a:gd name="connsiteY4" fmla="*/ 4622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22423 h 139660"/>
                <a:gd name="connsiteX1" fmla="*/ 595706 w 595706"/>
                <a:gd name="connsiteY1" fmla="*/ 4513 h 139660"/>
                <a:gd name="connsiteX2" fmla="*/ 595706 w 595706"/>
                <a:gd name="connsiteY2" fmla="*/ 97478 h 139660"/>
                <a:gd name="connsiteX3" fmla="*/ 1361 w 595706"/>
                <a:gd name="connsiteY3" fmla="*/ 139660 h 139660"/>
                <a:gd name="connsiteX4" fmla="*/ 0 w 595706"/>
                <a:gd name="connsiteY4" fmla="*/ 22423 h 139660"/>
                <a:gd name="connsiteX0" fmla="*/ 0 w 595706"/>
                <a:gd name="connsiteY0" fmla="*/ 26413 h 143650"/>
                <a:gd name="connsiteX1" fmla="*/ 595706 w 595706"/>
                <a:gd name="connsiteY1" fmla="*/ 8503 h 143650"/>
                <a:gd name="connsiteX2" fmla="*/ 595706 w 595706"/>
                <a:gd name="connsiteY2" fmla="*/ 101468 h 143650"/>
                <a:gd name="connsiteX3" fmla="*/ 1361 w 595706"/>
                <a:gd name="connsiteY3" fmla="*/ 143650 h 143650"/>
                <a:gd name="connsiteX4" fmla="*/ 0 w 595706"/>
                <a:gd name="connsiteY4" fmla="*/ 26413 h 143650"/>
                <a:gd name="connsiteX0" fmla="*/ 0 w 595706"/>
                <a:gd name="connsiteY0" fmla="*/ 21286 h 138523"/>
                <a:gd name="connsiteX1" fmla="*/ 595706 w 595706"/>
                <a:gd name="connsiteY1" fmla="*/ 3376 h 138523"/>
                <a:gd name="connsiteX2" fmla="*/ 595706 w 595706"/>
                <a:gd name="connsiteY2" fmla="*/ 96341 h 138523"/>
                <a:gd name="connsiteX3" fmla="*/ 1361 w 595706"/>
                <a:gd name="connsiteY3" fmla="*/ 138523 h 138523"/>
                <a:gd name="connsiteX4" fmla="*/ 0 w 595706"/>
                <a:gd name="connsiteY4" fmla="*/ 21286 h 138523"/>
                <a:gd name="connsiteX0" fmla="*/ 0 w 595706"/>
                <a:gd name="connsiteY0" fmla="*/ 22534 h 139771"/>
                <a:gd name="connsiteX1" fmla="*/ 595706 w 595706"/>
                <a:gd name="connsiteY1" fmla="*/ 4624 h 139771"/>
                <a:gd name="connsiteX2" fmla="*/ 595706 w 595706"/>
                <a:gd name="connsiteY2" fmla="*/ 97589 h 139771"/>
                <a:gd name="connsiteX3" fmla="*/ 1361 w 595706"/>
                <a:gd name="connsiteY3" fmla="*/ 139771 h 139771"/>
                <a:gd name="connsiteX4" fmla="*/ 0 w 595706"/>
                <a:gd name="connsiteY4" fmla="*/ 22534 h 139771"/>
                <a:gd name="connsiteX0" fmla="*/ 0 w 595706"/>
                <a:gd name="connsiteY0" fmla="*/ 23494 h 140731"/>
                <a:gd name="connsiteX1" fmla="*/ 595706 w 595706"/>
                <a:gd name="connsiteY1" fmla="*/ 2118 h 140731"/>
                <a:gd name="connsiteX2" fmla="*/ 595706 w 595706"/>
                <a:gd name="connsiteY2" fmla="*/ 98549 h 140731"/>
                <a:gd name="connsiteX3" fmla="*/ 1361 w 595706"/>
                <a:gd name="connsiteY3" fmla="*/ 140731 h 140731"/>
                <a:gd name="connsiteX4" fmla="*/ 0 w 595706"/>
                <a:gd name="connsiteY4" fmla="*/ 23494 h 140731"/>
                <a:gd name="connsiteX0" fmla="*/ 0 w 595706"/>
                <a:gd name="connsiteY0" fmla="*/ 23494 h 140731"/>
                <a:gd name="connsiteX1" fmla="*/ 595706 w 595706"/>
                <a:gd name="connsiteY1" fmla="*/ 2118 h 140731"/>
                <a:gd name="connsiteX2" fmla="*/ 595706 w 595706"/>
                <a:gd name="connsiteY2" fmla="*/ 98549 h 140731"/>
                <a:gd name="connsiteX3" fmla="*/ 1361 w 595706"/>
                <a:gd name="connsiteY3" fmla="*/ 140731 h 140731"/>
                <a:gd name="connsiteX4" fmla="*/ 0 w 595706"/>
                <a:gd name="connsiteY4" fmla="*/ 23494 h 140731"/>
                <a:gd name="connsiteX0" fmla="*/ 0 w 595706"/>
                <a:gd name="connsiteY0" fmla="*/ 25030 h 142267"/>
                <a:gd name="connsiteX1" fmla="*/ 595706 w 595706"/>
                <a:gd name="connsiteY1" fmla="*/ 3654 h 142267"/>
                <a:gd name="connsiteX2" fmla="*/ 595706 w 595706"/>
                <a:gd name="connsiteY2" fmla="*/ 100085 h 142267"/>
                <a:gd name="connsiteX3" fmla="*/ 1361 w 595706"/>
                <a:gd name="connsiteY3" fmla="*/ 142267 h 142267"/>
                <a:gd name="connsiteX4" fmla="*/ 0 w 595706"/>
                <a:gd name="connsiteY4" fmla="*/ 25030 h 142267"/>
                <a:gd name="connsiteX0" fmla="*/ 0 w 595706"/>
                <a:gd name="connsiteY0" fmla="*/ 22091 h 139328"/>
                <a:gd name="connsiteX1" fmla="*/ 595706 w 595706"/>
                <a:gd name="connsiteY1" fmla="*/ 715 h 139328"/>
                <a:gd name="connsiteX2" fmla="*/ 595706 w 595706"/>
                <a:gd name="connsiteY2" fmla="*/ 97146 h 139328"/>
                <a:gd name="connsiteX3" fmla="*/ 1361 w 595706"/>
                <a:gd name="connsiteY3" fmla="*/ 139328 h 139328"/>
                <a:gd name="connsiteX4" fmla="*/ 0 w 595706"/>
                <a:gd name="connsiteY4" fmla="*/ 22091 h 139328"/>
                <a:gd name="connsiteX0" fmla="*/ 0 w 595706"/>
                <a:gd name="connsiteY0" fmla="*/ 23573 h 140810"/>
                <a:gd name="connsiteX1" fmla="*/ 595706 w 595706"/>
                <a:gd name="connsiteY1" fmla="*/ 2197 h 140810"/>
                <a:gd name="connsiteX2" fmla="*/ 595706 w 595706"/>
                <a:gd name="connsiteY2" fmla="*/ 98628 h 140810"/>
                <a:gd name="connsiteX3" fmla="*/ 1361 w 595706"/>
                <a:gd name="connsiteY3" fmla="*/ 140810 h 140810"/>
                <a:gd name="connsiteX4" fmla="*/ 0 w 595706"/>
                <a:gd name="connsiteY4" fmla="*/ 23573 h 140810"/>
                <a:gd name="connsiteX0" fmla="*/ 0 w 595706"/>
                <a:gd name="connsiteY0" fmla="*/ 21908 h 139145"/>
                <a:gd name="connsiteX1" fmla="*/ 595706 w 595706"/>
                <a:gd name="connsiteY1" fmla="*/ 532 h 139145"/>
                <a:gd name="connsiteX2" fmla="*/ 595706 w 595706"/>
                <a:gd name="connsiteY2" fmla="*/ 96963 h 139145"/>
                <a:gd name="connsiteX3" fmla="*/ 1361 w 595706"/>
                <a:gd name="connsiteY3" fmla="*/ 139145 h 139145"/>
                <a:gd name="connsiteX4" fmla="*/ 0 w 595706"/>
                <a:gd name="connsiteY4" fmla="*/ 21908 h 139145"/>
                <a:gd name="connsiteX0" fmla="*/ 0 w 595706"/>
                <a:gd name="connsiteY0" fmla="*/ 23863 h 141100"/>
                <a:gd name="connsiteX1" fmla="*/ 595706 w 595706"/>
                <a:gd name="connsiteY1" fmla="*/ 2487 h 141100"/>
                <a:gd name="connsiteX2" fmla="*/ 595706 w 595706"/>
                <a:gd name="connsiteY2" fmla="*/ 98918 h 141100"/>
                <a:gd name="connsiteX3" fmla="*/ 1361 w 595706"/>
                <a:gd name="connsiteY3" fmla="*/ 141100 h 141100"/>
                <a:gd name="connsiteX4" fmla="*/ 0 w 595706"/>
                <a:gd name="connsiteY4" fmla="*/ 23863 h 141100"/>
                <a:gd name="connsiteX0" fmla="*/ 0 w 595706"/>
                <a:gd name="connsiteY0" fmla="*/ 24472 h 141709"/>
                <a:gd name="connsiteX1" fmla="*/ 595706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0 w 595706"/>
                <a:gd name="connsiteY0" fmla="*/ 24267 h 141504"/>
                <a:gd name="connsiteX1" fmla="*/ 595706 w 595706"/>
                <a:gd name="connsiteY1" fmla="*/ 2891 h 141504"/>
                <a:gd name="connsiteX2" fmla="*/ 595706 w 595706"/>
                <a:gd name="connsiteY2" fmla="*/ 99322 h 141504"/>
                <a:gd name="connsiteX3" fmla="*/ 1361 w 595706"/>
                <a:gd name="connsiteY3" fmla="*/ 141504 h 141504"/>
                <a:gd name="connsiteX4" fmla="*/ 0 w 595706"/>
                <a:gd name="connsiteY4" fmla="*/ 24267 h 141504"/>
                <a:gd name="connsiteX0" fmla="*/ 0 w 595706"/>
                <a:gd name="connsiteY0" fmla="*/ 24472 h 141709"/>
                <a:gd name="connsiteX1" fmla="*/ 595706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0 w 595706"/>
                <a:gd name="connsiteY0" fmla="*/ 24472 h 141709"/>
                <a:gd name="connsiteX1" fmla="*/ 594353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124 w 595830"/>
                <a:gd name="connsiteY0" fmla="*/ 24472 h 141709"/>
                <a:gd name="connsiteX1" fmla="*/ 594477 w 595830"/>
                <a:gd name="connsiteY1" fmla="*/ 3096 h 141709"/>
                <a:gd name="connsiteX2" fmla="*/ 595830 w 595830"/>
                <a:gd name="connsiteY2" fmla="*/ 99527 h 141709"/>
                <a:gd name="connsiteX3" fmla="*/ 131 w 595830"/>
                <a:gd name="connsiteY3" fmla="*/ 141709 h 141709"/>
                <a:gd name="connsiteX4" fmla="*/ 124 w 595830"/>
                <a:gd name="connsiteY4" fmla="*/ 24472 h 141709"/>
                <a:gd name="connsiteX0" fmla="*/ 124 w 597179"/>
                <a:gd name="connsiteY0" fmla="*/ 25207 h 142444"/>
                <a:gd name="connsiteX1" fmla="*/ 597179 w 597179"/>
                <a:gd name="connsiteY1" fmla="*/ 481 h 142444"/>
                <a:gd name="connsiteX2" fmla="*/ 595830 w 597179"/>
                <a:gd name="connsiteY2" fmla="*/ 100262 h 142444"/>
                <a:gd name="connsiteX3" fmla="*/ 131 w 597179"/>
                <a:gd name="connsiteY3" fmla="*/ 142444 h 142444"/>
                <a:gd name="connsiteX4" fmla="*/ 124 w 597179"/>
                <a:gd name="connsiteY4" fmla="*/ 25207 h 142444"/>
                <a:gd name="connsiteX0" fmla="*/ 124 w 595889"/>
                <a:gd name="connsiteY0" fmla="*/ 25842 h 143079"/>
                <a:gd name="connsiteX1" fmla="*/ 594477 w 595889"/>
                <a:gd name="connsiteY1" fmla="*/ 0 h 143079"/>
                <a:gd name="connsiteX2" fmla="*/ 595830 w 595889"/>
                <a:gd name="connsiteY2" fmla="*/ 100897 h 143079"/>
                <a:gd name="connsiteX3" fmla="*/ 131 w 595889"/>
                <a:gd name="connsiteY3" fmla="*/ 143079 h 143079"/>
                <a:gd name="connsiteX4" fmla="*/ 124 w 595889"/>
                <a:gd name="connsiteY4" fmla="*/ 25842 h 143079"/>
                <a:gd name="connsiteX0" fmla="*/ 124 w 595889"/>
                <a:gd name="connsiteY0" fmla="*/ 24713 h 141950"/>
                <a:gd name="connsiteX1" fmla="*/ 594477 w 595889"/>
                <a:gd name="connsiteY1" fmla="*/ 2221 h 141950"/>
                <a:gd name="connsiteX2" fmla="*/ 595830 w 595889"/>
                <a:gd name="connsiteY2" fmla="*/ 99768 h 141950"/>
                <a:gd name="connsiteX3" fmla="*/ 131 w 595889"/>
                <a:gd name="connsiteY3" fmla="*/ 141950 h 141950"/>
                <a:gd name="connsiteX4" fmla="*/ 124 w 595889"/>
                <a:gd name="connsiteY4" fmla="*/ 24713 h 141950"/>
                <a:gd name="connsiteX0" fmla="*/ 124 w 595959"/>
                <a:gd name="connsiteY0" fmla="*/ 24713 h 141950"/>
                <a:gd name="connsiteX1" fmla="*/ 595828 w 595959"/>
                <a:gd name="connsiteY1" fmla="*/ 2221 h 141950"/>
                <a:gd name="connsiteX2" fmla="*/ 595830 w 595959"/>
                <a:gd name="connsiteY2" fmla="*/ 99768 h 141950"/>
                <a:gd name="connsiteX3" fmla="*/ 131 w 595959"/>
                <a:gd name="connsiteY3" fmla="*/ 141950 h 141950"/>
                <a:gd name="connsiteX4" fmla="*/ 124 w 595959"/>
                <a:gd name="connsiteY4" fmla="*/ 24713 h 141950"/>
                <a:gd name="connsiteX0" fmla="*/ 124 w 595959"/>
                <a:gd name="connsiteY0" fmla="*/ 24925 h 142162"/>
                <a:gd name="connsiteX1" fmla="*/ 595828 w 595959"/>
                <a:gd name="connsiteY1" fmla="*/ 2433 h 142162"/>
                <a:gd name="connsiteX2" fmla="*/ 595830 w 595959"/>
                <a:gd name="connsiteY2" fmla="*/ 99980 h 142162"/>
                <a:gd name="connsiteX3" fmla="*/ 131 w 595959"/>
                <a:gd name="connsiteY3" fmla="*/ 142162 h 142162"/>
                <a:gd name="connsiteX4" fmla="*/ 124 w 595959"/>
                <a:gd name="connsiteY4" fmla="*/ 24925 h 142162"/>
                <a:gd name="connsiteX0" fmla="*/ 124 w 595959"/>
                <a:gd name="connsiteY0" fmla="*/ 22492 h 139729"/>
                <a:gd name="connsiteX1" fmla="*/ 595828 w 595959"/>
                <a:gd name="connsiteY1" fmla="*/ 0 h 139729"/>
                <a:gd name="connsiteX2" fmla="*/ 595830 w 595959"/>
                <a:gd name="connsiteY2" fmla="*/ 97547 h 139729"/>
                <a:gd name="connsiteX3" fmla="*/ 131 w 595959"/>
                <a:gd name="connsiteY3" fmla="*/ 139729 h 139729"/>
                <a:gd name="connsiteX4" fmla="*/ 124 w 595959"/>
                <a:gd name="connsiteY4" fmla="*/ 22492 h 139729"/>
                <a:gd name="connsiteX0" fmla="*/ 124 w 595959"/>
                <a:gd name="connsiteY0" fmla="*/ 25585 h 142822"/>
                <a:gd name="connsiteX1" fmla="*/ 595828 w 595959"/>
                <a:gd name="connsiteY1" fmla="*/ 3093 h 142822"/>
                <a:gd name="connsiteX2" fmla="*/ 595830 w 595959"/>
                <a:gd name="connsiteY2" fmla="*/ 100640 h 142822"/>
                <a:gd name="connsiteX3" fmla="*/ 131 w 595959"/>
                <a:gd name="connsiteY3" fmla="*/ 142822 h 142822"/>
                <a:gd name="connsiteX4" fmla="*/ 124 w 595959"/>
                <a:gd name="connsiteY4" fmla="*/ 25585 h 142822"/>
                <a:gd name="connsiteX0" fmla="*/ 124 w 595959"/>
                <a:gd name="connsiteY0" fmla="*/ 25585 h 142822"/>
                <a:gd name="connsiteX1" fmla="*/ 595828 w 595959"/>
                <a:gd name="connsiteY1" fmla="*/ 3093 h 142822"/>
                <a:gd name="connsiteX2" fmla="*/ 595830 w 595959"/>
                <a:gd name="connsiteY2" fmla="*/ 100640 h 142822"/>
                <a:gd name="connsiteX3" fmla="*/ 131 w 595959"/>
                <a:gd name="connsiteY3" fmla="*/ 142822 h 142822"/>
                <a:gd name="connsiteX4" fmla="*/ 124 w 595959"/>
                <a:gd name="connsiteY4" fmla="*/ 25585 h 142822"/>
                <a:gd name="connsiteX0" fmla="*/ 124 w 595959"/>
                <a:gd name="connsiteY0" fmla="*/ 26512 h 143749"/>
                <a:gd name="connsiteX1" fmla="*/ 595828 w 595959"/>
                <a:gd name="connsiteY1" fmla="*/ 4020 h 143749"/>
                <a:gd name="connsiteX2" fmla="*/ 595830 w 595959"/>
                <a:gd name="connsiteY2" fmla="*/ 101567 h 143749"/>
                <a:gd name="connsiteX3" fmla="*/ 131 w 595959"/>
                <a:gd name="connsiteY3" fmla="*/ 143749 h 143749"/>
                <a:gd name="connsiteX4" fmla="*/ 124 w 595959"/>
                <a:gd name="connsiteY4" fmla="*/ 26512 h 143749"/>
                <a:gd name="connsiteX0" fmla="*/ 124 w 595959"/>
                <a:gd name="connsiteY0" fmla="*/ 26512 h 143749"/>
                <a:gd name="connsiteX1" fmla="*/ 595828 w 595959"/>
                <a:gd name="connsiteY1" fmla="*/ 4020 h 143749"/>
                <a:gd name="connsiteX2" fmla="*/ 595830 w 595959"/>
                <a:gd name="connsiteY2" fmla="*/ 101567 h 143749"/>
                <a:gd name="connsiteX3" fmla="*/ 131 w 595959"/>
                <a:gd name="connsiteY3" fmla="*/ 143749 h 143749"/>
                <a:gd name="connsiteX4" fmla="*/ 124 w 595959"/>
                <a:gd name="connsiteY4" fmla="*/ 26512 h 143749"/>
                <a:gd name="connsiteX0" fmla="*/ 124 w 595959"/>
                <a:gd name="connsiteY0" fmla="*/ 28496 h 145733"/>
                <a:gd name="connsiteX1" fmla="*/ 595828 w 595959"/>
                <a:gd name="connsiteY1" fmla="*/ 6004 h 145733"/>
                <a:gd name="connsiteX2" fmla="*/ 595830 w 595959"/>
                <a:gd name="connsiteY2" fmla="*/ 103551 h 145733"/>
                <a:gd name="connsiteX3" fmla="*/ 131 w 595959"/>
                <a:gd name="connsiteY3" fmla="*/ 145733 h 145733"/>
                <a:gd name="connsiteX4" fmla="*/ 124 w 595959"/>
                <a:gd name="connsiteY4" fmla="*/ 28496 h 14573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856"/>
                <a:gd name="connsiteY0" fmla="*/ 41841 h 159078"/>
                <a:gd name="connsiteX1" fmla="*/ 591261 w 595856"/>
                <a:gd name="connsiteY1" fmla="*/ 0 h 159078"/>
                <a:gd name="connsiteX2" fmla="*/ 595830 w 595856"/>
                <a:gd name="connsiteY2" fmla="*/ 116896 h 159078"/>
                <a:gd name="connsiteX3" fmla="*/ 131 w 595856"/>
                <a:gd name="connsiteY3" fmla="*/ 159078 h 159078"/>
                <a:gd name="connsiteX4" fmla="*/ 124 w 595856"/>
                <a:gd name="connsiteY4" fmla="*/ 41841 h 159078"/>
                <a:gd name="connsiteX0" fmla="*/ 124 w 595959"/>
                <a:gd name="connsiteY0" fmla="*/ 41841 h 159078"/>
                <a:gd name="connsiteX1" fmla="*/ 595828 w 595959"/>
                <a:gd name="connsiteY1" fmla="*/ 0 h 159078"/>
                <a:gd name="connsiteX2" fmla="*/ 595830 w 595959"/>
                <a:gd name="connsiteY2" fmla="*/ 116896 h 159078"/>
                <a:gd name="connsiteX3" fmla="*/ 131 w 595959"/>
                <a:gd name="connsiteY3" fmla="*/ 159078 h 159078"/>
                <a:gd name="connsiteX4" fmla="*/ 124 w 595959"/>
                <a:gd name="connsiteY4" fmla="*/ 41841 h 159078"/>
                <a:gd name="connsiteX0" fmla="*/ 124 w 597349"/>
                <a:gd name="connsiteY0" fmla="*/ 42378 h 159615"/>
                <a:gd name="connsiteX1" fmla="*/ 597349 w 597349"/>
                <a:gd name="connsiteY1" fmla="*/ 0 h 159615"/>
                <a:gd name="connsiteX2" fmla="*/ 595830 w 597349"/>
                <a:gd name="connsiteY2" fmla="*/ 117433 h 159615"/>
                <a:gd name="connsiteX3" fmla="*/ 131 w 597349"/>
                <a:gd name="connsiteY3" fmla="*/ 159615 h 159615"/>
                <a:gd name="connsiteX4" fmla="*/ 124 w 597349"/>
                <a:gd name="connsiteY4" fmla="*/ 42378 h 159615"/>
                <a:gd name="connsiteX0" fmla="*/ 124 w 600443"/>
                <a:gd name="connsiteY0" fmla="*/ 42378 h 159615"/>
                <a:gd name="connsiteX1" fmla="*/ 597349 w 600443"/>
                <a:gd name="connsiteY1" fmla="*/ 0 h 159615"/>
                <a:gd name="connsiteX2" fmla="*/ 600408 w 600443"/>
                <a:gd name="connsiteY2" fmla="*/ 117433 h 159615"/>
                <a:gd name="connsiteX3" fmla="*/ 131 w 600443"/>
                <a:gd name="connsiteY3" fmla="*/ 159615 h 159615"/>
                <a:gd name="connsiteX4" fmla="*/ 124 w 600443"/>
                <a:gd name="connsiteY4" fmla="*/ 42378 h 159615"/>
                <a:gd name="connsiteX0" fmla="*/ 124 w 600537"/>
                <a:gd name="connsiteY0" fmla="*/ 42378 h 159615"/>
                <a:gd name="connsiteX1" fmla="*/ 600401 w 600537"/>
                <a:gd name="connsiteY1" fmla="*/ 0 h 159615"/>
                <a:gd name="connsiteX2" fmla="*/ 600408 w 600537"/>
                <a:gd name="connsiteY2" fmla="*/ 117433 h 159615"/>
                <a:gd name="connsiteX3" fmla="*/ 131 w 600537"/>
                <a:gd name="connsiteY3" fmla="*/ 159615 h 159615"/>
                <a:gd name="connsiteX4" fmla="*/ 124 w 600537"/>
                <a:gd name="connsiteY4" fmla="*/ 42378 h 159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0537" h="159615">
                  <a:moveTo>
                    <a:pt x="124" y="42378"/>
                  </a:moveTo>
                  <a:cubicBezTo>
                    <a:pt x="296414" y="-50243"/>
                    <a:pt x="418111" y="75773"/>
                    <a:pt x="600401" y="0"/>
                  </a:cubicBezTo>
                  <a:cubicBezTo>
                    <a:pt x="599951" y="33260"/>
                    <a:pt x="600858" y="84173"/>
                    <a:pt x="600408" y="117433"/>
                  </a:cubicBezTo>
                  <a:cubicBezTo>
                    <a:pt x="395490" y="192726"/>
                    <a:pt x="285331" y="62551"/>
                    <a:pt x="131" y="159615"/>
                  </a:cubicBezTo>
                  <a:cubicBezTo>
                    <a:pt x="-323" y="114566"/>
                    <a:pt x="578" y="87427"/>
                    <a:pt x="124" y="42378"/>
                  </a:cubicBezTo>
                  <a:close/>
                </a:path>
              </a:pathLst>
            </a:custGeom>
            <a:solidFill>
              <a:schemeClr val="accent2">
                <a:lumMod val="40000"/>
                <a:lumOff val="6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6" name="矩形 1174">
              <a:extLst>
                <a:ext uri="{FF2B5EF4-FFF2-40B4-BE49-F238E27FC236}">
                  <a16:creationId xmlns:a16="http://schemas.microsoft.com/office/drawing/2014/main" id="{C6B5F08D-52EC-D18D-BCB0-E8FA0849CFA0}"/>
                </a:ext>
              </a:extLst>
            </p:cNvPr>
            <p:cNvSpPr/>
            <p:nvPr/>
          </p:nvSpPr>
          <p:spPr>
            <a:xfrm rot="10800000">
              <a:off x="5041541" y="7045652"/>
              <a:ext cx="618707" cy="139508"/>
            </a:xfrm>
            <a:custGeom>
              <a:avLst/>
              <a:gdLst>
                <a:gd name="connsiteX0" fmla="*/ 0 w 595706"/>
                <a:gd name="connsiteY0" fmla="*/ 0 h 92965"/>
                <a:gd name="connsiteX1" fmla="*/ 595706 w 595706"/>
                <a:gd name="connsiteY1" fmla="*/ 0 h 92965"/>
                <a:gd name="connsiteX2" fmla="*/ 595706 w 595706"/>
                <a:gd name="connsiteY2" fmla="*/ 92965 h 92965"/>
                <a:gd name="connsiteX3" fmla="*/ 0 w 595706"/>
                <a:gd name="connsiteY3" fmla="*/ 92965 h 92965"/>
                <a:gd name="connsiteX4" fmla="*/ 0 w 595706"/>
                <a:gd name="connsiteY4" fmla="*/ 0 h 92965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131 w 595837"/>
                <a:gd name="connsiteY0" fmla="*/ 0 h 148754"/>
                <a:gd name="connsiteX1" fmla="*/ 595837 w 595837"/>
                <a:gd name="connsiteY1" fmla="*/ 0 h 148754"/>
                <a:gd name="connsiteX2" fmla="*/ 595837 w 595837"/>
                <a:gd name="connsiteY2" fmla="*/ 92965 h 148754"/>
                <a:gd name="connsiteX3" fmla="*/ 131 w 595837"/>
                <a:gd name="connsiteY3" fmla="*/ 148754 h 148754"/>
                <a:gd name="connsiteX4" fmla="*/ 131 w 595837"/>
                <a:gd name="connsiteY4" fmla="*/ 0 h 148754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56571"/>
                <a:gd name="connsiteX1" fmla="*/ 595837 w 595837"/>
                <a:gd name="connsiteY1" fmla="*/ 0 h 156571"/>
                <a:gd name="connsiteX2" fmla="*/ 594316 w 595837"/>
                <a:gd name="connsiteY2" fmla="*/ 141984 h 156571"/>
                <a:gd name="connsiteX3" fmla="*/ 131 w 595837"/>
                <a:gd name="connsiteY3" fmla="*/ 140590 h 156571"/>
                <a:gd name="connsiteX4" fmla="*/ 131 w 595837"/>
                <a:gd name="connsiteY4" fmla="*/ 0 h 156571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0 w 600949"/>
                <a:gd name="connsiteY0" fmla="*/ 0 h 271309"/>
                <a:gd name="connsiteX1" fmla="*/ 600949 w 600949"/>
                <a:gd name="connsiteY1" fmla="*/ 0 h 271309"/>
                <a:gd name="connsiteX2" fmla="*/ 599428 w 600949"/>
                <a:gd name="connsiteY2" fmla="*/ 141984 h 271309"/>
                <a:gd name="connsiteX3" fmla="*/ 3722 w 600949"/>
                <a:gd name="connsiteY3" fmla="*/ 271309 h 271309"/>
                <a:gd name="connsiteX4" fmla="*/ 0 w 600949"/>
                <a:gd name="connsiteY4" fmla="*/ 0 h 271309"/>
                <a:gd name="connsiteX0" fmla="*/ 0 w 599639"/>
                <a:gd name="connsiteY0" fmla="*/ 0 h 271309"/>
                <a:gd name="connsiteX1" fmla="*/ 599639 w 599639"/>
                <a:gd name="connsiteY1" fmla="*/ 0 h 271309"/>
                <a:gd name="connsiteX2" fmla="*/ 599428 w 599639"/>
                <a:gd name="connsiteY2" fmla="*/ 141984 h 271309"/>
                <a:gd name="connsiteX3" fmla="*/ 3722 w 599639"/>
                <a:gd name="connsiteY3" fmla="*/ 271309 h 271309"/>
                <a:gd name="connsiteX4" fmla="*/ 0 w 599639"/>
                <a:gd name="connsiteY4" fmla="*/ 0 h 271309"/>
                <a:gd name="connsiteX0" fmla="*/ 0 w 597018"/>
                <a:gd name="connsiteY0" fmla="*/ 0 h 271309"/>
                <a:gd name="connsiteX1" fmla="*/ 597018 w 597018"/>
                <a:gd name="connsiteY1" fmla="*/ 0 h 271309"/>
                <a:gd name="connsiteX2" fmla="*/ 596807 w 597018"/>
                <a:gd name="connsiteY2" fmla="*/ 141984 h 271309"/>
                <a:gd name="connsiteX3" fmla="*/ 1101 w 597018"/>
                <a:gd name="connsiteY3" fmla="*/ 271309 h 271309"/>
                <a:gd name="connsiteX4" fmla="*/ 0 w 597018"/>
                <a:gd name="connsiteY4" fmla="*/ 0 h 271309"/>
                <a:gd name="connsiteX0" fmla="*/ 0 w 596807"/>
                <a:gd name="connsiteY0" fmla="*/ 0 h 271309"/>
                <a:gd name="connsiteX1" fmla="*/ 591775 w 596807"/>
                <a:gd name="connsiteY1" fmla="*/ 0 h 271309"/>
                <a:gd name="connsiteX2" fmla="*/ 596807 w 596807"/>
                <a:gd name="connsiteY2" fmla="*/ 141984 h 271309"/>
                <a:gd name="connsiteX3" fmla="*/ 1101 w 596807"/>
                <a:gd name="connsiteY3" fmla="*/ 271309 h 271309"/>
                <a:gd name="connsiteX4" fmla="*/ 0 w 596807"/>
                <a:gd name="connsiteY4" fmla="*/ 0 h 271309"/>
                <a:gd name="connsiteX0" fmla="*/ 0 w 596807"/>
                <a:gd name="connsiteY0" fmla="*/ 0 h 271309"/>
                <a:gd name="connsiteX1" fmla="*/ 595708 w 596807"/>
                <a:gd name="connsiteY1" fmla="*/ 0 h 271309"/>
                <a:gd name="connsiteX2" fmla="*/ 596807 w 596807"/>
                <a:gd name="connsiteY2" fmla="*/ 141984 h 271309"/>
                <a:gd name="connsiteX3" fmla="*/ 1101 w 596807"/>
                <a:gd name="connsiteY3" fmla="*/ 271309 h 271309"/>
                <a:gd name="connsiteX4" fmla="*/ 0 w 596807"/>
                <a:gd name="connsiteY4" fmla="*/ 0 h 271309"/>
                <a:gd name="connsiteX0" fmla="*/ 0 w 595708"/>
                <a:gd name="connsiteY0" fmla="*/ 0 h 271309"/>
                <a:gd name="connsiteX1" fmla="*/ 595708 w 595708"/>
                <a:gd name="connsiteY1" fmla="*/ 0 h 271309"/>
                <a:gd name="connsiteX2" fmla="*/ 594186 w 595708"/>
                <a:gd name="connsiteY2" fmla="*/ 141985 h 271309"/>
                <a:gd name="connsiteX3" fmla="*/ 1101 w 595708"/>
                <a:gd name="connsiteY3" fmla="*/ 271309 h 271309"/>
                <a:gd name="connsiteX4" fmla="*/ 0 w 595708"/>
                <a:gd name="connsiteY4" fmla="*/ 0 h 271309"/>
                <a:gd name="connsiteX0" fmla="*/ 0 w 596439"/>
                <a:gd name="connsiteY0" fmla="*/ 109083 h 380392"/>
                <a:gd name="connsiteX1" fmla="*/ 595708 w 596439"/>
                <a:gd name="connsiteY1" fmla="*/ 109083 h 380392"/>
                <a:gd name="connsiteX2" fmla="*/ 594186 w 596439"/>
                <a:gd name="connsiteY2" fmla="*/ 251068 h 380392"/>
                <a:gd name="connsiteX3" fmla="*/ 1101 w 596439"/>
                <a:gd name="connsiteY3" fmla="*/ 380392 h 380392"/>
                <a:gd name="connsiteX4" fmla="*/ 0 w 596439"/>
                <a:gd name="connsiteY4" fmla="*/ 109083 h 380392"/>
                <a:gd name="connsiteX0" fmla="*/ 0 w 595708"/>
                <a:gd name="connsiteY0" fmla="*/ 0 h 271309"/>
                <a:gd name="connsiteX1" fmla="*/ 595708 w 595708"/>
                <a:gd name="connsiteY1" fmla="*/ 0 h 271309"/>
                <a:gd name="connsiteX2" fmla="*/ 594186 w 595708"/>
                <a:gd name="connsiteY2" fmla="*/ 141985 h 271309"/>
                <a:gd name="connsiteX3" fmla="*/ 1101 w 595708"/>
                <a:gd name="connsiteY3" fmla="*/ 271309 h 271309"/>
                <a:gd name="connsiteX4" fmla="*/ 0 w 595708"/>
                <a:gd name="connsiteY4" fmla="*/ 0 h 271309"/>
                <a:gd name="connsiteX0" fmla="*/ 0 w 596808"/>
                <a:gd name="connsiteY0" fmla="*/ 0 h 271309"/>
                <a:gd name="connsiteX1" fmla="*/ 595708 w 596808"/>
                <a:gd name="connsiteY1" fmla="*/ 0 h 271309"/>
                <a:gd name="connsiteX2" fmla="*/ 596808 w 596808"/>
                <a:gd name="connsiteY2" fmla="*/ 141985 h 271309"/>
                <a:gd name="connsiteX3" fmla="*/ 1101 w 596808"/>
                <a:gd name="connsiteY3" fmla="*/ 271309 h 271309"/>
                <a:gd name="connsiteX4" fmla="*/ 0 w 596808"/>
                <a:gd name="connsiteY4" fmla="*/ 0 h 271309"/>
                <a:gd name="connsiteX0" fmla="*/ 0 w 596808"/>
                <a:gd name="connsiteY0" fmla="*/ 0 h 271309"/>
                <a:gd name="connsiteX1" fmla="*/ 595708 w 596808"/>
                <a:gd name="connsiteY1" fmla="*/ 0 h 271309"/>
                <a:gd name="connsiteX2" fmla="*/ 596808 w 596808"/>
                <a:gd name="connsiteY2" fmla="*/ 141985 h 271309"/>
                <a:gd name="connsiteX3" fmla="*/ 1101 w 596808"/>
                <a:gd name="connsiteY3" fmla="*/ 271309 h 271309"/>
                <a:gd name="connsiteX4" fmla="*/ 0 w 596808"/>
                <a:gd name="connsiteY4" fmla="*/ 0 h 271309"/>
                <a:gd name="connsiteX0" fmla="*/ 0 w 596808"/>
                <a:gd name="connsiteY0" fmla="*/ 0 h 271309"/>
                <a:gd name="connsiteX1" fmla="*/ 595708 w 596808"/>
                <a:gd name="connsiteY1" fmla="*/ 0 h 271309"/>
                <a:gd name="connsiteX2" fmla="*/ 596808 w 596808"/>
                <a:gd name="connsiteY2" fmla="*/ 141985 h 271309"/>
                <a:gd name="connsiteX3" fmla="*/ 1101 w 596808"/>
                <a:gd name="connsiteY3" fmla="*/ 271309 h 271309"/>
                <a:gd name="connsiteX4" fmla="*/ 0 w 596808"/>
                <a:gd name="connsiteY4" fmla="*/ 0 h 271309"/>
                <a:gd name="connsiteX0" fmla="*/ 0 w 595708"/>
                <a:gd name="connsiteY0" fmla="*/ 0 h 271309"/>
                <a:gd name="connsiteX1" fmla="*/ 595708 w 595708"/>
                <a:gd name="connsiteY1" fmla="*/ 0 h 271309"/>
                <a:gd name="connsiteX2" fmla="*/ 594186 w 595708"/>
                <a:gd name="connsiteY2" fmla="*/ 141985 h 271309"/>
                <a:gd name="connsiteX3" fmla="*/ 1101 w 595708"/>
                <a:gd name="connsiteY3" fmla="*/ 271309 h 271309"/>
                <a:gd name="connsiteX4" fmla="*/ 0 w 595708"/>
                <a:gd name="connsiteY4" fmla="*/ 0 h 271309"/>
                <a:gd name="connsiteX0" fmla="*/ 0 w 595708"/>
                <a:gd name="connsiteY0" fmla="*/ 0 h 271309"/>
                <a:gd name="connsiteX1" fmla="*/ 595708 w 595708"/>
                <a:gd name="connsiteY1" fmla="*/ 0 h 271309"/>
                <a:gd name="connsiteX2" fmla="*/ 594186 w 595708"/>
                <a:gd name="connsiteY2" fmla="*/ 141985 h 271309"/>
                <a:gd name="connsiteX3" fmla="*/ 1101 w 595708"/>
                <a:gd name="connsiteY3" fmla="*/ 271309 h 271309"/>
                <a:gd name="connsiteX4" fmla="*/ 0 w 595708"/>
                <a:gd name="connsiteY4" fmla="*/ 0 h 271309"/>
                <a:gd name="connsiteX0" fmla="*/ 0 w 595936"/>
                <a:gd name="connsiteY0" fmla="*/ 0 h 271309"/>
                <a:gd name="connsiteX1" fmla="*/ 595708 w 595936"/>
                <a:gd name="connsiteY1" fmla="*/ 0 h 271309"/>
                <a:gd name="connsiteX2" fmla="*/ 594186 w 595936"/>
                <a:gd name="connsiteY2" fmla="*/ 141985 h 271309"/>
                <a:gd name="connsiteX3" fmla="*/ 1101 w 595936"/>
                <a:gd name="connsiteY3" fmla="*/ 271309 h 271309"/>
                <a:gd name="connsiteX4" fmla="*/ 0 w 595936"/>
                <a:gd name="connsiteY4" fmla="*/ 0 h 271309"/>
                <a:gd name="connsiteX0" fmla="*/ 319 w 596255"/>
                <a:gd name="connsiteY0" fmla="*/ 0 h 271309"/>
                <a:gd name="connsiteX1" fmla="*/ 596027 w 596255"/>
                <a:gd name="connsiteY1" fmla="*/ 0 h 271309"/>
                <a:gd name="connsiteX2" fmla="*/ 594505 w 596255"/>
                <a:gd name="connsiteY2" fmla="*/ 141985 h 271309"/>
                <a:gd name="connsiteX3" fmla="*/ 110 w 596255"/>
                <a:gd name="connsiteY3" fmla="*/ 271309 h 271309"/>
                <a:gd name="connsiteX4" fmla="*/ 319 w 596255"/>
                <a:gd name="connsiteY4" fmla="*/ 0 h 271309"/>
                <a:gd name="connsiteX0" fmla="*/ 0 w 595936"/>
                <a:gd name="connsiteY0" fmla="*/ 0 h 271309"/>
                <a:gd name="connsiteX1" fmla="*/ 595708 w 595936"/>
                <a:gd name="connsiteY1" fmla="*/ 0 h 271309"/>
                <a:gd name="connsiteX2" fmla="*/ 594186 w 595936"/>
                <a:gd name="connsiteY2" fmla="*/ 141985 h 271309"/>
                <a:gd name="connsiteX3" fmla="*/ 1101 w 595936"/>
                <a:gd name="connsiteY3" fmla="*/ 271309 h 271309"/>
                <a:gd name="connsiteX4" fmla="*/ 0 w 595936"/>
                <a:gd name="connsiteY4" fmla="*/ 0 h 271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5936" h="271309">
                  <a:moveTo>
                    <a:pt x="0" y="0"/>
                  </a:moveTo>
                  <a:lnTo>
                    <a:pt x="595708" y="0"/>
                  </a:lnTo>
                  <a:cubicBezTo>
                    <a:pt x="595708" y="30988"/>
                    <a:pt x="596806" y="39550"/>
                    <a:pt x="594186" y="141985"/>
                  </a:cubicBezTo>
                  <a:cubicBezTo>
                    <a:pt x="404809" y="352086"/>
                    <a:pt x="341643" y="22672"/>
                    <a:pt x="1101" y="271309"/>
                  </a:cubicBezTo>
                  <a:cubicBezTo>
                    <a:pt x="647" y="226260"/>
                    <a:pt x="454" y="45049"/>
                    <a:pt x="0" y="0"/>
                  </a:cubicBez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7" name="矩形 1174">
              <a:extLst>
                <a:ext uri="{FF2B5EF4-FFF2-40B4-BE49-F238E27FC236}">
                  <a16:creationId xmlns:a16="http://schemas.microsoft.com/office/drawing/2014/main" id="{B02A69AF-DC58-B700-30E1-F70D1879F85E}"/>
                </a:ext>
              </a:extLst>
            </p:cNvPr>
            <p:cNvSpPr/>
            <p:nvPr/>
          </p:nvSpPr>
          <p:spPr>
            <a:xfrm rot="10800000">
              <a:off x="5041542" y="6594252"/>
              <a:ext cx="618706" cy="226680"/>
            </a:xfrm>
            <a:custGeom>
              <a:avLst/>
              <a:gdLst>
                <a:gd name="connsiteX0" fmla="*/ 0 w 595706"/>
                <a:gd name="connsiteY0" fmla="*/ 0 h 92965"/>
                <a:gd name="connsiteX1" fmla="*/ 595706 w 595706"/>
                <a:gd name="connsiteY1" fmla="*/ 0 h 92965"/>
                <a:gd name="connsiteX2" fmla="*/ 595706 w 595706"/>
                <a:gd name="connsiteY2" fmla="*/ 92965 h 92965"/>
                <a:gd name="connsiteX3" fmla="*/ 0 w 595706"/>
                <a:gd name="connsiteY3" fmla="*/ 92965 h 92965"/>
                <a:gd name="connsiteX4" fmla="*/ 0 w 595706"/>
                <a:gd name="connsiteY4" fmla="*/ 0 h 92965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1422 w 594406"/>
                <a:gd name="connsiteY0" fmla="*/ 21376 h 135147"/>
                <a:gd name="connsiteX1" fmla="*/ 594406 w 594406"/>
                <a:gd name="connsiteY1" fmla="*/ 0 h 135147"/>
                <a:gd name="connsiteX2" fmla="*/ 594406 w 594406"/>
                <a:gd name="connsiteY2" fmla="*/ 92965 h 135147"/>
                <a:gd name="connsiteX3" fmla="*/ 61 w 594406"/>
                <a:gd name="connsiteY3" fmla="*/ 135147 h 135147"/>
                <a:gd name="connsiteX4" fmla="*/ 1422 w 594406"/>
                <a:gd name="connsiteY4" fmla="*/ 21376 h 135147"/>
                <a:gd name="connsiteX0" fmla="*/ 1422 w 594406"/>
                <a:gd name="connsiteY0" fmla="*/ 15599 h 135147"/>
                <a:gd name="connsiteX1" fmla="*/ 594406 w 594406"/>
                <a:gd name="connsiteY1" fmla="*/ 0 h 135147"/>
                <a:gd name="connsiteX2" fmla="*/ 594406 w 594406"/>
                <a:gd name="connsiteY2" fmla="*/ 92965 h 135147"/>
                <a:gd name="connsiteX3" fmla="*/ 61 w 594406"/>
                <a:gd name="connsiteY3" fmla="*/ 135147 h 135147"/>
                <a:gd name="connsiteX4" fmla="*/ 1422 w 594406"/>
                <a:gd name="connsiteY4" fmla="*/ 15599 h 135147"/>
                <a:gd name="connsiteX0" fmla="*/ 131 w 594476"/>
                <a:gd name="connsiteY0" fmla="*/ 4622 h 135147"/>
                <a:gd name="connsiteX1" fmla="*/ 594476 w 594476"/>
                <a:gd name="connsiteY1" fmla="*/ 0 h 135147"/>
                <a:gd name="connsiteX2" fmla="*/ 594476 w 594476"/>
                <a:gd name="connsiteY2" fmla="*/ 92965 h 135147"/>
                <a:gd name="connsiteX3" fmla="*/ 131 w 594476"/>
                <a:gd name="connsiteY3" fmla="*/ 135147 h 135147"/>
                <a:gd name="connsiteX4" fmla="*/ 131 w 594476"/>
                <a:gd name="connsiteY4" fmla="*/ 4622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22423 h 139660"/>
                <a:gd name="connsiteX1" fmla="*/ 595706 w 595706"/>
                <a:gd name="connsiteY1" fmla="*/ 4513 h 139660"/>
                <a:gd name="connsiteX2" fmla="*/ 595706 w 595706"/>
                <a:gd name="connsiteY2" fmla="*/ 97478 h 139660"/>
                <a:gd name="connsiteX3" fmla="*/ 1361 w 595706"/>
                <a:gd name="connsiteY3" fmla="*/ 139660 h 139660"/>
                <a:gd name="connsiteX4" fmla="*/ 0 w 595706"/>
                <a:gd name="connsiteY4" fmla="*/ 22423 h 139660"/>
                <a:gd name="connsiteX0" fmla="*/ 0 w 595706"/>
                <a:gd name="connsiteY0" fmla="*/ 26413 h 143650"/>
                <a:gd name="connsiteX1" fmla="*/ 595706 w 595706"/>
                <a:gd name="connsiteY1" fmla="*/ 8503 h 143650"/>
                <a:gd name="connsiteX2" fmla="*/ 595706 w 595706"/>
                <a:gd name="connsiteY2" fmla="*/ 101468 h 143650"/>
                <a:gd name="connsiteX3" fmla="*/ 1361 w 595706"/>
                <a:gd name="connsiteY3" fmla="*/ 143650 h 143650"/>
                <a:gd name="connsiteX4" fmla="*/ 0 w 595706"/>
                <a:gd name="connsiteY4" fmla="*/ 26413 h 143650"/>
                <a:gd name="connsiteX0" fmla="*/ 0 w 595706"/>
                <a:gd name="connsiteY0" fmla="*/ 21286 h 138523"/>
                <a:gd name="connsiteX1" fmla="*/ 595706 w 595706"/>
                <a:gd name="connsiteY1" fmla="*/ 3376 h 138523"/>
                <a:gd name="connsiteX2" fmla="*/ 595706 w 595706"/>
                <a:gd name="connsiteY2" fmla="*/ 96341 h 138523"/>
                <a:gd name="connsiteX3" fmla="*/ 1361 w 595706"/>
                <a:gd name="connsiteY3" fmla="*/ 138523 h 138523"/>
                <a:gd name="connsiteX4" fmla="*/ 0 w 595706"/>
                <a:gd name="connsiteY4" fmla="*/ 21286 h 138523"/>
                <a:gd name="connsiteX0" fmla="*/ 0 w 595706"/>
                <a:gd name="connsiteY0" fmla="*/ 22534 h 139771"/>
                <a:gd name="connsiteX1" fmla="*/ 595706 w 595706"/>
                <a:gd name="connsiteY1" fmla="*/ 4624 h 139771"/>
                <a:gd name="connsiteX2" fmla="*/ 595706 w 595706"/>
                <a:gd name="connsiteY2" fmla="*/ 97589 h 139771"/>
                <a:gd name="connsiteX3" fmla="*/ 1361 w 595706"/>
                <a:gd name="connsiteY3" fmla="*/ 139771 h 139771"/>
                <a:gd name="connsiteX4" fmla="*/ 0 w 595706"/>
                <a:gd name="connsiteY4" fmla="*/ 22534 h 139771"/>
                <a:gd name="connsiteX0" fmla="*/ 0 w 595706"/>
                <a:gd name="connsiteY0" fmla="*/ 23494 h 140731"/>
                <a:gd name="connsiteX1" fmla="*/ 595706 w 595706"/>
                <a:gd name="connsiteY1" fmla="*/ 2118 h 140731"/>
                <a:gd name="connsiteX2" fmla="*/ 595706 w 595706"/>
                <a:gd name="connsiteY2" fmla="*/ 98549 h 140731"/>
                <a:gd name="connsiteX3" fmla="*/ 1361 w 595706"/>
                <a:gd name="connsiteY3" fmla="*/ 140731 h 140731"/>
                <a:gd name="connsiteX4" fmla="*/ 0 w 595706"/>
                <a:gd name="connsiteY4" fmla="*/ 23494 h 140731"/>
                <a:gd name="connsiteX0" fmla="*/ 0 w 595706"/>
                <a:gd name="connsiteY0" fmla="*/ 23494 h 140731"/>
                <a:gd name="connsiteX1" fmla="*/ 595706 w 595706"/>
                <a:gd name="connsiteY1" fmla="*/ 2118 h 140731"/>
                <a:gd name="connsiteX2" fmla="*/ 595706 w 595706"/>
                <a:gd name="connsiteY2" fmla="*/ 98549 h 140731"/>
                <a:gd name="connsiteX3" fmla="*/ 1361 w 595706"/>
                <a:gd name="connsiteY3" fmla="*/ 140731 h 140731"/>
                <a:gd name="connsiteX4" fmla="*/ 0 w 595706"/>
                <a:gd name="connsiteY4" fmla="*/ 23494 h 140731"/>
                <a:gd name="connsiteX0" fmla="*/ 0 w 595706"/>
                <a:gd name="connsiteY0" fmla="*/ 25030 h 142267"/>
                <a:gd name="connsiteX1" fmla="*/ 595706 w 595706"/>
                <a:gd name="connsiteY1" fmla="*/ 3654 h 142267"/>
                <a:gd name="connsiteX2" fmla="*/ 595706 w 595706"/>
                <a:gd name="connsiteY2" fmla="*/ 100085 h 142267"/>
                <a:gd name="connsiteX3" fmla="*/ 1361 w 595706"/>
                <a:gd name="connsiteY3" fmla="*/ 142267 h 142267"/>
                <a:gd name="connsiteX4" fmla="*/ 0 w 595706"/>
                <a:gd name="connsiteY4" fmla="*/ 25030 h 142267"/>
                <a:gd name="connsiteX0" fmla="*/ 0 w 595706"/>
                <a:gd name="connsiteY0" fmla="*/ 22091 h 139328"/>
                <a:gd name="connsiteX1" fmla="*/ 595706 w 595706"/>
                <a:gd name="connsiteY1" fmla="*/ 715 h 139328"/>
                <a:gd name="connsiteX2" fmla="*/ 595706 w 595706"/>
                <a:gd name="connsiteY2" fmla="*/ 97146 h 139328"/>
                <a:gd name="connsiteX3" fmla="*/ 1361 w 595706"/>
                <a:gd name="connsiteY3" fmla="*/ 139328 h 139328"/>
                <a:gd name="connsiteX4" fmla="*/ 0 w 595706"/>
                <a:gd name="connsiteY4" fmla="*/ 22091 h 139328"/>
                <a:gd name="connsiteX0" fmla="*/ 0 w 595706"/>
                <a:gd name="connsiteY0" fmla="*/ 23573 h 140810"/>
                <a:gd name="connsiteX1" fmla="*/ 595706 w 595706"/>
                <a:gd name="connsiteY1" fmla="*/ 2197 h 140810"/>
                <a:gd name="connsiteX2" fmla="*/ 595706 w 595706"/>
                <a:gd name="connsiteY2" fmla="*/ 98628 h 140810"/>
                <a:gd name="connsiteX3" fmla="*/ 1361 w 595706"/>
                <a:gd name="connsiteY3" fmla="*/ 140810 h 140810"/>
                <a:gd name="connsiteX4" fmla="*/ 0 w 595706"/>
                <a:gd name="connsiteY4" fmla="*/ 23573 h 140810"/>
                <a:gd name="connsiteX0" fmla="*/ 0 w 595706"/>
                <a:gd name="connsiteY0" fmla="*/ 21908 h 139145"/>
                <a:gd name="connsiteX1" fmla="*/ 595706 w 595706"/>
                <a:gd name="connsiteY1" fmla="*/ 532 h 139145"/>
                <a:gd name="connsiteX2" fmla="*/ 595706 w 595706"/>
                <a:gd name="connsiteY2" fmla="*/ 96963 h 139145"/>
                <a:gd name="connsiteX3" fmla="*/ 1361 w 595706"/>
                <a:gd name="connsiteY3" fmla="*/ 139145 h 139145"/>
                <a:gd name="connsiteX4" fmla="*/ 0 w 595706"/>
                <a:gd name="connsiteY4" fmla="*/ 21908 h 139145"/>
                <a:gd name="connsiteX0" fmla="*/ 0 w 595706"/>
                <a:gd name="connsiteY0" fmla="*/ 23863 h 141100"/>
                <a:gd name="connsiteX1" fmla="*/ 595706 w 595706"/>
                <a:gd name="connsiteY1" fmla="*/ 2487 h 141100"/>
                <a:gd name="connsiteX2" fmla="*/ 595706 w 595706"/>
                <a:gd name="connsiteY2" fmla="*/ 98918 h 141100"/>
                <a:gd name="connsiteX3" fmla="*/ 1361 w 595706"/>
                <a:gd name="connsiteY3" fmla="*/ 141100 h 141100"/>
                <a:gd name="connsiteX4" fmla="*/ 0 w 595706"/>
                <a:gd name="connsiteY4" fmla="*/ 23863 h 141100"/>
                <a:gd name="connsiteX0" fmla="*/ 0 w 595706"/>
                <a:gd name="connsiteY0" fmla="*/ 24472 h 141709"/>
                <a:gd name="connsiteX1" fmla="*/ 595706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0 w 595706"/>
                <a:gd name="connsiteY0" fmla="*/ 24267 h 141504"/>
                <a:gd name="connsiteX1" fmla="*/ 595706 w 595706"/>
                <a:gd name="connsiteY1" fmla="*/ 2891 h 141504"/>
                <a:gd name="connsiteX2" fmla="*/ 595706 w 595706"/>
                <a:gd name="connsiteY2" fmla="*/ 99322 h 141504"/>
                <a:gd name="connsiteX3" fmla="*/ 1361 w 595706"/>
                <a:gd name="connsiteY3" fmla="*/ 141504 h 141504"/>
                <a:gd name="connsiteX4" fmla="*/ 0 w 595706"/>
                <a:gd name="connsiteY4" fmla="*/ 24267 h 141504"/>
                <a:gd name="connsiteX0" fmla="*/ 0 w 595706"/>
                <a:gd name="connsiteY0" fmla="*/ 24472 h 141709"/>
                <a:gd name="connsiteX1" fmla="*/ 595706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0 w 595706"/>
                <a:gd name="connsiteY0" fmla="*/ 24472 h 141709"/>
                <a:gd name="connsiteX1" fmla="*/ 594353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124 w 595830"/>
                <a:gd name="connsiteY0" fmla="*/ 24472 h 141709"/>
                <a:gd name="connsiteX1" fmla="*/ 594477 w 595830"/>
                <a:gd name="connsiteY1" fmla="*/ 3096 h 141709"/>
                <a:gd name="connsiteX2" fmla="*/ 595830 w 595830"/>
                <a:gd name="connsiteY2" fmla="*/ 99527 h 141709"/>
                <a:gd name="connsiteX3" fmla="*/ 131 w 595830"/>
                <a:gd name="connsiteY3" fmla="*/ 141709 h 141709"/>
                <a:gd name="connsiteX4" fmla="*/ 124 w 595830"/>
                <a:gd name="connsiteY4" fmla="*/ 24472 h 141709"/>
                <a:gd name="connsiteX0" fmla="*/ 124 w 597179"/>
                <a:gd name="connsiteY0" fmla="*/ 25207 h 142444"/>
                <a:gd name="connsiteX1" fmla="*/ 597179 w 597179"/>
                <a:gd name="connsiteY1" fmla="*/ 481 h 142444"/>
                <a:gd name="connsiteX2" fmla="*/ 595830 w 597179"/>
                <a:gd name="connsiteY2" fmla="*/ 100262 h 142444"/>
                <a:gd name="connsiteX3" fmla="*/ 131 w 597179"/>
                <a:gd name="connsiteY3" fmla="*/ 142444 h 142444"/>
                <a:gd name="connsiteX4" fmla="*/ 124 w 597179"/>
                <a:gd name="connsiteY4" fmla="*/ 25207 h 142444"/>
                <a:gd name="connsiteX0" fmla="*/ 124 w 595889"/>
                <a:gd name="connsiteY0" fmla="*/ 25842 h 143079"/>
                <a:gd name="connsiteX1" fmla="*/ 594477 w 595889"/>
                <a:gd name="connsiteY1" fmla="*/ 0 h 143079"/>
                <a:gd name="connsiteX2" fmla="*/ 595830 w 595889"/>
                <a:gd name="connsiteY2" fmla="*/ 100897 h 143079"/>
                <a:gd name="connsiteX3" fmla="*/ 131 w 595889"/>
                <a:gd name="connsiteY3" fmla="*/ 143079 h 143079"/>
                <a:gd name="connsiteX4" fmla="*/ 124 w 595889"/>
                <a:gd name="connsiteY4" fmla="*/ 25842 h 143079"/>
                <a:gd name="connsiteX0" fmla="*/ 124 w 595889"/>
                <a:gd name="connsiteY0" fmla="*/ 24713 h 141950"/>
                <a:gd name="connsiteX1" fmla="*/ 594477 w 595889"/>
                <a:gd name="connsiteY1" fmla="*/ 2221 h 141950"/>
                <a:gd name="connsiteX2" fmla="*/ 595830 w 595889"/>
                <a:gd name="connsiteY2" fmla="*/ 99768 h 141950"/>
                <a:gd name="connsiteX3" fmla="*/ 131 w 595889"/>
                <a:gd name="connsiteY3" fmla="*/ 141950 h 141950"/>
                <a:gd name="connsiteX4" fmla="*/ 124 w 595889"/>
                <a:gd name="connsiteY4" fmla="*/ 24713 h 141950"/>
                <a:gd name="connsiteX0" fmla="*/ 124 w 595959"/>
                <a:gd name="connsiteY0" fmla="*/ 24713 h 141950"/>
                <a:gd name="connsiteX1" fmla="*/ 595828 w 595959"/>
                <a:gd name="connsiteY1" fmla="*/ 2221 h 141950"/>
                <a:gd name="connsiteX2" fmla="*/ 595830 w 595959"/>
                <a:gd name="connsiteY2" fmla="*/ 99768 h 141950"/>
                <a:gd name="connsiteX3" fmla="*/ 131 w 595959"/>
                <a:gd name="connsiteY3" fmla="*/ 141950 h 141950"/>
                <a:gd name="connsiteX4" fmla="*/ 124 w 595959"/>
                <a:gd name="connsiteY4" fmla="*/ 24713 h 141950"/>
                <a:gd name="connsiteX0" fmla="*/ 124 w 595959"/>
                <a:gd name="connsiteY0" fmla="*/ 24925 h 142162"/>
                <a:gd name="connsiteX1" fmla="*/ 595828 w 595959"/>
                <a:gd name="connsiteY1" fmla="*/ 2433 h 142162"/>
                <a:gd name="connsiteX2" fmla="*/ 595830 w 595959"/>
                <a:gd name="connsiteY2" fmla="*/ 99980 h 142162"/>
                <a:gd name="connsiteX3" fmla="*/ 131 w 595959"/>
                <a:gd name="connsiteY3" fmla="*/ 142162 h 142162"/>
                <a:gd name="connsiteX4" fmla="*/ 124 w 595959"/>
                <a:gd name="connsiteY4" fmla="*/ 24925 h 142162"/>
                <a:gd name="connsiteX0" fmla="*/ 124 w 595959"/>
                <a:gd name="connsiteY0" fmla="*/ 22492 h 139729"/>
                <a:gd name="connsiteX1" fmla="*/ 595828 w 595959"/>
                <a:gd name="connsiteY1" fmla="*/ 0 h 139729"/>
                <a:gd name="connsiteX2" fmla="*/ 595830 w 595959"/>
                <a:gd name="connsiteY2" fmla="*/ 97547 h 139729"/>
                <a:gd name="connsiteX3" fmla="*/ 131 w 595959"/>
                <a:gd name="connsiteY3" fmla="*/ 139729 h 139729"/>
                <a:gd name="connsiteX4" fmla="*/ 124 w 595959"/>
                <a:gd name="connsiteY4" fmla="*/ 22492 h 139729"/>
                <a:gd name="connsiteX0" fmla="*/ 124 w 595959"/>
                <a:gd name="connsiteY0" fmla="*/ 25585 h 142822"/>
                <a:gd name="connsiteX1" fmla="*/ 595828 w 595959"/>
                <a:gd name="connsiteY1" fmla="*/ 3093 h 142822"/>
                <a:gd name="connsiteX2" fmla="*/ 595830 w 595959"/>
                <a:gd name="connsiteY2" fmla="*/ 100640 h 142822"/>
                <a:gd name="connsiteX3" fmla="*/ 131 w 595959"/>
                <a:gd name="connsiteY3" fmla="*/ 142822 h 142822"/>
                <a:gd name="connsiteX4" fmla="*/ 124 w 595959"/>
                <a:gd name="connsiteY4" fmla="*/ 25585 h 142822"/>
                <a:gd name="connsiteX0" fmla="*/ 124 w 595959"/>
                <a:gd name="connsiteY0" fmla="*/ 25585 h 142822"/>
                <a:gd name="connsiteX1" fmla="*/ 595828 w 595959"/>
                <a:gd name="connsiteY1" fmla="*/ 3093 h 142822"/>
                <a:gd name="connsiteX2" fmla="*/ 595830 w 595959"/>
                <a:gd name="connsiteY2" fmla="*/ 100640 h 142822"/>
                <a:gd name="connsiteX3" fmla="*/ 131 w 595959"/>
                <a:gd name="connsiteY3" fmla="*/ 142822 h 142822"/>
                <a:gd name="connsiteX4" fmla="*/ 124 w 595959"/>
                <a:gd name="connsiteY4" fmla="*/ 25585 h 142822"/>
                <a:gd name="connsiteX0" fmla="*/ 124 w 595959"/>
                <a:gd name="connsiteY0" fmla="*/ 26512 h 143749"/>
                <a:gd name="connsiteX1" fmla="*/ 595828 w 595959"/>
                <a:gd name="connsiteY1" fmla="*/ 4020 h 143749"/>
                <a:gd name="connsiteX2" fmla="*/ 595830 w 595959"/>
                <a:gd name="connsiteY2" fmla="*/ 101567 h 143749"/>
                <a:gd name="connsiteX3" fmla="*/ 131 w 595959"/>
                <a:gd name="connsiteY3" fmla="*/ 143749 h 143749"/>
                <a:gd name="connsiteX4" fmla="*/ 124 w 595959"/>
                <a:gd name="connsiteY4" fmla="*/ 26512 h 143749"/>
                <a:gd name="connsiteX0" fmla="*/ 124 w 595959"/>
                <a:gd name="connsiteY0" fmla="*/ 26512 h 143749"/>
                <a:gd name="connsiteX1" fmla="*/ 595828 w 595959"/>
                <a:gd name="connsiteY1" fmla="*/ 4020 h 143749"/>
                <a:gd name="connsiteX2" fmla="*/ 595830 w 595959"/>
                <a:gd name="connsiteY2" fmla="*/ 101567 h 143749"/>
                <a:gd name="connsiteX3" fmla="*/ 131 w 595959"/>
                <a:gd name="connsiteY3" fmla="*/ 143749 h 143749"/>
                <a:gd name="connsiteX4" fmla="*/ 124 w 595959"/>
                <a:gd name="connsiteY4" fmla="*/ 26512 h 143749"/>
                <a:gd name="connsiteX0" fmla="*/ 124 w 595959"/>
                <a:gd name="connsiteY0" fmla="*/ 28496 h 145733"/>
                <a:gd name="connsiteX1" fmla="*/ 595828 w 595959"/>
                <a:gd name="connsiteY1" fmla="*/ 6004 h 145733"/>
                <a:gd name="connsiteX2" fmla="*/ 595830 w 595959"/>
                <a:gd name="connsiteY2" fmla="*/ 103551 h 145733"/>
                <a:gd name="connsiteX3" fmla="*/ 131 w 595959"/>
                <a:gd name="connsiteY3" fmla="*/ 145733 h 145733"/>
                <a:gd name="connsiteX4" fmla="*/ 124 w 595959"/>
                <a:gd name="connsiteY4" fmla="*/ 28496 h 14573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856"/>
                <a:gd name="connsiteY0" fmla="*/ 41841 h 159078"/>
                <a:gd name="connsiteX1" fmla="*/ 591261 w 595856"/>
                <a:gd name="connsiteY1" fmla="*/ 0 h 159078"/>
                <a:gd name="connsiteX2" fmla="*/ 595830 w 595856"/>
                <a:gd name="connsiteY2" fmla="*/ 116896 h 159078"/>
                <a:gd name="connsiteX3" fmla="*/ 131 w 595856"/>
                <a:gd name="connsiteY3" fmla="*/ 159078 h 159078"/>
                <a:gd name="connsiteX4" fmla="*/ 124 w 595856"/>
                <a:gd name="connsiteY4" fmla="*/ 41841 h 159078"/>
                <a:gd name="connsiteX0" fmla="*/ 124 w 595959"/>
                <a:gd name="connsiteY0" fmla="*/ 41841 h 159078"/>
                <a:gd name="connsiteX1" fmla="*/ 595828 w 595959"/>
                <a:gd name="connsiteY1" fmla="*/ 0 h 159078"/>
                <a:gd name="connsiteX2" fmla="*/ 595830 w 595959"/>
                <a:gd name="connsiteY2" fmla="*/ 116896 h 159078"/>
                <a:gd name="connsiteX3" fmla="*/ 131 w 595959"/>
                <a:gd name="connsiteY3" fmla="*/ 159078 h 159078"/>
                <a:gd name="connsiteX4" fmla="*/ 124 w 595959"/>
                <a:gd name="connsiteY4" fmla="*/ 41841 h 159078"/>
                <a:gd name="connsiteX0" fmla="*/ 124 w 597349"/>
                <a:gd name="connsiteY0" fmla="*/ 42378 h 159615"/>
                <a:gd name="connsiteX1" fmla="*/ 597349 w 597349"/>
                <a:gd name="connsiteY1" fmla="*/ 0 h 159615"/>
                <a:gd name="connsiteX2" fmla="*/ 595830 w 597349"/>
                <a:gd name="connsiteY2" fmla="*/ 117433 h 159615"/>
                <a:gd name="connsiteX3" fmla="*/ 131 w 597349"/>
                <a:gd name="connsiteY3" fmla="*/ 159615 h 159615"/>
                <a:gd name="connsiteX4" fmla="*/ 124 w 597349"/>
                <a:gd name="connsiteY4" fmla="*/ 42378 h 159615"/>
                <a:gd name="connsiteX0" fmla="*/ 124 w 600443"/>
                <a:gd name="connsiteY0" fmla="*/ 42378 h 159615"/>
                <a:gd name="connsiteX1" fmla="*/ 597349 w 600443"/>
                <a:gd name="connsiteY1" fmla="*/ 0 h 159615"/>
                <a:gd name="connsiteX2" fmla="*/ 600408 w 600443"/>
                <a:gd name="connsiteY2" fmla="*/ 117433 h 159615"/>
                <a:gd name="connsiteX3" fmla="*/ 131 w 600443"/>
                <a:gd name="connsiteY3" fmla="*/ 159615 h 159615"/>
                <a:gd name="connsiteX4" fmla="*/ 124 w 600443"/>
                <a:gd name="connsiteY4" fmla="*/ 42378 h 159615"/>
                <a:gd name="connsiteX0" fmla="*/ 124 w 600537"/>
                <a:gd name="connsiteY0" fmla="*/ 42378 h 159615"/>
                <a:gd name="connsiteX1" fmla="*/ 600401 w 600537"/>
                <a:gd name="connsiteY1" fmla="*/ 0 h 159615"/>
                <a:gd name="connsiteX2" fmla="*/ 600408 w 600537"/>
                <a:gd name="connsiteY2" fmla="*/ 117433 h 159615"/>
                <a:gd name="connsiteX3" fmla="*/ 131 w 600537"/>
                <a:gd name="connsiteY3" fmla="*/ 159615 h 159615"/>
                <a:gd name="connsiteX4" fmla="*/ 124 w 600537"/>
                <a:gd name="connsiteY4" fmla="*/ 42378 h 159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0537" h="159615">
                  <a:moveTo>
                    <a:pt x="124" y="42378"/>
                  </a:moveTo>
                  <a:cubicBezTo>
                    <a:pt x="296414" y="-50243"/>
                    <a:pt x="418111" y="75773"/>
                    <a:pt x="600401" y="0"/>
                  </a:cubicBezTo>
                  <a:cubicBezTo>
                    <a:pt x="599951" y="33260"/>
                    <a:pt x="600858" y="84173"/>
                    <a:pt x="600408" y="117433"/>
                  </a:cubicBezTo>
                  <a:cubicBezTo>
                    <a:pt x="395490" y="192726"/>
                    <a:pt x="285331" y="62551"/>
                    <a:pt x="131" y="159615"/>
                  </a:cubicBezTo>
                  <a:cubicBezTo>
                    <a:pt x="-323" y="114566"/>
                    <a:pt x="578" y="87427"/>
                    <a:pt x="124" y="42378"/>
                  </a:cubicBezTo>
                  <a:close/>
                </a:path>
              </a:pathLst>
            </a:custGeom>
            <a:solidFill>
              <a:schemeClr val="accent5">
                <a:lumMod val="40000"/>
                <a:lumOff val="6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58" name="组合 57">
              <a:extLst>
                <a:ext uri="{FF2B5EF4-FFF2-40B4-BE49-F238E27FC236}">
                  <a16:creationId xmlns:a16="http://schemas.microsoft.com/office/drawing/2014/main" id="{060CF41F-93D2-C061-196D-97B843814087}"/>
                </a:ext>
              </a:extLst>
            </p:cNvPr>
            <p:cNvGrpSpPr/>
            <p:nvPr/>
          </p:nvGrpSpPr>
          <p:grpSpPr>
            <a:xfrm>
              <a:off x="5040167" y="6521415"/>
              <a:ext cx="621640" cy="663817"/>
              <a:chOff x="3656357" y="6507685"/>
              <a:chExt cx="621640" cy="663817"/>
            </a:xfrm>
          </p:grpSpPr>
          <p:sp>
            <p:nvSpPr>
              <p:cNvPr id="59" name="矩形 58">
                <a:extLst>
                  <a:ext uri="{FF2B5EF4-FFF2-40B4-BE49-F238E27FC236}">
                    <a16:creationId xmlns:a16="http://schemas.microsoft.com/office/drawing/2014/main" id="{024FEA7C-20F4-7197-7BE9-E1B8BFF3874D}"/>
                  </a:ext>
                </a:extLst>
              </p:cNvPr>
              <p:cNvSpPr/>
              <p:nvPr/>
            </p:nvSpPr>
            <p:spPr>
              <a:xfrm>
                <a:off x="3656465" y="6640950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0" name="矩形 59">
                <a:extLst>
                  <a:ext uri="{FF2B5EF4-FFF2-40B4-BE49-F238E27FC236}">
                    <a16:creationId xmlns:a16="http://schemas.microsoft.com/office/drawing/2014/main" id="{A67E75BB-3F05-8B91-6DE2-DAD283D09EDD}"/>
                  </a:ext>
                </a:extLst>
              </p:cNvPr>
              <p:cNvSpPr/>
              <p:nvPr/>
            </p:nvSpPr>
            <p:spPr>
              <a:xfrm>
                <a:off x="3811875" y="6640950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" name="矩形 60">
                <a:extLst>
                  <a:ext uri="{FF2B5EF4-FFF2-40B4-BE49-F238E27FC236}">
                    <a16:creationId xmlns:a16="http://schemas.microsoft.com/office/drawing/2014/main" id="{6CD29B4A-5416-F9E4-3D2A-E40715CEF429}"/>
                  </a:ext>
                </a:extLst>
              </p:cNvPr>
              <p:cNvSpPr/>
              <p:nvPr/>
            </p:nvSpPr>
            <p:spPr>
              <a:xfrm>
                <a:off x="3967285" y="6640950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2" name="矩形 61">
                <a:extLst>
                  <a:ext uri="{FF2B5EF4-FFF2-40B4-BE49-F238E27FC236}">
                    <a16:creationId xmlns:a16="http://schemas.microsoft.com/office/drawing/2014/main" id="{94938878-9FFE-1628-EDEC-DB3DB0F99ED2}"/>
                  </a:ext>
                </a:extLst>
              </p:cNvPr>
              <p:cNvSpPr/>
              <p:nvPr/>
            </p:nvSpPr>
            <p:spPr>
              <a:xfrm>
                <a:off x="4122695" y="6640950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04" name="矩形 903">
                <a:extLst>
                  <a:ext uri="{FF2B5EF4-FFF2-40B4-BE49-F238E27FC236}">
                    <a16:creationId xmlns:a16="http://schemas.microsoft.com/office/drawing/2014/main" id="{10731FCC-49DC-F18F-12B6-CDBBE8F1D68A}"/>
                  </a:ext>
                </a:extLst>
              </p:cNvPr>
              <p:cNvSpPr/>
              <p:nvPr/>
            </p:nvSpPr>
            <p:spPr>
              <a:xfrm>
                <a:off x="3656465" y="6773574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05" name="矩形 904">
                <a:extLst>
                  <a:ext uri="{FF2B5EF4-FFF2-40B4-BE49-F238E27FC236}">
                    <a16:creationId xmlns:a16="http://schemas.microsoft.com/office/drawing/2014/main" id="{884D5049-3DBA-B281-8868-694C777EF086}"/>
                  </a:ext>
                </a:extLst>
              </p:cNvPr>
              <p:cNvSpPr/>
              <p:nvPr/>
            </p:nvSpPr>
            <p:spPr>
              <a:xfrm>
                <a:off x="3811875" y="6773574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06" name="矩形 905">
                <a:extLst>
                  <a:ext uri="{FF2B5EF4-FFF2-40B4-BE49-F238E27FC236}">
                    <a16:creationId xmlns:a16="http://schemas.microsoft.com/office/drawing/2014/main" id="{C92C0487-67DB-3741-0A69-9AA032826E85}"/>
                  </a:ext>
                </a:extLst>
              </p:cNvPr>
              <p:cNvSpPr/>
              <p:nvPr/>
            </p:nvSpPr>
            <p:spPr>
              <a:xfrm>
                <a:off x="3967285" y="6773574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07" name="矩形 906">
                <a:extLst>
                  <a:ext uri="{FF2B5EF4-FFF2-40B4-BE49-F238E27FC236}">
                    <a16:creationId xmlns:a16="http://schemas.microsoft.com/office/drawing/2014/main" id="{C28C8031-37F2-AD65-4FC1-EF92D22FB3FB}"/>
                  </a:ext>
                </a:extLst>
              </p:cNvPr>
              <p:cNvSpPr/>
              <p:nvPr/>
            </p:nvSpPr>
            <p:spPr>
              <a:xfrm>
                <a:off x="4122695" y="6773574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08" name="矩形 907">
                <a:extLst>
                  <a:ext uri="{FF2B5EF4-FFF2-40B4-BE49-F238E27FC236}">
                    <a16:creationId xmlns:a16="http://schemas.microsoft.com/office/drawing/2014/main" id="{B7779E3D-39CA-697A-4773-8C3B947DB8AD}"/>
                  </a:ext>
                </a:extLst>
              </p:cNvPr>
              <p:cNvSpPr/>
              <p:nvPr/>
            </p:nvSpPr>
            <p:spPr>
              <a:xfrm>
                <a:off x="3656357" y="690625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09" name="矩形 908">
                <a:extLst>
                  <a:ext uri="{FF2B5EF4-FFF2-40B4-BE49-F238E27FC236}">
                    <a16:creationId xmlns:a16="http://schemas.microsoft.com/office/drawing/2014/main" id="{EFA6DB75-CA01-2F26-4C65-7E0DC26AF626}"/>
                  </a:ext>
                </a:extLst>
              </p:cNvPr>
              <p:cNvSpPr/>
              <p:nvPr/>
            </p:nvSpPr>
            <p:spPr>
              <a:xfrm>
                <a:off x="3811767" y="690625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10" name="矩形 909">
                <a:extLst>
                  <a:ext uri="{FF2B5EF4-FFF2-40B4-BE49-F238E27FC236}">
                    <a16:creationId xmlns:a16="http://schemas.microsoft.com/office/drawing/2014/main" id="{039BE8A1-616D-62CD-93A6-1A32E1775EDD}"/>
                  </a:ext>
                </a:extLst>
              </p:cNvPr>
              <p:cNvSpPr/>
              <p:nvPr/>
            </p:nvSpPr>
            <p:spPr>
              <a:xfrm>
                <a:off x="3967177" y="690625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11" name="矩形 910">
                <a:extLst>
                  <a:ext uri="{FF2B5EF4-FFF2-40B4-BE49-F238E27FC236}">
                    <a16:creationId xmlns:a16="http://schemas.microsoft.com/office/drawing/2014/main" id="{7FDC3155-63C0-9D26-9970-2461F472E39E}"/>
                  </a:ext>
                </a:extLst>
              </p:cNvPr>
              <p:cNvSpPr/>
              <p:nvPr/>
            </p:nvSpPr>
            <p:spPr>
              <a:xfrm>
                <a:off x="4122587" y="690625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12" name="矩形 911">
                <a:extLst>
                  <a:ext uri="{FF2B5EF4-FFF2-40B4-BE49-F238E27FC236}">
                    <a16:creationId xmlns:a16="http://schemas.microsoft.com/office/drawing/2014/main" id="{9244DA77-5907-B838-C572-C3A0FA180BCA}"/>
                  </a:ext>
                </a:extLst>
              </p:cNvPr>
              <p:cNvSpPr/>
              <p:nvPr/>
            </p:nvSpPr>
            <p:spPr>
              <a:xfrm>
                <a:off x="3656357" y="7038879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13" name="矩形 912">
                <a:extLst>
                  <a:ext uri="{FF2B5EF4-FFF2-40B4-BE49-F238E27FC236}">
                    <a16:creationId xmlns:a16="http://schemas.microsoft.com/office/drawing/2014/main" id="{6207B73F-80C5-A55E-06C0-617D7040C006}"/>
                  </a:ext>
                </a:extLst>
              </p:cNvPr>
              <p:cNvSpPr/>
              <p:nvPr/>
            </p:nvSpPr>
            <p:spPr>
              <a:xfrm>
                <a:off x="3811767" y="7038879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14" name="矩形 913">
                <a:extLst>
                  <a:ext uri="{FF2B5EF4-FFF2-40B4-BE49-F238E27FC236}">
                    <a16:creationId xmlns:a16="http://schemas.microsoft.com/office/drawing/2014/main" id="{C7AEECA8-B318-C03A-BA41-C1AB70ADDDA0}"/>
                  </a:ext>
                </a:extLst>
              </p:cNvPr>
              <p:cNvSpPr/>
              <p:nvPr/>
            </p:nvSpPr>
            <p:spPr>
              <a:xfrm>
                <a:off x="3967177" y="7038879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15" name="矩形 914">
                <a:extLst>
                  <a:ext uri="{FF2B5EF4-FFF2-40B4-BE49-F238E27FC236}">
                    <a16:creationId xmlns:a16="http://schemas.microsoft.com/office/drawing/2014/main" id="{796797A8-7958-4B77-BAAE-38E38190F7D4}"/>
                  </a:ext>
                </a:extLst>
              </p:cNvPr>
              <p:cNvSpPr/>
              <p:nvPr/>
            </p:nvSpPr>
            <p:spPr>
              <a:xfrm>
                <a:off x="4122587" y="7038879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16" name="矩形 915">
                <a:extLst>
                  <a:ext uri="{FF2B5EF4-FFF2-40B4-BE49-F238E27FC236}">
                    <a16:creationId xmlns:a16="http://schemas.microsoft.com/office/drawing/2014/main" id="{83548880-EAB8-B070-8E17-3BFBAA2ED52C}"/>
                  </a:ext>
                </a:extLst>
              </p:cNvPr>
              <p:cNvSpPr/>
              <p:nvPr/>
            </p:nvSpPr>
            <p:spPr>
              <a:xfrm>
                <a:off x="3656357" y="650768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17" name="矩形 916">
                <a:extLst>
                  <a:ext uri="{FF2B5EF4-FFF2-40B4-BE49-F238E27FC236}">
                    <a16:creationId xmlns:a16="http://schemas.microsoft.com/office/drawing/2014/main" id="{890EB0EF-9E25-7F77-830A-0A9E4E511972}"/>
                  </a:ext>
                </a:extLst>
              </p:cNvPr>
              <p:cNvSpPr/>
              <p:nvPr/>
            </p:nvSpPr>
            <p:spPr>
              <a:xfrm>
                <a:off x="3811767" y="650768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18" name="矩形 917">
                <a:extLst>
                  <a:ext uri="{FF2B5EF4-FFF2-40B4-BE49-F238E27FC236}">
                    <a16:creationId xmlns:a16="http://schemas.microsoft.com/office/drawing/2014/main" id="{9BB706D8-D317-67A2-5032-BCBE48EEE17C}"/>
                  </a:ext>
                </a:extLst>
              </p:cNvPr>
              <p:cNvSpPr/>
              <p:nvPr/>
            </p:nvSpPr>
            <p:spPr>
              <a:xfrm>
                <a:off x="3967177" y="650768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19" name="矩形 918">
                <a:extLst>
                  <a:ext uri="{FF2B5EF4-FFF2-40B4-BE49-F238E27FC236}">
                    <a16:creationId xmlns:a16="http://schemas.microsoft.com/office/drawing/2014/main" id="{258BCCB6-8D6E-CB71-85F6-DF1BE801B167}"/>
                  </a:ext>
                </a:extLst>
              </p:cNvPr>
              <p:cNvSpPr/>
              <p:nvPr/>
            </p:nvSpPr>
            <p:spPr>
              <a:xfrm>
                <a:off x="4122587" y="650768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938" name="组合 937">
            <a:extLst>
              <a:ext uri="{FF2B5EF4-FFF2-40B4-BE49-F238E27FC236}">
                <a16:creationId xmlns:a16="http://schemas.microsoft.com/office/drawing/2014/main" id="{391FB3D2-08DA-4792-8F06-8A9F35F509F2}"/>
              </a:ext>
            </a:extLst>
          </p:cNvPr>
          <p:cNvGrpSpPr/>
          <p:nvPr/>
        </p:nvGrpSpPr>
        <p:grpSpPr>
          <a:xfrm>
            <a:off x="3041171" y="2236284"/>
            <a:ext cx="734881" cy="457486"/>
            <a:chOff x="3262267" y="3927547"/>
            <a:chExt cx="599802" cy="343893"/>
          </a:xfrm>
        </p:grpSpPr>
        <p:sp>
          <p:nvSpPr>
            <p:cNvPr id="939" name="矩形: 圆角 938">
              <a:extLst>
                <a:ext uri="{FF2B5EF4-FFF2-40B4-BE49-F238E27FC236}">
                  <a16:creationId xmlns:a16="http://schemas.microsoft.com/office/drawing/2014/main" id="{DBD26964-4080-5F1E-62BC-149FB5913F77}"/>
                </a:ext>
              </a:extLst>
            </p:cNvPr>
            <p:cNvSpPr/>
            <p:nvPr/>
          </p:nvSpPr>
          <p:spPr>
            <a:xfrm>
              <a:off x="3337478" y="3927547"/>
              <a:ext cx="393114" cy="343893"/>
            </a:xfrm>
            <a:prstGeom prst="roundRect">
              <a:avLst>
                <a:gd name="adj" fmla="val 31589"/>
              </a:avLst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40" name="矩形 939">
                  <a:extLst>
                    <a:ext uri="{FF2B5EF4-FFF2-40B4-BE49-F238E27FC236}">
                      <a16:creationId xmlns:a16="http://schemas.microsoft.com/office/drawing/2014/main" id="{0D870B33-4F24-B64D-F4B5-9EFE6A4FB429}"/>
                    </a:ext>
                  </a:extLst>
                </p:cNvPr>
                <p:cNvSpPr/>
                <p:nvPr/>
              </p:nvSpPr>
              <p:spPr>
                <a:xfrm>
                  <a:off x="3262267" y="3956287"/>
                  <a:ext cx="599802" cy="27762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dirty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altLang="zh-CN" i="1" dirty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𝑊</m:t>
                            </m:r>
                          </m:sub>
                        </m:s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()</m:t>
                        </m:r>
                      </m:oMath>
                    </m:oMathPara>
                  </a14:m>
                  <a:endParaRPr lang="zh-CN" altLang="en-US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744" name="矩形 743">
                  <a:extLst>
                    <a:ext uri="{FF2B5EF4-FFF2-40B4-BE49-F238E27FC236}">
                      <a16:creationId xmlns:a16="http://schemas.microsoft.com/office/drawing/2014/main" id="{6DD87F4D-7CF6-EBAE-A2AB-0D441457B57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62267" y="3956287"/>
                  <a:ext cx="599802" cy="277627"/>
                </a:xfrm>
                <a:prstGeom prst="rect">
                  <a:avLst/>
                </a:prstGeom>
                <a:blipFill>
                  <a:blip r:embed="rId4"/>
                  <a:stretch>
                    <a:fillRect b="-1475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41" name="组合 940">
            <a:extLst>
              <a:ext uri="{FF2B5EF4-FFF2-40B4-BE49-F238E27FC236}">
                <a16:creationId xmlns:a16="http://schemas.microsoft.com/office/drawing/2014/main" id="{F35EEFFF-D27D-DA1C-94C2-5B4FCF71B15E}"/>
              </a:ext>
            </a:extLst>
          </p:cNvPr>
          <p:cNvGrpSpPr/>
          <p:nvPr/>
        </p:nvGrpSpPr>
        <p:grpSpPr>
          <a:xfrm>
            <a:off x="2145112" y="2208160"/>
            <a:ext cx="723869" cy="479642"/>
            <a:chOff x="2692563" y="3943241"/>
            <a:chExt cx="523260" cy="289098"/>
          </a:xfrm>
        </p:grpSpPr>
        <p:sp>
          <p:nvSpPr>
            <p:cNvPr id="942" name="椭圆 941">
              <a:extLst>
                <a:ext uri="{FF2B5EF4-FFF2-40B4-BE49-F238E27FC236}">
                  <a16:creationId xmlns:a16="http://schemas.microsoft.com/office/drawing/2014/main" id="{99C5B602-D463-7425-87B2-15B83B77141B}"/>
                </a:ext>
              </a:extLst>
            </p:cNvPr>
            <p:cNvSpPr/>
            <p:nvPr/>
          </p:nvSpPr>
          <p:spPr>
            <a:xfrm>
              <a:off x="2692563" y="3963677"/>
              <a:ext cx="477615" cy="268662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43" name="矩形 942">
                  <a:extLst>
                    <a:ext uri="{FF2B5EF4-FFF2-40B4-BE49-F238E27FC236}">
                      <a16:creationId xmlns:a16="http://schemas.microsoft.com/office/drawing/2014/main" id="{122D247E-8F33-1B80-8EF0-A4A93051E698}"/>
                    </a:ext>
                  </a:extLst>
                </p:cNvPr>
                <p:cNvSpPr/>
                <p:nvPr/>
              </p:nvSpPr>
              <p:spPr>
                <a:xfrm>
                  <a:off x="2760246" y="3943241"/>
                  <a:ext cx="455577" cy="27826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70AD47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altLang="zh-CN" sz="2400" b="1" i="1" dirty="0">
                                <a:solidFill>
                                  <a:srgbClr val="70AD47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𝑿</m:t>
                            </m:r>
                          </m:e>
                          <m:sub>
                            <m:r>
                              <a:rPr lang="en-US" altLang="zh-CN" sz="2400" b="1" i="1" dirty="0">
                                <a:solidFill>
                                  <a:srgbClr val="70AD47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𝟎</m:t>
                            </m:r>
                          </m:sub>
                        </m:sSub>
                      </m:oMath>
                    </m:oMathPara>
                  </a14:m>
                  <a:endParaRPr lang="zh-CN" altLang="en-US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943" name="矩形 942">
                  <a:extLst>
                    <a:ext uri="{FF2B5EF4-FFF2-40B4-BE49-F238E27FC236}">
                      <a16:creationId xmlns:a16="http://schemas.microsoft.com/office/drawing/2014/main" id="{122D247E-8F33-1B80-8EF0-A4A93051E69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60246" y="3943241"/>
                  <a:ext cx="455577" cy="278262"/>
                </a:xfrm>
                <a:prstGeom prst="rect">
                  <a:avLst/>
                </a:prstGeom>
                <a:blipFill>
                  <a:blip r:embed="rId5"/>
                  <a:stretch>
                    <a:fillRect l="-1923" b="-526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944" name="矩形 943">
            <a:extLst>
              <a:ext uri="{FF2B5EF4-FFF2-40B4-BE49-F238E27FC236}">
                <a16:creationId xmlns:a16="http://schemas.microsoft.com/office/drawing/2014/main" id="{ED0ACBB3-5769-6CC8-8107-CF60C4B0E0CE}"/>
              </a:ext>
            </a:extLst>
          </p:cNvPr>
          <p:cNvSpPr/>
          <p:nvPr/>
        </p:nvSpPr>
        <p:spPr>
          <a:xfrm>
            <a:off x="1162176" y="2286520"/>
            <a:ext cx="10310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i="0" dirty="0">
                <a:latin typeface="Arial" panose="020B0604020202020204" pitchFamily="34" charset="0"/>
                <a:cs typeface="Arial" panose="020B0604020202020204" pitchFamily="34" charset="0"/>
              </a:rPr>
              <a:t>Forward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47" name="矩形 946">
            <a:extLst>
              <a:ext uri="{FF2B5EF4-FFF2-40B4-BE49-F238E27FC236}">
                <a16:creationId xmlns:a16="http://schemas.microsoft.com/office/drawing/2014/main" id="{F7C6E80A-4697-E4C6-DBD5-09F43A555DAD}"/>
              </a:ext>
            </a:extLst>
          </p:cNvPr>
          <p:cNvSpPr/>
          <p:nvPr/>
        </p:nvSpPr>
        <p:spPr>
          <a:xfrm>
            <a:off x="3764217" y="1451132"/>
            <a:ext cx="852774" cy="3684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200" dirty="0">
                <a:latin typeface="Arial" panose="020B0604020202020204" pitchFamily="34" charset="0"/>
                <a:cs typeface="Arial" panose="020B0604020202020204" pitchFamily="34" charset="0"/>
              </a:rPr>
              <a:t>Layer 1</a:t>
            </a:r>
            <a:endParaRPr lang="zh-CN" alt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49" name="椭圆 948">
            <a:extLst>
              <a:ext uri="{FF2B5EF4-FFF2-40B4-BE49-F238E27FC236}">
                <a16:creationId xmlns:a16="http://schemas.microsoft.com/office/drawing/2014/main" id="{818AD21A-CAE0-D4BC-9C80-6E067A23187D}"/>
              </a:ext>
            </a:extLst>
          </p:cNvPr>
          <p:cNvSpPr/>
          <p:nvPr/>
        </p:nvSpPr>
        <p:spPr>
          <a:xfrm>
            <a:off x="3948243" y="2242432"/>
            <a:ext cx="660722" cy="44573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951" name="组合 950">
            <a:extLst>
              <a:ext uri="{FF2B5EF4-FFF2-40B4-BE49-F238E27FC236}">
                <a16:creationId xmlns:a16="http://schemas.microsoft.com/office/drawing/2014/main" id="{E5E75A57-6557-9A66-C5AA-7EB86C98D168}"/>
              </a:ext>
            </a:extLst>
          </p:cNvPr>
          <p:cNvGrpSpPr/>
          <p:nvPr/>
        </p:nvGrpSpPr>
        <p:grpSpPr>
          <a:xfrm>
            <a:off x="4936437" y="2238788"/>
            <a:ext cx="481646" cy="457486"/>
            <a:chOff x="4842156" y="3773497"/>
            <a:chExt cx="393114" cy="343893"/>
          </a:xfrm>
        </p:grpSpPr>
        <p:grpSp>
          <p:nvGrpSpPr>
            <p:cNvPr id="952" name="组合 951">
              <a:extLst>
                <a:ext uri="{FF2B5EF4-FFF2-40B4-BE49-F238E27FC236}">
                  <a16:creationId xmlns:a16="http://schemas.microsoft.com/office/drawing/2014/main" id="{791A5E5C-9CA9-F511-2A17-8783E84B22AC}"/>
                </a:ext>
              </a:extLst>
            </p:cNvPr>
            <p:cNvGrpSpPr/>
            <p:nvPr/>
          </p:nvGrpSpPr>
          <p:grpSpPr>
            <a:xfrm>
              <a:off x="4937067" y="3821336"/>
              <a:ext cx="261952" cy="260359"/>
              <a:chOff x="5436287" y="3505571"/>
              <a:chExt cx="336942" cy="321770"/>
            </a:xfrm>
          </p:grpSpPr>
          <p:sp>
            <p:nvSpPr>
              <p:cNvPr id="954" name="流程图: 接点 953">
                <a:extLst>
                  <a:ext uri="{FF2B5EF4-FFF2-40B4-BE49-F238E27FC236}">
                    <a16:creationId xmlns:a16="http://schemas.microsoft.com/office/drawing/2014/main" id="{F4545866-31AE-9193-9A44-B42755D8A1BE}"/>
                  </a:ext>
                </a:extLst>
              </p:cNvPr>
              <p:cNvSpPr/>
              <p:nvPr/>
            </p:nvSpPr>
            <p:spPr>
              <a:xfrm>
                <a:off x="5436288" y="3505571"/>
                <a:ext cx="96883" cy="88611"/>
              </a:xfrm>
              <a:prstGeom prst="flowChartConnector">
                <a:avLst/>
              </a:prstGeom>
              <a:noFill/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500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955" name="流程图: 接点 954">
                <a:extLst>
                  <a:ext uri="{FF2B5EF4-FFF2-40B4-BE49-F238E27FC236}">
                    <a16:creationId xmlns:a16="http://schemas.microsoft.com/office/drawing/2014/main" id="{E25326A8-31B9-88B7-6260-B33F7FA7B91E}"/>
                  </a:ext>
                </a:extLst>
              </p:cNvPr>
              <p:cNvSpPr/>
              <p:nvPr/>
            </p:nvSpPr>
            <p:spPr>
              <a:xfrm>
                <a:off x="5436288" y="3623512"/>
                <a:ext cx="96883" cy="88611"/>
              </a:xfrm>
              <a:prstGeom prst="flowChartConnector">
                <a:avLst/>
              </a:prstGeom>
              <a:noFill/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500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956" name="流程图: 接点 955">
                <a:extLst>
                  <a:ext uri="{FF2B5EF4-FFF2-40B4-BE49-F238E27FC236}">
                    <a16:creationId xmlns:a16="http://schemas.microsoft.com/office/drawing/2014/main" id="{47AAA29F-B7A0-6CFB-C948-983EB10D0626}"/>
                  </a:ext>
                </a:extLst>
              </p:cNvPr>
              <p:cNvSpPr/>
              <p:nvPr/>
            </p:nvSpPr>
            <p:spPr>
              <a:xfrm>
                <a:off x="5436287" y="3738730"/>
                <a:ext cx="96883" cy="88611"/>
              </a:xfrm>
              <a:prstGeom prst="flowChartConnector">
                <a:avLst/>
              </a:prstGeom>
              <a:noFill/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500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957" name="流程图: 接点 956">
                <a:extLst>
                  <a:ext uri="{FF2B5EF4-FFF2-40B4-BE49-F238E27FC236}">
                    <a16:creationId xmlns:a16="http://schemas.microsoft.com/office/drawing/2014/main" id="{EA45D55B-3E07-1767-5FCB-0B9BCF00F861}"/>
                  </a:ext>
                </a:extLst>
              </p:cNvPr>
              <p:cNvSpPr/>
              <p:nvPr/>
            </p:nvSpPr>
            <p:spPr>
              <a:xfrm>
                <a:off x="5676346" y="3623512"/>
                <a:ext cx="96883" cy="88611"/>
              </a:xfrm>
              <a:prstGeom prst="flowChartConnector">
                <a:avLst/>
              </a:prstGeom>
              <a:noFill/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500" dirty="0">
                  <a:solidFill>
                    <a:sysClr val="windowText" lastClr="000000"/>
                  </a:solidFill>
                </a:endParaRPr>
              </a:p>
            </p:txBody>
          </p:sp>
          <p:cxnSp>
            <p:nvCxnSpPr>
              <p:cNvPr id="958" name="直接箭头连接符 957">
                <a:extLst>
                  <a:ext uri="{FF2B5EF4-FFF2-40B4-BE49-F238E27FC236}">
                    <a16:creationId xmlns:a16="http://schemas.microsoft.com/office/drawing/2014/main" id="{428BE267-E236-F160-E1E0-E23A2DB1A5A2}"/>
                  </a:ext>
                </a:extLst>
              </p:cNvPr>
              <p:cNvCxnSpPr>
                <a:cxnSpLocks/>
                <a:stCxn id="954" idx="6"/>
                <a:endCxn id="957" idx="2"/>
              </p:cNvCxnSpPr>
              <p:nvPr/>
            </p:nvCxnSpPr>
            <p:spPr>
              <a:xfrm>
                <a:off x="5533171" y="3549877"/>
                <a:ext cx="143175" cy="117941"/>
              </a:xfrm>
              <a:prstGeom prst="straightConnector1">
                <a:avLst/>
              </a:prstGeom>
              <a:ln w="12700">
                <a:tailEnd type="triangle" w="sm" len="sm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59" name="直接箭头连接符 958">
                <a:extLst>
                  <a:ext uri="{FF2B5EF4-FFF2-40B4-BE49-F238E27FC236}">
                    <a16:creationId xmlns:a16="http://schemas.microsoft.com/office/drawing/2014/main" id="{BB0168F8-4653-0BEF-0658-BE386BF8550F}"/>
                  </a:ext>
                </a:extLst>
              </p:cNvPr>
              <p:cNvCxnSpPr>
                <a:cxnSpLocks/>
                <a:stCxn id="955" idx="6"/>
                <a:endCxn id="957" idx="2"/>
              </p:cNvCxnSpPr>
              <p:nvPr/>
            </p:nvCxnSpPr>
            <p:spPr>
              <a:xfrm>
                <a:off x="5533171" y="3667818"/>
                <a:ext cx="143175" cy="0"/>
              </a:xfrm>
              <a:prstGeom prst="straightConnector1">
                <a:avLst/>
              </a:prstGeom>
              <a:ln w="12700">
                <a:tailEnd type="triangle" w="sm" len="sm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91" name="直接箭头连接符 590">
                <a:extLst>
                  <a:ext uri="{FF2B5EF4-FFF2-40B4-BE49-F238E27FC236}">
                    <a16:creationId xmlns:a16="http://schemas.microsoft.com/office/drawing/2014/main" id="{2293BBB7-B187-B99B-F16B-5BCF59A35116}"/>
                  </a:ext>
                </a:extLst>
              </p:cNvPr>
              <p:cNvCxnSpPr>
                <a:cxnSpLocks/>
                <a:stCxn id="956" idx="6"/>
                <a:endCxn id="957" idx="2"/>
              </p:cNvCxnSpPr>
              <p:nvPr/>
            </p:nvCxnSpPr>
            <p:spPr>
              <a:xfrm flipV="1">
                <a:off x="5533170" y="3667818"/>
                <a:ext cx="143176" cy="115218"/>
              </a:xfrm>
              <a:prstGeom prst="straightConnector1">
                <a:avLst/>
              </a:prstGeom>
              <a:ln w="12700">
                <a:tailEnd type="triangle" w="sm" len="sm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953" name="矩形: 圆角 952">
              <a:extLst>
                <a:ext uri="{FF2B5EF4-FFF2-40B4-BE49-F238E27FC236}">
                  <a16:creationId xmlns:a16="http://schemas.microsoft.com/office/drawing/2014/main" id="{005CC2A4-3AC6-92D0-8491-ED17CE3C584B}"/>
                </a:ext>
              </a:extLst>
            </p:cNvPr>
            <p:cNvSpPr/>
            <p:nvPr/>
          </p:nvSpPr>
          <p:spPr>
            <a:xfrm>
              <a:off x="4842156" y="3773497"/>
              <a:ext cx="393114" cy="343893"/>
            </a:xfrm>
            <a:prstGeom prst="roundRect">
              <a:avLst>
                <a:gd name="adj" fmla="val 31589"/>
              </a:avLst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593" name="椭圆 592">
            <a:extLst>
              <a:ext uri="{FF2B5EF4-FFF2-40B4-BE49-F238E27FC236}">
                <a16:creationId xmlns:a16="http://schemas.microsoft.com/office/drawing/2014/main" id="{71D04AB9-B73E-5324-6191-7A6D0120FF8F}"/>
              </a:ext>
            </a:extLst>
          </p:cNvPr>
          <p:cNvSpPr/>
          <p:nvPr/>
        </p:nvSpPr>
        <p:spPr>
          <a:xfrm>
            <a:off x="5750164" y="2247480"/>
            <a:ext cx="660724" cy="44573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595" name="组合 594">
            <a:extLst>
              <a:ext uri="{FF2B5EF4-FFF2-40B4-BE49-F238E27FC236}">
                <a16:creationId xmlns:a16="http://schemas.microsoft.com/office/drawing/2014/main" id="{9FC51C82-3821-42E6-8D8D-809604E65E0B}"/>
              </a:ext>
            </a:extLst>
          </p:cNvPr>
          <p:cNvGrpSpPr/>
          <p:nvPr/>
        </p:nvGrpSpPr>
        <p:grpSpPr>
          <a:xfrm>
            <a:off x="6658518" y="2249670"/>
            <a:ext cx="734881" cy="457486"/>
            <a:chOff x="3262267" y="3927547"/>
            <a:chExt cx="599802" cy="343893"/>
          </a:xfrm>
        </p:grpSpPr>
        <p:sp>
          <p:nvSpPr>
            <p:cNvPr id="596" name="矩形: 圆角 595">
              <a:extLst>
                <a:ext uri="{FF2B5EF4-FFF2-40B4-BE49-F238E27FC236}">
                  <a16:creationId xmlns:a16="http://schemas.microsoft.com/office/drawing/2014/main" id="{16F99BF4-1C95-CD83-7EAB-9E8A6423AF3A}"/>
                </a:ext>
              </a:extLst>
            </p:cNvPr>
            <p:cNvSpPr/>
            <p:nvPr/>
          </p:nvSpPr>
          <p:spPr>
            <a:xfrm>
              <a:off x="3337478" y="3927547"/>
              <a:ext cx="393114" cy="343893"/>
            </a:xfrm>
            <a:prstGeom prst="roundRect">
              <a:avLst>
                <a:gd name="adj" fmla="val 31589"/>
              </a:avLst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8" name="矩形 627">
                  <a:extLst>
                    <a:ext uri="{FF2B5EF4-FFF2-40B4-BE49-F238E27FC236}">
                      <a16:creationId xmlns:a16="http://schemas.microsoft.com/office/drawing/2014/main" id="{AEFC0BF3-2086-2A8B-C8F7-4A98B8CB03D2}"/>
                    </a:ext>
                  </a:extLst>
                </p:cNvPr>
                <p:cNvSpPr/>
                <p:nvPr/>
              </p:nvSpPr>
              <p:spPr>
                <a:xfrm>
                  <a:off x="3262267" y="3956287"/>
                  <a:ext cx="599802" cy="27762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dirty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altLang="zh-CN" i="1" dirty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𝑊</m:t>
                            </m:r>
                          </m:sub>
                        </m:s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()</m:t>
                        </m:r>
                      </m:oMath>
                    </m:oMathPara>
                  </a14:m>
                  <a:endParaRPr lang="zh-CN" altLang="en-US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727" name="矩形 726">
                  <a:extLst>
                    <a:ext uri="{FF2B5EF4-FFF2-40B4-BE49-F238E27FC236}">
                      <a16:creationId xmlns:a16="http://schemas.microsoft.com/office/drawing/2014/main" id="{C93EC40D-74C7-130C-25BA-67268259231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62267" y="3956287"/>
                  <a:ext cx="599802" cy="277627"/>
                </a:xfrm>
                <a:prstGeom prst="rect">
                  <a:avLst/>
                </a:prstGeom>
                <a:blipFill>
                  <a:blip r:embed="rId8"/>
                  <a:stretch>
                    <a:fillRect b="-1475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631" name="椭圆 630">
            <a:extLst>
              <a:ext uri="{FF2B5EF4-FFF2-40B4-BE49-F238E27FC236}">
                <a16:creationId xmlns:a16="http://schemas.microsoft.com/office/drawing/2014/main" id="{AF060704-C7F1-8D1C-4B1A-F76477ED719A}"/>
              </a:ext>
            </a:extLst>
          </p:cNvPr>
          <p:cNvSpPr/>
          <p:nvPr/>
        </p:nvSpPr>
        <p:spPr>
          <a:xfrm>
            <a:off x="7565590" y="2255817"/>
            <a:ext cx="660722" cy="44573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633" name="组合 632">
            <a:extLst>
              <a:ext uri="{FF2B5EF4-FFF2-40B4-BE49-F238E27FC236}">
                <a16:creationId xmlns:a16="http://schemas.microsoft.com/office/drawing/2014/main" id="{AFECA9DB-73BA-EFB6-9994-2CEFAB1500CE}"/>
              </a:ext>
            </a:extLst>
          </p:cNvPr>
          <p:cNvGrpSpPr/>
          <p:nvPr/>
        </p:nvGrpSpPr>
        <p:grpSpPr>
          <a:xfrm>
            <a:off x="8553784" y="2252174"/>
            <a:ext cx="481646" cy="457486"/>
            <a:chOff x="4842156" y="3773497"/>
            <a:chExt cx="393114" cy="343893"/>
          </a:xfrm>
        </p:grpSpPr>
        <p:grpSp>
          <p:nvGrpSpPr>
            <p:cNvPr id="634" name="组合 633">
              <a:extLst>
                <a:ext uri="{FF2B5EF4-FFF2-40B4-BE49-F238E27FC236}">
                  <a16:creationId xmlns:a16="http://schemas.microsoft.com/office/drawing/2014/main" id="{D60DB2A4-2836-3205-7C2D-758AE6ECDD20}"/>
                </a:ext>
              </a:extLst>
            </p:cNvPr>
            <p:cNvGrpSpPr/>
            <p:nvPr/>
          </p:nvGrpSpPr>
          <p:grpSpPr>
            <a:xfrm>
              <a:off x="4937067" y="3821336"/>
              <a:ext cx="261952" cy="260359"/>
              <a:chOff x="5436287" y="3505571"/>
              <a:chExt cx="336942" cy="321770"/>
            </a:xfrm>
          </p:grpSpPr>
          <p:sp>
            <p:nvSpPr>
              <p:cNvPr id="636" name="流程图: 接点 635">
                <a:extLst>
                  <a:ext uri="{FF2B5EF4-FFF2-40B4-BE49-F238E27FC236}">
                    <a16:creationId xmlns:a16="http://schemas.microsoft.com/office/drawing/2014/main" id="{A0D79A93-37FD-B8BF-F952-5AD3D4BC84DC}"/>
                  </a:ext>
                </a:extLst>
              </p:cNvPr>
              <p:cNvSpPr/>
              <p:nvPr/>
            </p:nvSpPr>
            <p:spPr>
              <a:xfrm>
                <a:off x="5436288" y="3505571"/>
                <a:ext cx="96883" cy="88611"/>
              </a:xfrm>
              <a:prstGeom prst="flowChartConnector">
                <a:avLst/>
              </a:prstGeom>
              <a:noFill/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500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637" name="流程图: 接点 636">
                <a:extLst>
                  <a:ext uri="{FF2B5EF4-FFF2-40B4-BE49-F238E27FC236}">
                    <a16:creationId xmlns:a16="http://schemas.microsoft.com/office/drawing/2014/main" id="{168BF05F-5639-D16A-388A-CCC459FF5449}"/>
                  </a:ext>
                </a:extLst>
              </p:cNvPr>
              <p:cNvSpPr/>
              <p:nvPr/>
            </p:nvSpPr>
            <p:spPr>
              <a:xfrm>
                <a:off x="5436288" y="3623512"/>
                <a:ext cx="96883" cy="88611"/>
              </a:xfrm>
              <a:prstGeom prst="flowChartConnector">
                <a:avLst/>
              </a:prstGeom>
              <a:noFill/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500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638" name="流程图: 接点 637">
                <a:extLst>
                  <a:ext uri="{FF2B5EF4-FFF2-40B4-BE49-F238E27FC236}">
                    <a16:creationId xmlns:a16="http://schemas.microsoft.com/office/drawing/2014/main" id="{5B1BD912-022A-F8DF-538D-CC6C8131FCDA}"/>
                  </a:ext>
                </a:extLst>
              </p:cNvPr>
              <p:cNvSpPr/>
              <p:nvPr/>
            </p:nvSpPr>
            <p:spPr>
              <a:xfrm>
                <a:off x="5436287" y="3738730"/>
                <a:ext cx="96883" cy="88611"/>
              </a:xfrm>
              <a:prstGeom prst="flowChartConnector">
                <a:avLst/>
              </a:prstGeom>
              <a:noFill/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500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639" name="流程图: 接点 638">
                <a:extLst>
                  <a:ext uri="{FF2B5EF4-FFF2-40B4-BE49-F238E27FC236}">
                    <a16:creationId xmlns:a16="http://schemas.microsoft.com/office/drawing/2014/main" id="{7F73837D-B587-CD5F-2A9B-FFFB45E37C1A}"/>
                  </a:ext>
                </a:extLst>
              </p:cNvPr>
              <p:cNvSpPr/>
              <p:nvPr/>
            </p:nvSpPr>
            <p:spPr>
              <a:xfrm>
                <a:off x="5676346" y="3623512"/>
                <a:ext cx="96883" cy="88611"/>
              </a:xfrm>
              <a:prstGeom prst="flowChartConnector">
                <a:avLst/>
              </a:prstGeom>
              <a:noFill/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500" dirty="0">
                  <a:solidFill>
                    <a:sysClr val="windowText" lastClr="000000"/>
                  </a:solidFill>
                </a:endParaRPr>
              </a:p>
            </p:txBody>
          </p:sp>
          <p:cxnSp>
            <p:nvCxnSpPr>
              <p:cNvPr id="640" name="直接箭头连接符 639">
                <a:extLst>
                  <a:ext uri="{FF2B5EF4-FFF2-40B4-BE49-F238E27FC236}">
                    <a16:creationId xmlns:a16="http://schemas.microsoft.com/office/drawing/2014/main" id="{363F39EE-AB2F-412F-D228-04E8AA6A7E7C}"/>
                  </a:ext>
                </a:extLst>
              </p:cNvPr>
              <p:cNvCxnSpPr>
                <a:cxnSpLocks/>
                <a:stCxn id="636" idx="6"/>
                <a:endCxn id="639" idx="2"/>
              </p:cNvCxnSpPr>
              <p:nvPr/>
            </p:nvCxnSpPr>
            <p:spPr>
              <a:xfrm>
                <a:off x="5533171" y="3549877"/>
                <a:ext cx="143175" cy="117941"/>
              </a:xfrm>
              <a:prstGeom prst="straightConnector1">
                <a:avLst/>
              </a:prstGeom>
              <a:ln w="12700">
                <a:tailEnd type="triangle" w="sm" len="sm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41" name="直接箭头连接符 640">
                <a:extLst>
                  <a:ext uri="{FF2B5EF4-FFF2-40B4-BE49-F238E27FC236}">
                    <a16:creationId xmlns:a16="http://schemas.microsoft.com/office/drawing/2014/main" id="{9829A5DC-26F2-D341-A7E6-08B461D1E4EC}"/>
                  </a:ext>
                </a:extLst>
              </p:cNvPr>
              <p:cNvCxnSpPr>
                <a:cxnSpLocks/>
                <a:stCxn id="637" idx="6"/>
                <a:endCxn id="639" idx="2"/>
              </p:cNvCxnSpPr>
              <p:nvPr/>
            </p:nvCxnSpPr>
            <p:spPr>
              <a:xfrm>
                <a:off x="5533171" y="3667818"/>
                <a:ext cx="143175" cy="0"/>
              </a:xfrm>
              <a:prstGeom prst="straightConnector1">
                <a:avLst/>
              </a:prstGeom>
              <a:ln w="12700">
                <a:tailEnd type="triangle" w="sm" len="sm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42" name="直接箭头连接符 641">
                <a:extLst>
                  <a:ext uri="{FF2B5EF4-FFF2-40B4-BE49-F238E27FC236}">
                    <a16:creationId xmlns:a16="http://schemas.microsoft.com/office/drawing/2014/main" id="{43CB39C9-DE06-93DF-60DD-F7DE9CEF12AE}"/>
                  </a:ext>
                </a:extLst>
              </p:cNvPr>
              <p:cNvCxnSpPr>
                <a:cxnSpLocks/>
                <a:stCxn id="638" idx="6"/>
                <a:endCxn id="639" idx="2"/>
              </p:cNvCxnSpPr>
              <p:nvPr/>
            </p:nvCxnSpPr>
            <p:spPr>
              <a:xfrm flipV="1">
                <a:off x="5533170" y="3667818"/>
                <a:ext cx="143176" cy="115218"/>
              </a:xfrm>
              <a:prstGeom prst="straightConnector1">
                <a:avLst/>
              </a:prstGeom>
              <a:ln w="12700">
                <a:tailEnd type="triangle" w="sm" len="sm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635" name="矩形: 圆角 634">
              <a:extLst>
                <a:ext uri="{FF2B5EF4-FFF2-40B4-BE49-F238E27FC236}">
                  <a16:creationId xmlns:a16="http://schemas.microsoft.com/office/drawing/2014/main" id="{9316CFCA-7977-2493-4590-83ABF7952FB7}"/>
                </a:ext>
              </a:extLst>
            </p:cNvPr>
            <p:cNvSpPr/>
            <p:nvPr/>
          </p:nvSpPr>
          <p:spPr>
            <a:xfrm>
              <a:off x="4842156" y="3773497"/>
              <a:ext cx="393114" cy="343893"/>
            </a:xfrm>
            <a:prstGeom prst="roundRect">
              <a:avLst>
                <a:gd name="adj" fmla="val 31589"/>
              </a:avLst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658" name="椭圆 657">
            <a:extLst>
              <a:ext uri="{FF2B5EF4-FFF2-40B4-BE49-F238E27FC236}">
                <a16:creationId xmlns:a16="http://schemas.microsoft.com/office/drawing/2014/main" id="{0313ED1B-D6DC-96A2-9B12-D7B3528CA3D6}"/>
              </a:ext>
            </a:extLst>
          </p:cNvPr>
          <p:cNvSpPr/>
          <p:nvPr/>
        </p:nvSpPr>
        <p:spPr>
          <a:xfrm>
            <a:off x="9367511" y="2260866"/>
            <a:ext cx="660724" cy="44573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88" name="矩形 687">
            <a:extLst>
              <a:ext uri="{FF2B5EF4-FFF2-40B4-BE49-F238E27FC236}">
                <a16:creationId xmlns:a16="http://schemas.microsoft.com/office/drawing/2014/main" id="{771B9DCA-8E62-7E7A-443B-5301EB34126E}"/>
              </a:ext>
            </a:extLst>
          </p:cNvPr>
          <p:cNvSpPr/>
          <p:nvPr/>
        </p:nvSpPr>
        <p:spPr>
          <a:xfrm>
            <a:off x="7697258" y="1444382"/>
            <a:ext cx="852774" cy="3684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200" dirty="0">
                <a:latin typeface="Arial" panose="020B0604020202020204" pitchFamily="34" charset="0"/>
                <a:cs typeface="Arial" panose="020B0604020202020204" pitchFamily="34" charset="0"/>
              </a:rPr>
              <a:t>Layer 2</a:t>
            </a:r>
            <a:endParaRPr lang="zh-CN" alt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89" name="直接箭头连接符 688">
            <a:extLst>
              <a:ext uri="{FF2B5EF4-FFF2-40B4-BE49-F238E27FC236}">
                <a16:creationId xmlns:a16="http://schemas.microsoft.com/office/drawing/2014/main" id="{CE2B0B79-8453-7E79-C90B-AFE03C8B1F73}"/>
              </a:ext>
            </a:extLst>
          </p:cNvPr>
          <p:cNvCxnSpPr>
            <a:cxnSpLocks/>
            <a:stCxn id="942" idx="6"/>
            <a:endCxn id="939" idx="1"/>
          </p:cNvCxnSpPr>
          <p:nvPr/>
        </p:nvCxnSpPr>
        <p:spPr>
          <a:xfrm>
            <a:off x="2805827" y="2464946"/>
            <a:ext cx="327498" cy="82"/>
          </a:xfrm>
          <a:prstGeom prst="straightConnector1">
            <a:avLst/>
          </a:prstGeom>
          <a:ln w="19050"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90" name="直接箭头连接符 689">
            <a:extLst>
              <a:ext uri="{FF2B5EF4-FFF2-40B4-BE49-F238E27FC236}">
                <a16:creationId xmlns:a16="http://schemas.microsoft.com/office/drawing/2014/main" id="{3D9F5547-9B67-71D1-C0DD-6152FF23CB9B}"/>
              </a:ext>
            </a:extLst>
          </p:cNvPr>
          <p:cNvCxnSpPr>
            <a:cxnSpLocks/>
            <a:stCxn id="949" idx="6"/>
            <a:endCxn id="953" idx="1"/>
          </p:cNvCxnSpPr>
          <p:nvPr/>
        </p:nvCxnSpPr>
        <p:spPr>
          <a:xfrm>
            <a:off x="4608974" y="2465308"/>
            <a:ext cx="327462" cy="2224"/>
          </a:xfrm>
          <a:prstGeom prst="straightConnector1">
            <a:avLst/>
          </a:prstGeom>
          <a:ln w="19050"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95" name="直接箭头连接符 694">
            <a:extLst>
              <a:ext uri="{FF2B5EF4-FFF2-40B4-BE49-F238E27FC236}">
                <a16:creationId xmlns:a16="http://schemas.microsoft.com/office/drawing/2014/main" id="{602CDC0C-FD33-219A-3FAC-0D449DB8FA24}"/>
              </a:ext>
            </a:extLst>
          </p:cNvPr>
          <p:cNvCxnSpPr>
            <a:cxnSpLocks/>
            <a:stCxn id="947" idx="1"/>
          </p:cNvCxnSpPr>
          <p:nvPr/>
        </p:nvCxnSpPr>
        <p:spPr>
          <a:xfrm flipH="1">
            <a:off x="2194750" y="1635381"/>
            <a:ext cx="1569467" cy="0"/>
          </a:xfrm>
          <a:prstGeom prst="straightConnector1">
            <a:avLst/>
          </a:prstGeom>
          <a:ln w="19050"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97" name="直接箭头连接符 696">
            <a:extLst>
              <a:ext uri="{FF2B5EF4-FFF2-40B4-BE49-F238E27FC236}">
                <a16:creationId xmlns:a16="http://schemas.microsoft.com/office/drawing/2014/main" id="{53241C87-5BAC-604A-A6BA-ADD40D8A312E}"/>
              </a:ext>
            </a:extLst>
          </p:cNvPr>
          <p:cNvCxnSpPr>
            <a:cxnSpLocks/>
            <a:stCxn id="947" idx="3"/>
          </p:cNvCxnSpPr>
          <p:nvPr/>
        </p:nvCxnSpPr>
        <p:spPr>
          <a:xfrm>
            <a:off x="4616991" y="1635381"/>
            <a:ext cx="1448335" cy="0"/>
          </a:xfrm>
          <a:prstGeom prst="straightConnector1">
            <a:avLst/>
          </a:prstGeom>
          <a:ln w="19050"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98" name="直接箭头连接符 697">
            <a:extLst>
              <a:ext uri="{FF2B5EF4-FFF2-40B4-BE49-F238E27FC236}">
                <a16:creationId xmlns:a16="http://schemas.microsoft.com/office/drawing/2014/main" id="{2235710B-E4A4-5B15-B829-8BF511436A42}"/>
              </a:ext>
            </a:extLst>
          </p:cNvPr>
          <p:cNvCxnSpPr>
            <a:cxnSpLocks/>
            <a:stCxn id="939" idx="3"/>
            <a:endCxn id="949" idx="2"/>
          </p:cNvCxnSpPr>
          <p:nvPr/>
        </p:nvCxnSpPr>
        <p:spPr>
          <a:xfrm>
            <a:off x="3614971" y="2465028"/>
            <a:ext cx="333280" cy="279"/>
          </a:xfrm>
          <a:prstGeom prst="straightConnector1">
            <a:avLst/>
          </a:prstGeom>
          <a:ln w="19050"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99" name="直接箭头连接符 698">
            <a:extLst>
              <a:ext uri="{FF2B5EF4-FFF2-40B4-BE49-F238E27FC236}">
                <a16:creationId xmlns:a16="http://schemas.microsoft.com/office/drawing/2014/main" id="{32B78F36-B604-C7A3-518C-26E499D54BB1}"/>
              </a:ext>
            </a:extLst>
          </p:cNvPr>
          <p:cNvCxnSpPr>
            <a:cxnSpLocks/>
            <a:stCxn id="953" idx="3"/>
            <a:endCxn id="593" idx="2"/>
          </p:cNvCxnSpPr>
          <p:nvPr/>
        </p:nvCxnSpPr>
        <p:spPr>
          <a:xfrm>
            <a:off x="5418083" y="2467532"/>
            <a:ext cx="332075" cy="2818"/>
          </a:xfrm>
          <a:prstGeom prst="straightConnector1">
            <a:avLst/>
          </a:prstGeom>
          <a:ln w="19050"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00" name="直接箭头连接符 699">
            <a:extLst>
              <a:ext uri="{FF2B5EF4-FFF2-40B4-BE49-F238E27FC236}">
                <a16:creationId xmlns:a16="http://schemas.microsoft.com/office/drawing/2014/main" id="{D8873C8D-72C9-DC8E-9929-0D8AC5C42C6C}"/>
              </a:ext>
            </a:extLst>
          </p:cNvPr>
          <p:cNvCxnSpPr>
            <a:cxnSpLocks/>
            <a:stCxn id="631" idx="6"/>
            <a:endCxn id="635" idx="1"/>
          </p:cNvCxnSpPr>
          <p:nvPr/>
        </p:nvCxnSpPr>
        <p:spPr>
          <a:xfrm>
            <a:off x="8226322" y="2478693"/>
            <a:ext cx="327462" cy="2224"/>
          </a:xfrm>
          <a:prstGeom prst="straightConnector1">
            <a:avLst/>
          </a:prstGeom>
          <a:ln w="19050"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01" name="直接箭头连接符 700">
            <a:extLst>
              <a:ext uri="{FF2B5EF4-FFF2-40B4-BE49-F238E27FC236}">
                <a16:creationId xmlns:a16="http://schemas.microsoft.com/office/drawing/2014/main" id="{BE62346D-C77A-5CF6-8C08-48378F9293B1}"/>
              </a:ext>
            </a:extLst>
          </p:cNvPr>
          <p:cNvCxnSpPr>
            <a:cxnSpLocks/>
            <a:stCxn id="596" idx="3"/>
            <a:endCxn id="631" idx="2"/>
          </p:cNvCxnSpPr>
          <p:nvPr/>
        </p:nvCxnSpPr>
        <p:spPr>
          <a:xfrm>
            <a:off x="7232318" y="2478414"/>
            <a:ext cx="333280" cy="279"/>
          </a:xfrm>
          <a:prstGeom prst="straightConnector1">
            <a:avLst/>
          </a:prstGeom>
          <a:ln w="19050"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02" name="直接箭头连接符 701">
            <a:extLst>
              <a:ext uri="{FF2B5EF4-FFF2-40B4-BE49-F238E27FC236}">
                <a16:creationId xmlns:a16="http://schemas.microsoft.com/office/drawing/2014/main" id="{0F7D6FF3-DE41-F429-EACE-1AFE8E7E7C2F}"/>
              </a:ext>
            </a:extLst>
          </p:cNvPr>
          <p:cNvCxnSpPr>
            <a:cxnSpLocks/>
            <a:stCxn id="635" idx="3"/>
            <a:endCxn id="658" idx="2"/>
          </p:cNvCxnSpPr>
          <p:nvPr/>
        </p:nvCxnSpPr>
        <p:spPr>
          <a:xfrm>
            <a:off x="9035430" y="2480918"/>
            <a:ext cx="332075" cy="2818"/>
          </a:xfrm>
          <a:prstGeom prst="straightConnector1">
            <a:avLst/>
          </a:prstGeom>
          <a:ln w="19050"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03" name="直接箭头连接符 702">
            <a:extLst>
              <a:ext uri="{FF2B5EF4-FFF2-40B4-BE49-F238E27FC236}">
                <a16:creationId xmlns:a16="http://schemas.microsoft.com/office/drawing/2014/main" id="{DB5F739F-3C0B-48C9-78BE-C53228032CBE}"/>
              </a:ext>
            </a:extLst>
          </p:cNvPr>
          <p:cNvCxnSpPr>
            <a:cxnSpLocks/>
            <a:stCxn id="593" idx="6"/>
            <a:endCxn id="596" idx="1"/>
          </p:cNvCxnSpPr>
          <p:nvPr/>
        </p:nvCxnSpPr>
        <p:spPr>
          <a:xfrm>
            <a:off x="6410882" y="2470350"/>
            <a:ext cx="339790" cy="8064"/>
          </a:xfrm>
          <a:prstGeom prst="straightConnector1">
            <a:avLst/>
          </a:prstGeom>
          <a:ln w="19050"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18" name="直接箭头连接符 717">
            <a:extLst>
              <a:ext uri="{FF2B5EF4-FFF2-40B4-BE49-F238E27FC236}">
                <a16:creationId xmlns:a16="http://schemas.microsoft.com/office/drawing/2014/main" id="{297DAA03-5651-4DBC-5ABE-85F6A453FF91}"/>
              </a:ext>
            </a:extLst>
          </p:cNvPr>
          <p:cNvCxnSpPr>
            <a:cxnSpLocks/>
            <a:stCxn id="688" idx="1"/>
          </p:cNvCxnSpPr>
          <p:nvPr/>
        </p:nvCxnSpPr>
        <p:spPr>
          <a:xfrm flipH="1">
            <a:off x="6127790" y="1628631"/>
            <a:ext cx="1569467" cy="0"/>
          </a:xfrm>
          <a:prstGeom prst="straightConnector1">
            <a:avLst/>
          </a:prstGeom>
          <a:ln w="19050"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19" name="直接箭头连接符 718">
            <a:extLst>
              <a:ext uri="{FF2B5EF4-FFF2-40B4-BE49-F238E27FC236}">
                <a16:creationId xmlns:a16="http://schemas.microsoft.com/office/drawing/2014/main" id="{7543D4AF-2919-D2AE-929C-1B8EEE95B49B}"/>
              </a:ext>
            </a:extLst>
          </p:cNvPr>
          <p:cNvCxnSpPr>
            <a:cxnSpLocks/>
            <a:stCxn id="688" idx="3"/>
          </p:cNvCxnSpPr>
          <p:nvPr/>
        </p:nvCxnSpPr>
        <p:spPr>
          <a:xfrm>
            <a:off x="8550031" y="1628631"/>
            <a:ext cx="1448335" cy="0"/>
          </a:xfrm>
          <a:prstGeom prst="straightConnector1">
            <a:avLst/>
          </a:prstGeom>
          <a:ln w="19050"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23" name="文本框 722">
                <a:extLst>
                  <a:ext uri="{FF2B5EF4-FFF2-40B4-BE49-F238E27FC236}">
                    <a16:creationId xmlns:a16="http://schemas.microsoft.com/office/drawing/2014/main" id="{5025BB57-FAAF-4B61-7BB9-29663CE28B41}"/>
                  </a:ext>
                </a:extLst>
              </p:cNvPr>
              <p:cNvSpPr txBox="1"/>
              <p:nvPr/>
            </p:nvSpPr>
            <p:spPr>
              <a:xfrm>
                <a:off x="3774833" y="2231552"/>
                <a:ext cx="1071288" cy="461665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1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altLang="zh-CN" sz="2400" b="1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𝑿</m:t>
                          </m:r>
                        </m:e>
                        <m:sub>
                          <m:r>
                            <a:rPr lang="en-US" altLang="zh-CN" sz="2400" b="1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zh-CN" altLang="en-US" sz="2400" b="1" dirty="0">
                  <a:solidFill>
                    <a:schemeClr val="accent6"/>
                  </a:solidFill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723" name="文本框 722">
                <a:extLst>
                  <a:ext uri="{FF2B5EF4-FFF2-40B4-BE49-F238E27FC236}">
                    <a16:creationId xmlns:a16="http://schemas.microsoft.com/office/drawing/2014/main" id="{5025BB57-FAAF-4B61-7BB9-29663CE28B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4833" y="2231552"/>
                <a:ext cx="1071288" cy="461665"/>
              </a:xfrm>
              <a:prstGeom prst="rect">
                <a:avLst/>
              </a:prstGeom>
              <a:blipFill>
                <a:blip r:embed="rId9"/>
                <a:stretch>
                  <a:fillRect b="-2632"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1" name="文本框 730">
                <a:extLst>
                  <a:ext uri="{FF2B5EF4-FFF2-40B4-BE49-F238E27FC236}">
                    <a16:creationId xmlns:a16="http://schemas.microsoft.com/office/drawing/2014/main" id="{B267F1F4-1244-17C0-277E-74E9C8D7AEB9}"/>
                  </a:ext>
                </a:extLst>
              </p:cNvPr>
              <p:cNvSpPr txBox="1"/>
              <p:nvPr/>
            </p:nvSpPr>
            <p:spPr>
              <a:xfrm>
                <a:off x="5562214" y="2221549"/>
                <a:ext cx="1071288" cy="461665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1" i="1" dirty="0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altLang="zh-CN" sz="2400" b="1" i="1" dirty="0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𝑯</m:t>
                          </m:r>
                        </m:e>
                        <m:sub>
                          <m:r>
                            <a:rPr lang="en-US" altLang="zh-CN" sz="2400" b="1" i="1" dirty="0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zh-CN" altLang="en-US" sz="2400" b="1" dirty="0">
                  <a:solidFill>
                    <a:schemeClr val="accent5"/>
                  </a:solidFill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731" name="文本框 730">
                <a:extLst>
                  <a:ext uri="{FF2B5EF4-FFF2-40B4-BE49-F238E27FC236}">
                    <a16:creationId xmlns:a16="http://schemas.microsoft.com/office/drawing/2014/main" id="{B267F1F4-1244-17C0-277E-74E9C8D7AE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2214" y="2221549"/>
                <a:ext cx="1071288" cy="461665"/>
              </a:xfrm>
              <a:prstGeom prst="rect">
                <a:avLst/>
              </a:prstGeom>
              <a:blipFill>
                <a:blip r:embed="rId10"/>
                <a:stretch>
                  <a:fillRect b="-2632"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2" name="文本框 731">
                <a:extLst>
                  <a:ext uri="{FF2B5EF4-FFF2-40B4-BE49-F238E27FC236}">
                    <a16:creationId xmlns:a16="http://schemas.microsoft.com/office/drawing/2014/main" id="{CCE7606F-93DA-0F8E-2985-B287AA770876}"/>
                  </a:ext>
                </a:extLst>
              </p:cNvPr>
              <p:cNvSpPr txBox="1"/>
              <p:nvPr/>
            </p:nvSpPr>
            <p:spPr>
              <a:xfrm>
                <a:off x="7403462" y="2238788"/>
                <a:ext cx="1071288" cy="461665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1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altLang="zh-CN" sz="2400" b="1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𝑿</m:t>
                          </m:r>
                        </m:e>
                        <m:sub>
                          <m:r>
                            <a:rPr lang="en-US" altLang="zh-CN" sz="2400" b="1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zh-CN" altLang="en-US" sz="2400" b="1" dirty="0">
                  <a:solidFill>
                    <a:schemeClr val="accent6"/>
                  </a:solidFill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732" name="文本框 731">
                <a:extLst>
                  <a:ext uri="{FF2B5EF4-FFF2-40B4-BE49-F238E27FC236}">
                    <a16:creationId xmlns:a16="http://schemas.microsoft.com/office/drawing/2014/main" id="{CCE7606F-93DA-0F8E-2985-B287AA7708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03462" y="2238788"/>
                <a:ext cx="1071288" cy="461665"/>
              </a:xfrm>
              <a:prstGeom prst="rect">
                <a:avLst/>
              </a:prstGeom>
              <a:blipFill>
                <a:blip r:embed="rId11"/>
                <a:stretch>
                  <a:fillRect b="-2632"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3" name="文本框 732">
                <a:extLst>
                  <a:ext uri="{FF2B5EF4-FFF2-40B4-BE49-F238E27FC236}">
                    <a16:creationId xmlns:a16="http://schemas.microsoft.com/office/drawing/2014/main" id="{38625109-3FFF-3160-5BF0-3E232EF17847}"/>
                  </a:ext>
                </a:extLst>
              </p:cNvPr>
              <p:cNvSpPr txBox="1"/>
              <p:nvPr/>
            </p:nvSpPr>
            <p:spPr>
              <a:xfrm>
                <a:off x="9179561" y="2243549"/>
                <a:ext cx="1071288" cy="461665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1" i="1" dirty="0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altLang="zh-CN" sz="2400" b="1" i="1" dirty="0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𝑯</m:t>
                          </m:r>
                        </m:e>
                        <m:sub>
                          <m:r>
                            <a:rPr lang="en-US" altLang="zh-CN" sz="2400" b="1" i="1" dirty="0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zh-CN" altLang="en-US" sz="2400" b="1" dirty="0">
                  <a:solidFill>
                    <a:schemeClr val="accent5"/>
                  </a:solidFill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733" name="文本框 732">
                <a:extLst>
                  <a:ext uri="{FF2B5EF4-FFF2-40B4-BE49-F238E27FC236}">
                    <a16:creationId xmlns:a16="http://schemas.microsoft.com/office/drawing/2014/main" id="{38625109-3FFF-3160-5BF0-3E232EF178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79561" y="2243549"/>
                <a:ext cx="1071288" cy="461665"/>
              </a:xfrm>
              <a:prstGeom prst="rect">
                <a:avLst/>
              </a:prstGeom>
              <a:blipFill>
                <a:blip r:embed="rId12"/>
                <a:stretch>
                  <a:fillRect b="-2632"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34" name="组合 733">
            <a:extLst>
              <a:ext uri="{FF2B5EF4-FFF2-40B4-BE49-F238E27FC236}">
                <a16:creationId xmlns:a16="http://schemas.microsoft.com/office/drawing/2014/main" id="{07DE8C35-A87C-E22C-485E-A926497315A0}"/>
              </a:ext>
            </a:extLst>
          </p:cNvPr>
          <p:cNvGrpSpPr/>
          <p:nvPr/>
        </p:nvGrpSpPr>
        <p:grpSpPr>
          <a:xfrm>
            <a:off x="8114701" y="6002924"/>
            <a:ext cx="621640" cy="735125"/>
            <a:chOff x="5766806" y="6445933"/>
            <a:chExt cx="621640" cy="735125"/>
          </a:xfrm>
        </p:grpSpPr>
        <p:sp>
          <p:nvSpPr>
            <p:cNvPr id="735" name="矩形 1174">
              <a:extLst>
                <a:ext uri="{FF2B5EF4-FFF2-40B4-BE49-F238E27FC236}">
                  <a16:creationId xmlns:a16="http://schemas.microsoft.com/office/drawing/2014/main" id="{A967C7DD-3494-F2C5-E139-3CCEFDF6652A}"/>
                </a:ext>
              </a:extLst>
            </p:cNvPr>
            <p:cNvSpPr/>
            <p:nvPr/>
          </p:nvSpPr>
          <p:spPr>
            <a:xfrm rot="10800000">
              <a:off x="5768235" y="6445933"/>
              <a:ext cx="618706" cy="226680"/>
            </a:xfrm>
            <a:custGeom>
              <a:avLst/>
              <a:gdLst>
                <a:gd name="connsiteX0" fmla="*/ 0 w 595706"/>
                <a:gd name="connsiteY0" fmla="*/ 0 h 92965"/>
                <a:gd name="connsiteX1" fmla="*/ 595706 w 595706"/>
                <a:gd name="connsiteY1" fmla="*/ 0 h 92965"/>
                <a:gd name="connsiteX2" fmla="*/ 595706 w 595706"/>
                <a:gd name="connsiteY2" fmla="*/ 92965 h 92965"/>
                <a:gd name="connsiteX3" fmla="*/ 0 w 595706"/>
                <a:gd name="connsiteY3" fmla="*/ 92965 h 92965"/>
                <a:gd name="connsiteX4" fmla="*/ 0 w 595706"/>
                <a:gd name="connsiteY4" fmla="*/ 0 h 92965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1422 w 594406"/>
                <a:gd name="connsiteY0" fmla="*/ 21376 h 135147"/>
                <a:gd name="connsiteX1" fmla="*/ 594406 w 594406"/>
                <a:gd name="connsiteY1" fmla="*/ 0 h 135147"/>
                <a:gd name="connsiteX2" fmla="*/ 594406 w 594406"/>
                <a:gd name="connsiteY2" fmla="*/ 92965 h 135147"/>
                <a:gd name="connsiteX3" fmla="*/ 61 w 594406"/>
                <a:gd name="connsiteY3" fmla="*/ 135147 h 135147"/>
                <a:gd name="connsiteX4" fmla="*/ 1422 w 594406"/>
                <a:gd name="connsiteY4" fmla="*/ 21376 h 135147"/>
                <a:gd name="connsiteX0" fmla="*/ 1422 w 594406"/>
                <a:gd name="connsiteY0" fmla="*/ 15599 h 135147"/>
                <a:gd name="connsiteX1" fmla="*/ 594406 w 594406"/>
                <a:gd name="connsiteY1" fmla="*/ 0 h 135147"/>
                <a:gd name="connsiteX2" fmla="*/ 594406 w 594406"/>
                <a:gd name="connsiteY2" fmla="*/ 92965 h 135147"/>
                <a:gd name="connsiteX3" fmla="*/ 61 w 594406"/>
                <a:gd name="connsiteY3" fmla="*/ 135147 h 135147"/>
                <a:gd name="connsiteX4" fmla="*/ 1422 w 594406"/>
                <a:gd name="connsiteY4" fmla="*/ 15599 h 135147"/>
                <a:gd name="connsiteX0" fmla="*/ 131 w 594476"/>
                <a:gd name="connsiteY0" fmla="*/ 4622 h 135147"/>
                <a:gd name="connsiteX1" fmla="*/ 594476 w 594476"/>
                <a:gd name="connsiteY1" fmla="*/ 0 h 135147"/>
                <a:gd name="connsiteX2" fmla="*/ 594476 w 594476"/>
                <a:gd name="connsiteY2" fmla="*/ 92965 h 135147"/>
                <a:gd name="connsiteX3" fmla="*/ 131 w 594476"/>
                <a:gd name="connsiteY3" fmla="*/ 135147 h 135147"/>
                <a:gd name="connsiteX4" fmla="*/ 131 w 594476"/>
                <a:gd name="connsiteY4" fmla="*/ 4622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22423 h 139660"/>
                <a:gd name="connsiteX1" fmla="*/ 595706 w 595706"/>
                <a:gd name="connsiteY1" fmla="*/ 4513 h 139660"/>
                <a:gd name="connsiteX2" fmla="*/ 595706 w 595706"/>
                <a:gd name="connsiteY2" fmla="*/ 97478 h 139660"/>
                <a:gd name="connsiteX3" fmla="*/ 1361 w 595706"/>
                <a:gd name="connsiteY3" fmla="*/ 139660 h 139660"/>
                <a:gd name="connsiteX4" fmla="*/ 0 w 595706"/>
                <a:gd name="connsiteY4" fmla="*/ 22423 h 139660"/>
                <a:gd name="connsiteX0" fmla="*/ 0 w 595706"/>
                <a:gd name="connsiteY0" fmla="*/ 26413 h 143650"/>
                <a:gd name="connsiteX1" fmla="*/ 595706 w 595706"/>
                <a:gd name="connsiteY1" fmla="*/ 8503 h 143650"/>
                <a:gd name="connsiteX2" fmla="*/ 595706 w 595706"/>
                <a:gd name="connsiteY2" fmla="*/ 101468 h 143650"/>
                <a:gd name="connsiteX3" fmla="*/ 1361 w 595706"/>
                <a:gd name="connsiteY3" fmla="*/ 143650 h 143650"/>
                <a:gd name="connsiteX4" fmla="*/ 0 w 595706"/>
                <a:gd name="connsiteY4" fmla="*/ 26413 h 143650"/>
                <a:gd name="connsiteX0" fmla="*/ 0 w 595706"/>
                <a:gd name="connsiteY0" fmla="*/ 21286 h 138523"/>
                <a:gd name="connsiteX1" fmla="*/ 595706 w 595706"/>
                <a:gd name="connsiteY1" fmla="*/ 3376 h 138523"/>
                <a:gd name="connsiteX2" fmla="*/ 595706 w 595706"/>
                <a:gd name="connsiteY2" fmla="*/ 96341 h 138523"/>
                <a:gd name="connsiteX3" fmla="*/ 1361 w 595706"/>
                <a:gd name="connsiteY3" fmla="*/ 138523 h 138523"/>
                <a:gd name="connsiteX4" fmla="*/ 0 w 595706"/>
                <a:gd name="connsiteY4" fmla="*/ 21286 h 138523"/>
                <a:gd name="connsiteX0" fmla="*/ 0 w 595706"/>
                <a:gd name="connsiteY0" fmla="*/ 22534 h 139771"/>
                <a:gd name="connsiteX1" fmla="*/ 595706 w 595706"/>
                <a:gd name="connsiteY1" fmla="*/ 4624 h 139771"/>
                <a:gd name="connsiteX2" fmla="*/ 595706 w 595706"/>
                <a:gd name="connsiteY2" fmla="*/ 97589 h 139771"/>
                <a:gd name="connsiteX3" fmla="*/ 1361 w 595706"/>
                <a:gd name="connsiteY3" fmla="*/ 139771 h 139771"/>
                <a:gd name="connsiteX4" fmla="*/ 0 w 595706"/>
                <a:gd name="connsiteY4" fmla="*/ 22534 h 139771"/>
                <a:gd name="connsiteX0" fmla="*/ 0 w 595706"/>
                <a:gd name="connsiteY0" fmla="*/ 23494 h 140731"/>
                <a:gd name="connsiteX1" fmla="*/ 595706 w 595706"/>
                <a:gd name="connsiteY1" fmla="*/ 2118 h 140731"/>
                <a:gd name="connsiteX2" fmla="*/ 595706 w 595706"/>
                <a:gd name="connsiteY2" fmla="*/ 98549 h 140731"/>
                <a:gd name="connsiteX3" fmla="*/ 1361 w 595706"/>
                <a:gd name="connsiteY3" fmla="*/ 140731 h 140731"/>
                <a:gd name="connsiteX4" fmla="*/ 0 w 595706"/>
                <a:gd name="connsiteY4" fmla="*/ 23494 h 140731"/>
                <a:gd name="connsiteX0" fmla="*/ 0 w 595706"/>
                <a:gd name="connsiteY0" fmla="*/ 23494 h 140731"/>
                <a:gd name="connsiteX1" fmla="*/ 595706 w 595706"/>
                <a:gd name="connsiteY1" fmla="*/ 2118 h 140731"/>
                <a:gd name="connsiteX2" fmla="*/ 595706 w 595706"/>
                <a:gd name="connsiteY2" fmla="*/ 98549 h 140731"/>
                <a:gd name="connsiteX3" fmla="*/ 1361 w 595706"/>
                <a:gd name="connsiteY3" fmla="*/ 140731 h 140731"/>
                <a:gd name="connsiteX4" fmla="*/ 0 w 595706"/>
                <a:gd name="connsiteY4" fmla="*/ 23494 h 140731"/>
                <a:gd name="connsiteX0" fmla="*/ 0 w 595706"/>
                <a:gd name="connsiteY0" fmla="*/ 25030 h 142267"/>
                <a:gd name="connsiteX1" fmla="*/ 595706 w 595706"/>
                <a:gd name="connsiteY1" fmla="*/ 3654 h 142267"/>
                <a:gd name="connsiteX2" fmla="*/ 595706 w 595706"/>
                <a:gd name="connsiteY2" fmla="*/ 100085 h 142267"/>
                <a:gd name="connsiteX3" fmla="*/ 1361 w 595706"/>
                <a:gd name="connsiteY3" fmla="*/ 142267 h 142267"/>
                <a:gd name="connsiteX4" fmla="*/ 0 w 595706"/>
                <a:gd name="connsiteY4" fmla="*/ 25030 h 142267"/>
                <a:gd name="connsiteX0" fmla="*/ 0 w 595706"/>
                <a:gd name="connsiteY0" fmla="*/ 22091 h 139328"/>
                <a:gd name="connsiteX1" fmla="*/ 595706 w 595706"/>
                <a:gd name="connsiteY1" fmla="*/ 715 h 139328"/>
                <a:gd name="connsiteX2" fmla="*/ 595706 w 595706"/>
                <a:gd name="connsiteY2" fmla="*/ 97146 h 139328"/>
                <a:gd name="connsiteX3" fmla="*/ 1361 w 595706"/>
                <a:gd name="connsiteY3" fmla="*/ 139328 h 139328"/>
                <a:gd name="connsiteX4" fmla="*/ 0 w 595706"/>
                <a:gd name="connsiteY4" fmla="*/ 22091 h 139328"/>
                <a:gd name="connsiteX0" fmla="*/ 0 w 595706"/>
                <a:gd name="connsiteY0" fmla="*/ 23573 h 140810"/>
                <a:gd name="connsiteX1" fmla="*/ 595706 w 595706"/>
                <a:gd name="connsiteY1" fmla="*/ 2197 h 140810"/>
                <a:gd name="connsiteX2" fmla="*/ 595706 w 595706"/>
                <a:gd name="connsiteY2" fmla="*/ 98628 h 140810"/>
                <a:gd name="connsiteX3" fmla="*/ 1361 w 595706"/>
                <a:gd name="connsiteY3" fmla="*/ 140810 h 140810"/>
                <a:gd name="connsiteX4" fmla="*/ 0 w 595706"/>
                <a:gd name="connsiteY4" fmla="*/ 23573 h 140810"/>
                <a:gd name="connsiteX0" fmla="*/ 0 w 595706"/>
                <a:gd name="connsiteY0" fmla="*/ 21908 h 139145"/>
                <a:gd name="connsiteX1" fmla="*/ 595706 w 595706"/>
                <a:gd name="connsiteY1" fmla="*/ 532 h 139145"/>
                <a:gd name="connsiteX2" fmla="*/ 595706 w 595706"/>
                <a:gd name="connsiteY2" fmla="*/ 96963 h 139145"/>
                <a:gd name="connsiteX3" fmla="*/ 1361 w 595706"/>
                <a:gd name="connsiteY3" fmla="*/ 139145 h 139145"/>
                <a:gd name="connsiteX4" fmla="*/ 0 w 595706"/>
                <a:gd name="connsiteY4" fmla="*/ 21908 h 139145"/>
                <a:gd name="connsiteX0" fmla="*/ 0 w 595706"/>
                <a:gd name="connsiteY0" fmla="*/ 23863 h 141100"/>
                <a:gd name="connsiteX1" fmla="*/ 595706 w 595706"/>
                <a:gd name="connsiteY1" fmla="*/ 2487 h 141100"/>
                <a:gd name="connsiteX2" fmla="*/ 595706 w 595706"/>
                <a:gd name="connsiteY2" fmla="*/ 98918 h 141100"/>
                <a:gd name="connsiteX3" fmla="*/ 1361 w 595706"/>
                <a:gd name="connsiteY3" fmla="*/ 141100 h 141100"/>
                <a:gd name="connsiteX4" fmla="*/ 0 w 595706"/>
                <a:gd name="connsiteY4" fmla="*/ 23863 h 141100"/>
                <a:gd name="connsiteX0" fmla="*/ 0 w 595706"/>
                <a:gd name="connsiteY0" fmla="*/ 24472 h 141709"/>
                <a:gd name="connsiteX1" fmla="*/ 595706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0 w 595706"/>
                <a:gd name="connsiteY0" fmla="*/ 24267 h 141504"/>
                <a:gd name="connsiteX1" fmla="*/ 595706 w 595706"/>
                <a:gd name="connsiteY1" fmla="*/ 2891 h 141504"/>
                <a:gd name="connsiteX2" fmla="*/ 595706 w 595706"/>
                <a:gd name="connsiteY2" fmla="*/ 99322 h 141504"/>
                <a:gd name="connsiteX3" fmla="*/ 1361 w 595706"/>
                <a:gd name="connsiteY3" fmla="*/ 141504 h 141504"/>
                <a:gd name="connsiteX4" fmla="*/ 0 w 595706"/>
                <a:gd name="connsiteY4" fmla="*/ 24267 h 141504"/>
                <a:gd name="connsiteX0" fmla="*/ 0 w 595706"/>
                <a:gd name="connsiteY0" fmla="*/ 24472 h 141709"/>
                <a:gd name="connsiteX1" fmla="*/ 595706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0 w 595706"/>
                <a:gd name="connsiteY0" fmla="*/ 24472 h 141709"/>
                <a:gd name="connsiteX1" fmla="*/ 594353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124 w 595830"/>
                <a:gd name="connsiteY0" fmla="*/ 24472 h 141709"/>
                <a:gd name="connsiteX1" fmla="*/ 594477 w 595830"/>
                <a:gd name="connsiteY1" fmla="*/ 3096 h 141709"/>
                <a:gd name="connsiteX2" fmla="*/ 595830 w 595830"/>
                <a:gd name="connsiteY2" fmla="*/ 99527 h 141709"/>
                <a:gd name="connsiteX3" fmla="*/ 131 w 595830"/>
                <a:gd name="connsiteY3" fmla="*/ 141709 h 141709"/>
                <a:gd name="connsiteX4" fmla="*/ 124 w 595830"/>
                <a:gd name="connsiteY4" fmla="*/ 24472 h 141709"/>
                <a:gd name="connsiteX0" fmla="*/ 124 w 597179"/>
                <a:gd name="connsiteY0" fmla="*/ 25207 h 142444"/>
                <a:gd name="connsiteX1" fmla="*/ 597179 w 597179"/>
                <a:gd name="connsiteY1" fmla="*/ 481 h 142444"/>
                <a:gd name="connsiteX2" fmla="*/ 595830 w 597179"/>
                <a:gd name="connsiteY2" fmla="*/ 100262 h 142444"/>
                <a:gd name="connsiteX3" fmla="*/ 131 w 597179"/>
                <a:gd name="connsiteY3" fmla="*/ 142444 h 142444"/>
                <a:gd name="connsiteX4" fmla="*/ 124 w 597179"/>
                <a:gd name="connsiteY4" fmla="*/ 25207 h 142444"/>
                <a:gd name="connsiteX0" fmla="*/ 124 w 595889"/>
                <a:gd name="connsiteY0" fmla="*/ 25842 h 143079"/>
                <a:gd name="connsiteX1" fmla="*/ 594477 w 595889"/>
                <a:gd name="connsiteY1" fmla="*/ 0 h 143079"/>
                <a:gd name="connsiteX2" fmla="*/ 595830 w 595889"/>
                <a:gd name="connsiteY2" fmla="*/ 100897 h 143079"/>
                <a:gd name="connsiteX3" fmla="*/ 131 w 595889"/>
                <a:gd name="connsiteY3" fmla="*/ 143079 h 143079"/>
                <a:gd name="connsiteX4" fmla="*/ 124 w 595889"/>
                <a:gd name="connsiteY4" fmla="*/ 25842 h 143079"/>
                <a:gd name="connsiteX0" fmla="*/ 124 w 595889"/>
                <a:gd name="connsiteY0" fmla="*/ 24713 h 141950"/>
                <a:gd name="connsiteX1" fmla="*/ 594477 w 595889"/>
                <a:gd name="connsiteY1" fmla="*/ 2221 h 141950"/>
                <a:gd name="connsiteX2" fmla="*/ 595830 w 595889"/>
                <a:gd name="connsiteY2" fmla="*/ 99768 h 141950"/>
                <a:gd name="connsiteX3" fmla="*/ 131 w 595889"/>
                <a:gd name="connsiteY3" fmla="*/ 141950 h 141950"/>
                <a:gd name="connsiteX4" fmla="*/ 124 w 595889"/>
                <a:gd name="connsiteY4" fmla="*/ 24713 h 141950"/>
                <a:gd name="connsiteX0" fmla="*/ 124 w 595959"/>
                <a:gd name="connsiteY0" fmla="*/ 24713 h 141950"/>
                <a:gd name="connsiteX1" fmla="*/ 595828 w 595959"/>
                <a:gd name="connsiteY1" fmla="*/ 2221 h 141950"/>
                <a:gd name="connsiteX2" fmla="*/ 595830 w 595959"/>
                <a:gd name="connsiteY2" fmla="*/ 99768 h 141950"/>
                <a:gd name="connsiteX3" fmla="*/ 131 w 595959"/>
                <a:gd name="connsiteY3" fmla="*/ 141950 h 141950"/>
                <a:gd name="connsiteX4" fmla="*/ 124 w 595959"/>
                <a:gd name="connsiteY4" fmla="*/ 24713 h 141950"/>
                <a:gd name="connsiteX0" fmla="*/ 124 w 595959"/>
                <a:gd name="connsiteY0" fmla="*/ 24925 h 142162"/>
                <a:gd name="connsiteX1" fmla="*/ 595828 w 595959"/>
                <a:gd name="connsiteY1" fmla="*/ 2433 h 142162"/>
                <a:gd name="connsiteX2" fmla="*/ 595830 w 595959"/>
                <a:gd name="connsiteY2" fmla="*/ 99980 h 142162"/>
                <a:gd name="connsiteX3" fmla="*/ 131 w 595959"/>
                <a:gd name="connsiteY3" fmla="*/ 142162 h 142162"/>
                <a:gd name="connsiteX4" fmla="*/ 124 w 595959"/>
                <a:gd name="connsiteY4" fmla="*/ 24925 h 142162"/>
                <a:gd name="connsiteX0" fmla="*/ 124 w 595959"/>
                <a:gd name="connsiteY0" fmla="*/ 22492 h 139729"/>
                <a:gd name="connsiteX1" fmla="*/ 595828 w 595959"/>
                <a:gd name="connsiteY1" fmla="*/ 0 h 139729"/>
                <a:gd name="connsiteX2" fmla="*/ 595830 w 595959"/>
                <a:gd name="connsiteY2" fmla="*/ 97547 h 139729"/>
                <a:gd name="connsiteX3" fmla="*/ 131 w 595959"/>
                <a:gd name="connsiteY3" fmla="*/ 139729 h 139729"/>
                <a:gd name="connsiteX4" fmla="*/ 124 w 595959"/>
                <a:gd name="connsiteY4" fmla="*/ 22492 h 139729"/>
                <a:gd name="connsiteX0" fmla="*/ 124 w 595959"/>
                <a:gd name="connsiteY0" fmla="*/ 25585 h 142822"/>
                <a:gd name="connsiteX1" fmla="*/ 595828 w 595959"/>
                <a:gd name="connsiteY1" fmla="*/ 3093 h 142822"/>
                <a:gd name="connsiteX2" fmla="*/ 595830 w 595959"/>
                <a:gd name="connsiteY2" fmla="*/ 100640 h 142822"/>
                <a:gd name="connsiteX3" fmla="*/ 131 w 595959"/>
                <a:gd name="connsiteY3" fmla="*/ 142822 h 142822"/>
                <a:gd name="connsiteX4" fmla="*/ 124 w 595959"/>
                <a:gd name="connsiteY4" fmla="*/ 25585 h 142822"/>
                <a:gd name="connsiteX0" fmla="*/ 124 w 595959"/>
                <a:gd name="connsiteY0" fmla="*/ 25585 h 142822"/>
                <a:gd name="connsiteX1" fmla="*/ 595828 w 595959"/>
                <a:gd name="connsiteY1" fmla="*/ 3093 h 142822"/>
                <a:gd name="connsiteX2" fmla="*/ 595830 w 595959"/>
                <a:gd name="connsiteY2" fmla="*/ 100640 h 142822"/>
                <a:gd name="connsiteX3" fmla="*/ 131 w 595959"/>
                <a:gd name="connsiteY3" fmla="*/ 142822 h 142822"/>
                <a:gd name="connsiteX4" fmla="*/ 124 w 595959"/>
                <a:gd name="connsiteY4" fmla="*/ 25585 h 142822"/>
                <a:gd name="connsiteX0" fmla="*/ 124 w 595959"/>
                <a:gd name="connsiteY0" fmla="*/ 26512 h 143749"/>
                <a:gd name="connsiteX1" fmla="*/ 595828 w 595959"/>
                <a:gd name="connsiteY1" fmla="*/ 4020 h 143749"/>
                <a:gd name="connsiteX2" fmla="*/ 595830 w 595959"/>
                <a:gd name="connsiteY2" fmla="*/ 101567 h 143749"/>
                <a:gd name="connsiteX3" fmla="*/ 131 w 595959"/>
                <a:gd name="connsiteY3" fmla="*/ 143749 h 143749"/>
                <a:gd name="connsiteX4" fmla="*/ 124 w 595959"/>
                <a:gd name="connsiteY4" fmla="*/ 26512 h 143749"/>
                <a:gd name="connsiteX0" fmla="*/ 124 w 595959"/>
                <a:gd name="connsiteY0" fmla="*/ 26512 h 143749"/>
                <a:gd name="connsiteX1" fmla="*/ 595828 w 595959"/>
                <a:gd name="connsiteY1" fmla="*/ 4020 h 143749"/>
                <a:gd name="connsiteX2" fmla="*/ 595830 w 595959"/>
                <a:gd name="connsiteY2" fmla="*/ 101567 h 143749"/>
                <a:gd name="connsiteX3" fmla="*/ 131 w 595959"/>
                <a:gd name="connsiteY3" fmla="*/ 143749 h 143749"/>
                <a:gd name="connsiteX4" fmla="*/ 124 w 595959"/>
                <a:gd name="connsiteY4" fmla="*/ 26512 h 143749"/>
                <a:gd name="connsiteX0" fmla="*/ 124 w 595959"/>
                <a:gd name="connsiteY0" fmla="*/ 28496 h 145733"/>
                <a:gd name="connsiteX1" fmla="*/ 595828 w 595959"/>
                <a:gd name="connsiteY1" fmla="*/ 6004 h 145733"/>
                <a:gd name="connsiteX2" fmla="*/ 595830 w 595959"/>
                <a:gd name="connsiteY2" fmla="*/ 103551 h 145733"/>
                <a:gd name="connsiteX3" fmla="*/ 131 w 595959"/>
                <a:gd name="connsiteY3" fmla="*/ 145733 h 145733"/>
                <a:gd name="connsiteX4" fmla="*/ 124 w 595959"/>
                <a:gd name="connsiteY4" fmla="*/ 28496 h 14573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856"/>
                <a:gd name="connsiteY0" fmla="*/ 41841 h 159078"/>
                <a:gd name="connsiteX1" fmla="*/ 591261 w 595856"/>
                <a:gd name="connsiteY1" fmla="*/ 0 h 159078"/>
                <a:gd name="connsiteX2" fmla="*/ 595830 w 595856"/>
                <a:gd name="connsiteY2" fmla="*/ 116896 h 159078"/>
                <a:gd name="connsiteX3" fmla="*/ 131 w 595856"/>
                <a:gd name="connsiteY3" fmla="*/ 159078 h 159078"/>
                <a:gd name="connsiteX4" fmla="*/ 124 w 595856"/>
                <a:gd name="connsiteY4" fmla="*/ 41841 h 159078"/>
                <a:gd name="connsiteX0" fmla="*/ 124 w 595959"/>
                <a:gd name="connsiteY0" fmla="*/ 41841 h 159078"/>
                <a:gd name="connsiteX1" fmla="*/ 595828 w 595959"/>
                <a:gd name="connsiteY1" fmla="*/ 0 h 159078"/>
                <a:gd name="connsiteX2" fmla="*/ 595830 w 595959"/>
                <a:gd name="connsiteY2" fmla="*/ 116896 h 159078"/>
                <a:gd name="connsiteX3" fmla="*/ 131 w 595959"/>
                <a:gd name="connsiteY3" fmla="*/ 159078 h 159078"/>
                <a:gd name="connsiteX4" fmla="*/ 124 w 595959"/>
                <a:gd name="connsiteY4" fmla="*/ 41841 h 159078"/>
                <a:gd name="connsiteX0" fmla="*/ 124 w 597349"/>
                <a:gd name="connsiteY0" fmla="*/ 42378 h 159615"/>
                <a:gd name="connsiteX1" fmla="*/ 597349 w 597349"/>
                <a:gd name="connsiteY1" fmla="*/ 0 h 159615"/>
                <a:gd name="connsiteX2" fmla="*/ 595830 w 597349"/>
                <a:gd name="connsiteY2" fmla="*/ 117433 h 159615"/>
                <a:gd name="connsiteX3" fmla="*/ 131 w 597349"/>
                <a:gd name="connsiteY3" fmla="*/ 159615 h 159615"/>
                <a:gd name="connsiteX4" fmla="*/ 124 w 597349"/>
                <a:gd name="connsiteY4" fmla="*/ 42378 h 159615"/>
                <a:gd name="connsiteX0" fmla="*/ 124 w 600443"/>
                <a:gd name="connsiteY0" fmla="*/ 42378 h 159615"/>
                <a:gd name="connsiteX1" fmla="*/ 597349 w 600443"/>
                <a:gd name="connsiteY1" fmla="*/ 0 h 159615"/>
                <a:gd name="connsiteX2" fmla="*/ 600408 w 600443"/>
                <a:gd name="connsiteY2" fmla="*/ 117433 h 159615"/>
                <a:gd name="connsiteX3" fmla="*/ 131 w 600443"/>
                <a:gd name="connsiteY3" fmla="*/ 159615 h 159615"/>
                <a:gd name="connsiteX4" fmla="*/ 124 w 600443"/>
                <a:gd name="connsiteY4" fmla="*/ 42378 h 159615"/>
                <a:gd name="connsiteX0" fmla="*/ 124 w 600537"/>
                <a:gd name="connsiteY0" fmla="*/ 42378 h 159615"/>
                <a:gd name="connsiteX1" fmla="*/ 600401 w 600537"/>
                <a:gd name="connsiteY1" fmla="*/ 0 h 159615"/>
                <a:gd name="connsiteX2" fmla="*/ 600408 w 600537"/>
                <a:gd name="connsiteY2" fmla="*/ 117433 h 159615"/>
                <a:gd name="connsiteX3" fmla="*/ 131 w 600537"/>
                <a:gd name="connsiteY3" fmla="*/ 159615 h 159615"/>
                <a:gd name="connsiteX4" fmla="*/ 124 w 600537"/>
                <a:gd name="connsiteY4" fmla="*/ 42378 h 159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0537" h="159615">
                  <a:moveTo>
                    <a:pt x="124" y="42378"/>
                  </a:moveTo>
                  <a:cubicBezTo>
                    <a:pt x="296414" y="-50243"/>
                    <a:pt x="418111" y="75773"/>
                    <a:pt x="600401" y="0"/>
                  </a:cubicBezTo>
                  <a:cubicBezTo>
                    <a:pt x="599951" y="33260"/>
                    <a:pt x="600858" y="84173"/>
                    <a:pt x="600408" y="117433"/>
                  </a:cubicBezTo>
                  <a:cubicBezTo>
                    <a:pt x="395490" y="192726"/>
                    <a:pt x="285331" y="62551"/>
                    <a:pt x="131" y="159615"/>
                  </a:cubicBezTo>
                  <a:cubicBezTo>
                    <a:pt x="-323" y="114566"/>
                    <a:pt x="578" y="87427"/>
                    <a:pt x="124" y="42378"/>
                  </a:cubicBezTo>
                  <a:close/>
                </a:path>
              </a:pathLst>
            </a:custGeom>
            <a:solidFill>
              <a:schemeClr val="accent2">
                <a:lumMod val="40000"/>
                <a:lumOff val="6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736" name="组合 735">
              <a:extLst>
                <a:ext uri="{FF2B5EF4-FFF2-40B4-BE49-F238E27FC236}">
                  <a16:creationId xmlns:a16="http://schemas.microsoft.com/office/drawing/2014/main" id="{B71A8AC7-7811-AF76-486E-2E2EA239EBBA}"/>
                </a:ext>
              </a:extLst>
            </p:cNvPr>
            <p:cNvGrpSpPr/>
            <p:nvPr/>
          </p:nvGrpSpPr>
          <p:grpSpPr>
            <a:xfrm>
              <a:off x="5766806" y="6517241"/>
              <a:ext cx="621640" cy="663817"/>
              <a:chOff x="5040167" y="6521415"/>
              <a:chExt cx="621640" cy="663817"/>
            </a:xfrm>
          </p:grpSpPr>
          <p:sp>
            <p:nvSpPr>
              <p:cNvPr id="737" name="矩形 1174">
                <a:extLst>
                  <a:ext uri="{FF2B5EF4-FFF2-40B4-BE49-F238E27FC236}">
                    <a16:creationId xmlns:a16="http://schemas.microsoft.com/office/drawing/2014/main" id="{FD5CA058-D9E5-B1EE-C732-9AAA840594C0}"/>
                  </a:ext>
                </a:extLst>
              </p:cNvPr>
              <p:cNvSpPr/>
              <p:nvPr/>
            </p:nvSpPr>
            <p:spPr>
              <a:xfrm rot="10800000">
                <a:off x="5041542" y="6760560"/>
                <a:ext cx="618706" cy="201627"/>
              </a:xfrm>
              <a:custGeom>
                <a:avLst/>
                <a:gdLst>
                  <a:gd name="connsiteX0" fmla="*/ 0 w 595706"/>
                  <a:gd name="connsiteY0" fmla="*/ 0 h 92965"/>
                  <a:gd name="connsiteX1" fmla="*/ 595706 w 595706"/>
                  <a:gd name="connsiteY1" fmla="*/ 0 h 92965"/>
                  <a:gd name="connsiteX2" fmla="*/ 595706 w 595706"/>
                  <a:gd name="connsiteY2" fmla="*/ 92965 h 92965"/>
                  <a:gd name="connsiteX3" fmla="*/ 0 w 595706"/>
                  <a:gd name="connsiteY3" fmla="*/ 92965 h 92965"/>
                  <a:gd name="connsiteX4" fmla="*/ 0 w 595706"/>
                  <a:gd name="connsiteY4" fmla="*/ 0 h 92965"/>
                  <a:gd name="connsiteX0" fmla="*/ 0 w 595706"/>
                  <a:gd name="connsiteY0" fmla="*/ 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0 h 135147"/>
                  <a:gd name="connsiteX0" fmla="*/ 0 w 595706"/>
                  <a:gd name="connsiteY0" fmla="*/ 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0 h 135147"/>
                  <a:gd name="connsiteX0" fmla="*/ 0 w 595706"/>
                  <a:gd name="connsiteY0" fmla="*/ 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0 h 135147"/>
                  <a:gd name="connsiteX0" fmla="*/ 0 w 595706"/>
                  <a:gd name="connsiteY0" fmla="*/ 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0 h 135147"/>
                  <a:gd name="connsiteX0" fmla="*/ 1422 w 594406"/>
                  <a:gd name="connsiteY0" fmla="*/ 21376 h 135147"/>
                  <a:gd name="connsiteX1" fmla="*/ 594406 w 594406"/>
                  <a:gd name="connsiteY1" fmla="*/ 0 h 135147"/>
                  <a:gd name="connsiteX2" fmla="*/ 594406 w 594406"/>
                  <a:gd name="connsiteY2" fmla="*/ 92965 h 135147"/>
                  <a:gd name="connsiteX3" fmla="*/ 61 w 594406"/>
                  <a:gd name="connsiteY3" fmla="*/ 135147 h 135147"/>
                  <a:gd name="connsiteX4" fmla="*/ 1422 w 594406"/>
                  <a:gd name="connsiteY4" fmla="*/ 21376 h 135147"/>
                  <a:gd name="connsiteX0" fmla="*/ 1422 w 594406"/>
                  <a:gd name="connsiteY0" fmla="*/ 15599 h 135147"/>
                  <a:gd name="connsiteX1" fmla="*/ 594406 w 594406"/>
                  <a:gd name="connsiteY1" fmla="*/ 0 h 135147"/>
                  <a:gd name="connsiteX2" fmla="*/ 594406 w 594406"/>
                  <a:gd name="connsiteY2" fmla="*/ 92965 h 135147"/>
                  <a:gd name="connsiteX3" fmla="*/ 61 w 594406"/>
                  <a:gd name="connsiteY3" fmla="*/ 135147 h 135147"/>
                  <a:gd name="connsiteX4" fmla="*/ 1422 w 594406"/>
                  <a:gd name="connsiteY4" fmla="*/ 15599 h 135147"/>
                  <a:gd name="connsiteX0" fmla="*/ 131 w 594476"/>
                  <a:gd name="connsiteY0" fmla="*/ 4622 h 135147"/>
                  <a:gd name="connsiteX1" fmla="*/ 594476 w 594476"/>
                  <a:gd name="connsiteY1" fmla="*/ 0 h 135147"/>
                  <a:gd name="connsiteX2" fmla="*/ 594476 w 594476"/>
                  <a:gd name="connsiteY2" fmla="*/ 92965 h 135147"/>
                  <a:gd name="connsiteX3" fmla="*/ 131 w 594476"/>
                  <a:gd name="connsiteY3" fmla="*/ 135147 h 135147"/>
                  <a:gd name="connsiteX4" fmla="*/ 131 w 594476"/>
                  <a:gd name="connsiteY4" fmla="*/ 4622 h 135147"/>
                  <a:gd name="connsiteX0" fmla="*/ 0 w 595706"/>
                  <a:gd name="connsiteY0" fmla="*/ 1791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17910 h 135147"/>
                  <a:gd name="connsiteX0" fmla="*/ 0 w 595706"/>
                  <a:gd name="connsiteY0" fmla="*/ 1791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17910 h 135147"/>
                  <a:gd name="connsiteX0" fmla="*/ 0 w 595706"/>
                  <a:gd name="connsiteY0" fmla="*/ 1791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17910 h 135147"/>
                  <a:gd name="connsiteX0" fmla="*/ 0 w 595706"/>
                  <a:gd name="connsiteY0" fmla="*/ 1791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17910 h 135147"/>
                  <a:gd name="connsiteX0" fmla="*/ 0 w 595706"/>
                  <a:gd name="connsiteY0" fmla="*/ 22423 h 139660"/>
                  <a:gd name="connsiteX1" fmla="*/ 595706 w 595706"/>
                  <a:gd name="connsiteY1" fmla="*/ 4513 h 139660"/>
                  <a:gd name="connsiteX2" fmla="*/ 595706 w 595706"/>
                  <a:gd name="connsiteY2" fmla="*/ 97478 h 139660"/>
                  <a:gd name="connsiteX3" fmla="*/ 1361 w 595706"/>
                  <a:gd name="connsiteY3" fmla="*/ 139660 h 139660"/>
                  <a:gd name="connsiteX4" fmla="*/ 0 w 595706"/>
                  <a:gd name="connsiteY4" fmla="*/ 22423 h 139660"/>
                  <a:gd name="connsiteX0" fmla="*/ 0 w 595706"/>
                  <a:gd name="connsiteY0" fmla="*/ 26413 h 143650"/>
                  <a:gd name="connsiteX1" fmla="*/ 595706 w 595706"/>
                  <a:gd name="connsiteY1" fmla="*/ 8503 h 143650"/>
                  <a:gd name="connsiteX2" fmla="*/ 595706 w 595706"/>
                  <a:gd name="connsiteY2" fmla="*/ 101468 h 143650"/>
                  <a:gd name="connsiteX3" fmla="*/ 1361 w 595706"/>
                  <a:gd name="connsiteY3" fmla="*/ 143650 h 143650"/>
                  <a:gd name="connsiteX4" fmla="*/ 0 w 595706"/>
                  <a:gd name="connsiteY4" fmla="*/ 26413 h 143650"/>
                  <a:gd name="connsiteX0" fmla="*/ 0 w 595706"/>
                  <a:gd name="connsiteY0" fmla="*/ 21286 h 138523"/>
                  <a:gd name="connsiteX1" fmla="*/ 595706 w 595706"/>
                  <a:gd name="connsiteY1" fmla="*/ 3376 h 138523"/>
                  <a:gd name="connsiteX2" fmla="*/ 595706 w 595706"/>
                  <a:gd name="connsiteY2" fmla="*/ 96341 h 138523"/>
                  <a:gd name="connsiteX3" fmla="*/ 1361 w 595706"/>
                  <a:gd name="connsiteY3" fmla="*/ 138523 h 138523"/>
                  <a:gd name="connsiteX4" fmla="*/ 0 w 595706"/>
                  <a:gd name="connsiteY4" fmla="*/ 21286 h 138523"/>
                  <a:gd name="connsiteX0" fmla="*/ 0 w 595706"/>
                  <a:gd name="connsiteY0" fmla="*/ 22534 h 139771"/>
                  <a:gd name="connsiteX1" fmla="*/ 595706 w 595706"/>
                  <a:gd name="connsiteY1" fmla="*/ 4624 h 139771"/>
                  <a:gd name="connsiteX2" fmla="*/ 595706 w 595706"/>
                  <a:gd name="connsiteY2" fmla="*/ 97589 h 139771"/>
                  <a:gd name="connsiteX3" fmla="*/ 1361 w 595706"/>
                  <a:gd name="connsiteY3" fmla="*/ 139771 h 139771"/>
                  <a:gd name="connsiteX4" fmla="*/ 0 w 595706"/>
                  <a:gd name="connsiteY4" fmla="*/ 22534 h 139771"/>
                  <a:gd name="connsiteX0" fmla="*/ 0 w 595706"/>
                  <a:gd name="connsiteY0" fmla="*/ 23494 h 140731"/>
                  <a:gd name="connsiteX1" fmla="*/ 595706 w 595706"/>
                  <a:gd name="connsiteY1" fmla="*/ 2118 h 140731"/>
                  <a:gd name="connsiteX2" fmla="*/ 595706 w 595706"/>
                  <a:gd name="connsiteY2" fmla="*/ 98549 h 140731"/>
                  <a:gd name="connsiteX3" fmla="*/ 1361 w 595706"/>
                  <a:gd name="connsiteY3" fmla="*/ 140731 h 140731"/>
                  <a:gd name="connsiteX4" fmla="*/ 0 w 595706"/>
                  <a:gd name="connsiteY4" fmla="*/ 23494 h 140731"/>
                  <a:gd name="connsiteX0" fmla="*/ 0 w 595706"/>
                  <a:gd name="connsiteY0" fmla="*/ 23494 h 140731"/>
                  <a:gd name="connsiteX1" fmla="*/ 595706 w 595706"/>
                  <a:gd name="connsiteY1" fmla="*/ 2118 h 140731"/>
                  <a:gd name="connsiteX2" fmla="*/ 595706 w 595706"/>
                  <a:gd name="connsiteY2" fmla="*/ 98549 h 140731"/>
                  <a:gd name="connsiteX3" fmla="*/ 1361 w 595706"/>
                  <a:gd name="connsiteY3" fmla="*/ 140731 h 140731"/>
                  <a:gd name="connsiteX4" fmla="*/ 0 w 595706"/>
                  <a:gd name="connsiteY4" fmla="*/ 23494 h 140731"/>
                  <a:gd name="connsiteX0" fmla="*/ 0 w 595706"/>
                  <a:gd name="connsiteY0" fmla="*/ 25030 h 142267"/>
                  <a:gd name="connsiteX1" fmla="*/ 595706 w 595706"/>
                  <a:gd name="connsiteY1" fmla="*/ 3654 h 142267"/>
                  <a:gd name="connsiteX2" fmla="*/ 595706 w 595706"/>
                  <a:gd name="connsiteY2" fmla="*/ 100085 h 142267"/>
                  <a:gd name="connsiteX3" fmla="*/ 1361 w 595706"/>
                  <a:gd name="connsiteY3" fmla="*/ 142267 h 142267"/>
                  <a:gd name="connsiteX4" fmla="*/ 0 w 595706"/>
                  <a:gd name="connsiteY4" fmla="*/ 25030 h 142267"/>
                  <a:gd name="connsiteX0" fmla="*/ 0 w 595706"/>
                  <a:gd name="connsiteY0" fmla="*/ 22091 h 139328"/>
                  <a:gd name="connsiteX1" fmla="*/ 595706 w 595706"/>
                  <a:gd name="connsiteY1" fmla="*/ 715 h 139328"/>
                  <a:gd name="connsiteX2" fmla="*/ 595706 w 595706"/>
                  <a:gd name="connsiteY2" fmla="*/ 97146 h 139328"/>
                  <a:gd name="connsiteX3" fmla="*/ 1361 w 595706"/>
                  <a:gd name="connsiteY3" fmla="*/ 139328 h 139328"/>
                  <a:gd name="connsiteX4" fmla="*/ 0 w 595706"/>
                  <a:gd name="connsiteY4" fmla="*/ 22091 h 139328"/>
                  <a:gd name="connsiteX0" fmla="*/ 0 w 595706"/>
                  <a:gd name="connsiteY0" fmla="*/ 23573 h 140810"/>
                  <a:gd name="connsiteX1" fmla="*/ 595706 w 595706"/>
                  <a:gd name="connsiteY1" fmla="*/ 2197 h 140810"/>
                  <a:gd name="connsiteX2" fmla="*/ 595706 w 595706"/>
                  <a:gd name="connsiteY2" fmla="*/ 98628 h 140810"/>
                  <a:gd name="connsiteX3" fmla="*/ 1361 w 595706"/>
                  <a:gd name="connsiteY3" fmla="*/ 140810 h 140810"/>
                  <a:gd name="connsiteX4" fmla="*/ 0 w 595706"/>
                  <a:gd name="connsiteY4" fmla="*/ 23573 h 140810"/>
                  <a:gd name="connsiteX0" fmla="*/ 0 w 595706"/>
                  <a:gd name="connsiteY0" fmla="*/ 21908 h 139145"/>
                  <a:gd name="connsiteX1" fmla="*/ 595706 w 595706"/>
                  <a:gd name="connsiteY1" fmla="*/ 532 h 139145"/>
                  <a:gd name="connsiteX2" fmla="*/ 595706 w 595706"/>
                  <a:gd name="connsiteY2" fmla="*/ 96963 h 139145"/>
                  <a:gd name="connsiteX3" fmla="*/ 1361 w 595706"/>
                  <a:gd name="connsiteY3" fmla="*/ 139145 h 139145"/>
                  <a:gd name="connsiteX4" fmla="*/ 0 w 595706"/>
                  <a:gd name="connsiteY4" fmla="*/ 21908 h 139145"/>
                  <a:gd name="connsiteX0" fmla="*/ 0 w 595706"/>
                  <a:gd name="connsiteY0" fmla="*/ 23863 h 141100"/>
                  <a:gd name="connsiteX1" fmla="*/ 595706 w 595706"/>
                  <a:gd name="connsiteY1" fmla="*/ 2487 h 141100"/>
                  <a:gd name="connsiteX2" fmla="*/ 595706 w 595706"/>
                  <a:gd name="connsiteY2" fmla="*/ 98918 h 141100"/>
                  <a:gd name="connsiteX3" fmla="*/ 1361 w 595706"/>
                  <a:gd name="connsiteY3" fmla="*/ 141100 h 141100"/>
                  <a:gd name="connsiteX4" fmla="*/ 0 w 595706"/>
                  <a:gd name="connsiteY4" fmla="*/ 23863 h 141100"/>
                  <a:gd name="connsiteX0" fmla="*/ 0 w 595706"/>
                  <a:gd name="connsiteY0" fmla="*/ 24472 h 141709"/>
                  <a:gd name="connsiteX1" fmla="*/ 595706 w 595706"/>
                  <a:gd name="connsiteY1" fmla="*/ 3096 h 141709"/>
                  <a:gd name="connsiteX2" fmla="*/ 595706 w 595706"/>
                  <a:gd name="connsiteY2" fmla="*/ 99527 h 141709"/>
                  <a:gd name="connsiteX3" fmla="*/ 1361 w 595706"/>
                  <a:gd name="connsiteY3" fmla="*/ 141709 h 141709"/>
                  <a:gd name="connsiteX4" fmla="*/ 0 w 595706"/>
                  <a:gd name="connsiteY4" fmla="*/ 24472 h 141709"/>
                  <a:gd name="connsiteX0" fmla="*/ 0 w 595706"/>
                  <a:gd name="connsiteY0" fmla="*/ 24267 h 141504"/>
                  <a:gd name="connsiteX1" fmla="*/ 595706 w 595706"/>
                  <a:gd name="connsiteY1" fmla="*/ 2891 h 141504"/>
                  <a:gd name="connsiteX2" fmla="*/ 595706 w 595706"/>
                  <a:gd name="connsiteY2" fmla="*/ 99322 h 141504"/>
                  <a:gd name="connsiteX3" fmla="*/ 1361 w 595706"/>
                  <a:gd name="connsiteY3" fmla="*/ 141504 h 141504"/>
                  <a:gd name="connsiteX4" fmla="*/ 0 w 595706"/>
                  <a:gd name="connsiteY4" fmla="*/ 24267 h 141504"/>
                  <a:gd name="connsiteX0" fmla="*/ 0 w 595706"/>
                  <a:gd name="connsiteY0" fmla="*/ 24472 h 141709"/>
                  <a:gd name="connsiteX1" fmla="*/ 595706 w 595706"/>
                  <a:gd name="connsiteY1" fmla="*/ 3096 h 141709"/>
                  <a:gd name="connsiteX2" fmla="*/ 595706 w 595706"/>
                  <a:gd name="connsiteY2" fmla="*/ 99527 h 141709"/>
                  <a:gd name="connsiteX3" fmla="*/ 1361 w 595706"/>
                  <a:gd name="connsiteY3" fmla="*/ 141709 h 141709"/>
                  <a:gd name="connsiteX4" fmla="*/ 0 w 595706"/>
                  <a:gd name="connsiteY4" fmla="*/ 24472 h 141709"/>
                  <a:gd name="connsiteX0" fmla="*/ 0 w 595706"/>
                  <a:gd name="connsiteY0" fmla="*/ 24472 h 141709"/>
                  <a:gd name="connsiteX1" fmla="*/ 594353 w 595706"/>
                  <a:gd name="connsiteY1" fmla="*/ 3096 h 141709"/>
                  <a:gd name="connsiteX2" fmla="*/ 595706 w 595706"/>
                  <a:gd name="connsiteY2" fmla="*/ 99527 h 141709"/>
                  <a:gd name="connsiteX3" fmla="*/ 1361 w 595706"/>
                  <a:gd name="connsiteY3" fmla="*/ 141709 h 141709"/>
                  <a:gd name="connsiteX4" fmla="*/ 0 w 595706"/>
                  <a:gd name="connsiteY4" fmla="*/ 24472 h 141709"/>
                  <a:gd name="connsiteX0" fmla="*/ 124 w 595830"/>
                  <a:gd name="connsiteY0" fmla="*/ 24472 h 141709"/>
                  <a:gd name="connsiteX1" fmla="*/ 594477 w 595830"/>
                  <a:gd name="connsiteY1" fmla="*/ 3096 h 141709"/>
                  <a:gd name="connsiteX2" fmla="*/ 595830 w 595830"/>
                  <a:gd name="connsiteY2" fmla="*/ 99527 h 141709"/>
                  <a:gd name="connsiteX3" fmla="*/ 131 w 595830"/>
                  <a:gd name="connsiteY3" fmla="*/ 141709 h 141709"/>
                  <a:gd name="connsiteX4" fmla="*/ 124 w 595830"/>
                  <a:gd name="connsiteY4" fmla="*/ 24472 h 141709"/>
                  <a:gd name="connsiteX0" fmla="*/ 124 w 597179"/>
                  <a:gd name="connsiteY0" fmla="*/ 25207 h 142444"/>
                  <a:gd name="connsiteX1" fmla="*/ 597179 w 597179"/>
                  <a:gd name="connsiteY1" fmla="*/ 481 h 142444"/>
                  <a:gd name="connsiteX2" fmla="*/ 595830 w 597179"/>
                  <a:gd name="connsiteY2" fmla="*/ 100262 h 142444"/>
                  <a:gd name="connsiteX3" fmla="*/ 131 w 597179"/>
                  <a:gd name="connsiteY3" fmla="*/ 142444 h 142444"/>
                  <a:gd name="connsiteX4" fmla="*/ 124 w 597179"/>
                  <a:gd name="connsiteY4" fmla="*/ 25207 h 142444"/>
                  <a:gd name="connsiteX0" fmla="*/ 124 w 595889"/>
                  <a:gd name="connsiteY0" fmla="*/ 25842 h 143079"/>
                  <a:gd name="connsiteX1" fmla="*/ 594477 w 595889"/>
                  <a:gd name="connsiteY1" fmla="*/ 0 h 143079"/>
                  <a:gd name="connsiteX2" fmla="*/ 595830 w 595889"/>
                  <a:gd name="connsiteY2" fmla="*/ 100897 h 143079"/>
                  <a:gd name="connsiteX3" fmla="*/ 131 w 595889"/>
                  <a:gd name="connsiteY3" fmla="*/ 143079 h 143079"/>
                  <a:gd name="connsiteX4" fmla="*/ 124 w 595889"/>
                  <a:gd name="connsiteY4" fmla="*/ 25842 h 143079"/>
                  <a:gd name="connsiteX0" fmla="*/ 124 w 595889"/>
                  <a:gd name="connsiteY0" fmla="*/ 24713 h 141950"/>
                  <a:gd name="connsiteX1" fmla="*/ 594477 w 595889"/>
                  <a:gd name="connsiteY1" fmla="*/ 2221 h 141950"/>
                  <a:gd name="connsiteX2" fmla="*/ 595830 w 595889"/>
                  <a:gd name="connsiteY2" fmla="*/ 99768 h 141950"/>
                  <a:gd name="connsiteX3" fmla="*/ 131 w 595889"/>
                  <a:gd name="connsiteY3" fmla="*/ 141950 h 141950"/>
                  <a:gd name="connsiteX4" fmla="*/ 124 w 595889"/>
                  <a:gd name="connsiteY4" fmla="*/ 24713 h 141950"/>
                  <a:gd name="connsiteX0" fmla="*/ 124 w 595959"/>
                  <a:gd name="connsiteY0" fmla="*/ 24713 h 141950"/>
                  <a:gd name="connsiteX1" fmla="*/ 595828 w 595959"/>
                  <a:gd name="connsiteY1" fmla="*/ 2221 h 141950"/>
                  <a:gd name="connsiteX2" fmla="*/ 595830 w 595959"/>
                  <a:gd name="connsiteY2" fmla="*/ 99768 h 141950"/>
                  <a:gd name="connsiteX3" fmla="*/ 131 w 595959"/>
                  <a:gd name="connsiteY3" fmla="*/ 141950 h 141950"/>
                  <a:gd name="connsiteX4" fmla="*/ 124 w 595959"/>
                  <a:gd name="connsiteY4" fmla="*/ 24713 h 141950"/>
                  <a:gd name="connsiteX0" fmla="*/ 124 w 595959"/>
                  <a:gd name="connsiteY0" fmla="*/ 24925 h 142162"/>
                  <a:gd name="connsiteX1" fmla="*/ 595828 w 595959"/>
                  <a:gd name="connsiteY1" fmla="*/ 2433 h 142162"/>
                  <a:gd name="connsiteX2" fmla="*/ 595830 w 595959"/>
                  <a:gd name="connsiteY2" fmla="*/ 99980 h 142162"/>
                  <a:gd name="connsiteX3" fmla="*/ 131 w 595959"/>
                  <a:gd name="connsiteY3" fmla="*/ 142162 h 142162"/>
                  <a:gd name="connsiteX4" fmla="*/ 124 w 595959"/>
                  <a:gd name="connsiteY4" fmla="*/ 24925 h 142162"/>
                  <a:gd name="connsiteX0" fmla="*/ 124 w 595959"/>
                  <a:gd name="connsiteY0" fmla="*/ 22492 h 139729"/>
                  <a:gd name="connsiteX1" fmla="*/ 595828 w 595959"/>
                  <a:gd name="connsiteY1" fmla="*/ 0 h 139729"/>
                  <a:gd name="connsiteX2" fmla="*/ 595830 w 595959"/>
                  <a:gd name="connsiteY2" fmla="*/ 97547 h 139729"/>
                  <a:gd name="connsiteX3" fmla="*/ 131 w 595959"/>
                  <a:gd name="connsiteY3" fmla="*/ 139729 h 139729"/>
                  <a:gd name="connsiteX4" fmla="*/ 124 w 595959"/>
                  <a:gd name="connsiteY4" fmla="*/ 22492 h 139729"/>
                  <a:gd name="connsiteX0" fmla="*/ 124 w 595959"/>
                  <a:gd name="connsiteY0" fmla="*/ 25585 h 142822"/>
                  <a:gd name="connsiteX1" fmla="*/ 595828 w 595959"/>
                  <a:gd name="connsiteY1" fmla="*/ 3093 h 142822"/>
                  <a:gd name="connsiteX2" fmla="*/ 595830 w 595959"/>
                  <a:gd name="connsiteY2" fmla="*/ 100640 h 142822"/>
                  <a:gd name="connsiteX3" fmla="*/ 131 w 595959"/>
                  <a:gd name="connsiteY3" fmla="*/ 142822 h 142822"/>
                  <a:gd name="connsiteX4" fmla="*/ 124 w 595959"/>
                  <a:gd name="connsiteY4" fmla="*/ 25585 h 142822"/>
                  <a:gd name="connsiteX0" fmla="*/ 124 w 595959"/>
                  <a:gd name="connsiteY0" fmla="*/ 25585 h 142822"/>
                  <a:gd name="connsiteX1" fmla="*/ 595828 w 595959"/>
                  <a:gd name="connsiteY1" fmla="*/ 3093 h 142822"/>
                  <a:gd name="connsiteX2" fmla="*/ 595830 w 595959"/>
                  <a:gd name="connsiteY2" fmla="*/ 100640 h 142822"/>
                  <a:gd name="connsiteX3" fmla="*/ 131 w 595959"/>
                  <a:gd name="connsiteY3" fmla="*/ 142822 h 142822"/>
                  <a:gd name="connsiteX4" fmla="*/ 124 w 595959"/>
                  <a:gd name="connsiteY4" fmla="*/ 25585 h 142822"/>
                  <a:gd name="connsiteX0" fmla="*/ 124 w 595959"/>
                  <a:gd name="connsiteY0" fmla="*/ 26512 h 143749"/>
                  <a:gd name="connsiteX1" fmla="*/ 595828 w 595959"/>
                  <a:gd name="connsiteY1" fmla="*/ 4020 h 143749"/>
                  <a:gd name="connsiteX2" fmla="*/ 595830 w 595959"/>
                  <a:gd name="connsiteY2" fmla="*/ 101567 h 143749"/>
                  <a:gd name="connsiteX3" fmla="*/ 131 w 595959"/>
                  <a:gd name="connsiteY3" fmla="*/ 143749 h 143749"/>
                  <a:gd name="connsiteX4" fmla="*/ 124 w 595959"/>
                  <a:gd name="connsiteY4" fmla="*/ 26512 h 143749"/>
                  <a:gd name="connsiteX0" fmla="*/ 124 w 595959"/>
                  <a:gd name="connsiteY0" fmla="*/ 26512 h 143749"/>
                  <a:gd name="connsiteX1" fmla="*/ 595828 w 595959"/>
                  <a:gd name="connsiteY1" fmla="*/ 4020 h 143749"/>
                  <a:gd name="connsiteX2" fmla="*/ 595830 w 595959"/>
                  <a:gd name="connsiteY2" fmla="*/ 101567 h 143749"/>
                  <a:gd name="connsiteX3" fmla="*/ 131 w 595959"/>
                  <a:gd name="connsiteY3" fmla="*/ 143749 h 143749"/>
                  <a:gd name="connsiteX4" fmla="*/ 124 w 595959"/>
                  <a:gd name="connsiteY4" fmla="*/ 26512 h 143749"/>
                  <a:gd name="connsiteX0" fmla="*/ 124 w 595959"/>
                  <a:gd name="connsiteY0" fmla="*/ 28496 h 145733"/>
                  <a:gd name="connsiteX1" fmla="*/ 595828 w 595959"/>
                  <a:gd name="connsiteY1" fmla="*/ 6004 h 145733"/>
                  <a:gd name="connsiteX2" fmla="*/ 595830 w 595959"/>
                  <a:gd name="connsiteY2" fmla="*/ 103551 h 145733"/>
                  <a:gd name="connsiteX3" fmla="*/ 131 w 595959"/>
                  <a:gd name="connsiteY3" fmla="*/ 145733 h 145733"/>
                  <a:gd name="connsiteX4" fmla="*/ 124 w 595959"/>
                  <a:gd name="connsiteY4" fmla="*/ 28496 h 14573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856"/>
                  <a:gd name="connsiteY0" fmla="*/ 41841 h 159078"/>
                  <a:gd name="connsiteX1" fmla="*/ 591261 w 595856"/>
                  <a:gd name="connsiteY1" fmla="*/ 0 h 159078"/>
                  <a:gd name="connsiteX2" fmla="*/ 595830 w 595856"/>
                  <a:gd name="connsiteY2" fmla="*/ 116896 h 159078"/>
                  <a:gd name="connsiteX3" fmla="*/ 131 w 595856"/>
                  <a:gd name="connsiteY3" fmla="*/ 159078 h 159078"/>
                  <a:gd name="connsiteX4" fmla="*/ 124 w 595856"/>
                  <a:gd name="connsiteY4" fmla="*/ 41841 h 159078"/>
                  <a:gd name="connsiteX0" fmla="*/ 124 w 595959"/>
                  <a:gd name="connsiteY0" fmla="*/ 41841 h 159078"/>
                  <a:gd name="connsiteX1" fmla="*/ 595828 w 595959"/>
                  <a:gd name="connsiteY1" fmla="*/ 0 h 159078"/>
                  <a:gd name="connsiteX2" fmla="*/ 595830 w 595959"/>
                  <a:gd name="connsiteY2" fmla="*/ 116896 h 159078"/>
                  <a:gd name="connsiteX3" fmla="*/ 131 w 595959"/>
                  <a:gd name="connsiteY3" fmla="*/ 159078 h 159078"/>
                  <a:gd name="connsiteX4" fmla="*/ 124 w 595959"/>
                  <a:gd name="connsiteY4" fmla="*/ 41841 h 159078"/>
                  <a:gd name="connsiteX0" fmla="*/ 124 w 597349"/>
                  <a:gd name="connsiteY0" fmla="*/ 42378 h 159615"/>
                  <a:gd name="connsiteX1" fmla="*/ 597349 w 597349"/>
                  <a:gd name="connsiteY1" fmla="*/ 0 h 159615"/>
                  <a:gd name="connsiteX2" fmla="*/ 595830 w 597349"/>
                  <a:gd name="connsiteY2" fmla="*/ 117433 h 159615"/>
                  <a:gd name="connsiteX3" fmla="*/ 131 w 597349"/>
                  <a:gd name="connsiteY3" fmla="*/ 159615 h 159615"/>
                  <a:gd name="connsiteX4" fmla="*/ 124 w 597349"/>
                  <a:gd name="connsiteY4" fmla="*/ 42378 h 159615"/>
                  <a:gd name="connsiteX0" fmla="*/ 124 w 600443"/>
                  <a:gd name="connsiteY0" fmla="*/ 42378 h 159615"/>
                  <a:gd name="connsiteX1" fmla="*/ 597349 w 600443"/>
                  <a:gd name="connsiteY1" fmla="*/ 0 h 159615"/>
                  <a:gd name="connsiteX2" fmla="*/ 600408 w 600443"/>
                  <a:gd name="connsiteY2" fmla="*/ 117433 h 159615"/>
                  <a:gd name="connsiteX3" fmla="*/ 131 w 600443"/>
                  <a:gd name="connsiteY3" fmla="*/ 159615 h 159615"/>
                  <a:gd name="connsiteX4" fmla="*/ 124 w 600443"/>
                  <a:gd name="connsiteY4" fmla="*/ 42378 h 159615"/>
                  <a:gd name="connsiteX0" fmla="*/ 124 w 600537"/>
                  <a:gd name="connsiteY0" fmla="*/ 42378 h 159615"/>
                  <a:gd name="connsiteX1" fmla="*/ 600401 w 600537"/>
                  <a:gd name="connsiteY1" fmla="*/ 0 h 159615"/>
                  <a:gd name="connsiteX2" fmla="*/ 600408 w 600537"/>
                  <a:gd name="connsiteY2" fmla="*/ 117433 h 159615"/>
                  <a:gd name="connsiteX3" fmla="*/ 131 w 600537"/>
                  <a:gd name="connsiteY3" fmla="*/ 159615 h 159615"/>
                  <a:gd name="connsiteX4" fmla="*/ 124 w 600537"/>
                  <a:gd name="connsiteY4" fmla="*/ 42378 h 1596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00537" h="159615">
                    <a:moveTo>
                      <a:pt x="124" y="42378"/>
                    </a:moveTo>
                    <a:cubicBezTo>
                      <a:pt x="296414" y="-50243"/>
                      <a:pt x="418111" y="75773"/>
                      <a:pt x="600401" y="0"/>
                    </a:cubicBezTo>
                    <a:cubicBezTo>
                      <a:pt x="599951" y="33260"/>
                      <a:pt x="600858" y="84173"/>
                      <a:pt x="600408" y="117433"/>
                    </a:cubicBezTo>
                    <a:cubicBezTo>
                      <a:pt x="395490" y="192726"/>
                      <a:pt x="285331" y="62551"/>
                      <a:pt x="131" y="159615"/>
                    </a:cubicBezTo>
                    <a:cubicBezTo>
                      <a:pt x="-323" y="114566"/>
                      <a:pt x="578" y="87427"/>
                      <a:pt x="124" y="42378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</a:schemeClr>
              </a:solidFill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38" name="矩形 1174">
                <a:extLst>
                  <a:ext uri="{FF2B5EF4-FFF2-40B4-BE49-F238E27FC236}">
                    <a16:creationId xmlns:a16="http://schemas.microsoft.com/office/drawing/2014/main" id="{74CB673C-C0D4-7EDF-FB01-710931A7A813}"/>
                  </a:ext>
                </a:extLst>
              </p:cNvPr>
              <p:cNvSpPr/>
              <p:nvPr/>
            </p:nvSpPr>
            <p:spPr>
              <a:xfrm rot="10800000">
                <a:off x="5041542" y="6890402"/>
                <a:ext cx="618706" cy="226680"/>
              </a:xfrm>
              <a:custGeom>
                <a:avLst/>
                <a:gdLst>
                  <a:gd name="connsiteX0" fmla="*/ 0 w 595706"/>
                  <a:gd name="connsiteY0" fmla="*/ 0 h 92965"/>
                  <a:gd name="connsiteX1" fmla="*/ 595706 w 595706"/>
                  <a:gd name="connsiteY1" fmla="*/ 0 h 92965"/>
                  <a:gd name="connsiteX2" fmla="*/ 595706 w 595706"/>
                  <a:gd name="connsiteY2" fmla="*/ 92965 h 92965"/>
                  <a:gd name="connsiteX3" fmla="*/ 0 w 595706"/>
                  <a:gd name="connsiteY3" fmla="*/ 92965 h 92965"/>
                  <a:gd name="connsiteX4" fmla="*/ 0 w 595706"/>
                  <a:gd name="connsiteY4" fmla="*/ 0 h 92965"/>
                  <a:gd name="connsiteX0" fmla="*/ 0 w 595706"/>
                  <a:gd name="connsiteY0" fmla="*/ 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0 h 135147"/>
                  <a:gd name="connsiteX0" fmla="*/ 0 w 595706"/>
                  <a:gd name="connsiteY0" fmla="*/ 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0 h 135147"/>
                  <a:gd name="connsiteX0" fmla="*/ 0 w 595706"/>
                  <a:gd name="connsiteY0" fmla="*/ 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0 h 135147"/>
                  <a:gd name="connsiteX0" fmla="*/ 0 w 595706"/>
                  <a:gd name="connsiteY0" fmla="*/ 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0 h 135147"/>
                  <a:gd name="connsiteX0" fmla="*/ 1422 w 594406"/>
                  <a:gd name="connsiteY0" fmla="*/ 21376 h 135147"/>
                  <a:gd name="connsiteX1" fmla="*/ 594406 w 594406"/>
                  <a:gd name="connsiteY1" fmla="*/ 0 h 135147"/>
                  <a:gd name="connsiteX2" fmla="*/ 594406 w 594406"/>
                  <a:gd name="connsiteY2" fmla="*/ 92965 h 135147"/>
                  <a:gd name="connsiteX3" fmla="*/ 61 w 594406"/>
                  <a:gd name="connsiteY3" fmla="*/ 135147 h 135147"/>
                  <a:gd name="connsiteX4" fmla="*/ 1422 w 594406"/>
                  <a:gd name="connsiteY4" fmla="*/ 21376 h 135147"/>
                  <a:gd name="connsiteX0" fmla="*/ 1422 w 594406"/>
                  <a:gd name="connsiteY0" fmla="*/ 15599 h 135147"/>
                  <a:gd name="connsiteX1" fmla="*/ 594406 w 594406"/>
                  <a:gd name="connsiteY1" fmla="*/ 0 h 135147"/>
                  <a:gd name="connsiteX2" fmla="*/ 594406 w 594406"/>
                  <a:gd name="connsiteY2" fmla="*/ 92965 h 135147"/>
                  <a:gd name="connsiteX3" fmla="*/ 61 w 594406"/>
                  <a:gd name="connsiteY3" fmla="*/ 135147 h 135147"/>
                  <a:gd name="connsiteX4" fmla="*/ 1422 w 594406"/>
                  <a:gd name="connsiteY4" fmla="*/ 15599 h 135147"/>
                  <a:gd name="connsiteX0" fmla="*/ 131 w 594476"/>
                  <a:gd name="connsiteY0" fmla="*/ 4622 h 135147"/>
                  <a:gd name="connsiteX1" fmla="*/ 594476 w 594476"/>
                  <a:gd name="connsiteY1" fmla="*/ 0 h 135147"/>
                  <a:gd name="connsiteX2" fmla="*/ 594476 w 594476"/>
                  <a:gd name="connsiteY2" fmla="*/ 92965 h 135147"/>
                  <a:gd name="connsiteX3" fmla="*/ 131 w 594476"/>
                  <a:gd name="connsiteY3" fmla="*/ 135147 h 135147"/>
                  <a:gd name="connsiteX4" fmla="*/ 131 w 594476"/>
                  <a:gd name="connsiteY4" fmla="*/ 4622 h 135147"/>
                  <a:gd name="connsiteX0" fmla="*/ 0 w 595706"/>
                  <a:gd name="connsiteY0" fmla="*/ 1791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17910 h 135147"/>
                  <a:gd name="connsiteX0" fmla="*/ 0 w 595706"/>
                  <a:gd name="connsiteY0" fmla="*/ 1791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17910 h 135147"/>
                  <a:gd name="connsiteX0" fmla="*/ 0 w 595706"/>
                  <a:gd name="connsiteY0" fmla="*/ 1791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17910 h 135147"/>
                  <a:gd name="connsiteX0" fmla="*/ 0 w 595706"/>
                  <a:gd name="connsiteY0" fmla="*/ 1791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17910 h 135147"/>
                  <a:gd name="connsiteX0" fmla="*/ 0 w 595706"/>
                  <a:gd name="connsiteY0" fmla="*/ 22423 h 139660"/>
                  <a:gd name="connsiteX1" fmla="*/ 595706 w 595706"/>
                  <a:gd name="connsiteY1" fmla="*/ 4513 h 139660"/>
                  <a:gd name="connsiteX2" fmla="*/ 595706 w 595706"/>
                  <a:gd name="connsiteY2" fmla="*/ 97478 h 139660"/>
                  <a:gd name="connsiteX3" fmla="*/ 1361 w 595706"/>
                  <a:gd name="connsiteY3" fmla="*/ 139660 h 139660"/>
                  <a:gd name="connsiteX4" fmla="*/ 0 w 595706"/>
                  <a:gd name="connsiteY4" fmla="*/ 22423 h 139660"/>
                  <a:gd name="connsiteX0" fmla="*/ 0 w 595706"/>
                  <a:gd name="connsiteY0" fmla="*/ 26413 h 143650"/>
                  <a:gd name="connsiteX1" fmla="*/ 595706 w 595706"/>
                  <a:gd name="connsiteY1" fmla="*/ 8503 h 143650"/>
                  <a:gd name="connsiteX2" fmla="*/ 595706 w 595706"/>
                  <a:gd name="connsiteY2" fmla="*/ 101468 h 143650"/>
                  <a:gd name="connsiteX3" fmla="*/ 1361 w 595706"/>
                  <a:gd name="connsiteY3" fmla="*/ 143650 h 143650"/>
                  <a:gd name="connsiteX4" fmla="*/ 0 w 595706"/>
                  <a:gd name="connsiteY4" fmla="*/ 26413 h 143650"/>
                  <a:gd name="connsiteX0" fmla="*/ 0 w 595706"/>
                  <a:gd name="connsiteY0" fmla="*/ 21286 h 138523"/>
                  <a:gd name="connsiteX1" fmla="*/ 595706 w 595706"/>
                  <a:gd name="connsiteY1" fmla="*/ 3376 h 138523"/>
                  <a:gd name="connsiteX2" fmla="*/ 595706 w 595706"/>
                  <a:gd name="connsiteY2" fmla="*/ 96341 h 138523"/>
                  <a:gd name="connsiteX3" fmla="*/ 1361 w 595706"/>
                  <a:gd name="connsiteY3" fmla="*/ 138523 h 138523"/>
                  <a:gd name="connsiteX4" fmla="*/ 0 w 595706"/>
                  <a:gd name="connsiteY4" fmla="*/ 21286 h 138523"/>
                  <a:gd name="connsiteX0" fmla="*/ 0 w 595706"/>
                  <a:gd name="connsiteY0" fmla="*/ 22534 h 139771"/>
                  <a:gd name="connsiteX1" fmla="*/ 595706 w 595706"/>
                  <a:gd name="connsiteY1" fmla="*/ 4624 h 139771"/>
                  <a:gd name="connsiteX2" fmla="*/ 595706 w 595706"/>
                  <a:gd name="connsiteY2" fmla="*/ 97589 h 139771"/>
                  <a:gd name="connsiteX3" fmla="*/ 1361 w 595706"/>
                  <a:gd name="connsiteY3" fmla="*/ 139771 h 139771"/>
                  <a:gd name="connsiteX4" fmla="*/ 0 w 595706"/>
                  <a:gd name="connsiteY4" fmla="*/ 22534 h 139771"/>
                  <a:gd name="connsiteX0" fmla="*/ 0 w 595706"/>
                  <a:gd name="connsiteY0" fmla="*/ 23494 h 140731"/>
                  <a:gd name="connsiteX1" fmla="*/ 595706 w 595706"/>
                  <a:gd name="connsiteY1" fmla="*/ 2118 h 140731"/>
                  <a:gd name="connsiteX2" fmla="*/ 595706 w 595706"/>
                  <a:gd name="connsiteY2" fmla="*/ 98549 h 140731"/>
                  <a:gd name="connsiteX3" fmla="*/ 1361 w 595706"/>
                  <a:gd name="connsiteY3" fmla="*/ 140731 h 140731"/>
                  <a:gd name="connsiteX4" fmla="*/ 0 w 595706"/>
                  <a:gd name="connsiteY4" fmla="*/ 23494 h 140731"/>
                  <a:gd name="connsiteX0" fmla="*/ 0 w 595706"/>
                  <a:gd name="connsiteY0" fmla="*/ 23494 h 140731"/>
                  <a:gd name="connsiteX1" fmla="*/ 595706 w 595706"/>
                  <a:gd name="connsiteY1" fmla="*/ 2118 h 140731"/>
                  <a:gd name="connsiteX2" fmla="*/ 595706 w 595706"/>
                  <a:gd name="connsiteY2" fmla="*/ 98549 h 140731"/>
                  <a:gd name="connsiteX3" fmla="*/ 1361 w 595706"/>
                  <a:gd name="connsiteY3" fmla="*/ 140731 h 140731"/>
                  <a:gd name="connsiteX4" fmla="*/ 0 w 595706"/>
                  <a:gd name="connsiteY4" fmla="*/ 23494 h 140731"/>
                  <a:gd name="connsiteX0" fmla="*/ 0 w 595706"/>
                  <a:gd name="connsiteY0" fmla="*/ 25030 h 142267"/>
                  <a:gd name="connsiteX1" fmla="*/ 595706 w 595706"/>
                  <a:gd name="connsiteY1" fmla="*/ 3654 h 142267"/>
                  <a:gd name="connsiteX2" fmla="*/ 595706 w 595706"/>
                  <a:gd name="connsiteY2" fmla="*/ 100085 h 142267"/>
                  <a:gd name="connsiteX3" fmla="*/ 1361 w 595706"/>
                  <a:gd name="connsiteY3" fmla="*/ 142267 h 142267"/>
                  <a:gd name="connsiteX4" fmla="*/ 0 w 595706"/>
                  <a:gd name="connsiteY4" fmla="*/ 25030 h 142267"/>
                  <a:gd name="connsiteX0" fmla="*/ 0 w 595706"/>
                  <a:gd name="connsiteY0" fmla="*/ 22091 h 139328"/>
                  <a:gd name="connsiteX1" fmla="*/ 595706 w 595706"/>
                  <a:gd name="connsiteY1" fmla="*/ 715 h 139328"/>
                  <a:gd name="connsiteX2" fmla="*/ 595706 w 595706"/>
                  <a:gd name="connsiteY2" fmla="*/ 97146 h 139328"/>
                  <a:gd name="connsiteX3" fmla="*/ 1361 w 595706"/>
                  <a:gd name="connsiteY3" fmla="*/ 139328 h 139328"/>
                  <a:gd name="connsiteX4" fmla="*/ 0 w 595706"/>
                  <a:gd name="connsiteY4" fmla="*/ 22091 h 139328"/>
                  <a:gd name="connsiteX0" fmla="*/ 0 w 595706"/>
                  <a:gd name="connsiteY0" fmla="*/ 23573 h 140810"/>
                  <a:gd name="connsiteX1" fmla="*/ 595706 w 595706"/>
                  <a:gd name="connsiteY1" fmla="*/ 2197 h 140810"/>
                  <a:gd name="connsiteX2" fmla="*/ 595706 w 595706"/>
                  <a:gd name="connsiteY2" fmla="*/ 98628 h 140810"/>
                  <a:gd name="connsiteX3" fmla="*/ 1361 w 595706"/>
                  <a:gd name="connsiteY3" fmla="*/ 140810 h 140810"/>
                  <a:gd name="connsiteX4" fmla="*/ 0 w 595706"/>
                  <a:gd name="connsiteY4" fmla="*/ 23573 h 140810"/>
                  <a:gd name="connsiteX0" fmla="*/ 0 w 595706"/>
                  <a:gd name="connsiteY0" fmla="*/ 21908 h 139145"/>
                  <a:gd name="connsiteX1" fmla="*/ 595706 w 595706"/>
                  <a:gd name="connsiteY1" fmla="*/ 532 h 139145"/>
                  <a:gd name="connsiteX2" fmla="*/ 595706 w 595706"/>
                  <a:gd name="connsiteY2" fmla="*/ 96963 h 139145"/>
                  <a:gd name="connsiteX3" fmla="*/ 1361 w 595706"/>
                  <a:gd name="connsiteY3" fmla="*/ 139145 h 139145"/>
                  <a:gd name="connsiteX4" fmla="*/ 0 w 595706"/>
                  <a:gd name="connsiteY4" fmla="*/ 21908 h 139145"/>
                  <a:gd name="connsiteX0" fmla="*/ 0 w 595706"/>
                  <a:gd name="connsiteY0" fmla="*/ 23863 h 141100"/>
                  <a:gd name="connsiteX1" fmla="*/ 595706 w 595706"/>
                  <a:gd name="connsiteY1" fmla="*/ 2487 h 141100"/>
                  <a:gd name="connsiteX2" fmla="*/ 595706 w 595706"/>
                  <a:gd name="connsiteY2" fmla="*/ 98918 h 141100"/>
                  <a:gd name="connsiteX3" fmla="*/ 1361 w 595706"/>
                  <a:gd name="connsiteY3" fmla="*/ 141100 h 141100"/>
                  <a:gd name="connsiteX4" fmla="*/ 0 w 595706"/>
                  <a:gd name="connsiteY4" fmla="*/ 23863 h 141100"/>
                  <a:gd name="connsiteX0" fmla="*/ 0 w 595706"/>
                  <a:gd name="connsiteY0" fmla="*/ 24472 h 141709"/>
                  <a:gd name="connsiteX1" fmla="*/ 595706 w 595706"/>
                  <a:gd name="connsiteY1" fmla="*/ 3096 h 141709"/>
                  <a:gd name="connsiteX2" fmla="*/ 595706 w 595706"/>
                  <a:gd name="connsiteY2" fmla="*/ 99527 h 141709"/>
                  <a:gd name="connsiteX3" fmla="*/ 1361 w 595706"/>
                  <a:gd name="connsiteY3" fmla="*/ 141709 h 141709"/>
                  <a:gd name="connsiteX4" fmla="*/ 0 w 595706"/>
                  <a:gd name="connsiteY4" fmla="*/ 24472 h 141709"/>
                  <a:gd name="connsiteX0" fmla="*/ 0 w 595706"/>
                  <a:gd name="connsiteY0" fmla="*/ 24267 h 141504"/>
                  <a:gd name="connsiteX1" fmla="*/ 595706 w 595706"/>
                  <a:gd name="connsiteY1" fmla="*/ 2891 h 141504"/>
                  <a:gd name="connsiteX2" fmla="*/ 595706 w 595706"/>
                  <a:gd name="connsiteY2" fmla="*/ 99322 h 141504"/>
                  <a:gd name="connsiteX3" fmla="*/ 1361 w 595706"/>
                  <a:gd name="connsiteY3" fmla="*/ 141504 h 141504"/>
                  <a:gd name="connsiteX4" fmla="*/ 0 w 595706"/>
                  <a:gd name="connsiteY4" fmla="*/ 24267 h 141504"/>
                  <a:gd name="connsiteX0" fmla="*/ 0 w 595706"/>
                  <a:gd name="connsiteY0" fmla="*/ 24472 h 141709"/>
                  <a:gd name="connsiteX1" fmla="*/ 595706 w 595706"/>
                  <a:gd name="connsiteY1" fmla="*/ 3096 h 141709"/>
                  <a:gd name="connsiteX2" fmla="*/ 595706 w 595706"/>
                  <a:gd name="connsiteY2" fmla="*/ 99527 h 141709"/>
                  <a:gd name="connsiteX3" fmla="*/ 1361 w 595706"/>
                  <a:gd name="connsiteY3" fmla="*/ 141709 h 141709"/>
                  <a:gd name="connsiteX4" fmla="*/ 0 w 595706"/>
                  <a:gd name="connsiteY4" fmla="*/ 24472 h 141709"/>
                  <a:gd name="connsiteX0" fmla="*/ 0 w 595706"/>
                  <a:gd name="connsiteY0" fmla="*/ 24472 h 141709"/>
                  <a:gd name="connsiteX1" fmla="*/ 594353 w 595706"/>
                  <a:gd name="connsiteY1" fmla="*/ 3096 h 141709"/>
                  <a:gd name="connsiteX2" fmla="*/ 595706 w 595706"/>
                  <a:gd name="connsiteY2" fmla="*/ 99527 h 141709"/>
                  <a:gd name="connsiteX3" fmla="*/ 1361 w 595706"/>
                  <a:gd name="connsiteY3" fmla="*/ 141709 h 141709"/>
                  <a:gd name="connsiteX4" fmla="*/ 0 w 595706"/>
                  <a:gd name="connsiteY4" fmla="*/ 24472 h 141709"/>
                  <a:gd name="connsiteX0" fmla="*/ 124 w 595830"/>
                  <a:gd name="connsiteY0" fmla="*/ 24472 h 141709"/>
                  <a:gd name="connsiteX1" fmla="*/ 594477 w 595830"/>
                  <a:gd name="connsiteY1" fmla="*/ 3096 h 141709"/>
                  <a:gd name="connsiteX2" fmla="*/ 595830 w 595830"/>
                  <a:gd name="connsiteY2" fmla="*/ 99527 h 141709"/>
                  <a:gd name="connsiteX3" fmla="*/ 131 w 595830"/>
                  <a:gd name="connsiteY3" fmla="*/ 141709 h 141709"/>
                  <a:gd name="connsiteX4" fmla="*/ 124 w 595830"/>
                  <a:gd name="connsiteY4" fmla="*/ 24472 h 141709"/>
                  <a:gd name="connsiteX0" fmla="*/ 124 w 597179"/>
                  <a:gd name="connsiteY0" fmla="*/ 25207 h 142444"/>
                  <a:gd name="connsiteX1" fmla="*/ 597179 w 597179"/>
                  <a:gd name="connsiteY1" fmla="*/ 481 h 142444"/>
                  <a:gd name="connsiteX2" fmla="*/ 595830 w 597179"/>
                  <a:gd name="connsiteY2" fmla="*/ 100262 h 142444"/>
                  <a:gd name="connsiteX3" fmla="*/ 131 w 597179"/>
                  <a:gd name="connsiteY3" fmla="*/ 142444 h 142444"/>
                  <a:gd name="connsiteX4" fmla="*/ 124 w 597179"/>
                  <a:gd name="connsiteY4" fmla="*/ 25207 h 142444"/>
                  <a:gd name="connsiteX0" fmla="*/ 124 w 595889"/>
                  <a:gd name="connsiteY0" fmla="*/ 25842 h 143079"/>
                  <a:gd name="connsiteX1" fmla="*/ 594477 w 595889"/>
                  <a:gd name="connsiteY1" fmla="*/ 0 h 143079"/>
                  <a:gd name="connsiteX2" fmla="*/ 595830 w 595889"/>
                  <a:gd name="connsiteY2" fmla="*/ 100897 h 143079"/>
                  <a:gd name="connsiteX3" fmla="*/ 131 w 595889"/>
                  <a:gd name="connsiteY3" fmla="*/ 143079 h 143079"/>
                  <a:gd name="connsiteX4" fmla="*/ 124 w 595889"/>
                  <a:gd name="connsiteY4" fmla="*/ 25842 h 143079"/>
                  <a:gd name="connsiteX0" fmla="*/ 124 w 595889"/>
                  <a:gd name="connsiteY0" fmla="*/ 24713 h 141950"/>
                  <a:gd name="connsiteX1" fmla="*/ 594477 w 595889"/>
                  <a:gd name="connsiteY1" fmla="*/ 2221 h 141950"/>
                  <a:gd name="connsiteX2" fmla="*/ 595830 w 595889"/>
                  <a:gd name="connsiteY2" fmla="*/ 99768 h 141950"/>
                  <a:gd name="connsiteX3" fmla="*/ 131 w 595889"/>
                  <a:gd name="connsiteY3" fmla="*/ 141950 h 141950"/>
                  <a:gd name="connsiteX4" fmla="*/ 124 w 595889"/>
                  <a:gd name="connsiteY4" fmla="*/ 24713 h 141950"/>
                  <a:gd name="connsiteX0" fmla="*/ 124 w 595959"/>
                  <a:gd name="connsiteY0" fmla="*/ 24713 h 141950"/>
                  <a:gd name="connsiteX1" fmla="*/ 595828 w 595959"/>
                  <a:gd name="connsiteY1" fmla="*/ 2221 h 141950"/>
                  <a:gd name="connsiteX2" fmla="*/ 595830 w 595959"/>
                  <a:gd name="connsiteY2" fmla="*/ 99768 h 141950"/>
                  <a:gd name="connsiteX3" fmla="*/ 131 w 595959"/>
                  <a:gd name="connsiteY3" fmla="*/ 141950 h 141950"/>
                  <a:gd name="connsiteX4" fmla="*/ 124 w 595959"/>
                  <a:gd name="connsiteY4" fmla="*/ 24713 h 141950"/>
                  <a:gd name="connsiteX0" fmla="*/ 124 w 595959"/>
                  <a:gd name="connsiteY0" fmla="*/ 24925 h 142162"/>
                  <a:gd name="connsiteX1" fmla="*/ 595828 w 595959"/>
                  <a:gd name="connsiteY1" fmla="*/ 2433 h 142162"/>
                  <a:gd name="connsiteX2" fmla="*/ 595830 w 595959"/>
                  <a:gd name="connsiteY2" fmla="*/ 99980 h 142162"/>
                  <a:gd name="connsiteX3" fmla="*/ 131 w 595959"/>
                  <a:gd name="connsiteY3" fmla="*/ 142162 h 142162"/>
                  <a:gd name="connsiteX4" fmla="*/ 124 w 595959"/>
                  <a:gd name="connsiteY4" fmla="*/ 24925 h 142162"/>
                  <a:gd name="connsiteX0" fmla="*/ 124 w 595959"/>
                  <a:gd name="connsiteY0" fmla="*/ 22492 h 139729"/>
                  <a:gd name="connsiteX1" fmla="*/ 595828 w 595959"/>
                  <a:gd name="connsiteY1" fmla="*/ 0 h 139729"/>
                  <a:gd name="connsiteX2" fmla="*/ 595830 w 595959"/>
                  <a:gd name="connsiteY2" fmla="*/ 97547 h 139729"/>
                  <a:gd name="connsiteX3" fmla="*/ 131 w 595959"/>
                  <a:gd name="connsiteY3" fmla="*/ 139729 h 139729"/>
                  <a:gd name="connsiteX4" fmla="*/ 124 w 595959"/>
                  <a:gd name="connsiteY4" fmla="*/ 22492 h 139729"/>
                  <a:gd name="connsiteX0" fmla="*/ 124 w 595959"/>
                  <a:gd name="connsiteY0" fmla="*/ 25585 h 142822"/>
                  <a:gd name="connsiteX1" fmla="*/ 595828 w 595959"/>
                  <a:gd name="connsiteY1" fmla="*/ 3093 h 142822"/>
                  <a:gd name="connsiteX2" fmla="*/ 595830 w 595959"/>
                  <a:gd name="connsiteY2" fmla="*/ 100640 h 142822"/>
                  <a:gd name="connsiteX3" fmla="*/ 131 w 595959"/>
                  <a:gd name="connsiteY3" fmla="*/ 142822 h 142822"/>
                  <a:gd name="connsiteX4" fmla="*/ 124 w 595959"/>
                  <a:gd name="connsiteY4" fmla="*/ 25585 h 142822"/>
                  <a:gd name="connsiteX0" fmla="*/ 124 w 595959"/>
                  <a:gd name="connsiteY0" fmla="*/ 25585 h 142822"/>
                  <a:gd name="connsiteX1" fmla="*/ 595828 w 595959"/>
                  <a:gd name="connsiteY1" fmla="*/ 3093 h 142822"/>
                  <a:gd name="connsiteX2" fmla="*/ 595830 w 595959"/>
                  <a:gd name="connsiteY2" fmla="*/ 100640 h 142822"/>
                  <a:gd name="connsiteX3" fmla="*/ 131 w 595959"/>
                  <a:gd name="connsiteY3" fmla="*/ 142822 h 142822"/>
                  <a:gd name="connsiteX4" fmla="*/ 124 w 595959"/>
                  <a:gd name="connsiteY4" fmla="*/ 25585 h 142822"/>
                  <a:gd name="connsiteX0" fmla="*/ 124 w 595959"/>
                  <a:gd name="connsiteY0" fmla="*/ 26512 h 143749"/>
                  <a:gd name="connsiteX1" fmla="*/ 595828 w 595959"/>
                  <a:gd name="connsiteY1" fmla="*/ 4020 h 143749"/>
                  <a:gd name="connsiteX2" fmla="*/ 595830 w 595959"/>
                  <a:gd name="connsiteY2" fmla="*/ 101567 h 143749"/>
                  <a:gd name="connsiteX3" fmla="*/ 131 w 595959"/>
                  <a:gd name="connsiteY3" fmla="*/ 143749 h 143749"/>
                  <a:gd name="connsiteX4" fmla="*/ 124 w 595959"/>
                  <a:gd name="connsiteY4" fmla="*/ 26512 h 143749"/>
                  <a:gd name="connsiteX0" fmla="*/ 124 w 595959"/>
                  <a:gd name="connsiteY0" fmla="*/ 26512 h 143749"/>
                  <a:gd name="connsiteX1" fmla="*/ 595828 w 595959"/>
                  <a:gd name="connsiteY1" fmla="*/ 4020 h 143749"/>
                  <a:gd name="connsiteX2" fmla="*/ 595830 w 595959"/>
                  <a:gd name="connsiteY2" fmla="*/ 101567 h 143749"/>
                  <a:gd name="connsiteX3" fmla="*/ 131 w 595959"/>
                  <a:gd name="connsiteY3" fmla="*/ 143749 h 143749"/>
                  <a:gd name="connsiteX4" fmla="*/ 124 w 595959"/>
                  <a:gd name="connsiteY4" fmla="*/ 26512 h 143749"/>
                  <a:gd name="connsiteX0" fmla="*/ 124 w 595959"/>
                  <a:gd name="connsiteY0" fmla="*/ 28496 h 145733"/>
                  <a:gd name="connsiteX1" fmla="*/ 595828 w 595959"/>
                  <a:gd name="connsiteY1" fmla="*/ 6004 h 145733"/>
                  <a:gd name="connsiteX2" fmla="*/ 595830 w 595959"/>
                  <a:gd name="connsiteY2" fmla="*/ 103551 h 145733"/>
                  <a:gd name="connsiteX3" fmla="*/ 131 w 595959"/>
                  <a:gd name="connsiteY3" fmla="*/ 145733 h 145733"/>
                  <a:gd name="connsiteX4" fmla="*/ 124 w 595959"/>
                  <a:gd name="connsiteY4" fmla="*/ 28496 h 14573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856"/>
                  <a:gd name="connsiteY0" fmla="*/ 41841 h 159078"/>
                  <a:gd name="connsiteX1" fmla="*/ 591261 w 595856"/>
                  <a:gd name="connsiteY1" fmla="*/ 0 h 159078"/>
                  <a:gd name="connsiteX2" fmla="*/ 595830 w 595856"/>
                  <a:gd name="connsiteY2" fmla="*/ 116896 h 159078"/>
                  <a:gd name="connsiteX3" fmla="*/ 131 w 595856"/>
                  <a:gd name="connsiteY3" fmla="*/ 159078 h 159078"/>
                  <a:gd name="connsiteX4" fmla="*/ 124 w 595856"/>
                  <a:gd name="connsiteY4" fmla="*/ 41841 h 159078"/>
                  <a:gd name="connsiteX0" fmla="*/ 124 w 595959"/>
                  <a:gd name="connsiteY0" fmla="*/ 41841 h 159078"/>
                  <a:gd name="connsiteX1" fmla="*/ 595828 w 595959"/>
                  <a:gd name="connsiteY1" fmla="*/ 0 h 159078"/>
                  <a:gd name="connsiteX2" fmla="*/ 595830 w 595959"/>
                  <a:gd name="connsiteY2" fmla="*/ 116896 h 159078"/>
                  <a:gd name="connsiteX3" fmla="*/ 131 w 595959"/>
                  <a:gd name="connsiteY3" fmla="*/ 159078 h 159078"/>
                  <a:gd name="connsiteX4" fmla="*/ 124 w 595959"/>
                  <a:gd name="connsiteY4" fmla="*/ 41841 h 159078"/>
                  <a:gd name="connsiteX0" fmla="*/ 124 w 597349"/>
                  <a:gd name="connsiteY0" fmla="*/ 42378 h 159615"/>
                  <a:gd name="connsiteX1" fmla="*/ 597349 w 597349"/>
                  <a:gd name="connsiteY1" fmla="*/ 0 h 159615"/>
                  <a:gd name="connsiteX2" fmla="*/ 595830 w 597349"/>
                  <a:gd name="connsiteY2" fmla="*/ 117433 h 159615"/>
                  <a:gd name="connsiteX3" fmla="*/ 131 w 597349"/>
                  <a:gd name="connsiteY3" fmla="*/ 159615 h 159615"/>
                  <a:gd name="connsiteX4" fmla="*/ 124 w 597349"/>
                  <a:gd name="connsiteY4" fmla="*/ 42378 h 159615"/>
                  <a:gd name="connsiteX0" fmla="*/ 124 w 600443"/>
                  <a:gd name="connsiteY0" fmla="*/ 42378 h 159615"/>
                  <a:gd name="connsiteX1" fmla="*/ 597349 w 600443"/>
                  <a:gd name="connsiteY1" fmla="*/ 0 h 159615"/>
                  <a:gd name="connsiteX2" fmla="*/ 600408 w 600443"/>
                  <a:gd name="connsiteY2" fmla="*/ 117433 h 159615"/>
                  <a:gd name="connsiteX3" fmla="*/ 131 w 600443"/>
                  <a:gd name="connsiteY3" fmla="*/ 159615 h 159615"/>
                  <a:gd name="connsiteX4" fmla="*/ 124 w 600443"/>
                  <a:gd name="connsiteY4" fmla="*/ 42378 h 159615"/>
                  <a:gd name="connsiteX0" fmla="*/ 124 w 600537"/>
                  <a:gd name="connsiteY0" fmla="*/ 42378 h 159615"/>
                  <a:gd name="connsiteX1" fmla="*/ 600401 w 600537"/>
                  <a:gd name="connsiteY1" fmla="*/ 0 h 159615"/>
                  <a:gd name="connsiteX2" fmla="*/ 600408 w 600537"/>
                  <a:gd name="connsiteY2" fmla="*/ 117433 h 159615"/>
                  <a:gd name="connsiteX3" fmla="*/ 131 w 600537"/>
                  <a:gd name="connsiteY3" fmla="*/ 159615 h 159615"/>
                  <a:gd name="connsiteX4" fmla="*/ 124 w 600537"/>
                  <a:gd name="connsiteY4" fmla="*/ 42378 h 1596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00537" h="159615">
                    <a:moveTo>
                      <a:pt x="124" y="42378"/>
                    </a:moveTo>
                    <a:cubicBezTo>
                      <a:pt x="296414" y="-50243"/>
                      <a:pt x="418111" y="75773"/>
                      <a:pt x="600401" y="0"/>
                    </a:cubicBezTo>
                    <a:cubicBezTo>
                      <a:pt x="599951" y="33260"/>
                      <a:pt x="600858" y="84173"/>
                      <a:pt x="600408" y="117433"/>
                    </a:cubicBezTo>
                    <a:cubicBezTo>
                      <a:pt x="395490" y="192726"/>
                      <a:pt x="285331" y="62551"/>
                      <a:pt x="131" y="159615"/>
                    </a:cubicBezTo>
                    <a:cubicBezTo>
                      <a:pt x="-323" y="114566"/>
                      <a:pt x="578" y="87427"/>
                      <a:pt x="124" y="42378"/>
                    </a:cubicBezTo>
                    <a:close/>
                  </a:path>
                </a:pathLst>
              </a:custGeom>
              <a:solidFill>
                <a:schemeClr val="accent2">
                  <a:lumMod val="40000"/>
                  <a:lumOff val="60000"/>
                </a:schemeClr>
              </a:solidFill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39" name="矩形 1174">
                <a:extLst>
                  <a:ext uri="{FF2B5EF4-FFF2-40B4-BE49-F238E27FC236}">
                    <a16:creationId xmlns:a16="http://schemas.microsoft.com/office/drawing/2014/main" id="{B217019E-479F-C93F-8C59-B443936DF58A}"/>
                  </a:ext>
                </a:extLst>
              </p:cNvPr>
              <p:cNvSpPr/>
              <p:nvPr/>
            </p:nvSpPr>
            <p:spPr>
              <a:xfrm rot="10800000">
                <a:off x="5041541" y="7045652"/>
                <a:ext cx="618707" cy="139508"/>
              </a:xfrm>
              <a:custGeom>
                <a:avLst/>
                <a:gdLst>
                  <a:gd name="connsiteX0" fmla="*/ 0 w 595706"/>
                  <a:gd name="connsiteY0" fmla="*/ 0 h 92965"/>
                  <a:gd name="connsiteX1" fmla="*/ 595706 w 595706"/>
                  <a:gd name="connsiteY1" fmla="*/ 0 h 92965"/>
                  <a:gd name="connsiteX2" fmla="*/ 595706 w 595706"/>
                  <a:gd name="connsiteY2" fmla="*/ 92965 h 92965"/>
                  <a:gd name="connsiteX3" fmla="*/ 0 w 595706"/>
                  <a:gd name="connsiteY3" fmla="*/ 92965 h 92965"/>
                  <a:gd name="connsiteX4" fmla="*/ 0 w 595706"/>
                  <a:gd name="connsiteY4" fmla="*/ 0 h 92965"/>
                  <a:gd name="connsiteX0" fmla="*/ 0 w 595706"/>
                  <a:gd name="connsiteY0" fmla="*/ 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0 h 135147"/>
                  <a:gd name="connsiteX0" fmla="*/ 0 w 595706"/>
                  <a:gd name="connsiteY0" fmla="*/ 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0 h 135147"/>
                  <a:gd name="connsiteX0" fmla="*/ 0 w 595706"/>
                  <a:gd name="connsiteY0" fmla="*/ 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0 h 135147"/>
                  <a:gd name="connsiteX0" fmla="*/ 0 w 595706"/>
                  <a:gd name="connsiteY0" fmla="*/ 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0 h 135147"/>
                  <a:gd name="connsiteX0" fmla="*/ 131 w 595837"/>
                  <a:gd name="connsiteY0" fmla="*/ 0 h 148754"/>
                  <a:gd name="connsiteX1" fmla="*/ 595837 w 595837"/>
                  <a:gd name="connsiteY1" fmla="*/ 0 h 148754"/>
                  <a:gd name="connsiteX2" fmla="*/ 595837 w 595837"/>
                  <a:gd name="connsiteY2" fmla="*/ 92965 h 148754"/>
                  <a:gd name="connsiteX3" fmla="*/ 131 w 595837"/>
                  <a:gd name="connsiteY3" fmla="*/ 148754 h 148754"/>
                  <a:gd name="connsiteX4" fmla="*/ 131 w 595837"/>
                  <a:gd name="connsiteY4" fmla="*/ 0 h 148754"/>
                  <a:gd name="connsiteX0" fmla="*/ 131 w 595837"/>
                  <a:gd name="connsiteY0" fmla="*/ 0 h 140590"/>
                  <a:gd name="connsiteX1" fmla="*/ 595837 w 595837"/>
                  <a:gd name="connsiteY1" fmla="*/ 0 h 140590"/>
                  <a:gd name="connsiteX2" fmla="*/ 595837 w 595837"/>
                  <a:gd name="connsiteY2" fmla="*/ 92965 h 140590"/>
                  <a:gd name="connsiteX3" fmla="*/ 131 w 595837"/>
                  <a:gd name="connsiteY3" fmla="*/ 140590 h 140590"/>
                  <a:gd name="connsiteX4" fmla="*/ 131 w 595837"/>
                  <a:gd name="connsiteY4" fmla="*/ 0 h 140590"/>
                  <a:gd name="connsiteX0" fmla="*/ 131 w 595837"/>
                  <a:gd name="connsiteY0" fmla="*/ 0 h 140590"/>
                  <a:gd name="connsiteX1" fmla="*/ 595837 w 595837"/>
                  <a:gd name="connsiteY1" fmla="*/ 0 h 140590"/>
                  <a:gd name="connsiteX2" fmla="*/ 595837 w 595837"/>
                  <a:gd name="connsiteY2" fmla="*/ 92965 h 140590"/>
                  <a:gd name="connsiteX3" fmla="*/ 131 w 595837"/>
                  <a:gd name="connsiteY3" fmla="*/ 140590 h 140590"/>
                  <a:gd name="connsiteX4" fmla="*/ 131 w 595837"/>
                  <a:gd name="connsiteY4" fmla="*/ 0 h 140590"/>
                  <a:gd name="connsiteX0" fmla="*/ 131 w 595837"/>
                  <a:gd name="connsiteY0" fmla="*/ 0 h 140590"/>
                  <a:gd name="connsiteX1" fmla="*/ 595837 w 595837"/>
                  <a:gd name="connsiteY1" fmla="*/ 0 h 140590"/>
                  <a:gd name="connsiteX2" fmla="*/ 595837 w 595837"/>
                  <a:gd name="connsiteY2" fmla="*/ 92965 h 140590"/>
                  <a:gd name="connsiteX3" fmla="*/ 131 w 595837"/>
                  <a:gd name="connsiteY3" fmla="*/ 140590 h 140590"/>
                  <a:gd name="connsiteX4" fmla="*/ 131 w 595837"/>
                  <a:gd name="connsiteY4" fmla="*/ 0 h 140590"/>
                  <a:gd name="connsiteX0" fmla="*/ 131 w 595837"/>
                  <a:gd name="connsiteY0" fmla="*/ 0 h 140590"/>
                  <a:gd name="connsiteX1" fmla="*/ 595837 w 595837"/>
                  <a:gd name="connsiteY1" fmla="*/ 0 h 140590"/>
                  <a:gd name="connsiteX2" fmla="*/ 595837 w 595837"/>
                  <a:gd name="connsiteY2" fmla="*/ 92965 h 140590"/>
                  <a:gd name="connsiteX3" fmla="*/ 131 w 595837"/>
                  <a:gd name="connsiteY3" fmla="*/ 140590 h 140590"/>
                  <a:gd name="connsiteX4" fmla="*/ 131 w 595837"/>
                  <a:gd name="connsiteY4" fmla="*/ 0 h 140590"/>
                  <a:gd name="connsiteX0" fmla="*/ 131 w 595837"/>
                  <a:gd name="connsiteY0" fmla="*/ 0 h 140590"/>
                  <a:gd name="connsiteX1" fmla="*/ 595837 w 595837"/>
                  <a:gd name="connsiteY1" fmla="*/ 0 h 140590"/>
                  <a:gd name="connsiteX2" fmla="*/ 595837 w 595837"/>
                  <a:gd name="connsiteY2" fmla="*/ 92965 h 140590"/>
                  <a:gd name="connsiteX3" fmla="*/ 131 w 595837"/>
                  <a:gd name="connsiteY3" fmla="*/ 140590 h 140590"/>
                  <a:gd name="connsiteX4" fmla="*/ 131 w 595837"/>
                  <a:gd name="connsiteY4" fmla="*/ 0 h 140590"/>
                  <a:gd name="connsiteX0" fmla="*/ 131 w 595837"/>
                  <a:gd name="connsiteY0" fmla="*/ 0 h 156571"/>
                  <a:gd name="connsiteX1" fmla="*/ 595837 w 595837"/>
                  <a:gd name="connsiteY1" fmla="*/ 0 h 156571"/>
                  <a:gd name="connsiteX2" fmla="*/ 594316 w 595837"/>
                  <a:gd name="connsiteY2" fmla="*/ 141984 h 156571"/>
                  <a:gd name="connsiteX3" fmla="*/ 131 w 595837"/>
                  <a:gd name="connsiteY3" fmla="*/ 140590 h 156571"/>
                  <a:gd name="connsiteX4" fmla="*/ 131 w 595837"/>
                  <a:gd name="connsiteY4" fmla="*/ 0 h 156571"/>
                  <a:gd name="connsiteX0" fmla="*/ 1577 w 597283"/>
                  <a:gd name="connsiteY0" fmla="*/ 0 h 271309"/>
                  <a:gd name="connsiteX1" fmla="*/ 597283 w 597283"/>
                  <a:gd name="connsiteY1" fmla="*/ 0 h 271309"/>
                  <a:gd name="connsiteX2" fmla="*/ 595762 w 597283"/>
                  <a:gd name="connsiteY2" fmla="*/ 141984 h 271309"/>
                  <a:gd name="connsiteX3" fmla="*/ 56 w 597283"/>
                  <a:gd name="connsiteY3" fmla="*/ 271309 h 271309"/>
                  <a:gd name="connsiteX4" fmla="*/ 1577 w 597283"/>
                  <a:gd name="connsiteY4" fmla="*/ 0 h 271309"/>
                  <a:gd name="connsiteX0" fmla="*/ 1577 w 597283"/>
                  <a:gd name="connsiteY0" fmla="*/ 0 h 271309"/>
                  <a:gd name="connsiteX1" fmla="*/ 597283 w 597283"/>
                  <a:gd name="connsiteY1" fmla="*/ 0 h 271309"/>
                  <a:gd name="connsiteX2" fmla="*/ 595762 w 597283"/>
                  <a:gd name="connsiteY2" fmla="*/ 141984 h 271309"/>
                  <a:gd name="connsiteX3" fmla="*/ 56 w 597283"/>
                  <a:gd name="connsiteY3" fmla="*/ 271309 h 271309"/>
                  <a:gd name="connsiteX4" fmla="*/ 1577 w 597283"/>
                  <a:gd name="connsiteY4" fmla="*/ 0 h 271309"/>
                  <a:gd name="connsiteX0" fmla="*/ 1577 w 597283"/>
                  <a:gd name="connsiteY0" fmla="*/ 0 h 271309"/>
                  <a:gd name="connsiteX1" fmla="*/ 597283 w 597283"/>
                  <a:gd name="connsiteY1" fmla="*/ 0 h 271309"/>
                  <a:gd name="connsiteX2" fmla="*/ 595762 w 597283"/>
                  <a:gd name="connsiteY2" fmla="*/ 141984 h 271309"/>
                  <a:gd name="connsiteX3" fmla="*/ 56 w 597283"/>
                  <a:gd name="connsiteY3" fmla="*/ 271309 h 271309"/>
                  <a:gd name="connsiteX4" fmla="*/ 1577 w 597283"/>
                  <a:gd name="connsiteY4" fmla="*/ 0 h 271309"/>
                  <a:gd name="connsiteX0" fmla="*/ 1577 w 597283"/>
                  <a:gd name="connsiteY0" fmla="*/ 0 h 271309"/>
                  <a:gd name="connsiteX1" fmla="*/ 597283 w 597283"/>
                  <a:gd name="connsiteY1" fmla="*/ 0 h 271309"/>
                  <a:gd name="connsiteX2" fmla="*/ 595762 w 597283"/>
                  <a:gd name="connsiteY2" fmla="*/ 141984 h 271309"/>
                  <a:gd name="connsiteX3" fmla="*/ 56 w 597283"/>
                  <a:gd name="connsiteY3" fmla="*/ 271309 h 271309"/>
                  <a:gd name="connsiteX4" fmla="*/ 1577 w 597283"/>
                  <a:gd name="connsiteY4" fmla="*/ 0 h 271309"/>
                  <a:gd name="connsiteX0" fmla="*/ 1577 w 597283"/>
                  <a:gd name="connsiteY0" fmla="*/ 0 h 271309"/>
                  <a:gd name="connsiteX1" fmla="*/ 597283 w 597283"/>
                  <a:gd name="connsiteY1" fmla="*/ 0 h 271309"/>
                  <a:gd name="connsiteX2" fmla="*/ 595762 w 597283"/>
                  <a:gd name="connsiteY2" fmla="*/ 141984 h 271309"/>
                  <a:gd name="connsiteX3" fmla="*/ 56 w 597283"/>
                  <a:gd name="connsiteY3" fmla="*/ 271309 h 271309"/>
                  <a:gd name="connsiteX4" fmla="*/ 1577 w 597283"/>
                  <a:gd name="connsiteY4" fmla="*/ 0 h 271309"/>
                  <a:gd name="connsiteX0" fmla="*/ 0 w 600949"/>
                  <a:gd name="connsiteY0" fmla="*/ 0 h 271309"/>
                  <a:gd name="connsiteX1" fmla="*/ 600949 w 600949"/>
                  <a:gd name="connsiteY1" fmla="*/ 0 h 271309"/>
                  <a:gd name="connsiteX2" fmla="*/ 599428 w 600949"/>
                  <a:gd name="connsiteY2" fmla="*/ 141984 h 271309"/>
                  <a:gd name="connsiteX3" fmla="*/ 3722 w 600949"/>
                  <a:gd name="connsiteY3" fmla="*/ 271309 h 271309"/>
                  <a:gd name="connsiteX4" fmla="*/ 0 w 600949"/>
                  <a:gd name="connsiteY4" fmla="*/ 0 h 271309"/>
                  <a:gd name="connsiteX0" fmla="*/ 0 w 599639"/>
                  <a:gd name="connsiteY0" fmla="*/ 0 h 271309"/>
                  <a:gd name="connsiteX1" fmla="*/ 599639 w 599639"/>
                  <a:gd name="connsiteY1" fmla="*/ 0 h 271309"/>
                  <a:gd name="connsiteX2" fmla="*/ 599428 w 599639"/>
                  <a:gd name="connsiteY2" fmla="*/ 141984 h 271309"/>
                  <a:gd name="connsiteX3" fmla="*/ 3722 w 599639"/>
                  <a:gd name="connsiteY3" fmla="*/ 271309 h 271309"/>
                  <a:gd name="connsiteX4" fmla="*/ 0 w 599639"/>
                  <a:gd name="connsiteY4" fmla="*/ 0 h 271309"/>
                  <a:gd name="connsiteX0" fmla="*/ 0 w 597018"/>
                  <a:gd name="connsiteY0" fmla="*/ 0 h 271309"/>
                  <a:gd name="connsiteX1" fmla="*/ 597018 w 597018"/>
                  <a:gd name="connsiteY1" fmla="*/ 0 h 271309"/>
                  <a:gd name="connsiteX2" fmla="*/ 596807 w 597018"/>
                  <a:gd name="connsiteY2" fmla="*/ 141984 h 271309"/>
                  <a:gd name="connsiteX3" fmla="*/ 1101 w 597018"/>
                  <a:gd name="connsiteY3" fmla="*/ 271309 h 271309"/>
                  <a:gd name="connsiteX4" fmla="*/ 0 w 597018"/>
                  <a:gd name="connsiteY4" fmla="*/ 0 h 271309"/>
                  <a:gd name="connsiteX0" fmla="*/ 0 w 596807"/>
                  <a:gd name="connsiteY0" fmla="*/ 0 h 271309"/>
                  <a:gd name="connsiteX1" fmla="*/ 591775 w 596807"/>
                  <a:gd name="connsiteY1" fmla="*/ 0 h 271309"/>
                  <a:gd name="connsiteX2" fmla="*/ 596807 w 596807"/>
                  <a:gd name="connsiteY2" fmla="*/ 141984 h 271309"/>
                  <a:gd name="connsiteX3" fmla="*/ 1101 w 596807"/>
                  <a:gd name="connsiteY3" fmla="*/ 271309 h 271309"/>
                  <a:gd name="connsiteX4" fmla="*/ 0 w 596807"/>
                  <a:gd name="connsiteY4" fmla="*/ 0 h 271309"/>
                  <a:gd name="connsiteX0" fmla="*/ 0 w 596807"/>
                  <a:gd name="connsiteY0" fmla="*/ 0 h 271309"/>
                  <a:gd name="connsiteX1" fmla="*/ 595708 w 596807"/>
                  <a:gd name="connsiteY1" fmla="*/ 0 h 271309"/>
                  <a:gd name="connsiteX2" fmla="*/ 596807 w 596807"/>
                  <a:gd name="connsiteY2" fmla="*/ 141984 h 271309"/>
                  <a:gd name="connsiteX3" fmla="*/ 1101 w 596807"/>
                  <a:gd name="connsiteY3" fmla="*/ 271309 h 271309"/>
                  <a:gd name="connsiteX4" fmla="*/ 0 w 596807"/>
                  <a:gd name="connsiteY4" fmla="*/ 0 h 271309"/>
                  <a:gd name="connsiteX0" fmla="*/ 0 w 595708"/>
                  <a:gd name="connsiteY0" fmla="*/ 0 h 271309"/>
                  <a:gd name="connsiteX1" fmla="*/ 595708 w 595708"/>
                  <a:gd name="connsiteY1" fmla="*/ 0 h 271309"/>
                  <a:gd name="connsiteX2" fmla="*/ 594186 w 595708"/>
                  <a:gd name="connsiteY2" fmla="*/ 141985 h 271309"/>
                  <a:gd name="connsiteX3" fmla="*/ 1101 w 595708"/>
                  <a:gd name="connsiteY3" fmla="*/ 271309 h 271309"/>
                  <a:gd name="connsiteX4" fmla="*/ 0 w 595708"/>
                  <a:gd name="connsiteY4" fmla="*/ 0 h 271309"/>
                  <a:gd name="connsiteX0" fmla="*/ 0 w 596439"/>
                  <a:gd name="connsiteY0" fmla="*/ 109083 h 380392"/>
                  <a:gd name="connsiteX1" fmla="*/ 595708 w 596439"/>
                  <a:gd name="connsiteY1" fmla="*/ 109083 h 380392"/>
                  <a:gd name="connsiteX2" fmla="*/ 594186 w 596439"/>
                  <a:gd name="connsiteY2" fmla="*/ 251068 h 380392"/>
                  <a:gd name="connsiteX3" fmla="*/ 1101 w 596439"/>
                  <a:gd name="connsiteY3" fmla="*/ 380392 h 380392"/>
                  <a:gd name="connsiteX4" fmla="*/ 0 w 596439"/>
                  <a:gd name="connsiteY4" fmla="*/ 109083 h 380392"/>
                  <a:gd name="connsiteX0" fmla="*/ 0 w 595708"/>
                  <a:gd name="connsiteY0" fmla="*/ 0 h 271309"/>
                  <a:gd name="connsiteX1" fmla="*/ 595708 w 595708"/>
                  <a:gd name="connsiteY1" fmla="*/ 0 h 271309"/>
                  <a:gd name="connsiteX2" fmla="*/ 594186 w 595708"/>
                  <a:gd name="connsiteY2" fmla="*/ 141985 h 271309"/>
                  <a:gd name="connsiteX3" fmla="*/ 1101 w 595708"/>
                  <a:gd name="connsiteY3" fmla="*/ 271309 h 271309"/>
                  <a:gd name="connsiteX4" fmla="*/ 0 w 595708"/>
                  <a:gd name="connsiteY4" fmla="*/ 0 h 271309"/>
                  <a:gd name="connsiteX0" fmla="*/ 0 w 596808"/>
                  <a:gd name="connsiteY0" fmla="*/ 0 h 271309"/>
                  <a:gd name="connsiteX1" fmla="*/ 595708 w 596808"/>
                  <a:gd name="connsiteY1" fmla="*/ 0 h 271309"/>
                  <a:gd name="connsiteX2" fmla="*/ 596808 w 596808"/>
                  <a:gd name="connsiteY2" fmla="*/ 141985 h 271309"/>
                  <a:gd name="connsiteX3" fmla="*/ 1101 w 596808"/>
                  <a:gd name="connsiteY3" fmla="*/ 271309 h 271309"/>
                  <a:gd name="connsiteX4" fmla="*/ 0 w 596808"/>
                  <a:gd name="connsiteY4" fmla="*/ 0 h 271309"/>
                  <a:gd name="connsiteX0" fmla="*/ 0 w 596808"/>
                  <a:gd name="connsiteY0" fmla="*/ 0 h 271309"/>
                  <a:gd name="connsiteX1" fmla="*/ 595708 w 596808"/>
                  <a:gd name="connsiteY1" fmla="*/ 0 h 271309"/>
                  <a:gd name="connsiteX2" fmla="*/ 596808 w 596808"/>
                  <a:gd name="connsiteY2" fmla="*/ 141985 h 271309"/>
                  <a:gd name="connsiteX3" fmla="*/ 1101 w 596808"/>
                  <a:gd name="connsiteY3" fmla="*/ 271309 h 271309"/>
                  <a:gd name="connsiteX4" fmla="*/ 0 w 596808"/>
                  <a:gd name="connsiteY4" fmla="*/ 0 h 271309"/>
                  <a:gd name="connsiteX0" fmla="*/ 0 w 596808"/>
                  <a:gd name="connsiteY0" fmla="*/ 0 h 271309"/>
                  <a:gd name="connsiteX1" fmla="*/ 595708 w 596808"/>
                  <a:gd name="connsiteY1" fmla="*/ 0 h 271309"/>
                  <a:gd name="connsiteX2" fmla="*/ 596808 w 596808"/>
                  <a:gd name="connsiteY2" fmla="*/ 141985 h 271309"/>
                  <a:gd name="connsiteX3" fmla="*/ 1101 w 596808"/>
                  <a:gd name="connsiteY3" fmla="*/ 271309 h 271309"/>
                  <a:gd name="connsiteX4" fmla="*/ 0 w 596808"/>
                  <a:gd name="connsiteY4" fmla="*/ 0 h 271309"/>
                  <a:gd name="connsiteX0" fmla="*/ 0 w 595708"/>
                  <a:gd name="connsiteY0" fmla="*/ 0 h 271309"/>
                  <a:gd name="connsiteX1" fmla="*/ 595708 w 595708"/>
                  <a:gd name="connsiteY1" fmla="*/ 0 h 271309"/>
                  <a:gd name="connsiteX2" fmla="*/ 594186 w 595708"/>
                  <a:gd name="connsiteY2" fmla="*/ 141985 h 271309"/>
                  <a:gd name="connsiteX3" fmla="*/ 1101 w 595708"/>
                  <a:gd name="connsiteY3" fmla="*/ 271309 h 271309"/>
                  <a:gd name="connsiteX4" fmla="*/ 0 w 595708"/>
                  <a:gd name="connsiteY4" fmla="*/ 0 h 271309"/>
                  <a:gd name="connsiteX0" fmla="*/ 0 w 595708"/>
                  <a:gd name="connsiteY0" fmla="*/ 0 h 271309"/>
                  <a:gd name="connsiteX1" fmla="*/ 595708 w 595708"/>
                  <a:gd name="connsiteY1" fmla="*/ 0 h 271309"/>
                  <a:gd name="connsiteX2" fmla="*/ 594186 w 595708"/>
                  <a:gd name="connsiteY2" fmla="*/ 141985 h 271309"/>
                  <a:gd name="connsiteX3" fmla="*/ 1101 w 595708"/>
                  <a:gd name="connsiteY3" fmla="*/ 271309 h 271309"/>
                  <a:gd name="connsiteX4" fmla="*/ 0 w 595708"/>
                  <a:gd name="connsiteY4" fmla="*/ 0 h 271309"/>
                  <a:gd name="connsiteX0" fmla="*/ 0 w 595936"/>
                  <a:gd name="connsiteY0" fmla="*/ 0 h 271309"/>
                  <a:gd name="connsiteX1" fmla="*/ 595708 w 595936"/>
                  <a:gd name="connsiteY1" fmla="*/ 0 h 271309"/>
                  <a:gd name="connsiteX2" fmla="*/ 594186 w 595936"/>
                  <a:gd name="connsiteY2" fmla="*/ 141985 h 271309"/>
                  <a:gd name="connsiteX3" fmla="*/ 1101 w 595936"/>
                  <a:gd name="connsiteY3" fmla="*/ 271309 h 271309"/>
                  <a:gd name="connsiteX4" fmla="*/ 0 w 595936"/>
                  <a:gd name="connsiteY4" fmla="*/ 0 h 271309"/>
                  <a:gd name="connsiteX0" fmla="*/ 319 w 596255"/>
                  <a:gd name="connsiteY0" fmla="*/ 0 h 271309"/>
                  <a:gd name="connsiteX1" fmla="*/ 596027 w 596255"/>
                  <a:gd name="connsiteY1" fmla="*/ 0 h 271309"/>
                  <a:gd name="connsiteX2" fmla="*/ 594505 w 596255"/>
                  <a:gd name="connsiteY2" fmla="*/ 141985 h 271309"/>
                  <a:gd name="connsiteX3" fmla="*/ 110 w 596255"/>
                  <a:gd name="connsiteY3" fmla="*/ 271309 h 271309"/>
                  <a:gd name="connsiteX4" fmla="*/ 319 w 596255"/>
                  <a:gd name="connsiteY4" fmla="*/ 0 h 271309"/>
                  <a:gd name="connsiteX0" fmla="*/ 0 w 595936"/>
                  <a:gd name="connsiteY0" fmla="*/ 0 h 271309"/>
                  <a:gd name="connsiteX1" fmla="*/ 595708 w 595936"/>
                  <a:gd name="connsiteY1" fmla="*/ 0 h 271309"/>
                  <a:gd name="connsiteX2" fmla="*/ 594186 w 595936"/>
                  <a:gd name="connsiteY2" fmla="*/ 141985 h 271309"/>
                  <a:gd name="connsiteX3" fmla="*/ 1101 w 595936"/>
                  <a:gd name="connsiteY3" fmla="*/ 271309 h 271309"/>
                  <a:gd name="connsiteX4" fmla="*/ 0 w 595936"/>
                  <a:gd name="connsiteY4" fmla="*/ 0 h 2713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5936" h="271309">
                    <a:moveTo>
                      <a:pt x="0" y="0"/>
                    </a:moveTo>
                    <a:lnTo>
                      <a:pt x="595708" y="0"/>
                    </a:lnTo>
                    <a:cubicBezTo>
                      <a:pt x="595708" y="30988"/>
                      <a:pt x="596806" y="39550"/>
                      <a:pt x="594186" y="141985"/>
                    </a:cubicBezTo>
                    <a:cubicBezTo>
                      <a:pt x="404809" y="352086"/>
                      <a:pt x="341643" y="22672"/>
                      <a:pt x="1101" y="271309"/>
                    </a:cubicBezTo>
                    <a:cubicBezTo>
                      <a:pt x="647" y="226260"/>
                      <a:pt x="454" y="45049"/>
                      <a:pt x="0" y="0"/>
                    </a:cubicBezTo>
                    <a:close/>
                  </a:path>
                </a:pathLst>
              </a:custGeom>
              <a:solidFill>
                <a:schemeClr val="accent6">
                  <a:lumMod val="20000"/>
                  <a:lumOff val="80000"/>
                </a:schemeClr>
              </a:solidFill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40" name="矩形 1174">
                <a:extLst>
                  <a:ext uri="{FF2B5EF4-FFF2-40B4-BE49-F238E27FC236}">
                    <a16:creationId xmlns:a16="http://schemas.microsoft.com/office/drawing/2014/main" id="{117A019A-F986-53F7-A9D2-85E109981912}"/>
                  </a:ext>
                </a:extLst>
              </p:cNvPr>
              <p:cNvSpPr/>
              <p:nvPr/>
            </p:nvSpPr>
            <p:spPr>
              <a:xfrm rot="10800000">
                <a:off x="5041542" y="6594252"/>
                <a:ext cx="618706" cy="226680"/>
              </a:xfrm>
              <a:custGeom>
                <a:avLst/>
                <a:gdLst>
                  <a:gd name="connsiteX0" fmla="*/ 0 w 595706"/>
                  <a:gd name="connsiteY0" fmla="*/ 0 h 92965"/>
                  <a:gd name="connsiteX1" fmla="*/ 595706 w 595706"/>
                  <a:gd name="connsiteY1" fmla="*/ 0 h 92965"/>
                  <a:gd name="connsiteX2" fmla="*/ 595706 w 595706"/>
                  <a:gd name="connsiteY2" fmla="*/ 92965 h 92965"/>
                  <a:gd name="connsiteX3" fmla="*/ 0 w 595706"/>
                  <a:gd name="connsiteY3" fmla="*/ 92965 h 92965"/>
                  <a:gd name="connsiteX4" fmla="*/ 0 w 595706"/>
                  <a:gd name="connsiteY4" fmla="*/ 0 h 92965"/>
                  <a:gd name="connsiteX0" fmla="*/ 0 w 595706"/>
                  <a:gd name="connsiteY0" fmla="*/ 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0 h 135147"/>
                  <a:gd name="connsiteX0" fmla="*/ 0 w 595706"/>
                  <a:gd name="connsiteY0" fmla="*/ 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0 h 135147"/>
                  <a:gd name="connsiteX0" fmla="*/ 0 w 595706"/>
                  <a:gd name="connsiteY0" fmla="*/ 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0 h 135147"/>
                  <a:gd name="connsiteX0" fmla="*/ 0 w 595706"/>
                  <a:gd name="connsiteY0" fmla="*/ 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0 h 135147"/>
                  <a:gd name="connsiteX0" fmla="*/ 1422 w 594406"/>
                  <a:gd name="connsiteY0" fmla="*/ 21376 h 135147"/>
                  <a:gd name="connsiteX1" fmla="*/ 594406 w 594406"/>
                  <a:gd name="connsiteY1" fmla="*/ 0 h 135147"/>
                  <a:gd name="connsiteX2" fmla="*/ 594406 w 594406"/>
                  <a:gd name="connsiteY2" fmla="*/ 92965 h 135147"/>
                  <a:gd name="connsiteX3" fmla="*/ 61 w 594406"/>
                  <a:gd name="connsiteY3" fmla="*/ 135147 h 135147"/>
                  <a:gd name="connsiteX4" fmla="*/ 1422 w 594406"/>
                  <a:gd name="connsiteY4" fmla="*/ 21376 h 135147"/>
                  <a:gd name="connsiteX0" fmla="*/ 1422 w 594406"/>
                  <a:gd name="connsiteY0" fmla="*/ 15599 h 135147"/>
                  <a:gd name="connsiteX1" fmla="*/ 594406 w 594406"/>
                  <a:gd name="connsiteY1" fmla="*/ 0 h 135147"/>
                  <a:gd name="connsiteX2" fmla="*/ 594406 w 594406"/>
                  <a:gd name="connsiteY2" fmla="*/ 92965 h 135147"/>
                  <a:gd name="connsiteX3" fmla="*/ 61 w 594406"/>
                  <a:gd name="connsiteY3" fmla="*/ 135147 h 135147"/>
                  <a:gd name="connsiteX4" fmla="*/ 1422 w 594406"/>
                  <a:gd name="connsiteY4" fmla="*/ 15599 h 135147"/>
                  <a:gd name="connsiteX0" fmla="*/ 131 w 594476"/>
                  <a:gd name="connsiteY0" fmla="*/ 4622 h 135147"/>
                  <a:gd name="connsiteX1" fmla="*/ 594476 w 594476"/>
                  <a:gd name="connsiteY1" fmla="*/ 0 h 135147"/>
                  <a:gd name="connsiteX2" fmla="*/ 594476 w 594476"/>
                  <a:gd name="connsiteY2" fmla="*/ 92965 h 135147"/>
                  <a:gd name="connsiteX3" fmla="*/ 131 w 594476"/>
                  <a:gd name="connsiteY3" fmla="*/ 135147 h 135147"/>
                  <a:gd name="connsiteX4" fmla="*/ 131 w 594476"/>
                  <a:gd name="connsiteY4" fmla="*/ 4622 h 135147"/>
                  <a:gd name="connsiteX0" fmla="*/ 0 w 595706"/>
                  <a:gd name="connsiteY0" fmla="*/ 1791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17910 h 135147"/>
                  <a:gd name="connsiteX0" fmla="*/ 0 w 595706"/>
                  <a:gd name="connsiteY0" fmla="*/ 1791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17910 h 135147"/>
                  <a:gd name="connsiteX0" fmla="*/ 0 w 595706"/>
                  <a:gd name="connsiteY0" fmla="*/ 1791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17910 h 135147"/>
                  <a:gd name="connsiteX0" fmla="*/ 0 w 595706"/>
                  <a:gd name="connsiteY0" fmla="*/ 1791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17910 h 135147"/>
                  <a:gd name="connsiteX0" fmla="*/ 0 w 595706"/>
                  <a:gd name="connsiteY0" fmla="*/ 22423 h 139660"/>
                  <a:gd name="connsiteX1" fmla="*/ 595706 w 595706"/>
                  <a:gd name="connsiteY1" fmla="*/ 4513 h 139660"/>
                  <a:gd name="connsiteX2" fmla="*/ 595706 w 595706"/>
                  <a:gd name="connsiteY2" fmla="*/ 97478 h 139660"/>
                  <a:gd name="connsiteX3" fmla="*/ 1361 w 595706"/>
                  <a:gd name="connsiteY3" fmla="*/ 139660 h 139660"/>
                  <a:gd name="connsiteX4" fmla="*/ 0 w 595706"/>
                  <a:gd name="connsiteY4" fmla="*/ 22423 h 139660"/>
                  <a:gd name="connsiteX0" fmla="*/ 0 w 595706"/>
                  <a:gd name="connsiteY0" fmla="*/ 26413 h 143650"/>
                  <a:gd name="connsiteX1" fmla="*/ 595706 w 595706"/>
                  <a:gd name="connsiteY1" fmla="*/ 8503 h 143650"/>
                  <a:gd name="connsiteX2" fmla="*/ 595706 w 595706"/>
                  <a:gd name="connsiteY2" fmla="*/ 101468 h 143650"/>
                  <a:gd name="connsiteX3" fmla="*/ 1361 w 595706"/>
                  <a:gd name="connsiteY3" fmla="*/ 143650 h 143650"/>
                  <a:gd name="connsiteX4" fmla="*/ 0 w 595706"/>
                  <a:gd name="connsiteY4" fmla="*/ 26413 h 143650"/>
                  <a:gd name="connsiteX0" fmla="*/ 0 w 595706"/>
                  <a:gd name="connsiteY0" fmla="*/ 21286 h 138523"/>
                  <a:gd name="connsiteX1" fmla="*/ 595706 w 595706"/>
                  <a:gd name="connsiteY1" fmla="*/ 3376 h 138523"/>
                  <a:gd name="connsiteX2" fmla="*/ 595706 w 595706"/>
                  <a:gd name="connsiteY2" fmla="*/ 96341 h 138523"/>
                  <a:gd name="connsiteX3" fmla="*/ 1361 w 595706"/>
                  <a:gd name="connsiteY3" fmla="*/ 138523 h 138523"/>
                  <a:gd name="connsiteX4" fmla="*/ 0 w 595706"/>
                  <a:gd name="connsiteY4" fmla="*/ 21286 h 138523"/>
                  <a:gd name="connsiteX0" fmla="*/ 0 w 595706"/>
                  <a:gd name="connsiteY0" fmla="*/ 22534 h 139771"/>
                  <a:gd name="connsiteX1" fmla="*/ 595706 w 595706"/>
                  <a:gd name="connsiteY1" fmla="*/ 4624 h 139771"/>
                  <a:gd name="connsiteX2" fmla="*/ 595706 w 595706"/>
                  <a:gd name="connsiteY2" fmla="*/ 97589 h 139771"/>
                  <a:gd name="connsiteX3" fmla="*/ 1361 w 595706"/>
                  <a:gd name="connsiteY3" fmla="*/ 139771 h 139771"/>
                  <a:gd name="connsiteX4" fmla="*/ 0 w 595706"/>
                  <a:gd name="connsiteY4" fmla="*/ 22534 h 139771"/>
                  <a:gd name="connsiteX0" fmla="*/ 0 w 595706"/>
                  <a:gd name="connsiteY0" fmla="*/ 23494 h 140731"/>
                  <a:gd name="connsiteX1" fmla="*/ 595706 w 595706"/>
                  <a:gd name="connsiteY1" fmla="*/ 2118 h 140731"/>
                  <a:gd name="connsiteX2" fmla="*/ 595706 w 595706"/>
                  <a:gd name="connsiteY2" fmla="*/ 98549 h 140731"/>
                  <a:gd name="connsiteX3" fmla="*/ 1361 w 595706"/>
                  <a:gd name="connsiteY3" fmla="*/ 140731 h 140731"/>
                  <a:gd name="connsiteX4" fmla="*/ 0 w 595706"/>
                  <a:gd name="connsiteY4" fmla="*/ 23494 h 140731"/>
                  <a:gd name="connsiteX0" fmla="*/ 0 w 595706"/>
                  <a:gd name="connsiteY0" fmla="*/ 23494 h 140731"/>
                  <a:gd name="connsiteX1" fmla="*/ 595706 w 595706"/>
                  <a:gd name="connsiteY1" fmla="*/ 2118 h 140731"/>
                  <a:gd name="connsiteX2" fmla="*/ 595706 w 595706"/>
                  <a:gd name="connsiteY2" fmla="*/ 98549 h 140731"/>
                  <a:gd name="connsiteX3" fmla="*/ 1361 w 595706"/>
                  <a:gd name="connsiteY3" fmla="*/ 140731 h 140731"/>
                  <a:gd name="connsiteX4" fmla="*/ 0 w 595706"/>
                  <a:gd name="connsiteY4" fmla="*/ 23494 h 140731"/>
                  <a:gd name="connsiteX0" fmla="*/ 0 w 595706"/>
                  <a:gd name="connsiteY0" fmla="*/ 25030 h 142267"/>
                  <a:gd name="connsiteX1" fmla="*/ 595706 w 595706"/>
                  <a:gd name="connsiteY1" fmla="*/ 3654 h 142267"/>
                  <a:gd name="connsiteX2" fmla="*/ 595706 w 595706"/>
                  <a:gd name="connsiteY2" fmla="*/ 100085 h 142267"/>
                  <a:gd name="connsiteX3" fmla="*/ 1361 w 595706"/>
                  <a:gd name="connsiteY3" fmla="*/ 142267 h 142267"/>
                  <a:gd name="connsiteX4" fmla="*/ 0 w 595706"/>
                  <a:gd name="connsiteY4" fmla="*/ 25030 h 142267"/>
                  <a:gd name="connsiteX0" fmla="*/ 0 w 595706"/>
                  <a:gd name="connsiteY0" fmla="*/ 22091 h 139328"/>
                  <a:gd name="connsiteX1" fmla="*/ 595706 w 595706"/>
                  <a:gd name="connsiteY1" fmla="*/ 715 h 139328"/>
                  <a:gd name="connsiteX2" fmla="*/ 595706 w 595706"/>
                  <a:gd name="connsiteY2" fmla="*/ 97146 h 139328"/>
                  <a:gd name="connsiteX3" fmla="*/ 1361 w 595706"/>
                  <a:gd name="connsiteY3" fmla="*/ 139328 h 139328"/>
                  <a:gd name="connsiteX4" fmla="*/ 0 w 595706"/>
                  <a:gd name="connsiteY4" fmla="*/ 22091 h 139328"/>
                  <a:gd name="connsiteX0" fmla="*/ 0 w 595706"/>
                  <a:gd name="connsiteY0" fmla="*/ 23573 h 140810"/>
                  <a:gd name="connsiteX1" fmla="*/ 595706 w 595706"/>
                  <a:gd name="connsiteY1" fmla="*/ 2197 h 140810"/>
                  <a:gd name="connsiteX2" fmla="*/ 595706 w 595706"/>
                  <a:gd name="connsiteY2" fmla="*/ 98628 h 140810"/>
                  <a:gd name="connsiteX3" fmla="*/ 1361 w 595706"/>
                  <a:gd name="connsiteY3" fmla="*/ 140810 h 140810"/>
                  <a:gd name="connsiteX4" fmla="*/ 0 w 595706"/>
                  <a:gd name="connsiteY4" fmla="*/ 23573 h 140810"/>
                  <a:gd name="connsiteX0" fmla="*/ 0 w 595706"/>
                  <a:gd name="connsiteY0" fmla="*/ 21908 h 139145"/>
                  <a:gd name="connsiteX1" fmla="*/ 595706 w 595706"/>
                  <a:gd name="connsiteY1" fmla="*/ 532 h 139145"/>
                  <a:gd name="connsiteX2" fmla="*/ 595706 w 595706"/>
                  <a:gd name="connsiteY2" fmla="*/ 96963 h 139145"/>
                  <a:gd name="connsiteX3" fmla="*/ 1361 w 595706"/>
                  <a:gd name="connsiteY3" fmla="*/ 139145 h 139145"/>
                  <a:gd name="connsiteX4" fmla="*/ 0 w 595706"/>
                  <a:gd name="connsiteY4" fmla="*/ 21908 h 139145"/>
                  <a:gd name="connsiteX0" fmla="*/ 0 w 595706"/>
                  <a:gd name="connsiteY0" fmla="*/ 23863 h 141100"/>
                  <a:gd name="connsiteX1" fmla="*/ 595706 w 595706"/>
                  <a:gd name="connsiteY1" fmla="*/ 2487 h 141100"/>
                  <a:gd name="connsiteX2" fmla="*/ 595706 w 595706"/>
                  <a:gd name="connsiteY2" fmla="*/ 98918 h 141100"/>
                  <a:gd name="connsiteX3" fmla="*/ 1361 w 595706"/>
                  <a:gd name="connsiteY3" fmla="*/ 141100 h 141100"/>
                  <a:gd name="connsiteX4" fmla="*/ 0 w 595706"/>
                  <a:gd name="connsiteY4" fmla="*/ 23863 h 141100"/>
                  <a:gd name="connsiteX0" fmla="*/ 0 w 595706"/>
                  <a:gd name="connsiteY0" fmla="*/ 24472 h 141709"/>
                  <a:gd name="connsiteX1" fmla="*/ 595706 w 595706"/>
                  <a:gd name="connsiteY1" fmla="*/ 3096 h 141709"/>
                  <a:gd name="connsiteX2" fmla="*/ 595706 w 595706"/>
                  <a:gd name="connsiteY2" fmla="*/ 99527 h 141709"/>
                  <a:gd name="connsiteX3" fmla="*/ 1361 w 595706"/>
                  <a:gd name="connsiteY3" fmla="*/ 141709 h 141709"/>
                  <a:gd name="connsiteX4" fmla="*/ 0 w 595706"/>
                  <a:gd name="connsiteY4" fmla="*/ 24472 h 141709"/>
                  <a:gd name="connsiteX0" fmla="*/ 0 w 595706"/>
                  <a:gd name="connsiteY0" fmla="*/ 24267 h 141504"/>
                  <a:gd name="connsiteX1" fmla="*/ 595706 w 595706"/>
                  <a:gd name="connsiteY1" fmla="*/ 2891 h 141504"/>
                  <a:gd name="connsiteX2" fmla="*/ 595706 w 595706"/>
                  <a:gd name="connsiteY2" fmla="*/ 99322 h 141504"/>
                  <a:gd name="connsiteX3" fmla="*/ 1361 w 595706"/>
                  <a:gd name="connsiteY3" fmla="*/ 141504 h 141504"/>
                  <a:gd name="connsiteX4" fmla="*/ 0 w 595706"/>
                  <a:gd name="connsiteY4" fmla="*/ 24267 h 141504"/>
                  <a:gd name="connsiteX0" fmla="*/ 0 w 595706"/>
                  <a:gd name="connsiteY0" fmla="*/ 24472 h 141709"/>
                  <a:gd name="connsiteX1" fmla="*/ 595706 w 595706"/>
                  <a:gd name="connsiteY1" fmla="*/ 3096 h 141709"/>
                  <a:gd name="connsiteX2" fmla="*/ 595706 w 595706"/>
                  <a:gd name="connsiteY2" fmla="*/ 99527 h 141709"/>
                  <a:gd name="connsiteX3" fmla="*/ 1361 w 595706"/>
                  <a:gd name="connsiteY3" fmla="*/ 141709 h 141709"/>
                  <a:gd name="connsiteX4" fmla="*/ 0 w 595706"/>
                  <a:gd name="connsiteY4" fmla="*/ 24472 h 141709"/>
                  <a:gd name="connsiteX0" fmla="*/ 0 w 595706"/>
                  <a:gd name="connsiteY0" fmla="*/ 24472 h 141709"/>
                  <a:gd name="connsiteX1" fmla="*/ 594353 w 595706"/>
                  <a:gd name="connsiteY1" fmla="*/ 3096 h 141709"/>
                  <a:gd name="connsiteX2" fmla="*/ 595706 w 595706"/>
                  <a:gd name="connsiteY2" fmla="*/ 99527 h 141709"/>
                  <a:gd name="connsiteX3" fmla="*/ 1361 w 595706"/>
                  <a:gd name="connsiteY3" fmla="*/ 141709 h 141709"/>
                  <a:gd name="connsiteX4" fmla="*/ 0 w 595706"/>
                  <a:gd name="connsiteY4" fmla="*/ 24472 h 141709"/>
                  <a:gd name="connsiteX0" fmla="*/ 124 w 595830"/>
                  <a:gd name="connsiteY0" fmla="*/ 24472 h 141709"/>
                  <a:gd name="connsiteX1" fmla="*/ 594477 w 595830"/>
                  <a:gd name="connsiteY1" fmla="*/ 3096 h 141709"/>
                  <a:gd name="connsiteX2" fmla="*/ 595830 w 595830"/>
                  <a:gd name="connsiteY2" fmla="*/ 99527 h 141709"/>
                  <a:gd name="connsiteX3" fmla="*/ 131 w 595830"/>
                  <a:gd name="connsiteY3" fmla="*/ 141709 h 141709"/>
                  <a:gd name="connsiteX4" fmla="*/ 124 w 595830"/>
                  <a:gd name="connsiteY4" fmla="*/ 24472 h 141709"/>
                  <a:gd name="connsiteX0" fmla="*/ 124 w 597179"/>
                  <a:gd name="connsiteY0" fmla="*/ 25207 h 142444"/>
                  <a:gd name="connsiteX1" fmla="*/ 597179 w 597179"/>
                  <a:gd name="connsiteY1" fmla="*/ 481 h 142444"/>
                  <a:gd name="connsiteX2" fmla="*/ 595830 w 597179"/>
                  <a:gd name="connsiteY2" fmla="*/ 100262 h 142444"/>
                  <a:gd name="connsiteX3" fmla="*/ 131 w 597179"/>
                  <a:gd name="connsiteY3" fmla="*/ 142444 h 142444"/>
                  <a:gd name="connsiteX4" fmla="*/ 124 w 597179"/>
                  <a:gd name="connsiteY4" fmla="*/ 25207 h 142444"/>
                  <a:gd name="connsiteX0" fmla="*/ 124 w 595889"/>
                  <a:gd name="connsiteY0" fmla="*/ 25842 h 143079"/>
                  <a:gd name="connsiteX1" fmla="*/ 594477 w 595889"/>
                  <a:gd name="connsiteY1" fmla="*/ 0 h 143079"/>
                  <a:gd name="connsiteX2" fmla="*/ 595830 w 595889"/>
                  <a:gd name="connsiteY2" fmla="*/ 100897 h 143079"/>
                  <a:gd name="connsiteX3" fmla="*/ 131 w 595889"/>
                  <a:gd name="connsiteY3" fmla="*/ 143079 h 143079"/>
                  <a:gd name="connsiteX4" fmla="*/ 124 w 595889"/>
                  <a:gd name="connsiteY4" fmla="*/ 25842 h 143079"/>
                  <a:gd name="connsiteX0" fmla="*/ 124 w 595889"/>
                  <a:gd name="connsiteY0" fmla="*/ 24713 h 141950"/>
                  <a:gd name="connsiteX1" fmla="*/ 594477 w 595889"/>
                  <a:gd name="connsiteY1" fmla="*/ 2221 h 141950"/>
                  <a:gd name="connsiteX2" fmla="*/ 595830 w 595889"/>
                  <a:gd name="connsiteY2" fmla="*/ 99768 h 141950"/>
                  <a:gd name="connsiteX3" fmla="*/ 131 w 595889"/>
                  <a:gd name="connsiteY3" fmla="*/ 141950 h 141950"/>
                  <a:gd name="connsiteX4" fmla="*/ 124 w 595889"/>
                  <a:gd name="connsiteY4" fmla="*/ 24713 h 141950"/>
                  <a:gd name="connsiteX0" fmla="*/ 124 w 595959"/>
                  <a:gd name="connsiteY0" fmla="*/ 24713 h 141950"/>
                  <a:gd name="connsiteX1" fmla="*/ 595828 w 595959"/>
                  <a:gd name="connsiteY1" fmla="*/ 2221 h 141950"/>
                  <a:gd name="connsiteX2" fmla="*/ 595830 w 595959"/>
                  <a:gd name="connsiteY2" fmla="*/ 99768 h 141950"/>
                  <a:gd name="connsiteX3" fmla="*/ 131 w 595959"/>
                  <a:gd name="connsiteY3" fmla="*/ 141950 h 141950"/>
                  <a:gd name="connsiteX4" fmla="*/ 124 w 595959"/>
                  <a:gd name="connsiteY4" fmla="*/ 24713 h 141950"/>
                  <a:gd name="connsiteX0" fmla="*/ 124 w 595959"/>
                  <a:gd name="connsiteY0" fmla="*/ 24925 h 142162"/>
                  <a:gd name="connsiteX1" fmla="*/ 595828 w 595959"/>
                  <a:gd name="connsiteY1" fmla="*/ 2433 h 142162"/>
                  <a:gd name="connsiteX2" fmla="*/ 595830 w 595959"/>
                  <a:gd name="connsiteY2" fmla="*/ 99980 h 142162"/>
                  <a:gd name="connsiteX3" fmla="*/ 131 w 595959"/>
                  <a:gd name="connsiteY3" fmla="*/ 142162 h 142162"/>
                  <a:gd name="connsiteX4" fmla="*/ 124 w 595959"/>
                  <a:gd name="connsiteY4" fmla="*/ 24925 h 142162"/>
                  <a:gd name="connsiteX0" fmla="*/ 124 w 595959"/>
                  <a:gd name="connsiteY0" fmla="*/ 22492 h 139729"/>
                  <a:gd name="connsiteX1" fmla="*/ 595828 w 595959"/>
                  <a:gd name="connsiteY1" fmla="*/ 0 h 139729"/>
                  <a:gd name="connsiteX2" fmla="*/ 595830 w 595959"/>
                  <a:gd name="connsiteY2" fmla="*/ 97547 h 139729"/>
                  <a:gd name="connsiteX3" fmla="*/ 131 w 595959"/>
                  <a:gd name="connsiteY3" fmla="*/ 139729 h 139729"/>
                  <a:gd name="connsiteX4" fmla="*/ 124 w 595959"/>
                  <a:gd name="connsiteY4" fmla="*/ 22492 h 139729"/>
                  <a:gd name="connsiteX0" fmla="*/ 124 w 595959"/>
                  <a:gd name="connsiteY0" fmla="*/ 25585 h 142822"/>
                  <a:gd name="connsiteX1" fmla="*/ 595828 w 595959"/>
                  <a:gd name="connsiteY1" fmla="*/ 3093 h 142822"/>
                  <a:gd name="connsiteX2" fmla="*/ 595830 w 595959"/>
                  <a:gd name="connsiteY2" fmla="*/ 100640 h 142822"/>
                  <a:gd name="connsiteX3" fmla="*/ 131 w 595959"/>
                  <a:gd name="connsiteY3" fmla="*/ 142822 h 142822"/>
                  <a:gd name="connsiteX4" fmla="*/ 124 w 595959"/>
                  <a:gd name="connsiteY4" fmla="*/ 25585 h 142822"/>
                  <a:gd name="connsiteX0" fmla="*/ 124 w 595959"/>
                  <a:gd name="connsiteY0" fmla="*/ 25585 h 142822"/>
                  <a:gd name="connsiteX1" fmla="*/ 595828 w 595959"/>
                  <a:gd name="connsiteY1" fmla="*/ 3093 h 142822"/>
                  <a:gd name="connsiteX2" fmla="*/ 595830 w 595959"/>
                  <a:gd name="connsiteY2" fmla="*/ 100640 h 142822"/>
                  <a:gd name="connsiteX3" fmla="*/ 131 w 595959"/>
                  <a:gd name="connsiteY3" fmla="*/ 142822 h 142822"/>
                  <a:gd name="connsiteX4" fmla="*/ 124 w 595959"/>
                  <a:gd name="connsiteY4" fmla="*/ 25585 h 142822"/>
                  <a:gd name="connsiteX0" fmla="*/ 124 w 595959"/>
                  <a:gd name="connsiteY0" fmla="*/ 26512 h 143749"/>
                  <a:gd name="connsiteX1" fmla="*/ 595828 w 595959"/>
                  <a:gd name="connsiteY1" fmla="*/ 4020 h 143749"/>
                  <a:gd name="connsiteX2" fmla="*/ 595830 w 595959"/>
                  <a:gd name="connsiteY2" fmla="*/ 101567 h 143749"/>
                  <a:gd name="connsiteX3" fmla="*/ 131 w 595959"/>
                  <a:gd name="connsiteY3" fmla="*/ 143749 h 143749"/>
                  <a:gd name="connsiteX4" fmla="*/ 124 w 595959"/>
                  <a:gd name="connsiteY4" fmla="*/ 26512 h 143749"/>
                  <a:gd name="connsiteX0" fmla="*/ 124 w 595959"/>
                  <a:gd name="connsiteY0" fmla="*/ 26512 h 143749"/>
                  <a:gd name="connsiteX1" fmla="*/ 595828 w 595959"/>
                  <a:gd name="connsiteY1" fmla="*/ 4020 h 143749"/>
                  <a:gd name="connsiteX2" fmla="*/ 595830 w 595959"/>
                  <a:gd name="connsiteY2" fmla="*/ 101567 h 143749"/>
                  <a:gd name="connsiteX3" fmla="*/ 131 w 595959"/>
                  <a:gd name="connsiteY3" fmla="*/ 143749 h 143749"/>
                  <a:gd name="connsiteX4" fmla="*/ 124 w 595959"/>
                  <a:gd name="connsiteY4" fmla="*/ 26512 h 143749"/>
                  <a:gd name="connsiteX0" fmla="*/ 124 w 595959"/>
                  <a:gd name="connsiteY0" fmla="*/ 28496 h 145733"/>
                  <a:gd name="connsiteX1" fmla="*/ 595828 w 595959"/>
                  <a:gd name="connsiteY1" fmla="*/ 6004 h 145733"/>
                  <a:gd name="connsiteX2" fmla="*/ 595830 w 595959"/>
                  <a:gd name="connsiteY2" fmla="*/ 103551 h 145733"/>
                  <a:gd name="connsiteX3" fmla="*/ 131 w 595959"/>
                  <a:gd name="connsiteY3" fmla="*/ 145733 h 145733"/>
                  <a:gd name="connsiteX4" fmla="*/ 124 w 595959"/>
                  <a:gd name="connsiteY4" fmla="*/ 28496 h 14573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856"/>
                  <a:gd name="connsiteY0" fmla="*/ 41841 h 159078"/>
                  <a:gd name="connsiteX1" fmla="*/ 591261 w 595856"/>
                  <a:gd name="connsiteY1" fmla="*/ 0 h 159078"/>
                  <a:gd name="connsiteX2" fmla="*/ 595830 w 595856"/>
                  <a:gd name="connsiteY2" fmla="*/ 116896 h 159078"/>
                  <a:gd name="connsiteX3" fmla="*/ 131 w 595856"/>
                  <a:gd name="connsiteY3" fmla="*/ 159078 h 159078"/>
                  <a:gd name="connsiteX4" fmla="*/ 124 w 595856"/>
                  <a:gd name="connsiteY4" fmla="*/ 41841 h 159078"/>
                  <a:gd name="connsiteX0" fmla="*/ 124 w 595959"/>
                  <a:gd name="connsiteY0" fmla="*/ 41841 h 159078"/>
                  <a:gd name="connsiteX1" fmla="*/ 595828 w 595959"/>
                  <a:gd name="connsiteY1" fmla="*/ 0 h 159078"/>
                  <a:gd name="connsiteX2" fmla="*/ 595830 w 595959"/>
                  <a:gd name="connsiteY2" fmla="*/ 116896 h 159078"/>
                  <a:gd name="connsiteX3" fmla="*/ 131 w 595959"/>
                  <a:gd name="connsiteY3" fmla="*/ 159078 h 159078"/>
                  <a:gd name="connsiteX4" fmla="*/ 124 w 595959"/>
                  <a:gd name="connsiteY4" fmla="*/ 41841 h 159078"/>
                  <a:gd name="connsiteX0" fmla="*/ 124 w 597349"/>
                  <a:gd name="connsiteY0" fmla="*/ 42378 h 159615"/>
                  <a:gd name="connsiteX1" fmla="*/ 597349 w 597349"/>
                  <a:gd name="connsiteY1" fmla="*/ 0 h 159615"/>
                  <a:gd name="connsiteX2" fmla="*/ 595830 w 597349"/>
                  <a:gd name="connsiteY2" fmla="*/ 117433 h 159615"/>
                  <a:gd name="connsiteX3" fmla="*/ 131 w 597349"/>
                  <a:gd name="connsiteY3" fmla="*/ 159615 h 159615"/>
                  <a:gd name="connsiteX4" fmla="*/ 124 w 597349"/>
                  <a:gd name="connsiteY4" fmla="*/ 42378 h 159615"/>
                  <a:gd name="connsiteX0" fmla="*/ 124 w 600443"/>
                  <a:gd name="connsiteY0" fmla="*/ 42378 h 159615"/>
                  <a:gd name="connsiteX1" fmla="*/ 597349 w 600443"/>
                  <a:gd name="connsiteY1" fmla="*/ 0 h 159615"/>
                  <a:gd name="connsiteX2" fmla="*/ 600408 w 600443"/>
                  <a:gd name="connsiteY2" fmla="*/ 117433 h 159615"/>
                  <a:gd name="connsiteX3" fmla="*/ 131 w 600443"/>
                  <a:gd name="connsiteY3" fmla="*/ 159615 h 159615"/>
                  <a:gd name="connsiteX4" fmla="*/ 124 w 600443"/>
                  <a:gd name="connsiteY4" fmla="*/ 42378 h 159615"/>
                  <a:gd name="connsiteX0" fmla="*/ 124 w 600537"/>
                  <a:gd name="connsiteY0" fmla="*/ 42378 h 159615"/>
                  <a:gd name="connsiteX1" fmla="*/ 600401 w 600537"/>
                  <a:gd name="connsiteY1" fmla="*/ 0 h 159615"/>
                  <a:gd name="connsiteX2" fmla="*/ 600408 w 600537"/>
                  <a:gd name="connsiteY2" fmla="*/ 117433 h 159615"/>
                  <a:gd name="connsiteX3" fmla="*/ 131 w 600537"/>
                  <a:gd name="connsiteY3" fmla="*/ 159615 h 159615"/>
                  <a:gd name="connsiteX4" fmla="*/ 124 w 600537"/>
                  <a:gd name="connsiteY4" fmla="*/ 42378 h 1596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00537" h="159615">
                    <a:moveTo>
                      <a:pt x="124" y="42378"/>
                    </a:moveTo>
                    <a:cubicBezTo>
                      <a:pt x="296414" y="-50243"/>
                      <a:pt x="418111" y="75773"/>
                      <a:pt x="600401" y="0"/>
                    </a:cubicBezTo>
                    <a:cubicBezTo>
                      <a:pt x="599951" y="33260"/>
                      <a:pt x="600858" y="84173"/>
                      <a:pt x="600408" y="117433"/>
                    </a:cubicBezTo>
                    <a:cubicBezTo>
                      <a:pt x="395490" y="192726"/>
                      <a:pt x="285331" y="62551"/>
                      <a:pt x="131" y="159615"/>
                    </a:cubicBezTo>
                    <a:cubicBezTo>
                      <a:pt x="-323" y="114566"/>
                      <a:pt x="578" y="87427"/>
                      <a:pt x="124" y="42378"/>
                    </a:cubicBezTo>
                    <a:close/>
                  </a:path>
                </a:pathLst>
              </a:custGeom>
              <a:solidFill>
                <a:schemeClr val="accent5">
                  <a:lumMod val="40000"/>
                  <a:lumOff val="60000"/>
                </a:schemeClr>
              </a:solidFill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grpSp>
            <p:nvGrpSpPr>
              <p:cNvPr id="741" name="组合 740">
                <a:extLst>
                  <a:ext uri="{FF2B5EF4-FFF2-40B4-BE49-F238E27FC236}">
                    <a16:creationId xmlns:a16="http://schemas.microsoft.com/office/drawing/2014/main" id="{DF8CC6E8-9575-CA4D-6E94-6535355DD547}"/>
                  </a:ext>
                </a:extLst>
              </p:cNvPr>
              <p:cNvGrpSpPr/>
              <p:nvPr/>
            </p:nvGrpSpPr>
            <p:grpSpPr>
              <a:xfrm>
                <a:off x="5040167" y="6521415"/>
                <a:ext cx="621640" cy="663817"/>
                <a:chOff x="3656357" y="6507685"/>
                <a:chExt cx="621640" cy="663817"/>
              </a:xfrm>
            </p:grpSpPr>
            <p:sp>
              <p:nvSpPr>
                <p:cNvPr id="742" name="矩形 741">
                  <a:extLst>
                    <a:ext uri="{FF2B5EF4-FFF2-40B4-BE49-F238E27FC236}">
                      <a16:creationId xmlns:a16="http://schemas.microsoft.com/office/drawing/2014/main" id="{1435B8A9-1813-53AC-006C-602A1A3C7ED0}"/>
                    </a:ext>
                  </a:extLst>
                </p:cNvPr>
                <p:cNvSpPr/>
                <p:nvPr/>
              </p:nvSpPr>
              <p:spPr>
                <a:xfrm>
                  <a:off x="3656465" y="6640950"/>
                  <a:ext cx="155302" cy="132623"/>
                </a:xfrm>
                <a:prstGeom prst="rect">
                  <a:avLst/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43" name="矩形 742">
                  <a:extLst>
                    <a:ext uri="{FF2B5EF4-FFF2-40B4-BE49-F238E27FC236}">
                      <a16:creationId xmlns:a16="http://schemas.microsoft.com/office/drawing/2014/main" id="{D4B3FDBF-1CF9-9507-3FB7-96CF77618EED}"/>
                    </a:ext>
                  </a:extLst>
                </p:cNvPr>
                <p:cNvSpPr/>
                <p:nvPr/>
              </p:nvSpPr>
              <p:spPr>
                <a:xfrm>
                  <a:off x="3811875" y="6640950"/>
                  <a:ext cx="155302" cy="132623"/>
                </a:xfrm>
                <a:prstGeom prst="rect">
                  <a:avLst/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44" name="矩形 743">
                  <a:extLst>
                    <a:ext uri="{FF2B5EF4-FFF2-40B4-BE49-F238E27FC236}">
                      <a16:creationId xmlns:a16="http://schemas.microsoft.com/office/drawing/2014/main" id="{0D75CB3B-8582-F695-B440-67D35FE5C8A0}"/>
                    </a:ext>
                  </a:extLst>
                </p:cNvPr>
                <p:cNvSpPr/>
                <p:nvPr/>
              </p:nvSpPr>
              <p:spPr>
                <a:xfrm>
                  <a:off x="3967285" y="6640950"/>
                  <a:ext cx="155302" cy="132623"/>
                </a:xfrm>
                <a:prstGeom prst="rect">
                  <a:avLst/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45" name="矩形 744">
                  <a:extLst>
                    <a:ext uri="{FF2B5EF4-FFF2-40B4-BE49-F238E27FC236}">
                      <a16:creationId xmlns:a16="http://schemas.microsoft.com/office/drawing/2014/main" id="{C028862E-65D0-95F0-C226-92709D777212}"/>
                    </a:ext>
                  </a:extLst>
                </p:cNvPr>
                <p:cNvSpPr/>
                <p:nvPr/>
              </p:nvSpPr>
              <p:spPr>
                <a:xfrm>
                  <a:off x="4122695" y="6640950"/>
                  <a:ext cx="155302" cy="132623"/>
                </a:xfrm>
                <a:prstGeom prst="rect">
                  <a:avLst/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46" name="矩形 745">
                  <a:extLst>
                    <a:ext uri="{FF2B5EF4-FFF2-40B4-BE49-F238E27FC236}">
                      <a16:creationId xmlns:a16="http://schemas.microsoft.com/office/drawing/2014/main" id="{2F8842D0-0522-6D4C-D967-65EC42F04B40}"/>
                    </a:ext>
                  </a:extLst>
                </p:cNvPr>
                <p:cNvSpPr/>
                <p:nvPr/>
              </p:nvSpPr>
              <p:spPr>
                <a:xfrm>
                  <a:off x="3656465" y="6773574"/>
                  <a:ext cx="155302" cy="132623"/>
                </a:xfrm>
                <a:prstGeom prst="rect">
                  <a:avLst/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47" name="矩形 746">
                  <a:extLst>
                    <a:ext uri="{FF2B5EF4-FFF2-40B4-BE49-F238E27FC236}">
                      <a16:creationId xmlns:a16="http://schemas.microsoft.com/office/drawing/2014/main" id="{8351540B-E2E8-390D-B47E-D2BB391E823F}"/>
                    </a:ext>
                  </a:extLst>
                </p:cNvPr>
                <p:cNvSpPr/>
                <p:nvPr/>
              </p:nvSpPr>
              <p:spPr>
                <a:xfrm>
                  <a:off x="3811875" y="6773574"/>
                  <a:ext cx="155302" cy="132623"/>
                </a:xfrm>
                <a:prstGeom prst="rect">
                  <a:avLst/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48" name="矩形 747">
                  <a:extLst>
                    <a:ext uri="{FF2B5EF4-FFF2-40B4-BE49-F238E27FC236}">
                      <a16:creationId xmlns:a16="http://schemas.microsoft.com/office/drawing/2014/main" id="{29F96FFD-D73D-192A-ECBD-8AE667CF3DB7}"/>
                    </a:ext>
                  </a:extLst>
                </p:cNvPr>
                <p:cNvSpPr/>
                <p:nvPr/>
              </p:nvSpPr>
              <p:spPr>
                <a:xfrm>
                  <a:off x="3967285" y="6773574"/>
                  <a:ext cx="155302" cy="132623"/>
                </a:xfrm>
                <a:prstGeom prst="rect">
                  <a:avLst/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49" name="矩形 748">
                  <a:extLst>
                    <a:ext uri="{FF2B5EF4-FFF2-40B4-BE49-F238E27FC236}">
                      <a16:creationId xmlns:a16="http://schemas.microsoft.com/office/drawing/2014/main" id="{479E535E-437C-6E8B-4E7F-DB8BC63616BB}"/>
                    </a:ext>
                  </a:extLst>
                </p:cNvPr>
                <p:cNvSpPr/>
                <p:nvPr/>
              </p:nvSpPr>
              <p:spPr>
                <a:xfrm>
                  <a:off x="4122695" y="6773574"/>
                  <a:ext cx="155302" cy="132623"/>
                </a:xfrm>
                <a:prstGeom prst="rect">
                  <a:avLst/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50" name="矩形 749">
                  <a:extLst>
                    <a:ext uri="{FF2B5EF4-FFF2-40B4-BE49-F238E27FC236}">
                      <a16:creationId xmlns:a16="http://schemas.microsoft.com/office/drawing/2014/main" id="{FEE59B1F-D8B1-399D-9354-413406D921CC}"/>
                    </a:ext>
                  </a:extLst>
                </p:cNvPr>
                <p:cNvSpPr/>
                <p:nvPr/>
              </p:nvSpPr>
              <p:spPr>
                <a:xfrm>
                  <a:off x="3656357" y="6906255"/>
                  <a:ext cx="155302" cy="132623"/>
                </a:xfrm>
                <a:prstGeom prst="rect">
                  <a:avLst/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51" name="矩形 750">
                  <a:extLst>
                    <a:ext uri="{FF2B5EF4-FFF2-40B4-BE49-F238E27FC236}">
                      <a16:creationId xmlns:a16="http://schemas.microsoft.com/office/drawing/2014/main" id="{FDD07DBE-6E77-D37F-2031-E3ACE922D7D7}"/>
                    </a:ext>
                  </a:extLst>
                </p:cNvPr>
                <p:cNvSpPr/>
                <p:nvPr/>
              </p:nvSpPr>
              <p:spPr>
                <a:xfrm>
                  <a:off x="3811767" y="6906255"/>
                  <a:ext cx="155302" cy="132623"/>
                </a:xfrm>
                <a:prstGeom prst="rect">
                  <a:avLst/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52" name="矩形 751">
                  <a:extLst>
                    <a:ext uri="{FF2B5EF4-FFF2-40B4-BE49-F238E27FC236}">
                      <a16:creationId xmlns:a16="http://schemas.microsoft.com/office/drawing/2014/main" id="{D63E8D40-7087-9DB9-06AC-97C81113E4F6}"/>
                    </a:ext>
                  </a:extLst>
                </p:cNvPr>
                <p:cNvSpPr/>
                <p:nvPr/>
              </p:nvSpPr>
              <p:spPr>
                <a:xfrm>
                  <a:off x="3967177" y="6906255"/>
                  <a:ext cx="155302" cy="132623"/>
                </a:xfrm>
                <a:prstGeom prst="rect">
                  <a:avLst/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53" name="矩形 752">
                  <a:extLst>
                    <a:ext uri="{FF2B5EF4-FFF2-40B4-BE49-F238E27FC236}">
                      <a16:creationId xmlns:a16="http://schemas.microsoft.com/office/drawing/2014/main" id="{8AE01846-1F51-C590-B65F-792D2BD9490B}"/>
                    </a:ext>
                  </a:extLst>
                </p:cNvPr>
                <p:cNvSpPr/>
                <p:nvPr/>
              </p:nvSpPr>
              <p:spPr>
                <a:xfrm>
                  <a:off x="4122587" y="6906255"/>
                  <a:ext cx="155302" cy="132623"/>
                </a:xfrm>
                <a:prstGeom prst="rect">
                  <a:avLst/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54" name="矩形 753">
                  <a:extLst>
                    <a:ext uri="{FF2B5EF4-FFF2-40B4-BE49-F238E27FC236}">
                      <a16:creationId xmlns:a16="http://schemas.microsoft.com/office/drawing/2014/main" id="{F178F084-3B05-176D-D259-E6DF0AC6110E}"/>
                    </a:ext>
                  </a:extLst>
                </p:cNvPr>
                <p:cNvSpPr/>
                <p:nvPr/>
              </p:nvSpPr>
              <p:spPr>
                <a:xfrm>
                  <a:off x="3656357" y="7038879"/>
                  <a:ext cx="155302" cy="132623"/>
                </a:xfrm>
                <a:prstGeom prst="rect">
                  <a:avLst/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803" name="矩形 802">
                  <a:extLst>
                    <a:ext uri="{FF2B5EF4-FFF2-40B4-BE49-F238E27FC236}">
                      <a16:creationId xmlns:a16="http://schemas.microsoft.com/office/drawing/2014/main" id="{15C518EC-5FD5-B0A5-3BAA-DE5D9301EAC2}"/>
                    </a:ext>
                  </a:extLst>
                </p:cNvPr>
                <p:cNvSpPr/>
                <p:nvPr/>
              </p:nvSpPr>
              <p:spPr>
                <a:xfrm>
                  <a:off x="3811767" y="7038879"/>
                  <a:ext cx="155302" cy="132623"/>
                </a:xfrm>
                <a:prstGeom prst="rect">
                  <a:avLst/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804" name="矩形 803">
                  <a:extLst>
                    <a:ext uri="{FF2B5EF4-FFF2-40B4-BE49-F238E27FC236}">
                      <a16:creationId xmlns:a16="http://schemas.microsoft.com/office/drawing/2014/main" id="{3932B514-09B6-6DCF-CF5D-2989E07AE42B}"/>
                    </a:ext>
                  </a:extLst>
                </p:cNvPr>
                <p:cNvSpPr/>
                <p:nvPr/>
              </p:nvSpPr>
              <p:spPr>
                <a:xfrm>
                  <a:off x="3967177" y="7038879"/>
                  <a:ext cx="155302" cy="132623"/>
                </a:xfrm>
                <a:prstGeom prst="rect">
                  <a:avLst/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805" name="矩形 804">
                  <a:extLst>
                    <a:ext uri="{FF2B5EF4-FFF2-40B4-BE49-F238E27FC236}">
                      <a16:creationId xmlns:a16="http://schemas.microsoft.com/office/drawing/2014/main" id="{6F24A74E-287A-35DF-46BF-7F937CC89A28}"/>
                    </a:ext>
                  </a:extLst>
                </p:cNvPr>
                <p:cNvSpPr/>
                <p:nvPr/>
              </p:nvSpPr>
              <p:spPr>
                <a:xfrm>
                  <a:off x="4122587" y="7038879"/>
                  <a:ext cx="155302" cy="132623"/>
                </a:xfrm>
                <a:prstGeom prst="rect">
                  <a:avLst/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806" name="矩形 805">
                  <a:extLst>
                    <a:ext uri="{FF2B5EF4-FFF2-40B4-BE49-F238E27FC236}">
                      <a16:creationId xmlns:a16="http://schemas.microsoft.com/office/drawing/2014/main" id="{1FFF0D0C-154B-5D1B-E5C5-28BBCE2FA4C0}"/>
                    </a:ext>
                  </a:extLst>
                </p:cNvPr>
                <p:cNvSpPr/>
                <p:nvPr/>
              </p:nvSpPr>
              <p:spPr>
                <a:xfrm>
                  <a:off x="3656357" y="6507685"/>
                  <a:ext cx="155302" cy="132623"/>
                </a:xfrm>
                <a:prstGeom prst="rect">
                  <a:avLst/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807" name="矩形 806">
                  <a:extLst>
                    <a:ext uri="{FF2B5EF4-FFF2-40B4-BE49-F238E27FC236}">
                      <a16:creationId xmlns:a16="http://schemas.microsoft.com/office/drawing/2014/main" id="{F1FA3708-5282-746F-6052-7D8DF5C07406}"/>
                    </a:ext>
                  </a:extLst>
                </p:cNvPr>
                <p:cNvSpPr/>
                <p:nvPr/>
              </p:nvSpPr>
              <p:spPr>
                <a:xfrm>
                  <a:off x="3811767" y="6507685"/>
                  <a:ext cx="155302" cy="132623"/>
                </a:xfrm>
                <a:prstGeom prst="rect">
                  <a:avLst/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808" name="矩形 807">
                  <a:extLst>
                    <a:ext uri="{FF2B5EF4-FFF2-40B4-BE49-F238E27FC236}">
                      <a16:creationId xmlns:a16="http://schemas.microsoft.com/office/drawing/2014/main" id="{EDF3530E-7950-DCD3-FDCB-235EB46C0B41}"/>
                    </a:ext>
                  </a:extLst>
                </p:cNvPr>
                <p:cNvSpPr/>
                <p:nvPr/>
              </p:nvSpPr>
              <p:spPr>
                <a:xfrm>
                  <a:off x="3967177" y="6507685"/>
                  <a:ext cx="155302" cy="132623"/>
                </a:xfrm>
                <a:prstGeom prst="rect">
                  <a:avLst/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809" name="矩形 808">
                  <a:extLst>
                    <a:ext uri="{FF2B5EF4-FFF2-40B4-BE49-F238E27FC236}">
                      <a16:creationId xmlns:a16="http://schemas.microsoft.com/office/drawing/2014/main" id="{336BE9C1-8DC0-5467-5617-5C8C0C86E646}"/>
                    </a:ext>
                  </a:extLst>
                </p:cNvPr>
                <p:cNvSpPr/>
                <p:nvPr/>
              </p:nvSpPr>
              <p:spPr>
                <a:xfrm>
                  <a:off x="4122587" y="6507685"/>
                  <a:ext cx="155302" cy="132623"/>
                </a:xfrm>
                <a:prstGeom prst="rect">
                  <a:avLst/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</p:grpSp>
      </p:grpSp>
      <p:grpSp>
        <p:nvGrpSpPr>
          <p:cNvPr id="810" name="组合 809">
            <a:extLst>
              <a:ext uri="{FF2B5EF4-FFF2-40B4-BE49-F238E27FC236}">
                <a16:creationId xmlns:a16="http://schemas.microsoft.com/office/drawing/2014/main" id="{9CD46A6D-0CF4-F551-076D-F646CFD59B46}"/>
              </a:ext>
            </a:extLst>
          </p:cNvPr>
          <p:cNvGrpSpPr/>
          <p:nvPr/>
        </p:nvGrpSpPr>
        <p:grpSpPr>
          <a:xfrm>
            <a:off x="9278344" y="5698278"/>
            <a:ext cx="621640" cy="1039771"/>
            <a:chOff x="6489710" y="6141287"/>
            <a:chExt cx="621640" cy="1039771"/>
          </a:xfrm>
        </p:grpSpPr>
        <p:sp>
          <p:nvSpPr>
            <p:cNvPr id="811" name="矩形 1174">
              <a:extLst>
                <a:ext uri="{FF2B5EF4-FFF2-40B4-BE49-F238E27FC236}">
                  <a16:creationId xmlns:a16="http://schemas.microsoft.com/office/drawing/2014/main" id="{B41C59C4-0E7F-5E39-F66E-CAE68F0D2378}"/>
                </a:ext>
              </a:extLst>
            </p:cNvPr>
            <p:cNvSpPr/>
            <p:nvPr/>
          </p:nvSpPr>
          <p:spPr>
            <a:xfrm rot="10800000">
              <a:off x="6490934" y="6307595"/>
              <a:ext cx="618706" cy="201627"/>
            </a:xfrm>
            <a:custGeom>
              <a:avLst/>
              <a:gdLst>
                <a:gd name="connsiteX0" fmla="*/ 0 w 595706"/>
                <a:gd name="connsiteY0" fmla="*/ 0 h 92965"/>
                <a:gd name="connsiteX1" fmla="*/ 595706 w 595706"/>
                <a:gd name="connsiteY1" fmla="*/ 0 h 92965"/>
                <a:gd name="connsiteX2" fmla="*/ 595706 w 595706"/>
                <a:gd name="connsiteY2" fmla="*/ 92965 h 92965"/>
                <a:gd name="connsiteX3" fmla="*/ 0 w 595706"/>
                <a:gd name="connsiteY3" fmla="*/ 92965 h 92965"/>
                <a:gd name="connsiteX4" fmla="*/ 0 w 595706"/>
                <a:gd name="connsiteY4" fmla="*/ 0 h 92965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1422 w 594406"/>
                <a:gd name="connsiteY0" fmla="*/ 21376 h 135147"/>
                <a:gd name="connsiteX1" fmla="*/ 594406 w 594406"/>
                <a:gd name="connsiteY1" fmla="*/ 0 h 135147"/>
                <a:gd name="connsiteX2" fmla="*/ 594406 w 594406"/>
                <a:gd name="connsiteY2" fmla="*/ 92965 h 135147"/>
                <a:gd name="connsiteX3" fmla="*/ 61 w 594406"/>
                <a:gd name="connsiteY3" fmla="*/ 135147 h 135147"/>
                <a:gd name="connsiteX4" fmla="*/ 1422 w 594406"/>
                <a:gd name="connsiteY4" fmla="*/ 21376 h 135147"/>
                <a:gd name="connsiteX0" fmla="*/ 1422 w 594406"/>
                <a:gd name="connsiteY0" fmla="*/ 15599 h 135147"/>
                <a:gd name="connsiteX1" fmla="*/ 594406 w 594406"/>
                <a:gd name="connsiteY1" fmla="*/ 0 h 135147"/>
                <a:gd name="connsiteX2" fmla="*/ 594406 w 594406"/>
                <a:gd name="connsiteY2" fmla="*/ 92965 h 135147"/>
                <a:gd name="connsiteX3" fmla="*/ 61 w 594406"/>
                <a:gd name="connsiteY3" fmla="*/ 135147 h 135147"/>
                <a:gd name="connsiteX4" fmla="*/ 1422 w 594406"/>
                <a:gd name="connsiteY4" fmla="*/ 15599 h 135147"/>
                <a:gd name="connsiteX0" fmla="*/ 131 w 594476"/>
                <a:gd name="connsiteY0" fmla="*/ 4622 h 135147"/>
                <a:gd name="connsiteX1" fmla="*/ 594476 w 594476"/>
                <a:gd name="connsiteY1" fmla="*/ 0 h 135147"/>
                <a:gd name="connsiteX2" fmla="*/ 594476 w 594476"/>
                <a:gd name="connsiteY2" fmla="*/ 92965 h 135147"/>
                <a:gd name="connsiteX3" fmla="*/ 131 w 594476"/>
                <a:gd name="connsiteY3" fmla="*/ 135147 h 135147"/>
                <a:gd name="connsiteX4" fmla="*/ 131 w 594476"/>
                <a:gd name="connsiteY4" fmla="*/ 4622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22423 h 139660"/>
                <a:gd name="connsiteX1" fmla="*/ 595706 w 595706"/>
                <a:gd name="connsiteY1" fmla="*/ 4513 h 139660"/>
                <a:gd name="connsiteX2" fmla="*/ 595706 w 595706"/>
                <a:gd name="connsiteY2" fmla="*/ 97478 h 139660"/>
                <a:gd name="connsiteX3" fmla="*/ 1361 w 595706"/>
                <a:gd name="connsiteY3" fmla="*/ 139660 h 139660"/>
                <a:gd name="connsiteX4" fmla="*/ 0 w 595706"/>
                <a:gd name="connsiteY4" fmla="*/ 22423 h 139660"/>
                <a:gd name="connsiteX0" fmla="*/ 0 w 595706"/>
                <a:gd name="connsiteY0" fmla="*/ 26413 h 143650"/>
                <a:gd name="connsiteX1" fmla="*/ 595706 w 595706"/>
                <a:gd name="connsiteY1" fmla="*/ 8503 h 143650"/>
                <a:gd name="connsiteX2" fmla="*/ 595706 w 595706"/>
                <a:gd name="connsiteY2" fmla="*/ 101468 h 143650"/>
                <a:gd name="connsiteX3" fmla="*/ 1361 w 595706"/>
                <a:gd name="connsiteY3" fmla="*/ 143650 h 143650"/>
                <a:gd name="connsiteX4" fmla="*/ 0 w 595706"/>
                <a:gd name="connsiteY4" fmla="*/ 26413 h 143650"/>
                <a:gd name="connsiteX0" fmla="*/ 0 w 595706"/>
                <a:gd name="connsiteY0" fmla="*/ 21286 h 138523"/>
                <a:gd name="connsiteX1" fmla="*/ 595706 w 595706"/>
                <a:gd name="connsiteY1" fmla="*/ 3376 h 138523"/>
                <a:gd name="connsiteX2" fmla="*/ 595706 w 595706"/>
                <a:gd name="connsiteY2" fmla="*/ 96341 h 138523"/>
                <a:gd name="connsiteX3" fmla="*/ 1361 w 595706"/>
                <a:gd name="connsiteY3" fmla="*/ 138523 h 138523"/>
                <a:gd name="connsiteX4" fmla="*/ 0 w 595706"/>
                <a:gd name="connsiteY4" fmla="*/ 21286 h 138523"/>
                <a:gd name="connsiteX0" fmla="*/ 0 w 595706"/>
                <a:gd name="connsiteY0" fmla="*/ 22534 h 139771"/>
                <a:gd name="connsiteX1" fmla="*/ 595706 w 595706"/>
                <a:gd name="connsiteY1" fmla="*/ 4624 h 139771"/>
                <a:gd name="connsiteX2" fmla="*/ 595706 w 595706"/>
                <a:gd name="connsiteY2" fmla="*/ 97589 h 139771"/>
                <a:gd name="connsiteX3" fmla="*/ 1361 w 595706"/>
                <a:gd name="connsiteY3" fmla="*/ 139771 h 139771"/>
                <a:gd name="connsiteX4" fmla="*/ 0 w 595706"/>
                <a:gd name="connsiteY4" fmla="*/ 22534 h 139771"/>
                <a:gd name="connsiteX0" fmla="*/ 0 w 595706"/>
                <a:gd name="connsiteY0" fmla="*/ 23494 h 140731"/>
                <a:gd name="connsiteX1" fmla="*/ 595706 w 595706"/>
                <a:gd name="connsiteY1" fmla="*/ 2118 h 140731"/>
                <a:gd name="connsiteX2" fmla="*/ 595706 w 595706"/>
                <a:gd name="connsiteY2" fmla="*/ 98549 h 140731"/>
                <a:gd name="connsiteX3" fmla="*/ 1361 w 595706"/>
                <a:gd name="connsiteY3" fmla="*/ 140731 h 140731"/>
                <a:gd name="connsiteX4" fmla="*/ 0 w 595706"/>
                <a:gd name="connsiteY4" fmla="*/ 23494 h 140731"/>
                <a:gd name="connsiteX0" fmla="*/ 0 w 595706"/>
                <a:gd name="connsiteY0" fmla="*/ 23494 h 140731"/>
                <a:gd name="connsiteX1" fmla="*/ 595706 w 595706"/>
                <a:gd name="connsiteY1" fmla="*/ 2118 h 140731"/>
                <a:gd name="connsiteX2" fmla="*/ 595706 w 595706"/>
                <a:gd name="connsiteY2" fmla="*/ 98549 h 140731"/>
                <a:gd name="connsiteX3" fmla="*/ 1361 w 595706"/>
                <a:gd name="connsiteY3" fmla="*/ 140731 h 140731"/>
                <a:gd name="connsiteX4" fmla="*/ 0 w 595706"/>
                <a:gd name="connsiteY4" fmla="*/ 23494 h 140731"/>
                <a:gd name="connsiteX0" fmla="*/ 0 w 595706"/>
                <a:gd name="connsiteY0" fmla="*/ 25030 h 142267"/>
                <a:gd name="connsiteX1" fmla="*/ 595706 w 595706"/>
                <a:gd name="connsiteY1" fmla="*/ 3654 h 142267"/>
                <a:gd name="connsiteX2" fmla="*/ 595706 w 595706"/>
                <a:gd name="connsiteY2" fmla="*/ 100085 h 142267"/>
                <a:gd name="connsiteX3" fmla="*/ 1361 w 595706"/>
                <a:gd name="connsiteY3" fmla="*/ 142267 h 142267"/>
                <a:gd name="connsiteX4" fmla="*/ 0 w 595706"/>
                <a:gd name="connsiteY4" fmla="*/ 25030 h 142267"/>
                <a:gd name="connsiteX0" fmla="*/ 0 w 595706"/>
                <a:gd name="connsiteY0" fmla="*/ 22091 h 139328"/>
                <a:gd name="connsiteX1" fmla="*/ 595706 w 595706"/>
                <a:gd name="connsiteY1" fmla="*/ 715 h 139328"/>
                <a:gd name="connsiteX2" fmla="*/ 595706 w 595706"/>
                <a:gd name="connsiteY2" fmla="*/ 97146 h 139328"/>
                <a:gd name="connsiteX3" fmla="*/ 1361 w 595706"/>
                <a:gd name="connsiteY3" fmla="*/ 139328 h 139328"/>
                <a:gd name="connsiteX4" fmla="*/ 0 w 595706"/>
                <a:gd name="connsiteY4" fmla="*/ 22091 h 139328"/>
                <a:gd name="connsiteX0" fmla="*/ 0 w 595706"/>
                <a:gd name="connsiteY0" fmla="*/ 23573 h 140810"/>
                <a:gd name="connsiteX1" fmla="*/ 595706 w 595706"/>
                <a:gd name="connsiteY1" fmla="*/ 2197 h 140810"/>
                <a:gd name="connsiteX2" fmla="*/ 595706 w 595706"/>
                <a:gd name="connsiteY2" fmla="*/ 98628 h 140810"/>
                <a:gd name="connsiteX3" fmla="*/ 1361 w 595706"/>
                <a:gd name="connsiteY3" fmla="*/ 140810 h 140810"/>
                <a:gd name="connsiteX4" fmla="*/ 0 w 595706"/>
                <a:gd name="connsiteY4" fmla="*/ 23573 h 140810"/>
                <a:gd name="connsiteX0" fmla="*/ 0 w 595706"/>
                <a:gd name="connsiteY0" fmla="*/ 21908 h 139145"/>
                <a:gd name="connsiteX1" fmla="*/ 595706 w 595706"/>
                <a:gd name="connsiteY1" fmla="*/ 532 h 139145"/>
                <a:gd name="connsiteX2" fmla="*/ 595706 w 595706"/>
                <a:gd name="connsiteY2" fmla="*/ 96963 h 139145"/>
                <a:gd name="connsiteX3" fmla="*/ 1361 w 595706"/>
                <a:gd name="connsiteY3" fmla="*/ 139145 h 139145"/>
                <a:gd name="connsiteX4" fmla="*/ 0 w 595706"/>
                <a:gd name="connsiteY4" fmla="*/ 21908 h 139145"/>
                <a:gd name="connsiteX0" fmla="*/ 0 w 595706"/>
                <a:gd name="connsiteY0" fmla="*/ 23863 h 141100"/>
                <a:gd name="connsiteX1" fmla="*/ 595706 w 595706"/>
                <a:gd name="connsiteY1" fmla="*/ 2487 h 141100"/>
                <a:gd name="connsiteX2" fmla="*/ 595706 w 595706"/>
                <a:gd name="connsiteY2" fmla="*/ 98918 h 141100"/>
                <a:gd name="connsiteX3" fmla="*/ 1361 w 595706"/>
                <a:gd name="connsiteY3" fmla="*/ 141100 h 141100"/>
                <a:gd name="connsiteX4" fmla="*/ 0 w 595706"/>
                <a:gd name="connsiteY4" fmla="*/ 23863 h 141100"/>
                <a:gd name="connsiteX0" fmla="*/ 0 w 595706"/>
                <a:gd name="connsiteY0" fmla="*/ 24472 h 141709"/>
                <a:gd name="connsiteX1" fmla="*/ 595706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0 w 595706"/>
                <a:gd name="connsiteY0" fmla="*/ 24267 h 141504"/>
                <a:gd name="connsiteX1" fmla="*/ 595706 w 595706"/>
                <a:gd name="connsiteY1" fmla="*/ 2891 h 141504"/>
                <a:gd name="connsiteX2" fmla="*/ 595706 w 595706"/>
                <a:gd name="connsiteY2" fmla="*/ 99322 h 141504"/>
                <a:gd name="connsiteX3" fmla="*/ 1361 w 595706"/>
                <a:gd name="connsiteY3" fmla="*/ 141504 h 141504"/>
                <a:gd name="connsiteX4" fmla="*/ 0 w 595706"/>
                <a:gd name="connsiteY4" fmla="*/ 24267 h 141504"/>
                <a:gd name="connsiteX0" fmla="*/ 0 w 595706"/>
                <a:gd name="connsiteY0" fmla="*/ 24472 h 141709"/>
                <a:gd name="connsiteX1" fmla="*/ 595706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0 w 595706"/>
                <a:gd name="connsiteY0" fmla="*/ 24472 h 141709"/>
                <a:gd name="connsiteX1" fmla="*/ 594353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124 w 595830"/>
                <a:gd name="connsiteY0" fmla="*/ 24472 h 141709"/>
                <a:gd name="connsiteX1" fmla="*/ 594477 w 595830"/>
                <a:gd name="connsiteY1" fmla="*/ 3096 h 141709"/>
                <a:gd name="connsiteX2" fmla="*/ 595830 w 595830"/>
                <a:gd name="connsiteY2" fmla="*/ 99527 h 141709"/>
                <a:gd name="connsiteX3" fmla="*/ 131 w 595830"/>
                <a:gd name="connsiteY3" fmla="*/ 141709 h 141709"/>
                <a:gd name="connsiteX4" fmla="*/ 124 w 595830"/>
                <a:gd name="connsiteY4" fmla="*/ 24472 h 141709"/>
                <a:gd name="connsiteX0" fmla="*/ 124 w 597179"/>
                <a:gd name="connsiteY0" fmla="*/ 25207 h 142444"/>
                <a:gd name="connsiteX1" fmla="*/ 597179 w 597179"/>
                <a:gd name="connsiteY1" fmla="*/ 481 h 142444"/>
                <a:gd name="connsiteX2" fmla="*/ 595830 w 597179"/>
                <a:gd name="connsiteY2" fmla="*/ 100262 h 142444"/>
                <a:gd name="connsiteX3" fmla="*/ 131 w 597179"/>
                <a:gd name="connsiteY3" fmla="*/ 142444 h 142444"/>
                <a:gd name="connsiteX4" fmla="*/ 124 w 597179"/>
                <a:gd name="connsiteY4" fmla="*/ 25207 h 142444"/>
                <a:gd name="connsiteX0" fmla="*/ 124 w 595889"/>
                <a:gd name="connsiteY0" fmla="*/ 25842 h 143079"/>
                <a:gd name="connsiteX1" fmla="*/ 594477 w 595889"/>
                <a:gd name="connsiteY1" fmla="*/ 0 h 143079"/>
                <a:gd name="connsiteX2" fmla="*/ 595830 w 595889"/>
                <a:gd name="connsiteY2" fmla="*/ 100897 h 143079"/>
                <a:gd name="connsiteX3" fmla="*/ 131 w 595889"/>
                <a:gd name="connsiteY3" fmla="*/ 143079 h 143079"/>
                <a:gd name="connsiteX4" fmla="*/ 124 w 595889"/>
                <a:gd name="connsiteY4" fmla="*/ 25842 h 143079"/>
                <a:gd name="connsiteX0" fmla="*/ 124 w 595889"/>
                <a:gd name="connsiteY0" fmla="*/ 24713 h 141950"/>
                <a:gd name="connsiteX1" fmla="*/ 594477 w 595889"/>
                <a:gd name="connsiteY1" fmla="*/ 2221 h 141950"/>
                <a:gd name="connsiteX2" fmla="*/ 595830 w 595889"/>
                <a:gd name="connsiteY2" fmla="*/ 99768 h 141950"/>
                <a:gd name="connsiteX3" fmla="*/ 131 w 595889"/>
                <a:gd name="connsiteY3" fmla="*/ 141950 h 141950"/>
                <a:gd name="connsiteX4" fmla="*/ 124 w 595889"/>
                <a:gd name="connsiteY4" fmla="*/ 24713 h 141950"/>
                <a:gd name="connsiteX0" fmla="*/ 124 w 595959"/>
                <a:gd name="connsiteY0" fmla="*/ 24713 h 141950"/>
                <a:gd name="connsiteX1" fmla="*/ 595828 w 595959"/>
                <a:gd name="connsiteY1" fmla="*/ 2221 h 141950"/>
                <a:gd name="connsiteX2" fmla="*/ 595830 w 595959"/>
                <a:gd name="connsiteY2" fmla="*/ 99768 h 141950"/>
                <a:gd name="connsiteX3" fmla="*/ 131 w 595959"/>
                <a:gd name="connsiteY3" fmla="*/ 141950 h 141950"/>
                <a:gd name="connsiteX4" fmla="*/ 124 w 595959"/>
                <a:gd name="connsiteY4" fmla="*/ 24713 h 141950"/>
                <a:gd name="connsiteX0" fmla="*/ 124 w 595959"/>
                <a:gd name="connsiteY0" fmla="*/ 24925 h 142162"/>
                <a:gd name="connsiteX1" fmla="*/ 595828 w 595959"/>
                <a:gd name="connsiteY1" fmla="*/ 2433 h 142162"/>
                <a:gd name="connsiteX2" fmla="*/ 595830 w 595959"/>
                <a:gd name="connsiteY2" fmla="*/ 99980 h 142162"/>
                <a:gd name="connsiteX3" fmla="*/ 131 w 595959"/>
                <a:gd name="connsiteY3" fmla="*/ 142162 h 142162"/>
                <a:gd name="connsiteX4" fmla="*/ 124 w 595959"/>
                <a:gd name="connsiteY4" fmla="*/ 24925 h 142162"/>
                <a:gd name="connsiteX0" fmla="*/ 124 w 595959"/>
                <a:gd name="connsiteY0" fmla="*/ 22492 h 139729"/>
                <a:gd name="connsiteX1" fmla="*/ 595828 w 595959"/>
                <a:gd name="connsiteY1" fmla="*/ 0 h 139729"/>
                <a:gd name="connsiteX2" fmla="*/ 595830 w 595959"/>
                <a:gd name="connsiteY2" fmla="*/ 97547 h 139729"/>
                <a:gd name="connsiteX3" fmla="*/ 131 w 595959"/>
                <a:gd name="connsiteY3" fmla="*/ 139729 h 139729"/>
                <a:gd name="connsiteX4" fmla="*/ 124 w 595959"/>
                <a:gd name="connsiteY4" fmla="*/ 22492 h 139729"/>
                <a:gd name="connsiteX0" fmla="*/ 124 w 595959"/>
                <a:gd name="connsiteY0" fmla="*/ 25585 h 142822"/>
                <a:gd name="connsiteX1" fmla="*/ 595828 w 595959"/>
                <a:gd name="connsiteY1" fmla="*/ 3093 h 142822"/>
                <a:gd name="connsiteX2" fmla="*/ 595830 w 595959"/>
                <a:gd name="connsiteY2" fmla="*/ 100640 h 142822"/>
                <a:gd name="connsiteX3" fmla="*/ 131 w 595959"/>
                <a:gd name="connsiteY3" fmla="*/ 142822 h 142822"/>
                <a:gd name="connsiteX4" fmla="*/ 124 w 595959"/>
                <a:gd name="connsiteY4" fmla="*/ 25585 h 142822"/>
                <a:gd name="connsiteX0" fmla="*/ 124 w 595959"/>
                <a:gd name="connsiteY0" fmla="*/ 25585 h 142822"/>
                <a:gd name="connsiteX1" fmla="*/ 595828 w 595959"/>
                <a:gd name="connsiteY1" fmla="*/ 3093 h 142822"/>
                <a:gd name="connsiteX2" fmla="*/ 595830 w 595959"/>
                <a:gd name="connsiteY2" fmla="*/ 100640 h 142822"/>
                <a:gd name="connsiteX3" fmla="*/ 131 w 595959"/>
                <a:gd name="connsiteY3" fmla="*/ 142822 h 142822"/>
                <a:gd name="connsiteX4" fmla="*/ 124 w 595959"/>
                <a:gd name="connsiteY4" fmla="*/ 25585 h 142822"/>
                <a:gd name="connsiteX0" fmla="*/ 124 w 595959"/>
                <a:gd name="connsiteY0" fmla="*/ 26512 h 143749"/>
                <a:gd name="connsiteX1" fmla="*/ 595828 w 595959"/>
                <a:gd name="connsiteY1" fmla="*/ 4020 h 143749"/>
                <a:gd name="connsiteX2" fmla="*/ 595830 w 595959"/>
                <a:gd name="connsiteY2" fmla="*/ 101567 h 143749"/>
                <a:gd name="connsiteX3" fmla="*/ 131 w 595959"/>
                <a:gd name="connsiteY3" fmla="*/ 143749 h 143749"/>
                <a:gd name="connsiteX4" fmla="*/ 124 w 595959"/>
                <a:gd name="connsiteY4" fmla="*/ 26512 h 143749"/>
                <a:gd name="connsiteX0" fmla="*/ 124 w 595959"/>
                <a:gd name="connsiteY0" fmla="*/ 26512 h 143749"/>
                <a:gd name="connsiteX1" fmla="*/ 595828 w 595959"/>
                <a:gd name="connsiteY1" fmla="*/ 4020 h 143749"/>
                <a:gd name="connsiteX2" fmla="*/ 595830 w 595959"/>
                <a:gd name="connsiteY2" fmla="*/ 101567 h 143749"/>
                <a:gd name="connsiteX3" fmla="*/ 131 w 595959"/>
                <a:gd name="connsiteY3" fmla="*/ 143749 h 143749"/>
                <a:gd name="connsiteX4" fmla="*/ 124 w 595959"/>
                <a:gd name="connsiteY4" fmla="*/ 26512 h 143749"/>
                <a:gd name="connsiteX0" fmla="*/ 124 w 595959"/>
                <a:gd name="connsiteY0" fmla="*/ 28496 h 145733"/>
                <a:gd name="connsiteX1" fmla="*/ 595828 w 595959"/>
                <a:gd name="connsiteY1" fmla="*/ 6004 h 145733"/>
                <a:gd name="connsiteX2" fmla="*/ 595830 w 595959"/>
                <a:gd name="connsiteY2" fmla="*/ 103551 h 145733"/>
                <a:gd name="connsiteX3" fmla="*/ 131 w 595959"/>
                <a:gd name="connsiteY3" fmla="*/ 145733 h 145733"/>
                <a:gd name="connsiteX4" fmla="*/ 124 w 595959"/>
                <a:gd name="connsiteY4" fmla="*/ 28496 h 14573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856"/>
                <a:gd name="connsiteY0" fmla="*/ 41841 h 159078"/>
                <a:gd name="connsiteX1" fmla="*/ 591261 w 595856"/>
                <a:gd name="connsiteY1" fmla="*/ 0 h 159078"/>
                <a:gd name="connsiteX2" fmla="*/ 595830 w 595856"/>
                <a:gd name="connsiteY2" fmla="*/ 116896 h 159078"/>
                <a:gd name="connsiteX3" fmla="*/ 131 w 595856"/>
                <a:gd name="connsiteY3" fmla="*/ 159078 h 159078"/>
                <a:gd name="connsiteX4" fmla="*/ 124 w 595856"/>
                <a:gd name="connsiteY4" fmla="*/ 41841 h 159078"/>
                <a:gd name="connsiteX0" fmla="*/ 124 w 595959"/>
                <a:gd name="connsiteY0" fmla="*/ 41841 h 159078"/>
                <a:gd name="connsiteX1" fmla="*/ 595828 w 595959"/>
                <a:gd name="connsiteY1" fmla="*/ 0 h 159078"/>
                <a:gd name="connsiteX2" fmla="*/ 595830 w 595959"/>
                <a:gd name="connsiteY2" fmla="*/ 116896 h 159078"/>
                <a:gd name="connsiteX3" fmla="*/ 131 w 595959"/>
                <a:gd name="connsiteY3" fmla="*/ 159078 h 159078"/>
                <a:gd name="connsiteX4" fmla="*/ 124 w 595959"/>
                <a:gd name="connsiteY4" fmla="*/ 41841 h 159078"/>
                <a:gd name="connsiteX0" fmla="*/ 124 w 597349"/>
                <a:gd name="connsiteY0" fmla="*/ 42378 h 159615"/>
                <a:gd name="connsiteX1" fmla="*/ 597349 w 597349"/>
                <a:gd name="connsiteY1" fmla="*/ 0 h 159615"/>
                <a:gd name="connsiteX2" fmla="*/ 595830 w 597349"/>
                <a:gd name="connsiteY2" fmla="*/ 117433 h 159615"/>
                <a:gd name="connsiteX3" fmla="*/ 131 w 597349"/>
                <a:gd name="connsiteY3" fmla="*/ 159615 h 159615"/>
                <a:gd name="connsiteX4" fmla="*/ 124 w 597349"/>
                <a:gd name="connsiteY4" fmla="*/ 42378 h 159615"/>
                <a:gd name="connsiteX0" fmla="*/ 124 w 600443"/>
                <a:gd name="connsiteY0" fmla="*/ 42378 h 159615"/>
                <a:gd name="connsiteX1" fmla="*/ 597349 w 600443"/>
                <a:gd name="connsiteY1" fmla="*/ 0 h 159615"/>
                <a:gd name="connsiteX2" fmla="*/ 600408 w 600443"/>
                <a:gd name="connsiteY2" fmla="*/ 117433 h 159615"/>
                <a:gd name="connsiteX3" fmla="*/ 131 w 600443"/>
                <a:gd name="connsiteY3" fmla="*/ 159615 h 159615"/>
                <a:gd name="connsiteX4" fmla="*/ 124 w 600443"/>
                <a:gd name="connsiteY4" fmla="*/ 42378 h 159615"/>
                <a:gd name="connsiteX0" fmla="*/ 124 w 600537"/>
                <a:gd name="connsiteY0" fmla="*/ 42378 h 159615"/>
                <a:gd name="connsiteX1" fmla="*/ 600401 w 600537"/>
                <a:gd name="connsiteY1" fmla="*/ 0 h 159615"/>
                <a:gd name="connsiteX2" fmla="*/ 600408 w 600537"/>
                <a:gd name="connsiteY2" fmla="*/ 117433 h 159615"/>
                <a:gd name="connsiteX3" fmla="*/ 131 w 600537"/>
                <a:gd name="connsiteY3" fmla="*/ 159615 h 159615"/>
                <a:gd name="connsiteX4" fmla="*/ 124 w 600537"/>
                <a:gd name="connsiteY4" fmla="*/ 42378 h 159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0537" h="159615">
                  <a:moveTo>
                    <a:pt x="124" y="42378"/>
                  </a:moveTo>
                  <a:cubicBezTo>
                    <a:pt x="296414" y="-50243"/>
                    <a:pt x="418111" y="75773"/>
                    <a:pt x="600401" y="0"/>
                  </a:cubicBezTo>
                  <a:cubicBezTo>
                    <a:pt x="599951" y="33260"/>
                    <a:pt x="600858" y="84173"/>
                    <a:pt x="600408" y="117433"/>
                  </a:cubicBezTo>
                  <a:cubicBezTo>
                    <a:pt x="395490" y="192726"/>
                    <a:pt x="285331" y="62551"/>
                    <a:pt x="131" y="159615"/>
                  </a:cubicBezTo>
                  <a:cubicBezTo>
                    <a:pt x="-323" y="114566"/>
                    <a:pt x="578" y="87427"/>
                    <a:pt x="124" y="42378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12" name="矩形 1174">
              <a:extLst>
                <a:ext uri="{FF2B5EF4-FFF2-40B4-BE49-F238E27FC236}">
                  <a16:creationId xmlns:a16="http://schemas.microsoft.com/office/drawing/2014/main" id="{530EAA4D-D330-C1FE-5258-D9EF854235E3}"/>
                </a:ext>
              </a:extLst>
            </p:cNvPr>
            <p:cNvSpPr/>
            <p:nvPr/>
          </p:nvSpPr>
          <p:spPr>
            <a:xfrm rot="10800000">
              <a:off x="6490934" y="6141287"/>
              <a:ext cx="618706" cy="226680"/>
            </a:xfrm>
            <a:custGeom>
              <a:avLst/>
              <a:gdLst>
                <a:gd name="connsiteX0" fmla="*/ 0 w 595706"/>
                <a:gd name="connsiteY0" fmla="*/ 0 h 92965"/>
                <a:gd name="connsiteX1" fmla="*/ 595706 w 595706"/>
                <a:gd name="connsiteY1" fmla="*/ 0 h 92965"/>
                <a:gd name="connsiteX2" fmla="*/ 595706 w 595706"/>
                <a:gd name="connsiteY2" fmla="*/ 92965 h 92965"/>
                <a:gd name="connsiteX3" fmla="*/ 0 w 595706"/>
                <a:gd name="connsiteY3" fmla="*/ 92965 h 92965"/>
                <a:gd name="connsiteX4" fmla="*/ 0 w 595706"/>
                <a:gd name="connsiteY4" fmla="*/ 0 h 92965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1422 w 594406"/>
                <a:gd name="connsiteY0" fmla="*/ 21376 h 135147"/>
                <a:gd name="connsiteX1" fmla="*/ 594406 w 594406"/>
                <a:gd name="connsiteY1" fmla="*/ 0 h 135147"/>
                <a:gd name="connsiteX2" fmla="*/ 594406 w 594406"/>
                <a:gd name="connsiteY2" fmla="*/ 92965 h 135147"/>
                <a:gd name="connsiteX3" fmla="*/ 61 w 594406"/>
                <a:gd name="connsiteY3" fmla="*/ 135147 h 135147"/>
                <a:gd name="connsiteX4" fmla="*/ 1422 w 594406"/>
                <a:gd name="connsiteY4" fmla="*/ 21376 h 135147"/>
                <a:gd name="connsiteX0" fmla="*/ 1422 w 594406"/>
                <a:gd name="connsiteY0" fmla="*/ 15599 h 135147"/>
                <a:gd name="connsiteX1" fmla="*/ 594406 w 594406"/>
                <a:gd name="connsiteY1" fmla="*/ 0 h 135147"/>
                <a:gd name="connsiteX2" fmla="*/ 594406 w 594406"/>
                <a:gd name="connsiteY2" fmla="*/ 92965 h 135147"/>
                <a:gd name="connsiteX3" fmla="*/ 61 w 594406"/>
                <a:gd name="connsiteY3" fmla="*/ 135147 h 135147"/>
                <a:gd name="connsiteX4" fmla="*/ 1422 w 594406"/>
                <a:gd name="connsiteY4" fmla="*/ 15599 h 135147"/>
                <a:gd name="connsiteX0" fmla="*/ 131 w 594476"/>
                <a:gd name="connsiteY0" fmla="*/ 4622 h 135147"/>
                <a:gd name="connsiteX1" fmla="*/ 594476 w 594476"/>
                <a:gd name="connsiteY1" fmla="*/ 0 h 135147"/>
                <a:gd name="connsiteX2" fmla="*/ 594476 w 594476"/>
                <a:gd name="connsiteY2" fmla="*/ 92965 h 135147"/>
                <a:gd name="connsiteX3" fmla="*/ 131 w 594476"/>
                <a:gd name="connsiteY3" fmla="*/ 135147 h 135147"/>
                <a:gd name="connsiteX4" fmla="*/ 131 w 594476"/>
                <a:gd name="connsiteY4" fmla="*/ 4622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22423 h 139660"/>
                <a:gd name="connsiteX1" fmla="*/ 595706 w 595706"/>
                <a:gd name="connsiteY1" fmla="*/ 4513 h 139660"/>
                <a:gd name="connsiteX2" fmla="*/ 595706 w 595706"/>
                <a:gd name="connsiteY2" fmla="*/ 97478 h 139660"/>
                <a:gd name="connsiteX3" fmla="*/ 1361 w 595706"/>
                <a:gd name="connsiteY3" fmla="*/ 139660 h 139660"/>
                <a:gd name="connsiteX4" fmla="*/ 0 w 595706"/>
                <a:gd name="connsiteY4" fmla="*/ 22423 h 139660"/>
                <a:gd name="connsiteX0" fmla="*/ 0 w 595706"/>
                <a:gd name="connsiteY0" fmla="*/ 26413 h 143650"/>
                <a:gd name="connsiteX1" fmla="*/ 595706 w 595706"/>
                <a:gd name="connsiteY1" fmla="*/ 8503 h 143650"/>
                <a:gd name="connsiteX2" fmla="*/ 595706 w 595706"/>
                <a:gd name="connsiteY2" fmla="*/ 101468 h 143650"/>
                <a:gd name="connsiteX3" fmla="*/ 1361 w 595706"/>
                <a:gd name="connsiteY3" fmla="*/ 143650 h 143650"/>
                <a:gd name="connsiteX4" fmla="*/ 0 w 595706"/>
                <a:gd name="connsiteY4" fmla="*/ 26413 h 143650"/>
                <a:gd name="connsiteX0" fmla="*/ 0 w 595706"/>
                <a:gd name="connsiteY0" fmla="*/ 21286 h 138523"/>
                <a:gd name="connsiteX1" fmla="*/ 595706 w 595706"/>
                <a:gd name="connsiteY1" fmla="*/ 3376 h 138523"/>
                <a:gd name="connsiteX2" fmla="*/ 595706 w 595706"/>
                <a:gd name="connsiteY2" fmla="*/ 96341 h 138523"/>
                <a:gd name="connsiteX3" fmla="*/ 1361 w 595706"/>
                <a:gd name="connsiteY3" fmla="*/ 138523 h 138523"/>
                <a:gd name="connsiteX4" fmla="*/ 0 w 595706"/>
                <a:gd name="connsiteY4" fmla="*/ 21286 h 138523"/>
                <a:gd name="connsiteX0" fmla="*/ 0 w 595706"/>
                <a:gd name="connsiteY0" fmla="*/ 22534 h 139771"/>
                <a:gd name="connsiteX1" fmla="*/ 595706 w 595706"/>
                <a:gd name="connsiteY1" fmla="*/ 4624 h 139771"/>
                <a:gd name="connsiteX2" fmla="*/ 595706 w 595706"/>
                <a:gd name="connsiteY2" fmla="*/ 97589 h 139771"/>
                <a:gd name="connsiteX3" fmla="*/ 1361 w 595706"/>
                <a:gd name="connsiteY3" fmla="*/ 139771 h 139771"/>
                <a:gd name="connsiteX4" fmla="*/ 0 w 595706"/>
                <a:gd name="connsiteY4" fmla="*/ 22534 h 139771"/>
                <a:gd name="connsiteX0" fmla="*/ 0 w 595706"/>
                <a:gd name="connsiteY0" fmla="*/ 23494 h 140731"/>
                <a:gd name="connsiteX1" fmla="*/ 595706 w 595706"/>
                <a:gd name="connsiteY1" fmla="*/ 2118 h 140731"/>
                <a:gd name="connsiteX2" fmla="*/ 595706 w 595706"/>
                <a:gd name="connsiteY2" fmla="*/ 98549 h 140731"/>
                <a:gd name="connsiteX3" fmla="*/ 1361 w 595706"/>
                <a:gd name="connsiteY3" fmla="*/ 140731 h 140731"/>
                <a:gd name="connsiteX4" fmla="*/ 0 w 595706"/>
                <a:gd name="connsiteY4" fmla="*/ 23494 h 140731"/>
                <a:gd name="connsiteX0" fmla="*/ 0 w 595706"/>
                <a:gd name="connsiteY0" fmla="*/ 23494 h 140731"/>
                <a:gd name="connsiteX1" fmla="*/ 595706 w 595706"/>
                <a:gd name="connsiteY1" fmla="*/ 2118 h 140731"/>
                <a:gd name="connsiteX2" fmla="*/ 595706 w 595706"/>
                <a:gd name="connsiteY2" fmla="*/ 98549 h 140731"/>
                <a:gd name="connsiteX3" fmla="*/ 1361 w 595706"/>
                <a:gd name="connsiteY3" fmla="*/ 140731 h 140731"/>
                <a:gd name="connsiteX4" fmla="*/ 0 w 595706"/>
                <a:gd name="connsiteY4" fmla="*/ 23494 h 140731"/>
                <a:gd name="connsiteX0" fmla="*/ 0 w 595706"/>
                <a:gd name="connsiteY0" fmla="*/ 25030 h 142267"/>
                <a:gd name="connsiteX1" fmla="*/ 595706 w 595706"/>
                <a:gd name="connsiteY1" fmla="*/ 3654 h 142267"/>
                <a:gd name="connsiteX2" fmla="*/ 595706 w 595706"/>
                <a:gd name="connsiteY2" fmla="*/ 100085 h 142267"/>
                <a:gd name="connsiteX3" fmla="*/ 1361 w 595706"/>
                <a:gd name="connsiteY3" fmla="*/ 142267 h 142267"/>
                <a:gd name="connsiteX4" fmla="*/ 0 w 595706"/>
                <a:gd name="connsiteY4" fmla="*/ 25030 h 142267"/>
                <a:gd name="connsiteX0" fmla="*/ 0 w 595706"/>
                <a:gd name="connsiteY0" fmla="*/ 22091 h 139328"/>
                <a:gd name="connsiteX1" fmla="*/ 595706 w 595706"/>
                <a:gd name="connsiteY1" fmla="*/ 715 h 139328"/>
                <a:gd name="connsiteX2" fmla="*/ 595706 w 595706"/>
                <a:gd name="connsiteY2" fmla="*/ 97146 h 139328"/>
                <a:gd name="connsiteX3" fmla="*/ 1361 w 595706"/>
                <a:gd name="connsiteY3" fmla="*/ 139328 h 139328"/>
                <a:gd name="connsiteX4" fmla="*/ 0 w 595706"/>
                <a:gd name="connsiteY4" fmla="*/ 22091 h 139328"/>
                <a:gd name="connsiteX0" fmla="*/ 0 w 595706"/>
                <a:gd name="connsiteY0" fmla="*/ 23573 h 140810"/>
                <a:gd name="connsiteX1" fmla="*/ 595706 w 595706"/>
                <a:gd name="connsiteY1" fmla="*/ 2197 h 140810"/>
                <a:gd name="connsiteX2" fmla="*/ 595706 w 595706"/>
                <a:gd name="connsiteY2" fmla="*/ 98628 h 140810"/>
                <a:gd name="connsiteX3" fmla="*/ 1361 w 595706"/>
                <a:gd name="connsiteY3" fmla="*/ 140810 h 140810"/>
                <a:gd name="connsiteX4" fmla="*/ 0 w 595706"/>
                <a:gd name="connsiteY4" fmla="*/ 23573 h 140810"/>
                <a:gd name="connsiteX0" fmla="*/ 0 w 595706"/>
                <a:gd name="connsiteY0" fmla="*/ 21908 h 139145"/>
                <a:gd name="connsiteX1" fmla="*/ 595706 w 595706"/>
                <a:gd name="connsiteY1" fmla="*/ 532 h 139145"/>
                <a:gd name="connsiteX2" fmla="*/ 595706 w 595706"/>
                <a:gd name="connsiteY2" fmla="*/ 96963 h 139145"/>
                <a:gd name="connsiteX3" fmla="*/ 1361 w 595706"/>
                <a:gd name="connsiteY3" fmla="*/ 139145 h 139145"/>
                <a:gd name="connsiteX4" fmla="*/ 0 w 595706"/>
                <a:gd name="connsiteY4" fmla="*/ 21908 h 139145"/>
                <a:gd name="connsiteX0" fmla="*/ 0 w 595706"/>
                <a:gd name="connsiteY0" fmla="*/ 23863 h 141100"/>
                <a:gd name="connsiteX1" fmla="*/ 595706 w 595706"/>
                <a:gd name="connsiteY1" fmla="*/ 2487 h 141100"/>
                <a:gd name="connsiteX2" fmla="*/ 595706 w 595706"/>
                <a:gd name="connsiteY2" fmla="*/ 98918 h 141100"/>
                <a:gd name="connsiteX3" fmla="*/ 1361 w 595706"/>
                <a:gd name="connsiteY3" fmla="*/ 141100 h 141100"/>
                <a:gd name="connsiteX4" fmla="*/ 0 w 595706"/>
                <a:gd name="connsiteY4" fmla="*/ 23863 h 141100"/>
                <a:gd name="connsiteX0" fmla="*/ 0 w 595706"/>
                <a:gd name="connsiteY0" fmla="*/ 24472 h 141709"/>
                <a:gd name="connsiteX1" fmla="*/ 595706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0 w 595706"/>
                <a:gd name="connsiteY0" fmla="*/ 24267 h 141504"/>
                <a:gd name="connsiteX1" fmla="*/ 595706 w 595706"/>
                <a:gd name="connsiteY1" fmla="*/ 2891 h 141504"/>
                <a:gd name="connsiteX2" fmla="*/ 595706 w 595706"/>
                <a:gd name="connsiteY2" fmla="*/ 99322 h 141504"/>
                <a:gd name="connsiteX3" fmla="*/ 1361 w 595706"/>
                <a:gd name="connsiteY3" fmla="*/ 141504 h 141504"/>
                <a:gd name="connsiteX4" fmla="*/ 0 w 595706"/>
                <a:gd name="connsiteY4" fmla="*/ 24267 h 141504"/>
                <a:gd name="connsiteX0" fmla="*/ 0 w 595706"/>
                <a:gd name="connsiteY0" fmla="*/ 24472 h 141709"/>
                <a:gd name="connsiteX1" fmla="*/ 595706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0 w 595706"/>
                <a:gd name="connsiteY0" fmla="*/ 24472 h 141709"/>
                <a:gd name="connsiteX1" fmla="*/ 594353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124 w 595830"/>
                <a:gd name="connsiteY0" fmla="*/ 24472 h 141709"/>
                <a:gd name="connsiteX1" fmla="*/ 594477 w 595830"/>
                <a:gd name="connsiteY1" fmla="*/ 3096 h 141709"/>
                <a:gd name="connsiteX2" fmla="*/ 595830 w 595830"/>
                <a:gd name="connsiteY2" fmla="*/ 99527 h 141709"/>
                <a:gd name="connsiteX3" fmla="*/ 131 w 595830"/>
                <a:gd name="connsiteY3" fmla="*/ 141709 h 141709"/>
                <a:gd name="connsiteX4" fmla="*/ 124 w 595830"/>
                <a:gd name="connsiteY4" fmla="*/ 24472 h 141709"/>
                <a:gd name="connsiteX0" fmla="*/ 124 w 597179"/>
                <a:gd name="connsiteY0" fmla="*/ 25207 h 142444"/>
                <a:gd name="connsiteX1" fmla="*/ 597179 w 597179"/>
                <a:gd name="connsiteY1" fmla="*/ 481 h 142444"/>
                <a:gd name="connsiteX2" fmla="*/ 595830 w 597179"/>
                <a:gd name="connsiteY2" fmla="*/ 100262 h 142444"/>
                <a:gd name="connsiteX3" fmla="*/ 131 w 597179"/>
                <a:gd name="connsiteY3" fmla="*/ 142444 h 142444"/>
                <a:gd name="connsiteX4" fmla="*/ 124 w 597179"/>
                <a:gd name="connsiteY4" fmla="*/ 25207 h 142444"/>
                <a:gd name="connsiteX0" fmla="*/ 124 w 595889"/>
                <a:gd name="connsiteY0" fmla="*/ 25842 h 143079"/>
                <a:gd name="connsiteX1" fmla="*/ 594477 w 595889"/>
                <a:gd name="connsiteY1" fmla="*/ 0 h 143079"/>
                <a:gd name="connsiteX2" fmla="*/ 595830 w 595889"/>
                <a:gd name="connsiteY2" fmla="*/ 100897 h 143079"/>
                <a:gd name="connsiteX3" fmla="*/ 131 w 595889"/>
                <a:gd name="connsiteY3" fmla="*/ 143079 h 143079"/>
                <a:gd name="connsiteX4" fmla="*/ 124 w 595889"/>
                <a:gd name="connsiteY4" fmla="*/ 25842 h 143079"/>
                <a:gd name="connsiteX0" fmla="*/ 124 w 595889"/>
                <a:gd name="connsiteY0" fmla="*/ 24713 h 141950"/>
                <a:gd name="connsiteX1" fmla="*/ 594477 w 595889"/>
                <a:gd name="connsiteY1" fmla="*/ 2221 h 141950"/>
                <a:gd name="connsiteX2" fmla="*/ 595830 w 595889"/>
                <a:gd name="connsiteY2" fmla="*/ 99768 h 141950"/>
                <a:gd name="connsiteX3" fmla="*/ 131 w 595889"/>
                <a:gd name="connsiteY3" fmla="*/ 141950 h 141950"/>
                <a:gd name="connsiteX4" fmla="*/ 124 w 595889"/>
                <a:gd name="connsiteY4" fmla="*/ 24713 h 141950"/>
                <a:gd name="connsiteX0" fmla="*/ 124 w 595959"/>
                <a:gd name="connsiteY0" fmla="*/ 24713 h 141950"/>
                <a:gd name="connsiteX1" fmla="*/ 595828 w 595959"/>
                <a:gd name="connsiteY1" fmla="*/ 2221 h 141950"/>
                <a:gd name="connsiteX2" fmla="*/ 595830 w 595959"/>
                <a:gd name="connsiteY2" fmla="*/ 99768 h 141950"/>
                <a:gd name="connsiteX3" fmla="*/ 131 w 595959"/>
                <a:gd name="connsiteY3" fmla="*/ 141950 h 141950"/>
                <a:gd name="connsiteX4" fmla="*/ 124 w 595959"/>
                <a:gd name="connsiteY4" fmla="*/ 24713 h 141950"/>
                <a:gd name="connsiteX0" fmla="*/ 124 w 595959"/>
                <a:gd name="connsiteY0" fmla="*/ 24925 h 142162"/>
                <a:gd name="connsiteX1" fmla="*/ 595828 w 595959"/>
                <a:gd name="connsiteY1" fmla="*/ 2433 h 142162"/>
                <a:gd name="connsiteX2" fmla="*/ 595830 w 595959"/>
                <a:gd name="connsiteY2" fmla="*/ 99980 h 142162"/>
                <a:gd name="connsiteX3" fmla="*/ 131 w 595959"/>
                <a:gd name="connsiteY3" fmla="*/ 142162 h 142162"/>
                <a:gd name="connsiteX4" fmla="*/ 124 w 595959"/>
                <a:gd name="connsiteY4" fmla="*/ 24925 h 142162"/>
                <a:gd name="connsiteX0" fmla="*/ 124 w 595959"/>
                <a:gd name="connsiteY0" fmla="*/ 22492 h 139729"/>
                <a:gd name="connsiteX1" fmla="*/ 595828 w 595959"/>
                <a:gd name="connsiteY1" fmla="*/ 0 h 139729"/>
                <a:gd name="connsiteX2" fmla="*/ 595830 w 595959"/>
                <a:gd name="connsiteY2" fmla="*/ 97547 h 139729"/>
                <a:gd name="connsiteX3" fmla="*/ 131 w 595959"/>
                <a:gd name="connsiteY3" fmla="*/ 139729 h 139729"/>
                <a:gd name="connsiteX4" fmla="*/ 124 w 595959"/>
                <a:gd name="connsiteY4" fmla="*/ 22492 h 139729"/>
                <a:gd name="connsiteX0" fmla="*/ 124 w 595959"/>
                <a:gd name="connsiteY0" fmla="*/ 25585 h 142822"/>
                <a:gd name="connsiteX1" fmla="*/ 595828 w 595959"/>
                <a:gd name="connsiteY1" fmla="*/ 3093 h 142822"/>
                <a:gd name="connsiteX2" fmla="*/ 595830 w 595959"/>
                <a:gd name="connsiteY2" fmla="*/ 100640 h 142822"/>
                <a:gd name="connsiteX3" fmla="*/ 131 w 595959"/>
                <a:gd name="connsiteY3" fmla="*/ 142822 h 142822"/>
                <a:gd name="connsiteX4" fmla="*/ 124 w 595959"/>
                <a:gd name="connsiteY4" fmla="*/ 25585 h 142822"/>
                <a:gd name="connsiteX0" fmla="*/ 124 w 595959"/>
                <a:gd name="connsiteY0" fmla="*/ 25585 h 142822"/>
                <a:gd name="connsiteX1" fmla="*/ 595828 w 595959"/>
                <a:gd name="connsiteY1" fmla="*/ 3093 h 142822"/>
                <a:gd name="connsiteX2" fmla="*/ 595830 w 595959"/>
                <a:gd name="connsiteY2" fmla="*/ 100640 h 142822"/>
                <a:gd name="connsiteX3" fmla="*/ 131 w 595959"/>
                <a:gd name="connsiteY3" fmla="*/ 142822 h 142822"/>
                <a:gd name="connsiteX4" fmla="*/ 124 w 595959"/>
                <a:gd name="connsiteY4" fmla="*/ 25585 h 142822"/>
                <a:gd name="connsiteX0" fmla="*/ 124 w 595959"/>
                <a:gd name="connsiteY0" fmla="*/ 26512 h 143749"/>
                <a:gd name="connsiteX1" fmla="*/ 595828 w 595959"/>
                <a:gd name="connsiteY1" fmla="*/ 4020 h 143749"/>
                <a:gd name="connsiteX2" fmla="*/ 595830 w 595959"/>
                <a:gd name="connsiteY2" fmla="*/ 101567 h 143749"/>
                <a:gd name="connsiteX3" fmla="*/ 131 w 595959"/>
                <a:gd name="connsiteY3" fmla="*/ 143749 h 143749"/>
                <a:gd name="connsiteX4" fmla="*/ 124 w 595959"/>
                <a:gd name="connsiteY4" fmla="*/ 26512 h 143749"/>
                <a:gd name="connsiteX0" fmla="*/ 124 w 595959"/>
                <a:gd name="connsiteY0" fmla="*/ 26512 h 143749"/>
                <a:gd name="connsiteX1" fmla="*/ 595828 w 595959"/>
                <a:gd name="connsiteY1" fmla="*/ 4020 h 143749"/>
                <a:gd name="connsiteX2" fmla="*/ 595830 w 595959"/>
                <a:gd name="connsiteY2" fmla="*/ 101567 h 143749"/>
                <a:gd name="connsiteX3" fmla="*/ 131 w 595959"/>
                <a:gd name="connsiteY3" fmla="*/ 143749 h 143749"/>
                <a:gd name="connsiteX4" fmla="*/ 124 w 595959"/>
                <a:gd name="connsiteY4" fmla="*/ 26512 h 143749"/>
                <a:gd name="connsiteX0" fmla="*/ 124 w 595959"/>
                <a:gd name="connsiteY0" fmla="*/ 28496 h 145733"/>
                <a:gd name="connsiteX1" fmla="*/ 595828 w 595959"/>
                <a:gd name="connsiteY1" fmla="*/ 6004 h 145733"/>
                <a:gd name="connsiteX2" fmla="*/ 595830 w 595959"/>
                <a:gd name="connsiteY2" fmla="*/ 103551 h 145733"/>
                <a:gd name="connsiteX3" fmla="*/ 131 w 595959"/>
                <a:gd name="connsiteY3" fmla="*/ 145733 h 145733"/>
                <a:gd name="connsiteX4" fmla="*/ 124 w 595959"/>
                <a:gd name="connsiteY4" fmla="*/ 28496 h 14573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856"/>
                <a:gd name="connsiteY0" fmla="*/ 41841 h 159078"/>
                <a:gd name="connsiteX1" fmla="*/ 591261 w 595856"/>
                <a:gd name="connsiteY1" fmla="*/ 0 h 159078"/>
                <a:gd name="connsiteX2" fmla="*/ 595830 w 595856"/>
                <a:gd name="connsiteY2" fmla="*/ 116896 h 159078"/>
                <a:gd name="connsiteX3" fmla="*/ 131 w 595856"/>
                <a:gd name="connsiteY3" fmla="*/ 159078 h 159078"/>
                <a:gd name="connsiteX4" fmla="*/ 124 w 595856"/>
                <a:gd name="connsiteY4" fmla="*/ 41841 h 159078"/>
                <a:gd name="connsiteX0" fmla="*/ 124 w 595959"/>
                <a:gd name="connsiteY0" fmla="*/ 41841 h 159078"/>
                <a:gd name="connsiteX1" fmla="*/ 595828 w 595959"/>
                <a:gd name="connsiteY1" fmla="*/ 0 h 159078"/>
                <a:gd name="connsiteX2" fmla="*/ 595830 w 595959"/>
                <a:gd name="connsiteY2" fmla="*/ 116896 h 159078"/>
                <a:gd name="connsiteX3" fmla="*/ 131 w 595959"/>
                <a:gd name="connsiteY3" fmla="*/ 159078 h 159078"/>
                <a:gd name="connsiteX4" fmla="*/ 124 w 595959"/>
                <a:gd name="connsiteY4" fmla="*/ 41841 h 159078"/>
                <a:gd name="connsiteX0" fmla="*/ 124 w 597349"/>
                <a:gd name="connsiteY0" fmla="*/ 42378 h 159615"/>
                <a:gd name="connsiteX1" fmla="*/ 597349 w 597349"/>
                <a:gd name="connsiteY1" fmla="*/ 0 h 159615"/>
                <a:gd name="connsiteX2" fmla="*/ 595830 w 597349"/>
                <a:gd name="connsiteY2" fmla="*/ 117433 h 159615"/>
                <a:gd name="connsiteX3" fmla="*/ 131 w 597349"/>
                <a:gd name="connsiteY3" fmla="*/ 159615 h 159615"/>
                <a:gd name="connsiteX4" fmla="*/ 124 w 597349"/>
                <a:gd name="connsiteY4" fmla="*/ 42378 h 159615"/>
                <a:gd name="connsiteX0" fmla="*/ 124 w 600443"/>
                <a:gd name="connsiteY0" fmla="*/ 42378 h 159615"/>
                <a:gd name="connsiteX1" fmla="*/ 597349 w 600443"/>
                <a:gd name="connsiteY1" fmla="*/ 0 h 159615"/>
                <a:gd name="connsiteX2" fmla="*/ 600408 w 600443"/>
                <a:gd name="connsiteY2" fmla="*/ 117433 h 159615"/>
                <a:gd name="connsiteX3" fmla="*/ 131 w 600443"/>
                <a:gd name="connsiteY3" fmla="*/ 159615 h 159615"/>
                <a:gd name="connsiteX4" fmla="*/ 124 w 600443"/>
                <a:gd name="connsiteY4" fmla="*/ 42378 h 159615"/>
                <a:gd name="connsiteX0" fmla="*/ 124 w 600537"/>
                <a:gd name="connsiteY0" fmla="*/ 42378 h 159615"/>
                <a:gd name="connsiteX1" fmla="*/ 600401 w 600537"/>
                <a:gd name="connsiteY1" fmla="*/ 0 h 159615"/>
                <a:gd name="connsiteX2" fmla="*/ 600408 w 600537"/>
                <a:gd name="connsiteY2" fmla="*/ 117433 h 159615"/>
                <a:gd name="connsiteX3" fmla="*/ 131 w 600537"/>
                <a:gd name="connsiteY3" fmla="*/ 159615 h 159615"/>
                <a:gd name="connsiteX4" fmla="*/ 124 w 600537"/>
                <a:gd name="connsiteY4" fmla="*/ 42378 h 159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0537" h="159615">
                  <a:moveTo>
                    <a:pt x="124" y="42378"/>
                  </a:moveTo>
                  <a:cubicBezTo>
                    <a:pt x="296414" y="-50243"/>
                    <a:pt x="418111" y="75773"/>
                    <a:pt x="600401" y="0"/>
                  </a:cubicBezTo>
                  <a:cubicBezTo>
                    <a:pt x="599951" y="33260"/>
                    <a:pt x="600858" y="84173"/>
                    <a:pt x="600408" y="117433"/>
                  </a:cubicBezTo>
                  <a:cubicBezTo>
                    <a:pt x="395490" y="192726"/>
                    <a:pt x="285331" y="62551"/>
                    <a:pt x="131" y="159615"/>
                  </a:cubicBezTo>
                  <a:cubicBezTo>
                    <a:pt x="-323" y="114566"/>
                    <a:pt x="578" y="87427"/>
                    <a:pt x="124" y="42378"/>
                  </a:cubicBezTo>
                  <a:close/>
                </a:path>
              </a:pathLst>
            </a:custGeom>
            <a:solidFill>
              <a:schemeClr val="accent5">
                <a:lumMod val="40000"/>
                <a:lumOff val="6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813" name="组合 812">
              <a:extLst>
                <a:ext uri="{FF2B5EF4-FFF2-40B4-BE49-F238E27FC236}">
                  <a16:creationId xmlns:a16="http://schemas.microsoft.com/office/drawing/2014/main" id="{A7B164DB-2948-3657-C7BA-DF5BE0FE510F}"/>
                </a:ext>
              </a:extLst>
            </p:cNvPr>
            <p:cNvGrpSpPr/>
            <p:nvPr/>
          </p:nvGrpSpPr>
          <p:grpSpPr>
            <a:xfrm>
              <a:off x="6489710" y="6445933"/>
              <a:ext cx="621640" cy="735125"/>
              <a:chOff x="5766806" y="6445933"/>
              <a:chExt cx="621640" cy="735125"/>
            </a:xfrm>
          </p:grpSpPr>
          <p:sp>
            <p:nvSpPr>
              <p:cNvPr id="814" name="矩形 1174">
                <a:extLst>
                  <a:ext uri="{FF2B5EF4-FFF2-40B4-BE49-F238E27FC236}">
                    <a16:creationId xmlns:a16="http://schemas.microsoft.com/office/drawing/2014/main" id="{3DB8F40C-E5C9-9CC9-0708-5D20DAC6CDC1}"/>
                  </a:ext>
                </a:extLst>
              </p:cNvPr>
              <p:cNvSpPr/>
              <p:nvPr/>
            </p:nvSpPr>
            <p:spPr>
              <a:xfrm rot="10800000">
                <a:off x="5768235" y="6445933"/>
                <a:ext cx="618706" cy="226680"/>
              </a:xfrm>
              <a:custGeom>
                <a:avLst/>
                <a:gdLst>
                  <a:gd name="connsiteX0" fmla="*/ 0 w 595706"/>
                  <a:gd name="connsiteY0" fmla="*/ 0 h 92965"/>
                  <a:gd name="connsiteX1" fmla="*/ 595706 w 595706"/>
                  <a:gd name="connsiteY1" fmla="*/ 0 h 92965"/>
                  <a:gd name="connsiteX2" fmla="*/ 595706 w 595706"/>
                  <a:gd name="connsiteY2" fmla="*/ 92965 h 92965"/>
                  <a:gd name="connsiteX3" fmla="*/ 0 w 595706"/>
                  <a:gd name="connsiteY3" fmla="*/ 92965 h 92965"/>
                  <a:gd name="connsiteX4" fmla="*/ 0 w 595706"/>
                  <a:gd name="connsiteY4" fmla="*/ 0 h 92965"/>
                  <a:gd name="connsiteX0" fmla="*/ 0 w 595706"/>
                  <a:gd name="connsiteY0" fmla="*/ 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0 h 135147"/>
                  <a:gd name="connsiteX0" fmla="*/ 0 w 595706"/>
                  <a:gd name="connsiteY0" fmla="*/ 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0 h 135147"/>
                  <a:gd name="connsiteX0" fmla="*/ 0 w 595706"/>
                  <a:gd name="connsiteY0" fmla="*/ 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0 h 135147"/>
                  <a:gd name="connsiteX0" fmla="*/ 0 w 595706"/>
                  <a:gd name="connsiteY0" fmla="*/ 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0 h 135147"/>
                  <a:gd name="connsiteX0" fmla="*/ 1422 w 594406"/>
                  <a:gd name="connsiteY0" fmla="*/ 21376 h 135147"/>
                  <a:gd name="connsiteX1" fmla="*/ 594406 w 594406"/>
                  <a:gd name="connsiteY1" fmla="*/ 0 h 135147"/>
                  <a:gd name="connsiteX2" fmla="*/ 594406 w 594406"/>
                  <a:gd name="connsiteY2" fmla="*/ 92965 h 135147"/>
                  <a:gd name="connsiteX3" fmla="*/ 61 w 594406"/>
                  <a:gd name="connsiteY3" fmla="*/ 135147 h 135147"/>
                  <a:gd name="connsiteX4" fmla="*/ 1422 w 594406"/>
                  <a:gd name="connsiteY4" fmla="*/ 21376 h 135147"/>
                  <a:gd name="connsiteX0" fmla="*/ 1422 w 594406"/>
                  <a:gd name="connsiteY0" fmla="*/ 15599 h 135147"/>
                  <a:gd name="connsiteX1" fmla="*/ 594406 w 594406"/>
                  <a:gd name="connsiteY1" fmla="*/ 0 h 135147"/>
                  <a:gd name="connsiteX2" fmla="*/ 594406 w 594406"/>
                  <a:gd name="connsiteY2" fmla="*/ 92965 h 135147"/>
                  <a:gd name="connsiteX3" fmla="*/ 61 w 594406"/>
                  <a:gd name="connsiteY3" fmla="*/ 135147 h 135147"/>
                  <a:gd name="connsiteX4" fmla="*/ 1422 w 594406"/>
                  <a:gd name="connsiteY4" fmla="*/ 15599 h 135147"/>
                  <a:gd name="connsiteX0" fmla="*/ 131 w 594476"/>
                  <a:gd name="connsiteY0" fmla="*/ 4622 h 135147"/>
                  <a:gd name="connsiteX1" fmla="*/ 594476 w 594476"/>
                  <a:gd name="connsiteY1" fmla="*/ 0 h 135147"/>
                  <a:gd name="connsiteX2" fmla="*/ 594476 w 594476"/>
                  <a:gd name="connsiteY2" fmla="*/ 92965 h 135147"/>
                  <a:gd name="connsiteX3" fmla="*/ 131 w 594476"/>
                  <a:gd name="connsiteY3" fmla="*/ 135147 h 135147"/>
                  <a:gd name="connsiteX4" fmla="*/ 131 w 594476"/>
                  <a:gd name="connsiteY4" fmla="*/ 4622 h 135147"/>
                  <a:gd name="connsiteX0" fmla="*/ 0 w 595706"/>
                  <a:gd name="connsiteY0" fmla="*/ 1791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17910 h 135147"/>
                  <a:gd name="connsiteX0" fmla="*/ 0 w 595706"/>
                  <a:gd name="connsiteY0" fmla="*/ 1791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17910 h 135147"/>
                  <a:gd name="connsiteX0" fmla="*/ 0 w 595706"/>
                  <a:gd name="connsiteY0" fmla="*/ 1791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17910 h 135147"/>
                  <a:gd name="connsiteX0" fmla="*/ 0 w 595706"/>
                  <a:gd name="connsiteY0" fmla="*/ 1791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17910 h 135147"/>
                  <a:gd name="connsiteX0" fmla="*/ 0 w 595706"/>
                  <a:gd name="connsiteY0" fmla="*/ 22423 h 139660"/>
                  <a:gd name="connsiteX1" fmla="*/ 595706 w 595706"/>
                  <a:gd name="connsiteY1" fmla="*/ 4513 h 139660"/>
                  <a:gd name="connsiteX2" fmla="*/ 595706 w 595706"/>
                  <a:gd name="connsiteY2" fmla="*/ 97478 h 139660"/>
                  <a:gd name="connsiteX3" fmla="*/ 1361 w 595706"/>
                  <a:gd name="connsiteY3" fmla="*/ 139660 h 139660"/>
                  <a:gd name="connsiteX4" fmla="*/ 0 w 595706"/>
                  <a:gd name="connsiteY4" fmla="*/ 22423 h 139660"/>
                  <a:gd name="connsiteX0" fmla="*/ 0 w 595706"/>
                  <a:gd name="connsiteY0" fmla="*/ 26413 h 143650"/>
                  <a:gd name="connsiteX1" fmla="*/ 595706 w 595706"/>
                  <a:gd name="connsiteY1" fmla="*/ 8503 h 143650"/>
                  <a:gd name="connsiteX2" fmla="*/ 595706 w 595706"/>
                  <a:gd name="connsiteY2" fmla="*/ 101468 h 143650"/>
                  <a:gd name="connsiteX3" fmla="*/ 1361 w 595706"/>
                  <a:gd name="connsiteY3" fmla="*/ 143650 h 143650"/>
                  <a:gd name="connsiteX4" fmla="*/ 0 w 595706"/>
                  <a:gd name="connsiteY4" fmla="*/ 26413 h 143650"/>
                  <a:gd name="connsiteX0" fmla="*/ 0 w 595706"/>
                  <a:gd name="connsiteY0" fmla="*/ 21286 h 138523"/>
                  <a:gd name="connsiteX1" fmla="*/ 595706 w 595706"/>
                  <a:gd name="connsiteY1" fmla="*/ 3376 h 138523"/>
                  <a:gd name="connsiteX2" fmla="*/ 595706 w 595706"/>
                  <a:gd name="connsiteY2" fmla="*/ 96341 h 138523"/>
                  <a:gd name="connsiteX3" fmla="*/ 1361 w 595706"/>
                  <a:gd name="connsiteY3" fmla="*/ 138523 h 138523"/>
                  <a:gd name="connsiteX4" fmla="*/ 0 w 595706"/>
                  <a:gd name="connsiteY4" fmla="*/ 21286 h 138523"/>
                  <a:gd name="connsiteX0" fmla="*/ 0 w 595706"/>
                  <a:gd name="connsiteY0" fmla="*/ 22534 h 139771"/>
                  <a:gd name="connsiteX1" fmla="*/ 595706 w 595706"/>
                  <a:gd name="connsiteY1" fmla="*/ 4624 h 139771"/>
                  <a:gd name="connsiteX2" fmla="*/ 595706 w 595706"/>
                  <a:gd name="connsiteY2" fmla="*/ 97589 h 139771"/>
                  <a:gd name="connsiteX3" fmla="*/ 1361 w 595706"/>
                  <a:gd name="connsiteY3" fmla="*/ 139771 h 139771"/>
                  <a:gd name="connsiteX4" fmla="*/ 0 w 595706"/>
                  <a:gd name="connsiteY4" fmla="*/ 22534 h 139771"/>
                  <a:gd name="connsiteX0" fmla="*/ 0 w 595706"/>
                  <a:gd name="connsiteY0" fmla="*/ 23494 h 140731"/>
                  <a:gd name="connsiteX1" fmla="*/ 595706 w 595706"/>
                  <a:gd name="connsiteY1" fmla="*/ 2118 h 140731"/>
                  <a:gd name="connsiteX2" fmla="*/ 595706 w 595706"/>
                  <a:gd name="connsiteY2" fmla="*/ 98549 h 140731"/>
                  <a:gd name="connsiteX3" fmla="*/ 1361 w 595706"/>
                  <a:gd name="connsiteY3" fmla="*/ 140731 h 140731"/>
                  <a:gd name="connsiteX4" fmla="*/ 0 w 595706"/>
                  <a:gd name="connsiteY4" fmla="*/ 23494 h 140731"/>
                  <a:gd name="connsiteX0" fmla="*/ 0 w 595706"/>
                  <a:gd name="connsiteY0" fmla="*/ 23494 h 140731"/>
                  <a:gd name="connsiteX1" fmla="*/ 595706 w 595706"/>
                  <a:gd name="connsiteY1" fmla="*/ 2118 h 140731"/>
                  <a:gd name="connsiteX2" fmla="*/ 595706 w 595706"/>
                  <a:gd name="connsiteY2" fmla="*/ 98549 h 140731"/>
                  <a:gd name="connsiteX3" fmla="*/ 1361 w 595706"/>
                  <a:gd name="connsiteY3" fmla="*/ 140731 h 140731"/>
                  <a:gd name="connsiteX4" fmla="*/ 0 w 595706"/>
                  <a:gd name="connsiteY4" fmla="*/ 23494 h 140731"/>
                  <a:gd name="connsiteX0" fmla="*/ 0 w 595706"/>
                  <a:gd name="connsiteY0" fmla="*/ 25030 h 142267"/>
                  <a:gd name="connsiteX1" fmla="*/ 595706 w 595706"/>
                  <a:gd name="connsiteY1" fmla="*/ 3654 h 142267"/>
                  <a:gd name="connsiteX2" fmla="*/ 595706 w 595706"/>
                  <a:gd name="connsiteY2" fmla="*/ 100085 h 142267"/>
                  <a:gd name="connsiteX3" fmla="*/ 1361 w 595706"/>
                  <a:gd name="connsiteY3" fmla="*/ 142267 h 142267"/>
                  <a:gd name="connsiteX4" fmla="*/ 0 w 595706"/>
                  <a:gd name="connsiteY4" fmla="*/ 25030 h 142267"/>
                  <a:gd name="connsiteX0" fmla="*/ 0 w 595706"/>
                  <a:gd name="connsiteY0" fmla="*/ 22091 h 139328"/>
                  <a:gd name="connsiteX1" fmla="*/ 595706 w 595706"/>
                  <a:gd name="connsiteY1" fmla="*/ 715 h 139328"/>
                  <a:gd name="connsiteX2" fmla="*/ 595706 w 595706"/>
                  <a:gd name="connsiteY2" fmla="*/ 97146 h 139328"/>
                  <a:gd name="connsiteX3" fmla="*/ 1361 w 595706"/>
                  <a:gd name="connsiteY3" fmla="*/ 139328 h 139328"/>
                  <a:gd name="connsiteX4" fmla="*/ 0 w 595706"/>
                  <a:gd name="connsiteY4" fmla="*/ 22091 h 139328"/>
                  <a:gd name="connsiteX0" fmla="*/ 0 w 595706"/>
                  <a:gd name="connsiteY0" fmla="*/ 23573 h 140810"/>
                  <a:gd name="connsiteX1" fmla="*/ 595706 w 595706"/>
                  <a:gd name="connsiteY1" fmla="*/ 2197 h 140810"/>
                  <a:gd name="connsiteX2" fmla="*/ 595706 w 595706"/>
                  <a:gd name="connsiteY2" fmla="*/ 98628 h 140810"/>
                  <a:gd name="connsiteX3" fmla="*/ 1361 w 595706"/>
                  <a:gd name="connsiteY3" fmla="*/ 140810 h 140810"/>
                  <a:gd name="connsiteX4" fmla="*/ 0 w 595706"/>
                  <a:gd name="connsiteY4" fmla="*/ 23573 h 140810"/>
                  <a:gd name="connsiteX0" fmla="*/ 0 w 595706"/>
                  <a:gd name="connsiteY0" fmla="*/ 21908 h 139145"/>
                  <a:gd name="connsiteX1" fmla="*/ 595706 w 595706"/>
                  <a:gd name="connsiteY1" fmla="*/ 532 h 139145"/>
                  <a:gd name="connsiteX2" fmla="*/ 595706 w 595706"/>
                  <a:gd name="connsiteY2" fmla="*/ 96963 h 139145"/>
                  <a:gd name="connsiteX3" fmla="*/ 1361 w 595706"/>
                  <a:gd name="connsiteY3" fmla="*/ 139145 h 139145"/>
                  <a:gd name="connsiteX4" fmla="*/ 0 w 595706"/>
                  <a:gd name="connsiteY4" fmla="*/ 21908 h 139145"/>
                  <a:gd name="connsiteX0" fmla="*/ 0 w 595706"/>
                  <a:gd name="connsiteY0" fmla="*/ 23863 h 141100"/>
                  <a:gd name="connsiteX1" fmla="*/ 595706 w 595706"/>
                  <a:gd name="connsiteY1" fmla="*/ 2487 h 141100"/>
                  <a:gd name="connsiteX2" fmla="*/ 595706 w 595706"/>
                  <a:gd name="connsiteY2" fmla="*/ 98918 h 141100"/>
                  <a:gd name="connsiteX3" fmla="*/ 1361 w 595706"/>
                  <a:gd name="connsiteY3" fmla="*/ 141100 h 141100"/>
                  <a:gd name="connsiteX4" fmla="*/ 0 w 595706"/>
                  <a:gd name="connsiteY4" fmla="*/ 23863 h 141100"/>
                  <a:gd name="connsiteX0" fmla="*/ 0 w 595706"/>
                  <a:gd name="connsiteY0" fmla="*/ 24472 h 141709"/>
                  <a:gd name="connsiteX1" fmla="*/ 595706 w 595706"/>
                  <a:gd name="connsiteY1" fmla="*/ 3096 h 141709"/>
                  <a:gd name="connsiteX2" fmla="*/ 595706 w 595706"/>
                  <a:gd name="connsiteY2" fmla="*/ 99527 h 141709"/>
                  <a:gd name="connsiteX3" fmla="*/ 1361 w 595706"/>
                  <a:gd name="connsiteY3" fmla="*/ 141709 h 141709"/>
                  <a:gd name="connsiteX4" fmla="*/ 0 w 595706"/>
                  <a:gd name="connsiteY4" fmla="*/ 24472 h 141709"/>
                  <a:gd name="connsiteX0" fmla="*/ 0 w 595706"/>
                  <a:gd name="connsiteY0" fmla="*/ 24267 h 141504"/>
                  <a:gd name="connsiteX1" fmla="*/ 595706 w 595706"/>
                  <a:gd name="connsiteY1" fmla="*/ 2891 h 141504"/>
                  <a:gd name="connsiteX2" fmla="*/ 595706 w 595706"/>
                  <a:gd name="connsiteY2" fmla="*/ 99322 h 141504"/>
                  <a:gd name="connsiteX3" fmla="*/ 1361 w 595706"/>
                  <a:gd name="connsiteY3" fmla="*/ 141504 h 141504"/>
                  <a:gd name="connsiteX4" fmla="*/ 0 w 595706"/>
                  <a:gd name="connsiteY4" fmla="*/ 24267 h 141504"/>
                  <a:gd name="connsiteX0" fmla="*/ 0 w 595706"/>
                  <a:gd name="connsiteY0" fmla="*/ 24472 h 141709"/>
                  <a:gd name="connsiteX1" fmla="*/ 595706 w 595706"/>
                  <a:gd name="connsiteY1" fmla="*/ 3096 h 141709"/>
                  <a:gd name="connsiteX2" fmla="*/ 595706 w 595706"/>
                  <a:gd name="connsiteY2" fmla="*/ 99527 h 141709"/>
                  <a:gd name="connsiteX3" fmla="*/ 1361 w 595706"/>
                  <a:gd name="connsiteY3" fmla="*/ 141709 h 141709"/>
                  <a:gd name="connsiteX4" fmla="*/ 0 w 595706"/>
                  <a:gd name="connsiteY4" fmla="*/ 24472 h 141709"/>
                  <a:gd name="connsiteX0" fmla="*/ 0 w 595706"/>
                  <a:gd name="connsiteY0" fmla="*/ 24472 h 141709"/>
                  <a:gd name="connsiteX1" fmla="*/ 594353 w 595706"/>
                  <a:gd name="connsiteY1" fmla="*/ 3096 h 141709"/>
                  <a:gd name="connsiteX2" fmla="*/ 595706 w 595706"/>
                  <a:gd name="connsiteY2" fmla="*/ 99527 h 141709"/>
                  <a:gd name="connsiteX3" fmla="*/ 1361 w 595706"/>
                  <a:gd name="connsiteY3" fmla="*/ 141709 h 141709"/>
                  <a:gd name="connsiteX4" fmla="*/ 0 w 595706"/>
                  <a:gd name="connsiteY4" fmla="*/ 24472 h 141709"/>
                  <a:gd name="connsiteX0" fmla="*/ 124 w 595830"/>
                  <a:gd name="connsiteY0" fmla="*/ 24472 h 141709"/>
                  <a:gd name="connsiteX1" fmla="*/ 594477 w 595830"/>
                  <a:gd name="connsiteY1" fmla="*/ 3096 h 141709"/>
                  <a:gd name="connsiteX2" fmla="*/ 595830 w 595830"/>
                  <a:gd name="connsiteY2" fmla="*/ 99527 h 141709"/>
                  <a:gd name="connsiteX3" fmla="*/ 131 w 595830"/>
                  <a:gd name="connsiteY3" fmla="*/ 141709 h 141709"/>
                  <a:gd name="connsiteX4" fmla="*/ 124 w 595830"/>
                  <a:gd name="connsiteY4" fmla="*/ 24472 h 141709"/>
                  <a:gd name="connsiteX0" fmla="*/ 124 w 597179"/>
                  <a:gd name="connsiteY0" fmla="*/ 25207 h 142444"/>
                  <a:gd name="connsiteX1" fmla="*/ 597179 w 597179"/>
                  <a:gd name="connsiteY1" fmla="*/ 481 h 142444"/>
                  <a:gd name="connsiteX2" fmla="*/ 595830 w 597179"/>
                  <a:gd name="connsiteY2" fmla="*/ 100262 h 142444"/>
                  <a:gd name="connsiteX3" fmla="*/ 131 w 597179"/>
                  <a:gd name="connsiteY3" fmla="*/ 142444 h 142444"/>
                  <a:gd name="connsiteX4" fmla="*/ 124 w 597179"/>
                  <a:gd name="connsiteY4" fmla="*/ 25207 h 142444"/>
                  <a:gd name="connsiteX0" fmla="*/ 124 w 595889"/>
                  <a:gd name="connsiteY0" fmla="*/ 25842 h 143079"/>
                  <a:gd name="connsiteX1" fmla="*/ 594477 w 595889"/>
                  <a:gd name="connsiteY1" fmla="*/ 0 h 143079"/>
                  <a:gd name="connsiteX2" fmla="*/ 595830 w 595889"/>
                  <a:gd name="connsiteY2" fmla="*/ 100897 h 143079"/>
                  <a:gd name="connsiteX3" fmla="*/ 131 w 595889"/>
                  <a:gd name="connsiteY3" fmla="*/ 143079 h 143079"/>
                  <a:gd name="connsiteX4" fmla="*/ 124 w 595889"/>
                  <a:gd name="connsiteY4" fmla="*/ 25842 h 143079"/>
                  <a:gd name="connsiteX0" fmla="*/ 124 w 595889"/>
                  <a:gd name="connsiteY0" fmla="*/ 24713 h 141950"/>
                  <a:gd name="connsiteX1" fmla="*/ 594477 w 595889"/>
                  <a:gd name="connsiteY1" fmla="*/ 2221 h 141950"/>
                  <a:gd name="connsiteX2" fmla="*/ 595830 w 595889"/>
                  <a:gd name="connsiteY2" fmla="*/ 99768 h 141950"/>
                  <a:gd name="connsiteX3" fmla="*/ 131 w 595889"/>
                  <a:gd name="connsiteY3" fmla="*/ 141950 h 141950"/>
                  <a:gd name="connsiteX4" fmla="*/ 124 w 595889"/>
                  <a:gd name="connsiteY4" fmla="*/ 24713 h 141950"/>
                  <a:gd name="connsiteX0" fmla="*/ 124 w 595959"/>
                  <a:gd name="connsiteY0" fmla="*/ 24713 h 141950"/>
                  <a:gd name="connsiteX1" fmla="*/ 595828 w 595959"/>
                  <a:gd name="connsiteY1" fmla="*/ 2221 h 141950"/>
                  <a:gd name="connsiteX2" fmla="*/ 595830 w 595959"/>
                  <a:gd name="connsiteY2" fmla="*/ 99768 h 141950"/>
                  <a:gd name="connsiteX3" fmla="*/ 131 w 595959"/>
                  <a:gd name="connsiteY3" fmla="*/ 141950 h 141950"/>
                  <a:gd name="connsiteX4" fmla="*/ 124 w 595959"/>
                  <a:gd name="connsiteY4" fmla="*/ 24713 h 141950"/>
                  <a:gd name="connsiteX0" fmla="*/ 124 w 595959"/>
                  <a:gd name="connsiteY0" fmla="*/ 24925 h 142162"/>
                  <a:gd name="connsiteX1" fmla="*/ 595828 w 595959"/>
                  <a:gd name="connsiteY1" fmla="*/ 2433 h 142162"/>
                  <a:gd name="connsiteX2" fmla="*/ 595830 w 595959"/>
                  <a:gd name="connsiteY2" fmla="*/ 99980 h 142162"/>
                  <a:gd name="connsiteX3" fmla="*/ 131 w 595959"/>
                  <a:gd name="connsiteY3" fmla="*/ 142162 h 142162"/>
                  <a:gd name="connsiteX4" fmla="*/ 124 w 595959"/>
                  <a:gd name="connsiteY4" fmla="*/ 24925 h 142162"/>
                  <a:gd name="connsiteX0" fmla="*/ 124 w 595959"/>
                  <a:gd name="connsiteY0" fmla="*/ 22492 h 139729"/>
                  <a:gd name="connsiteX1" fmla="*/ 595828 w 595959"/>
                  <a:gd name="connsiteY1" fmla="*/ 0 h 139729"/>
                  <a:gd name="connsiteX2" fmla="*/ 595830 w 595959"/>
                  <a:gd name="connsiteY2" fmla="*/ 97547 h 139729"/>
                  <a:gd name="connsiteX3" fmla="*/ 131 w 595959"/>
                  <a:gd name="connsiteY3" fmla="*/ 139729 h 139729"/>
                  <a:gd name="connsiteX4" fmla="*/ 124 w 595959"/>
                  <a:gd name="connsiteY4" fmla="*/ 22492 h 139729"/>
                  <a:gd name="connsiteX0" fmla="*/ 124 w 595959"/>
                  <a:gd name="connsiteY0" fmla="*/ 25585 h 142822"/>
                  <a:gd name="connsiteX1" fmla="*/ 595828 w 595959"/>
                  <a:gd name="connsiteY1" fmla="*/ 3093 h 142822"/>
                  <a:gd name="connsiteX2" fmla="*/ 595830 w 595959"/>
                  <a:gd name="connsiteY2" fmla="*/ 100640 h 142822"/>
                  <a:gd name="connsiteX3" fmla="*/ 131 w 595959"/>
                  <a:gd name="connsiteY3" fmla="*/ 142822 h 142822"/>
                  <a:gd name="connsiteX4" fmla="*/ 124 w 595959"/>
                  <a:gd name="connsiteY4" fmla="*/ 25585 h 142822"/>
                  <a:gd name="connsiteX0" fmla="*/ 124 w 595959"/>
                  <a:gd name="connsiteY0" fmla="*/ 25585 h 142822"/>
                  <a:gd name="connsiteX1" fmla="*/ 595828 w 595959"/>
                  <a:gd name="connsiteY1" fmla="*/ 3093 h 142822"/>
                  <a:gd name="connsiteX2" fmla="*/ 595830 w 595959"/>
                  <a:gd name="connsiteY2" fmla="*/ 100640 h 142822"/>
                  <a:gd name="connsiteX3" fmla="*/ 131 w 595959"/>
                  <a:gd name="connsiteY3" fmla="*/ 142822 h 142822"/>
                  <a:gd name="connsiteX4" fmla="*/ 124 w 595959"/>
                  <a:gd name="connsiteY4" fmla="*/ 25585 h 142822"/>
                  <a:gd name="connsiteX0" fmla="*/ 124 w 595959"/>
                  <a:gd name="connsiteY0" fmla="*/ 26512 h 143749"/>
                  <a:gd name="connsiteX1" fmla="*/ 595828 w 595959"/>
                  <a:gd name="connsiteY1" fmla="*/ 4020 h 143749"/>
                  <a:gd name="connsiteX2" fmla="*/ 595830 w 595959"/>
                  <a:gd name="connsiteY2" fmla="*/ 101567 h 143749"/>
                  <a:gd name="connsiteX3" fmla="*/ 131 w 595959"/>
                  <a:gd name="connsiteY3" fmla="*/ 143749 h 143749"/>
                  <a:gd name="connsiteX4" fmla="*/ 124 w 595959"/>
                  <a:gd name="connsiteY4" fmla="*/ 26512 h 143749"/>
                  <a:gd name="connsiteX0" fmla="*/ 124 w 595959"/>
                  <a:gd name="connsiteY0" fmla="*/ 26512 h 143749"/>
                  <a:gd name="connsiteX1" fmla="*/ 595828 w 595959"/>
                  <a:gd name="connsiteY1" fmla="*/ 4020 h 143749"/>
                  <a:gd name="connsiteX2" fmla="*/ 595830 w 595959"/>
                  <a:gd name="connsiteY2" fmla="*/ 101567 h 143749"/>
                  <a:gd name="connsiteX3" fmla="*/ 131 w 595959"/>
                  <a:gd name="connsiteY3" fmla="*/ 143749 h 143749"/>
                  <a:gd name="connsiteX4" fmla="*/ 124 w 595959"/>
                  <a:gd name="connsiteY4" fmla="*/ 26512 h 143749"/>
                  <a:gd name="connsiteX0" fmla="*/ 124 w 595959"/>
                  <a:gd name="connsiteY0" fmla="*/ 28496 h 145733"/>
                  <a:gd name="connsiteX1" fmla="*/ 595828 w 595959"/>
                  <a:gd name="connsiteY1" fmla="*/ 6004 h 145733"/>
                  <a:gd name="connsiteX2" fmla="*/ 595830 w 595959"/>
                  <a:gd name="connsiteY2" fmla="*/ 103551 h 145733"/>
                  <a:gd name="connsiteX3" fmla="*/ 131 w 595959"/>
                  <a:gd name="connsiteY3" fmla="*/ 145733 h 145733"/>
                  <a:gd name="connsiteX4" fmla="*/ 124 w 595959"/>
                  <a:gd name="connsiteY4" fmla="*/ 28496 h 14573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856"/>
                  <a:gd name="connsiteY0" fmla="*/ 41841 h 159078"/>
                  <a:gd name="connsiteX1" fmla="*/ 591261 w 595856"/>
                  <a:gd name="connsiteY1" fmla="*/ 0 h 159078"/>
                  <a:gd name="connsiteX2" fmla="*/ 595830 w 595856"/>
                  <a:gd name="connsiteY2" fmla="*/ 116896 h 159078"/>
                  <a:gd name="connsiteX3" fmla="*/ 131 w 595856"/>
                  <a:gd name="connsiteY3" fmla="*/ 159078 h 159078"/>
                  <a:gd name="connsiteX4" fmla="*/ 124 w 595856"/>
                  <a:gd name="connsiteY4" fmla="*/ 41841 h 159078"/>
                  <a:gd name="connsiteX0" fmla="*/ 124 w 595959"/>
                  <a:gd name="connsiteY0" fmla="*/ 41841 h 159078"/>
                  <a:gd name="connsiteX1" fmla="*/ 595828 w 595959"/>
                  <a:gd name="connsiteY1" fmla="*/ 0 h 159078"/>
                  <a:gd name="connsiteX2" fmla="*/ 595830 w 595959"/>
                  <a:gd name="connsiteY2" fmla="*/ 116896 h 159078"/>
                  <a:gd name="connsiteX3" fmla="*/ 131 w 595959"/>
                  <a:gd name="connsiteY3" fmla="*/ 159078 h 159078"/>
                  <a:gd name="connsiteX4" fmla="*/ 124 w 595959"/>
                  <a:gd name="connsiteY4" fmla="*/ 41841 h 159078"/>
                  <a:gd name="connsiteX0" fmla="*/ 124 w 597349"/>
                  <a:gd name="connsiteY0" fmla="*/ 42378 h 159615"/>
                  <a:gd name="connsiteX1" fmla="*/ 597349 w 597349"/>
                  <a:gd name="connsiteY1" fmla="*/ 0 h 159615"/>
                  <a:gd name="connsiteX2" fmla="*/ 595830 w 597349"/>
                  <a:gd name="connsiteY2" fmla="*/ 117433 h 159615"/>
                  <a:gd name="connsiteX3" fmla="*/ 131 w 597349"/>
                  <a:gd name="connsiteY3" fmla="*/ 159615 h 159615"/>
                  <a:gd name="connsiteX4" fmla="*/ 124 w 597349"/>
                  <a:gd name="connsiteY4" fmla="*/ 42378 h 159615"/>
                  <a:gd name="connsiteX0" fmla="*/ 124 w 600443"/>
                  <a:gd name="connsiteY0" fmla="*/ 42378 h 159615"/>
                  <a:gd name="connsiteX1" fmla="*/ 597349 w 600443"/>
                  <a:gd name="connsiteY1" fmla="*/ 0 h 159615"/>
                  <a:gd name="connsiteX2" fmla="*/ 600408 w 600443"/>
                  <a:gd name="connsiteY2" fmla="*/ 117433 h 159615"/>
                  <a:gd name="connsiteX3" fmla="*/ 131 w 600443"/>
                  <a:gd name="connsiteY3" fmla="*/ 159615 h 159615"/>
                  <a:gd name="connsiteX4" fmla="*/ 124 w 600443"/>
                  <a:gd name="connsiteY4" fmla="*/ 42378 h 159615"/>
                  <a:gd name="connsiteX0" fmla="*/ 124 w 600537"/>
                  <a:gd name="connsiteY0" fmla="*/ 42378 h 159615"/>
                  <a:gd name="connsiteX1" fmla="*/ 600401 w 600537"/>
                  <a:gd name="connsiteY1" fmla="*/ 0 h 159615"/>
                  <a:gd name="connsiteX2" fmla="*/ 600408 w 600537"/>
                  <a:gd name="connsiteY2" fmla="*/ 117433 h 159615"/>
                  <a:gd name="connsiteX3" fmla="*/ 131 w 600537"/>
                  <a:gd name="connsiteY3" fmla="*/ 159615 h 159615"/>
                  <a:gd name="connsiteX4" fmla="*/ 124 w 600537"/>
                  <a:gd name="connsiteY4" fmla="*/ 42378 h 1596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00537" h="159615">
                    <a:moveTo>
                      <a:pt x="124" y="42378"/>
                    </a:moveTo>
                    <a:cubicBezTo>
                      <a:pt x="296414" y="-50243"/>
                      <a:pt x="418111" y="75773"/>
                      <a:pt x="600401" y="0"/>
                    </a:cubicBezTo>
                    <a:cubicBezTo>
                      <a:pt x="599951" y="33260"/>
                      <a:pt x="600858" y="84173"/>
                      <a:pt x="600408" y="117433"/>
                    </a:cubicBezTo>
                    <a:cubicBezTo>
                      <a:pt x="395490" y="192726"/>
                      <a:pt x="285331" y="62551"/>
                      <a:pt x="131" y="159615"/>
                    </a:cubicBezTo>
                    <a:cubicBezTo>
                      <a:pt x="-323" y="114566"/>
                      <a:pt x="578" y="87427"/>
                      <a:pt x="124" y="42378"/>
                    </a:cubicBezTo>
                    <a:close/>
                  </a:path>
                </a:pathLst>
              </a:custGeom>
              <a:solidFill>
                <a:schemeClr val="accent2">
                  <a:lumMod val="40000"/>
                  <a:lumOff val="60000"/>
                </a:schemeClr>
              </a:solidFill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grpSp>
            <p:nvGrpSpPr>
              <p:cNvPr id="815" name="组合 814">
                <a:extLst>
                  <a:ext uri="{FF2B5EF4-FFF2-40B4-BE49-F238E27FC236}">
                    <a16:creationId xmlns:a16="http://schemas.microsoft.com/office/drawing/2014/main" id="{BD621120-FBF2-BF60-551B-376B7E2791C8}"/>
                  </a:ext>
                </a:extLst>
              </p:cNvPr>
              <p:cNvGrpSpPr/>
              <p:nvPr/>
            </p:nvGrpSpPr>
            <p:grpSpPr>
              <a:xfrm>
                <a:off x="5766806" y="6517241"/>
                <a:ext cx="621640" cy="663817"/>
                <a:chOff x="5040167" y="6521415"/>
                <a:chExt cx="621640" cy="663817"/>
              </a:xfrm>
            </p:grpSpPr>
            <p:sp>
              <p:nvSpPr>
                <p:cNvPr id="816" name="矩形 1174">
                  <a:extLst>
                    <a:ext uri="{FF2B5EF4-FFF2-40B4-BE49-F238E27FC236}">
                      <a16:creationId xmlns:a16="http://schemas.microsoft.com/office/drawing/2014/main" id="{A4A9384D-F4D2-513D-74E9-929BCA2A5854}"/>
                    </a:ext>
                  </a:extLst>
                </p:cNvPr>
                <p:cNvSpPr/>
                <p:nvPr/>
              </p:nvSpPr>
              <p:spPr>
                <a:xfrm rot="10800000">
                  <a:off x="5041542" y="6760560"/>
                  <a:ext cx="618706" cy="201627"/>
                </a:xfrm>
                <a:custGeom>
                  <a:avLst/>
                  <a:gdLst>
                    <a:gd name="connsiteX0" fmla="*/ 0 w 595706"/>
                    <a:gd name="connsiteY0" fmla="*/ 0 h 92965"/>
                    <a:gd name="connsiteX1" fmla="*/ 595706 w 595706"/>
                    <a:gd name="connsiteY1" fmla="*/ 0 h 92965"/>
                    <a:gd name="connsiteX2" fmla="*/ 595706 w 595706"/>
                    <a:gd name="connsiteY2" fmla="*/ 92965 h 92965"/>
                    <a:gd name="connsiteX3" fmla="*/ 0 w 595706"/>
                    <a:gd name="connsiteY3" fmla="*/ 92965 h 92965"/>
                    <a:gd name="connsiteX4" fmla="*/ 0 w 595706"/>
                    <a:gd name="connsiteY4" fmla="*/ 0 h 92965"/>
                    <a:gd name="connsiteX0" fmla="*/ 0 w 595706"/>
                    <a:gd name="connsiteY0" fmla="*/ 0 h 135147"/>
                    <a:gd name="connsiteX1" fmla="*/ 595706 w 595706"/>
                    <a:gd name="connsiteY1" fmla="*/ 0 h 135147"/>
                    <a:gd name="connsiteX2" fmla="*/ 595706 w 595706"/>
                    <a:gd name="connsiteY2" fmla="*/ 92965 h 135147"/>
                    <a:gd name="connsiteX3" fmla="*/ 1361 w 595706"/>
                    <a:gd name="connsiteY3" fmla="*/ 135147 h 135147"/>
                    <a:gd name="connsiteX4" fmla="*/ 0 w 595706"/>
                    <a:gd name="connsiteY4" fmla="*/ 0 h 135147"/>
                    <a:gd name="connsiteX0" fmla="*/ 0 w 595706"/>
                    <a:gd name="connsiteY0" fmla="*/ 0 h 135147"/>
                    <a:gd name="connsiteX1" fmla="*/ 595706 w 595706"/>
                    <a:gd name="connsiteY1" fmla="*/ 0 h 135147"/>
                    <a:gd name="connsiteX2" fmla="*/ 595706 w 595706"/>
                    <a:gd name="connsiteY2" fmla="*/ 92965 h 135147"/>
                    <a:gd name="connsiteX3" fmla="*/ 1361 w 595706"/>
                    <a:gd name="connsiteY3" fmla="*/ 135147 h 135147"/>
                    <a:gd name="connsiteX4" fmla="*/ 0 w 595706"/>
                    <a:gd name="connsiteY4" fmla="*/ 0 h 135147"/>
                    <a:gd name="connsiteX0" fmla="*/ 0 w 595706"/>
                    <a:gd name="connsiteY0" fmla="*/ 0 h 135147"/>
                    <a:gd name="connsiteX1" fmla="*/ 595706 w 595706"/>
                    <a:gd name="connsiteY1" fmla="*/ 0 h 135147"/>
                    <a:gd name="connsiteX2" fmla="*/ 595706 w 595706"/>
                    <a:gd name="connsiteY2" fmla="*/ 92965 h 135147"/>
                    <a:gd name="connsiteX3" fmla="*/ 1361 w 595706"/>
                    <a:gd name="connsiteY3" fmla="*/ 135147 h 135147"/>
                    <a:gd name="connsiteX4" fmla="*/ 0 w 595706"/>
                    <a:gd name="connsiteY4" fmla="*/ 0 h 135147"/>
                    <a:gd name="connsiteX0" fmla="*/ 0 w 595706"/>
                    <a:gd name="connsiteY0" fmla="*/ 0 h 135147"/>
                    <a:gd name="connsiteX1" fmla="*/ 595706 w 595706"/>
                    <a:gd name="connsiteY1" fmla="*/ 0 h 135147"/>
                    <a:gd name="connsiteX2" fmla="*/ 595706 w 595706"/>
                    <a:gd name="connsiteY2" fmla="*/ 92965 h 135147"/>
                    <a:gd name="connsiteX3" fmla="*/ 1361 w 595706"/>
                    <a:gd name="connsiteY3" fmla="*/ 135147 h 135147"/>
                    <a:gd name="connsiteX4" fmla="*/ 0 w 595706"/>
                    <a:gd name="connsiteY4" fmla="*/ 0 h 135147"/>
                    <a:gd name="connsiteX0" fmla="*/ 1422 w 594406"/>
                    <a:gd name="connsiteY0" fmla="*/ 21376 h 135147"/>
                    <a:gd name="connsiteX1" fmla="*/ 594406 w 594406"/>
                    <a:gd name="connsiteY1" fmla="*/ 0 h 135147"/>
                    <a:gd name="connsiteX2" fmla="*/ 594406 w 594406"/>
                    <a:gd name="connsiteY2" fmla="*/ 92965 h 135147"/>
                    <a:gd name="connsiteX3" fmla="*/ 61 w 594406"/>
                    <a:gd name="connsiteY3" fmla="*/ 135147 h 135147"/>
                    <a:gd name="connsiteX4" fmla="*/ 1422 w 594406"/>
                    <a:gd name="connsiteY4" fmla="*/ 21376 h 135147"/>
                    <a:gd name="connsiteX0" fmla="*/ 1422 w 594406"/>
                    <a:gd name="connsiteY0" fmla="*/ 15599 h 135147"/>
                    <a:gd name="connsiteX1" fmla="*/ 594406 w 594406"/>
                    <a:gd name="connsiteY1" fmla="*/ 0 h 135147"/>
                    <a:gd name="connsiteX2" fmla="*/ 594406 w 594406"/>
                    <a:gd name="connsiteY2" fmla="*/ 92965 h 135147"/>
                    <a:gd name="connsiteX3" fmla="*/ 61 w 594406"/>
                    <a:gd name="connsiteY3" fmla="*/ 135147 h 135147"/>
                    <a:gd name="connsiteX4" fmla="*/ 1422 w 594406"/>
                    <a:gd name="connsiteY4" fmla="*/ 15599 h 135147"/>
                    <a:gd name="connsiteX0" fmla="*/ 131 w 594476"/>
                    <a:gd name="connsiteY0" fmla="*/ 4622 h 135147"/>
                    <a:gd name="connsiteX1" fmla="*/ 594476 w 594476"/>
                    <a:gd name="connsiteY1" fmla="*/ 0 h 135147"/>
                    <a:gd name="connsiteX2" fmla="*/ 594476 w 594476"/>
                    <a:gd name="connsiteY2" fmla="*/ 92965 h 135147"/>
                    <a:gd name="connsiteX3" fmla="*/ 131 w 594476"/>
                    <a:gd name="connsiteY3" fmla="*/ 135147 h 135147"/>
                    <a:gd name="connsiteX4" fmla="*/ 131 w 594476"/>
                    <a:gd name="connsiteY4" fmla="*/ 4622 h 135147"/>
                    <a:gd name="connsiteX0" fmla="*/ 0 w 595706"/>
                    <a:gd name="connsiteY0" fmla="*/ 17910 h 135147"/>
                    <a:gd name="connsiteX1" fmla="*/ 595706 w 595706"/>
                    <a:gd name="connsiteY1" fmla="*/ 0 h 135147"/>
                    <a:gd name="connsiteX2" fmla="*/ 595706 w 595706"/>
                    <a:gd name="connsiteY2" fmla="*/ 92965 h 135147"/>
                    <a:gd name="connsiteX3" fmla="*/ 1361 w 595706"/>
                    <a:gd name="connsiteY3" fmla="*/ 135147 h 135147"/>
                    <a:gd name="connsiteX4" fmla="*/ 0 w 595706"/>
                    <a:gd name="connsiteY4" fmla="*/ 17910 h 135147"/>
                    <a:gd name="connsiteX0" fmla="*/ 0 w 595706"/>
                    <a:gd name="connsiteY0" fmla="*/ 17910 h 135147"/>
                    <a:gd name="connsiteX1" fmla="*/ 595706 w 595706"/>
                    <a:gd name="connsiteY1" fmla="*/ 0 h 135147"/>
                    <a:gd name="connsiteX2" fmla="*/ 595706 w 595706"/>
                    <a:gd name="connsiteY2" fmla="*/ 92965 h 135147"/>
                    <a:gd name="connsiteX3" fmla="*/ 1361 w 595706"/>
                    <a:gd name="connsiteY3" fmla="*/ 135147 h 135147"/>
                    <a:gd name="connsiteX4" fmla="*/ 0 w 595706"/>
                    <a:gd name="connsiteY4" fmla="*/ 17910 h 135147"/>
                    <a:gd name="connsiteX0" fmla="*/ 0 w 595706"/>
                    <a:gd name="connsiteY0" fmla="*/ 17910 h 135147"/>
                    <a:gd name="connsiteX1" fmla="*/ 595706 w 595706"/>
                    <a:gd name="connsiteY1" fmla="*/ 0 h 135147"/>
                    <a:gd name="connsiteX2" fmla="*/ 595706 w 595706"/>
                    <a:gd name="connsiteY2" fmla="*/ 92965 h 135147"/>
                    <a:gd name="connsiteX3" fmla="*/ 1361 w 595706"/>
                    <a:gd name="connsiteY3" fmla="*/ 135147 h 135147"/>
                    <a:gd name="connsiteX4" fmla="*/ 0 w 595706"/>
                    <a:gd name="connsiteY4" fmla="*/ 17910 h 135147"/>
                    <a:gd name="connsiteX0" fmla="*/ 0 w 595706"/>
                    <a:gd name="connsiteY0" fmla="*/ 17910 h 135147"/>
                    <a:gd name="connsiteX1" fmla="*/ 595706 w 595706"/>
                    <a:gd name="connsiteY1" fmla="*/ 0 h 135147"/>
                    <a:gd name="connsiteX2" fmla="*/ 595706 w 595706"/>
                    <a:gd name="connsiteY2" fmla="*/ 92965 h 135147"/>
                    <a:gd name="connsiteX3" fmla="*/ 1361 w 595706"/>
                    <a:gd name="connsiteY3" fmla="*/ 135147 h 135147"/>
                    <a:gd name="connsiteX4" fmla="*/ 0 w 595706"/>
                    <a:gd name="connsiteY4" fmla="*/ 17910 h 135147"/>
                    <a:gd name="connsiteX0" fmla="*/ 0 w 595706"/>
                    <a:gd name="connsiteY0" fmla="*/ 22423 h 139660"/>
                    <a:gd name="connsiteX1" fmla="*/ 595706 w 595706"/>
                    <a:gd name="connsiteY1" fmla="*/ 4513 h 139660"/>
                    <a:gd name="connsiteX2" fmla="*/ 595706 w 595706"/>
                    <a:gd name="connsiteY2" fmla="*/ 97478 h 139660"/>
                    <a:gd name="connsiteX3" fmla="*/ 1361 w 595706"/>
                    <a:gd name="connsiteY3" fmla="*/ 139660 h 139660"/>
                    <a:gd name="connsiteX4" fmla="*/ 0 w 595706"/>
                    <a:gd name="connsiteY4" fmla="*/ 22423 h 139660"/>
                    <a:gd name="connsiteX0" fmla="*/ 0 w 595706"/>
                    <a:gd name="connsiteY0" fmla="*/ 26413 h 143650"/>
                    <a:gd name="connsiteX1" fmla="*/ 595706 w 595706"/>
                    <a:gd name="connsiteY1" fmla="*/ 8503 h 143650"/>
                    <a:gd name="connsiteX2" fmla="*/ 595706 w 595706"/>
                    <a:gd name="connsiteY2" fmla="*/ 101468 h 143650"/>
                    <a:gd name="connsiteX3" fmla="*/ 1361 w 595706"/>
                    <a:gd name="connsiteY3" fmla="*/ 143650 h 143650"/>
                    <a:gd name="connsiteX4" fmla="*/ 0 w 595706"/>
                    <a:gd name="connsiteY4" fmla="*/ 26413 h 143650"/>
                    <a:gd name="connsiteX0" fmla="*/ 0 w 595706"/>
                    <a:gd name="connsiteY0" fmla="*/ 21286 h 138523"/>
                    <a:gd name="connsiteX1" fmla="*/ 595706 w 595706"/>
                    <a:gd name="connsiteY1" fmla="*/ 3376 h 138523"/>
                    <a:gd name="connsiteX2" fmla="*/ 595706 w 595706"/>
                    <a:gd name="connsiteY2" fmla="*/ 96341 h 138523"/>
                    <a:gd name="connsiteX3" fmla="*/ 1361 w 595706"/>
                    <a:gd name="connsiteY3" fmla="*/ 138523 h 138523"/>
                    <a:gd name="connsiteX4" fmla="*/ 0 w 595706"/>
                    <a:gd name="connsiteY4" fmla="*/ 21286 h 138523"/>
                    <a:gd name="connsiteX0" fmla="*/ 0 w 595706"/>
                    <a:gd name="connsiteY0" fmla="*/ 22534 h 139771"/>
                    <a:gd name="connsiteX1" fmla="*/ 595706 w 595706"/>
                    <a:gd name="connsiteY1" fmla="*/ 4624 h 139771"/>
                    <a:gd name="connsiteX2" fmla="*/ 595706 w 595706"/>
                    <a:gd name="connsiteY2" fmla="*/ 97589 h 139771"/>
                    <a:gd name="connsiteX3" fmla="*/ 1361 w 595706"/>
                    <a:gd name="connsiteY3" fmla="*/ 139771 h 139771"/>
                    <a:gd name="connsiteX4" fmla="*/ 0 w 595706"/>
                    <a:gd name="connsiteY4" fmla="*/ 22534 h 139771"/>
                    <a:gd name="connsiteX0" fmla="*/ 0 w 595706"/>
                    <a:gd name="connsiteY0" fmla="*/ 23494 h 140731"/>
                    <a:gd name="connsiteX1" fmla="*/ 595706 w 595706"/>
                    <a:gd name="connsiteY1" fmla="*/ 2118 h 140731"/>
                    <a:gd name="connsiteX2" fmla="*/ 595706 w 595706"/>
                    <a:gd name="connsiteY2" fmla="*/ 98549 h 140731"/>
                    <a:gd name="connsiteX3" fmla="*/ 1361 w 595706"/>
                    <a:gd name="connsiteY3" fmla="*/ 140731 h 140731"/>
                    <a:gd name="connsiteX4" fmla="*/ 0 w 595706"/>
                    <a:gd name="connsiteY4" fmla="*/ 23494 h 140731"/>
                    <a:gd name="connsiteX0" fmla="*/ 0 w 595706"/>
                    <a:gd name="connsiteY0" fmla="*/ 23494 h 140731"/>
                    <a:gd name="connsiteX1" fmla="*/ 595706 w 595706"/>
                    <a:gd name="connsiteY1" fmla="*/ 2118 h 140731"/>
                    <a:gd name="connsiteX2" fmla="*/ 595706 w 595706"/>
                    <a:gd name="connsiteY2" fmla="*/ 98549 h 140731"/>
                    <a:gd name="connsiteX3" fmla="*/ 1361 w 595706"/>
                    <a:gd name="connsiteY3" fmla="*/ 140731 h 140731"/>
                    <a:gd name="connsiteX4" fmla="*/ 0 w 595706"/>
                    <a:gd name="connsiteY4" fmla="*/ 23494 h 140731"/>
                    <a:gd name="connsiteX0" fmla="*/ 0 w 595706"/>
                    <a:gd name="connsiteY0" fmla="*/ 25030 h 142267"/>
                    <a:gd name="connsiteX1" fmla="*/ 595706 w 595706"/>
                    <a:gd name="connsiteY1" fmla="*/ 3654 h 142267"/>
                    <a:gd name="connsiteX2" fmla="*/ 595706 w 595706"/>
                    <a:gd name="connsiteY2" fmla="*/ 100085 h 142267"/>
                    <a:gd name="connsiteX3" fmla="*/ 1361 w 595706"/>
                    <a:gd name="connsiteY3" fmla="*/ 142267 h 142267"/>
                    <a:gd name="connsiteX4" fmla="*/ 0 w 595706"/>
                    <a:gd name="connsiteY4" fmla="*/ 25030 h 142267"/>
                    <a:gd name="connsiteX0" fmla="*/ 0 w 595706"/>
                    <a:gd name="connsiteY0" fmla="*/ 22091 h 139328"/>
                    <a:gd name="connsiteX1" fmla="*/ 595706 w 595706"/>
                    <a:gd name="connsiteY1" fmla="*/ 715 h 139328"/>
                    <a:gd name="connsiteX2" fmla="*/ 595706 w 595706"/>
                    <a:gd name="connsiteY2" fmla="*/ 97146 h 139328"/>
                    <a:gd name="connsiteX3" fmla="*/ 1361 w 595706"/>
                    <a:gd name="connsiteY3" fmla="*/ 139328 h 139328"/>
                    <a:gd name="connsiteX4" fmla="*/ 0 w 595706"/>
                    <a:gd name="connsiteY4" fmla="*/ 22091 h 139328"/>
                    <a:gd name="connsiteX0" fmla="*/ 0 w 595706"/>
                    <a:gd name="connsiteY0" fmla="*/ 23573 h 140810"/>
                    <a:gd name="connsiteX1" fmla="*/ 595706 w 595706"/>
                    <a:gd name="connsiteY1" fmla="*/ 2197 h 140810"/>
                    <a:gd name="connsiteX2" fmla="*/ 595706 w 595706"/>
                    <a:gd name="connsiteY2" fmla="*/ 98628 h 140810"/>
                    <a:gd name="connsiteX3" fmla="*/ 1361 w 595706"/>
                    <a:gd name="connsiteY3" fmla="*/ 140810 h 140810"/>
                    <a:gd name="connsiteX4" fmla="*/ 0 w 595706"/>
                    <a:gd name="connsiteY4" fmla="*/ 23573 h 140810"/>
                    <a:gd name="connsiteX0" fmla="*/ 0 w 595706"/>
                    <a:gd name="connsiteY0" fmla="*/ 21908 h 139145"/>
                    <a:gd name="connsiteX1" fmla="*/ 595706 w 595706"/>
                    <a:gd name="connsiteY1" fmla="*/ 532 h 139145"/>
                    <a:gd name="connsiteX2" fmla="*/ 595706 w 595706"/>
                    <a:gd name="connsiteY2" fmla="*/ 96963 h 139145"/>
                    <a:gd name="connsiteX3" fmla="*/ 1361 w 595706"/>
                    <a:gd name="connsiteY3" fmla="*/ 139145 h 139145"/>
                    <a:gd name="connsiteX4" fmla="*/ 0 w 595706"/>
                    <a:gd name="connsiteY4" fmla="*/ 21908 h 139145"/>
                    <a:gd name="connsiteX0" fmla="*/ 0 w 595706"/>
                    <a:gd name="connsiteY0" fmla="*/ 23863 h 141100"/>
                    <a:gd name="connsiteX1" fmla="*/ 595706 w 595706"/>
                    <a:gd name="connsiteY1" fmla="*/ 2487 h 141100"/>
                    <a:gd name="connsiteX2" fmla="*/ 595706 w 595706"/>
                    <a:gd name="connsiteY2" fmla="*/ 98918 h 141100"/>
                    <a:gd name="connsiteX3" fmla="*/ 1361 w 595706"/>
                    <a:gd name="connsiteY3" fmla="*/ 141100 h 141100"/>
                    <a:gd name="connsiteX4" fmla="*/ 0 w 595706"/>
                    <a:gd name="connsiteY4" fmla="*/ 23863 h 141100"/>
                    <a:gd name="connsiteX0" fmla="*/ 0 w 595706"/>
                    <a:gd name="connsiteY0" fmla="*/ 24472 h 141709"/>
                    <a:gd name="connsiteX1" fmla="*/ 595706 w 595706"/>
                    <a:gd name="connsiteY1" fmla="*/ 3096 h 141709"/>
                    <a:gd name="connsiteX2" fmla="*/ 595706 w 595706"/>
                    <a:gd name="connsiteY2" fmla="*/ 99527 h 141709"/>
                    <a:gd name="connsiteX3" fmla="*/ 1361 w 595706"/>
                    <a:gd name="connsiteY3" fmla="*/ 141709 h 141709"/>
                    <a:gd name="connsiteX4" fmla="*/ 0 w 595706"/>
                    <a:gd name="connsiteY4" fmla="*/ 24472 h 141709"/>
                    <a:gd name="connsiteX0" fmla="*/ 0 w 595706"/>
                    <a:gd name="connsiteY0" fmla="*/ 24267 h 141504"/>
                    <a:gd name="connsiteX1" fmla="*/ 595706 w 595706"/>
                    <a:gd name="connsiteY1" fmla="*/ 2891 h 141504"/>
                    <a:gd name="connsiteX2" fmla="*/ 595706 w 595706"/>
                    <a:gd name="connsiteY2" fmla="*/ 99322 h 141504"/>
                    <a:gd name="connsiteX3" fmla="*/ 1361 w 595706"/>
                    <a:gd name="connsiteY3" fmla="*/ 141504 h 141504"/>
                    <a:gd name="connsiteX4" fmla="*/ 0 w 595706"/>
                    <a:gd name="connsiteY4" fmla="*/ 24267 h 141504"/>
                    <a:gd name="connsiteX0" fmla="*/ 0 w 595706"/>
                    <a:gd name="connsiteY0" fmla="*/ 24472 h 141709"/>
                    <a:gd name="connsiteX1" fmla="*/ 595706 w 595706"/>
                    <a:gd name="connsiteY1" fmla="*/ 3096 h 141709"/>
                    <a:gd name="connsiteX2" fmla="*/ 595706 w 595706"/>
                    <a:gd name="connsiteY2" fmla="*/ 99527 h 141709"/>
                    <a:gd name="connsiteX3" fmla="*/ 1361 w 595706"/>
                    <a:gd name="connsiteY3" fmla="*/ 141709 h 141709"/>
                    <a:gd name="connsiteX4" fmla="*/ 0 w 595706"/>
                    <a:gd name="connsiteY4" fmla="*/ 24472 h 141709"/>
                    <a:gd name="connsiteX0" fmla="*/ 0 w 595706"/>
                    <a:gd name="connsiteY0" fmla="*/ 24472 h 141709"/>
                    <a:gd name="connsiteX1" fmla="*/ 594353 w 595706"/>
                    <a:gd name="connsiteY1" fmla="*/ 3096 h 141709"/>
                    <a:gd name="connsiteX2" fmla="*/ 595706 w 595706"/>
                    <a:gd name="connsiteY2" fmla="*/ 99527 h 141709"/>
                    <a:gd name="connsiteX3" fmla="*/ 1361 w 595706"/>
                    <a:gd name="connsiteY3" fmla="*/ 141709 h 141709"/>
                    <a:gd name="connsiteX4" fmla="*/ 0 w 595706"/>
                    <a:gd name="connsiteY4" fmla="*/ 24472 h 141709"/>
                    <a:gd name="connsiteX0" fmla="*/ 124 w 595830"/>
                    <a:gd name="connsiteY0" fmla="*/ 24472 h 141709"/>
                    <a:gd name="connsiteX1" fmla="*/ 594477 w 595830"/>
                    <a:gd name="connsiteY1" fmla="*/ 3096 h 141709"/>
                    <a:gd name="connsiteX2" fmla="*/ 595830 w 595830"/>
                    <a:gd name="connsiteY2" fmla="*/ 99527 h 141709"/>
                    <a:gd name="connsiteX3" fmla="*/ 131 w 595830"/>
                    <a:gd name="connsiteY3" fmla="*/ 141709 h 141709"/>
                    <a:gd name="connsiteX4" fmla="*/ 124 w 595830"/>
                    <a:gd name="connsiteY4" fmla="*/ 24472 h 141709"/>
                    <a:gd name="connsiteX0" fmla="*/ 124 w 597179"/>
                    <a:gd name="connsiteY0" fmla="*/ 25207 h 142444"/>
                    <a:gd name="connsiteX1" fmla="*/ 597179 w 597179"/>
                    <a:gd name="connsiteY1" fmla="*/ 481 h 142444"/>
                    <a:gd name="connsiteX2" fmla="*/ 595830 w 597179"/>
                    <a:gd name="connsiteY2" fmla="*/ 100262 h 142444"/>
                    <a:gd name="connsiteX3" fmla="*/ 131 w 597179"/>
                    <a:gd name="connsiteY3" fmla="*/ 142444 h 142444"/>
                    <a:gd name="connsiteX4" fmla="*/ 124 w 597179"/>
                    <a:gd name="connsiteY4" fmla="*/ 25207 h 142444"/>
                    <a:gd name="connsiteX0" fmla="*/ 124 w 595889"/>
                    <a:gd name="connsiteY0" fmla="*/ 25842 h 143079"/>
                    <a:gd name="connsiteX1" fmla="*/ 594477 w 595889"/>
                    <a:gd name="connsiteY1" fmla="*/ 0 h 143079"/>
                    <a:gd name="connsiteX2" fmla="*/ 595830 w 595889"/>
                    <a:gd name="connsiteY2" fmla="*/ 100897 h 143079"/>
                    <a:gd name="connsiteX3" fmla="*/ 131 w 595889"/>
                    <a:gd name="connsiteY3" fmla="*/ 143079 h 143079"/>
                    <a:gd name="connsiteX4" fmla="*/ 124 w 595889"/>
                    <a:gd name="connsiteY4" fmla="*/ 25842 h 143079"/>
                    <a:gd name="connsiteX0" fmla="*/ 124 w 595889"/>
                    <a:gd name="connsiteY0" fmla="*/ 24713 h 141950"/>
                    <a:gd name="connsiteX1" fmla="*/ 594477 w 595889"/>
                    <a:gd name="connsiteY1" fmla="*/ 2221 h 141950"/>
                    <a:gd name="connsiteX2" fmla="*/ 595830 w 595889"/>
                    <a:gd name="connsiteY2" fmla="*/ 99768 h 141950"/>
                    <a:gd name="connsiteX3" fmla="*/ 131 w 595889"/>
                    <a:gd name="connsiteY3" fmla="*/ 141950 h 141950"/>
                    <a:gd name="connsiteX4" fmla="*/ 124 w 595889"/>
                    <a:gd name="connsiteY4" fmla="*/ 24713 h 141950"/>
                    <a:gd name="connsiteX0" fmla="*/ 124 w 595959"/>
                    <a:gd name="connsiteY0" fmla="*/ 24713 h 141950"/>
                    <a:gd name="connsiteX1" fmla="*/ 595828 w 595959"/>
                    <a:gd name="connsiteY1" fmla="*/ 2221 h 141950"/>
                    <a:gd name="connsiteX2" fmla="*/ 595830 w 595959"/>
                    <a:gd name="connsiteY2" fmla="*/ 99768 h 141950"/>
                    <a:gd name="connsiteX3" fmla="*/ 131 w 595959"/>
                    <a:gd name="connsiteY3" fmla="*/ 141950 h 141950"/>
                    <a:gd name="connsiteX4" fmla="*/ 124 w 595959"/>
                    <a:gd name="connsiteY4" fmla="*/ 24713 h 141950"/>
                    <a:gd name="connsiteX0" fmla="*/ 124 w 595959"/>
                    <a:gd name="connsiteY0" fmla="*/ 24925 h 142162"/>
                    <a:gd name="connsiteX1" fmla="*/ 595828 w 595959"/>
                    <a:gd name="connsiteY1" fmla="*/ 2433 h 142162"/>
                    <a:gd name="connsiteX2" fmla="*/ 595830 w 595959"/>
                    <a:gd name="connsiteY2" fmla="*/ 99980 h 142162"/>
                    <a:gd name="connsiteX3" fmla="*/ 131 w 595959"/>
                    <a:gd name="connsiteY3" fmla="*/ 142162 h 142162"/>
                    <a:gd name="connsiteX4" fmla="*/ 124 w 595959"/>
                    <a:gd name="connsiteY4" fmla="*/ 24925 h 142162"/>
                    <a:gd name="connsiteX0" fmla="*/ 124 w 595959"/>
                    <a:gd name="connsiteY0" fmla="*/ 22492 h 139729"/>
                    <a:gd name="connsiteX1" fmla="*/ 595828 w 595959"/>
                    <a:gd name="connsiteY1" fmla="*/ 0 h 139729"/>
                    <a:gd name="connsiteX2" fmla="*/ 595830 w 595959"/>
                    <a:gd name="connsiteY2" fmla="*/ 97547 h 139729"/>
                    <a:gd name="connsiteX3" fmla="*/ 131 w 595959"/>
                    <a:gd name="connsiteY3" fmla="*/ 139729 h 139729"/>
                    <a:gd name="connsiteX4" fmla="*/ 124 w 595959"/>
                    <a:gd name="connsiteY4" fmla="*/ 22492 h 139729"/>
                    <a:gd name="connsiteX0" fmla="*/ 124 w 595959"/>
                    <a:gd name="connsiteY0" fmla="*/ 25585 h 142822"/>
                    <a:gd name="connsiteX1" fmla="*/ 595828 w 595959"/>
                    <a:gd name="connsiteY1" fmla="*/ 3093 h 142822"/>
                    <a:gd name="connsiteX2" fmla="*/ 595830 w 595959"/>
                    <a:gd name="connsiteY2" fmla="*/ 100640 h 142822"/>
                    <a:gd name="connsiteX3" fmla="*/ 131 w 595959"/>
                    <a:gd name="connsiteY3" fmla="*/ 142822 h 142822"/>
                    <a:gd name="connsiteX4" fmla="*/ 124 w 595959"/>
                    <a:gd name="connsiteY4" fmla="*/ 25585 h 142822"/>
                    <a:gd name="connsiteX0" fmla="*/ 124 w 595959"/>
                    <a:gd name="connsiteY0" fmla="*/ 25585 h 142822"/>
                    <a:gd name="connsiteX1" fmla="*/ 595828 w 595959"/>
                    <a:gd name="connsiteY1" fmla="*/ 3093 h 142822"/>
                    <a:gd name="connsiteX2" fmla="*/ 595830 w 595959"/>
                    <a:gd name="connsiteY2" fmla="*/ 100640 h 142822"/>
                    <a:gd name="connsiteX3" fmla="*/ 131 w 595959"/>
                    <a:gd name="connsiteY3" fmla="*/ 142822 h 142822"/>
                    <a:gd name="connsiteX4" fmla="*/ 124 w 595959"/>
                    <a:gd name="connsiteY4" fmla="*/ 25585 h 142822"/>
                    <a:gd name="connsiteX0" fmla="*/ 124 w 595959"/>
                    <a:gd name="connsiteY0" fmla="*/ 26512 h 143749"/>
                    <a:gd name="connsiteX1" fmla="*/ 595828 w 595959"/>
                    <a:gd name="connsiteY1" fmla="*/ 4020 h 143749"/>
                    <a:gd name="connsiteX2" fmla="*/ 595830 w 595959"/>
                    <a:gd name="connsiteY2" fmla="*/ 101567 h 143749"/>
                    <a:gd name="connsiteX3" fmla="*/ 131 w 595959"/>
                    <a:gd name="connsiteY3" fmla="*/ 143749 h 143749"/>
                    <a:gd name="connsiteX4" fmla="*/ 124 w 595959"/>
                    <a:gd name="connsiteY4" fmla="*/ 26512 h 143749"/>
                    <a:gd name="connsiteX0" fmla="*/ 124 w 595959"/>
                    <a:gd name="connsiteY0" fmla="*/ 26512 h 143749"/>
                    <a:gd name="connsiteX1" fmla="*/ 595828 w 595959"/>
                    <a:gd name="connsiteY1" fmla="*/ 4020 h 143749"/>
                    <a:gd name="connsiteX2" fmla="*/ 595830 w 595959"/>
                    <a:gd name="connsiteY2" fmla="*/ 101567 h 143749"/>
                    <a:gd name="connsiteX3" fmla="*/ 131 w 595959"/>
                    <a:gd name="connsiteY3" fmla="*/ 143749 h 143749"/>
                    <a:gd name="connsiteX4" fmla="*/ 124 w 595959"/>
                    <a:gd name="connsiteY4" fmla="*/ 26512 h 143749"/>
                    <a:gd name="connsiteX0" fmla="*/ 124 w 595959"/>
                    <a:gd name="connsiteY0" fmla="*/ 28496 h 145733"/>
                    <a:gd name="connsiteX1" fmla="*/ 595828 w 595959"/>
                    <a:gd name="connsiteY1" fmla="*/ 6004 h 145733"/>
                    <a:gd name="connsiteX2" fmla="*/ 595830 w 595959"/>
                    <a:gd name="connsiteY2" fmla="*/ 103551 h 145733"/>
                    <a:gd name="connsiteX3" fmla="*/ 131 w 595959"/>
                    <a:gd name="connsiteY3" fmla="*/ 145733 h 145733"/>
                    <a:gd name="connsiteX4" fmla="*/ 124 w 595959"/>
                    <a:gd name="connsiteY4" fmla="*/ 28496 h 145733"/>
                    <a:gd name="connsiteX0" fmla="*/ 124 w 595959"/>
                    <a:gd name="connsiteY0" fmla="*/ 40766 h 158003"/>
                    <a:gd name="connsiteX1" fmla="*/ 595828 w 595959"/>
                    <a:gd name="connsiteY1" fmla="*/ 0 h 158003"/>
                    <a:gd name="connsiteX2" fmla="*/ 595830 w 595959"/>
                    <a:gd name="connsiteY2" fmla="*/ 115821 h 158003"/>
                    <a:gd name="connsiteX3" fmla="*/ 131 w 595959"/>
                    <a:gd name="connsiteY3" fmla="*/ 158003 h 158003"/>
                    <a:gd name="connsiteX4" fmla="*/ 124 w 595959"/>
                    <a:gd name="connsiteY4" fmla="*/ 40766 h 158003"/>
                    <a:gd name="connsiteX0" fmla="*/ 124 w 595959"/>
                    <a:gd name="connsiteY0" fmla="*/ 40766 h 158003"/>
                    <a:gd name="connsiteX1" fmla="*/ 595828 w 595959"/>
                    <a:gd name="connsiteY1" fmla="*/ 0 h 158003"/>
                    <a:gd name="connsiteX2" fmla="*/ 595830 w 595959"/>
                    <a:gd name="connsiteY2" fmla="*/ 115821 h 158003"/>
                    <a:gd name="connsiteX3" fmla="*/ 131 w 595959"/>
                    <a:gd name="connsiteY3" fmla="*/ 158003 h 158003"/>
                    <a:gd name="connsiteX4" fmla="*/ 124 w 595959"/>
                    <a:gd name="connsiteY4" fmla="*/ 40766 h 158003"/>
                    <a:gd name="connsiteX0" fmla="*/ 124 w 595959"/>
                    <a:gd name="connsiteY0" fmla="*/ 40766 h 158003"/>
                    <a:gd name="connsiteX1" fmla="*/ 595828 w 595959"/>
                    <a:gd name="connsiteY1" fmla="*/ 0 h 158003"/>
                    <a:gd name="connsiteX2" fmla="*/ 595830 w 595959"/>
                    <a:gd name="connsiteY2" fmla="*/ 115821 h 158003"/>
                    <a:gd name="connsiteX3" fmla="*/ 131 w 595959"/>
                    <a:gd name="connsiteY3" fmla="*/ 158003 h 158003"/>
                    <a:gd name="connsiteX4" fmla="*/ 124 w 595959"/>
                    <a:gd name="connsiteY4" fmla="*/ 40766 h 158003"/>
                    <a:gd name="connsiteX0" fmla="*/ 124 w 595959"/>
                    <a:gd name="connsiteY0" fmla="*/ 40766 h 158003"/>
                    <a:gd name="connsiteX1" fmla="*/ 595828 w 595959"/>
                    <a:gd name="connsiteY1" fmla="*/ 0 h 158003"/>
                    <a:gd name="connsiteX2" fmla="*/ 595830 w 595959"/>
                    <a:gd name="connsiteY2" fmla="*/ 115821 h 158003"/>
                    <a:gd name="connsiteX3" fmla="*/ 131 w 595959"/>
                    <a:gd name="connsiteY3" fmla="*/ 158003 h 158003"/>
                    <a:gd name="connsiteX4" fmla="*/ 124 w 595959"/>
                    <a:gd name="connsiteY4" fmla="*/ 40766 h 158003"/>
                    <a:gd name="connsiteX0" fmla="*/ 124 w 595959"/>
                    <a:gd name="connsiteY0" fmla="*/ 40766 h 158003"/>
                    <a:gd name="connsiteX1" fmla="*/ 595828 w 595959"/>
                    <a:gd name="connsiteY1" fmla="*/ 0 h 158003"/>
                    <a:gd name="connsiteX2" fmla="*/ 595830 w 595959"/>
                    <a:gd name="connsiteY2" fmla="*/ 115821 h 158003"/>
                    <a:gd name="connsiteX3" fmla="*/ 131 w 595959"/>
                    <a:gd name="connsiteY3" fmla="*/ 158003 h 158003"/>
                    <a:gd name="connsiteX4" fmla="*/ 124 w 595959"/>
                    <a:gd name="connsiteY4" fmla="*/ 40766 h 158003"/>
                    <a:gd name="connsiteX0" fmla="*/ 124 w 595959"/>
                    <a:gd name="connsiteY0" fmla="*/ 40766 h 158003"/>
                    <a:gd name="connsiteX1" fmla="*/ 595828 w 595959"/>
                    <a:gd name="connsiteY1" fmla="*/ 0 h 158003"/>
                    <a:gd name="connsiteX2" fmla="*/ 595830 w 595959"/>
                    <a:gd name="connsiteY2" fmla="*/ 115821 h 158003"/>
                    <a:gd name="connsiteX3" fmla="*/ 131 w 595959"/>
                    <a:gd name="connsiteY3" fmla="*/ 158003 h 158003"/>
                    <a:gd name="connsiteX4" fmla="*/ 124 w 595959"/>
                    <a:gd name="connsiteY4" fmla="*/ 40766 h 158003"/>
                    <a:gd name="connsiteX0" fmla="*/ 124 w 595959"/>
                    <a:gd name="connsiteY0" fmla="*/ 40766 h 158003"/>
                    <a:gd name="connsiteX1" fmla="*/ 595828 w 595959"/>
                    <a:gd name="connsiteY1" fmla="*/ 0 h 158003"/>
                    <a:gd name="connsiteX2" fmla="*/ 595830 w 595959"/>
                    <a:gd name="connsiteY2" fmla="*/ 115821 h 158003"/>
                    <a:gd name="connsiteX3" fmla="*/ 131 w 595959"/>
                    <a:gd name="connsiteY3" fmla="*/ 158003 h 158003"/>
                    <a:gd name="connsiteX4" fmla="*/ 124 w 595959"/>
                    <a:gd name="connsiteY4" fmla="*/ 40766 h 158003"/>
                    <a:gd name="connsiteX0" fmla="*/ 124 w 595959"/>
                    <a:gd name="connsiteY0" fmla="*/ 40766 h 158003"/>
                    <a:gd name="connsiteX1" fmla="*/ 595828 w 595959"/>
                    <a:gd name="connsiteY1" fmla="*/ 0 h 158003"/>
                    <a:gd name="connsiteX2" fmla="*/ 595830 w 595959"/>
                    <a:gd name="connsiteY2" fmla="*/ 115821 h 158003"/>
                    <a:gd name="connsiteX3" fmla="*/ 131 w 595959"/>
                    <a:gd name="connsiteY3" fmla="*/ 158003 h 158003"/>
                    <a:gd name="connsiteX4" fmla="*/ 124 w 595959"/>
                    <a:gd name="connsiteY4" fmla="*/ 40766 h 158003"/>
                    <a:gd name="connsiteX0" fmla="*/ 124 w 595959"/>
                    <a:gd name="connsiteY0" fmla="*/ 40766 h 158003"/>
                    <a:gd name="connsiteX1" fmla="*/ 595828 w 595959"/>
                    <a:gd name="connsiteY1" fmla="*/ 0 h 158003"/>
                    <a:gd name="connsiteX2" fmla="*/ 595830 w 595959"/>
                    <a:gd name="connsiteY2" fmla="*/ 115821 h 158003"/>
                    <a:gd name="connsiteX3" fmla="*/ 131 w 595959"/>
                    <a:gd name="connsiteY3" fmla="*/ 158003 h 158003"/>
                    <a:gd name="connsiteX4" fmla="*/ 124 w 595959"/>
                    <a:gd name="connsiteY4" fmla="*/ 40766 h 158003"/>
                    <a:gd name="connsiteX0" fmla="*/ 124 w 595856"/>
                    <a:gd name="connsiteY0" fmla="*/ 41841 h 159078"/>
                    <a:gd name="connsiteX1" fmla="*/ 591261 w 595856"/>
                    <a:gd name="connsiteY1" fmla="*/ 0 h 159078"/>
                    <a:gd name="connsiteX2" fmla="*/ 595830 w 595856"/>
                    <a:gd name="connsiteY2" fmla="*/ 116896 h 159078"/>
                    <a:gd name="connsiteX3" fmla="*/ 131 w 595856"/>
                    <a:gd name="connsiteY3" fmla="*/ 159078 h 159078"/>
                    <a:gd name="connsiteX4" fmla="*/ 124 w 595856"/>
                    <a:gd name="connsiteY4" fmla="*/ 41841 h 159078"/>
                    <a:gd name="connsiteX0" fmla="*/ 124 w 595959"/>
                    <a:gd name="connsiteY0" fmla="*/ 41841 h 159078"/>
                    <a:gd name="connsiteX1" fmla="*/ 595828 w 595959"/>
                    <a:gd name="connsiteY1" fmla="*/ 0 h 159078"/>
                    <a:gd name="connsiteX2" fmla="*/ 595830 w 595959"/>
                    <a:gd name="connsiteY2" fmla="*/ 116896 h 159078"/>
                    <a:gd name="connsiteX3" fmla="*/ 131 w 595959"/>
                    <a:gd name="connsiteY3" fmla="*/ 159078 h 159078"/>
                    <a:gd name="connsiteX4" fmla="*/ 124 w 595959"/>
                    <a:gd name="connsiteY4" fmla="*/ 41841 h 159078"/>
                    <a:gd name="connsiteX0" fmla="*/ 124 w 597349"/>
                    <a:gd name="connsiteY0" fmla="*/ 42378 h 159615"/>
                    <a:gd name="connsiteX1" fmla="*/ 597349 w 597349"/>
                    <a:gd name="connsiteY1" fmla="*/ 0 h 159615"/>
                    <a:gd name="connsiteX2" fmla="*/ 595830 w 597349"/>
                    <a:gd name="connsiteY2" fmla="*/ 117433 h 159615"/>
                    <a:gd name="connsiteX3" fmla="*/ 131 w 597349"/>
                    <a:gd name="connsiteY3" fmla="*/ 159615 h 159615"/>
                    <a:gd name="connsiteX4" fmla="*/ 124 w 597349"/>
                    <a:gd name="connsiteY4" fmla="*/ 42378 h 159615"/>
                    <a:gd name="connsiteX0" fmla="*/ 124 w 600443"/>
                    <a:gd name="connsiteY0" fmla="*/ 42378 h 159615"/>
                    <a:gd name="connsiteX1" fmla="*/ 597349 w 600443"/>
                    <a:gd name="connsiteY1" fmla="*/ 0 h 159615"/>
                    <a:gd name="connsiteX2" fmla="*/ 600408 w 600443"/>
                    <a:gd name="connsiteY2" fmla="*/ 117433 h 159615"/>
                    <a:gd name="connsiteX3" fmla="*/ 131 w 600443"/>
                    <a:gd name="connsiteY3" fmla="*/ 159615 h 159615"/>
                    <a:gd name="connsiteX4" fmla="*/ 124 w 600443"/>
                    <a:gd name="connsiteY4" fmla="*/ 42378 h 159615"/>
                    <a:gd name="connsiteX0" fmla="*/ 124 w 600537"/>
                    <a:gd name="connsiteY0" fmla="*/ 42378 h 159615"/>
                    <a:gd name="connsiteX1" fmla="*/ 600401 w 600537"/>
                    <a:gd name="connsiteY1" fmla="*/ 0 h 159615"/>
                    <a:gd name="connsiteX2" fmla="*/ 600408 w 600537"/>
                    <a:gd name="connsiteY2" fmla="*/ 117433 h 159615"/>
                    <a:gd name="connsiteX3" fmla="*/ 131 w 600537"/>
                    <a:gd name="connsiteY3" fmla="*/ 159615 h 159615"/>
                    <a:gd name="connsiteX4" fmla="*/ 124 w 600537"/>
                    <a:gd name="connsiteY4" fmla="*/ 42378 h 15961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00537" h="159615">
                      <a:moveTo>
                        <a:pt x="124" y="42378"/>
                      </a:moveTo>
                      <a:cubicBezTo>
                        <a:pt x="296414" y="-50243"/>
                        <a:pt x="418111" y="75773"/>
                        <a:pt x="600401" y="0"/>
                      </a:cubicBezTo>
                      <a:cubicBezTo>
                        <a:pt x="599951" y="33260"/>
                        <a:pt x="600858" y="84173"/>
                        <a:pt x="600408" y="117433"/>
                      </a:cubicBezTo>
                      <a:cubicBezTo>
                        <a:pt x="395490" y="192726"/>
                        <a:pt x="285331" y="62551"/>
                        <a:pt x="131" y="159615"/>
                      </a:cubicBezTo>
                      <a:cubicBezTo>
                        <a:pt x="-323" y="114566"/>
                        <a:pt x="578" y="87427"/>
                        <a:pt x="124" y="42378"/>
                      </a:cubicBezTo>
                      <a:close/>
                    </a:path>
                  </a:pathLst>
                </a:custGeom>
                <a:solidFill>
                  <a:schemeClr val="accent4">
                    <a:lumMod val="60000"/>
                    <a:lumOff val="40000"/>
                  </a:schemeClr>
                </a:solidFill>
                <a:ln w="1270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817" name="矩形 1174">
                  <a:extLst>
                    <a:ext uri="{FF2B5EF4-FFF2-40B4-BE49-F238E27FC236}">
                      <a16:creationId xmlns:a16="http://schemas.microsoft.com/office/drawing/2014/main" id="{8400E767-5D1D-F9D9-ECEF-E583D778EEC5}"/>
                    </a:ext>
                  </a:extLst>
                </p:cNvPr>
                <p:cNvSpPr/>
                <p:nvPr/>
              </p:nvSpPr>
              <p:spPr>
                <a:xfrm rot="10800000">
                  <a:off x="5041542" y="6890402"/>
                  <a:ext cx="618706" cy="226680"/>
                </a:xfrm>
                <a:custGeom>
                  <a:avLst/>
                  <a:gdLst>
                    <a:gd name="connsiteX0" fmla="*/ 0 w 595706"/>
                    <a:gd name="connsiteY0" fmla="*/ 0 h 92965"/>
                    <a:gd name="connsiteX1" fmla="*/ 595706 w 595706"/>
                    <a:gd name="connsiteY1" fmla="*/ 0 h 92965"/>
                    <a:gd name="connsiteX2" fmla="*/ 595706 w 595706"/>
                    <a:gd name="connsiteY2" fmla="*/ 92965 h 92965"/>
                    <a:gd name="connsiteX3" fmla="*/ 0 w 595706"/>
                    <a:gd name="connsiteY3" fmla="*/ 92965 h 92965"/>
                    <a:gd name="connsiteX4" fmla="*/ 0 w 595706"/>
                    <a:gd name="connsiteY4" fmla="*/ 0 h 92965"/>
                    <a:gd name="connsiteX0" fmla="*/ 0 w 595706"/>
                    <a:gd name="connsiteY0" fmla="*/ 0 h 135147"/>
                    <a:gd name="connsiteX1" fmla="*/ 595706 w 595706"/>
                    <a:gd name="connsiteY1" fmla="*/ 0 h 135147"/>
                    <a:gd name="connsiteX2" fmla="*/ 595706 w 595706"/>
                    <a:gd name="connsiteY2" fmla="*/ 92965 h 135147"/>
                    <a:gd name="connsiteX3" fmla="*/ 1361 w 595706"/>
                    <a:gd name="connsiteY3" fmla="*/ 135147 h 135147"/>
                    <a:gd name="connsiteX4" fmla="*/ 0 w 595706"/>
                    <a:gd name="connsiteY4" fmla="*/ 0 h 135147"/>
                    <a:gd name="connsiteX0" fmla="*/ 0 w 595706"/>
                    <a:gd name="connsiteY0" fmla="*/ 0 h 135147"/>
                    <a:gd name="connsiteX1" fmla="*/ 595706 w 595706"/>
                    <a:gd name="connsiteY1" fmla="*/ 0 h 135147"/>
                    <a:gd name="connsiteX2" fmla="*/ 595706 w 595706"/>
                    <a:gd name="connsiteY2" fmla="*/ 92965 h 135147"/>
                    <a:gd name="connsiteX3" fmla="*/ 1361 w 595706"/>
                    <a:gd name="connsiteY3" fmla="*/ 135147 h 135147"/>
                    <a:gd name="connsiteX4" fmla="*/ 0 w 595706"/>
                    <a:gd name="connsiteY4" fmla="*/ 0 h 135147"/>
                    <a:gd name="connsiteX0" fmla="*/ 0 w 595706"/>
                    <a:gd name="connsiteY0" fmla="*/ 0 h 135147"/>
                    <a:gd name="connsiteX1" fmla="*/ 595706 w 595706"/>
                    <a:gd name="connsiteY1" fmla="*/ 0 h 135147"/>
                    <a:gd name="connsiteX2" fmla="*/ 595706 w 595706"/>
                    <a:gd name="connsiteY2" fmla="*/ 92965 h 135147"/>
                    <a:gd name="connsiteX3" fmla="*/ 1361 w 595706"/>
                    <a:gd name="connsiteY3" fmla="*/ 135147 h 135147"/>
                    <a:gd name="connsiteX4" fmla="*/ 0 w 595706"/>
                    <a:gd name="connsiteY4" fmla="*/ 0 h 135147"/>
                    <a:gd name="connsiteX0" fmla="*/ 0 w 595706"/>
                    <a:gd name="connsiteY0" fmla="*/ 0 h 135147"/>
                    <a:gd name="connsiteX1" fmla="*/ 595706 w 595706"/>
                    <a:gd name="connsiteY1" fmla="*/ 0 h 135147"/>
                    <a:gd name="connsiteX2" fmla="*/ 595706 w 595706"/>
                    <a:gd name="connsiteY2" fmla="*/ 92965 h 135147"/>
                    <a:gd name="connsiteX3" fmla="*/ 1361 w 595706"/>
                    <a:gd name="connsiteY3" fmla="*/ 135147 h 135147"/>
                    <a:gd name="connsiteX4" fmla="*/ 0 w 595706"/>
                    <a:gd name="connsiteY4" fmla="*/ 0 h 135147"/>
                    <a:gd name="connsiteX0" fmla="*/ 1422 w 594406"/>
                    <a:gd name="connsiteY0" fmla="*/ 21376 h 135147"/>
                    <a:gd name="connsiteX1" fmla="*/ 594406 w 594406"/>
                    <a:gd name="connsiteY1" fmla="*/ 0 h 135147"/>
                    <a:gd name="connsiteX2" fmla="*/ 594406 w 594406"/>
                    <a:gd name="connsiteY2" fmla="*/ 92965 h 135147"/>
                    <a:gd name="connsiteX3" fmla="*/ 61 w 594406"/>
                    <a:gd name="connsiteY3" fmla="*/ 135147 h 135147"/>
                    <a:gd name="connsiteX4" fmla="*/ 1422 w 594406"/>
                    <a:gd name="connsiteY4" fmla="*/ 21376 h 135147"/>
                    <a:gd name="connsiteX0" fmla="*/ 1422 w 594406"/>
                    <a:gd name="connsiteY0" fmla="*/ 15599 h 135147"/>
                    <a:gd name="connsiteX1" fmla="*/ 594406 w 594406"/>
                    <a:gd name="connsiteY1" fmla="*/ 0 h 135147"/>
                    <a:gd name="connsiteX2" fmla="*/ 594406 w 594406"/>
                    <a:gd name="connsiteY2" fmla="*/ 92965 h 135147"/>
                    <a:gd name="connsiteX3" fmla="*/ 61 w 594406"/>
                    <a:gd name="connsiteY3" fmla="*/ 135147 h 135147"/>
                    <a:gd name="connsiteX4" fmla="*/ 1422 w 594406"/>
                    <a:gd name="connsiteY4" fmla="*/ 15599 h 135147"/>
                    <a:gd name="connsiteX0" fmla="*/ 131 w 594476"/>
                    <a:gd name="connsiteY0" fmla="*/ 4622 h 135147"/>
                    <a:gd name="connsiteX1" fmla="*/ 594476 w 594476"/>
                    <a:gd name="connsiteY1" fmla="*/ 0 h 135147"/>
                    <a:gd name="connsiteX2" fmla="*/ 594476 w 594476"/>
                    <a:gd name="connsiteY2" fmla="*/ 92965 h 135147"/>
                    <a:gd name="connsiteX3" fmla="*/ 131 w 594476"/>
                    <a:gd name="connsiteY3" fmla="*/ 135147 h 135147"/>
                    <a:gd name="connsiteX4" fmla="*/ 131 w 594476"/>
                    <a:gd name="connsiteY4" fmla="*/ 4622 h 135147"/>
                    <a:gd name="connsiteX0" fmla="*/ 0 w 595706"/>
                    <a:gd name="connsiteY0" fmla="*/ 17910 h 135147"/>
                    <a:gd name="connsiteX1" fmla="*/ 595706 w 595706"/>
                    <a:gd name="connsiteY1" fmla="*/ 0 h 135147"/>
                    <a:gd name="connsiteX2" fmla="*/ 595706 w 595706"/>
                    <a:gd name="connsiteY2" fmla="*/ 92965 h 135147"/>
                    <a:gd name="connsiteX3" fmla="*/ 1361 w 595706"/>
                    <a:gd name="connsiteY3" fmla="*/ 135147 h 135147"/>
                    <a:gd name="connsiteX4" fmla="*/ 0 w 595706"/>
                    <a:gd name="connsiteY4" fmla="*/ 17910 h 135147"/>
                    <a:gd name="connsiteX0" fmla="*/ 0 w 595706"/>
                    <a:gd name="connsiteY0" fmla="*/ 17910 h 135147"/>
                    <a:gd name="connsiteX1" fmla="*/ 595706 w 595706"/>
                    <a:gd name="connsiteY1" fmla="*/ 0 h 135147"/>
                    <a:gd name="connsiteX2" fmla="*/ 595706 w 595706"/>
                    <a:gd name="connsiteY2" fmla="*/ 92965 h 135147"/>
                    <a:gd name="connsiteX3" fmla="*/ 1361 w 595706"/>
                    <a:gd name="connsiteY3" fmla="*/ 135147 h 135147"/>
                    <a:gd name="connsiteX4" fmla="*/ 0 w 595706"/>
                    <a:gd name="connsiteY4" fmla="*/ 17910 h 135147"/>
                    <a:gd name="connsiteX0" fmla="*/ 0 w 595706"/>
                    <a:gd name="connsiteY0" fmla="*/ 17910 h 135147"/>
                    <a:gd name="connsiteX1" fmla="*/ 595706 w 595706"/>
                    <a:gd name="connsiteY1" fmla="*/ 0 h 135147"/>
                    <a:gd name="connsiteX2" fmla="*/ 595706 w 595706"/>
                    <a:gd name="connsiteY2" fmla="*/ 92965 h 135147"/>
                    <a:gd name="connsiteX3" fmla="*/ 1361 w 595706"/>
                    <a:gd name="connsiteY3" fmla="*/ 135147 h 135147"/>
                    <a:gd name="connsiteX4" fmla="*/ 0 w 595706"/>
                    <a:gd name="connsiteY4" fmla="*/ 17910 h 135147"/>
                    <a:gd name="connsiteX0" fmla="*/ 0 w 595706"/>
                    <a:gd name="connsiteY0" fmla="*/ 17910 h 135147"/>
                    <a:gd name="connsiteX1" fmla="*/ 595706 w 595706"/>
                    <a:gd name="connsiteY1" fmla="*/ 0 h 135147"/>
                    <a:gd name="connsiteX2" fmla="*/ 595706 w 595706"/>
                    <a:gd name="connsiteY2" fmla="*/ 92965 h 135147"/>
                    <a:gd name="connsiteX3" fmla="*/ 1361 w 595706"/>
                    <a:gd name="connsiteY3" fmla="*/ 135147 h 135147"/>
                    <a:gd name="connsiteX4" fmla="*/ 0 w 595706"/>
                    <a:gd name="connsiteY4" fmla="*/ 17910 h 135147"/>
                    <a:gd name="connsiteX0" fmla="*/ 0 w 595706"/>
                    <a:gd name="connsiteY0" fmla="*/ 22423 h 139660"/>
                    <a:gd name="connsiteX1" fmla="*/ 595706 w 595706"/>
                    <a:gd name="connsiteY1" fmla="*/ 4513 h 139660"/>
                    <a:gd name="connsiteX2" fmla="*/ 595706 w 595706"/>
                    <a:gd name="connsiteY2" fmla="*/ 97478 h 139660"/>
                    <a:gd name="connsiteX3" fmla="*/ 1361 w 595706"/>
                    <a:gd name="connsiteY3" fmla="*/ 139660 h 139660"/>
                    <a:gd name="connsiteX4" fmla="*/ 0 w 595706"/>
                    <a:gd name="connsiteY4" fmla="*/ 22423 h 139660"/>
                    <a:gd name="connsiteX0" fmla="*/ 0 w 595706"/>
                    <a:gd name="connsiteY0" fmla="*/ 26413 h 143650"/>
                    <a:gd name="connsiteX1" fmla="*/ 595706 w 595706"/>
                    <a:gd name="connsiteY1" fmla="*/ 8503 h 143650"/>
                    <a:gd name="connsiteX2" fmla="*/ 595706 w 595706"/>
                    <a:gd name="connsiteY2" fmla="*/ 101468 h 143650"/>
                    <a:gd name="connsiteX3" fmla="*/ 1361 w 595706"/>
                    <a:gd name="connsiteY3" fmla="*/ 143650 h 143650"/>
                    <a:gd name="connsiteX4" fmla="*/ 0 w 595706"/>
                    <a:gd name="connsiteY4" fmla="*/ 26413 h 143650"/>
                    <a:gd name="connsiteX0" fmla="*/ 0 w 595706"/>
                    <a:gd name="connsiteY0" fmla="*/ 21286 h 138523"/>
                    <a:gd name="connsiteX1" fmla="*/ 595706 w 595706"/>
                    <a:gd name="connsiteY1" fmla="*/ 3376 h 138523"/>
                    <a:gd name="connsiteX2" fmla="*/ 595706 w 595706"/>
                    <a:gd name="connsiteY2" fmla="*/ 96341 h 138523"/>
                    <a:gd name="connsiteX3" fmla="*/ 1361 w 595706"/>
                    <a:gd name="connsiteY3" fmla="*/ 138523 h 138523"/>
                    <a:gd name="connsiteX4" fmla="*/ 0 w 595706"/>
                    <a:gd name="connsiteY4" fmla="*/ 21286 h 138523"/>
                    <a:gd name="connsiteX0" fmla="*/ 0 w 595706"/>
                    <a:gd name="connsiteY0" fmla="*/ 22534 h 139771"/>
                    <a:gd name="connsiteX1" fmla="*/ 595706 w 595706"/>
                    <a:gd name="connsiteY1" fmla="*/ 4624 h 139771"/>
                    <a:gd name="connsiteX2" fmla="*/ 595706 w 595706"/>
                    <a:gd name="connsiteY2" fmla="*/ 97589 h 139771"/>
                    <a:gd name="connsiteX3" fmla="*/ 1361 w 595706"/>
                    <a:gd name="connsiteY3" fmla="*/ 139771 h 139771"/>
                    <a:gd name="connsiteX4" fmla="*/ 0 w 595706"/>
                    <a:gd name="connsiteY4" fmla="*/ 22534 h 139771"/>
                    <a:gd name="connsiteX0" fmla="*/ 0 w 595706"/>
                    <a:gd name="connsiteY0" fmla="*/ 23494 h 140731"/>
                    <a:gd name="connsiteX1" fmla="*/ 595706 w 595706"/>
                    <a:gd name="connsiteY1" fmla="*/ 2118 h 140731"/>
                    <a:gd name="connsiteX2" fmla="*/ 595706 w 595706"/>
                    <a:gd name="connsiteY2" fmla="*/ 98549 h 140731"/>
                    <a:gd name="connsiteX3" fmla="*/ 1361 w 595706"/>
                    <a:gd name="connsiteY3" fmla="*/ 140731 h 140731"/>
                    <a:gd name="connsiteX4" fmla="*/ 0 w 595706"/>
                    <a:gd name="connsiteY4" fmla="*/ 23494 h 140731"/>
                    <a:gd name="connsiteX0" fmla="*/ 0 w 595706"/>
                    <a:gd name="connsiteY0" fmla="*/ 23494 h 140731"/>
                    <a:gd name="connsiteX1" fmla="*/ 595706 w 595706"/>
                    <a:gd name="connsiteY1" fmla="*/ 2118 h 140731"/>
                    <a:gd name="connsiteX2" fmla="*/ 595706 w 595706"/>
                    <a:gd name="connsiteY2" fmla="*/ 98549 h 140731"/>
                    <a:gd name="connsiteX3" fmla="*/ 1361 w 595706"/>
                    <a:gd name="connsiteY3" fmla="*/ 140731 h 140731"/>
                    <a:gd name="connsiteX4" fmla="*/ 0 w 595706"/>
                    <a:gd name="connsiteY4" fmla="*/ 23494 h 140731"/>
                    <a:gd name="connsiteX0" fmla="*/ 0 w 595706"/>
                    <a:gd name="connsiteY0" fmla="*/ 25030 h 142267"/>
                    <a:gd name="connsiteX1" fmla="*/ 595706 w 595706"/>
                    <a:gd name="connsiteY1" fmla="*/ 3654 h 142267"/>
                    <a:gd name="connsiteX2" fmla="*/ 595706 w 595706"/>
                    <a:gd name="connsiteY2" fmla="*/ 100085 h 142267"/>
                    <a:gd name="connsiteX3" fmla="*/ 1361 w 595706"/>
                    <a:gd name="connsiteY3" fmla="*/ 142267 h 142267"/>
                    <a:gd name="connsiteX4" fmla="*/ 0 w 595706"/>
                    <a:gd name="connsiteY4" fmla="*/ 25030 h 142267"/>
                    <a:gd name="connsiteX0" fmla="*/ 0 w 595706"/>
                    <a:gd name="connsiteY0" fmla="*/ 22091 h 139328"/>
                    <a:gd name="connsiteX1" fmla="*/ 595706 w 595706"/>
                    <a:gd name="connsiteY1" fmla="*/ 715 h 139328"/>
                    <a:gd name="connsiteX2" fmla="*/ 595706 w 595706"/>
                    <a:gd name="connsiteY2" fmla="*/ 97146 h 139328"/>
                    <a:gd name="connsiteX3" fmla="*/ 1361 w 595706"/>
                    <a:gd name="connsiteY3" fmla="*/ 139328 h 139328"/>
                    <a:gd name="connsiteX4" fmla="*/ 0 w 595706"/>
                    <a:gd name="connsiteY4" fmla="*/ 22091 h 139328"/>
                    <a:gd name="connsiteX0" fmla="*/ 0 w 595706"/>
                    <a:gd name="connsiteY0" fmla="*/ 23573 h 140810"/>
                    <a:gd name="connsiteX1" fmla="*/ 595706 w 595706"/>
                    <a:gd name="connsiteY1" fmla="*/ 2197 h 140810"/>
                    <a:gd name="connsiteX2" fmla="*/ 595706 w 595706"/>
                    <a:gd name="connsiteY2" fmla="*/ 98628 h 140810"/>
                    <a:gd name="connsiteX3" fmla="*/ 1361 w 595706"/>
                    <a:gd name="connsiteY3" fmla="*/ 140810 h 140810"/>
                    <a:gd name="connsiteX4" fmla="*/ 0 w 595706"/>
                    <a:gd name="connsiteY4" fmla="*/ 23573 h 140810"/>
                    <a:gd name="connsiteX0" fmla="*/ 0 w 595706"/>
                    <a:gd name="connsiteY0" fmla="*/ 21908 h 139145"/>
                    <a:gd name="connsiteX1" fmla="*/ 595706 w 595706"/>
                    <a:gd name="connsiteY1" fmla="*/ 532 h 139145"/>
                    <a:gd name="connsiteX2" fmla="*/ 595706 w 595706"/>
                    <a:gd name="connsiteY2" fmla="*/ 96963 h 139145"/>
                    <a:gd name="connsiteX3" fmla="*/ 1361 w 595706"/>
                    <a:gd name="connsiteY3" fmla="*/ 139145 h 139145"/>
                    <a:gd name="connsiteX4" fmla="*/ 0 w 595706"/>
                    <a:gd name="connsiteY4" fmla="*/ 21908 h 139145"/>
                    <a:gd name="connsiteX0" fmla="*/ 0 w 595706"/>
                    <a:gd name="connsiteY0" fmla="*/ 23863 h 141100"/>
                    <a:gd name="connsiteX1" fmla="*/ 595706 w 595706"/>
                    <a:gd name="connsiteY1" fmla="*/ 2487 h 141100"/>
                    <a:gd name="connsiteX2" fmla="*/ 595706 w 595706"/>
                    <a:gd name="connsiteY2" fmla="*/ 98918 h 141100"/>
                    <a:gd name="connsiteX3" fmla="*/ 1361 w 595706"/>
                    <a:gd name="connsiteY3" fmla="*/ 141100 h 141100"/>
                    <a:gd name="connsiteX4" fmla="*/ 0 w 595706"/>
                    <a:gd name="connsiteY4" fmla="*/ 23863 h 141100"/>
                    <a:gd name="connsiteX0" fmla="*/ 0 w 595706"/>
                    <a:gd name="connsiteY0" fmla="*/ 24472 h 141709"/>
                    <a:gd name="connsiteX1" fmla="*/ 595706 w 595706"/>
                    <a:gd name="connsiteY1" fmla="*/ 3096 h 141709"/>
                    <a:gd name="connsiteX2" fmla="*/ 595706 w 595706"/>
                    <a:gd name="connsiteY2" fmla="*/ 99527 h 141709"/>
                    <a:gd name="connsiteX3" fmla="*/ 1361 w 595706"/>
                    <a:gd name="connsiteY3" fmla="*/ 141709 h 141709"/>
                    <a:gd name="connsiteX4" fmla="*/ 0 w 595706"/>
                    <a:gd name="connsiteY4" fmla="*/ 24472 h 141709"/>
                    <a:gd name="connsiteX0" fmla="*/ 0 w 595706"/>
                    <a:gd name="connsiteY0" fmla="*/ 24267 h 141504"/>
                    <a:gd name="connsiteX1" fmla="*/ 595706 w 595706"/>
                    <a:gd name="connsiteY1" fmla="*/ 2891 h 141504"/>
                    <a:gd name="connsiteX2" fmla="*/ 595706 w 595706"/>
                    <a:gd name="connsiteY2" fmla="*/ 99322 h 141504"/>
                    <a:gd name="connsiteX3" fmla="*/ 1361 w 595706"/>
                    <a:gd name="connsiteY3" fmla="*/ 141504 h 141504"/>
                    <a:gd name="connsiteX4" fmla="*/ 0 w 595706"/>
                    <a:gd name="connsiteY4" fmla="*/ 24267 h 141504"/>
                    <a:gd name="connsiteX0" fmla="*/ 0 w 595706"/>
                    <a:gd name="connsiteY0" fmla="*/ 24472 h 141709"/>
                    <a:gd name="connsiteX1" fmla="*/ 595706 w 595706"/>
                    <a:gd name="connsiteY1" fmla="*/ 3096 h 141709"/>
                    <a:gd name="connsiteX2" fmla="*/ 595706 w 595706"/>
                    <a:gd name="connsiteY2" fmla="*/ 99527 h 141709"/>
                    <a:gd name="connsiteX3" fmla="*/ 1361 w 595706"/>
                    <a:gd name="connsiteY3" fmla="*/ 141709 h 141709"/>
                    <a:gd name="connsiteX4" fmla="*/ 0 w 595706"/>
                    <a:gd name="connsiteY4" fmla="*/ 24472 h 141709"/>
                    <a:gd name="connsiteX0" fmla="*/ 0 w 595706"/>
                    <a:gd name="connsiteY0" fmla="*/ 24472 h 141709"/>
                    <a:gd name="connsiteX1" fmla="*/ 594353 w 595706"/>
                    <a:gd name="connsiteY1" fmla="*/ 3096 h 141709"/>
                    <a:gd name="connsiteX2" fmla="*/ 595706 w 595706"/>
                    <a:gd name="connsiteY2" fmla="*/ 99527 h 141709"/>
                    <a:gd name="connsiteX3" fmla="*/ 1361 w 595706"/>
                    <a:gd name="connsiteY3" fmla="*/ 141709 h 141709"/>
                    <a:gd name="connsiteX4" fmla="*/ 0 w 595706"/>
                    <a:gd name="connsiteY4" fmla="*/ 24472 h 141709"/>
                    <a:gd name="connsiteX0" fmla="*/ 124 w 595830"/>
                    <a:gd name="connsiteY0" fmla="*/ 24472 h 141709"/>
                    <a:gd name="connsiteX1" fmla="*/ 594477 w 595830"/>
                    <a:gd name="connsiteY1" fmla="*/ 3096 h 141709"/>
                    <a:gd name="connsiteX2" fmla="*/ 595830 w 595830"/>
                    <a:gd name="connsiteY2" fmla="*/ 99527 h 141709"/>
                    <a:gd name="connsiteX3" fmla="*/ 131 w 595830"/>
                    <a:gd name="connsiteY3" fmla="*/ 141709 h 141709"/>
                    <a:gd name="connsiteX4" fmla="*/ 124 w 595830"/>
                    <a:gd name="connsiteY4" fmla="*/ 24472 h 141709"/>
                    <a:gd name="connsiteX0" fmla="*/ 124 w 597179"/>
                    <a:gd name="connsiteY0" fmla="*/ 25207 h 142444"/>
                    <a:gd name="connsiteX1" fmla="*/ 597179 w 597179"/>
                    <a:gd name="connsiteY1" fmla="*/ 481 h 142444"/>
                    <a:gd name="connsiteX2" fmla="*/ 595830 w 597179"/>
                    <a:gd name="connsiteY2" fmla="*/ 100262 h 142444"/>
                    <a:gd name="connsiteX3" fmla="*/ 131 w 597179"/>
                    <a:gd name="connsiteY3" fmla="*/ 142444 h 142444"/>
                    <a:gd name="connsiteX4" fmla="*/ 124 w 597179"/>
                    <a:gd name="connsiteY4" fmla="*/ 25207 h 142444"/>
                    <a:gd name="connsiteX0" fmla="*/ 124 w 595889"/>
                    <a:gd name="connsiteY0" fmla="*/ 25842 h 143079"/>
                    <a:gd name="connsiteX1" fmla="*/ 594477 w 595889"/>
                    <a:gd name="connsiteY1" fmla="*/ 0 h 143079"/>
                    <a:gd name="connsiteX2" fmla="*/ 595830 w 595889"/>
                    <a:gd name="connsiteY2" fmla="*/ 100897 h 143079"/>
                    <a:gd name="connsiteX3" fmla="*/ 131 w 595889"/>
                    <a:gd name="connsiteY3" fmla="*/ 143079 h 143079"/>
                    <a:gd name="connsiteX4" fmla="*/ 124 w 595889"/>
                    <a:gd name="connsiteY4" fmla="*/ 25842 h 143079"/>
                    <a:gd name="connsiteX0" fmla="*/ 124 w 595889"/>
                    <a:gd name="connsiteY0" fmla="*/ 24713 h 141950"/>
                    <a:gd name="connsiteX1" fmla="*/ 594477 w 595889"/>
                    <a:gd name="connsiteY1" fmla="*/ 2221 h 141950"/>
                    <a:gd name="connsiteX2" fmla="*/ 595830 w 595889"/>
                    <a:gd name="connsiteY2" fmla="*/ 99768 h 141950"/>
                    <a:gd name="connsiteX3" fmla="*/ 131 w 595889"/>
                    <a:gd name="connsiteY3" fmla="*/ 141950 h 141950"/>
                    <a:gd name="connsiteX4" fmla="*/ 124 w 595889"/>
                    <a:gd name="connsiteY4" fmla="*/ 24713 h 141950"/>
                    <a:gd name="connsiteX0" fmla="*/ 124 w 595959"/>
                    <a:gd name="connsiteY0" fmla="*/ 24713 h 141950"/>
                    <a:gd name="connsiteX1" fmla="*/ 595828 w 595959"/>
                    <a:gd name="connsiteY1" fmla="*/ 2221 h 141950"/>
                    <a:gd name="connsiteX2" fmla="*/ 595830 w 595959"/>
                    <a:gd name="connsiteY2" fmla="*/ 99768 h 141950"/>
                    <a:gd name="connsiteX3" fmla="*/ 131 w 595959"/>
                    <a:gd name="connsiteY3" fmla="*/ 141950 h 141950"/>
                    <a:gd name="connsiteX4" fmla="*/ 124 w 595959"/>
                    <a:gd name="connsiteY4" fmla="*/ 24713 h 141950"/>
                    <a:gd name="connsiteX0" fmla="*/ 124 w 595959"/>
                    <a:gd name="connsiteY0" fmla="*/ 24925 h 142162"/>
                    <a:gd name="connsiteX1" fmla="*/ 595828 w 595959"/>
                    <a:gd name="connsiteY1" fmla="*/ 2433 h 142162"/>
                    <a:gd name="connsiteX2" fmla="*/ 595830 w 595959"/>
                    <a:gd name="connsiteY2" fmla="*/ 99980 h 142162"/>
                    <a:gd name="connsiteX3" fmla="*/ 131 w 595959"/>
                    <a:gd name="connsiteY3" fmla="*/ 142162 h 142162"/>
                    <a:gd name="connsiteX4" fmla="*/ 124 w 595959"/>
                    <a:gd name="connsiteY4" fmla="*/ 24925 h 142162"/>
                    <a:gd name="connsiteX0" fmla="*/ 124 w 595959"/>
                    <a:gd name="connsiteY0" fmla="*/ 22492 h 139729"/>
                    <a:gd name="connsiteX1" fmla="*/ 595828 w 595959"/>
                    <a:gd name="connsiteY1" fmla="*/ 0 h 139729"/>
                    <a:gd name="connsiteX2" fmla="*/ 595830 w 595959"/>
                    <a:gd name="connsiteY2" fmla="*/ 97547 h 139729"/>
                    <a:gd name="connsiteX3" fmla="*/ 131 w 595959"/>
                    <a:gd name="connsiteY3" fmla="*/ 139729 h 139729"/>
                    <a:gd name="connsiteX4" fmla="*/ 124 w 595959"/>
                    <a:gd name="connsiteY4" fmla="*/ 22492 h 139729"/>
                    <a:gd name="connsiteX0" fmla="*/ 124 w 595959"/>
                    <a:gd name="connsiteY0" fmla="*/ 25585 h 142822"/>
                    <a:gd name="connsiteX1" fmla="*/ 595828 w 595959"/>
                    <a:gd name="connsiteY1" fmla="*/ 3093 h 142822"/>
                    <a:gd name="connsiteX2" fmla="*/ 595830 w 595959"/>
                    <a:gd name="connsiteY2" fmla="*/ 100640 h 142822"/>
                    <a:gd name="connsiteX3" fmla="*/ 131 w 595959"/>
                    <a:gd name="connsiteY3" fmla="*/ 142822 h 142822"/>
                    <a:gd name="connsiteX4" fmla="*/ 124 w 595959"/>
                    <a:gd name="connsiteY4" fmla="*/ 25585 h 142822"/>
                    <a:gd name="connsiteX0" fmla="*/ 124 w 595959"/>
                    <a:gd name="connsiteY0" fmla="*/ 25585 h 142822"/>
                    <a:gd name="connsiteX1" fmla="*/ 595828 w 595959"/>
                    <a:gd name="connsiteY1" fmla="*/ 3093 h 142822"/>
                    <a:gd name="connsiteX2" fmla="*/ 595830 w 595959"/>
                    <a:gd name="connsiteY2" fmla="*/ 100640 h 142822"/>
                    <a:gd name="connsiteX3" fmla="*/ 131 w 595959"/>
                    <a:gd name="connsiteY3" fmla="*/ 142822 h 142822"/>
                    <a:gd name="connsiteX4" fmla="*/ 124 w 595959"/>
                    <a:gd name="connsiteY4" fmla="*/ 25585 h 142822"/>
                    <a:gd name="connsiteX0" fmla="*/ 124 w 595959"/>
                    <a:gd name="connsiteY0" fmla="*/ 26512 h 143749"/>
                    <a:gd name="connsiteX1" fmla="*/ 595828 w 595959"/>
                    <a:gd name="connsiteY1" fmla="*/ 4020 h 143749"/>
                    <a:gd name="connsiteX2" fmla="*/ 595830 w 595959"/>
                    <a:gd name="connsiteY2" fmla="*/ 101567 h 143749"/>
                    <a:gd name="connsiteX3" fmla="*/ 131 w 595959"/>
                    <a:gd name="connsiteY3" fmla="*/ 143749 h 143749"/>
                    <a:gd name="connsiteX4" fmla="*/ 124 w 595959"/>
                    <a:gd name="connsiteY4" fmla="*/ 26512 h 143749"/>
                    <a:gd name="connsiteX0" fmla="*/ 124 w 595959"/>
                    <a:gd name="connsiteY0" fmla="*/ 26512 h 143749"/>
                    <a:gd name="connsiteX1" fmla="*/ 595828 w 595959"/>
                    <a:gd name="connsiteY1" fmla="*/ 4020 h 143749"/>
                    <a:gd name="connsiteX2" fmla="*/ 595830 w 595959"/>
                    <a:gd name="connsiteY2" fmla="*/ 101567 h 143749"/>
                    <a:gd name="connsiteX3" fmla="*/ 131 w 595959"/>
                    <a:gd name="connsiteY3" fmla="*/ 143749 h 143749"/>
                    <a:gd name="connsiteX4" fmla="*/ 124 w 595959"/>
                    <a:gd name="connsiteY4" fmla="*/ 26512 h 143749"/>
                    <a:gd name="connsiteX0" fmla="*/ 124 w 595959"/>
                    <a:gd name="connsiteY0" fmla="*/ 28496 h 145733"/>
                    <a:gd name="connsiteX1" fmla="*/ 595828 w 595959"/>
                    <a:gd name="connsiteY1" fmla="*/ 6004 h 145733"/>
                    <a:gd name="connsiteX2" fmla="*/ 595830 w 595959"/>
                    <a:gd name="connsiteY2" fmla="*/ 103551 h 145733"/>
                    <a:gd name="connsiteX3" fmla="*/ 131 w 595959"/>
                    <a:gd name="connsiteY3" fmla="*/ 145733 h 145733"/>
                    <a:gd name="connsiteX4" fmla="*/ 124 w 595959"/>
                    <a:gd name="connsiteY4" fmla="*/ 28496 h 145733"/>
                    <a:gd name="connsiteX0" fmla="*/ 124 w 595959"/>
                    <a:gd name="connsiteY0" fmla="*/ 40766 h 158003"/>
                    <a:gd name="connsiteX1" fmla="*/ 595828 w 595959"/>
                    <a:gd name="connsiteY1" fmla="*/ 0 h 158003"/>
                    <a:gd name="connsiteX2" fmla="*/ 595830 w 595959"/>
                    <a:gd name="connsiteY2" fmla="*/ 115821 h 158003"/>
                    <a:gd name="connsiteX3" fmla="*/ 131 w 595959"/>
                    <a:gd name="connsiteY3" fmla="*/ 158003 h 158003"/>
                    <a:gd name="connsiteX4" fmla="*/ 124 w 595959"/>
                    <a:gd name="connsiteY4" fmla="*/ 40766 h 158003"/>
                    <a:gd name="connsiteX0" fmla="*/ 124 w 595959"/>
                    <a:gd name="connsiteY0" fmla="*/ 40766 h 158003"/>
                    <a:gd name="connsiteX1" fmla="*/ 595828 w 595959"/>
                    <a:gd name="connsiteY1" fmla="*/ 0 h 158003"/>
                    <a:gd name="connsiteX2" fmla="*/ 595830 w 595959"/>
                    <a:gd name="connsiteY2" fmla="*/ 115821 h 158003"/>
                    <a:gd name="connsiteX3" fmla="*/ 131 w 595959"/>
                    <a:gd name="connsiteY3" fmla="*/ 158003 h 158003"/>
                    <a:gd name="connsiteX4" fmla="*/ 124 w 595959"/>
                    <a:gd name="connsiteY4" fmla="*/ 40766 h 158003"/>
                    <a:gd name="connsiteX0" fmla="*/ 124 w 595959"/>
                    <a:gd name="connsiteY0" fmla="*/ 40766 h 158003"/>
                    <a:gd name="connsiteX1" fmla="*/ 595828 w 595959"/>
                    <a:gd name="connsiteY1" fmla="*/ 0 h 158003"/>
                    <a:gd name="connsiteX2" fmla="*/ 595830 w 595959"/>
                    <a:gd name="connsiteY2" fmla="*/ 115821 h 158003"/>
                    <a:gd name="connsiteX3" fmla="*/ 131 w 595959"/>
                    <a:gd name="connsiteY3" fmla="*/ 158003 h 158003"/>
                    <a:gd name="connsiteX4" fmla="*/ 124 w 595959"/>
                    <a:gd name="connsiteY4" fmla="*/ 40766 h 158003"/>
                    <a:gd name="connsiteX0" fmla="*/ 124 w 595959"/>
                    <a:gd name="connsiteY0" fmla="*/ 40766 h 158003"/>
                    <a:gd name="connsiteX1" fmla="*/ 595828 w 595959"/>
                    <a:gd name="connsiteY1" fmla="*/ 0 h 158003"/>
                    <a:gd name="connsiteX2" fmla="*/ 595830 w 595959"/>
                    <a:gd name="connsiteY2" fmla="*/ 115821 h 158003"/>
                    <a:gd name="connsiteX3" fmla="*/ 131 w 595959"/>
                    <a:gd name="connsiteY3" fmla="*/ 158003 h 158003"/>
                    <a:gd name="connsiteX4" fmla="*/ 124 w 595959"/>
                    <a:gd name="connsiteY4" fmla="*/ 40766 h 158003"/>
                    <a:gd name="connsiteX0" fmla="*/ 124 w 595959"/>
                    <a:gd name="connsiteY0" fmla="*/ 40766 h 158003"/>
                    <a:gd name="connsiteX1" fmla="*/ 595828 w 595959"/>
                    <a:gd name="connsiteY1" fmla="*/ 0 h 158003"/>
                    <a:gd name="connsiteX2" fmla="*/ 595830 w 595959"/>
                    <a:gd name="connsiteY2" fmla="*/ 115821 h 158003"/>
                    <a:gd name="connsiteX3" fmla="*/ 131 w 595959"/>
                    <a:gd name="connsiteY3" fmla="*/ 158003 h 158003"/>
                    <a:gd name="connsiteX4" fmla="*/ 124 w 595959"/>
                    <a:gd name="connsiteY4" fmla="*/ 40766 h 158003"/>
                    <a:gd name="connsiteX0" fmla="*/ 124 w 595959"/>
                    <a:gd name="connsiteY0" fmla="*/ 40766 h 158003"/>
                    <a:gd name="connsiteX1" fmla="*/ 595828 w 595959"/>
                    <a:gd name="connsiteY1" fmla="*/ 0 h 158003"/>
                    <a:gd name="connsiteX2" fmla="*/ 595830 w 595959"/>
                    <a:gd name="connsiteY2" fmla="*/ 115821 h 158003"/>
                    <a:gd name="connsiteX3" fmla="*/ 131 w 595959"/>
                    <a:gd name="connsiteY3" fmla="*/ 158003 h 158003"/>
                    <a:gd name="connsiteX4" fmla="*/ 124 w 595959"/>
                    <a:gd name="connsiteY4" fmla="*/ 40766 h 158003"/>
                    <a:gd name="connsiteX0" fmla="*/ 124 w 595959"/>
                    <a:gd name="connsiteY0" fmla="*/ 40766 h 158003"/>
                    <a:gd name="connsiteX1" fmla="*/ 595828 w 595959"/>
                    <a:gd name="connsiteY1" fmla="*/ 0 h 158003"/>
                    <a:gd name="connsiteX2" fmla="*/ 595830 w 595959"/>
                    <a:gd name="connsiteY2" fmla="*/ 115821 h 158003"/>
                    <a:gd name="connsiteX3" fmla="*/ 131 w 595959"/>
                    <a:gd name="connsiteY3" fmla="*/ 158003 h 158003"/>
                    <a:gd name="connsiteX4" fmla="*/ 124 w 595959"/>
                    <a:gd name="connsiteY4" fmla="*/ 40766 h 158003"/>
                    <a:gd name="connsiteX0" fmla="*/ 124 w 595959"/>
                    <a:gd name="connsiteY0" fmla="*/ 40766 h 158003"/>
                    <a:gd name="connsiteX1" fmla="*/ 595828 w 595959"/>
                    <a:gd name="connsiteY1" fmla="*/ 0 h 158003"/>
                    <a:gd name="connsiteX2" fmla="*/ 595830 w 595959"/>
                    <a:gd name="connsiteY2" fmla="*/ 115821 h 158003"/>
                    <a:gd name="connsiteX3" fmla="*/ 131 w 595959"/>
                    <a:gd name="connsiteY3" fmla="*/ 158003 h 158003"/>
                    <a:gd name="connsiteX4" fmla="*/ 124 w 595959"/>
                    <a:gd name="connsiteY4" fmla="*/ 40766 h 158003"/>
                    <a:gd name="connsiteX0" fmla="*/ 124 w 595959"/>
                    <a:gd name="connsiteY0" fmla="*/ 40766 h 158003"/>
                    <a:gd name="connsiteX1" fmla="*/ 595828 w 595959"/>
                    <a:gd name="connsiteY1" fmla="*/ 0 h 158003"/>
                    <a:gd name="connsiteX2" fmla="*/ 595830 w 595959"/>
                    <a:gd name="connsiteY2" fmla="*/ 115821 h 158003"/>
                    <a:gd name="connsiteX3" fmla="*/ 131 w 595959"/>
                    <a:gd name="connsiteY3" fmla="*/ 158003 h 158003"/>
                    <a:gd name="connsiteX4" fmla="*/ 124 w 595959"/>
                    <a:gd name="connsiteY4" fmla="*/ 40766 h 158003"/>
                    <a:gd name="connsiteX0" fmla="*/ 124 w 595856"/>
                    <a:gd name="connsiteY0" fmla="*/ 41841 h 159078"/>
                    <a:gd name="connsiteX1" fmla="*/ 591261 w 595856"/>
                    <a:gd name="connsiteY1" fmla="*/ 0 h 159078"/>
                    <a:gd name="connsiteX2" fmla="*/ 595830 w 595856"/>
                    <a:gd name="connsiteY2" fmla="*/ 116896 h 159078"/>
                    <a:gd name="connsiteX3" fmla="*/ 131 w 595856"/>
                    <a:gd name="connsiteY3" fmla="*/ 159078 h 159078"/>
                    <a:gd name="connsiteX4" fmla="*/ 124 w 595856"/>
                    <a:gd name="connsiteY4" fmla="*/ 41841 h 159078"/>
                    <a:gd name="connsiteX0" fmla="*/ 124 w 595959"/>
                    <a:gd name="connsiteY0" fmla="*/ 41841 h 159078"/>
                    <a:gd name="connsiteX1" fmla="*/ 595828 w 595959"/>
                    <a:gd name="connsiteY1" fmla="*/ 0 h 159078"/>
                    <a:gd name="connsiteX2" fmla="*/ 595830 w 595959"/>
                    <a:gd name="connsiteY2" fmla="*/ 116896 h 159078"/>
                    <a:gd name="connsiteX3" fmla="*/ 131 w 595959"/>
                    <a:gd name="connsiteY3" fmla="*/ 159078 h 159078"/>
                    <a:gd name="connsiteX4" fmla="*/ 124 w 595959"/>
                    <a:gd name="connsiteY4" fmla="*/ 41841 h 159078"/>
                    <a:gd name="connsiteX0" fmla="*/ 124 w 597349"/>
                    <a:gd name="connsiteY0" fmla="*/ 42378 h 159615"/>
                    <a:gd name="connsiteX1" fmla="*/ 597349 w 597349"/>
                    <a:gd name="connsiteY1" fmla="*/ 0 h 159615"/>
                    <a:gd name="connsiteX2" fmla="*/ 595830 w 597349"/>
                    <a:gd name="connsiteY2" fmla="*/ 117433 h 159615"/>
                    <a:gd name="connsiteX3" fmla="*/ 131 w 597349"/>
                    <a:gd name="connsiteY3" fmla="*/ 159615 h 159615"/>
                    <a:gd name="connsiteX4" fmla="*/ 124 w 597349"/>
                    <a:gd name="connsiteY4" fmla="*/ 42378 h 159615"/>
                    <a:gd name="connsiteX0" fmla="*/ 124 w 600443"/>
                    <a:gd name="connsiteY0" fmla="*/ 42378 h 159615"/>
                    <a:gd name="connsiteX1" fmla="*/ 597349 w 600443"/>
                    <a:gd name="connsiteY1" fmla="*/ 0 h 159615"/>
                    <a:gd name="connsiteX2" fmla="*/ 600408 w 600443"/>
                    <a:gd name="connsiteY2" fmla="*/ 117433 h 159615"/>
                    <a:gd name="connsiteX3" fmla="*/ 131 w 600443"/>
                    <a:gd name="connsiteY3" fmla="*/ 159615 h 159615"/>
                    <a:gd name="connsiteX4" fmla="*/ 124 w 600443"/>
                    <a:gd name="connsiteY4" fmla="*/ 42378 h 159615"/>
                    <a:gd name="connsiteX0" fmla="*/ 124 w 600537"/>
                    <a:gd name="connsiteY0" fmla="*/ 42378 h 159615"/>
                    <a:gd name="connsiteX1" fmla="*/ 600401 w 600537"/>
                    <a:gd name="connsiteY1" fmla="*/ 0 h 159615"/>
                    <a:gd name="connsiteX2" fmla="*/ 600408 w 600537"/>
                    <a:gd name="connsiteY2" fmla="*/ 117433 h 159615"/>
                    <a:gd name="connsiteX3" fmla="*/ 131 w 600537"/>
                    <a:gd name="connsiteY3" fmla="*/ 159615 h 159615"/>
                    <a:gd name="connsiteX4" fmla="*/ 124 w 600537"/>
                    <a:gd name="connsiteY4" fmla="*/ 42378 h 15961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00537" h="159615">
                      <a:moveTo>
                        <a:pt x="124" y="42378"/>
                      </a:moveTo>
                      <a:cubicBezTo>
                        <a:pt x="296414" y="-50243"/>
                        <a:pt x="418111" y="75773"/>
                        <a:pt x="600401" y="0"/>
                      </a:cubicBezTo>
                      <a:cubicBezTo>
                        <a:pt x="599951" y="33260"/>
                        <a:pt x="600858" y="84173"/>
                        <a:pt x="600408" y="117433"/>
                      </a:cubicBezTo>
                      <a:cubicBezTo>
                        <a:pt x="395490" y="192726"/>
                        <a:pt x="285331" y="62551"/>
                        <a:pt x="131" y="159615"/>
                      </a:cubicBezTo>
                      <a:cubicBezTo>
                        <a:pt x="-323" y="114566"/>
                        <a:pt x="578" y="87427"/>
                        <a:pt x="124" y="42378"/>
                      </a:cubicBezTo>
                      <a:close/>
                    </a:path>
                  </a:pathLst>
                </a:custGeom>
                <a:solidFill>
                  <a:schemeClr val="accent2">
                    <a:lumMod val="40000"/>
                    <a:lumOff val="60000"/>
                  </a:schemeClr>
                </a:solidFill>
                <a:ln w="1270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818" name="矩形 1174">
                  <a:extLst>
                    <a:ext uri="{FF2B5EF4-FFF2-40B4-BE49-F238E27FC236}">
                      <a16:creationId xmlns:a16="http://schemas.microsoft.com/office/drawing/2014/main" id="{A61DB58C-0733-77B2-6D41-5C73C5105D0A}"/>
                    </a:ext>
                  </a:extLst>
                </p:cNvPr>
                <p:cNvSpPr/>
                <p:nvPr/>
              </p:nvSpPr>
              <p:spPr>
                <a:xfrm rot="10800000">
                  <a:off x="5041541" y="7045652"/>
                  <a:ext cx="618707" cy="139508"/>
                </a:xfrm>
                <a:custGeom>
                  <a:avLst/>
                  <a:gdLst>
                    <a:gd name="connsiteX0" fmla="*/ 0 w 595706"/>
                    <a:gd name="connsiteY0" fmla="*/ 0 h 92965"/>
                    <a:gd name="connsiteX1" fmla="*/ 595706 w 595706"/>
                    <a:gd name="connsiteY1" fmla="*/ 0 h 92965"/>
                    <a:gd name="connsiteX2" fmla="*/ 595706 w 595706"/>
                    <a:gd name="connsiteY2" fmla="*/ 92965 h 92965"/>
                    <a:gd name="connsiteX3" fmla="*/ 0 w 595706"/>
                    <a:gd name="connsiteY3" fmla="*/ 92965 h 92965"/>
                    <a:gd name="connsiteX4" fmla="*/ 0 w 595706"/>
                    <a:gd name="connsiteY4" fmla="*/ 0 h 92965"/>
                    <a:gd name="connsiteX0" fmla="*/ 0 w 595706"/>
                    <a:gd name="connsiteY0" fmla="*/ 0 h 135147"/>
                    <a:gd name="connsiteX1" fmla="*/ 595706 w 595706"/>
                    <a:gd name="connsiteY1" fmla="*/ 0 h 135147"/>
                    <a:gd name="connsiteX2" fmla="*/ 595706 w 595706"/>
                    <a:gd name="connsiteY2" fmla="*/ 92965 h 135147"/>
                    <a:gd name="connsiteX3" fmla="*/ 1361 w 595706"/>
                    <a:gd name="connsiteY3" fmla="*/ 135147 h 135147"/>
                    <a:gd name="connsiteX4" fmla="*/ 0 w 595706"/>
                    <a:gd name="connsiteY4" fmla="*/ 0 h 135147"/>
                    <a:gd name="connsiteX0" fmla="*/ 0 w 595706"/>
                    <a:gd name="connsiteY0" fmla="*/ 0 h 135147"/>
                    <a:gd name="connsiteX1" fmla="*/ 595706 w 595706"/>
                    <a:gd name="connsiteY1" fmla="*/ 0 h 135147"/>
                    <a:gd name="connsiteX2" fmla="*/ 595706 w 595706"/>
                    <a:gd name="connsiteY2" fmla="*/ 92965 h 135147"/>
                    <a:gd name="connsiteX3" fmla="*/ 1361 w 595706"/>
                    <a:gd name="connsiteY3" fmla="*/ 135147 h 135147"/>
                    <a:gd name="connsiteX4" fmla="*/ 0 w 595706"/>
                    <a:gd name="connsiteY4" fmla="*/ 0 h 135147"/>
                    <a:gd name="connsiteX0" fmla="*/ 0 w 595706"/>
                    <a:gd name="connsiteY0" fmla="*/ 0 h 135147"/>
                    <a:gd name="connsiteX1" fmla="*/ 595706 w 595706"/>
                    <a:gd name="connsiteY1" fmla="*/ 0 h 135147"/>
                    <a:gd name="connsiteX2" fmla="*/ 595706 w 595706"/>
                    <a:gd name="connsiteY2" fmla="*/ 92965 h 135147"/>
                    <a:gd name="connsiteX3" fmla="*/ 1361 w 595706"/>
                    <a:gd name="connsiteY3" fmla="*/ 135147 h 135147"/>
                    <a:gd name="connsiteX4" fmla="*/ 0 w 595706"/>
                    <a:gd name="connsiteY4" fmla="*/ 0 h 135147"/>
                    <a:gd name="connsiteX0" fmla="*/ 0 w 595706"/>
                    <a:gd name="connsiteY0" fmla="*/ 0 h 135147"/>
                    <a:gd name="connsiteX1" fmla="*/ 595706 w 595706"/>
                    <a:gd name="connsiteY1" fmla="*/ 0 h 135147"/>
                    <a:gd name="connsiteX2" fmla="*/ 595706 w 595706"/>
                    <a:gd name="connsiteY2" fmla="*/ 92965 h 135147"/>
                    <a:gd name="connsiteX3" fmla="*/ 1361 w 595706"/>
                    <a:gd name="connsiteY3" fmla="*/ 135147 h 135147"/>
                    <a:gd name="connsiteX4" fmla="*/ 0 w 595706"/>
                    <a:gd name="connsiteY4" fmla="*/ 0 h 135147"/>
                    <a:gd name="connsiteX0" fmla="*/ 131 w 595837"/>
                    <a:gd name="connsiteY0" fmla="*/ 0 h 148754"/>
                    <a:gd name="connsiteX1" fmla="*/ 595837 w 595837"/>
                    <a:gd name="connsiteY1" fmla="*/ 0 h 148754"/>
                    <a:gd name="connsiteX2" fmla="*/ 595837 w 595837"/>
                    <a:gd name="connsiteY2" fmla="*/ 92965 h 148754"/>
                    <a:gd name="connsiteX3" fmla="*/ 131 w 595837"/>
                    <a:gd name="connsiteY3" fmla="*/ 148754 h 148754"/>
                    <a:gd name="connsiteX4" fmla="*/ 131 w 595837"/>
                    <a:gd name="connsiteY4" fmla="*/ 0 h 148754"/>
                    <a:gd name="connsiteX0" fmla="*/ 131 w 595837"/>
                    <a:gd name="connsiteY0" fmla="*/ 0 h 140590"/>
                    <a:gd name="connsiteX1" fmla="*/ 595837 w 595837"/>
                    <a:gd name="connsiteY1" fmla="*/ 0 h 140590"/>
                    <a:gd name="connsiteX2" fmla="*/ 595837 w 595837"/>
                    <a:gd name="connsiteY2" fmla="*/ 92965 h 140590"/>
                    <a:gd name="connsiteX3" fmla="*/ 131 w 595837"/>
                    <a:gd name="connsiteY3" fmla="*/ 140590 h 140590"/>
                    <a:gd name="connsiteX4" fmla="*/ 131 w 595837"/>
                    <a:gd name="connsiteY4" fmla="*/ 0 h 140590"/>
                    <a:gd name="connsiteX0" fmla="*/ 131 w 595837"/>
                    <a:gd name="connsiteY0" fmla="*/ 0 h 140590"/>
                    <a:gd name="connsiteX1" fmla="*/ 595837 w 595837"/>
                    <a:gd name="connsiteY1" fmla="*/ 0 h 140590"/>
                    <a:gd name="connsiteX2" fmla="*/ 595837 w 595837"/>
                    <a:gd name="connsiteY2" fmla="*/ 92965 h 140590"/>
                    <a:gd name="connsiteX3" fmla="*/ 131 w 595837"/>
                    <a:gd name="connsiteY3" fmla="*/ 140590 h 140590"/>
                    <a:gd name="connsiteX4" fmla="*/ 131 w 595837"/>
                    <a:gd name="connsiteY4" fmla="*/ 0 h 140590"/>
                    <a:gd name="connsiteX0" fmla="*/ 131 w 595837"/>
                    <a:gd name="connsiteY0" fmla="*/ 0 h 140590"/>
                    <a:gd name="connsiteX1" fmla="*/ 595837 w 595837"/>
                    <a:gd name="connsiteY1" fmla="*/ 0 h 140590"/>
                    <a:gd name="connsiteX2" fmla="*/ 595837 w 595837"/>
                    <a:gd name="connsiteY2" fmla="*/ 92965 h 140590"/>
                    <a:gd name="connsiteX3" fmla="*/ 131 w 595837"/>
                    <a:gd name="connsiteY3" fmla="*/ 140590 h 140590"/>
                    <a:gd name="connsiteX4" fmla="*/ 131 w 595837"/>
                    <a:gd name="connsiteY4" fmla="*/ 0 h 140590"/>
                    <a:gd name="connsiteX0" fmla="*/ 131 w 595837"/>
                    <a:gd name="connsiteY0" fmla="*/ 0 h 140590"/>
                    <a:gd name="connsiteX1" fmla="*/ 595837 w 595837"/>
                    <a:gd name="connsiteY1" fmla="*/ 0 h 140590"/>
                    <a:gd name="connsiteX2" fmla="*/ 595837 w 595837"/>
                    <a:gd name="connsiteY2" fmla="*/ 92965 h 140590"/>
                    <a:gd name="connsiteX3" fmla="*/ 131 w 595837"/>
                    <a:gd name="connsiteY3" fmla="*/ 140590 h 140590"/>
                    <a:gd name="connsiteX4" fmla="*/ 131 w 595837"/>
                    <a:gd name="connsiteY4" fmla="*/ 0 h 140590"/>
                    <a:gd name="connsiteX0" fmla="*/ 131 w 595837"/>
                    <a:gd name="connsiteY0" fmla="*/ 0 h 140590"/>
                    <a:gd name="connsiteX1" fmla="*/ 595837 w 595837"/>
                    <a:gd name="connsiteY1" fmla="*/ 0 h 140590"/>
                    <a:gd name="connsiteX2" fmla="*/ 595837 w 595837"/>
                    <a:gd name="connsiteY2" fmla="*/ 92965 h 140590"/>
                    <a:gd name="connsiteX3" fmla="*/ 131 w 595837"/>
                    <a:gd name="connsiteY3" fmla="*/ 140590 h 140590"/>
                    <a:gd name="connsiteX4" fmla="*/ 131 w 595837"/>
                    <a:gd name="connsiteY4" fmla="*/ 0 h 140590"/>
                    <a:gd name="connsiteX0" fmla="*/ 131 w 595837"/>
                    <a:gd name="connsiteY0" fmla="*/ 0 h 156571"/>
                    <a:gd name="connsiteX1" fmla="*/ 595837 w 595837"/>
                    <a:gd name="connsiteY1" fmla="*/ 0 h 156571"/>
                    <a:gd name="connsiteX2" fmla="*/ 594316 w 595837"/>
                    <a:gd name="connsiteY2" fmla="*/ 141984 h 156571"/>
                    <a:gd name="connsiteX3" fmla="*/ 131 w 595837"/>
                    <a:gd name="connsiteY3" fmla="*/ 140590 h 156571"/>
                    <a:gd name="connsiteX4" fmla="*/ 131 w 595837"/>
                    <a:gd name="connsiteY4" fmla="*/ 0 h 156571"/>
                    <a:gd name="connsiteX0" fmla="*/ 1577 w 597283"/>
                    <a:gd name="connsiteY0" fmla="*/ 0 h 271309"/>
                    <a:gd name="connsiteX1" fmla="*/ 597283 w 597283"/>
                    <a:gd name="connsiteY1" fmla="*/ 0 h 271309"/>
                    <a:gd name="connsiteX2" fmla="*/ 595762 w 597283"/>
                    <a:gd name="connsiteY2" fmla="*/ 141984 h 271309"/>
                    <a:gd name="connsiteX3" fmla="*/ 56 w 597283"/>
                    <a:gd name="connsiteY3" fmla="*/ 271309 h 271309"/>
                    <a:gd name="connsiteX4" fmla="*/ 1577 w 597283"/>
                    <a:gd name="connsiteY4" fmla="*/ 0 h 271309"/>
                    <a:gd name="connsiteX0" fmla="*/ 1577 w 597283"/>
                    <a:gd name="connsiteY0" fmla="*/ 0 h 271309"/>
                    <a:gd name="connsiteX1" fmla="*/ 597283 w 597283"/>
                    <a:gd name="connsiteY1" fmla="*/ 0 h 271309"/>
                    <a:gd name="connsiteX2" fmla="*/ 595762 w 597283"/>
                    <a:gd name="connsiteY2" fmla="*/ 141984 h 271309"/>
                    <a:gd name="connsiteX3" fmla="*/ 56 w 597283"/>
                    <a:gd name="connsiteY3" fmla="*/ 271309 h 271309"/>
                    <a:gd name="connsiteX4" fmla="*/ 1577 w 597283"/>
                    <a:gd name="connsiteY4" fmla="*/ 0 h 271309"/>
                    <a:gd name="connsiteX0" fmla="*/ 1577 w 597283"/>
                    <a:gd name="connsiteY0" fmla="*/ 0 h 271309"/>
                    <a:gd name="connsiteX1" fmla="*/ 597283 w 597283"/>
                    <a:gd name="connsiteY1" fmla="*/ 0 h 271309"/>
                    <a:gd name="connsiteX2" fmla="*/ 595762 w 597283"/>
                    <a:gd name="connsiteY2" fmla="*/ 141984 h 271309"/>
                    <a:gd name="connsiteX3" fmla="*/ 56 w 597283"/>
                    <a:gd name="connsiteY3" fmla="*/ 271309 h 271309"/>
                    <a:gd name="connsiteX4" fmla="*/ 1577 w 597283"/>
                    <a:gd name="connsiteY4" fmla="*/ 0 h 271309"/>
                    <a:gd name="connsiteX0" fmla="*/ 1577 w 597283"/>
                    <a:gd name="connsiteY0" fmla="*/ 0 h 271309"/>
                    <a:gd name="connsiteX1" fmla="*/ 597283 w 597283"/>
                    <a:gd name="connsiteY1" fmla="*/ 0 h 271309"/>
                    <a:gd name="connsiteX2" fmla="*/ 595762 w 597283"/>
                    <a:gd name="connsiteY2" fmla="*/ 141984 h 271309"/>
                    <a:gd name="connsiteX3" fmla="*/ 56 w 597283"/>
                    <a:gd name="connsiteY3" fmla="*/ 271309 h 271309"/>
                    <a:gd name="connsiteX4" fmla="*/ 1577 w 597283"/>
                    <a:gd name="connsiteY4" fmla="*/ 0 h 271309"/>
                    <a:gd name="connsiteX0" fmla="*/ 1577 w 597283"/>
                    <a:gd name="connsiteY0" fmla="*/ 0 h 271309"/>
                    <a:gd name="connsiteX1" fmla="*/ 597283 w 597283"/>
                    <a:gd name="connsiteY1" fmla="*/ 0 h 271309"/>
                    <a:gd name="connsiteX2" fmla="*/ 595762 w 597283"/>
                    <a:gd name="connsiteY2" fmla="*/ 141984 h 271309"/>
                    <a:gd name="connsiteX3" fmla="*/ 56 w 597283"/>
                    <a:gd name="connsiteY3" fmla="*/ 271309 h 271309"/>
                    <a:gd name="connsiteX4" fmla="*/ 1577 w 597283"/>
                    <a:gd name="connsiteY4" fmla="*/ 0 h 271309"/>
                    <a:gd name="connsiteX0" fmla="*/ 0 w 600949"/>
                    <a:gd name="connsiteY0" fmla="*/ 0 h 271309"/>
                    <a:gd name="connsiteX1" fmla="*/ 600949 w 600949"/>
                    <a:gd name="connsiteY1" fmla="*/ 0 h 271309"/>
                    <a:gd name="connsiteX2" fmla="*/ 599428 w 600949"/>
                    <a:gd name="connsiteY2" fmla="*/ 141984 h 271309"/>
                    <a:gd name="connsiteX3" fmla="*/ 3722 w 600949"/>
                    <a:gd name="connsiteY3" fmla="*/ 271309 h 271309"/>
                    <a:gd name="connsiteX4" fmla="*/ 0 w 600949"/>
                    <a:gd name="connsiteY4" fmla="*/ 0 h 271309"/>
                    <a:gd name="connsiteX0" fmla="*/ 0 w 599639"/>
                    <a:gd name="connsiteY0" fmla="*/ 0 h 271309"/>
                    <a:gd name="connsiteX1" fmla="*/ 599639 w 599639"/>
                    <a:gd name="connsiteY1" fmla="*/ 0 h 271309"/>
                    <a:gd name="connsiteX2" fmla="*/ 599428 w 599639"/>
                    <a:gd name="connsiteY2" fmla="*/ 141984 h 271309"/>
                    <a:gd name="connsiteX3" fmla="*/ 3722 w 599639"/>
                    <a:gd name="connsiteY3" fmla="*/ 271309 h 271309"/>
                    <a:gd name="connsiteX4" fmla="*/ 0 w 599639"/>
                    <a:gd name="connsiteY4" fmla="*/ 0 h 271309"/>
                    <a:gd name="connsiteX0" fmla="*/ 0 w 597018"/>
                    <a:gd name="connsiteY0" fmla="*/ 0 h 271309"/>
                    <a:gd name="connsiteX1" fmla="*/ 597018 w 597018"/>
                    <a:gd name="connsiteY1" fmla="*/ 0 h 271309"/>
                    <a:gd name="connsiteX2" fmla="*/ 596807 w 597018"/>
                    <a:gd name="connsiteY2" fmla="*/ 141984 h 271309"/>
                    <a:gd name="connsiteX3" fmla="*/ 1101 w 597018"/>
                    <a:gd name="connsiteY3" fmla="*/ 271309 h 271309"/>
                    <a:gd name="connsiteX4" fmla="*/ 0 w 597018"/>
                    <a:gd name="connsiteY4" fmla="*/ 0 h 271309"/>
                    <a:gd name="connsiteX0" fmla="*/ 0 w 596807"/>
                    <a:gd name="connsiteY0" fmla="*/ 0 h 271309"/>
                    <a:gd name="connsiteX1" fmla="*/ 591775 w 596807"/>
                    <a:gd name="connsiteY1" fmla="*/ 0 h 271309"/>
                    <a:gd name="connsiteX2" fmla="*/ 596807 w 596807"/>
                    <a:gd name="connsiteY2" fmla="*/ 141984 h 271309"/>
                    <a:gd name="connsiteX3" fmla="*/ 1101 w 596807"/>
                    <a:gd name="connsiteY3" fmla="*/ 271309 h 271309"/>
                    <a:gd name="connsiteX4" fmla="*/ 0 w 596807"/>
                    <a:gd name="connsiteY4" fmla="*/ 0 h 271309"/>
                    <a:gd name="connsiteX0" fmla="*/ 0 w 596807"/>
                    <a:gd name="connsiteY0" fmla="*/ 0 h 271309"/>
                    <a:gd name="connsiteX1" fmla="*/ 595708 w 596807"/>
                    <a:gd name="connsiteY1" fmla="*/ 0 h 271309"/>
                    <a:gd name="connsiteX2" fmla="*/ 596807 w 596807"/>
                    <a:gd name="connsiteY2" fmla="*/ 141984 h 271309"/>
                    <a:gd name="connsiteX3" fmla="*/ 1101 w 596807"/>
                    <a:gd name="connsiteY3" fmla="*/ 271309 h 271309"/>
                    <a:gd name="connsiteX4" fmla="*/ 0 w 596807"/>
                    <a:gd name="connsiteY4" fmla="*/ 0 h 271309"/>
                    <a:gd name="connsiteX0" fmla="*/ 0 w 595708"/>
                    <a:gd name="connsiteY0" fmla="*/ 0 h 271309"/>
                    <a:gd name="connsiteX1" fmla="*/ 595708 w 595708"/>
                    <a:gd name="connsiteY1" fmla="*/ 0 h 271309"/>
                    <a:gd name="connsiteX2" fmla="*/ 594186 w 595708"/>
                    <a:gd name="connsiteY2" fmla="*/ 141985 h 271309"/>
                    <a:gd name="connsiteX3" fmla="*/ 1101 w 595708"/>
                    <a:gd name="connsiteY3" fmla="*/ 271309 h 271309"/>
                    <a:gd name="connsiteX4" fmla="*/ 0 w 595708"/>
                    <a:gd name="connsiteY4" fmla="*/ 0 h 271309"/>
                    <a:gd name="connsiteX0" fmla="*/ 0 w 596439"/>
                    <a:gd name="connsiteY0" fmla="*/ 109083 h 380392"/>
                    <a:gd name="connsiteX1" fmla="*/ 595708 w 596439"/>
                    <a:gd name="connsiteY1" fmla="*/ 109083 h 380392"/>
                    <a:gd name="connsiteX2" fmla="*/ 594186 w 596439"/>
                    <a:gd name="connsiteY2" fmla="*/ 251068 h 380392"/>
                    <a:gd name="connsiteX3" fmla="*/ 1101 w 596439"/>
                    <a:gd name="connsiteY3" fmla="*/ 380392 h 380392"/>
                    <a:gd name="connsiteX4" fmla="*/ 0 w 596439"/>
                    <a:gd name="connsiteY4" fmla="*/ 109083 h 380392"/>
                    <a:gd name="connsiteX0" fmla="*/ 0 w 595708"/>
                    <a:gd name="connsiteY0" fmla="*/ 0 h 271309"/>
                    <a:gd name="connsiteX1" fmla="*/ 595708 w 595708"/>
                    <a:gd name="connsiteY1" fmla="*/ 0 h 271309"/>
                    <a:gd name="connsiteX2" fmla="*/ 594186 w 595708"/>
                    <a:gd name="connsiteY2" fmla="*/ 141985 h 271309"/>
                    <a:gd name="connsiteX3" fmla="*/ 1101 w 595708"/>
                    <a:gd name="connsiteY3" fmla="*/ 271309 h 271309"/>
                    <a:gd name="connsiteX4" fmla="*/ 0 w 595708"/>
                    <a:gd name="connsiteY4" fmla="*/ 0 h 271309"/>
                    <a:gd name="connsiteX0" fmla="*/ 0 w 596808"/>
                    <a:gd name="connsiteY0" fmla="*/ 0 h 271309"/>
                    <a:gd name="connsiteX1" fmla="*/ 595708 w 596808"/>
                    <a:gd name="connsiteY1" fmla="*/ 0 h 271309"/>
                    <a:gd name="connsiteX2" fmla="*/ 596808 w 596808"/>
                    <a:gd name="connsiteY2" fmla="*/ 141985 h 271309"/>
                    <a:gd name="connsiteX3" fmla="*/ 1101 w 596808"/>
                    <a:gd name="connsiteY3" fmla="*/ 271309 h 271309"/>
                    <a:gd name="connsiteX4" fmla="*/ 0 w 596808"/>
                    <a:gd name="connsiteY4" fmla="*/ 0 h 271309"/>
                    <a:gd name="connsiteX0" fmla="*/ 0 w 596808"/>
                    <a:gd name="connsiteY0" fmla="*/ 0 h 271309"/>
                    <a:gd name="connsiteX1" fmla="*/ 595708 w 596808"/>
                    <a:gd name="connsiteY1" fmla="*/ 0 h 271309"/>
                    <a:gd name="connsiteX2" fmla="*/ 596808 w 596808"/>
                    <a:gd name="connsiteY2" fmla="*/ 141985 h 271309"/>
                    <a:gd name="connsiteX3" fmla="*/ 1101 w 596808"/>
                    <a:gd name="connsiteY3" fmla="*/ 271309 h 271309"/>
                    <a:gd name="connsiteX4" fmla="*/ 0 w 596808"/>
                    <a:gd name="connsiteY4" fmla="*/ 0 h 271309"/>
                    <a:gd name="connsiteX0" fmla="*/ 0 w 596808"/>
                    <a:gd name="connsiteY0" fmla="*/ 0 h 271309"/>
                    <a:gd name="connsiteX1" fmla="*/ 595708 w 596808"/>
                    <a:gd name="connsiteY1" fmla="*/ 0 h 271309"/>
                    <a:gd name="connsiteX2" fmla="*/ 596808 w 596808"/>
                    <a:gd name="connsiteY2" fmla="*/ 141985 h 271309"/>
                    <a:gd name="connsiteX3" fmla="*/ 1101 w 596808"/>
                    <a:gd name="connsiteY3" fmla="*/ 271309 h 271309"/>
                    <a:gd name="connsiteX4" fmla="*/ 0 w 596808"/>
                    <a:gd name="connsiteY4" fmla="*/ 0 h 271309"/>
                    <a:gd name="connsiteX0" fmla="*/ 0 w 595708"/>
                    <a:gd name="connsiteY0" fmla="*/ 0 h 271309"/>
                    <a:gd name="connsiteX1" fmla="*/ 595708 w 595708"/>
                    <a:gd name="connsiteY1" fmla="*/ 0 h 271309"/>
                    <a:gd name="connsiteX2" fmla="*/ 594186 w 595708"/>
                    <a:gd name="connsiteY2" fmla="*/ 141985 h 271309"/>
                    <a:gd name="connsiteX3" fmla="*/ 1101 w 595708"/>
                    <a:gd name="connsiteY3" fmla="*/ 271309 h 271309"/>
                    <a:gd name="connsiteX4" fmla="*/ 0 w 595708"/>
                    <a:gd name="connsiteY4" fmla="*/ 0 h 271309"/>
                    <a:gd name="connsiteX0" fmla="*/ 0 w 595708"/>
                    <a:gd name="connsiteY0" fmla="*/ 0 h 271309"/>
                    <a:gd name="connsiteX1" fmla="*/ 595708 w 595708"/>
                    <a:gd name="connsiteY1" fmla="*/ 0 h 271309"/>
                    <a:gd name="connsiteX2" fmla="*/ 594186 w 595708"/>
                    <a:gd name="connsiteY2" fmla="*/ 141985 h 271309"/>
                    <a:gd name="connsiteX3" fmla="*/ 1101 w 595708"/>
                    <a:gd name="connsiteY3" fmla="*/ 271309 h 271309"/>
                    <a:gd name="connsiteX4" fmla="*/ 0 w 595708"/>
                    <a:gd name="connsiteY4" fmla="*/ 0 h 271309"/>
                    <a:gd name="connsiteX0" fmla="*/ 0 w 595936"/>
                    <a:gd name="connsiteY0" fmla="*/ 0 h 271309"/>
                    <a:gd name="connsiteX1" fmla="*/ 595708 w 595936"/>
                    <a:gd name="connsiteY1" fmla="*/ 0 h 271309"/>
                    <a:gd name="connsiteX2" fmla="*/ 594186 w 595936"/>
                    <a:gd name="connsiteY2" fmla="*/ 141985 h 271309"/>
                    <a:gd name="connsiteX3" fmla="*/ 1101 w 595936"/>
                    <a:gd name="connsiteY3" fmla="*/ 271309 h 271309"/>
                    <a:gd name="connsiteX4" fmla="*/ 0 w 595936"/>
                    <a:gd name="connsiteY4" fmla="*/ 0 h 271309"/>
                    <a:gd name="connsiteX0" fmla="*/ 319 w 596255"/>
                    <a:gd name="connsiteY0" fmla="*/ 0 h 271309"/>
                    <a:gd name="connsiteX1" fmla="*/ 596027 w 596255"/>
                    <a:gd name="connsiteY1" fmla="*/ 0 h 271309"/>
                    <a:gd name="connsiteX2" fmla="*/ 594505 w 596255"/>
                    <a:gd name="connsiteY2" fmla="*/ 141985 h 271309"/>
                    <a:gd name="connsiteX3" fmla="*/ 110 w 596255"/>
                    <a:gd name="connsiteY3" fmla="*/ 271309 h 271309"/>
                    <a:gd name="connsiteX4" fmla="*/ 319 w 596255"/>
                    <a:gd name="connsiteY4" fmla="*/ 0 h 271309"/>
                    <a:gd name="connsiteX0" fmla="*/ 0 w 595936"/>
                    <a:gd name="connsiteY0" fmla="*/ 0 h 271309"/>
                    <a:gd name="connsiteX1" fmla="*/ 595708 w 595936"/>
                    <a:gd name="connsiteY1" fmla="*/ 0 h 271309"/>
                    <a:gd name="connsiteX2" fmla="*/ 594186 w 595936"/>
                    <a:gd name="connsiteY2" fmla="*/ 141985 h 271309"/>
                    <a:gd name="connsiteX3" fmla="*/ 1101 w 595936"/>
                    <a:gd name="connsiteY3" fmla="*/ 271309 h 271309"/>
                    <a:gd name="connsiteX4" fmla="*/ 0 w 595936"/>
                    <a:gd name="connsiteY4" fmla="*/ 0 h 2713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95936" h="271309">
                      <a:moveTo>
                        <a:pt x="0" y="0"/>
                      </a:moveTo>
                      <a:lnTo>
                        <a:pt x="595708" y="0"/>
                      </a:lnTo>
                      <a:cubicBezTo>
                        <a:pt x="595708" y="30988"/>
                        <a:pt x="596806" y="39550"/>
                        <a:pt x="594186" y="141985"/>
                      </a:cubicBezTo>
                      <a:cubicBezTo>
                        <a:pt x="404809" y="352086"/>
                        <a:pt x="341643" y="22672"/>
                        <a:pt x="1101" y="271309"/>
                      </a:cubicBezTo>
                      <a:cubicBezTo>
                        <a:pt x="647" y="226260"/>
                        <a:pt x="454" y="45049"/>
                        <a:pt x="0" y="0"/>
                      </a:cubicBezTo>
                      <a:close/>
                    </a:path>
                  </a:pathLst>
                </a:custGeom>
                <a:solidFill>
                  <a:schemeClr val="accent6">
                    <a:lumMod val="20000"/>
                    <a:lumOff val="80000"/>
                  </a:schemeClr>
                </a:solidFill>
                <a:ln w="1270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819" name="矩形 1174">
                  <a:extLst>
                    <a:ext uri="{FF2B5EF4-FFF2-40B4-BE49-F238E27FC236}">
                      <a16:creationId xmlns:a16="http://schemas.microsoft.com/office/drawing/2014/main" id="{9B1EBA7C-A0DF-F30A-763F-AFEBB25FBB11}"/>
                    </a:ext>
                  </a:extLst>
                </p:cNvPr>
                <p:cNvSpPr/>
                <p:nvPr/>
              </p:nvSpPr>
              <p:spPr>
                <a:xfrm rot="10800000">
                  <a:off x="5041542" y="6594252"/>
                  <a:ext cx="618706" cy="226680"/>
                </a:xfrm>
                <a:custGeom>
                  <a:avLst/>
                  <a:gdLst>
                    <a:gd name="connsiteX0" fmla="*/ 0 w 595706"/>
                    <a:gd name="connsiteY0" fmla="*/ 0 h 92965"/>
                    <a:gd name="connsiteX1" fmla="*/ 595706 w 595706"/>
                    <a:gd name="connsiteY1" fmla="*/ 0 h 92965"/>
                    <a:gd name="connsiteX2" fmla="*/ 595706 w 595706"/>
                    <a:gd name="connsiteY2" fmla="*/ 92965 h 92965"/>
                    <a:gd name="connsiteX3" fmla="*/ 0 w 595706"/>
                    <a:gd name="connsiteY3" fmla="*/ 92965 h 92965"/>
                    <a:gd name="connsiteX4" fmla="*/ 0 w 595706"/>
                    <a:gd name="connsiteY4" fmla="*/ 0 h 92965"/>
                    <a:gd name="connsiteX0" fmla="*/ 0 w 595706"/>
                    <a:gd name="connsiteY0" fmla="*/ 0 h 135147"/>
                    <a:gd name="connsiteX1" fmla="*/ 595706 w 595706"/>
                    <a:gd name="connsiteY1" fmla="*/ 0 h 135147"/>
                    <a:gd name="connsiteX2" fmla="*/ 595706 w 595706"/>
                    <a:gd name="connsiteY2" fmla="*/ 92965 h 135147"/>
                    <a:gd name="connsiteX3" fmla="*/ 1361 w 595706"/>
                    <a:gd name="connsiteY3" fmla="*/ 135147 h 135147"/>
                    <a:gd name="connsiteX4" fmla="*/ 0 w 595706"/>
                    <a:gd name="connsiteY4" fmla="*/ 0 h 135147"/>
                    <a:gd name="connsiteX0" fmla="*/ 0 w 595706"/>
                    <a:gd name="connsiteY0" fmla="*/ 0 h 135147"/>
                    <a:gd name="connsiteX1" fmla="*/ 595706 w 595706"/>
                    <a:gd name="connsiteY1" fmla="*/ 0 h 135147"/>
                    <a:gd name="connsiteX2" fmla="*/ 595706 w 595706"/>
                    <a:gd name="connsiteY2" fmla="*/ 92965 h 135147"/>
                    <a:gd name="connsiteX3" fmla="*/ 1361 w 595706"/>
                    <a:gd name="connsiteY3" fmla="*/ 135147 h 135147"/>
                    <a:gd name="connsiteX4" fmla="*/ 0 w 595706"/>
                    <a:gd name="connsiteY4" fmla="*/ 0 h 135147"/>
                    <a:gd name="connsiteX0" fmla="*/ 0 w 595706"/>
                    <a:gd name="connsiteY0" fmla="*/ 0 h 135147"/>
                    <a:gd name="connsiteX1" fmla="*/ 595706 w 595706"/>
                    <a:gd name="connsiteY1" fmla="*/ 0 h 135147"/>
                    <a:gd name="connsiteX2" fmla="*/ 595706 w 595706"/>
                    <a:gd name="connsiteY2" fmla="*/ 92965 h 135147"/>
                    <a:gd name="connsiteX3" fmla="*/ 1361 w 595706"/>
                    <a:gd name="connsiteY3" fmla="*/ 135147 h 135147"/>
                    <a:gd name="connsiteX4" fmla="*/ 0 w 595706"/>
                    <a:gd name="connsiteY4" fmla="*/ 0 h 135147"/>
                    <a:gd name="connsiteX0" fmla="*/ 0 w 595706"/>
                    <a:gd name="connsiteY0" fmla="*/ 0 h 135147"/>
                    <a:gd name="connsiteX1" fmla="*/ 595706 w 595706"/>
                    <a:gd name="connsiteY1" fmla="*/ 0 h 135147"/>
                    <a:gd name="connsiteX2" fmla="*/ 595706 w 595706"/>
                    <a:gd name="connsiteY2" fmla="*/ 92965 h 135147"/>
                    <a:gd name="connsiteX3" fmla="*/ 1361 w 595706"/>
                    <a:gd name="connsiteY3" fmla="*/ 135147 h 135147"/>
                    <a:gd name="connsiteX4" fmla="*/ 0 w 595706"/>
                    <a:gd name="connsiteY4" fmla="*/ 0 h 135147"/>
                    <a:gd name="connsiteX0" fmla="*/ 1422 w 594406"/>
                    <a:gd name="connsiteY0" fmla="*/ 21376 h 135147"/>
                    <a:gd name="connsiteX1" fmla="*/ 594406 w 594406"/>
                    <a:gd name="connsiteY1" fmla="*/ 0 h 135147"/>
                    <a:gd name="connsiteX2" fmla="*/ 594406 w 594406"/>
                    <a:gd name="connsiteY2" fmla="*/ 92965 h 135147"/>
                    <a:gd name="connsiteX3" fmla="*/ 61 w 594406"/>
                    <a:gd name="connsiteY3" fmla="*/ 135147 h 135147"/>
                    <a:gd name="connsiteX4" fmla="*/ 1422 w 594406"/>
                    <a:gd name="connsiteY4" fmla="*/ 21376 h 135147"/>
                    <a:gd name="connsiteX0" fmla="*/ 1422 w 594406"/>
                    <a:gd name="connsiteY0" fmla="*/ 15599 h 135147"/>
                    <a:gd name="connsiteX1" fmla="*/ 594406 w 594406"/>
                    <a:gd name="connsiteY1" fmla="*/ 0 h 135147"/>
                    <a:gd name="connsiteX2" fmla="*/ 594406 w 594406"/>
                    <a:gd name="connsiteY2" fmla="*/ 92965 h 135147"/>
                    <a:gd name="connsiteX3" fmla="*/ 61 w 594406"/>
                    <a:gd name="connsiteY3" fmla="*/ 135147 h 135147"/>
                    <a:gd name="connsiteX4" fmla="*/ 1422 w 594406"/>
                    <a:gd name="connsiteY4" fmla="*/ 15599 h 135147"/>
                    <a:gd name="connsiteX0" fmla="*/ 131 w 594476"/>
                    <a:gd name="connsiteY0" fmla="*/ 4622 h 135147"/>
                    <a:gd name="connsiteX1" fmla="*/ 594476 w 594476"/>
                    <a:gd name="connsiteY1" fmla="*/ 0 h 135147"/>
                    <a:gd name="connsiteX2" fmla="*/ 594476 w 594476"/>
                    <a:gd name="connsiteY2" fmla="*/ 92965 h 135147"/>
                    <a:gd name="connsiteX3" fmla="*/ 131 w 594476"/>
                    <a:gd name="connsiteY3" fmla="*/ 135147 h 135147"/>
                    <a:gd name="connsiteX4" fmla="*/ 131 w 594476"/>
                    <a:gd name="connsiteY4" fmla="*/ 4622 h 135147"/>
                    <a:gd name="connsiteX0" fmla="*/ 0 w 595706"/>
                    <a:gd name="connsiteY0" fmla="*/ 17910 h 135147"/>
                    <a:gd name="connsiteX1" fmla="*/ 595706 w 595706"/>
                    <a:gd name="connsiteY1" fmla="*/ 0 h 135147"/>
                    <a:gd name="connsiteX2" fmla="*/ 595706 w 595706"/>
                    <a:gd name="connsiteY2" fmla="*/ 92965 h 135147"/>
                    <a:gd name="connsiteX3" fmla="*/ 1361 w 595706"/>
                    <a:gd name="connsiteY3" fmla="*/ 135147 h 135147"/>
                    <a:gd name="connsiteX4" fmla="*/ 0 w 595706"/>
                    <a:gd name="connsiteY4" fmla="*/ 17910 h 135147"/>
                    <a:gd name="connsiteX0" fmla="*/ 0 w 595706"/>
                    <a:gd name="connsiteY0" fmla="*/ 17910 h 135147"/>
                    <a:gd name="connsiteX1" fmla="*/ 595706 w 595706"/>
                    <a:gd name="connsiteY1" fmla="*/ 0 h 135147"/>
                    <a:gd name="connsiteX2" fmla="*/ 595706 w 595706"/>
                    <a:gd name="connsiteY2" fmla="*/ 92965 h 135147"/>
                    <a:gd name="connsiteX3" fmla="*/ 1361 w 595706"/>
                    <a:gd name="connsiteY3" fmla="*/ 135147 h 135147"/>
                    <a:gd name="connsiteX4" fmla="*/ 0 w 595706"/>
                    <a:gd name="connsiteY4" fmla="*/ 17910 h 135147"/>
                    <a:gd name="connsiteX0" fmla="*/ 0 w 595706"/>
                    <a:gd name="connsiteY0" fmla="*/ 17910 h 135147"/>
                    <a:gd name="connsiteX1" fmla="*/ 595706 w 595706"/>
                    <a:gd name="connsiteY1" fmla="*/ 0 h 135147"/>
                    <a:gd name="connsiteX2" fmla="*/ 595706 w 595706"/>
                    <a:gd name="connsiteY2" fmla="*/ 92965 h 135147"/>
                    <a:gd name="connsiteX3" fmla="*/ 1361 w 595706"/>
                    <a:gd name="connsiteY3" fmla="*/ 135147 h 135147"/>
                    <a:gd name="connsiteX4" fmla="*/ 0 w 595706"/>
                    <a:gd name="connsiteY4" fmla="*/ 17910 h 135147"/>
                    <a:gd name="connsiteX0" fmla="*/ 0 w 595706"/>
                    <a:gd name="connsiteY0" fmla="*/ 17910 h 135147"/>
                    <a:gd name="connsiteX1" fmla="*/ 595706 w 595706"/>
                    <a:gd name="connsiteY1" fmla="*/ 0 h 135147"/>
                    <a:gd name="connsiteX2" fmla="*/ 595706 w 595706"/>
                    <a:gd name="connsiteY2" fmla="*/ 92965 h 135147"/>
                    <a:gd name="connsiteX3" fmla="*/ 1361 w 595706"/>
                    <a:gd name="connsiteY3" fmla="*/ 135147 h 135147"/>
                    <a:gd name="connsiteX4" fmla="*/ 0 w 595706"/>
                    <a:gd name="connsiteY4" fmla="*/ 17910 h 135147"/>
                    <a:gd name="connsiteX0" fmla="*/ 0 w 595706"/>
                    <a:gd name="connsiteY0" fmla="*/ 22423 h 139660"/>
                    <a:gd name="connsiteX1" fmla="*/ 595706 w 595706"/>
                    <a:gd name="connsiteY1" fmla="*/ 4513 h 139660"/>
                    <a:gd name="connsiteX2" fmla="*/ 595706 w 595706"/>
                    <a:gd name="connsiteY2" fmla="*/ 97478 h 139660"/>
                    <a:gd name="connsiteX3" fmla="*/ 1361 w 595706"/>
                    <a:gd name="connsiteY3" fmla="*/ 139660 h 139660"/>
                    <a:gd name="connsiteX4" fmla="*/ 0 w 595706"/>
                    <a:gd name="connsiteY4" fmla="*/ 22423 h 139660"/>
                    <a:gd name="connsiteX0" fmla="*/ 0 w 595706"/>
                    <a:gd name="connsiteY0" fmla="*/ 26413 h 143650"/>
                    <a:gd name="connsiteX1" fmla="*/ 595706 w 595706"/>
                    <a:gd name="connsiteY1" fmla="*/ 8503 h 143650"/>
                    <a:gd name="connsiteX2" fmla="*/ 595706 w 595706"/>
                    <a:gd name="connsiteY2" fmla="*/ 101468 h 143650"/>
                    <a:gd name="connsiteX3" fmla="*/ 1361 w 595706"/>
                    <a:gd name="connsiteY3" fmla="*/ 143650 h 143650"/>
                    <a:gd name="connsiteX4" fmla="*/ 0 w 595706"/>
                    <a:gd name="connsiteY4" fmla="*/ 26413 h 143650"/>
                    <a:gd name="connsiteX0" fmla="*/ 0 w 595706"/>
                    <a:gd name="connsiteY0" fmla="*/ 21286 h 138523"/>
                    <a:gd name="connsiteX1" fmla="*/ 595706 w 595706"/>
                    <a:gd name="connsiteY1" fmla="*/ 3376 h 138523"/>
                    <a:gd name="connsiteX2" fmla="*/ 595706 w 595706"/>
                    <a:gd name="connsiteY2" fmla="*/ 96341 h 138523"/>
                    <a:gd name="connsiteX3" fmla="*/ 1361 w 595706"/>
                    <a:gd name="connsiteY3" fmla="*/ 138523 h 138523"/>
                    <a:gd name="connsiteX4" fmla="*/ 0 w 595706"/>
                    <a:gd name="connsiteY4" fmla="*/ 21286 h 138523"/>
                    <a:gd name="connsiteX0" fmla="*/ 0 w 595706"/>
                    <a:gd name="connsiteY0" fmla="*/ 22534 h 139771"/>
                    <a:gd name="connsiteX1" fmla="*/ 595706 w 595706"/>
                    <a:gd name="connsiteY1" fmla="*/ 4624 h 139771"/>
                    <a:gd name="connsiteX2" fmla="*/ 595706 w 595706"/>
                    <a:gd name="connsiteY2" fmla="*/ 97589 h 139771"/>
                    <a:gd name="connsiteX3" fmla="*/ 1361 w 595706"/>
                    <a:gd name="connsiteY3" fmla="*/ 139771 h 139771"/>
                    <a:gd name="connsiteX4" fmla="*/ 0 w 595706"/>
                    <a:gd name="connsiteY4" fmla="*/ 22534 h 139771"/>
                    <a:gd name="connsiteX0" fmla="*/ 0 w 595706"/>
                    <a:gd name="connsiteY0" fmla="*/ 23494 h 140731"/>
                    <a:gd name="connsiteX1" fmla="*/ 595706 w 595706"/>
                    <a:gd name="connsiteY1" fmla="*/ 2118 h 140731"/>
                    <a:gd name="connsiteX2" fmla="*/ 595706 w 595706"/>
                    <a:gd name="connsiteY2" fmla="*/ 98549 h 140731"/>
                    <a:gd name="connsiteX3" fmla="*/ 1361 w 595706"/>
                    <a:gd name="connsiteY3" fmla="*/ 140731 h 140731"/>
                    <a:gd name="connsiteX4" fmla="*/ 0 w 595706"/>
                    <a:gd name="connsiteY4" fmla="*/ 23494 h 140731"/>
                    <a:gd name="connsiteX0" fmla="*/ 0 w 595706"/>
                    <a:gd name="connsiteY0" fmla="*/ 23494 h 140731"/>
                    <a:gd name="connsiteX1" fmla="*/ 595706 w 595706"/>
                    <a:gd name="connsiteY1" fmla="*/ 2118 h 140731"/>
                    <a:gd name="connsiteX2" fmla="*/ 595706 w 595706"/>
                    <a:gd name="connsiteY2" fmla="*/ 98549 h 140731"/>
                    <a:gd name="connsiteX3" fmla="*/ 1361 w 595706"/>
                    <a:gd name="connsiteY3" fmla="*/ 140731 h 140731"/>
                    <a:gd name="connsiteX4" fmla="*/ 0 w 595706"/>
                    <a:gd name="connsiteY4" fmla="*/ 23494 h 140731"/>
                    <a:gd name="connsiteX0" fmla="*/ 0 w 595706"/>
                    <a:gd name="connsiteY0" fmla="*/ 25030 h 142267"/>
                    <a:gd name="connsiteX1" fmla="*/ 595706 w 595706"/>
                    <a:gd name="connsiteY1" fmla="*/ 3654 h 142267"/>
                    <a:gd name="connsiteX2" fmla="*/ 595706 w 595706"/>
                    <a:gd name="connsiteY2" fmla="*/ 100085 h 142267"/>
                    <a:gd name="connsiteX3" fmla="*/ 1361 w 595706"/>
                    <a:gd name="connsiteY3" fmla="*/ 142267 h 142267"/>
                    <a:gd name="connsiteX4" fmla="*/ 0 w 595706"/>
                    <a:gd name="connsiteY4" fmla="*/ 25030 h 142267"/>
                    <a:gd name="connsiteX0" fmla="*/ 0 w 595706"/>
                    <a:gd name="connsiteY0" fmla="*/ 22091 h 139328"/>
                    <a:gd name="connsiteX1" fmla="*/ 595706 w 595706"/>
                    <a:gd name="connsiteY1" fmla="*/ 715 h 139328"/>
                    <a:gd name="connsiteX2" fmla="*/ 595706 w 595706"/>
                    <a:gd name="connsiteY2" fmla="*/ 97146 h 139328"/>
                    <a:gd name="connsiteX3" fmla="*/ 1361 w 595706"/>
                    <a:gd name="connsiteY3" fmla="*/ 139328 h 139328"/>
                    <a:gd name="connsiteX4" fmla="*/ 0 w 595706"/>
                    <a:gd name="connsiteY4" fmla="*/ 22091 h 139328"/>
                    <a:gd name="connsiteX0" fmla="*/ 0 w 595706"/>
                    <a:gd name="connsiteY0" fmla="*/ 23573 h 140810"/>
                    <a:gd name="connsiteX1" fmla="*/ 595706 w 595706"/>
                    <a:gd name="connsiteY1" fmla="*/ 2197 h 140810"/>
                    <a:gd name="connsiteX2" fmla="*/ 595706 w 595706"/>
                    <a:gd name="connsiteY2" fmla="*/ 98628 h 140810"/>
                    <a:gd name="connsiteX3" fmla="*/ 1361 w 595706"/>
                    <a:gd name="connsiteY3" fmla="*/ 140810 h 140810"/>
                    <a:gd name="connsiteX4" fmla="*/ 0 w 595706"/>
                    <a:gd name="connsiteY4" fmla="*/ 23573 h 140810"/>
                    <a:gd name="connsiteX0" fmla="*/ 0 w 595706"/>
                    <a:gd name="connsiteY0" fmla="*/ 21908 h 139145"/>
                    <a:gd name="connsiteX1" fmla="*/ 595706 w 595706"/>
                    <a:gd name="connsiteY1" fmla="*/ 532 h 139145"/>
                    <a:gd name="connsiteX2" fmla="*/ 595706 w 595706"/>
                    <a:gd name="connsiteY2" fmla="*/ 96963 h 139145"/>
                    <a:gd name="connsiteX3" fmla="*/ 1361 w 595706"/>
                    <a:gd name="connsiteY3" fmla="*/ 139145 h 139145"/>
                    <a:gd name="connsiteX4" fmla="*/ 0 w 595706"/>
                    <a:gd name="connsiteY4" fmla="*/ 21908 h 139145"/>
                    <a:gd name="connsiteX0" fmla="*/ 0 w 595706"/>
                    <a:gd name="connsiteY0" fmla="*/ 23863 h 141100"/>
                    <a:gd name="connsiteX1" fmla="*/ 595706 w 595706"/>
                    <a:gd name="connsiteY1" fmla="*/ 2487 h 141100"/>
                    <a:gd name="connsiteX2" fmla="*/ 595706 w 595706"/>
                    <a:gd name="connsiteY2" fmla="*/ 98918 h 141100"/>
                    <a:gd name="connsiteX3" fmla="*/ 1361 w 595706"/>
                    <a:gd name="connsiteY3" fmla="*/ 141100 h 141100"/>
                    <a:gd name="connsiteX4" fmla="*/ 0 w 595706"/>
                    <a:gd name="connsiteY4" fmla="*/ 23863 h 141100"/>
                    <a:gd name="connsiteX0" fmla="*/ 0 w 595706"/>
                    <a:gd name="connsiteY0" fmla="*/ 24472 h 141709"/>
                    <a:gd name="connsiteX1" fmla="*/ 595706 w 595706"/>
                    <a:gd name="connsiteY1" fmla="*/ 3096 h 141709"/>
                    <a:gd name="connsiteX2" fmla="*/ 595706 w 595706"/>
                    <a:gd name="connsiteY2" fmla="*/ 99527 h 141709"/>
                    <a:gd name="connsiteX3" fmla="*/ 1361 w 595706"/>
                    <a:gd name="connsiteY3" fmla="*/ 141709 h 141709"/>
                    <a:gd name="connsiteX4" fmla="*/ 0 w 595706"/>
                    <a:gd name="connsiteY4" fmla="*/ 24472 h 141709"/>
                    <a:gd name="connsiteX0" fmla="*/ 0 w 595706"/>
                    <a:gd name="connsiteY0" fmla="*/ 24267 h 141504"/>
                    <a:gd name="connsiteX1" fmla="*/ 595706 w 595706"/>
                    <a:gd name="connsiteY1" fmla="*/ 2891 h 141504"/>
                    <a:gd name="connsiteX2" fmla="*/ 595706 w 595706"/>
                    <a:gd name="connsiteY2" fmla="*/ 99322 h 141504"/>
                    <a:gd name="connsiteX3" fmla="*/ 1361 w 595706"/>
                    <a:gd name="connsiteY3" fmla="*/ 141504 h 141504"/>
                    <a:gd name="connsiteX4" fmla="*/ 0 w 595706"/>
                    <a:gd name="connsiteY4" fmla="*/ 24267 h 141504"/>
                    <a:gd name="connsiteX0" fmla="*/ 0 w 595706"/>
                    <a:gd name="connsiteY0" fmla="*/ 24472 h 141709"/>
                    <a:gd name="connsiteX1" fmla="*/ 595706 w 595706"/>
                    <a:gd name="connsiteY1" fmla="*/ 3096 h 141709"/>
                    <a:gd name="connsiteX2" fmla="*/ 595706 w 595706"/>
                    <a:gd name="connsiteY2" fmla="*/ 99527 h 141709"/>
                    <a:gd name="connsiteX3" fmla="*/ 1361 w 595706"/>
                    <a:gd name="connsiteY3" fmla="*/ 141709 h 141709"/>
                    <a:gd name="connsiteX4" fmla="*/ 0 w 595706"/>
                    <a:gd name="connsiteY4" fmla="*/ 24472 h 141709"/>
                    <a:gd name="connsiteX0" fmla="*/ 0 w 595706"/>
                    <a:gd name="connsiteY0" fmla="*/ 24472 h 141709"/>
                    <a:gd name="connsiteX1" fmla="*/ 594353 w 595706"/>
                    <a:gd name="connsiteY1" fmla="*/ 3096 h 141709"/>
                    <a:gd name="connsiteX2" fmla="*/ 595706 w 595706"/>
                    <a:gd name="connsiteY2" fmla="*/ 99527 h 141709"/>
                    <a:gd name="connsiteX3" fmla="*/ 1361 w 595706"/>
                    <a:gd name="connsiteY3" fmla="*/ 141709 h 141709"/>
                    <a:gd name="connsiteX4" fmla="*/ 0 w 595706"/>
                    <a:gd name="connsiteY4" fmla="*/ 24472 h 141709"/>
                    <a:gd name="connsiteX0" fmla="*/ 124 w 595830"/>
                    <a:gd name="connsiteY0" fmla="*/ 24472 h 141709"/>
                    <a:gd name="connsiteX1" fmla="*/ 594477 w 595830"/>
                    <a:gd name="connsiteY1" fmla="*/ 3096 h 141709"/>
                    <a:gd name="connsiteX2" fmla="*/ 595830 w 595830"/>
                    <a:gd name="connsiteY2" fmla="*/ 99527 h 141709"/>
                    <a:gd name="connsiteX3" fmla="*/ 131 w 595830"/>
                    <a:gd name="connsiteY3" fmla="*/ 141709 h 141709"/>
                    <a:gd name="connsiteX4" fmla="*/ 124 w 595830"/>
                    <a:gd name="connsiteY4" fmla="*/ 24472 h 141709"/>
                    <a:gd name="connsiteX0" fmla="*/ 124 w 597179"/>
                    <a:gd name="connsiteY0" fmla="*/ 25207 h 142444"/>
                    <a:gd name="connsiteX1" fmla="*/ 597179 w 597179"/>
                    <a:gd name="connsiteY1" fmla="*/ 481 h 142444"/>
                    <a:gd name="connsiteX2" fmla="*/ 595830 w 597179"/>
                    <a:gd name="connsiteY2" fmla="*/ 100262 h 142444"/>
                    <a:gd name="connsiteX3" fmla="*/ 131 w 597179"/>
                    <a:gd name="connsiteY3" fmla="*/ 142444 h 142444"/>
                    <a:gd name="connsiteX4" fmla="*/ 124 w 597179"/>
                    <a:gd name="connsiteY4" fmla="*/ 25207 h 142444"/>
                    <a:gd name="connsiteX0" fmla="*/ 124 w 595889"/>
                    <a:gd name="connsiteY0" fmla="*/ 25842 h 143079"/>
                    <a:gd name="connsiteX1" fmla="*/ 594477 w 595889"/>
                    <a:gd name="connsiteY1" fmla="*/ 0 h 143079"/>
                    <a:gd name="connsiteX2" fmla="*/ 595830 w 595889"/>
                    <a:gd name="connsiteY2" fmla="*/ 100897 h 143079"/>
                    <a:gd name="connsiteX3" fmla="*/ 131 w 595889"/>
                    <a:gd name="connsiteY3" fmla="*/ 143079 h 143079"/>
                    <a:gd name="connsiteX4" fmla="*/ 124 w 595889"/>
                    <a:gd name="connsiteY4" fmla="*/ 25842 h 143079"/>
                    <a:gd name="connsiteX0" fmla="*/ 124 w 595889"/>
                    <a:gd name="connsiteY0" fmla="*/ 24713 h 141950"/>
                    <a:gd name="connsiteX1" fmla="*/ 594477 w 595889"/>
                    <a:gd name="connsiteY1" fmla="*/ 2221 h 141950"/>
                    <a:gd name="connsiteX2" fmla="*/ 595830 w 595889"/>
                    <a:gd name="connsiteY2" fmla="*/ 99768 h 141950"/>
                    <a:gd name="connsiteX3" fmla="*/ 131 w 595889"/>
                    <a:gd name="connsiteY3" fmla="*/ 141950 h 141950"/>
                    <a:gd name="connsiteX4" fmla="*/ 124 w 595889"/>
                    <a:gd name="connsiteY4" fmla="*/ 24713 h 141950"/>
                    <a:gd name="connsiteX0" fmla="*/ 124 w 595959"/>
                    <a:gd name="connsiteY0" fmla="*/ 24713 h 141950"/>
                    <a:gd name="connsiteX1" fmla="*/ 595828 w 595959"/>
                    <a:gd name="connsiteY1" fmla="*/ 2221 h 141950"/>
                    <a:gd name="connsiteX2" fmla="*/ 595830 w 595959"/>
                    <a:gd name="connsiteY2" fmla="*/ 99768 h 141950"/>
                    <a:gd name="connsiteX3" fmla="*/ 131 w 595959"/>
                    <a:gd name="connsiteY3" fmla="*/ 141950 h 141950"/>
                    <a:gd name="connsiteX4" fmla="*/ 124 w 595959"/>
                    <a:gd name="connsiteY4" fmla="*/ 24713 h 141950"/>
                    <a:gd name="connsiteX0" fmla="*/ 124 w 595959"/>
                    <a:gd name="connsiteY0" fmla="*/ 24925 h 142162"/>
                    <a:gd name="connsiteX1" fmla="*/ 595828 w 595959"/>
                    <a:gd name="connsiteY1" fmla="*/ 2433 h 142162"/>
                    <a:gd name="connsiteX2" fmla="*/ 595830 w 595959"/>
                    <a:gd name="connsiteY2" fmla="*/ 99980 h 142162"/>
                    <a:gd name="connsiteX3" fmla="*/ 131 w 595959"/>
                    <a:gd name="connsiteY3" fmla="*/ 142162 h 142162"/>
                    <a:gd name="connsiteX4" fmla="*/ 124 w 595959"/>
                    <a:gd name="connsiteY4" fmla="*/ 24925 h 142162"/>
                    <a:gd name="connsiteX0" fmla="*/ 124 w 595959"/>
                    <a:gd name="connsiteY0" fmla="*/ 22492 h 139729"/>
                    <a:gd name="connsiteX1" fmla="*/ 595828 w 595959"/>
                    <a:gd name="connsiteY1" fmla="*/ 0 h 139729"/>
                    <a:gd name="connsiteX2" fmla="*/ 595830 w 595959"/>
                    <a:gd name="connsiteY2" fmla="*/ 97547 h 139729"/>
                    <a:gd name="connsiteX3" fmla="*/ 131 w 595959"/>
                    <a:gd name="connsiteY3" fmla="*/ 139729 h 139729"/>
                    <a:gd name="connsiteX4" fmla="*/ 124 w 595959"/>
                    <a:gd name="connsiteY4" fmla="*/ 22492 h 139729"/>
                    <a:gd name="connsiteX0" fmla="*/ 124 w 595959"/>
                    <a:gd name="connsiteY0" fmla="*/ 25585 h 142822"/>
                    <a:gd name="connsiteX1" fmla="*/ 595828 w 595959"/>
                    <a:gd name="connsiteY1" fmla="*/ 3093 h 142822"/>
                    <a:gd name="connsiteX2" fmla="*/ 595830 w 595959"/>
                    <a:gd name="connsiteY2" fmla="*/ 100640 h 142822"/>
                    <a:gd name="connsiteX3" fmla="*/ 131 w 595959"/>
                    <a:gd name="connsiteY3" fmla="*/ 142822 h 142822"/>
                    <a:gd name="connsiteX4" fmla="*/ 124 w 595959"/>
                    <a:gd name="connsiteY4" fmla="*/ 25585 h 142822"/>
                    <a:gd name="connsiteX0" fmla="*/ 124 w 595959"/>
                    <a:gd name="connsiteY0" fmla="*/ 25585 h 142822"/>
                    <a:gd name="connsiteX1" fmla="*/ 595828 w 595959"/>
                    <a:gd name="connsiteY1" fmla="*/ 3093 h 142822"/>
                    <a:gd name="connsiteX2" fmla="*/ 595830 w 595959"/>
                    <a:gd name="connsiteY2" fmla="*/ 100640 h 142822"/>
                    <a:gd name="connsiteX3" fmla="*/ 131 w 595959"/>
                    <a:gd name="connsiteY3" fmla="*/ 142822 h 142822"/>
                    <a:gd name="connsiteX4" fmla="*/ 124 w 595959"/>
                    <a:gd name="connsiteY4" fmla="*/ 25585 h 142822"/>
                    <a:gd name="connsiteX0" fmla="*/ 124 w 595959"/>
                    <a:gd name="connsiteY0" fmla="*/ 26512 h 143749"/>
                    <a:gd name="connsiteX1" fmla="*/ 595828 w 595959"/>
                    <a:gd name="connsiteY1" fmla="*/ 4020 h 143749"/>
                    <a:gd name="connsiteX2" fmla="*/ 595830 w 595959"/>
                    <a:gd name="connsiteY2" fmla="*/ 101567 h 143749"/>
                    <a:gd name="connsiteX3" fmla="*/ 131 w 595959"/>
                    <a:gd name="connsiteY3" fmla="*/ 143749 h 143749"/>
                    <a:gd name="connsiteX4" fmla="*/ 124 w 595959"/>
                    <a:gd name="connsiteY4" fmla="*/ 26512 h 143749"/>
                    <a:gd name="connsiteX0" fmla="*/ 124 w 595959"/>
                    <a:gd name="connsiteY0" fmla="*/ 26512 h 143749"/>
                    <a:gd name="connsiteX1" fmla="*/ 595828 w 595959"/>
                    <a:gd name="connsiteY1" fmla="*/ 4020 h 143749"/>
                    <a:gd name="connsiteX2" fmla="*/ 595830 w 595959"/>
                    <a:gd name="connsiteY2" fmla="*/ 101567 h 143749"/>
                    <a:gd name="connsiteX3" fmla="*/ 131 w 595959"/>
                    <a:gd name="connsiteY3" fmla="*/ 143749 h 143749"/>
                    <a:gd name="connsiteX4" fmla="*/ 124 w 595959"/>
                    <a:gd name="connsiteY4" fmla="*/ 26512 h 143749"/>
                    <a:gd name="connsiteX0" fmla="*/ 124 w 595959"/>
                    <a:gd name="connsiteY0" fmla="*/ 28496 h 145733"/>
                    <a:gd name="connsiteX1" fmla="*/ 595828 w 595959"/>
                    <a:gd name="connsiteY1" fmla="*/ 6004 h 145733"/>
                    <a:gd name="connsiteX2" fmla="*/ 595830 w 595959"/>
                    <a:gd name="connsiteY2" fmla="*/ 103551 h 145733"/>
                    <a:gd name="connsiteX3" fmla="*/ 131 w 595959"/>
                    <a:gd name="connsiteY3" fmla="*/ 145733 h 145733"/>
                    <a:gd name="connsiteX4" fmla="*/ 124 w 595959"/>
                    <a:gd name="connsiteY4" fmla="*/ 28496 h 145733"/>
                    <a:gd name="connsiteX0" fmla="*/ 124 w 595959"/>
                    <a:gd name="connsiteY0" fmla="*/ 40766 h 158003"/>
                    <a:gd name="connsiteX1" fmla="*/ 595828 w 595959"/>
                    <a:gd name="connsiteY1" fmla="*/ 0 h 158003"/>
                    <a:gd name="connsiteX2" fmla="*/ 595830 w 595959"/>
                    <a:gd name="connsiteY2" fmla="*/ 115821 h 158003"/>
                    <a:gd name="connsiteX3" fmla="*/ 131 w 595959"/>
                    <a:gd name="connsiteY3" fmla="*/ 158003 h 158003"/>
                    <a:gd name="connsiteX4" fmla="*/ 124 w 595959"/>
                    <a:gd name="connsiteY4" fmla="*/ 40766 h 158003"/>
                    <a:gd name="connsiteX0" fmla="*/ 124 w 595959"/>
                    <a:gd name="connsiteY0" fmla="*/ 40766 h 158003"/>
                    <a:gd name="connsiteX1" fmla="*/ 595828 w 595959"/>
                    <a:gd name="connsiteY1" fmla="*/ 0 h 158003"/>
                    <a:gd name="connsiteX2" fmla="*/ 595830 w 595959"/>
                    <a:gd name="connsiteY2" fmla="*/ 115821 h 158003"/>
                    <a:gd name="connsiteX3" fmla="*/ 131 w 595959"/>
                    <a:gd name="connsiteY3" fmla="*/ 158003 h 158003"/>
                    <a:gd name="connsiteX4" fmla="*/ 124 w 595959"/>
                    <a:gd name="connsiteY4" fmla="*/ 40766 h 158003"/>
                    <a:gd name="connsiteX0" fmla="*/ 124 w 595959"/>
                    <a:gd name="connsiteY0" fmla="*/ 40766 h 158003"/>
                    <a:gd name="connsiteX1" fmla="*/ 595828 w 595959"/>
                    <a:gd name="connsiteY1" fmla="*/ 0 h 158003"/>
                    <a:gd name="connsiteX2" fmla="*/ 595830 w 595959"/>
                    <a:gd name="connsiteY2" fmla="*/ 115821 h 158003"/>
                    <a:gd name="connsiteX3" fmla="*/ 131 w 595959"/>
                    <a:gd name="connsiteY3" fmla="*/ 158003 h 158003"/>
                    <a:gd name="connsiteX4" fmla="*/ 124 w 595959"/>
                    <a:gd name="connsiteY4" fmla="*/ 40766 h 158003"/>
                    <a:gd name="connsiteX0" fmla="*/ 124 w 595959"/>
                    <a:gd name="connsiteY0" fmla="*/ 40766 h 158003"/>
                    <a:gd name="connsiteX1" fmla="*/ 595828 w 595959"/>
                    <a:gd name="connsiteY1" fmla="*/ 0 h 158003"/>
                    <a:gd name="connsiteX2" fmla="*/ 595830 w 595959"/>
                    <a:gd name="connsiteY2" fmla="*/ 115821 h 158003"/>
                    <a:gd name="connsiteX3" fmla="*/ 131 w 595959"/>
                    <a:gd name="connsiteY3" fmla="*/ 158003 h 158003"/>
                    <a:gd name="connsiteX4" fmla="*/ 124 w 595959"/>
                    <a:gd name="connsiteY4" fmla="*/ 40766 h 158003"/>
                    <a:gd name="connsiteX0" fmla="*/ 124 w 595959"/>
                    <a:gd name="connsiteY0" fmla="*/ 40766 h 158003"/>
                    <a:gd name="connsiteX1" fmla="*/ 595828 w 595959"/>
                    <a:gd name="connsiteY1" fmla="*/ 0 h 158003"/>
                    <a:gd name="connsiteX2" fmla="*/ 595830 w 595959"/>
                    <a:gd name="connsiteY2" fmla="*/ 115821 h 158003"/>
                    <a:gd name="connsiteX3" fmla="*/ 131 w 595959"/>
                    <a:gd name="connsiteY3" fmla="*/ 158003 h 158003"/>
                    <a:gd name="connsiteX4" fmla="*/ 124 w 595959"/>
                    <a:gd name="connsiteY4" fmla="*/ 40766 h 158003"/>
                    <a:gd name="connsiteX0" fmla="*/ 124 w 595959"/>
                    <a:gd name="connsiteY0" fmla="*/ 40766 h 158003"/>
                    <a:gd name="connsiteX1" fmla="*/ 595828 w 595959"/>
                    <a:gd name="connsiteY1" fmla="*/ 0 h 158003"/>
                    <a:gd name="connsiteX2" fmla="*/ 595830 w 595959"/>
                    <a:gd name="connsiteY2" fmla="*/ 115821 h 158003"/>
                    <a:gd name="connsiteX3" fmla="*/ 131 w 595959"/>
                    <a:gd name="connsiteY3" fmla="*/ 158003 h 158003"/>
                    <a:gd name="connsiteX4" fmla="*/ 124 w 595959"/>
                    <a:gd name="connsiteY4" fmla="*/ 40766 h 158003"/>
                    <a:gd name="connsiteX0" fmla="*/ 124 w 595959"/>
                    <a:gd name="connsiteY0" fmla="*/ 40766 h 158003"/>
                    <a:gd name="connsiteX1" fmla="*/ 595828 w 595959"/>
                    <a:gd name="connsiteY1" fmla="*/ 0 h 158003"/>
                    <a:gd name="connsiteX2" fmla="*/ 595830 w 595959"/>
                    <a:gd name="connsiteY2" fmla="*/ 115821 h 158003"/>
                    <a:gd name="connsiteX3" fmla="*/ 131 w 595959"/>
                    <a:gd name="connsiteY3" fmla="*/ 158003 h 158003"/>
                    <a:gd name="connsiteX4" fmla="*/ 124 w 595959"/>
                    <a:gd name="connsiteY4" fmla="*/ 40766 h 158003"/>
                    <a:gd name="connsiteX0" fmla="*/ 124 w 595959"/>
                    <a:gd name="connsiteY0" fmla="*/ 40766 h 158003"/>
                    <a:gd name="connsiteX1" fmla="*/ 595828 w 595959"/>
                    <a:gd name="connsiteY1" fmla="*/ 0 h 158003"/>
                    <a:gd name="connsiteX2" fmla="*/ 595830 w 595959"/>
                    <a:gd name="connsiteY2" fmla="*/ 115821 h 158003"/>
                    <a:gd name="connsiteX3" fmla="*/ 131 w 595959"/>
                    <a:gd name="connsiteY3" fmla="*/ 158003 h 158003"/>
                    <a:gd name="connsiteX4" fmla="*/ 124 w 595959"/>
                    <a:gd name="connsiteY4" fmla="*/ 40766 h 158003"/>
                    <a:gd name="connsiteX0" fmla="*/ 124 w 595959"/>
                    <a:gd name="connsiteY0" fmla="*/ 40766 h 158003"/>
                    <a:gd name="connsiteX1" fmla="*/ 595828 w 595959"/>
                    <a:gd name="connsiteY1" fmla="*/ 0 h 158003"/>
                    <a:gd name="connsiteX2" fmla="*/ 595830 w 595959"/>
                    <a:gd name="connsiteY2" fmla="*/ 115821 h 158003"/>
                    <a:gd name="connsiteX3" fmla="*/ 131 w 595959"/>
                    <a:gd name="connsiteY3" fmla="*/ 158003 h 158003"/>
                    <a:gd name="connsiteX4" fmla="*/ 124 w 595959"/>
                    <a:gd name="connsiteY4" fmla="*/ 40766 h 158003"/>
                    <a:gd name="connsiteX0" fmla="*/ 124 w 595856"/>
                    <a:gd name="connsiteY0" fmla="*/ 41841 h 159078"/>
                    <a:gd name="connsiteX1" fmla="*/ 591261 w 595856"/>
                    <a:gd name="connsiteY1" fmla="*/ 0 h 159078"/>
                    <a:gd name="connsiteX2" fmla="*/ 595830 w 595856"/>
                    <a:gd name="connsiteY2" fmla="*/ 116896 h 159078"/>
                    <a:gd name="connsiteX3" fmla="*/ 131 w 595856"/>
                    <a:gd name="connsiteY3" fmla="*/ 159078 h 159078"/>
                    <a:gd name="connsiteX4" fmla="*/ 124 w 595856"/>
                    <a:gd name="connsiteY4" fmla="*/ 41841 h 159078"/>
                    <a:gd name="connsiteX0" fmla="*/ 124 w 595959"/>
                    <a:gd name="connsiteY0" fmla="*/ 41841 h 159078"/>
                    <a:gd name="connsiteX1" fmla="*/ 595828 w 595959"/>
                    <a:gd name="connsiteY1" fmla="*/ 0 h 159078"/>
                    <a:gd name="connsiteX2" fmla="*/ 595830 w 595959"/>
                    <a:gd name="connsiteY2" fmla="*/ 116896 h 159078"/>
                    <a:gd name="connsiteX3" fmla="*/ 131 w 595959"/>
                    <a:gd name="connsiteY3" fmla="*/ 159078 h 159078"/>
                    <a:gd name="connsiteX4" fmla="*/ 124 w 595959"/>
                    <a:gd name="connsiteY4" fmla="*/ 41841 h 159078"/>
                    <a:gd name="connsiteX0" fmla="*/ 124 w 597349"/>
                    <a:gd name="connsiteY0" fmla="*/ 42378 h 159615"/>
                    <a:gd name="connsiteX1" fmla="*/ 597349 w 597349"/>
                    <a:gd name="connsiteY1" fmla="*/ 0 h 159615"/>
                    <a:gd name="connsiteX2" fmla="*/ 595830 w 597349"/>
                    <a:gd name="connsiteY2" fmla="*/ 117433 h 159615"/>
                    <a:gd name="connsiteX3" fmla="*/ 131 w 597349"/>
                    <a:gd name="connsiteY3" fmla="*/ 159615 h 159615"/>
                    <a:gd name="connsiteX4" fmla="*/ 124 w 597349"/>
                    <a:gd name="connsiteY4" fmla="*/ 42378 h 159615"/>
                    <a:gd name="connsiteX0" fmla="*/ 124 w 600443"/>
                    <a:gd name="connsiteY0" fmla="*/ 42378 h 159615"/>
                    <a:gd name="connsiteX1" fmla="*/ 597349 w 600443"/>
                    <a:gd name="connsiteY1" fmla="*/ 0 h 159615"/>
                    <a:gd name="connsiteX2" fmla="*/ 600408 w 600443"/>
                    <a:gd name="connsiteY2" fmla="*/ 117433 h 159615"/>
                    <a:gd name="connsiteX3" fmla="*/ 131 w 600443"/>
                    <a:gd name="connsiteY3" fmla="*/ 159615 h 159615"/>
                    <a:gd name="connsiteX4" fmla="*/ 124 w 600443"/>
                    <a:gd name="connsiteY4" fmla="*/ 42378 h 159615"/>
                    <a:gd name="connsiteX0" fmla="*/ 124 w 600537"/>
                    <a:gd name="connsiteY0" fmla="*/ 42378 h 159615"/>
                    <a:gd name="connsiteX1" fmla="*/ 600401 w 600537"/>
                    <a:gd name="connsiteY1" fmla="*/ 0 h 159615"/>
                    <a:gd name="connsiteX2" fmla="*/ 600408 w 600537"/>
                    <a:gd name="connsiteY2" fmla="*/ 117433 h 159615"/>
                    <a:gd name="connsiteX3" fmla="*/ 131 w 600537"/>
                    <a:gd name="connsiteY3" fmla="*/ 159615 h 159615"/>
                    <a:gd name="connsiteX4" fmla="*/ 124 w 600537"/>
                    <a:gd name="connsiteY4" fmla="*/ 42378 h 15961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00537" h="159615">
                      <a:moveTo>
                        <a:pt x="124" y="42378"/>
                      </a:moveTo>
                      <a:cubicBezTo>
                        <a:pt x="296414" y="-50243"/>
                        <a:pt x="418111" y="75773"/>
                        <a:pt x="600401" y="0"/>
                      </a:cubicBezTo>
                      <a:cubicBezTo>
                        <a:pt x="599951" y="33260"/>
                        <a:pt x="600858" y="84173"/>
                        <a:pt x="600408" y="117433"/>
                      </a:cubicBezTo>
                      <a:cubicBezTo>
                        <a:pt x="395490" y="192726"/>
                        <a:pt x="285331" y="62551"/>
                        <a:pt x="131" y="159615"/>
                      </a:cubicBezTo>
                      <a:cubicBezTo>
                        <a:pt x="-323" y="114566"/>
                        <a:pt x="578" y="87427"/>
                        <a:pt x="124" y="42378"/>
                      </a:cubicBezTo>
                      <a:close/>
                    </a:path>
                  </a:pathLst>
                </a:custGeom>
                <a:solidFill>
                  <a:schemeClr val="accent5">
                    <a:lumMod val="40000"/>
                    <a:lumOff val="60000"/>
                  </a:schemeClr>
                </a:solidFill>
                <a:ln w="1270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grpSp>
              <p:nvGrpSpPr>
                <p:cNvPr id="820" name="组合 819">
                  <a:extLst>
                    <a:ext uri="{FF2B5EF4-FFF2-40B4-BE49-F238E27FC236}">
                      <a16:creationId xmlns:a16="http://schemas.microsoft.com/office/drawing/2014/main" id="{DDF9FDEF-9EF9-3DC4-9806-10293BFF368F}"/>
                    </a:ext>
                  </a:extLst>
                </p:cNvPr>
                <p:cNvGrpSpPr/>
                <p:nvPr/>
              </p:nvGrpSpPr>
              <p:grpSpPr>
                <a:xfrm>
                  <a:off x="5040167" y="6521415"/>
                  <a:ext cx="621640" cy="663817"/>
                  <a:chOff x="3656357" y="6507685"/>
                  <a:chExt cx="621640" cy="663817"/>
                </a:xfrm>
              </p:grpSpPr>
              <p:sp>
                <p:nvSpPr>
                  <p:cNvPr id="821" name="矩形 820">
                    <a:extLst>
                      <a:ext uri="{FF2B5EF4-FFF2-40B4-BE49-F238E27FC236}">
                        <a16:creationId xmlns:a16="http://schemas.microsoft.com/office/drawing/2014/main" id="{A6F8E977-1CF5-70B0-D9D2-18259F60EC40}"/>
                      </a:ext>
                    </a:extLst>
                  </p:cNvPr>
                  <p:cNvSpPr/>
                  <p:nvPr/>
                </p:nvSpPr>
                <p:spPr>
                  <a:xfrm>
                    <a:off x="3656465" y="6640950"/>
                    <a:ext cx="155302" cy="132623"/>
                  </a:xfrm>
                  <a:prstGeom prst="rect">
                    <a:avLst/>
                  </a:prstGeom>
                  <a:no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22" name="矩形 821">
                    <a:extLst>
                      <a:ext uri="{FF2B5EF4-FFF2-40B4-BE49-F238E27FC236}">
                        <a16:creationId xmlns:a16="http://schemas.microsoft.com/office/drawing/2014/main" id="{17CADB2A-0A02-2C19-901E-31E1D8F73B0E}"/>
                      </a:ext>
                    </a:extLst>
                  </p:cNvPr>
                  <p:cNvSpPr/>
                  <p:nvPr/>
                </p:nvSpPr>
                <p:spPr>
                  <a:xfrm>
                    <a:off x="3811875" y="6640950"/>
                    <a:ext cx="155302" cy="132623"/>
                  </a:xfrm>
                  <a:prstGeom prst="rect">
                    <a:avLst/>
                  </a:prstGeom>
                  <a:no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23" name="矩形 822">
                    <a:extLst>
                      <a:ext uri="{FF2B5EF4-FFF2-40B4-BE49-F238E27FC236}">
                        <a16:creationId xmlns:a16="http://schemas.microsoft.com/office/drawing/2014/main" id="{0B15FF0F-3F16-5917-686C-45053DFB9732}"/>
                      </a:ext>
                    </a:extLst>
                  </p:cNvPr>
                  <p:cNvSpPr/>
                  <p:nvPr/>
                </p:nvSpPr>
                <p:spPr>
                  <a:xfrm>
                    <a:off x="3967285" y="6640950"/>
                    <a:ext cx="155302" cy="132623"/>
                  </a:xfrm>
                  <a:prstGeom prst="rect">
                    <a:avLst/>
                  </a:prstGeom>
                  <a:no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24" name="矩形 823">
                    <a:extLst>
                      <a:ext uri="{FF2B5EF4-FFF2-40B4-BE49-F238E27FC236}">
                        <a16:creationId xmlns:a16="http://schemas.microsoft.com/office/drawing/2014/main" id="{EE000950-4856-C0AA-8BF2-5DC2D17A0CC2}"/>
                      </a:ext>
                    </a:extLst>
                  </p:cNvPr>
                  <p:cNvSpPr/>
                  <p:nvPr/>
                </p:nvSpPr>
                <p:spPr>
                  <a:xfrm>
                    <a:off x="4122695" y="6640950"/>
                    <a:ext cx="155302" cy="132623"/>
                  </a:xfrm>
                  <a:prstGeom prst="rect">
                    <a:avLst/>
                  </a:prstGeom>
                  <a:no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25" name="矩形 824">
                    <a:extLst>
                      <a:ext uri="{FF2B5EF4-FFF2-40B4-BE49-F238E27FC236}">
                        <a16:creationId xmlns:a16="http://schemas.microsoft.com/office/drawing/2014/main" id="{400DEDE8-8983-0850-B031-C355E7977628}"/>
                      </a:ext>
                    </a:extLst>
                  </p:cNvPr>
                  <p:cNvSpPr/>
                  <p:nvPr/>
                </p:nvSpPr>
                <p:spPr>
                  <a:xfrm>
                    <a:off x="3656465" y="6773574"/>
                    <a:ext cx="155302" cy="132623"/>
                  </a:xfrm>
                  <a:prstGeom prst="rect">
                    <a:avLst/>
                  </a:prstGeom>
                  <a:no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26" name="矩形 825">
                    <a:extLst>
                      <a:ext uri="{FF2B5EF4-FFF2-40B4-BE49-F238E27FC236}">
                        <a16:creationId xmlns:a16="http://schemas.microsoft.com/office/drawing/2014/main" id="{E6B6EE4F-3015-A04C-47D8-2953758AAAB8}"/>
                      </a:ext>
                    </a:extLst>
                  </p:cNvPr>
                  <p:cNvSpPr/>
                  <p:nvPr/>
                </p:nvSpPr>
                <p:spPr>
                  <a:xfrm>
                    <a:off x="3811875" y="6773574"/>
                    <a:ext cx="155302" cy="132623"/>
                  </a:xfrm>
                  <a:prstGeom prst="rect">
                    <a:avLst/>
                  </a:prstGeom>
                  <a:no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27" name="矩形 826">
                    <a:extLst>
                      <a:ext uri="{FF2B5EF4-FFF2-40B4-BE49-F238E27FC236}">
                        <a16:creationId xmlns:a16="http://schemas.microsoft.com/office/drawing/2014/main" id="{F1227407-F670-9EFE-7D04-7C8DE85D997B}"/>
                      </a:ext>
                    </a:extLst>
                  </p:cNvPr>
                  <p:cNvSpPr/>
                  <p:nvPr/>
                </p:nvSpPr>
                <p:spPr>
                  <a:xfrm>
                    <a:off x="3967285" y="6773574"/>
                    <a:ext cx="155302" cy="132623"/>
                  </a:xfrm>
                  <a:prstGeom prst="rect">
                    <a:avLst/>
                  </a:prstGeom>
                  <a:no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28" name="矩形 827">
                    <a:extLst>
                      <a:ext uri="{FF2B5EF4-FFF2-40B4-BE49-F238E27FC236}">
                        <a16:creationId xmlns:a16="http://schemas.microsoft.com/office/drawing/2014/main" id="{765ED5F6-1FAD-C376-9AB1-0183C08503CB}"/>
                      </a:ext>
                    </a:extLst>
                  </p:cNvPr>
                  <p:cNvSpPr/>
                  <p:nvPr/>
                </p:nvSpPr>
                <p:spPr>
                  <a:xfrm>
                    <a:off x="4122695" y="6773574"/>
                    <a:ext cx="155302" cy="132623"/>
                  </a:xfrm>
                  <a:prstGeom prst="rect">
                    <a:avLst/>
                  </a:prstGeom>
                  <a:no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29" name="矩形 828">
                    <a:extLst>
                      <a:ext uri="{FF2B5EF4-FFF2-40B4-BE49-F238E27FC236}">
                        <a16:creationId xmlns:a16="http://schemas.microsoft.com/office/drawing/2014/main" id="{508368B3-35A6-AD2F-6190-014A911EC72D}"/>
                      </a:ext>
                    </a:extLst>
                  </p:cNvPr>
                  <p:cNvSpPr/>
                  <p:nvPr/>
                </p:nvSpPr>
                <p:spPr>
                  <a:xfrm>
                    <a:off x="3656357" y="6906255"/>
                    <a:ext cx="155302" cy="132623"/>
                  </a:xfrm>
                  <a:prstGeom prst="rect">
                    <a:avLst/>
                  </a:prstGeom>
                  <a:no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30" name="矩形 829">
                    <a:extLst>
                      <a:ext uri="{FF2B5EF4-FFF2-40B4-BE49-F238E27FC236}">
                        <a16:creationId xmlns:a16="http://schemas.microsoft.com/office/drawing/2014/main" id="{64E483E5-7704-5586-4425-BAF3A3952FAE}"/>
                      </a:ext>
                    </a:extLst>
                  </p:cNvPr>
                  <p:cNvSpPr/>
                  <p:nvPr/>
                </p:nvSpPr>
                <p:spPr>
                  <a:xfrm>
                    <a:off x="3811767" y="6906255"/>
                    <a:ext cx="155302" cy="132623"/>
                  </a:xfrm>
                  <a:prstGeom prst="rect">
                    <a:avLst/>
                  </a:prstGeom>
                  <a:no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31" name="矩形 830">
                    <a:extLst>
                      <a:ext uri="{FF2B5EF4-FFF2-40B4-BE49-F238E27FC236}">
                        <a16:creationId xmlns:a16="http://schemas.microsoft.com/office/drawing/2014/main" id="{8EA13E82-97DA-40EE-D650-CDD9E3E69918}"/>
                      </a:ext>
                    </a:extLst>
                  </p:cNvPr>
                  <p:cNvSpPr/>
                  <p:nvPr/>
                </p:nvSpPr>
                <p:spPr>
                  <a:xfrm>
                    <a:off x="3967177" y="6906255"/>
                    <a:ext cx="155302" cy="132623"/>
                  </a:xfrm>
                  <a:prstGeom prst="rect">
                    <a:avLst/>
                  </a:prstGeom>
                  <a:no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32" name="矩形 831">
                    <a:extLst>
                      <a:ext uri="{FF2B5EF4-FFF2-40B4-BE49-F238E27FC236}">
                        <a16:creationId xmlns:a16="http://schemas.microsoft.com/office/drawing/2014/main" id="{75F7057D-DF5B-ECEB-05B5-BB8BFDA7669D}"/>
                      </a:ext>
                    </a:extLst>
                  </p:cNvPr>
                  <p:cNvSpPr/>
                  <p:nvPr/>
                </p:nvSpPr>
                <p:spPr>
                  <a:xfrm>
                    <a:off x="4122587" y="6906255"/>
                    <a:ext cx="155302" cy="132623"/>
                  </a:xfrm>
                  <a:prstGeom prst="rect">
                    <a:avLst/>
                  </a:prstGeom>
                  <a:no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33" name="矩形 832">
                    <a:extLst>
                      <a:ext uri="{FF2B5EF4-FFF2-40B4-BE49-F238E27FC236}">
                        <a16:creationId xmlns:a16="http://schemas.microsoft.com/office/drawing/2014/main" id="{A4EFA3BC-162F-2296-123F-CB4740EB2C3E}"/>
                      </a:ext>
                    </a:extLst>
                  </p:cNvPr>
                  <p:cNvSpPr/>
                  <p:nvPr/>
                </p:nvSpPr>
                <p:spPr>
                  <a:xfrm>
                    <a:off x="3656357" y="7038879"/>
                    <a:ext cx="155302" cy="132623"/>
                  </a:xfrm>
                  <a:prstGeom prst="rect">
                    <a:avLst/>
                  </a:prstGeom>
                  <a:no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34" name="矩形 833">
                    <a:extLst>
                      <a:ext uri="{FF2B5EF4-FFF2-40B4-BE49-F238E27FC236}">
                        <a16:creationId xmlns:a16="http://schemas.microsoft.com/office/drawing/2014/main" id="{61F8191A-BD09-2E70-2A82-74977A5120D3}"/>
                      </a:ext>
                    </a:extLst>
                  </p:cNvPr>
                  <p:cNvSpPr/>
                  <p:nvPr/>
                </p:nvSpPr>
                <p:spPr>
                  <a:xfrm>
                    <a:off x="3811767" y="7038879"/>
                    <a:ext cx="155302" cy="132623"/>
                  </a:xfrm>
                  <a:prstGeom prst="rect">
                    <a:avLst/>
                  </a:prstGeom>
                  <a:no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35" name="矩形 834">
                    <a:extLst>
                      <a:ext uri="{FF2B5EF4-FFF2-40B4-BE49-F238E27FC236}">
                        <a16:creationId xmlns:a16="http://schemas.microsoft.com/office/drawing/2014/main" id="{E501E06A-6E25-CE46-9765-33147AE465B0}"/>
                      </a:ext>
                    </a:extLst>
                  </p:cNvPr>
                  <p:cNvSpPr/>
                  <p:nvPr/>
                </p:nvSpPr>
                <p:spPr>
                  <a:xfrm>
                    <a:off x="3967177" y="7038879"/>
                    <a:ext cx="155302" cy="132623"/>
                  </a:xfrm>
                  <a:prstGeom prst="rect">
                    <a:avLst/>
                  </a:prstGeom>
                  <a:no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36" name="矩形 835">
                    <a:extLst>
                      <a:ext uri="{FF2B5EF4-FFF2-40B4-BE49-F238E27FC236}">
                        <a16:creationId xmlns:a16="http://schemas.microsoft.com/office/drawing/2014/main" id="{5F6D8FCA-BFD1-EE73-FA09-D30DFAF133C8}"/>
                      </a:ext>
                    </a:extLst>
                  </p:cNvPr>
                  <p:cNvSpPr/>
                  <p:nvPr/>
                </p:nvSpPr>
                <p:spPr>
                  <a:xfrm>
                    <a:off x="4122587" y="7038879"/>
                    <a:ext cx="155302" cy="132623"/>
                  </a:xfrm>
                  <a:prstGeom prst="rect">
                    <a:avLst/>
                  </a:prstGeom>
                  <a:no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37" name="矩形 836">
                    <a:extLst>
                      <a:ext uri="{FF2B5EF4-FFF2-40B4-BE49-F238E27FC236}">
                        <a16:creationId xmlns:a16="http://schemas.microsoft.com/office/drawing/2014/main" id="{0191537C-FAD7-CFA3-90A8-1F7D9020F204}"/>
                      </a:ext>
                    </a:extLst>
                  </p:cNvPr>
                  <p:cNvSpPr/>
                  <p:nvPr/>
                </p:nvSpPr>
                <p:spPr>
                  <a:xfrm>
                    <a:off x="3656357" y="6507685"/>
                    <a:ext cx="155302" cy="132623"/>
                  </a:xfrm>
                  <a:prstGeom prst="rect">
                    <a:avLst/>
                  </a:prstGeom>
                  <a:no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38" name="矩形 837">
                    <a:extLst>
                      <a:ext uri="{FF2B5EF4-FFF2-40B4-BE49-F238E27FC236}">
                        <a16:creationId xmlns:a16="http://schemas.microsoft.com/office/drawing/2014/main" id="{595680C1-F9D8-6FCE-905C-97704528F642}"/>
                      </a:ext>
                    </a:extLst>
                  </p:cNvPr>
                  <p:cNvSpPr/>
                  <p:nvPr/>
                </p:nvSpPr>
                <p:spPr>
                  <a:xfrm>
                    <a:off x="3811767" y="6507685"/>
                    <a:ext cx="155302" cy="132623"/>
                  </a:xfrm>
                  <a:prstGeom prst="rect">
                    <a:avLst/>
                  </a:prstGeom>
                  <a:no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39" name="矩形 838">
                    <a:extLst>
                      <a:ext uri="{FF2B5EF4-FFF2-40B4-BE49-F238E27FC236}">
                        <a16:creationId xmlns:a16="http://schemas.microsoft.com/office/drawing/2014/main" id="{0D83E15F-2F33-4004-45F5-877A0FC5B072}"/>
                      </a:ext>
                    </a:extLst>
                  </p:cNvPr>
                  <p:cNvSpPr/>
                  <p:nvPr/>
                </p:nvSpPr>
                <p:spPr>
                  <a:xfrm>
                    <a:off x="3967177" y="6507685"/>
                    <a:ext cx="155302" cy="132623"/>
                  </a:xfrm>
                  <a:prstGeom prst="rect">
                    <a:avLst/>
                  </a:prstGeom>
                  <a:no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40" name="矩形 839">
                    <a:extLst>
                      <a:ext uri="{FF2B5EF4-FFF2-40B4-BE49-F238E27FC236}">
                        <a16:creationId xmlns:a16="http://schemas.microsoft.com/office/drawing/2014/main" id="{EF61ED13-675F-B3B4-F60A-94D1C82F06B4}"/>
                      </a:ext>
                    </a:extLst>
                  </p:cNvPr>
                  <p:cNvSpPr/>
                  <p:nvPr/>
                </p:nvSpPr>
                <p:spPr>
                  <a:xfrm>
                    <a:off x="4122587" y="6507685"/>
                    <a:ext cx="155302" cy="132623"/>
                  </a:xfrm>
                  <a:prstGeom prst="rect">
                    <a:avLst/>
                  </a:prstGeom>
                  <a:no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</p:grpSp>
        </p:grpSp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E5A31017-9940-57C4-60D1-3AB86BC1F74E}"/>
              </a:ext>
            </a:extLst>
          </p:cNvPr>
          <p:cNvGrpSpPr/>
          <p:nvPr/>
        </p:nvGrpSpPr>
        <p:grpSpPr>
          <a:xfrm>
            <a:off x="3041171" y="4244417"/>
            <a:ext cx="734881" cy="457486"/>
            <a:chOff x="3262267" y="3927547"/>
            <a:chExt cx="599802" cy="343893"/>
          </a:xfrm>
        </p:grpSpPr>
        <p:sp>
          <p:nvSpPr>
            <p:cNvPr id="16" name="矩形: 圆角 15">
              <a:extLst>
                <a:ext uri="{FF2B5EF4-FFF2-40B4-BE49-F238E27FC236}">
                  <a16:creationId xmlns:a16="http://schemas.microsoft.com/office/drawing/2014/main" id="{01856623-3F48-87C5-7F91-C832A1234F85}"/>
                </a:ext>
              </a:extLst>
            </p:cNvPr>
            <p:cNvSpPr/>
            <p:nvPr/>
          </p:nvSpPr>
          <p:spPr>
            <a:xfrm>
              <a:off x="3337478" y="3927547"/>
              <a:ext cx="393114" cy="343893"/>
            </a:xfrm>
            <a:prstGeom prst="roundRect">
              <a:avLst>
                <a:gd name="adj" fmla="val 31589"/>
              </a:avLst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矩形 16">
                  <a:extLst>
                    <a:ext uri="{FF2B5EF4-FFF2-40B4-BE49-F238E27FC236}">
                      <a16:creationId xmlns:a16="http://schemas.microsoft.com/office/drawing/2014/main" id="{C309493B-1CC7-1AA3-B105-F433C89F8E6F}"/>
                    </a:ext>
                  </a:extLst>
                </p:cNvPr>
                <p:cNvSpPr/>
                <p:nvPr/>
              </p:nvSpPr>
              <p:spPr>
                <a:xfrm>
                  <a:off x="3262267" y="3956287"/>
                  <a:ext cx="599802" cy="27762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dirty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altLang="zh-CN" i="1" dirty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𝑊</m:t>
                            </m:r>
                          </m:sub>
                        </m:s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()</m:t>
                        </m:r>
                      </m:oMath>
                    </m:oMathPara>
                  </a14:m>
                  <a:endParaRPr lang="zh-CN" altLang="en-US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744" name="矩形 743">
                  <a:extLst>
                    <a:ext uri="{FF2B5EF4-FFF2-40B4-BE49-F238E27FC236}">
                      <a16:creationId xmlns:a16="http://schemas.microsoft.com/office/drawing/2014/main" id="{6DD87F4D-7CF6-EBAE-A2AB-0D441457B57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62267" y="3956287"/>
                  <a:ext cx="599802" cy="277627"/>
                </a:xfrm>
                <a:prstGeom prst="rect">
                  <a:avLst/>
                </a:prstGeom>
                <a:blipFill>
                  <a:blip r:embed="rId4"/>
                  <a:stretch>
                    <a:fillRect b="-1475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1" name="椭圆 20">
            <a:extLst>
              <a:ext uri="{FF2B5EF4-FFF2-40B4-BE49-F238E27FC236}">
                <a16:creationId xmlns:a16="http://schemas.microsoft.com/office/drawing/2014/main" id="{9C9A8941-8145-6C2D-2B1E-AA26B3470DD1}"/>
              </a:ext>
            </a:extLst>
          </p:cNvPr>
          <p:cNvSpPr/>
          <p:nvPr/>
        </p:nvSpPr>
        <p:spPr>
          <a:xfrm>
            <a:off x="3948243" y="4250565"/>
            <a:ext cx="660722" cy="44573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FF7D7AF1-3E31-6B48-035C-D4E6FD29AFF5}"/>
              </a:ext>
            </a:extLst>
          </p:cNvPr>
          <p:cNvGrpSpPr/>
          <p:nvPr/>
        </p:nvGrpSpPr>
        <p:grpSpPr>
          <a:xfrm>
            <a:off x="4936437" y="4246921"/>
            <a:ext cx="481646" cy="457486"/>
            <a:chOff x="4842156" y="3773497"/>
            <a:chExt cx="393114" cy="343893"/>
          </a:xfrm>
        </p:grpSpPr>
        <p:grpSp>
          <p:nvGrpSpPr>
            <p:cNvPr id="23" name="组合 22">
              <a:extLst>
                <a:ext uri="{FF2B5EF4-FFF2-40B4-BE49-F238E27FC236}">
                  <a16:creationId xmlns:a16="http://schemas.microsoft.com/office/drawing/2014/main" id="{05E56553-85AC-41D7-3A28-AC809CB36CB5}"/>
                </a:ext>
              </a:extLst>
            </p:cNvPr>
            <p:cNvGrpSpPr/>
            <p:nvPr/>
          </p:nvGrpSpPr>
          <p:grpSpPr>
            <a:xfrm>
              <a:off x="4937067" y="3821336"/>
              <a:ext cx="261952" cy="260359"/>
              <a:chOff x="5436287" y="3505571"/>
              <a:chExt cx="336942" cy="321770"/>
            </a:xfrm>
          </p:grpSpPr>
          <p:sp>
            <p:nvSpPr>
              <p:cNvPr id="25" name="流程图: 接点 24">
                <a:extLst>
                  <a:ext uri="{FF2B5EF4-FFF2-40B4-BE49-F238E27FC236}">
                    <a16:creationId xmlns:a16="http://schemas.microsoft.com/office/drawing/2014/main" id="{8604710F-C047-3B04-6232-7FDD98C4D55C}"/>
                  </a:ext>
                </a:extLst>
              </p:cNvPr>
              <p:cNvSpPr/>
              <p:nvPr/>
            </p:nvSpPr>
            <p:spPr>
              <a:xfrm>
                <a:off x="5436288" y="3505571"/>
                <a:ext cx="96883" cy="88611"/>
              </a:xfrm>
              <a:prstGeom prst="flowChartConnector">
                <a:avLst/>
              </a:prstGeom>
              <a:noFill/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500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6" name="流程图: 接点 25">
                <a:extLst>
                  <a:ext uri="{FF2B5EF4-FFF2-40B4-BE49-F238E27FC236}">
                    <a16:creationId xmlns:a16="http://schemas.microsoft.com/office/drawing/2014/main" id="{26BE9A32-982C-4C91-CD8E-C0FFB5A24E98}"/>
                  </a:ext>
                </a:extLst>
              </p:cNvPr>
              <p:cNvSpPr/>
              <p:nvPr/>
            </p:nvSpPr>
            <p:spPr>
              <a:xfrm>
                <a:off x="5436288" y="3623512"/>
                <a:ext cx="96883" cy="88611"/>
              </a:xfrm>
              <a:prstGeom prst="flowChartConnector">
                <a:avLst/>
              </a:prstGeom>
              <a:noFill/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500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7" name="流程图: 接点 26">
                <a:extLst>
                  <a:ext uri="{FF2B5EF4-FFF2-40B4-BE49-F238E27FC236}">
                    <a16:creationId xmlns:a16="http://schemas.microsoft.com/office/drawing/2014/main" id="{BE2B33A1-C18F-1296-7FA1-A99E8E508B0F}"/>
                  </a:ext>
                </a:extLst>
              </p:cNvPr>
              <p:cNvSpPr/>
              <p:nvPr/>
            </p:nvSpPr>
            <p:spPr>
              <a:xfrm>
                <a:off x="5436287" y="3738730"/>
                <a:ext cx="96883" cy="88611"/>
              </a:xfrm>
              <a:prstGeom prst="flowChartConnector">
                <a:avLst/>
              </a:prstGeom>
              <a:noFill/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500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8" name="流程图: 接点 27">
                <a:extLst>
                  <a:ext uri="{FF2B5EF4-FFF2-40B4-BE49-F238E27FC236}">
                    <a16:creationId xmlns:a16="http://schemas.microsoft.com/office/drawing/2014/main" id="{9FD296C9-7C67-79F7-B037-ED4E2BAE61BF}"/>
                  </a:ext>
                </a:extLst>
              </p:cNvPr>
              <p:cNvSpPr/>
              <p:nvPr/>
            </p:nvSpPr>
            <p:spPr>
              <a:xfrm>
                <a:off x="5676346" y="3623512"/>
                <a:ext cx="96883" cy="88611"/>
              </a:xfrm>
              <a:prstGeom prst="flowChartConnector">
                <a:avLst/>
              </a:prstGeom>
              <a:noFill/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500" dirty="0">
                  <a:solidFill>
                    <a:sysClr val="windowText" lastClr="000000"/>
                  </a:solidFill>
                </a:endParaRPr>
              </a:p>
            </p:txBody>
          </p:sp>
          <p:cxnSp>
            <p:nvCxnSpPr>
              <p:cNvPr id="29" name="直接箭头连接符 28">
                <a:extLst>
                  <a:ext uri="{FF2B5EF4-FFF2-40B4-BE49-F238E27FC236}">
                    <a16:creationId xmlns:a16="http://schemas.microsoft.com/office/drawing/2014/main" id="{C493E2E4-A80D-3A55-7CD2-1EB2D3385A8B}"/>
                  </a:ext>
                </a:extLst>
              </p:cNvPr>
              <p:cNvCxnSpPr>
                <a:cxnSpLocks/>
                <a:stCxn id="25" idx="6"/>
                <a:endCxn id="28" idx="2"/>
              </p:cNvCxnSpPr>
              <p:nvPr/>
            </p:nvCxnSpPr>
            <p:spPr>
              <a:xfrm>
                <a:off x="5533171" y="3549877"/>
                <a:ext cx="143175" cy="117941"/>
              </a:xfrm>
              <a:prstGeom prst="straightConnector1">
                <a:avLst/>
              </a:prstGeom>
              <a:ln w="12700">
                <a:tailEnd type="triangle" w="sm" len="sm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0" name="直接箭头连接符 29">
                <a:extLst>
                  <a:ext uri="{FF2B5EF4-FFF2-40B4-BE49-F238E27FC236}">
                    <a16:creationId xmlns:a16="http://schemas.microsoft.com/office/drawing/2014/main" id="{D4D411EB-1912-4823-C05E-7CDDA27FEE16}"/>
                  </a:ext>
                </a:extLst>
              </p:cNvPr>
              <p:cNvCxnSpPr>
                <a:cxnSpLocks/>
                <a:stCxn id="26" idx="6"/>
                <a:endCxn id="28" idx="2"/>
              </p:cNvCxnSpPr>
              <p:nvPr/>
            </p:nvCxnSpPr>
            <p:spPr>
              <a:xfrm>
                <a:off x="5533171" y="3667818"/>
                <a:ext cx="143175" cy="0"/>
              </a:xfrm>
              <a:prstGeom prst="straightConnector1">
                <a:avLst/>
              </a:prstGeom>
              <a:ln w="12700">
                <a:tailEnd type="triangle" w="sm" len="sm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1" name="直接箭头连接符 30">
                <a:extLst>
                  <a:ext uri="{FF2B5EF4-FFF2-40B4-BE49-F238E27FC236}">
                    <a16:creationId xmlns:a16="http://schemas.microsoft.com/office/drawing/2014/main" id="{C1E00B14-8610-FE43-704C-EB637869F16F}"/>
                  </a:ext>
                </a:extLst>
              </p:cNvPr>
              <p:cNvCxnSpPr>
                <a:cxnSpLocks/>
                <a:stCxn id="27" idx="6"/>
                <a:endCxn id="28" idx="2"/>
              </p:cNvCxnSpPr>
              <p:nvPr/>
            </p:nvCxnSpPr>
            <p:spPr>
              <a:xfrm flipV="1">
                <a:off x="5533170" y="3667818"/>
                <a:ext cx="143176" cy="115218"/>
              </a:xfrm>
              <a:prstGeom prst="straightConnector1">
                <a:avLst/>
              </a:prstGeom>
              <a:ln w="12700">
                <a:tailEnd type="triangle" w="sm" len="sm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2612BFA0-4D12-30E4-A385-ADB3A512791E}"/>
                </a:ext>
              </a:extLst>
            </p:cNvPr>
            <p:cNvSpPr/>
            <p:nvPr/>
          </p:nvSpPr>
          <p:spPr>
            <a:xfrm>
              <a:off x="4842156" y="3773497"/>
              <a:ext cx="393114" cy="343893"/>
            </a:xfrm>
            <a:prstGeom prst="roundRect">
              <a:avLst>
                <a:gd name="adj" fmla="val 31589"/>
              </a:avLst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32" name="椭圆 31">
            <a:extLst>
              <a:ext uri="{FF2B5EF4-FFF2-40B4-BE49-F238E27FC236}">
                <a16:creationId xmlns:a16="http://schemas.microsoft.com/office/drawing/2014/main" id="{57AD5223-D689-9D30-6734-B811EDDC5035}"/>
              </a:ext>
            </a:extLst>
          </p:cNvPr>
          <p:cNvSpPr/>
          <p:nvPr/>
        </p:nvSpPr>
        <p:spPr>
          <a:xfrm>
            <a:off x="5750164" y="4255613"/>
            <a:ext cx="660724" cy="44573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8E2F235C-6CC1-4C1E-BD49-AFC70BB270F8}"/>
              </a:ext>
            </a:extLst>
          </p:cNvPr>
          <p:cNvGrpSpPr/>
          <p:nvPr/>
        </p:nvGrpSpPr>
        <p:grpSpPr>
          <a:xfrm>
            <a:off x="6658518" y="4257803"/>
            <a:ext cx="734881" cy="457486"/>
            <a:chOff x="3262267" y="3927547"/>
            <a:chExt cx="599802" cy="343893"/>
          </a:xfrm>
        </p:grpSpPr>
        <p:sp>
          <p:nvSpPr>
            <p:cNvPr id="34" name="矩形: 圆角 33">
              <a:extLst>
                <a:ext uri="{FF2B5EF4-FFF2-40B4-BE49-F238E27FC236}">
                  <a16:creationId xmlns:a16="http://schemas.microsoft.com/office/drawing/2014/main" id="{96A41570-C761-D39F-177C-FF6B6F9DF3EA}"/>
                </a:ext>
              </a:extLst>
            </p:cNvPr>
            <p:cNvSpPr/>
            <p:nvPr/>
          </p:nvSpPr>
          <p:spPr>
            <a:xfrm>
              <a:off x="3337478" y="3927547"/>
              <a:ext cx="393114" cy="343893"/>
            </a:xfrm>
            <a:prstGeom prst="roundRect">
              <a:avLst>
                <a:gd name="adj" fmla="val 31589"/>
              </a:avLst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矩形 34">
                  <a:extLst>
                    <a:ext uri="{FF2B5EF4-FFF2-40B4-BE49-F238E27FC236}">
                      <a16:creationId xmlns:a16="http://schemas.microsoft.com/office/drawing/2014/main" id="{3A245697-ED01-61C5-44BF-75529B904CBA}"/>
                    </a:ext>
                  </a:extLst>
                </p:cNvPr>
                <p:cNvSpPr/>
                <p:nvPr/>
              </p:nvSpPr>
              <p:spPr>
                <a:xfrm>
                  <a:off x="3262267" y="3956287"/>
                  <a:ext cx="599802" cy="27762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dirty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altLang="zh-CN" i="1" dirty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𝑊</m:t>
                            </m:r>
                          </m:sub>
                        </m:s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()</m:t>
                        </m:r>
                      </m:oMath>
                    </m:oMathPara>
                  </a14:m>
                  <a:endParaRPr lang="zh-CN" altLang="en-US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727" name="矩形 726">
                  <a:extLst>
                    <a:ext uri="{FF2B5EF4-FFF2-40B4-BE49-F238E27FC236}">
                      <a16:creationId xmlns:a16="http://schemas.microsoft.com/office/drawing/2014/main" id="{C93EC40D-74C7-130C-25BA-67268259231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62267" y="3956287"/>
                  <a:ext cx="599802" cy="277627"/>
                </a:xfrm>
                <a:prstGeom prst="rect">
                  <a:avLst/>
                </a:prstGeom>
                <a:blipFill>
                  <a:blip r:embed="rId8"/>
                  <a:stretch>
                    <a:fillRect b="-1475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6" name="椭圆 35">
            <a:extLst>
              <a:ext uri="{FF2B5EF4-FFF2-40B4-BE49-F238E27FC236}">
                <a16:creationId xmlns:a16="http://schemas.microsoft.com/office/drawing/2014/main" id="{0A6509B9-A573-DEC5-FC88-A1F1D8EFA29C}"/>
              </a:ext>
            </a:extLst>
          </p:cNvPr>
          <p:cNvSpPr/>
          <p:nvPr/>
        </p:nvSpPr>
        <p:spPr>
          <a:xfrm>
            <a:off x="7565590" y="4263950"/>
            <a:ext cx="660722" cy="44573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6D493B23-A7A1-9246-FAAA-DCB36B03F0E4}"/>
              </a:ext>
            </a:extLst>
          </p:cNvPr>
          <p:cNvGrpSpPr/>
          <p:nvPr/>
        </p:nvGrpSpPr>
        <p:grpSpPr>
          <a:xfrm>
            <a:off x="8553784" y="4260307"/>
            <a:ext cx="481646" cy="457486"/>
            <a:chOff x="4842156" y="3773497"/>
            <a:chExt cx="393114" cy="343893"/>
          </a:xfrm>
        </p:grpSpPr>
        <p:grpSp>
          <p:nvGrpSpPr>
            <p:cNvPr id="38" name="组合 37">
              <a:extLst>
                <a:ext uri="{FF2B5EF4-FFF2-40B4-BE49-F238E27FC236}">
                  <a16:creationId xmlns:a16="http://schemas.microsoft.com/office/drawing/2014/main" id="{A43A2C18-443E-B583-59E9-306A9178F979}"/>
                </a:ext>
              </a:extLst>
            </p:cNvPr>
            <p:cNvGrpSpPr/>
            <p:nvPr/>
          </p:nvGrpSpPr>
          <p:grpSpPr>
            <a:xfrm>
              <a:off x="4937067" y="3821336"/>
              <a:ext cx="261952" cy="260359"/>
              <a:chOff x="5436287" y="3505571"/>
              <a:chExt cx="336942" cy="321770"/>
            </a:xfrm>
          </p:grpSpPr>
          <p:sp>
            <p:nvSpPr>
              <p:cNvPr id="40" name="流程图: 接点 39">
                <a:extLst>
                  <a:ext uri="{FF2B5EF4-FFF2-40B4-BE49-F238E27FC236}">
                    <a16:creationId xmlns:a16="http://schemas.microsoft.com/office/drawing/2014/main" id="{D7C9816F-5DF6-025B-5C94-648476AD82AA}"/>
                  </a:ext>
                </a:extLst>
              </p:cNvPr>
              <p:cNvSpPr/>
              <p:nvPr/>
            </p:nvSpPr>
            <p:spPr>
              <a:xfrm>
                <a:off x="5436288" y="3505571"/>
                <a:ext cx="96883" cy="88611"/>
              </a:xfrm>
              <a:prstGeom prst="flowChartConnector">
                <a:avLst/>
              </a:prstGeom>
              <a:noFill/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500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41" name="流程图: 接点 40">
                <a:extLst>
                  <a:ext uri="{FF2B5EF4-FFF2-40B4-BE49-F238E27FC236}">
                    <a16:creationId xmlns:a16="http://schemas.microsoft.com/office/drawing/2014/main" id="{7CB7190E-211D-8FA7-2663-A637915E25E2}"/>
                  </a:ext>
                </a:extLst>
              </p:cNvPr>
              <p:cNvSpPr/>
              <p:nvPr/>
            </p:nvSpPr>
            <p:spPr>
              <a:xfrm>
                <a:off x="5436288" y="3623512"/>
                <a:ext cx="96883" cy="88611"/>
              </a:xfrm>
              <a:prstGeom prst="flowChartConnector">
                <a:avLst/>
              </a:prstGeom>
              <a:noFill/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500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42" name="流程图: 接点 41">
                <a:extLst>
                  <a:ext uri="{FF2B5EF4-FFF2-40B4-BE49-F238E27FC236}">
                    <a16:creationId xmlns:a16="http://schemas.microsoft.com/office/drawing/2014/main" id="{779E8372-37FB-87A1-B28D-E9AE917CC7D7}"/>
                  </a:ext>
                </a:extLst>
              </p:cNvPr>
              <p:cNvSpPr/>
              <p:nvPr/>
            </p:nvSpPr>
            <p:spPr>
              <a:xfrm>
                <a:off x="5436287" y="3738730"/>
                <a:ext cx="96883" cy="88611"/>
              </a:xfrm>
              <a:prstGeom prst="flowChartConnector">
                <a:avLst/>
              </a:prstGeom>
              <a:noFill/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500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43" name="流程图: 接点 42">
                <a:extLst>
                  <a:ext uri="{FF2B5EF4-FFF2-40B4-BE49-F238E27FC236}">
                    <a16:creationId xmlns:a16="http://schemas.microsoft.com/office/drawing/2014/main" id="{768654BC-4371-7E3E-C234-92CDA7E56635}"/>
                  </a:ext>
                </a:extLst>
              </p:cNvPr>
              <p:cNvSpPr/>
              <p:nvPr/>
            </p:nvSpPr>
            <p:spPr>
              <a:xfrm>
                <a:off x="5676346" y="3623512"/>
                <a:ext cx="96883" cy="88611"/>
              </a:xfrm>
              <a:prstGeom prst="flowChartConnector">
                <a:avLst/>
              </a:prstGeom>
              <a:noFill/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500" dirty="0">
                  <a:solidFill>
                    <a:sysClr val="windowText" lastClr="000000"/>
                  </a:solidFill>
                </a:endParaRPr>
              </a:p>
            </p:txBody>
          </p:sp>
          <p:cxnSp>
            <p:nvCxnSpPr>
              <p:cNvPr id="44" name="直接箭头连接符 43">
                <a:extLst>
                  <a:ext uri="{FF2B5EF4-FFF2-40B4-BE49-F238E27FC236}">
                    <a16:creationId xmlns:a16="http://schemas.microsoft.com/office/drawing/2014/main" id="{94A81CB3-5C3C-DE20-38A8-F48830EB2114}"/>
                  </a:ext>
                </a:extLst>
              </p:cNvPr>
              <p:cNvCxnSpPr>
                <a:cxnSpLocks/>
                <a:stCxn id="40" idx="6"/>
                <a:endCxn id="43" idx="2"/>
              </p:cNvCxnSpPr>
              <p:nvPr/>
            </p:nvCxnSpPr>
            <p:spPr>
              <a:xfrm>
                <a:off x="5533171" y="3549877"/>
                <a:ext cx="143175" cy="117941"/>
              </a:xfrm>
              <a:prstGeom prst="straightConnector1">
                <a:avLst/>
              </a:prstGeom>
              <a:ln w="12700">
                <a:tailEnd type="triangle" w="sm" len="sm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5" name="直接箭头连接符 44">
                <a:extLst>
                  <a:ext uri="{FF2B5EF4-FFF2-40B4-BE49-F238E27FC236}">
                    <a16:creationId xmlns:a16="http://schemas.microsoft.com/office/drawing/2014/main" id="{F57F7AC5-5994-1C65-E06A-804093EBBC90}"/>
                  </a:ext>
                </a:extLst>
              </p:cNvPr>
              <p:cNvCxnSpPr>
                <a:cxnSpLocks/>
                <a:stCxn id="41" idx="6"/>
                <a:endCxn id="43" idx="2"/>
              </p:cNvCxnSpPr>
              <p:nvPr/>
            </p:nvCxnSpPr>
            <p:spPr>
              <a:xfrm>
                <a:off x="5533171" y="3667818"/>
                <a:ext cx="143175" cy="0"/>
              </a:xfrm>
              <a:prstGeom prst="straightConnector1">
                <a:avLst/>
              </a:prstGeom>
              <a:ln w="12700">
                <a:tailEnd type="triangle" w="sm" len="sm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6" name="直接箭头连接符 45">
                <a:extLst>
                  <a:ext uri="{FF2B5EF4-FFF2-40B4-BE49-F238E27FC236}">
                    <a16:creationId xmlns:a16="http://schemas.microsoft.com/office/drawing/2014/main" id="{44F450E9-A94F-7919-FDFB-DB3C08ED58E1}"/>
                  </a:ext>
                </a:extLst>
              </p:cNvPr>
              <p:cNvCxnSpPr>
                <a:cxnSpLocks/>
                <a:stCxn id="42" idx="6"/>
                <a:endCxn id="43" idx="2"/>
              </p:cNvCxnSpPr>
              <p:nvPr/>
            </p:nvCxnSpPr>
            <p:spPr>
              <a:xfrm flipV="1">
                <a:off x="5533170" y="3667818"/>
                <a:ext cx="143176" cy="115218"/>
              </a:xfrm>
              <a:prstGeom prst="straightConnector1">
                <a:avLst/>
              </a:prstGeom>
              <a:ln w="12700">
                <a:tailEnd type="triangle" w="sm" len="sm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39" name="矩形: 圆角 38">
              <a:extLst>
                <a:ext uri="{FF2B5EF4-FFF2-40B4-BE49-F238E27FC236}">
                  <a16:creationId xmlns:a16="http://schemas.microsoft.com/office/drawing/2014/main" id="{6F317C1B-FC71-D3EB-A3E0-8BEBBF11D644}"/>
                </a:ext>
              </a:extLst>
            </p:cNvPr>
            <p:cNvSpPr/>
            <p:nvPr/>
          </p:nvSpPr>
          <p:spPr>
            <a:xfrm>
              <a:off x="4842156" y="3773497"/>
              <a:ext cx="393114" cy="343893"/>
            </a:xfrm>
            <a:prstGeom prst="roundRect">
              <a:avLst>
                <a:gd name="adj" fmla="val 31589"/>
              </a:avLst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47" name="椭圆 46">
            <a:extLst>
              <a:ext uri="{FF2B5EF4-FFF2-40B4-BE49-F238E27FC236}">
                <a16:creationId xmlns:a16="http://schemas.microsoft.com/office/drawing/2014/main" id="{026C3F86-303B-DAEF-6CC7-2305995DDB57}"/>
              </a:ext>
            </a:extLst>
          </p:cNvPr>
          <p:cNvSpPr/>
          <p:nvPr/>
        </p:nvSpPr>
        <p:spPr>
          <a:xfrm>
            <a:off x="9367511" y="4268999"/>
            <a:ext cx="660724" cy="44573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9" name="直接箭头连接符 48">
            <a:extLst>
              <a:ext uri="{FF2B5EF4-FFF2-40B4-BE49-F238E27FC236}">
                <a16:creationId xmlns:a16="http://schemas.microsoft.com/office/drawing/2014/main" id="{AAE60AE6-0FED-E206-05D1-C38E88D96943}"/>
              </a:ext>
            </a:extLst>
          </p:cNvPr>
          <p:cNvCxnSpPr>
            <a:cxnSpLocks/>
            <a:stCxn id="21" idx="6"/>
            <a:endCxn id="24" idx="1"/>
          </p:cNvCxnSpPr>
          <p:nvPr/>
        </p:nvCxnSpPr>
        <p:spPr>
          <a:xfrm>
            <a:off x="4608974" y="4473441"/>
            <a:ext cx="327462" cy="2224"/>
          </a:xfrm>
          <a:prstGeom prst="straightConnector1">
            <a:avLst/>
          </a:prstGeom>
          <a:ln w="19050">
            <a:headEnd type="triangle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直接箭头连接符 49">
            <a:extLst>
              <a:ext uri="{FF2B5EF4-FFF2-40B4-BE49-F238E27FC236}">
                <a16:creationId xmlns:a16="http://schemas.microsoft.com/office/drawing/2014/main" id="{E06B763B-B630-A231-8FEF-0A782412B1C5}"/>
              </a:ext>
            </a:extLst>
          </p:cNvPr>
          <p:cNvCxnSpPr>
            <a:cxnSpLocks/>
            <a:stCxn id="16" idx="3"/>
            <a:endCxn id="21" idx="2"/>
          </p:cNvCxnSpPr>
          <p:nvPr/>
        </p:nvCxnSpPr>
        <p:spPr>
          <a:xfrm>
            <a:off x="3614971" y="4473161"/>
            <a:ext cx="333280" cy="279"/>
          </a:xfrm>
          <a:prstGeom prst="straightConnector1">
            <a:avLst/>
          </a:prstGeom>
          <a:ln w="19050">
            <a:headEnd type="triangle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直接箭头连接符 50">
            <a:extLst>
              <a:ext uri="{FF2B5EF4-FFF2-40B4-BE49-F238E27FC236}">
                <a16:creationId xmlns:a16="http://schemas.microsoft.com/office/drawing/2014/main" id="{1852BA9F-C748-E3EC-7070-769E56323D82}"/>
              </a:ext>
            </a:extLst>
          </p:cNvPr>
          <p:cNvCxnSpPr>
            <a:cxnSpLocks/>
            <a:stCxn id="24" idx="3"/>
            <a:endCxn id="32" idx="2"/>
          </p:cNvCxnSpPr>
          <p:nvPr/>
        </p:nvCxnSpPr>
        <p:spPr>
          <a:xfrm>
            <a:off x="5418083" y="4475665"/>
            <a:ext cx="332075" cy="2818"/>
          </a:xfrm>
          <a:prstGeom prst="straightConnector1">
            <a:avLst/>
          </a:prstGeom>
          <a:ln w="19050">
            <a:headEnd type="triangle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直接箭头连接符 51">
            <a:extLst>
              <a:ext uri="{FF2B5EF4-FFF2-40B4-BE49-F238E27FC236}">
                <a16:creationId xmlns:a16="http://schemas.microsoft.com/office/drawing/2014/main" id="{1B6A5EDB-7864-52B4-6ACA-FAA591DE3D3D}"/>
              </a:ext>
            </a:extLst>
          </p:cNvPr>
          <p:cNvCxnSpPr>
            <a:cxnSpLocks/>
            <a:stCxn id="36" idx="6"/>
            <a:endCxn id="39" idx="1"/>
          </p:cNvCxnSpPr>
          <p:nvPr/>
        </p:nvCxnSpPr>
        <p:spPr>
          <a:xfrm>
            <a:off x="8226322" y="4486826"/>
            <a:ext cx="327462" cy="2224"/>
          </a:xfrm>
          <a:prstGeom prst="straightConnector1">
            <a:avLst/>
          </a:prstGeom>
          <a:ln w="19050">
            <a:headEnd type="triangle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3" name="直接箭头连接符 62">
            <a:extLst>
              <a:ext uri="{FF2B5EF4-FFF2-40B4-BE49-F238E27FC236}">
                <a16:creationId xmlns:a16="http://schemas.microsoft.com/office/drawing/2014/main" id="{2FCEAC0B-1700-7437-F56F-D4DDC445DC78}"/>
              </a:ext>
            </a:extLst>
          </p:cNvPr>
          <p:cNvCxnSpPr>
            <a:cxnSpLocks/>
            <a:stCxn id="34" idx="3"/>
            <a:endCxn id="36" idx="2"/>
          </p:cNvCxnSpPr>
          <p:nvPr/>
        </p:nvCxnSpPr>
        <p:spPr>
          <a:xfrm>
            <a:off x="7232318" y="4486547"/>
            <a:ext cx="333280" cy="279"/>
          </a:xfrm>
          <a:prstGeom prst="straightConnector1">
            <a:avLst/>
          </a:prstGeom>
          <a:ln w="19050">
            <a:headEnd type="triangle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96" name="直接箭头连接符 895">
            <a:extLst>
              <a:ext uri="{FF2B5EF4-FFF2-40B4-BE49-F238E27FC236}">
                <a16:creationId xmlns:a16="http://schemas.microsoft.com/office/drawing/2014/main" id="{9FDDECF8-2916-8840-3EC5-DF4C900BA846}"/>
              </a:ext>
            </a:extLst>
          </p:cNvPr>
          <p:cNvCxnSpPr>
            <a:cxnSpLocks/>
            <a:stCxn id="39" idx="3"/>
            <a:endCxn id="47" idx="2"/>
          </p:cNvCxnSpPr>
          <p:nvPr/>
        </p:nvCxnSpPr>
        <p:spPr>
          <a:xfrm>
            <a:off x="9035430" y="4489051"/>
            <a:ext cx="332075" cy="2818"/>
          </a:xfrm>
          <a:prstGeom prst="straightConnector1">
            <a:avLst/>
          </a:prstGeom>
          <a:ln w="19050">
            <a:headEnd type="triangle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97" name="直接箭头连接符 896">
            <a:extLst>
              <a:ext uri="{FF2B5EF4-FFF2-40B4-BE49-F238E27FC236}">
                <a16:creationId xmlns:a16="http://schemas.microsoft.com/office/drawing/2014/main" id="{6E3ED924-25F3-5FCB-DEAB-72154DDB4744}"/>
              </a:ext>
            </a:extLst>
          </p:cNvPr>
          <p:cNvCxnSpPr>
            <a:cxnSpLocks/>
            <a:stCxn id="32" idx="6"/>
            <a:endCxn id="34" idx="1"/>
          </p:cNvCxnSpPr>
          <p:nvPr/>
        </p:nvCxnSpPr>
        <p:spPr>
          <a:xfrm>
            <a:off x="6410882" y="4478483"/>
            <a:ext cx="339790" cy="8064"/>
          </a:xfrm>
          <a:prstGeom prst="straightConnector1">
            <a:avLst/>
          </a:prstGeom>
          <a:ln w="19050">
            <a:headEnd type="triangle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98" name="文本框 897">
                <a:extLst>
                  <a:ext uri="{FF2B5EF4-FFF2-40B4-BE49-F238E27FC236}">
                    <a16:creationId xmlns:a16="http://schemas.microsoft.com/office/drawing/2014/main" id="{9B8363E8-9E39-E514-9B05-9E7B46F28FF7}"/>
                  </a:ext>
                </a:extLst>
              </p:cNvPr>
              <p:cNvSpPr txBox="1"/>
              <p:nvPr/>
            </p:nvSpPr>
            <p:spPr>
              <a:xfrm>
                <a:off x="3730352" y="4269463"/>
                <a:ext cx="1071288" cy="400110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b="1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zh-CN" altLang="en-US" sz="2000" b="1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𝜵</m:t>
                          </m:r>
                          <m:r>
                            <a:rPr lang="en-US" altLang="zh-CN" sz="2000" b="1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𝑿</m:t>
                          </m:r>
                        </m:e>
                        <m:sub>
                          <m:r>
                            <a:rPr lang="en-US" altLang="zh-CN" sz="2000" b="1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zh-CN" altLang="en-US" sz="2000" b="1" dirty="0">
                  <a:solidFill>
                    <a:schemeClr val="accent6"/>
                  </a:solidFill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898" name="文本框 897">
                <a:extLst>
                  <a:ext uri="{FF2B5EF4-FFF2-40B4-BE49-F238E27FC236}">
                    <a16:creationId xmlns:a16="http://schemas.microsoft.com/office/drawing/2014/main" id="{9B8363E8-9E39-E514-9B05-9E7B46F28F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0352" y="4269463"/>
                <a:ext cx="1071288" cy="400110"/>
              </a:xfrm>
              <a:prstGeom prst="rect">
                <a:avLst/>
              </a:prstGeom>
              <a:blipFill>
                <a:blip r:embed="rId13"/>
                <a:stretch>
                  <a:fillRect b="-1515"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99" name="文本框 898">
                <a:extLst>
                  <a:ext uri="{FF2B5EF4-FFF2-40B4-BE49-F238E27FC236}">
                    <a16:creationId xmlns:a16="http://schemas.microsoft.com/office/drawing/2014/main" id="{32782CF4-D4CA-CA40-D016-8D14CCDAB0E5}"/>
                  </a:ext>
                </a:extLst>
              </p:cNvPr>
              <p:cNvSpPr txBox="1"/>
              <p:nvPr/>
            </p:nvSpPr>
            <p:spPr>
              <a:xfrm>
                <a:off x="5561050" y="4259460"/>
                <a:ext cx="1071288" cy="400110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b="1" i="1" dirty="0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zh-CN" altLang="en-US" sz="2000" b="1" i="1" dirty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𝜵</m:t>
                          </m:r>
                          <m:r>
                            <a:rPr lang="en-US" altLang="zh-CN" sz="2000" b="1" i="1" dirty="0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𝑯</m:t>
                          </m:r>
                        </m:e>
                        <m:sub>
                          <m:r>
                            <a:rPr lang="en-US" altLang="zh-CN" sz="2000" b="1" i="1" dirty="0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zh-CN" altLang="en-US" sz="2000" b="1" dirty="0">
                  <a:solidFill>
                    <a:schemeClr val="accent5"/>
                  </a:solidFill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899" name="文本框 898">
                <a:extLst>
                  <a:ext uri="{FF2B5EF4-FFF2-40B4-BE49-F238E27FC236}">
                    <a16:creationId xmlns:a16="http://schemas.microsoft.com/office/drawing/2014/main" id="{32782CF4-D4CA-CA40-D016-8D14CCDAB0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1050" y="4259460"/>
                <a:ext cx="1071288" cy="400110"/>
              </a:xfrm>
              <a:prstGeom prst="rect">
                <a:avLst/>
              </a:prstGeom>
              <a:blipFill>
                <a:blip r:embed="rId14"/>
                <a:stretch>
                  <a:fillRect b="-1538"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00" name="文本框 899">
                <a:extLst>
                  <a:ext uri="{FF2B5EF4-FFF2-40B4-BE49-F238E27FC236}">
                    <a16:creationId xmlns:a16="http://schemas.microsoft.com/office/drawing/2014/main" id="{63AE646F-40D9-6A79-A6EC-30FDB999FD40}"/>
                  </a:ext>
                </a:extLst>
              </p:cNvPr>
              <p:cNvSpPr txBox="1"/>
              <p:nvPr/>
            </p:nvSpPr>
            <p:spPr>
              <a:xfrm>
                <a:off x="7402298" y="4276699"/>
                <a:ext cx="1071288" cy="400110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b="1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zh-CN" altLang="en-US" sz="2000" b="1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𝜵</m:t>
                          </m:r>
                          <m:r>
                            <a:rPr lang="en-US" altLang="zh-CN" sz="2000" b="1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𝑿</m:t>
                          </m:r>
                        </m:e>
                        <m:sub>
                          <m:r>
                            <a:rPr lang="en-US" altLang="zh-CN" sz="2000" b="1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zh-CN" altLang="en-US" sz="2000" b="1" dirty="0">
                  <a:solidFill>
                    <a:schemeClr val="accent6"/>
                  </a:solidFill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900" name="文本框 899">
                <a:extLst>
                  <a:ext uri="{FF2B5EF4-FFF2-40B4-BE49-F238E27FC236}">
                    <a16:creationId xmlns:a16="http://schemas.microsoft.com/office/drawing/2014/main" id="{63AE646F-40D9-6A79-A6EC-30FDB999FD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02298" y="4276699"/>
                <a:ext cx="1071288" cy="400110"/>
              </a:xfrm>
              <a:prstGeom prst="rect">
                <a:avLst/>
              </a:prstGeom>
              <a:blipFill>
                <a:blip r:embed="rId15"/>
                <a:stretch>
                  <a:fillRect b="-1538"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01" name="文本框 900">
                <a:extLst>
                  <a:ext uri="{FF2B5EF4-FFF2-40B4-BE49-F238E27FC236}">
                    <a16:creationId xmlns:a16="http://schemas.microsoft.com/office/drawing/2014/main" id="{03F863AC-6BB6-473F-527D-C96E28B607EB}"/>
                  </a:ext>
                </a:extLst>
              </p:cNvPr>
              <p:cNvSpPr txBox="1"/>
              <p:nvPr/>
            </p:nvSpPr>
            <p:spPr>
              <a:xfrm>
                <a:off x="9178397" y="4281460"/>
                <a:ext cx="1071288" cy="400110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b="1" i="1" dirty="0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zh-CN" altLang="en-US" sz="2000" b="1" i="1" dirty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𝜵</m:t>
                          </m:r>
                          <m:r>
                            <a:rPr lang="en-US" altLang="zh-CN" sz="2000" b="1" i="1" dirty="0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𝑯</m:t>
                          </m:r>
                        </m:e>
                        <m:sub>
                          <m:r>
                            <a:rPr lang="en-US" altLang="zh-CN" sz="2000" b="1" i="1" dirty="0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zh-CN" altLang="en-US" sz="2000" b="1" dirty="0">
                  <a:solidFill>
                    <a:schemeClr val="accent5"/>
                  </a:solidFill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901" name="文本框 900">
                <a:extLst>
                  <a:ext uri="{FF2B5EF4-FFF2-40B4-BE49-F238E27FC236}">
                    <a16:creationId xmlns:a16="http://schemas.microsoft.com/office/drawing/2014/main" id="{03F863AC-6BB6-473F-527D-C96E28B607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78397" y="4281460"/>
                <a:ext cx="1071288" cy="400110"/>
              </a:xfrm>
              <a:prstGeom prst="rect">
                <a:avLst/>
              </a:prstGeom>
              <a:blipFill>
                <a:blip r:embed="rId16"/>
                <a:stretch>
                  <a:fillRect b="-1515"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22" name="矩形 921">
                <a:extLst>
                  <a:ext uri="{FF2B5EF4-FFF2-40B4-BE49-F238E27FC236}">
                    <a16:creationId xmlns:a16="http://schemas.microsoft.com/office/drawing/2014/main" id="{ED429E43-819F-9340-0DBA-E011D3EB87C5}"/>
                  </a:ext>
                </a:extLst>
              </p:cNvPr>
              <p:cNvSpPr/>
              <p:nvPr/>
            </p:nvSpPr>
            <p:spPr>
              <a:xfrm>
                <a:off x="9440435" y="3325806"/>
                <a:ext cx="569957" cy="30777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140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Loss</m:t>
                      </m:r>
                    </m:oMath>
                  </m:oMathPara>
                </a14:m>
                <a:endParaRPr lang="zh-CN" altLang="en-US" sz="1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922" name="矩形 921">
                <a:extLst>
                  <a:ext uri="{FF2B5EF4-FFF2-40B4-BE49-F238E27FC236}">
                    <a16:creationId xmlns:a16="http://schemas.microsoft.com/office/drawing/2014/main" id="{ED429E43-819F-9340-0DBA-E011D3EB87C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40435" y="3325806"/>
                <a:ext cx="569957" cy="307777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23" name="矩形: 圆角 922">
            <a:extLst>
              <a:ext uri="{FF2B5EF4-FFF2-40B4-BE49-F238E27FC236}">
                <a16:creationId xmlns:a16="http://schemas.microsoft.com/office/drawing/2014/main" id="{B760A6C3-FAE2-3C24-4F78-835433D5C372}"/>
              </a:ext>
            </a:extLst>
          </p:cNvPr>
          <p:cNvSpPr/>
          <p:nvPr/>
        </p:nvSpPr>
        <p:spPr>
          <a:xfrm>
            <a:off x="9480432" y="3311601"/>
            <a:ext cx="412824" cy="327552"/>
          </a:xfrm>
          <a:prstGeom prst="roundRect">
            <a:avLst>
              <a:gd name="adj" fmla="val 31589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24" name="椭圆 923">
            <a:extLst>
              <a:ext uri="{FF2B5EF4-FFF2-40B4-BE49-F238E27FC236}">
                <a16:creationId xmlns:a16="http://schemas.microsoft.com/office/drawing/2014/main" id="{296E6076-02DF-D335-42F3-877F466AB1D2}"/>
              </a:ext>
            </a:extLst>
          </p:cNvPr>
          <p:cNvSpPr/>
          <p:nvPr/>
        </p:nvSpPr>
        <p:spPr>
          <a:xfrm>
            <a:off x="3027088" y="3288595"/>
            <a:ext cx="663403" cy="33626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25" name="矩形 924">
                <a:extLst>
                  <a:ext uri="{FF2B5EF4-FFF2-40B4-BE49-F238E27FC236}">
                    <a16:creationId xmlns:a16="http://schemas.microsoft.com/office/drawing/2014/main" id="{9B75DFCF-180A-7525-83D5-08BE09B76F85}"/>
                  </a:ext>
                </a:extLst>
              </p:cNvPr>
              <p:cNvSpPr/>
              <p:nvPr/>
            </p:nvSpPr>
            <p:spPr>
              <a:xfrm>
                <a:off x="2990489" y="3291057"/>
                <a:ext cx="792718" cy="34881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160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∇</m:t>
                      </m:r>
                      <m:sSup>
                        <m:sSupPr>
                          <m:ctrlPr>
                            <a:rPr lang="en-US" altLang="zh-CN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pPr>
                        <m:e>
                          <m:r>
                            <a:rPr lang="en-US" altLang="zh-CN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𝑊</m:t>
                          </m:r>
                        </m:e>
                        <m:sup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(1)</m:t>
                          </m:r>
                        </m:sup>
                      </m:sSup>
                    </m:oMath>
                  </m:oMathPara>
                </a14:m>
                <a:endParaRPr lang="zh-CN" alt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925" name="矩形 924">
                <a:extLst>
                  <a:ext uri="{FF2B5EF4-FFF2-40B4-BE49-F238E27FC236}">
                    <a16:creationId xmlns:a16="http://schemas.microsoft.com/office/drawing/2014/main" id="{9B75DFCF-180A-7525-83D5-08BE09B76F8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0489" y="3291057"/>
                <a:ext cx="792718" cy="348812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26" name="椭圆 925">
            <a:extLst>
              <a:ext uri="{FF2B5EF4-FFF2-40B4-BE49-F238E27FC236}">
                <a16:creationId xmlns:a16="http://schemas.microsoft.com/office/drawing/2014/main" id="{100092DE-9C7C-80FB-37F6-AF8C5C0C1F4D}"/>
              </a:ext>
            </a:extLst>
          </p:cNvPr>
          <p:cNvSpPr/>
          <p:nvPr/>
        </p:nvSpPr>
        <p:spPr>
          <a:xfrm>
            <a:off x="6630075" y="3310310"/>
            <a:ext cx="655837" cy="318859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27" name="矩形 926">
                <a:extLst>
                  <a:ext uri="{FF2B5EF4-FFF2-40B4-BE49-F238E27FC236}">
                    <a16:creationId xmlns:a16="http://schemas.microsoft.com/office/drawing/2014/main" id="{D6EA5A06-D763-95E2-22ED-155C0A6E39EE}"/>
                  </a:ext>
                </a:extLst>
              </p:cNvPr>
              <p:cNvSpPr/>
              <p:nvPr/>
            </p:nvSpPr>
            <p:spPr>
              <a:xfrm>
                <a:off x="6585907" y="3295366"/>
                <a:ext cx="792718" cy="34881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160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∇</m:t>
                      </m:r>
                      <m:sSup>
                        <m:sSupPr>
                          <m:ctrlPr>
                            <a:rPr lang="en-US" altLang="zh-CN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pPr>
                        <m:e>
                          <m:r>
                            <a:rPr lang="en-US" altLang="zh-CN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𝑊</m:t>
                          </m:r>
                        </m:e>
                        <m:sup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(2)</m:t>
                          </m:r>
                        </m:sup>
                      </m:sSup>
                    </m:oMath>
                  </m:oMathPara>
                </a14:m>
                <a:endParaRPr lang="zh-CN" alt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927" name="矩形 926">
                <a:extLst>
                  <a:ext uri="{FF2B5EF4-FFF2-40B4-BE49-F238E27FC236}">
                    <a16:creationId xmlns:a16="http://schemas.microsoft.com/office/drawing/2014/main" id="{D6EA5A06-D763-95E2-22ED-155C0A6E39E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5907" y="3295366"/>
                <a:ext cx="792718" cy="348813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28" name="直接箭头连接符 927">
            <a:extLst>
              <a:ext uri="{FF2B5EF4-FFF2-40B4-BE49-F238E27FC236}">
                <a16:creationId xmlns:a16="http://schemas.microsoft.com/office/drawing/2014/main" id="{7A6CC904-0CEA-AFCC-AEC0-628CA0539F28}"/>
              </a:ext>
            </a:extLst>
          </p:cNvPr>
          <p:cNvCxnSpPr>
            <a:cxnSpLocks/>
            <a:endCxn id="923" idx="0"/>
          </p:cNvCxnSpPr>
          <p:nvPr/>
        </p:nvCxnSpPr>
        <p:spPr>
          <a:xfrm>
            <a:off x="9683786" y="2714014"/>
            <a:ext cx="3058" cy="597587"/>
          </a:xfrm>
          <a:prstGeom prst="straightConnector1">
            <a:avLst/>
          </a:prstGeom>
          <a:ln w="19050"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29" name="直接箭头连接符 928">
            <a:extLst>
              <a:ext uri="{FF2B5EF4-FFF2-40B4-BE49-F238E27FC236}">
                <a16:creationId xmlns:a16="http://schemas.microsoft.com/office/drawing/2014/main" id="{F758FE53-F9A1-9343-5687-7A0C9CFD0F94}"/>
              </a:ext>
            </a:extLst>
          </p:cNvPr>
          <p:cNvCxnSpPr>
            <a:cxnSpLocks/>
            <a:stCxn id="923" idx="2"/>
          </p:cNvCxnSpPr>
          <p:nvPr/>
        </p:nvCxnSpPr>
        <p:spPr>
          <a:xfrm flipH="1">
            <a:off x="9680029" y="3639153"/>
            <a:ext cx="6815" cy="633209"/>
          </a:xfrm>
          <a:prstGeom prst="straightConnector1">
            <a:avLst/>
          </a:prstGeom>
          <a:ln w="19050"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30" name="直接箭头连接符 929">
            <a:extLst>
              <a:ext uri="{FF2B5EF4-FFF2-40B4-BE49-F238E27FC236}">
                <a16:creationId xmlns:a16="http://schemas.microsoft.com/office/drawing/2014/main" id="{08F709C5-C24D-A3AF-C4A8-40FF5ACF737F}"/>
              </a:ext>
            </a:extLst>
          </p:cNvPr>
          <p:cNvCxnSpPr>
            <a:cxnSpLocks/>
            <a:stCxn id="924" idx="4"/>
          </p:cNvCxnSpPr>
          <p:nvPr/>
        </p:nvCxnSpPr>
        <p:spPr>
          <a:xfrm flipH="1">
            <a:off x="3353394" y="3624861"/>
            <a:ext cx="5396" cy="622366"/>
          </a:xfrm>
          <a:prstGeom prst="straightConnector1">
            <a:avLst/>
          </a:prstGeom>
          <a:ln w="19050">
            <a:solidFill>
              <a:srgbClr val="FF0000"/>
            </a:solidFill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31" name="直接箭头连接符 930">
            <a:extLst>
              <a:ext uri="{FF2B5EF4-FFF2-40B4-BE49-F238E27FC236}">
                <a16:creationId xmlns:a16="http://schemas.microsoft.com/office/drawing/2014/main" id="{3C84B17E-76F4-A697-51D6-138A7FD91FF2}"/>
              </a:ext>
            </a:extLst>
          </p:cNvPr>
          <p:cNvCxnSpPr>
            <a:cxnSpLocks/>
          </p:cNvCxnSpPr>
          <p:nvPr/>
        </p:nvCxnSpPr>
        <p:spPr>
          <a:xfrm flipH="1">
            <a:off x="3569023" y="2703644"/>
            <a:ext cx="702236" cy="1588388"/>
          </a:xfrm>
          <a:prstGeom prst="straightConnector1">
            <a:avLst/>
          </a:prstGeom>
          <a:ln w="19050">
            <a:solidFill>
              <a:srgbClr val="FF0000"/>
            </a:solidFill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32" name="直接箭头连接符 931">
            <a:extLst>
              <a:ext uri="{FF2B5EF4-FFF2-40B4-BE49-F238E27FC236}">
                <a16:creationId xmlns:a16="http://schemas.microsoft.com/office/drawing/2014/main" id="{6237F9B1-3F32-132B-B1CF-FF4FD3923C6E}"/>
              </a:ext>
            </a:extLst>
          </p:cNvPr>
          <p:cNvCxnSpPr>
            <a:cxnSpLocks/>
          </p:cNvCxnSpPr>
          <p:nvPr/>
        </p:nvCxnSpPr>
        <p:spPr>
          <a:xfrm>
            <a:off x="2455825" y="2695307"/>
            <a:ext cx="700004" cy="1596725"/>
          </a:xfrm>
          <a:prstGeom prst="straightConnector1">
            <a:avLst/>
          </a:prstGeom>
          <a:ln w="19050">
            <a:solidFill>
              <a:srgbClr val="FF0000"/>
            </a:solidFill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33" name="直接箭头连接符 932">
            <a:extLst>
              <a:ext uri="{FF2B5EF4-FFF2-40B4-BE49-F238E27FC236}">
                <a16:creationId xmlns:a16="http://schemas.microsoft.com/office/drawing/2014/main" id="{A7CCC513-64A6-A0FE-7ACF-DA4E3D6581A1}"/>
              </a:ext>
            </a:extLst>
          </p:cNvPr>
          <p:cNvCxnSpPr>
            <a:cxnSpLocks/>
            <a:endCxn id="924" idx="0"/>
          </p:cNvCxnSpPr>
          <p:nvPr/>
        </p:nvCxnSpPr>
        <p:spPr>
          <a:xfrm flipH="1">
            <a:off x="3358791" y="2701181"/>
            <a:ext cx="1271" cy="587414"/>
          </a:xfrm>
          <a:prstGeom prst="straightConnector1">
            <a:avLst/>
          </a:prstGeom>
          <a:ln w="19050">
            <a:solidFill>
              <a:srgbClr val="FF0000"/>
            </a:solidFill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34" name="直接箭头连接符 933">
            <a:extLst>
              <a:ext uri="{FF2B5EF4-FFF2-40B4-BE49-F238E27FC236}">
                <a16:creationId xmlns:a16="http://schemas.microsoft.com/office/drawing/2014/main" id="{D668075E-4AAB-5816-C886-D8725BD3C231}"/>
              </a:ext>
            </a:extLst>
          </p:cNvPr>
          <p:cNvCxnSpPr>
            <a:cxnSpLocks/>
            <a:stCxn id="926" idx="4"/>
          </p:cNvCxnSpPr>
          <p:nvPr/>
        </p:nvCxnSpPr>
        <p:spPr>
          <a:xfrm flipH="1">
            <a:off x="6951733" y="3629172"/>
            <a:ext cx="6261" cy="622926"/>
          </a:xfrm>
          <a:prstGeom prst="straightConnector1">
            <a:avLst/>
          </a:prstGeom>
          <a:ln w="19050">
            <a:solidFill>
              <a:srgbClr val="FF0000"/>
            </a:solidFill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35" name="直接箭头连接符 934">
            <a:extLst>
              <a:ext uri="{FF2B5EF4-FFF2-40B4-BE49-F238E27FC236}">
                <a16:creationId xmlns:a16="http://schemas.microsoft.com/office/drawing/2014/main" id="{C7FC270F-44CC-77B9-04CE-D85B70D07E13}"/>
              </a:ext>
            </a:extLst>
          </p:cNvPr>
          <p:cNvCxnSpPr>
            <a:cxnSpLocks/>
          </p:cNvCxnSpPr>
          <p:nvPr/>
        </p:nvCxnSpPr>
        <p:spPr>
          <a:xfrm flipH="1">
            <a:off x="7164441" y="2707960"/>
            <a:ext cx="702236" cy="1588388"/>
          </a:xfrm>
          <a:prstGeom prst="straightConnector1">
            <a:avLst/>
          </a:prstGeom>
          <a:ln w="19050">
            <a:solidFill>
              <a:srgbClr val="FF0000"/>
            </a:solidFill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36" name="直接箭头连接符 935">
            <a:extLst>
              <a:ext uri="{FF2B5EF4-FFF2-40B4-BE49-F238E27FC236}">
                <a16:creationId xmlns:a16="http://schemas.microsoft.com/office/drawing/2014/main" id="{0136724F-D4B2-C67F-EF63-0D68C7C6CCFF}"/>
              </a:ext>
            </a:extLst>
          </p:cNvPr>
          <p:cNvCxnSpPr>
            <a:cxnSpLocks/>
          </p:cNvCxnSpPr>
          <p:nvPr/>
        </p:nvCxnSpPr>
        <p:spPr>
          <a:xfrm>
            <a:off x="6051244" y="2699623"/>
            <a:ext cx="700004" cy="1596725"/>
          </a:xfrm>
          <a:prstGeom prst="straightConnector1">
            <a:avLst/>
          </a:prstGeom>
          <a:ln w="19050">
            <a:solidFill>
              <a:srgbClr val="FF0000"/>
            </a:solidFill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37" name="直接箭头连接符 936">
            <a:extLst>
              <a:ext uri="{FF2B5EF4-FFF2-40B4-BE49-F238E27FC236}">
                <a16:creationId xmlns:a16="http://schemas.microsoft.com/office/drawing/2014/main" id="{FC2384DA-D3F9-3FDB-4005-37E7CD4C0DCC}"/>
              </a:ext>
            </a:extLst>
          </p:cNvPr>
          <p:cNvCxnSpPr>
            <a:cxnSpLocks/>
            <a:endCxn id="926" idx="0"/>
          </p:cNvCxnSpPr>
          <p:nvPr/>
        </p:nvCxnSpPr>
        <p:spPr>
          <a:xfrm>
            <a:off x="6955485" y="2705497"/>
            <a:ext cx="2509" cy="604816"/>
          </a:xfrm>
          <a:prstGeom prst="straightConnector1">
            <a:avLst/>
          </a:prstGeom>
          <a:ln w="19050">
            <a:solidFill>
              <a:srgbClr val="FF0000"/>
            </a:solidFill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80203635-0C18-31BF-6155-E37EB10B02CA}"/>
              </a:ext>
            </a:extLst>
          </p:cNvPr>
          <p:cNvSpPr txBox="1"/>
          <p:nvPr/>
        </p:nvSpPr>
        <p:spPr>
          <a:xfrm>
            <a:off x="2969576" y="1801764"/>
            <a:ext cx="914954" cy="369332"/>
          </a:xfrm>
          <a:prstGeom prst="rect">
            <a:avLst/>
          </a:prstGeom>
          <a:solidFill>
            <a:srgbClr val="F8CBAD"/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T Task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CCA57E9-8F9C-FE95-0A06-850F477B8771}"/>
              </a:ext>
            </a:extLst>
          </p:cNvPr>
          <p:cNvSpPr txBox="1"/>
          <p:nvPr/>
        </p:nvSpPr>
        <p:spPr>
          <a:xfrm>
            <a:off x="4785228" y="1801764"/>
            <a:ext cx="914954" cy="369332"/>
          </a:xfrm>
          <a:prstGeom prst="rect">
            <a:avLst/>
          </a:prstGeom>
          <a:solidFill>
            <a:srgbClr val="BDD7EE"/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 Task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CC507E5-8EF1-ACD5-4505-19B9CC76EFBD}"/>
              </a:ext>
            </a:extLst>
          </p:cNvPr>
          <p:cNvSpPr txBox="1"/>
          <p:nvPr/>
        </p:nvSpPr>
        <p:spPr>
          <a:xfrm>
            <a:off x="6600880" y="1801764"/>
            <a:ext cx="914954" cy="369332"/>
          </a:xfrm>
          <a:prstGeom prst="rect">
            <a:avLst/>
          </a:prstGeom>
          <a:solidFill>
            <a:srgbClr val="F8CBAD"/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T Task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A76E0DB-4BDA-B432-C39D-30B90FCD14F0}"/>
              </a:ext>
            </a:extLst>
          </p:cNvPr>
          <p:cNvSpPr txBox="1"/>
          <p:nvPr/>
        </p:nvSpPr>
        <p:spPr>
          <a:xfrm>
            <a:off x="8416531" y="1801764"/>
            <a:ext cx="914954" cy="369332"/>
          </a:xfrm>
          <a:prstGeom prst="rect">
            <a:avLst/>
          </a:prstGeom>
          <a:solidFill>
            <a:srgbClr val="BDD7EE"/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 Task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02" name="矩形 901">
            <a:extLst>
              <a:ext uri="{FF2B5EF4-FFF2-40B4-BE49-F238E27FC236}">
                <a16:creationId xmlns:a16="http://schemas.microsoft.com/office/drawing/2014/main" id="{9BFA5193-E8E2-BBD4-C112-B0FCC20F39D8}"/>
              </a:ext>
            </a:extLst>
          </p:cNvPr>
          <p:cNvSpPr/>
          <p:nvPr/>
        </p:nvSpPr>
        <p:spPr>
          <a:xfrm>
            <a:off x="2697909" y="3758542"/>
            <a:ext cx="4939494" cy="1533379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endParaRPr lang="zh-CN" altLang="en-US" sz="3200" b="1" dirty="0"/>
          </a:p>
        </p:txBody>
      </p:sp>
      <p:sp>
        <p:nvSpPr>
          <p:cNvPr id="903" name="矩形 902">
            <a:extLst>
              <a:ext uri="{FF2B5EF4-FFF2-40B4-BE49-F238E27FC236}">
                <a16:creationId xmlns:a16="http://schemas.microsoft.com/office/drawing/2014/main" id="{FC575ACF-6A8D-750A-6CAB-7D4D99D88D98}"/>
              </a:ext>
            </a:extLst>
          </p:cNvPr>
          <p:cNvSpPr/>
          <p:nvPr/>
        </p:nvSpPr>
        <p:spPr>
          <a:xfrm>
            <a:off x="3651404" y="4209857"/>
            <a:ext cx="3370890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altLang="zh-CN" sz="2400" b="1" dirty="0"/>
              <a:t>Learnable NN Parameter</a:t>
            </a:r>
            <a:endParaRPr lang="zh-CN" altLang="en-US" sz="3200" b="1" dirty="0"/>
          </a:p>
        </p:txBody>
      </p:sp>
      <p:sp>
        <p:nvSpPr>
          <p:cNvPr id="920" name="箭头: 右 919">
            <a:extLst>
              <a:ext uri="{FF2B5EF4-FFF2-40B4-BE49-F238E27FC236}">
                <a16:creationId xmlns:a16="http://schemas.microsoft.com/office/drawing/2014/main" id="{85FFFA11-A6FD-EFE7-4362-0DC458E25AB0}"/>
              </a:ext>
            </a:extLst>
          </p:cNvPr>
          <p:cNvSpPr/>
          <p:nvPr/>
        </p:nvSpPr>
        <p:spPr>
          <a:xfrm rot="2470856">
            <a:off x="3589414" y="3680218"/>
            <a:ext cx="901933" cy="453725"/>
          </a:xfrm>
          <a:prstGeom prst="rightArrow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21" name="箭头: 右 920">
            <a:extLst>
              <a:ext uri="{FF2B5EF4-FFF2-40B4-BE49-F238E27FC236}">
                <a16:creationId xmlns:a16="http://schemas.microsoft.com/office/drawing/2014/main" id="{4866F7FE-B80D-8786-1761-22E571340FC0}"/>
              </a:ext>
            </a:extLst>
          </p:cNvPr>
          <p:cNvSpPr/>
          <p:nvPr/>
        </p:nvSpPr>
        <p:spPr>
          <a:xfrm rot="8689473">
            <a:off x="5788242" y="3653921"/>
            <a:ext cx="901933" cy="453725"/>
          </a:xfrm>
          <a:prstGeom prst="rightArrow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829654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50D34F72-5712-631F-96BE-0638988B78BC}"/>
              </a:ext>
            </a:extLst>
          </p:cNvPr>
          <p:cNvSpPr/>
          <p:nvPr/>
        </p:nvSpPr>
        <p:spPr>
          <a:xfrm>
            <a:off x="1132553" y="4255613"/>
            <a:ext cx="119776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i="0" dirty="0">
                <a:latin typeface="Arial" panose="020B0604020202020204" pitchFamily="34" charset="0"/>
                <a:cs typeface="Arial" panose="020B0604020202020204" pitchFamily="34" charset="0"/>
              </a:rPr>
              <a:t>Backward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288000" y="0"/>
            <a:ext cx="11164860" cy="141763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badi" panose="020B0604020202020204" pitchFamily="34" charset="0"/>
                <a:sym typeface="+mn-ea"/>
              </a:rPr>
              <a:t>Multi-GPU GNN Systems with Data Parallelism</a:t>
            </a:r>
            <a:endParaRPr lang="en-US" altLang="zh-CN" sz="3600" dirty="0">
              <a:latin typeface="Century Gothic" panose="020B050202020202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5" name="Rectangle 10"/>
          <p:cNvSpPr/>
          <p:nvPr/>
        </p:nvSpPr>
        <p:spPr>
          <a:xfrm>
            <a:off x="0" y="420787"/>
            <a:ext cx="288000" cy="57606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657" name="矩形 656">
            <a:extLst>
              <a:ext uri="{FF2B5EF4-FFF2-40B4-BE49-F238E27FC236}">
                <a16:creationId xmlns:a16="http://schemas.microsoft.com/office/drawing/2014/main" id="{122707FE-F23D-9EC2-A658-286E52EED6F0}"/>
              </a:ext>
            </a:extLst>
          </p:cNvPr>
          <p:cNvSpPr/>
          <p:nvPr/>
        </p:nvSpPr>
        <p:spPr>
          <a:xfrm>
            <a:off x="282280" y="5640460"/>
            <a:ext cx="11668471" cy="115353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59" name="文本框 658">
            <a:extLst>
              <a:ext uri="{FF2B5EF4-FFF2-40B4-BE49-F238E27FC236}">
                <a16:creationId xmlns:a16="http://schemas.microsoft.com/office/drawing/2014/main" id="{C3325C92-8017-D209-BA86-E92D3C0460F3}"/>
              </a:ext>
            </a:extLst>
          </p:cNvPr>
          <p:cNvSpPr txBox="1"/>
          <p:nvPr/>
        </p:nvSpPr>
        <p:spPr>
          <a:xfrm>
            <a:off x="241248" y="6064139"/>
            <a:ext cx="3157268" cy="400110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FF0000"/>
                </a:solidFill>
                <a:cs typeface="Arial" panose="020B0604020202020204" pitchFamily="34" charset="0"/>
              </a:rPr>
              <a:t>The Memory of GPU 1</a:t>
            </a:r>
            <a:endParaRPr lang="zh-CN" altLang="en-US" sz="3200" b="1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  <p:grpSp>
        <p:nvGrpSpPr>
          <p:cNvPr id="597" name="组合 596">
            <a:extLst>
              <a:ext uri="{FF2B5EF4-FFF2-40B4-BE49-F238E27FC236}">
                <a16:creationId xmlns:a16="http://schemas.microsoft.com/office/drawing/2014/main" id="{A3AB9EC3-2062-BD90-4223-E74AE1176097}"/>
              </a:ext>
            </a:extLst>
          </p:cNvPr>
          <p:cNvGrpSpPr/>
          <p:nvPr/>
        </p:nvGrpSpPr>
        <p:grpSpPr>
          <a:xfrm>
            <a:off x="3460133" y="6068274"/>
            <a:ext cx="621640" cy="669775"/>
            <a:chOff x="3656357" y="6507685"/>
            <a:chExt cx="621640" cy="669775"/>
          </a:xfrm>
        </p:grpSpPr>
        <p:sp>
          <p:nvSpPr>
            <p:cNvPr id="598" name="矩形 1174">
              <a:extLst>
                <a:ext uri="{FF2B5EF4-FFF2-40B4-BE49-F238E27FC236}">
                  <a16:creationId xmlns:a16="http://schemas.microsoft.com/office/drawing/2014/main" id="{2C73A039-57CE-A483-8347-742AC622A14C}"/>
                </a:ext>
              </a:extLst>
            </p:cNvPr>
            <p:cNvSpPr/>
            <p:nvPr/>
          </p:nvSpPr>
          <p:spPr>
            <a:xfrm rot="10800000">
              <a:off x="3657805" y="7037952"/>
              <a:ext cx="618707" cy="139508"/>
            </a:xfrm>
            <a:custGeom>
              <a:avLst/>
              <a:gdLst>
                <a:gd name="connsiteX0" fmla="*/ 0 w 595706"/>
                <a:gd name="connsiteY0" fmla="*/ 0 h 92965"/>
                <a:gd name="connsiteX1" fmla="*/ 595706 w 595706"/>
                <a:gd name="connsiteY1" fmla="*/ 0 h 92965"/>
                <a:gd name="connsiteX2" fmla="*/ 595706 w 595706"/>
                <a:gd name="connsiteY2" fmla="*/ 92965 h 92965"/>
                <a:gd name="connsiteX3" fmla="*/ 0 w 595706"/>
                <a:gd name="connsiteY3" fmla="*/ 92965 h 92965"/>
                <a:gd name="connsiteX4" fmla="*/ 0 w 595706"/>
                <a:gd name="connsiteY4" fmla="*/ 0 h 92965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131 w 595837"/>
                <a:gd name="connsiteY0" fmla="*/ 0 h 148754"/>
                <a:gd name="connsiteX1" fmla="*/ 595837 w 595837"/>
                <a:gd name="connsiteY1" fmla="*/ 0 h 148754"/>
                <a:gd name="connsiteX2" fmla="*/ 595837 w 595837"/>
                <a:gd name="connsiteY2" fmla="*/ 92965 h 148754"/>
                <a:gd name="connsiteX3" fmla="*/ 131 w 595837"/>
                <a:gd name="connsiteY3" fmla="*/ 148754 h 148754"/>
                <a:gd name="connsiteX4" fmla="*/ 131 w 595837"/>
                <a:gd name="connsiteY4" fmla="*/ 0 h 148754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56571"/>
                <a:gd name="connsiteX1" fmla="*/ 595837 w 595837"/>
                <a:gd name="connsiteY1" fmla="*/ 0 h 156571"/>
                <a:gd name="connsiteX2" fmla="*/ 594316 w 595837"/>
                <a:gd name="connsiteY2" fmla="*/ 141984 h 156571"/>
                <a:gd name="connsiteX3" fmla="*/ 131 w 595837"/>
                <a:gd name="connsiteY3" fmla="*/ 140590 h 156571"/>
                <a:gd name="connsiteX4" fmla="*/ 131 w 595837"/>
                <a:gd name="connsiteY4" fmla="*/ 0 h 156571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0 w 600949"/>
                <a:gd name="connsiteY0" fmla="*/ 0 h 271309"/>
                <a:gd name="connsiteX1" fmla="*/ 600949 w 600949"/>
                <a:gd name="connsiteY1" fmla="*/ 0 h 271309"/>
                <a:gd name="connsiteX2" fmla="*/ 599428 w 600949"/>
                <a:gd name="connsiteY2" fmla="*/ 141984 h 271309"/>
                <a:gd name="connsiteX3" fmla="*/ 3722 w 600949"/>
                <a:gd name="connsiteY3" fmla="*/ 271309 h 271309"/>
                <a:gd name="connsiteX4" fmla="*/ 0 w 600949"/>
                <a:gd name="connsiteY4" fmla="*/ 0 h 271309"/>
                <a:gd name="connsiteX0" fmla="*/ 0 w 599639"/>
                <a:gd name="connsiteY0" fmla="*/ 0 h 271309"/>
                <a:gd name="connsiteX1" fmla="*/ 599639 w 599639"/>
                <a:gd name="connsiteY1" fmla="*/ 0 h 271309"/>
                <a:gd name="connsiteX2" fmla="*/ 599428 w 599639"/>
                <a:gd name="connsiteY2" fmla="*/ 141984 h 271309"/>
                <a:gd name="connsiteX3" fmla="*/ 3722 w 599639"/>
                <a:gd name="connsiteY3" fmla="*/ 271309 h 271309"/>
                <a:gd name="connsiteX4" fmla="*/ 0 w 599639"/>
                <a:gd name="connsiteY4" fmla="*/ 0 h 271309"/>
                <a:gd name="connsiteX0" fmla="*/ 0 w 597018"/>
                <a:gd name="connsiteY0" fmla="*/ 0 h 271309"/>
                <a:gd name="connsiteX1" fmla="*/ 597018 w 597018"/>
                <a:gd name="connsiteY1" fmla="*/ 0 h 271309"/>
                <a:gd name="connsiteX2" fmla="*/ 596807 w 597018"/>
                <a:gd name="connsiteY2" fmla="*/ 141984 h 271309"/>
                <a:gd name="connsiteX3" fmla="*/ 1101 w 597018"/>
                <a:gd name="connsiteY3" fmla="*/ 271309 h 271309"/>
                <a:gd name="connsiteX4" fmla="*/ 0 w 597018"/>
                <a:gd name="connsiteY4" fmla="*/ 0 h 271309"/>
                <a:gd name="connsiteX0" fmla="*/ 0 w 596807"/>
                <a:gd name="connsiteY0" fmla="*/ 0 h 271309"/>
                <a:gd name="connsiteX1" fmla="*/ 591775 w 596807"/>
                <a:gd name="connsiteY1" fmla="*/ 0 h 271309"/>
                <a:gd name="connsiteX2" fmla="*/ 596807 w 596807"/>
                <a:gd name="connsiteY2" fmla="*/ 141984 h 271309"/>
                <a:gd name="connsiteX3" fmla="*/ 1101 w 596807"/>
                <a:gd name="connsiteY3" fmla="*/ 271309 h 271309"/>
                <a:gd name="connsiteX4" fmla="*/ 0 w 596807"/>
                <a:gd name="connsiteY4" fmla="*/ 0 h 271309"/>
                <a:gd name="connsiteX0" fmla="*/ 0 w 596807"/>
                <a:gd name="connsiteY0" fmla="*/ 0 h 271309"/>
                <a:gd name="connsiteX1" fmla="*/ 595708 w 596807"/>
                <a:gd name="connsiteY1" fmla="*/ 0 h 271309"/>
                <a:gd name="connsiteX2" fmla="*/ 596807 w 596807"/>
                <a:gd name="connsiteY2" fmla="*/ 141984 h 271309"/>
                <a:gd name="connsiteX3" fmla="*/ 1101 w 596807"/>
                <a:gd name="connsiteY3" fmla="*/ 271309 h 271309"/>
                <a:gd name="connsiteX4" fmla="*/ 0 w 596807"/>
                <a:gd name="connsiteY4" fmla="*/ 0 h 271309"/>
                <a:gd name="connsiteX0" fmla="*/ 0 w 595708"/>
                <a:gd name="connsiteY0" fmla="*/ 0 h 271309"/>
                <a:gd name="connsiteX1" fmla="*/ 595708 w 595708"/>
                <a:gd name="connsiteY1" fmla="*/ 0 h 271309"/>
                <a:gd name="connsiteX2" fmla="*/ 594186 w 595708"/>
                <a:gd name="connsiteY2" fmla="*/ 141985 h 271309"/>
                <a:gd name="connsiteX3" fmla="*/ 1101 w 595708"/>
                <a:gd name="connsiteY3" fmla="*/ 271309 h 271309"/>
                <a:gd name="connsiteX4" fmla="*/ 0 w 595708"/>
                <a:gd name="connsiteY4" fmla="*/ 0 h 271309"/>
                <a:gd name="connsiteX0" fmla="*/ 0 w 596439"/>
                <a:gd name="connsiteY0" fmla="*/ 109083 h 380392"/>
                <a:gd name="connsiteX1" fmla="*/ 595708 w 596439"/>
                <a:gd name="connsiteY1" fmla="*/ 109083 h 380392"/>
                <a:gd name="connsiteX2" fmla="*/ 594186 w 596439"/>
                <a:gd name="connsiteY2" fmla="*/ 251068 h 380392"/>
                <a:gd name="connsiteX3" fmla="*/ 1101 w 596439"/>
                <a:gd name="connsiteY3" fmla="*/ 380392 h 380392"/>
                <a:gd name="connsiteX4" fmla="*/ 0 w 596439"/>
                <a:gd name="connsiteY4" fmla="*/ 109083 h 380392"/>
                <a:gd name="connsiteX0" fmla="*/ 0 w 595708"/>
                <a:gd name="connsiteY0" fmla="*/ 0 h 271309"/>
                <a:gd name="connsiteX1" fmla="*/ 595708 w 595708"/>
                <a:gd name="connsiteY1" fmla="*/ 0 h 271309"/>
                <a:gd name="connsiteX2" fmla="*/ 594186 w 595708"/>
                <a:gd name="connsiteY2" fmla="*/ 141985 h 271309"/>
                <a:gd name="connsiteX3" fmla="*/ 1101 w 595708"/>
                <a:gd name="connsiteY3" fmla="*/ 271309 h 271309"/>
                <a:gd name="connsiteX4" fmla="*/ 0 w 595708"/>
                <a:gd name="connsiteY4" fmla="*/ 0 h 271309"/>
                <a:gd name="connsiteX0" fmla="*/ 0 w 596808"/>
                <a:gd name="connsiteY0" fmla="*/ 0 h 271309"/>
                <a:gd name="connsiteX1" fmla="*/ 595708 w 596808"/>
                <a:gd name="connsiteY1" fmla="*/ 0 h 271309"/>
                <a:gd name="connsiteX2" fmla="*/ 596808 w 596808"/>
                <a:gd name="connsiteY2" fmla="*/ 141985 h 271309"/>
                <a:gd name="connsiteX3" fmla="*/ 1101 w 596808"/>
                <a:gd name="connsiteY3" fmla="*/ 271309 h 271309"/>
                <a:gd name="connsiteX4" fmla="*/ 0 w 596808"/>
                <a:gd name="connsiteY4" fmla="*/ 0 h 271309"/>
                <a:gd name="connsiteX0" fmla="*/ 0 w 596808"/>
                <a:gd name="connsiteY0" fmla="*/ 0 h 271309"/>
                <a:gd name="connsiteX1" fmla="*/ 595708 w 596808"/>
                <a:gd name="connsiteY1" fmla="*/ 0 h 271309"/>
                <a:gd name="connsiteX2" fmla="*/ 596808 w 596808"/>
                <a:gd name="connsiteY2" fmla="*/ 141985 h 271309"/>
                <a:gd name="connsiteX3" fmla="*/ 1101 w 596808"/>
                <a:gd name="connsiteY3" fmla="*/ 271309 h 271309"/>
                <a:gd name="connsiteX4" fmla="*/ 0 w 596808"/>
                <a:gd name="connsiteY4" fmla="*/ 0 h 271309"/>
                <a:gd name="connsiteX0" fmla="*/ 0 w 596808"/>
                <a:gd name="connsiteY0" fmla="*/ 0 h 271309"/>
                <a:gd name="connsiteX1" fmla="*/ 595708 w 596808"/>
                <a:gd name="connsiteY1" fmla="*/ 0 h 271309"/>
                <a:gd name="connsiteX2" fmla="*/ 596808 w 596808"/>
                <a:gd name="connsiteY2" fmla="*/ 141985 h 271309"/>
                <a:gd name="connsiteX3" fmla="*/ 1101 w 596808"/>
                <a:gd name="connsiteY3" fmla="*/ 271309 h 271309"/>
                <a:gd name="connsiteX4" fmla="*/ 0 w 596808"/>
                <a:gd name="connsiteY4" fmla="*/ 0 h 271309"/>
                <a:gd name="connsiteX0" fmla="*/ 0 w 595708"/>
                <a:gd name="connsiteY0" fmla="*/ 0 h 271309"/>
                <a:gd name="connsiteX1" fmla="*/ 595708 w 595708"/>
                <a:gd name="connsiteY1" fmla="*/ 0 h 271309"/>
                <a:gd name="connsiteX2" fmla="*/ 594186 w 595708"/>
                <a:gd name="connsiteY2" fmla="*/ 141985 h 271309"/>
                <a:gd name="connsiteX3" fmla="*/ 1101 w 595708"/>
                <a:gd name="connsiteY3" fmla="*/ 271309 h 271309"/>
                <a:gd name="connsiteX4" fmla="*/ 0 w 595708"/>
                <a:gd name="connsiteY4" fmla="*/ 0 h 271309"/>
                <a:gd name="connsiteX0" fmla="*/ 0 w 595708"/>
                <a:gd name="connsiteY0" fmla="*/ 0 h 271309"/>
                <a:gd name="connsiteX1" fmla="*/ 595708 w 595708"/>
                <a:gd name="connsiteY1" fmla="*/ 0 h 271309"/>
                <a:gd name="connsiteX2" fmla="*/ 594186 w 595708"/>
                <a:gd name="connsiteY2" fmla="*/ 141985 h 271309"/>
                <a:gd name="connsiteX3" fmla="*/ 1101 w 595708"/>
                <a:gd name="connsiteY3" fmla="*/ 271309 h 271309"/>
                <a:gd name="connsiteX4" fmla="*/ 0 w 595708"/>
                <a:gd name="connsiteY4" fmla="*/ 0 h 271309"/>
                <a:gd name="connsiteX0" fmla="*/ 0 w 595936"/>
                <a:gd name="connsiteY0" fmla="*/ 0 h 271309"/>
                <a:gd name="connsiteX1" fmla="*/ 595708 w 595936"/>
                <a:gd name="connsiteY1" fmla="*/ 0 h 271309"/>
                <a:gd name="connsiteX2" fmla="*/ 594186 w 595936"/>
                <a:gd name="connsiteY2" fmla="*/ 141985 h 271309"/>
                <a:gd name="connsiteX3" fmla="*/ 1101 w 595936"/>
                <a:gd name="connsiteY3" fmla="*/ 271309 h 271309"/>
                <a:gd name="connsiteX4" fmla="*/ 0 w 595936"/>
                <a:gd name="connsiteY4" fmla="*/ 0 h 271309"/>
                <a:gd name="connsiteX0" fmla="*/ 319 w 596255"/>
                <a:gd name="connsiteY0" fmla="*/ 0 h 271309"/>
                <a:gd name="connsiteX1" fmla="*/ 596027 w 596255"/>
                <a:gd name="connsiteY1" fmla="*/ 0 h 271309"/>
                <a:gd name="connsiteX2" fmla="*/ 594505 w 596255"/>
                <a:gd name="connsiteY2" fmla="*/ 141985 h 271309"/>
                <a:gd name="connsiteX3" fmla="*/ 110 w 596255"/>
                <a:gd name="connsiteY3" fmla="*/ 271309 h 271309"/>
                <a:gd name="connsiteX4" fmla="*/ 319 w 596255"/>
                <a:gd name="connsiteY4" fmla="*/ 0 h 271309"/>
                <a:gd name="connsiteX0" fmla="*/ 0 w 595936"/>
                <a:gd name="connsiteY0" fmla="*/ 0 h 271309"/>
                <a:gd name="connsiteX1" fmla="*/ 595708 w 595936"/>
                <a:gd name="connsiteY1" fmla="*/ 0 h 271309"/>
                <a:gd name="connsiteX2" fmla="*/ 594186 w 595936"/>
                <a:gd name="connsiteY2" fmla="*/ 141985 h 271309"/>
                <a:gd name="connsiteX3" fmla="*/ 1101 w 595936"/>
                <a:gd name="connsiteY3" fmla="*/ 271309 h 271309"/>
                <a:gd name="connsiteX4" fmla="*/ 0 w 595936"/>
                <a:gd name="connsiteY4" fmla="*/ 0 h 271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5936" h="271309">
                  <a:moveTo>
                    <a:pt x="0" y="0"/>
                  </a:moveTo>
                  <a:lnTo>
                    <a:pt x="595708" y="0"/>
                  </a:lnTo>
                  <a:cubicBezTo>
                    <a:pt x="595708" y="30988"/>
                    <a:pt x="596806" y="39550"/>
                    <a:pt x="594186" y="141985"/>
                  </a:cubicBezTo>
                  <a:cubicBezTo>
                    <a:pt x="404809" y="352086"/>
                    <a:pt x="341643" y="22672"/>
                    <a:pt x="1101" y="271309"/>
                  </a:cubicBezTo>
                  <a:cubicBezTo>
                    <a:pt x="647" y="226260"/>
                    <a:pt x="454" y="45049"/>
                    <a:pt x="0" y="0"/>
                  </a:cubicBez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599" name="组合 598">
              <a:extLst>
                <a:ext uri="{FF2B5EF4-FFF2-40B4-BE49-F238E27FC236}">
                  <a16:creationId xmlns:a16="http://schemas.microsoft.com/office/drawing/2014/main" id="{886584A2-8F14-0343-BBB5-66400C61BE8D}"/>
                </a:ext>
              </a:extLst>
            </p:cNvPr>
            <p:cNvGrpSpPr/>
            <p:nvPr/>
          </p:nvGrpSpPr>
          <p:grpSpPr>
            <a:xfrm>
              <a:off x="3656357" y="6507685"/>
              <a:ext cx="621640" cy="663817"/>
              <a:chOff x="3656357" y="6507685"/>
              <a:chExt cx="621640" cy="663817"/>
            </a:xfrm>
          </p:grpSpPr>
          <p:sp>
            <p:nvSpPr>
              <p:cNvPr id="600" name="矩形 599">
                <a:extLst>
                  <a:ext uri="{FF2B5EF4-FFF2-40B4-BE49-F238E27FC236}">
                    <a16:creationId xmlns:a16="http://schemas.microsoft.com/office/drawing/2014/main" id="{2F6AB136-4DF9-AA70-40CA-8EDCA4A1FE98}"/>
                  </a:ext>
                </a:extLst>
              </p:cNvPr>
              <p:cNvSpPr/>
              <p:nvPr/>
            </p:nvSpPr>
            <p:spPr>
              <a:xfrm>
                <a:off x="3656465" y="6640950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01" name="矩形 600">
                <a:extLst>
                  <a:ext uri="{FF2B5EF4-FFF2-40B4-BE49-F238E27FC236}">
                    <a16:creationId xmlns:a16="http://schemas.microsoft.com/office/drawing/2014/main" id="{C982E763-E1FC-89BD-FB27-F448F1BC94EB}"/>
                  </a:ext>
                </a:extLst>
              </p:cNvPr>
              <p:cNvSpPr/>
              <p:nvPr/>
            </p:nvSpPr>
            <p:spPr>
              <a:xfrm>
                <a:off x="3811875" y="6640950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02" name="矩形 601">
                <a:extLst>
                  <a:ext uri="{FF2B5EF4-FFF2-40B4-BE49-F238E27FC236}">
                    <a16:creationId xmlns:a16="http://schemas.microsoft.com/office/drawing/2014/main" id="{892005E8-9890-7EEE-DF73-CF2E818B6F00}"/>
                  </a:ext>
                </a:extLst>
              </p:cNvPr>
              <p:cNvSpPr/>
              <p:nvPr/>
            </p:nvSpPr>
            <p:spPr>
              <a:xfrm>
                <a:off x="3967285" y="6640950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03" name="矩形 602">
                <a:extLst>
                  <a:ext uri="{FF2B5EF4-FFF2-40B4-BE49-F238E27FC236}">
                    <a16:creationId xmlns:a16="http://schemas.microsoft.com/office/drawing/2014/main" id="{61A23AB9-1225-584B-F902-9B329100B108}"/>
                  </a:ext>
                </a:extLst>
              </p:cNvPr>
              <p:cNvSpPr/>
              <p:nvPr/>
            </p:nvSpPr>
            <p:spPr>
              <a:xfrm>
                <a:off x="4122695" y="6640950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04" name="矩形 603">
                <a:extLst>
                  <a:ext uri="{FF2B5EF4-FFF2-40B4-BE49-F238E27FC236}">
                    <a16:creationId xmlns:a16="http://schemas.microsoft.com/office/drawing/2014/main" id="{B2BB2A90-9AC8-D6F5-61F6-B9FE661445A1}"/>
                  </a:ext>
                </a:extLst>
              </p:cNvPr>
              <p:cNvSpPr/>
              <p:nvPr/>
            </p:nvSpPr>
            <p:spPr>
              <a:xfrm>
                <a:off x="3656465" y="6773574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05" name="矩形 604">
                <a:extLst>
                  <a:ext uri="{FF2B5EF4-FFF2-40B4-BE49-F238E27FC236}">
                    <a16:creationId xmlns:a16="http://schemas.microsoft.com/office/drawing/2014/main" id="{97399F19-77FD-4D0C-89BD-177D20715424}"/>
                  </a:ext>
                </a:extLst>
              </p:cNvPr>
              <p:cNvSpPr/>
              <p:nvPr/>
            </p:nvSpPr>
            <p:spPr>
              <a:xfrm>
                <a:off x="3811875" y="6773574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06" name="矩形 605">
                <a:extLst>
                  <a:ext uri="{FF2B5EF4-FFF2-40B4-BE49-F238E27FC236}">
                    <a16:creationId xmlns:a16="http://schemas.microsoft.com/office/drawing/2014/main" id="{B3745597-7EEE-5B6E-8368-905AA95F54B2}"/>
                  </a:ext>
                </a:extLst>
              </p:cNvPr>
              <p:cNvSpPr/>
              <p:nvPr/>
            </p:nvSpPr>
            <p:spPr>
              <a:xfrm>
                <a:off x="3967285" y="6773574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07" name="矩形 606">
                <a:extLst>
                  <a:ext uri="{FF2B5EF4-FFF2-40B4-BE49-F238E27FC236}">
                    <a16:creationId xmlns:a16="http://schemas.microsoft.com/office/drawing/2014/main" id="{8AD8ADEC-A240-398B-E5E0-3602D92F07E1}"/>
                  </a:ext>
                </a:extLst>
              </p:cNvPr>
              <p:cNvSpPr/>
              <p:nvPr/>
            </p:nvSpPr>
            <p:spPr>
              <a:xfrm>
                <a:off x="4122695" y="6773574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08" name="矩形 607">
                <a:extLst>
                  <a:ext uri="{FF2B5EF4-FFF2-40B4-BE49-F238E27FC236}">
                    <a16:creationId xmlns:a16="http://schemas.microsoft.com/office/drawing/2014/main" id="{7FDACAFC-F9A5-AAD7-00BA-680264C4398C}"/>
                  </a:ext>
                </a:extLst>
              </p:cNvPr>
              <p:cNvSpPr/>
              <p:nvPr/>
            </p:nvSpPr>
            <p:spPr>
              <a:xfrm>
                <a:off x="3656357" y="690625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09" name="矩形 608">
                <a:extLst>
                  <a:ext uri="{FF2B5EF4-FFF2-40B4-BE49-F238E27FC236}">
                    <a16:creationId xmlns:a16="http://schemas.microsoft.com/office/drawing/2014/main" id="{7FD77AC2-55D6-267D-FC85-C0386F52E383}"/>
                  </a:ext>
                </a:extLst>
              </p:cNvPr>
              <p:cNvSpPr/>
              <p:nvPr/>
            </p:nvSpPr>
            <p:spPr>
              <a:xfrm>
                <a:off x="3811767" y="690625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0" name="矩形 609">
                <a:extLst>
                  <a:ext uri="{FF2B5EF4-FFF2-40B4-BE49-F238E27FC236}">
                    <a16:creationId xmlns:a16="http://schemas.microsoft.com/office/drawing/2014/main" id="{2F4429C3-A915-E5A9-AE97-B6B6310F3B74}"/>
                  </a:ext>
                </a:extLst>
              </p:cNvPr>
              <p:cNvSpPr/>
              <p:nvPr/>
            </p:nvSpPr>
            <p:spPr>
              <a:xfrm>
                <a:off x="3967177" y="690625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1" name="矩形 610">
                <a:extLst>
                  <a:ext uri="{FF2B5EF4-FFF2-40B4-BE49-F238E27FC236}">
                    <a16:creationId xmlns:a16="http://schemas.microsoft.com/office/drawing/2014/main" id="{8603E164-2A0F-0F94-7C6F-E575B286D3A4}"/>
                  </a:ext>
                </a:extLst>
              </p:cNvPr>
              <p:cNvSpPr/>
              <p:nvPr/>
            </p:nvSpPr>
            <p:spPr>
              <a:xfrm>
                <a:off x="4122587" y="690625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2" name="矩形 611">
                <a:extLst>
                  <a:ext uri="{FF2B5EF4-FFF2-40B4-BE49-F238E27FC236}">
                    <a16:creationId xmlns:a16="http://schemas.microsoft.com/office/drawing/2014/main" id="{1BC2E19B-DAAF-F176-5CD9-564B33518FB3}"/>
                  </a:ext>
                </a:extLst>
              </p:cNvPr>
              <p:cNvSpPr/>
              <p:nvPr/>
            </p:nvSpPr>
            <p:spPr>
              <a:xfrm>
                <a:off x="3656357" y="7038879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3" name="矩形 612">
                <a:extLst>
                  <a:ext uri="{FF2B5EF4-FFF2-40B4-BE49-F238E27FC236}">
                    <a16:creationId xmlns:a16="http://schemas.microsoft.com/office/drawing/2014/main" id="{9ACDC26D-3623-8362-B0F8-52BF01ACA767}"/>
                  </a:ext>
                </a:extLst>
              </p:cNvPr>
              <p:cNvSpPr/>
              <p:nvPr/>
            </p:nvSpPr>
            <p:spPr>
              <a:xfrm>
                <a:off x="3811767" y="7038879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4" name="矩形 613">
                <a:extLst>
                  <a:ext uri="{FF2B5EF4-FFF2-40B4-BE49-F238E27FC236}">
                    <a16:creationId xmlns:a16="http://schemas.microsoft.com/office/drawing/2014/main" id="{4AF5F51E-45D8-D058-0507-B6143893702C}"/>
                  </a:ext>
                </a:extLst>
              </p:cNvPr>
              <p:cNvSpPr/>
              <p:nvPr/>
            </p:nvSpPr>
            <p:spPr>
              <a:xfrm>
                <a:off x="3967177" y="7038879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5" name="矩形 614">
                <a:extLst>
                  <a:ext uri="{FF2B5EF4-FFF2-40B4-BE49-F238E27FC236}">
                    <a16:creationId xmlns:a16="http://schemas.microsoft.com/office/drawing/2014/main" id="{87DE4D0D-7583-AC0C-B789-27A568D23CDF}"/>
                  </a:ext>
                </a:extLst>
              </p:cNvPr>
              <p:cNvSpPr/>
              <p:nvPr/>
            </p:nvSpPr>
            <p:spPr>
              <a:xfrm>
                <a:off x="4122587" y="7038879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6" name="矩形 615">
                <a:extLst>
                  <a:ext uri="{FF2B5EF4-FFF2-40B4-BE49-F238E27FC236}">
                    <a16:creationId xmlns:a16="http://schemas.microsoft.com/office/drawing/2014/main" id="{24C4F8F9-5418-C8F6-71E3-7606319331C5}"/>
                  </a:ext>
                </a:extLst>
              </p:cNvPr>
              <p:cNvSpPr/>
              <p:nvPr/>
            </p:nvSpPr>
            <p:spPr>
              <a:xfrm>
                <a:off x="3656357" y="650768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7" name="矩形 616">
                <a:extLst>
                  <a:ext uri="{FF2B5EF4-FFF2-40B4-BE49-F238E27FC236}">
                    <a16:creationId xmlns:a16="http://schemas.microsoft.com/office/drawing/2014/main" id="{22A8450A-9A05-1780-BE46-D9B2B0DE9DC7}"/>
                  </a:ext>
                </a:extLst>
              </p:cNvPr>
              <p:cNvSpPr/>
              <p:nvPr/>
            </p:nvSpPr>
            <p:spPr>
              <a:xfrm>
                <a:off x="3811767" y="650768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8" name="矩形 617">
                <a:extLst>
                  <a:ext uri="{FF2B5EF4-FFF2-40B4-BE49-F238E27FC236}">
                    <a16:creationId xmlns:a16="http://schemas.microsoft.com/office/drawing/2014/main" id="{F7796BBB-1D48-96B4-B8AE-FFD73B3832BD}"/>
                  </a:ext>
                </a:extLst>
              </p:cNvPr>
              <p:cNvSpPr/>
              <p:nvPr/>
            </p:nvSpPr>
            <p:spPr>
              <a:xfrm>
                <a:off x="3967177" y="650768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9" name="矩形 618">
                <a:extLst>
                  <a:ext uri="{FF2B5EF4-FFF2-40B4-BE49-F238E27FC236}">
                    <a16:creationId xmlns:a16="http://schemas.microsoft.com/office/drawing/2014/main" id="{A70362E8-F65D-0FC6-A927-56EE86569818}"/>
                  </a:ext>
                </a:extLst>
              </p:cNvPr>
              <p:cNvSpPr/>
              <p:nvPr/>
            </p:nvSpPr>
            <p:spPr>
              <a:xfrm>
                <a:off x="4122587" y="650768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779" name="组合 778">
            <a:extLst>
              <a:ext uri="{FF2B5EF4-FFF2-40B4-BE49-F238E27FC236}">
                <a16:creationId xmlns:a16="http://schemas.microsoft.com/office/drawing/2014/main" id="{AC900855-69EC-7D36-A03A-013E1B064C62}"/>
              </a:ext>
            </a:extLst>
          </p:cNvPr>
          <p:cNvGrpSpPr/>
          <p:nvPr/>
        </p:nvGrpSpPr>
        <p:grpSpPr>
          <a:xfrm>
            <a:off x="4623775" y="6074232"/>
            <a:ext cx="621640" cy="663817"/>
            <a:chOff x="4341455" y="6517035"/>
            <a:chExt cx="621640" cy="663817"/>
          </a:xfrm>
        </p:grpSpPr>
        <p:sp>
          <p:nvSpPr>
            <p:cNvPr id="780" name="矩形 1174">
              <a:extLst>
                <a:ext uri="{FF2B5EF4-FFF2-40B4-BE49-F238E27FC236}">
                  <a16:creationId xmlns:a16="http://schemas.microsoft.com/office/drawing/2014/main" id="{0498E65D-32FE-9D0B-DB90-613DBE3457EA}"/>
                </a:ext>
              </a:extLst>
            </p:cNvPr>
            <p:cNvSpPr/>
            <p:nvPr/>
          </p:nvSpPr>
          <p:spPr>
            <a:xfrm rot="10800000">
              <a:off x="4342830" y="6886022"/>
              <a:ext cx="618706" cy="226680"/>
            </a:xfrm>
            <a:custGeom>
              <a:avLst/>
              <a:gdLst>
                <a:gd name="connsiteX0" fmla="*/ 0 w 595706"/>
                <a:gd name="connsiteY0" fmla="*/ 0 h 92965"/>
                <a:gd name="connsiteX1" fmla="*/ 595706 w 595706"/>
                <a:gd name="connsiteY1" fmla="*/ 0 h 92965"/>
                <a:gd name="connsiteX2" fmla="*/ 595706 w 595706"/>
                <a:gd name="connsiteY2" fmla="*/ 92965 h 92965"/>
                <a:gd name="connsiteX3" fmla="*/ 0 w 595706"/>
                <a:gd name="connsiteY3" fmla="*/ 92965 h 92965"/>
                <a:gd name="connsiteX4" fmla="*/ 0 w 595706"/>
                <a:gd name="connsiteY4" fmla="*/ 0 h 92965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1422 w 594406"/>
                <a:gd name="connsiteY0" fmla="*/ 21376 h 135147"/>
                <a:gd name="connsiteX1" fmla="*/ 594406 w 594406"/>
                <a:gd name="connsiteY1" fmla="*/ 0 h 135147"/>
                <a:gd name="connsiteX2" fmla="*/ 594406 w 594406"/>
                <a:gd name="connsiteY2" fmla="*/ 92965 h 135147"/>
                <a:gd name="connsiteX3" fmla="*/ 61 w 594406"/>
                <a:gd name="connsiteY3" fmla="*/ 135147 h 135147"/>
                <a:gd name="connsiteX4" fmla="*/ 1422 w 594406"/>
                <a:gd name="connsiteY4" fmla="*/ 21376 h 135147"/>
                <a:gd name="connsiteX0" fmla="*/ 1422 w 594406"/>
                <a:gd name="connsiteY0" fmla="*/ 15599 h 135147"/>
                <a:gd name="connsiteX1" fmla="*/ 594406 w 594406"/>
                <a:gd name="connsiteY1" fmla="*/ 0 h 135147"/>
                <a:gd name="connsiteX2" fmla="*/ 594406 w 594406"/>
                <a:gd name="connsiteY2" fmla="*/ 92965 h 135147"/>
                <a:gd name="connsiteX3" fmla="*/ 61 w 594406"/>
                <a:gd name="connsiteY3" fmla="*/ 135147 h 135147"/>
                <a:gd name="connsiteX4" fmla="*/ 1422 w 594406"/>
                <a:gd name="connsiteY4" fmla="*/ 15599 h 135147"/>
                <a:gd name="connsiteX0" fmla="*/ 131 w 594476"/>
                <a:gd name="connsiteY0" fmla="*/ 4622 h 135147"/>
                <a:gd name="connsiteX1" fmla="*/ 594476 w 594476"/>
                <a:gd name="connsiteY1" fmla="*/ 0 h 135147"/>
                <a:gd name="connsiteX2" fmla="*/ 594476 w 594476"/>
                <a:gd name="connsiteY2" fmla="*/ 92965 h 135147"/>
                <a:gd name="connsiteX3" fmla="*/ 131 w 594476"/>
                <a:gd name="connsiteY3" fmla="*/ 135147 h 135147"/>
                <a:gd name="connsiteX4" fmla="*/ 131 w 594476"/>
                <a:gd name="connsiteY4" fmla="*/ 4622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22423 h 139660"/>
                <a:gd name="connsiteX1" fmla="*/ 595706 w 595706"/>
                <a:gd name="connsiteY1" fmla="*/ 4513 h 139660"/>
                <a:gd name="connsiteX2" fmla="*/ 595706 w 595706"/>
                <a:gd name="connsiteY2" fmla="*/ 97478 h 139660"/>
                <a:gd name="connsiteX3" fmla="*/ 1361 w 595706"/>
                <a:gd name="connsiteY3" fmla="*/ 139660 h 139660"/>
                <a:gd name="connsiteX4" fmla="*/ 0 w 595706"/>
                <a:gd name="connsiteY4" fmla="*/ 22423 h 139660"/>
                <a:gd name="connsiteX0" fmla="*/ 0 w 595706"/>
                <a:gd name="connsiteY0" fmla="*/ 26413 h 143650"/>
                <a:gd name="connsiteX1" fmla="*/ 595706 w 595706"/>
                <a:gd name="connsiteY1" fmla="*/ 8503 h 143650"/>
                <a:gd name="connsiteX2" fmla="*/ 595706 w 595706"/>
                <a:gd name="connsiteY2" fmla="*/ 101468 h 143650"/>
                <a:gd name="connsiteX3" fmla="*/ 1361 w 595706"/>
                <a:gd name="connsiteY3" fmla="*/ 143650 h 143650"/>
                <a:gd name="connsiteX4" fmla="*/ 0 w 595706"/>
                <a:gd name="connsiteY4" fmla="*/ 26413 h 143650"/>
                <a:gd name="connsiteX0" fmla="*/ 0 w 595706"/>
                <a:gd name="connsiteY0" fmla="*/ 21286 h 138523"/>
                <a:gd name="connsiteX1" fmla="*/ 595706 w 595706"/>
                <a:gd name="connsiteY1" fmla="*/ 3376 h 138523"/>
                <a:gd name="connsiteX2" fmla="*/ 595706 w 595706"/>
                <a:gd name="connsiteY2" fmla="*/ 96341 h 138523"/>
                <a:gd name="connsiteX3" fmla="*/ 1361 w 595706"/>
                <a:gd name="connsiteY3" fmla="*/ 138523 h 138523"/>
                <a:gd name="connsiteX4" fmla="*/ 0 w 595706"/>
                <a:gd name="connsiteY4" fmla="*/ 21286 h 138523"/>
                <a:gd name="connsiteX0" fmla="*/ 0 w 595706"/>
                <a:gd name="connsiteY0" fmla="*/ 22534 h 139771"/>
                <a:gd name="connsiteX1" fmla="*/ 595706 w 595706"/>
                <a:gd name="connsiteY1" fmla="*/ 4624 h 139771"/>
                <a:gd name="connsiteX2" fmla="*/ 595706 w 595706"/>
                <a:gd name="connsiteY2" fmla="*/ 97589 h 139771"/>
                <a:gd name="connsiteX3" fmla="*/ 1361 w 595706"/>
                <a:gd name="connsiteY3" fmla="*/ 139771 h 139771"/>
                <a:gd name="connsiteX4" fmla="*/ 0 w 595706"/>
                <a:gd name="connsiteY4" fmla="*/ 22534 h 139771"/>
                <a:gd name="connsiteX0" fmla="*/ 0 w 595706"/>
                <a:gd name="connsiteY0" fmla="*/ 23494 h 140731"/>
                <a:gd name="connsiteX1" fmla="*/ 595706 w 595706"/>
                <a:gd name="connsiteY1" fmla="*/ 2118 h 140731"/>
                <a:gd name="connsiteX2" fmla="*/ 595706 w 595706"/>
                <a:gd name="connsiteY2" fmla="*/ 98549 h 140731"/>
                <a:gd name="connsiteX3" fmla="*/ 1361 w 595706"/>
                <a:gd name="connsiteY3" fmla="*/ 140731 h 140731"/>
                <a:gd name="connsiteX4" fmla="*/ 0 w 595706"/>
                <a:gd name="connsiteY4" fmla="*/ 23494 h 140731"/>
                <a:gd name="connsiteX0" fmla="*/ 0 w 595706"/>
                <a:gd name="connsiteY0" fmla="*/ 23494 h 140731"/>
                <a:gd name="connsiteX1" fmla="*/ 595706 w 595706"/>
                <a:gd name="connsiteY1" fmla="*/ 2118 h 140731"/>
                <a:gd name="connsiteX2" fmla="*/ 595706 w 595706"/>
                <a:gd name="connsiteY2" fmla="*/ 98549 h 140731"/>
                <a:gd name="connsiteX3" fmla="*/ 1361 w 595706"/>
                <a:gd name="connsiteY3" fmla="*/ 140731 h 140731"/>
                <a:gd name="connsiteX4" fmla="*/ 0 w 595706"/>
                <a:gd name="connsiteY4" fmla="*/ 23494 h 140731"/>
                <a:gd name="connsiteX0" fmla="*/ 0 w 595706"/>
                <a:gd name="connsiteY0" fmla="*/ 25030 h 142267"/>
                <a:gd name="connsiteX1" fmla="*/ 595706 w 595706"/>
                <a:gd name="connsiteY1" fmla="*/ 3654 h 142267"/>
                <a:gd name="connsiteX2" fmla="*/ 595706 w 595706"/>
                <a:gd name="connsiteY2" fmla="*/ 100085 h 142267"/>
                <a:gd name="connsiteX3" fmla="*/ 1361 w 595706"/>
                <a:gd name="connsiteY3" fmla="*/ 142267 h 142267"/>
                <a:gd name="connsiteX4" fmla="*/ 0 w 595706"/>
                <a:gd name="connsiteY4" fmla="*/ 25030 h 142267"/>
                <a:gd name="connsiteX0" fmla="*/ 0 w 595706"/>
                <a:gd name="connsiteY0" fmla="*/ 22091 h 139328"/>
                <a:gd name="connsiteX1" fmla="*/ 595706 w 595706"/>
                <a:gd name="connsiteY1" fmla="*/ 715 h 139328"/>
                <a:gd name="connsiteX2" fmla="*/ 595706 w 595706"/>
                <a:gd name="connsiteY2" fmla="*/ 97146 h 139328"/>
                <a:gd name="connsiteX3" fmla="*/ 1361 w 595706"/>
                <a:gd name="connsiteY3" fmla="*/ 139328 h 139328"/>
                <a:gd name="connsiteX4" fmla="*/ 0 w 595706"/>
                <a:gd name="connsiteY4" fmla="*/ 22091 h 139328"/>
                <a:gd name="connsiteX0" fmla="*/ 0 w 595706"/>
                <a:gd name="connsiteY0" fmla="*/ 23573 h 140810"/>
                <a:gd name="connsiteX1" fmla="*/ 595706 w 595706"/>
                <a:gd name="connsiteY1" fmla="*/ 2197 h 140810"/>
                <a:gd name="connsiteX2" fmla="*/ 595706 w 595706"/>
                <a:gd name="connsiteY2" fmla="*/ 98628 h 140810"/>
                <a:gd name="connsiteX3" fmla="*/ 1361 w 595706"/>
                <a:gd name="connsiteY3" fmla="*/ 140810 h 140810"/>
                <a:gd name="connsiteX4" fmla="*/ 0 w 595706"/>
                <a:gd name="connsiteY4" fmla="*/ 23573 h 140810"/>
                <a:gd name="connsiteX0" fmla="*/ 0 w 595706"/>
                <a:gd name="connsiteY0" fmla="*/ 21908 h 139145"/>
                <a:gd name="connsiteX1" fmla="*/ 595706 w 595706"/>
                <a:gd name="connsiteY1" fmla="*/ 532 h 139145"/>
                <a:gd name="connsiteX2" fmla="*/ 595706 w 595706"/>
                <a:gd name="connsiteY2" fmla="*/ 96963 h 139145"/>
                <a:gd name="connsiteX3" fmla="*/ 1361 w 595706"/>
                <a:gd name="connsiteY3" fmla="*/ 139145 h 139145"/>
                <a:gd name="connsiteX4" fmla="*/ 0 w 595706"/>
                <a:gd name="connsiteY4" fmla="*/ 21908 h 139145"/>
                <a:gd name="connsiteX0" fmla="*/ 0 w 595706"/>
                <a:gd name="connsiteY0" fmla="*/ 23863 h 141100"/>
                <a:gd name="connsiteX1" fmla="*/ 595706 w 595706"/>
                <a:gd name="connsiteY1" fmla="*/ 2487 h 141100"/>
                <a:gd name="connsiteX2" fmla="*/ 595706 w 595706"/>
                <a:gd name="connsiteY2" fmla="*/ 98918 h 141100"/>
                <a:gd name="connsiteX3" fmla="*/ 1361 w 595706"/>
                <a:gd name="connsiteY3" fmla="*/ 141100 h 141100"/>
                <a:gd name="connsiteX4" fmla="*/ 0 w 595706"/>
                <a:gd name="connsiteY4" fmla="*/ 23863 h 141100"/>
                <a:gd name="connsiteX0" fmla="*/ 0 w 595706"/>
                <a:gd name="connsiteY0" fmla="*/ 24472 h 141709"/>
                <a:gd name="connsiteX1" fmla="*/ 595706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0 w 595706"/>
                <a:gd name="connsiteY0" fmla="*/ 24267 h 141504"/>
                <a:gd name="connsiteX1" fmla="*/ 595706 w 595706"/>
                <a:gd name="connsiteY1" fmla="*/ 2891 h 141504"/>
                <a:gd name="connsiteX2" fmla="*/ 595706 w 595706"/>
                <a:gd name="connsiteY2" fmla="*/ 99322 h 141504"/>
                <a:gd name="connsiteX3" fmla="*/ 1361 w 595706"/>
                <a:gd name="connsiteY3" fmla="*/ 141504 h 141504"/>
                <a:gd name="connsiteX4" fmla="*/ 0 w 595706"/>
                <a:gd name="connsiteY4" fmla="*/ 24267 h 141504"/>
                <a:gd name="connsiteX0" fmla="*/ 0 w 595706"/>
                <a:gd name="connsiteY0" fmla="*/ 24472 h 141709"/>
                <a:gd name="connsiteX1" fmla="*/ 595706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0 w 595706"/>
                <a:gd name="connsiteY0" fmla="*/ 24472 h 141709"/>
                <a:gd name="connsiteX1" fmla="*/ 594353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124 w 595830"/>
                <a:gd name="connsiteY0" fmla="*/ 24472 h 141709"/>
                <a:gd name="connsiteX1" fmla="*/ 594477 w 595830"/>
                <a:gd name="connsiteY1" fmla="*/ 3096 h 141709"/>
                <a:gd name="connsiteX2" fmla="*/ 595830 w 595830"/>
                <a:gd name="connsiteY2" fmla="*/ 99527 h 141709"/>
                <a:gd name="connsiteX3" fmla="*/ 131 w 595830"/>
                <a:gd name="connsiteY3" fmla="*/ 141709 h 141709"/>
                <a:gd name="connsiteX4" fmla="*/ 124 w 595830"/>
                <a:gd name="connsiteY4" fmla="*/ 24472 h 141709"/>
                <a:gd name="connsiteX0" fmla="*/ 124 w 597179"/>
                <a:gd name="connsiteY0" fmla="*/ 25207 h 142444"/>
                <a:gd name="connsiteX1" fmla="*/ 597179 w 597179"/>
                <a:gd name="connsiteY1" fmla="*/ 481 h 142444"/>
                <a:gd name="connsiteX2" fmla="*/ 595830 w 597179"/>
                <a:gd name="connsiteY2" fmla="*/ 100262 h 142444"/>
                <a:gd name="connsiteX3" fmla="*/ 131 w 597179"/>
                <a:gd name="connsiteY3" fmla="*/ 142444 h 142444"/>
                <a:gd name="connsiteX4" fmla="*/ 124 w 597179"/>
                <a:gd name="connsiteY4" fmla="*/ 25207 h 142444"/>
                <a:gd name="connsiteX0" fmla="*/ 124 w 595889"/>
                <a:gd name="connsiteY0" fmla="*/ 25842 h 143079"/>
                <a:gd name="connsiteX1" fmla="*/ 594477 w 595889"/>
                <a:gd name="connsiteY1" fmla="*/ 0 h 143079"/>
                <a:gd name="connsiteX2" fmla="*/ 595830 w 595889"/>
                <a:gd name="connsiteY2" fmla="*/ 100897 h 143079"/>
                <a:gd name="connsiteX3" fmla="*/ 131 w 595889"/>
                <a:gd name="connsiteY3" fmla="*/ 143079 h 143079"/>
                <a:gd name="connsiteX4" fmla="*/ 124 w 595889"/>
                <a:gd name="connsiteY4" fmla="*/ 25842 h 143079"/>
                <a:gd name="connsiteX0" fmla="*/ 124 w 595889"/>
                <a:gd name="connsiteY0" fmla="*/ 24713 h 141950"/>
                <a:gd name="connsiteX1" fmla="*/ 594477 w 595889"/>
                <a:gd name="connsiteY1" fmla="*/ 2221 h 141950"/>
                <a:gd name="connsiteX2" fmla="*/ 595830 w 595889"/>
                <a:gd name="connsiteY2" fmla="*/ 99768 h 141950"/>
                <a:gd name="connsiteX3" fmla="*/ 131 w 595889"/>
                <a:gd name="connsiteY3" fmla="*/ 141950 h 141950"/>
                <a:gd name="connsiteX4" fmla="*/ 124 w 595889"/>
                <a:gd name="connsiteY4" fmla="*/ 24713 h 141950"/>
                <a:gd name="connsiteX0" fmla="*/ 124 w 595959"/>
                <a:gd name="connsiteY0" fmla="*/ 24713 h 141950"/>
                <a:gd name="connsiteX1" fmla="*/ 595828 w 595959"/>
                <a:gd name="connsiteY1" fmla="*/ 2221 h 141950"/>
                <a:gd name="connsiteX2" fmla="*/ 595830 w 595959"/>
                <a:gd name="connsiteY2" fmla="*/ 99768 h 141950"/>
                <a:gd name="connsiteX3" fmla="*/ 131 w 595959"/>
                <a:gd name="connsiteY3" fmla="*/ 141950 h 141950"/>
                <a:gd name="connsiteX4" fmla="*/ 124 w 595959"/>
                <a:gd name="connsiteY4" fmla="*/ 24713 h 141950"/>
                <a:gd name="connsiteX0" fmla="*/ 124 w 595959"/>
                <a:gd name="connsiteY0" fmla="*/ 24925 h 142162"/>
                <a:gd name="connsiteX1" fmla="*/ 595828 w 595959"/>
                <a:gd name="connsiteY1" fmla="*/ 2433 h 142162"/>
                <a:gd name="connsiteX2" fmla="*/ 595830 w 595959"/>
                <a:gd name="connsiteY2" fmla="*/ 99980 h 142162"/>
                <a:gd name="connsiteX3" fmla="*/ 131 w 595959"/>
                <a:gd name="connsiteY3" fmla="*/ 142162 h 142162"/>
                <a:gd name="connsiteX4" fmla="*/ 124 w 595959"/>
                <a:gd name="connsiteY4" fmla="*/ 24925 h 142162"/>
                <a:gd name="connsiteX0" fmla="*/ 124 w 595959"/>
                <a:gd name="connsiteY0" fmla="*/ 22492 h 139729"/>
                <a:gd name="connsiteX1" fmla="*/ 595828 w 595959"/>
                <a:gd name="connsiteY1" fmla="*/ 0 h 139729"/>
                <a:gd name="connsiteX2" fmla="*/ 595830 w 595959"/>
                <a:gd name="connsiteY2" fmla="*/ 97547 h 139729"/>
                <a:gd name="connsiteX3" fmla="*/ 131 w 595959"/>
                <a:gd name="connsiteY3" fmla="*/ 139729 h 139729"/>
                <a:gd name="connsiteX4" fmla="*/ 124 w 595959"/>
                <a:gd name="connsiteY4" fmla="*/ 22492 h 139729"/>
                <a:gd name="connsiteX0" fmla="*/ 124 w 595959"/>
                <a:gd name="connsiteY0" fmla="*/ 25585 h 142822"/>
                <a:gd name="connsiteX1" fmla="*/ 595828 w 595959"/>
                <a:gd name="connsiteY1" fmla="*/ 3093 h 142822"/>
                <a:gd name="connsiteX2" fmla="*/ 595830 w 595959"/>
                <a:gd name="connsiteY2" fmla="*/ 100640 h 142822"/>
                <a:gd name="connsiteX3" fmla="*/ 131 w 595959"/>
                <a:gd name="connsiteY3" fmla="*/ 142822 h 142822"/>
                <a:gd name="connsiteX4" fmla="*/ 124 w 595959"/>
                <a:gd name="connsiteY4" fmla="*/ 25585 h 142822"/>
                <a:gd name="connsiteX0" fmla="*/ 124 w 595959"/>
                <a:gd name="connsiteY0" fmla="*/ 25585 h 142822"/>
                <a:gd name="connsiteX1" fmla="*/ 595828 w 595959"/>
                <a:gd name="connsiteY1" fmla="*/ 3093 h 142822"/>
                <a:gd name="connsiteX2" fmla="*/ 595830 w 595959"/>
                <a:gd name="connsiteY2" fmla="*/ 100640 h 142822"/>
                <a:gd name="connsiteX3" fmla="*/ 131 w 595959"/>
                <a:gd name="connsiteY3" fmla="*/ 142822 h 142822"/>
                <a:gd name="connsiteX4" fmla="*/ 124 w 595959"/>
                <a:gd name="connsiteY4" fmla="*/ 25585 h 142822"/>
                <a:gd name="connsiteX0" fmla="*/ 124 w 595959"/>
                <a:gd name="connsiteY0" fmla="*/ 26512 h 143749"/>
                <a:gd name="connsiteX1" fmla="*/ 595828 w 595959"/>
                <a:gd name="connsiteY1" fmla="*/ 4020 h 143749"/>
                <a:gd name="connsiteX2" fmla="*/ 595830 w 595959"/>
                <a:gd name="connsiteY2" fmla="*/ 101567 h 143749"/>
                <a:gd name="connsiteX3" fmla="*/ 131 w 595959"/>
                <a:gd name="connsiteY3" fmla="*/ 143749 h 143749"/>
                <a:gd name="connsiteX4" fmla="*/ 124 w 595959"/>
                <a:gd name="connsiteY4" fmla="*/ 26512 h 143749"/>
                <a:gd name="connsiteX0" fmla="*/ 124 w 595959"/>
                <a:gd name="connsiteY0" fmla="*/ 26512 h 143749"/>
                <a:gd name="connsiteX1" fmla="*/ 595828 w 595959"/>
                <a:gd name="connsiteY1" fmla="*/ 4020 h 143749"/>
                <a:gd name="connsiteX2" fmla="*/ 595830 w 595959"/>
                <a:gd name="connsiteY2" fmla="*/ 101567 h 143749"/>
                <a:gd name="connsiteX3" fmla="*/ 131 w 595959"/>
                <a:gd name="connsiteY3" fmla="*/ 143749 h 143749"/>
                <a:gd name="connsiteX4" fmla="*/ 124 w 595959"/>
                <a:gd name="connsiteY4" fmla="*/ 26512 h 143749"/>
                <a:gd name="connsiteX0" fmla="*/ 124 w 595959"/>
                <a:gd name="connsiteY0" fmla="*/ 28496 h 145733"/>
                <a:gd name="connsiteX1" fmla="*/ 595828 w 595959"/>
                <a:gd name="connsiteY1" fmla="*/ 6004 h 145733"/>
                <a:gd name="connsiteX2" fmla="*/ 595830 w 595959"/>
                <a:gd name="connsiteY2" fmla="*/ 103551 h 145733"/>
                <a:gd name="connsiteX3" fmla="*/ 131 w 595959"/>
                <a:gd name="connsiteY3" fmla="*/ 145733 h 145733"/>
                <a:gd name="connsiteX4" fmla="*/ 124 w 595959"/>
                <a:gd name="connsiteY4" fmla="*/ 28496 h 14573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856"/>
                <a:gd name="connsiteY0" fmla="*/ 41841 h 159078"/>
                <a:gd name="connsiteX1" fmla="*/ 591261 w 595856"/>
                <a:gd name="connsiteY1" fmla="*/ 0 h 159078"/>
                <a:gd name="connsiteX2" fmla="*/ 595830 w 595856"/>
                <a:gd name="connsiteY2" fmla="*/ 116896 h 159078"/>
                <a:gd name="connsiteX3" fmla="*/ 131 w 595856"/>
                <a:gd name="connsiteY3" fmla="*/ 159078 h 159078"/>
                <a:gd name="connsiteX4" fmla="*/ 124 w 595856"/>
                <a:gd name="connsiteY4" fmla="*/ 41841 h 159078"/>
                <a:gd name="connsiteX0" fmla="*/ 124 w 595959"/>
                <a:gd name="connsiteY0" fmla="*/ 41841 h 159078"/>
                <a:gd name="connsiteX1" fmla="*/ 595828 w 595959"/>
                <a:gd name="connsiteY1" fmla="*/ 0 h 159078"/>
                <a:gd name="connsiteX2" fmla="*/ 595830 w 595959"/>
                <a:gd name="connsiteY2" fmla="*/ 116896 h 159078"/>
                <a:gd name="connsiteX3" fmla="*/ 131 w 595959"/>
                <a:gd name="connsiteY3" fmla="*/ 159078 h 159078"/>
                <a:gd name="connsiteX4" fmla="*/ 124 w 595959"/>
                <a:gd name="connsiteY4" fmla="*/ 41841 h 159078"/>
                <a:gd name="connsiteX0" fmla="*/ 124 w 597349"/>
                <a:gd name="connsiteY0" fmla="*/ 42378 h 159615"/>
                <a:gd name="connsiteX1" fmla="*/ 597349 w 597349"/>
                <a:gd name="connsiteY1" fmla="*/ 0 h 159615"/>
                <a:gd name="connsiteX2" fmla="*/ 595830 w 597349"/>
                <a:gd name="connsiteY2" fmla="*/ 117433 h 159615"/>
                <a:gd name="connsiteX3" fmla="*/ 131 w 597349"/>
                <a:gd name="connsiteY3" fmla="*/ 159615 h 159615"/>
                <a:gd name="connsiteX4" fmla="*/ 124 w 597349"/>
                <a:gd name="connsiteY4" fmla="*/ 42378 h 159615"/>
                <a:gd name="connsiteX0" fmla="*/ 124 w 600443"/>
                <a:gd name="connsiteY0" fmla="*/ 42378 h 159615"/>
                <a:gd name="connsiteX1" fmla="*/ 597349 w 600443"/>
                <a:gd name="connsiteY1" fmla="*/ 0 h 159615"/>
                <a:gd name="connsiteX2" fmla="*/ 600408 w 600443"/>
                <a:gd name="connsiteY2" fmla="*/ 117433 h 159615"/>
                <a:gd name="connsiteX3" fmla="*/ 131 w 600443"/>
                <a:gd name="connsiteY3" fmla="*/ 159615 h 159615"/>
                <a:gd name="connsiteX4" fmla="*/ 124 w 600443"/>
                <a:gd name="connsiteY4" fmla="*/ 42378 h 159615"/>
                <a:gd name="connsiteX0" fmla="*/ 124 w 600537"/>
                <a:gd name="connsiteY0" fmla="*/ 42378 h 159615"/>
                <a:gd name="connsiteX1" fmla="*/ 600401 w 600537"/>
                <a:gd name="connsiteY1" fmla="*/ 0 h 159615"/>
                <a:gd name="connsiteX2" fmla="*/ 600408 w 600537"/>
                <a:gd name="connsiteY2" fmla="*/ 117433 h 159615"/>
                <a:gd name="connsiteX3" fmla="*/ 131 w 600537"/>
                <a:gd name="connsiteY3" fmla="*/ 159615 h 159615"/>
                <a:gd name="connsiteX4" fmla="*/ 124 w 600537"/>
                <a:gd name="connsiteY4" fmla="*/ 42378 h 159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0537" h="159615">
                  <a:moveTo>
                    <a:pt x="124" y="42378"/>
                  </a:moveTo>
                  <a:cubicBezTo>
                    <a:pt x="296414" y="-50243"/>
                    <a:pt x="418111" y="75773"/>
                    <a:pt x="600401" y="0"/>
                  </a:cubicBezTo>
                  <a:cubicBezTo>
                    <a:pt x="599951" y="33260"/>
                    <a:pt x="600858" y="84173"/>
                    <a:pt x="600408" y="117433"/>
                  </a:cubicBezTo>
                  <a:cubicBezTo>
                    <a:pt x="395490" y="192726"/>
                    <a:pt x="285331" y="62551"/>
                    <a:pt x="131" y="159615"/>
                  </a:cubicBezTo>
                  <a:cubicBezTo>
                    <a:pt x="-323" y="114566"/>
                    <a:pt x="578" y="87427"/>
                    <a:pt x="124" y="42378"/>
                  </a:cubicBezTo>
                  <a:close/>
                </a:path>
              </a:pathLst>
            </a:custGeom>
            <a:solidFill>
              <a:schemeClr val="accent2">
                <a:lumMod val="40000"/>
                <a:lumOff val="6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81" name="矩形 1174">
              <a:extLst>
                <a:ext uri="{FF2B5EF4-FFF2-40B4-BE49-F238E27FC236}">
                  <a16:creationId xmlns:a16="http://schemas.microsoft.com/office/drawing/2014/main" id="{D9127187-E6D7-6B0D-E296-07FDFDC9AEEB}"/>
                </a:ext>
              </a:extLst>
            </p:cNvPr>
            <p:cNvSpPr/>
            <p:nvPr/>
          </p:nvSpPr>
          <p:spPr>
            <a:xfrm rot="10800000">
              <a:off x="4342829" y="7041272"/>
              <a:ext cx="618707" cy="139508"/>
            </a:xfrm>
            <a:custGeom>
              <a:avLst/>
              <a:gdLst>
                <a:gd name="connsiteX0" fmla="*/ 0 w 595706"/>
                <a:gd name="connsiteY0" fmla="*/ 0 h 92965"/>
                <a:gd name="connsiteX1" fmla="*/ 595706 w 595706"/>
                <a:gd name="connsiteY1" fmla="*/ 0 h 92965"/>
                <a:gd name="connsiteX2" fmla="*/ 595706 w 595706"/>
                <a:gd name="connsiteY2" fmla="*/ 92965 h 92965"/>
                <a:gd name="connsiteX3" fmla="*/ 0 w 595706"/>
                <a:gd name="connsiteY3" fmla="*/ 92965 h 92965"/>
                <a:gd name="connsiteX4" fmla="*/ 0 w 595706"/>
                <a:gd name="connsiteY4" fmla="*/ 0 h 92965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131 w 595837"/>
                <a:gd name="connsiteY0" fmla="*/ 0 h 148754"/>
                <a:gd name="connsiteX1" fmla="*/ 595837 w 595837"/>
                <a:gd name="connsiteY1" fmla="*/ 0 h 148754"/>
                <a:gd name="connsiteX2" fmla="*/ 595837 w 595837"/>
                <a:gd name="connsiteY2" fmla="*/ 92965 h 148754"/>
                <a:gd name="connsiteX3" fmla="*/ 131 w 595837"/>
                <a:gd name="connsiteY3" fmla="*/ 148754 h 148754"/>
                <a:gd name="connsiteX4" fmla="*/ 131 w 595837"/>
                <a:gd name="connsiteY4" fmla="*/ 0 h 148754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56571"/>
                <a:gd name="connsiteX1" fmla="*/ 595837 w 595837"/>
                <a:gd name="connsiteY1" fmla="*/ 0 h 156571"/>
                <a:gd name="connsiteX2" fmla="*/ 594316 w 595837"/>
                <a:gd name="connsiteY2" fmla="*/ 141984 h 156571"/>
                <a:gd name="connsiteX3" fmla="*/ 131 w 595837"/>
                <a:gd name="connsiteY3" fmla="*/ 140590 h 156571"/>
                <a:gd name="connsiteX4" fmla="*/ 131 w 595837"/>
                <a:gd name="connsiteY4" fmla="*/ 0 h 156571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0 w 600949"/>
                <a:gd name="connsiteY0" fmla="*/ 0 h 271309"/>
                <a:gd name="connsiteX1" fmla="*/ 600949 w 600949"/>
                <a:gd name="connsiteY1" fmla="*/ 0 h 271309"/>
                <a:gd name="connsiteX2" fmla="*/ 599428 w 600949"/>
                <a:gd name="connsiteY2" fmla="*/ 141984 h 271309"/>
                <a:gd name="connsiteX3" fmla="*/ 3722 w 600949"/>
                <a:gd name="connsiteY3" fmla="*/ 271309 h 271309"/>
                <a:gd name="connsiteX4" fmla="*/ 0 w 600949"/>
                <a:gd name="connsiteY4" fmla="*/ 0 h 271309"/>
                <a:gd name="connsiteX0" fmla="*/ 0 w 599639"/>
                <a:gd name="connsiteY0" fmla="*/ 0 h 271309"/>
                <a:gd name="connsiteX1" fmla="*/ 599639 w 599639"/>
                <a:gd name="connsiteY1" fmla="*/ 0 h 271309"/>
                <a:gd name="connsiteX2" fmla="*/ 599428 w 599639"/>
                <a:gd name="connsiteY2" fmla="*/ 141984 h 271309"/>
                <a:gd name="connsiteX3" fmla="*/ 3722 w 599639"/>
                <a:gd name="connsiteY3" fmla="*/ 271309 h 271309"/>
                <a:gd name="connsiteX4" fmla="*/ 0 w 599639"/>
                <a:gd name="connsiteY4" fmla="*/ 0 h 271309"/>
                <a:gd name="connsiteX0" fmla="*/ 0 w 597018"/>
                <a:gd name="connsiteY0" fmla="*/ 0 h 271309"/>
                <a:gd name="connsiteX1" fmla="*/ 597018 w 597018"/>
                <a:gd name="connsiteY1" fmla="*/ 0 h 271309"/>
                <a:gd name="connsiteX2" fmla="*/ 596807 w 597018"/>
                <a:gd name="connsiteY2" fmla="*/ 141984 h 271309"/>
                <a:gd name="connsiteX3" fmla="*/ 1101 w 597018"/>
                <a:gd name="connsiteY3" fmla="*/ 271309 h 271309"/>
                <a:gd name="connsiteX4" fmla="*/ 0 w 597018"/>
                <a:gd name="connsiteY4" fmla="*/ 0 h 271309"/>
                <a:gd name="connsiteX0" fmla="*/ 0 w 596807"/>
                <a:gd name="connsiteY0" fmla="*/ 0 h 271309"/>
                <a:gd name="connsiteX1" fmla="*/ 591775 w 596807"/>
                <a:gd name="connsiteY1" fmla="*/ 0 h 271309"/>
                <a:gd name="connsiteX2" fmla="*/ 596807 w 596807"/>
                <a:gd name="connsiteY2" fmla="*/ 141984 h 271309"/>
                <a:gd name="connsiteX3" fmla="*/ 1101 w 596807"/>
                <a:gd name="connsiteY3" fmla="*/ 271309 h 271309"/>
                <a:gd name="connsiteX4" fmla="*/ 0 w 596807"/>
                <a:gd name="connsiteY4" fmla="*/ 0 h 271309"/>
                <a:gd name="connsiteX0" fmla="*/ 0 w 596807"/>
                <a:gd name="connsiteY0" fmla="*/ 0 h 271309"/>
                <a:gd name="connsiteX1" fmla="*/ 595708 w 596807"/>
                <a:gd name="connsiteY1" fmla="*/ 0 h 271309"/>
                <a:gd name="connsiteX2" fmla="*/ 596807 w 596807"/>
                <a:gd name="connsiteY2" fmla="*/ 141984 h 271309"/>
                <a:gd name="connsiteX3" fmla="*/ 1101 w 596807"/>
                <a:gd name="connsiteY3" fmla="*/ 271309 h 271309"/>
                <a:gd name="connsiteX4" fmla="*/ 0 w 596807"/>
                <a:gd name="connsiteY4" fmla="*/ 0 h 271309"/>
                <a:gd name="connsiteX0" fmla="*/ 0 w 595708"/>
                <a:gd name="connsiteY0" fmla="*/ 0 h 271309"/>
                <a:gd name="connsiteX1" fmla="*/ 595708 w 595708"/>
                <a:gd name="connsiteY1" fmla="*/ 0 h 271309"/>
                <a:gd name="connsiteX2" fmla="*/ 594186 w 595708"/>
                <a:gd name="connsiteY2" fmla="*/ 141985 h 271309"/>
                <a:gd name="connsiteX3" fmla="*/ 1101 w 595708"/>
                <a:gd name="connsiteY3" fmla="*/ 271309 h 271309"/>
                <a:gd name="connsiteX4" fmla="*/ 0 w 595708"/>
                <a:gd name="connsiteY4" fmla="*/ 0 h 271309"/>
                <a:gd name="connsiteX0" fmla="*/ 0 w 596439"/>
                <a:gd name="connsiteY0" fmla="*/ 109083 h 380392"/>
                <a:gd name="connsiteX1" fmla="*/ 595708 w 596439"/>
                <a:gd name="connsiteY1" fmla="*/ 109083 h 380392"/>
                <a:gd name="connsiteX2" fmla="*/ 594186 w 596439"/>
                <a:gd name="connsiteY2" fmla="*/ 251068 h 380392"/>
                <a:gd name="connsiteX3" fmla="*/ 1101 w 596439"/>
                <a:gd name="connsiteY3" fmla="*/ 380392 h 380392"/>
                <a:gd name="connsiteX4" fmla="*/ 0 w 596439"/>
                <a:gd name="connsiteY4" fmla="*/ 109083 h 380392"/>
                <a:gd name="connsiteX0" fmla="*/ 0 w 595708"/>
                <a:gd name="connsiteY0" fmla="*/ 0 h 271309"/>
                <a:gd name="connsiteX1" fmla="*/ 595708 w 595708"/>
                <a:gd name="connsiteY1" fmla="*/ 0 h 271309"/>
                <a:gd name="connsiteX2" fmla="*/ 594186 w 595708"/>
                <a:gd name="connsiteY2" fmla="*/ 141985 h 271309"/>
                <a:gd name="connsiteX3" fmla="*/ 1101 w 595708"/>
                <a:gd name="connsiteY3" fmla="*/ 271309 h 271309"/>
                <a:gd name="connsiteX4" fmla="*/ 0 w 595708"/>
                <a:gd name="connsiteY4" fmla="*/ 0 h 271309"/>
                <a:gd name="connsiteX0" fmla="*/ 0 w 596808"/>
                <a:gd name="connsiteY0" fmla="*/ 0 h 271309"/>
                <a:gd name="connsiteX1" fmla="*/ 595708 w 596808"/>
                <a:gd name="connsiteY1" fmla="*/ 0 h 271309"/>
                <a:gd name="connsiteX2" fmla="*/ 596808 w 596808"/>
                <a:gd name="connsiteY2" fmla="*/ 141985 h 271309"/>
                <a:gd name="connsiteX3" fmla="*/ 1101 w 596808"/>
                <a:gd name="connsiteY3" fmla="*/ 271309 h 271309"/>
                <a:gd name="connsiteX4" fmla="*/ 0 w 596808"/>
                <a:gd name="connsiteY4" fmla="*/ 0 h 271309"/>
                <a:gd name="connsiteX0" fmla="*/ 0 w 596808"/>
                <a:gd name="connsiteY0" fmla="*/ 0 h 271309"/>
                <a:gd name="connsiteX1" fmla="*/ 595708 w 596808"/>
                <a:gd name="connsiteY1" fmla="*/ 0 h 271309"/>
                <a:gd name="connsiteX2" fmla="*/ 596808 w 596808"/>
                <a:gd name="connsiteY2" fmla="*/ 141985 h 271309"/>
                <a:gd name="connsiteX3" fmla="*/ 1101 w 596808"/>
                <a:gd name="connsiteY3" fmla="*/ 271309 h 271309"/>
                <a:gd name="connsiteX4" fmla="*/ 0 w 596808"/>
                <a:gd name="connsiteY4" fmla="*/ 0 h 271309"/>
                <a:gd name="connsiteX0" fmla="*/ 0 w 596808"/>
                <a:gd name="connsiteY0" fmla="*/ 0 h 271309"/>
                <a:gd name="connsiteX1" fmla="*/ 595708 w 596808"/>
                <a:gd name="connsiteY1" fmla="*/ 0 h 271309"/>
                <a:gd name="connsiteX2" fmla="*/ 596808 w 596808"/>
                <a:gd name="connsiteY2" fmla="*/ 141985 h 271309"/>
                <a:gd name="connsiteX3" fmla="*/ 1101 w 596808"/>
                <a:gd name="connsiteY3" fmla="*/ 271309 h 271309"/>
                <a:gd name="connsiteX4" fmla="*/ 0 w 596808"/>
                <a:gd name="connsiteY4" fmla="*/ 0 h 271309"/>
                <a:gd name="connsiteX0" fmla="*/ 0 w 595708"/>
                <a:gd name="connsiteY0" fmla="*/ 0 h 271309"/>
                <a:gd name="connsiteX1" fmla="*/ 595708 w 595708"/>
                <a:gd name="connsiteY1" fmla="*/ 0 h 271309"/>
                <a:gd name="connsiteX2" fmla="*/ 594186 w 595708"/>
                <a:gd name="connsiteY2" fmla="*/ 141985 h 271309"/>
                <a:gd name="connsiteX3" fmla="*/ 1101 w 595708"/>
                <a:gd name="connsiteY3" fmla="*/ 271309 h 271309"/>
                <a:gd name="connsiteX4" fmla="*/ 0 w 595708"/>
                <a:gd name="connsiteY4" fmla="*/ 0 h 271309"/>
                <a:gd name="connsiteX0" fmla="*/ 0 w 595708"/>
                <a:gd name="connsiteY0" fmla="*/ 0 h 271309"/>
                <a:gd name="connsiteX1" fmla="*/ 595708 w 595708"/>
                <a:gd name="connsiteY1" fmla="*/ 0 h 271309"/>
                <a:gd name="connsiteX2" fmla="*/ 594186 w 595708"/>
                <a:gd name="connsiteY2" fmla="*/ 141985 h 271309"/>
                <a:gd name="connsiteX3" fmla="*/ 1101 w 595708"/>
                <a:gd name="connsiteY3" fmla="*/ 271309 h 271309"/>
                <a:gd name="connsiteX4" fmla="*/ 0 w 595708"/>
                <a:gd name="connsiteY4" fmla="*/ 0 h 271309"/>
                <a:gd name="connsiteX0" fmla="*/ 0 w 595936"/>
                <a:gd name="connsiteY0" fmla="*/ 0 h 271309"/>
                <a:gd name="connsiteX1" fmla="*/ 595708 w 595936"/>
                <a:gd name="connsiteY1" fmla="*/ 0 h 271309"/>
                <a:gd name="connsiteX2" fmla="*/ 594186 w 595936"/>
                <a:gd name="connsiteY2" fmla="*/ 141985 h 271309"/>
                <a:gd name="connsiteX3" fmla="*/ 1101 w 595936"/>
                <a:gd name="connsiteY3" fmla="*/ 271309 h 271309"/>
                <a:gd name="connsiteX4" fmla="*/ 0 w 595936"/>
                <a:gd name="connsiteY4" fmla="*/ 0 h 271309"/>
                <a:gd name="connsiteX0" fmla="*/ 319 w 596255"/>
                <a:gd name="connsiteY0" fmla="*/ 0 h 271309"/>
                <a:gd name="connsiteX1" fmla="*/ 596027 w 596255"/>
                <a:gd name="connsiteY1" fmla="*/ 0 h 271309"/>
                <a:gd name="connsiteX2" fmla="*/ 594505 w 596255"/>
                <a:gd name="connsiteY2" fmla="*/ 141985 h 271309"/>
                <a:gd name="connsiteX3" fmla="*/ 110 w 596255"/>
                <a:gd name="connsiteY3" fmla="*/ 271309 h 271309"/>
                <a:gd name="connsiteX4" fmla="*/ 319 w 596255"/>
                <a:gd name="connsiteY4" fmla="*/ 0 h 271309"/>
                <a:gd name="connsiteX0" fmla="*/ 0 w 595936"/>
                <a:gd name="connsiteY0" fmla="*/ 0 h 271309"/>
                <a:gd name="connsiteX1" fmla="*/ 595708 w 595936"/>
                <a:gd name="connsiteY1" fmla="*/ 0 h 271309"/>
                <a:gd name="connsiteX2" fmla="*/ 594186 w 595936"/>
                <a:gd name="connsiteY2" fmla="*/ 141985 h 271309"/>
                <a:gd name="connsiteX3" fmla="*/ 1101 w 595936"/>
                <a:gd name="connsiteY3" fmla="*/ 271309 h 271309"/>
                <a:gd name="connsiteX4" fmla="*/ 0 w 595936"/>
                <a:gd name="connsiteY4" fmla="*/ 0 h 271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5936" h="271309">
                  <a:moveTo>
                    <a:pt x="0" y="0"/>
                  </a:moveTo>
                  <a:lnTo>
                    <a:pt x="595708" y="0"/>
                  </a:lnTo>
                  <a:cubicBezTo>
                    <a:pt x="595708" y="30988"/>
                    <a:pt x="596806" y="39550"/>
                    <a:pt x="594186" y="141985"/>
                  </a:cubicBezTo>
                  <a:cubicBezTo>
                    <a:pt x="404809" y="352086"/>
                    <a:pt x="341643" y="22672"/>
                    <a:pt x="1101" y="271309"/>
                  </a:cubicBezTo>
                  <a:cubicBezTo>
                    <a:pt x="647" y="226260"/>
                    <a:pt x="454" y="45049"/>
                    <a:pt x="0" y="0"/>
                  </a:cubicBez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782" name="组合 781">
              <a:extLst>
                <a:ext uri="{FF2B5EF4-FFF2-40B4-BE49-F238E27FC236}">
                  <a16:creationId xmlns:a16="http://schemas.microsoft.com/office/drawing/2014/main" id="{D38EC138-2537-F5DC-0A4F-9F8C6DD6F025}"/>
                </a:ext>
              </a:extLst>
            </p:cNvPr>
            <p:cNvGrpSpPr/>
            <p:nvPr/>
          </p:nvGrpSpPr>
          <p:grpSpPr>
            <a:xfrm>
              <a:off x="4341455" y="6517035"/>
              <a:ext cx="621640" cy="663817"/>
              <a:chOff x="3656357" y="6507685"/>
              <a:chExt cx="621640" cy="663817"/>
            </a:xfrm>
          </p:grpSpPr>
          <p:sp>
            <p:nvSpPr>
              <p:cNvPr id="783" name="矩形 782">
                <a:extLst>
                  <a:ext uri="{FF2B5EF4-FFF2-40B4-BE49-F238E27FC236}">
                    <a16:creationId xmlns:a16="http://schemas.microsoft.com/office/drawing/2014/main" id="{EB429CE9-292E-F1F0-2502-A88751E4AB1A}"/>
                  </a:ext>
                </a:extLst>
              </p:cNvPr>
              <p:cNvSpPr/>
              <p:nvPr/>
            </p:nvSpPr>
            <p:spPr>
              <a:xfrm>
                <a:off x="3656465" y="6640950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84" name="矩形 783">
                <a:extLst>
                  <a:ext uri="{FF2B5EF4-FFF2-40B4-BE49-F238E27FC236}">
                    <a16:creationId xmlns:a16="http://schemas.microsoft.com/office/drawing/2014/main" id="{C0A68D6D-529C-662D-00C5-2B53978E7C3F}"/>
                  </a:ext>
                </a:extLst>
              </p:cNvPr>
              <p:cNvSpPr/>
              <p:nvPr/>
            </p:nvSpPr>
            <p:spPr>
              <a:xfrm>
                <a:off x="3811875" y="6640950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85" name="矩形 784">
                <a:extLst>
                  <a:ext uri="{FF2B5EF4-FFF2-40B4-BE49-F238E27FC236}">
                    <a16:creationId xmlns:a16="http://schemas.microsoft.com/office/drawing/2014/main" id="{AFA37F32-D643-A3B4-F6E1-207194292102}"/>
                  </a:ext>
                </a:extLst>
              </p:cNvPr>
              <p:cNvSpPr/>
              <p:nvPr/>
            </p:nvSpPr>
            <p:spPr>
              <a:xfrm>
                <a:off x="3967285" y="6640950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86" name="矩形 785">
                <a:extLst>
                  <a:ext uri="{FF2B5EF4-FFF2-40B4-BE49-F238E27FC236}">
                    <a16:creationId xmlns:a16="http://schemas.microsoft.com/office/drawing/2014/main" id="{8D3D0C5C-B5DB-FE4E-A444-73DC1C31A4F0}"/>
                  </a:ext>
                </a:extLst>
              </p:cNvPr>
              <p:cNvSpPr/>
              <p:nvPr/>
            </p:nvSpPr>
            <p:spPr>
              <a:xfrm>
                <a:off x="4122695" y="6640950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87" name="矩形 786">
                <a:extLst>
                  <a:ext uri="{FF2B5EF4-FFF2-40B4-BE49-F238E27FC236}">
                    <a16:creationId xmlns:a16="http://schemas.microsoft.com/office/drawing/2014/main" id="{F6E9DE8F-0525-2639-32F9-74AC7885416F}"/>
                  </a:ext>
                </a:extLst>
              </p:cNvPr>
              <p:cNvSpPr/>
              <p:nvPr/>
            </p:nvSpPr>
            <p:spPr>
              <a:xfrm>
                <a:off x="3656465" y="6773574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88" name="矩形 787">
                <a:extLst>
                  <a:ext uri="{FF2B5EF4-FFF2-40B4-BE49-F238E27FC236}">
                    <a16:creationId xmlns:a16="http://schemas.microsoft.com/office/drawing/2014/main" id="{BDD97986-D6E6-AB67-0C22-F2D771BCA675}"/>
                  </a:ext>
                </a:extLst>
              </p:cNvPr>
              <p:cNvSpPr/>
              <p:nvPr/>
            </p:nvSpPr>
            <p:spPr>
              <a:xfrm>
                <a:off x="3811875" y="6773574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89" name="矩形 788">
                <a:extLst>
                  <a:ext uri="{FF2B5EF4-FFF2-40B4-BE49-F238E27FC236}">
                    <a16:creationId xmlns:a16="http://schemas.microsoft.com/office/drawing/2014/main" id="{C0FBDF0B-8ECB-3BAF-1C7D-47955022CF90}"/>
                  </a:ext>
                </a:extLst>
              </p:cNvPr>
              <p:cNvSpPr/>
              <p:nvPr/>
            </p:nvSpPr>
            <p:spPr>
              <a:xfrm>
                <a:off x="3967285" y="6773574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90" name="矩形 789">
                <a:extLst>
                  <a:ext uri="{FF2B5EF4-FFF2-40B4-BE49-F238E27FC236}">
                    <a16:creationId xmlns:a16="http://schemas.microsoft.com/office/drawing/2014/main" id="{ACBBAB36-EA99-FE9B-6566-BF04EDFA5DFB}"/>
                  </a:ext>
                </a:extLst>
              </p:cNvPr>
              <p:cNvSpPr/>
              <p:nvPr/>
            </p:nvSpPr>
            <p:spPr>
              <a:xfrm>
                <a:off x="4122695" y="6773574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91" name="矩形 790">
                <a:extLst>
                  <a:ext uri="{FF2B5EF4-FFF2-40B4-BE49-F238E27FC236}">
                    <a16:creationId xmlns:a16="http://schemas.microsoft.com/office/drawing/2014/main" id="{F24F102E-A089-C00D-C2F3-B476A48CE0FC}"/>
                  </a:ext>
                </a:extLst>
              </p:cNvPr>
              <p:cNvSpPr/>
              <p:nvPr/>
            </p:nvSpPr>
            <p:spPr>
              <a:xfrm>
                <a:off x="3656357" y="690625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92" name="矩形 791">
                <a:extLst>
                  <a:ext uri="{FF2B5EF4-FFF2-40B4-BE49-F238E27FC236}">
                    <a16:creationId xmlns:a16="http://schemas.microsoft.com/office/drawing/2014/main" id="{4CD2B1A6-FF65-C5CB-9EBA-C49F50F866A9}"/>
                  </a:ext>
                </a:extLst>
              </p:cNvPr>
              <p:cNvSpPr/>
              <p:nvPr/>
            </p:nvSpPr>
            <p:spPr>
              <a:xfrm>
                <a:off x="3811767" y="690625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93" name="矩形 792">
                <a:extLst>
                  <a:ext uri="{FF2B5EF4-FFF2-40B4-BE49-F238E27FC236}">
                    <a16:creationId xmlns:a16="http://schemas.microsoft.com/office/drawing/2014/main" id="{2913C4CE-DF64-55FF-FFDC-FA2CEF374694}"/>
                  </a:ext>
                </a:extLst>
              </p:cNvPr>
              <p:cNvSpPr/>
              <p:nvPr/>
            </p:nvSpPr>
            <p:spPr>
              <a:xfrm>
                <a:off x="3967177" y="690625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94" name="矩形 793">
                <a:extLst>
                  <a:ext uri="{FF2B5EF4-FFF2-40B4-BE49-F238E27FC236}">
                    <a16:creationId xmlns:a16="http://schemas.microsoft.com/office/drawing/2014/main" id="{DEE8AA3D-2347-B240-A0EA-8FDF55A28393}"/>
                  </a:ext>
                </a:extLst>
              </p:cNvPr>
              <p:cNvSpPr/>
              <p:nvPr/>
            </p:nvSpPr>
            <p:spPr>
              <a:xfrm>
                <a:off x="4122587" y="690625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95" name="矩形 794">
                <a:extLst>
                  <a:ext uri="{FF2B5EF4-FFF2-40B4-BE49-F238E27FC236}">
                    <a16:creationId xmlns:a16="http://schemas.microsoft.com/office/drawing/2014/main" id="{1BF5D4DB-8C5F-4410-B86C-0B155078CF4E}"/>
                  </a:ext>
                </a:extLst>
              </p:cNvPr>
              <p:cNvSpPr/>
              <p:nvPr/>
            </p:nvSpPr>
            <p:spPr>
              <a:xfrm>
                <a:off x="3656357" y="7038879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96" name="矩形 795">
                <a:extLst>
                  <a:ext uri="{FF2B5EF4-FFF2-40B4-BE49-F238E27FC236}">
                    <a16:creationId xmlns:a16="http://schemas.microsoft.com/office/drawing/2014/main" id="{C9C9A8F8-3D2E-F654-F91F-D96F42C3BAC0}"/>
                  </a:ext>
                </a:extLst>
              </p:cNvPr>
              <p:cNvSpPr/>
              <p:nvPr/>
            </p:nvSpPr>
            <p:spPr>
              <a:xfrm>
                <a:off x="3811767" y="7038879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97" name="矩形 796">
                <a:extLst>
                  <a:ext uri="{FF2B5EF4-FFF2-40B4-BE49-F238E27FC236}">
                    <a16:creationId xmlns:a16="http://schemas.microsoft.com/office/drawing/2014/main" id="{1C11802B-E28D-50DF-2301-86AC965A5499}"/>
                  </a:ext>
                </a:extLst>
              </p:cNvPr>
              <p:cNvSpPr/>
              <p:nvPr/>
            </p:nvSpPr>
            <p:spPr>
              <a:xfrm>
                <a:off x="3967177" y="7038879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98" name="矩形 797">
                <a:extLst>
                  <a:ext uri="{FF2B5EF4-FFF2-40B4-BE49-F238E27FC236}">
                    <a16:creationId xmlns:a16="http://schemas.microsoft.com/office/drawing/2014/main" id="{934504A8-09BF-FB07-8E96-10CB13E999CD}"/>
                  </a:ext>
                </a:extLst>
              </p:cNvPr>
              <p:cNvSpPr/>
              <p:nvPr/>
            </p:nvSpPr>
            <p:spPr>
              <a:xfrm>
                <a:off x="4122587" y="7038879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99" name="矩形 798">
                <a:extLst>
                  <a:ext uri="{FF2B5EF4-FFF2-40B4-BE49-F238E27FC236}">
                    <a16:creationId xmlns:a16="http://schemas.microsoft.com/office/drawing/2014/main" id="{30A3AB1B-EF22-F0C3-3167-5BB1D629BD25}"/>
                  </a:ext>
                </a:extLst>
              </p:cNvPr>
              <p:cNvSpPr/>
              <p:nvPr/>
            </p:nvSpPr>
            <p:spPr>
              <a:xfrm>
                <a:off x="3656357" y="650768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00" name="矩形 799">
                <a:extLst>
                  <a:ext uri="{FF2B5EF4-FFF2-40B4-BE49-F238E27FC236}">
                    <a16:creationId xmlns:a16="http://schemas.microsoft.com/office/drawing/2014/main" id="{C0234835-ED42-BF2D-5C66-3B960BEC1213}"/>
                  </a:ext>
                </a:extLst>
              </p:cNvPr>
              <p:cNvSpPr/>
              <p:nvPr/>
            </p:nvSpPr>
            <p:spPr>
              <a:xfrm>
                <a:off x="3811767" y="650768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01" name="矩形 800">
                <a:extLst>
                  <a:ext uri="{FF2B5EF4-FFF2-40B4-BE49-F238E27FC236}">
                    <a16:creationId xmlns:a16="http://schemas.microsoft.com/office/drawing/2014/main" id="{BBE62DFD-E8C5-38F9-36BF-E9B11ABA6791}"/>
                  </a:ext>
                </a:extLst>
              </p:cNvPr>
              <p:cNvSpPr/>
              <p:nvPr/>
            </p:nvSpPr>
            <p:spPr>
              <a:xfrm>
                <a:off x="3967177" y="650768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02" name="矩形 801">
                <a:extLst>
                  <a:ext uri="{FF2B5EF4-FFF2-40B4-BE49-F238E27FC236}">
                    <a16:creationId xmlns:a16="http://schemas.microsoft.com/office/drawing/2014/main" id="{B58F8841-7D44-73DF-AF2E-BC57C9047482}"/>
                  </a:ext>
                </a:extLst>
              </p:cNvPr>
              <p:cNvSpPr/>
              <p:nvPr/>
            </p:nvSpPr>
            <p:spPr>
              <a:xfrm>
                <a:off x="4122587" y="650768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691" name="组合 690">
            <a:extLst>
              <a:ext uri="{FF2B5EF4-FFF2-40B4-BE49-F238E27FC236}">
                <a16:creationId xmlns:a16="http://schemas.microsoft.com/office/drawing/2014/main" id="{FA3E5FB0-4356-8C29-EE19-1DC6124B1895}"/>
              </a:ext>
            </a:extLst>
          </p:cNvPr>
          <p:cNvGrpSpPr/>
          <p:nvPr/>
        </p:nvGrpSpPr>
        <p:grpSpPr>
          <a:xfrm>
            <a:off x="5787417" y="6074232"/>
            <a:ext cx="621640" cy="663817"/>
            <a:chOff x="5040167" y="6521415"/>
            <a:chExt cx="621640" cy="663817"/>
          </a:xfrm>
        </p:grpSpPr>
        <p:sp>
          <p:nvSpPr>
            <p:cNvPr id="692" name="矩形 1174">
              <a:extLst>
                <a:ext uri="{FF2B5EF4-FFF2-40B4-BE49-F238E27FC236}">
                  <a16:creationId xmlns:a16="http://schemas.microsoft.com/office/drawing/2014/main" id="{A9D82052-17EF-F950-C899-F48CA27C59D2}"/>
                </a:ext>
              </a:extLst>
            </p:cNvPr>
            <p:cNvSpPr/>
            <p:nvPr/>
          </p:nvSpPr>
          <p:spPr>
            <a:xfrm rot="10800000">
              <a:off x="5041542" y="6760560"/>
              <a:ext cx="618706" cy="201627"/>
            </a:xfrm>
            <a:custGeom>
              <a:avLst/>
              <a:gdLst>
                <a:gd name="connsiteX0" fmla="*/ 0 w 595706"/>
                <a:gd name="connsiteY0" fmla="*/ 0 h 92965"/>
                <a:gd name="connsiteX1" fmla="*/ 595706 w 595706"/>
                <a:gd name="connsiteY1" fmla="*/ 0 h 92965"/>
                <a:gd name="connsiteX2" fmla="*/ 595706 w 595706"/>
                <a:gd name="connsiteY2" fmla="*/ 92965 h 92965"/>
                <a:gd name="connsiteX3" fmla="*/ 0 w 595706"/>
                <a:gd name="connsiteY3" fmla="*/ 92965 h 92965"/>
                <a:gd name="connsiteX4" fmla="*/ 0 w 595706"/>
                <a:gd name="connsiteY4" fmla="*/ 0 h 92965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1422 w 594406"/>
                <a:gd name="connsiteY0" fmla="*/ 21376 h 135147"/>
                <a:gd name="connsiteX1" fmla="*/ 594406 w 594406"/>
                <a:gd name="connsiteY1" fmla="*/ 0 h 135147"/>
                <a:gd name="connsiteX2" fmla="*/ 594406 w 594406"/>
                <a:gd name="connsiteY2" fmla="*/ 92965 h 135147"/>
                <a:gd name="connsiteX3" fmla="*/ 61 w 594406"/>
                <a:gd name="connsiteY3" fmla="*/ 135147 h 135147"/>
                <a:gd name="connsiteX4" fmla="*/ 1422 w 594406"/>
                <a:gd name="connsiteY4" fmla="*/ 21376 h 135147"/>
                <a:gd name="connsiteX0" fmla="*/ 1422 w 594406"/>
                <a:gd name="connsiteY0" fmla="*/ 15599 h 135147"/>
                <a:gd name="connsiteX1" fmla="*/ 594406 w 594406"/>
                <a:gd name="connsiteY1" fmla="*/ 0 h 135147"/>
                <a:gd name="connsiteX2" fmla="*/ 594406 w 594406"/>
                <a:gd name="connsiteY2" fmla="*/ 92965 h 135147"/>
                <a:gd name="connsiteX3" fmla="*/ 61 w 594406"/>
                <a:gd name="connsiteY3" fmla="*/ 135147 h 135147"/>
                <a:gd name="connsiteX4" fmla="*/ 1422 w 594406"/>
                <a:gd name="connsiteY4" fmla="*/ 15599 h 135147"/>
                <a:gd name="connsiteX0" fmla="*/ 131 w 594476"/>
                <a:gd name="connsiteY0" fmla="*/ 4622 h 135147"/>
                <a:gd name="connsiteX1" fmla="*/ 594476 w 594476"/>
                <a:gd name="connsiteY1" fmla="*/ 0 h 135147"/>
                <a:gd name="connsiteX2" fmla="*/ 594476 w 594476"/>
                <a:gd name="connsiteY2" fmla="*/ 92965 h 135147"/>
                <a:gd name="connsiteX3" fmla="*/ 131 w 594476"/>
                <a:gd name="connsiteY3" fmla="*/ 135147 h 135147"/>
                <a:gd name="connsiteX4" fmla="*/ 131 w 594476"/>
                <a:gd name="connsiteY4" fmla="*/ 4622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22423 h 139660"/>
                <a:gd name="connsiteX1" fmla="*/ 595706 w 595706"/>
                <a:gd name="connsiteY1" fmla="*/ 4513 h 139660"/>
                <a:gd name="connsiteX2" fmla="*/ 595706 w 595706"/>
                <a:gd name="connsiteY2" fmla="*/ 97478 h 139660"/>
                <a:gd name="connsiteX3" fmla="*/ 1361 w 595706"/>
                <a:gd name="connsiteY3" fmla="*/ 139660 h 139660"/>
                <a:gd name="connsiteX4" fmla="*/ 0 w 595706"/>
                <a:gd name="connsiteY4" fmla="*/ 22423 h 139660"/>
                <a:gd name="connsiteX0" fmla="*/ 0 w 595706"/>
                <a:gd name="connsiteY0" fmla="*/ 26413 h 143650"/>
                <a:gd name="connsiteX1" fmla="*/ 595706 w 595706"/>
                <a:gd name="connsiteY1" fmla="*/ 8503 h 143650"/>
                <a:gd name="connsiteX2" fmla="*/ 595706 w 595706"/>
                <a:gd name="connsiteY2" fmla="*/ 101468 h 143650"/>
                <a:gd name="connsiteX3" fmla="*/ 1361 w 595706"/>
                <a:gd name="connsiteY3" fmla="*/ 143650 h 143650"/>
                <a:gd name="connsiteX4" fmla="*/ 0 w 595706"/>
                <a:gd name="connsiteY4" fmla="*/ 26413 h 143650"/>
                <a:gd name="connsiteX0" fmla="*/ 0 w 595706"/>
                <a:gd name="connsiteY0" fmla="*/ 21286 h 138523"/>
                <a:gd name="connsiteX1" fmla="*/ 595706 w 595706"/>
                <a:gd name="connsiteY1" fmla="*/ 3376 h 138523"/>
                <a:gd name="connsiteX2" fmla="*/ 595706 w 595706"/>
                <a:gd name="connsiteY2" fmla="*/ 96341 h 138523"/>
                <a:gd name="connsiteX3" fmla="*/ 1361 w 595706"/>
                <a:gd name="connsiteY3" fmla="*/ 138523 h 138523"/>
                <a:gd name="connsiteX4" fmla="*/ 0 w 595706"/>
                <a:gd name="connsiteY4" fmla="*/ 21286 h 138523"/>
                <a:gd name="connsiteX0" fmla="*/ 0 w 595706"/>
                <a:gd name="connsiteY0" fmla="*/ 22534 h 139771"/>
                <a:gd name="connsiteX1" fmla="*/ 595706 w 595706"/>
                <a:gd name="connsiteY1" fmla="*/ 4624 h 139771"/>
                <a:gd name="connsiteX2" fmla="*/ 595706 w 595706"/>
                <a:gd name="connsiteY2" fmla="*/ 97589 h 139771"/>
                <a:gd name="connsiteX3" fmla="*/ 1361 w 595706"/>
                <a:gd name="connsiteY3" fmla="*/ 139771 h 139771"/>
                <a:gd name="connsiteX4" fmla="*/ 0 w 595706"/>
                <a:gd name="connsiteY4" fmla="*/ 22534 h 139771"/>
                <a:gd name="connsiteX0" fmla="*/ 0 w 595706"/>
                <a:gd name="connsiteY0" fmla="*/ 23494 h 140731"/>
                <a:gd name="connsiteX1" fmla="*/ 595706 w 595706"/>
                <a:gd name="connsiteY1" fmla="*/ 2118 h 140731"/>
                <a:gd name="connsiteX2" fmla="*/ 595706 w 595706"/>
                <a:gd name="connsiteY2" fmla="*/ 98549 h 140731"/>
                <a:gd name="connsiteX3" fmla="*/ 1361 w 595706"/>
                <a:gd name="connsiteY3" fmla="*/ 140731 h 140731"/>
                <a:gd name="connsiteX4" fmla="*/ 0 w 595706"/>
                <a:gd name="connsiteY4" fmla="*/ 23494 h 140731"/>
                <a:gd name="connsiteX0" fmla="*/ 0 w 595706"/>
                <a:gd name="connsiteY0" fmla="*/ 23494 h 140731"/>
                <a:gd name="connsiteX1" fmla="*/ 595706 w 595706"/>
                <a:gd name="connsiteY1" fmla="*/ 2118 h 140731"/>
                <a:gd name="connsiteX2" fmla="*/ 595706 w 595706"/>
                <a:gd name="connsiteY2" fmla="*/ 98549 h 140731"/>
                <a:gd name="connsiteX3" fmla="*/ 1361 w 595706"/>
                <a:gd name="connsiteY3" fmla="*/ 140731 h 140731"/>
                <a:gd name="connsiteX4" fmla="*/ 0 w 595706"/>
                <a:gd name="connsiteY4" fmla="*/ 23494 h 140731"/>
                <a:gd name="connsiteX0" fmla="*/ 0 w 595706"/>
                <a:gd name="connsiteY0" fmla="*/ 25030 h 142267"/>
                <a:gd name="connsiteX1" fmla="*/ 595706 w 595706"/>
                <a:gd name="connsiteY1" fmla="*/ 3654 h 142267"/>
                <a:gd name="connsiteX2" fmla="*/ 595706 w 595706"/>
                <a:gd name="connsiteY2" fmla="*/ 100085 h 142267"/>
                <a:gd name="connsiteX3" fmla="*/ 1361 w 595706"/>
                <a:gd name="connsiteY3" fmla="*/ 142267 h 142267"/>
                <a:gd name="connsiteX4" fmla="*/ 0 w 595706"/>
                <a:gd name="connsiteY4" fmla="*/ 25030 h 142267"/>
                <a:gd name="connsiteX0" fmla="*/ 0 w 595706"/>
                <a:gd name="connsiteY0" fmla="*/ 22091 h 139328"/>
                <a:gd name="connsiteX1" fmla="*/ 595706 w 595706"/>
                <a:gd name="connsiteY1" fmla="*/ 715 h 139328"/>
                <a:gd name="connsiteX2" fmla="*/ 595706 w 595706"/>
                <a:gd name="connsiteY2" fmla="*/ 97146 h 139328"/>
                <a:gd name="connsiteX3" fmla="*/ 1361 w 595706"/>
                <a:gd name="connsiteY3" fmla="*/ 139328 h 139328"/>
                <a:gd name="connsiteX4" fmla="*/ 0 w 595706"/>
                <a:gd name="connsiteY4" fmla="*/ 22091 h 139328"/>
                <a:gd name="connsiteX0" fmla="*/ 0 w 595706"/>
                <a:gd name="connsiteY0" fmla="*/ 23573 h 140810"/>
                <a:gd name="connsiteX1" fmla="*/ 595706 w 595706"/>
                <a:gd name="connsiteY1" fmla="*/ 2197 h 140810"/>
                <a:gd name="connsiteX2" fmla="*/ 595706 w 595706"/>
                <a:gd name="connsiteY2" fmla="*/ 98628 h 140810"/>
                <a:gd name="connsiteX3" fmla="*/ 1361 w 595706"/>
                <a:gd name="connsiteY3" fmla="*/ 140810 h 140810"/>
                <a:gd name="connsiteX4" fmla="*/ 0 w 595706"/>
                <a:gd name="connsiteY4" fmla="*/ 23573 h 140810"/>
                <a:gd name="connsiteX0" fmla="*/ 0 w 595706"/>
                <a:gd name="connsiteY0" fmla="*/ 21908 h 139145"/>
                <a:gd name="connsiteX1" fmla="*/ 595706 w 595706"/>
                <a:gd name="connsiteY1" fmla="*/ 532 h 139145"/>
                <a:gd name="connsiteX2" fmla="*/ 595706 w 595706"/>
                <a:gd name="connsiteY2" fmla="*/ 96963 h 139145"/>
                <a:gd name="connsiteX3" fmla="*/ 1361 w 595706"/>
                <a:gd name="connsiteY3" fmla="*/ 139145 h 139145"/>
                <a:gd name="connsiteX4" fmla="*/ 0 w 595706"/>
                <a:gd name="connsiteY4" fmla="*/ 21908 h 139145"/>
                <a:gd name="connsiteX0" fmla="*/ 0 w 595706"/>
                <a:gd name="connsiteY0" fmla="*/ 23863 h 141100"/>
                <a:gd name="connsiteX1" fmla="*/ 595706 w 595706"/>
                <a:gd name="connsiteY1" fmla="*/ 2487 h 141100"/>
                <a:gd name="connsiteX2" fmla="*/ 595706 w 595706"/>
                <a:gd name="connsiteY2" fmla="*/ 98918 h 141100"/>
                <a:gd name="connsiteX3" fmla="*/ 1361 w 595706"/>
                <a:gd name="connsiteY3" fmla="*/ 141100 h 141100"/>
                <a:gd name="connsiteX4" fmla="*/ 0 w 595706"/>
                <a:gd name="connsiteY4" fmla="*/ 23863 h 141100"/>
                <a:gd name="connsiteX0" fmla="*/ 0 w 595706"/>
                <a:gd name="connsiteY0" fmla="*/ 24472 h 141709"/>
                <a:gd name="connsiteX1" fmla="*/ 595706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0 w 595706"/>
                <a:gd name="connsiteY0" fmla="*/ 24267 h 141504"/>
                <a:gd name="connsiteX1" fmla="*/ 595706 w 595706"/>
                <a:gd name="connsiteY1" fmla="*/ 2891 h 141504"/>
                <a:gd name="connsiteX2" fmla="*/ 595706 w 595706"/>
                <a:gd name="connsiteY2" fmla="*/ 99322 h 141504"/>
                <a:gd name="connsiteX3" fmla="*/ 1361 w 595706"/>
                <a:gd name="connsiteY3" fmla="*/ 141504 h 141504"/>
                <a:gd name="connsiteX4" fmla="*/ 0 w 595706"/>
                <a:gd name="connsiteY4" fmla="*/ 24267 h 141504"/>
                <a:gd name="connsiteX0" fmla="*/ 0 w 595706"/>
                <a:gd name="connsiteY0" fmla="*/ 24472 h 141709"/>
                <a:gd name="connsiteX1" fmla="*/ 595706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0 w 595706"/>
                <a:gd name="connsiteY0" fmla="*/ 24472 h 141709"/>
                <a:gd name="connsiteX1" fmla="*/ 594353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124 w 595830"/>
                <a:gd name="connsiteY0" fmla="*/ 24472 h 141709"/>
                <a:gd name="connsiteX1" fmla="*/ 594477 w 595830"/>
                <a:gd name="connsiteY1" fmla="*/ 3096 h 141709"/>
                <a:gd name="connsiteX2" fmla="*/ 595830 w 595830"/>
                <a:gd name="connsiteY2" fmla="*/ 99527 h 141709"/>
                <a:gd name="connsiteX3" fmla="*/ 131 w 595830"/>
                <a:gd name="connsiteY3" fmla="*/ 141709 h 141709"/>
                <a:gd name="connsiteX4" fmla="*/ 124 w 595830"/>
                <a:gd name="connsiteY4" fmla="*/ 24472 h 141709"/>
                <a:gd name="connsiteX0" fmla="*/ 124 w 597179"/>
                <a:gd name="connsiteY0" fmla="*/ 25207 h 142444"/>
                <a:gd name="connsiteX1" fmla="*/ 597179 w 597179"/>
                <a:gd name="connsiteY1" fmla="*/ 481 h 142444"/>
                <a:gd name="connsiteX2" fmla="*/ 595830 w 597179"/>
                <a:gd name="connsiteY2" fmla="*/ 100262 h 142444"/>
                <a:gd name="connsiteX3" fmla="*/ 131 w 597179"/>
                <a:gd name="connsiteY3" fmla="*/ 142444 h 142444"/>
                <a:gd name="connsiteX4" fmla="*/ 124 w 597179"/>
                <a:gd name="connsiteY4" fmla="*/ 25207 h 142444"/>
                <a:gd name="connsiteX0" fmla="*/ 124 w 595889"/>
                <a:gd name="connsiteY0" fmla="*/ 25842 h 143079"/>
                <a:gd name="connsiteX1" fmla="*/ 594477 w 595889"/>
                <a:gd name="connsiteY1" fmla="*/ 0 h 143079"/>
                <a:gd name="connsiteX2" fmla="*/ 595830 w 595889"/>
                <a:gd name="connsiteY2" fmla="*/ 100897 h 143079"/>
                <a:gd name="connsiteX3" fmla="*/ 131 w 595889"/>
                <a:gd name="connsiteY3" fmla="*/ 143079 h 143079"/>
                <a:gd name="connsiteX4" fmla="*/ 124 w 595889"/>
                <a:gd name="connsiteY4" fmla="*/ 25842 h 143079"/>
                <a:gd name="connsiteX0" fmla="*/ 124 w 595889"/>
                <a:gd name="connsiteY0" fmla="*/ 24713 h 141950"/>
                <a:gd name="connsiteX1" fmla="*/ 594477 w 595889"/>
                <a:gd name="connsiteY1" fmla="*/ 2221 h 141950"/>
                <a:gd name="connsiteX2" fmla="*/ 595830 w 595889"/>
                <a:gd name="connsiteY2" fmla="*/ 99768 h 141950"/>
                <a:gd name="connsiteX3" fmla="*/ 131 w 595889"/>
                <a:gd name="connsiteY3" fmla="*/ 141950 h 141950"/>
                <a:gd name="connsiteX4" fmla="*/ 124 w 595889"/>
                <a:gd name="connsiteY4" fmla="*/ 24713 h 141950"/>
                <a:gd name="connsiteX0" fmla="*/ 124 w 595959"/>
                <a:gd name="connsiteY0" fmla="*/ 24713 h 141950"/>
                <a:gd name="connsiteX1" fmla="*/ 595828 w 595959"/>
                <a:gd name="connsiteY1" fmla="*/ 2221 h 141950"/>
                <a:gd name="connsiteX2" fmla="*/ 595830 w 595959"/>
                <a:gd name="connsiteY2" fmla="*/ 99768 h 141950"/>
                <a:gd name="connsiteX3" fmla="*/ 131 w 595959"/>
                <a:gd name="connsiteY3" fmla="*/ 141950 h 141950"/>
                <a:gd name="connsiteX4" fmla="*/ 124 w 595959"/>
                <a:gd name="connsiteY4" fmla="*/ 24713 h 141950"/>
                <a:gd name="connsiteX0" fmla="*/ 124 w 595959"/>
                <a:gd name="connsiteY0" fmla="*/ 24925 h 142162"/>
                <a:gd name="connsiteX1" fmla="*/ 595828 w 595959"/>
                <a:gd name="connsiteY1" fmla="*/ 2433 h 142162"/>
                <a:gd name="connsiteX2" fmla="*/ 595830 w 595959"/>
                <a:gd name="connsiteY2" fmla="*/ 99980 h 142162"/>
                <a:gd name="connsiteX3" fmla="*/ 131 w 595959"/>
                <a:gd name="connsiteY3" fmla="*/ 142162 h 142162"/>
                <a:gd name="connsiteX4" fmla="*/ 124 w 595959"/>
                <a:gd name="connsiteY4" fmla="*/ 24925 h 142162"/>
                <a:gd name="connsiteX0" fmla="*/ 124 w 595959"/>
                <a:gd name="connsiteY0" fmla="*/ 22492 h 139729"/>
                <a:gd name="connsiteX1" fmla="*/ 595828 w 595959"/>
                <a:gd name="connsiteY1" fmla="*/ 0 h 139729"/>
                <a:gd name="connsiteX2" fmla="*/ 595830 w 595959"/>
                <a:gd name="connsiteY2" fmla="*/ 97547 h 139729"/>
                <a:gd name="connsiteX3" fmla="*/ 131 w 595959"/>
                <a:gd name="connsiteY3" fmla="*/ 139729 h 139729"/>
                <a:gd name="connsiteX4" fmla="*/ 124 w 595959"/>
                <a:gd name="connsiteY4" fmla="*/ 22492 h 139729"/>
                <a:gd name="connsiteX0" fmla="*/ 124 w 595959"/>
                <a:gd name="connsiteY0" fmla="*/ 25585 h 142822"/>
                <a:gd name="connsiteX1" fmla="*/ 595828 w 595959"/>
                <a:gd name="connsiteY1" fmla="*/ 3093 h 142822"/>
                <a:gd name="connsiteX2" fmla="*/ 595830 w 595959"/>
                <a:gd name="connsiteY2" fmla="*/ 100640 h 142822"/>
                <a:gd name="connsiteX3" fmla="*/ 131 w 595959"/>
                <a:gd name="connsiteY3" fmla="*/ 142822 h 142822"/>
                <a:gd name="connsiteX4" fmla="*/ 124 w 595959"/>
                <a:gd name="connsiteY4" fmla="*/ 25585 h 142822"/>
                <a:gd name="connsiteX0" fmla="*/ 124 w 595959"/>
                <a:gd name="connsiteY0" fmla="*/ 25585 h 142822"/>
                <a:gd name="connsiteX1" fmla="*/ 595828 w 595959"/>
                <a:gd name="connsiteY1" fmla="*/ 3093 h 142822"/>
                <a:gd name="connsiteX2" fmla="*/ 595830 w 595959"/>
                <a:gd name="connsiteY2" fmla="*/ 100640 h 142822"/>
                <a:gd name="connsiteX3" fmla="*/ 131 w 595959"/>
                <a:gd name="connsiteY3" fmla="*/ 142822 h 142822"/>
                <a:gd name="connsiteX4" fmla="*/ 124 w 595959"/>
                <a:gd name="connsiteY4" fmla="*/ 25585 h 142822"/>
                <a:gd name="connsiteX0" fmla="*/ 124 w 595959"/>
                <a:gd name="connsiteY0" fmla="*/ 26512 h 143749"/>
                <a:gd name="connsiteX1" fmla="*/ 595828 w 595959"/>
                <a:gd name="connsiteY1" fmla="*/ 4020 h 143749"/>
                <a:gd name="connsiteX2" fmla="*/ 595830 w 595959"/>
                <a:gd name="connsiteY2" fmla="*/ 101567 h 143749"/>
                <a:gd name="connsiteX3" fmla="*/ 131 w 595959"/>
                <a:gd name="connsiteY3" fmla="*/ 143749 h 143749"/>
                <a:gd name="connsiteX4" fmla="*/ 124 w 595959"/>
                <a:gd name="connsiteY4" fmla="*/ 26512 h 143749"/>
                <a:gd name="connsiteX0" fmla="*/ 124 w 595959"/>
                <a:gd name="connsiteY0" fmla="*/ 26512 h 143749"/>
                <a:gd name="connsiteX1" fmla="*/ 595828 w 595959"/>
                <a:gd name="connsiteY1" fmla="*/ 4020 h 143749"/>
                <a:gd name="connsiteX2" fmla="*/ 595830 w 595959"/>
                <a:gd name="connsiteY2" fmla="*/ 101567 h 143749"/>
                <a:gd name="connsiteX3" fmla="*/ 131 w 595959"/>
                <a:gd name="connsiteY3" fmla="*/ 143749 h 143749"/>
                <a:gd name="connsiteX4" fmla="*/ 124 w 595959"/>
                <a:gd name="connsiteY4" fmla="*/ 26512 h 143749"/>
                <a:gd name="connsiteX0" fmla="*/ 124 w 595959"/>
                <a:gd name="connsiteY0" fmla="*/ 28496 h 145733"/>
                <a:gd name="connsiteX1" fmla="*/ 595828 w 595959"/>
                <a:gd name="connsiteY1" fmla="*/ 6004 h 145733"/>
                <a:gd name="connsiteX2" fmla="*/ 595830 w 595959"/>
                <a:gd name="connsiteY2" fmla="*/ 103551 h 145733"/>
                <a:gd name="connsiteX3" fmla="*/ 131 w 595959"/>
                <a:gd name="connsiteY3" fmla="*/ 145733 h 145733"/>
                <a:gd name="connsiteX4" fmla="*/ 124 w 595959"/>
                <a:gd name="connsiteY4" fmla="*/ 28496 h 14573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856"/>
                <a:gd name="connsiteY0" fmla="*/ 41841 h 159078"/>
                <a:gd name="connsiteX1" fmla="*/ 591261 w 595856"/>
                <a:gd name="connsiteY1" fmla="*/ 0 h 159078"/>
                <a:gd name="connsiteX2" fmla="*/ 595830 w 595856"/>
                <a:gd name="connsiteY2" fmla="*/ 116896 h 159078"/>
                <a:gd name="connsiteX3" fmla="*/ 131 w 595856"/>
                <a:gd name="connsiteY3" fmla="*/ 159078 h 159078"/>
                <a:gd name="connsiteX4" fmla="*/ 124 w 595856"/>
                <a:gd name="connsiteY4" fmla="*/ 41841 h 159078"/>
                <a:gd name="connsiteX0" fmla="*/ 124 w 595959"/>
                <a:gd name="connsiteY0" fmla="*/ 41841 h 159078"/>
                <a:gd name="connsiteX1" fmla="*/ 595828 w 595959"/>
                <a:gd name="connsiteY1" fmla="*/ 0 h 159078"/>
                <a:gd name="connsiteX2" fmla="*/ 595830 w 595959"/>
                <a:gd name="connsiteY2" fmla="*/ 116896 h 159078"/>
                <a:gd name="connsiteX3" fmla="*/ 131 w 595959"/>
                <a:gd name="connsiteY3" fmla="*/ 159078 h 159078"/>
                <a:gd name="connsiteX4" fmla="*/ 124 w 595959"/>
                <a:gd name="connsiteY4" fmla="*/ 41841 h 159078"/>
                <a:gd name="connsiteX0" fmla="*/ 124 w 597349"/>
                <a:gd name="connsiteY0" fmla="*/ 42378 h 159615"/>
                <a:gd name="connsiteX1" fmla="*/ 597349 w 597349"/>
                <a:gd name="connsiteY1" fmla="*/ 0 h 159615"/>
                <a:gd name="connsiteX2" fmla="*/ 595830 w 597349"/>
                <a:gd name="connsiteY2" fmla="*/ 117433 h 159615"/>
                <a:gd name="connsiteX3" fmla="*/ 131 w 597349"/>
                <a:gd name="connsiteY3" fmla="*/ 159615 h 159615"/>
                <a:gd name="connsiteX4" fmla="*/ 124 w 597349"/>
                <a:gd name="connsiteY4" fmla="*/ 42378 h 159615"/>
                <a:gd name="connsiteX0" fmla="*/ 124 w 600443"/>
                <a:gd name="connsiteY0" fmla="*/ 42378 h 159615"/>
                <a:gd name="connsiteX1" fmla="*/ 597349 w 600443"/>
                <a:gd name="connsiteY1" fmla="*/ 0 h 159615"/>
                <a:gd name="connsiteX2" fmla="*/ 600408 w 600443"/>
                <a:gd name="connsiteY2" fmla="*/ 117433 h 159615"/>
                <a:gd name="connsiteX3" fmla="*/ 131 w 600443"/>
                <a:gd name="connsiteY3" fmla="*/ 159615 h 159615"/>
                <a:gd name="connsiteX4" fmla="*/ 124 w 600443"/>
                <a:gd name="connsiteY4" fmla="*/ 42378 h 159615"/>
                <a:gd name="connsiteX0" fmla="*/ 124 w 600537"/>
                <a:gd name="connsiteY0" fmla="*/ 42378 h 159615"/>
                <a:gd name="connsiteX1" fmla="*/ 600401 w 600537"/>
                <a:gd name="connsiteY1" fmla="*/ 0 h 159615"/>
                <a:gd name="connsiteX2" fmla="*/ 600408 w 600537"/>
                <a:gd name="connsiteY2" fmla="*/ 117433 h 159615"/>
                <a:gd name="connsiteX3" fmla="*/ 131 w 600537"/>
                <a:gd name="connsiteY3" fmla="*/ 159615 h 159615"/>
                <a:gd name="connsiteX4" fmla="*/ 124 w 600537"/>
                <a:gd name="connsiteY4" fmla="*/ 42378 h 159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0537" h="159615">
                  <a:moveTo>
                    <a:pt x="124" y="42378"/>
                  </a:moveTo>
                  <a:cubicBezTo>
                    <a:pt x="296414" y="-50243"/>
                    <a:pt x="418111" y="75773"/>
                    <a:pt x="600401" y="0"/>
                  </a:cubicBezTo>
                  <a:cubicBezTo>
                    <a:pt x="599951" y="33260"/>
                    <a:pt x="600858" y="84173"/>
                    <a:pt x="600408" y="117433"/>
                  </a:cubicBezTo>
                  <a:cubicBezTo>
                    <a:pt x="395490" y="192726"/>
                    <a:pt x="285331" y="62551"/>
                    <a:pt x="131" y="159615"/>
                  </a:cubicBezTo>
                  <a:cubicBezTo>
                    <a:pt x="-323" y="114566"/>
                    <a:pt x="578" y="87427"/>
                    <a:pt x="124" y="42378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93" name="矩形 1174">
              <a:extLst>
                <a:ext uri="{FF2B5EF4-FFF2-40B4-BE49-F238E27FC236}">
                  <a16:creationId xmlns:a16="http://schemas.microsoft.com/office/drawing/2014/main" id="{09144DBE-A832-0E0F-07AE-92C36A54707D}"/>
                </a:ext>
              </a:extLst>
            </p:cNvPr>
            <p:cNvSpPr/>
            <p:nvPr/>
          </p:nvSpPr>
          <p:spPr>
            <a:xfrm rot="10800000">
              <a:off x="5041542" y="6890402"/>
              <a:ext cx="618706" cy="226680"/>
            </a:xfrm>
            <a:custGeom>
              <a:avLst/>
              <a:gdLst>
                <a:gd name="connsiteX0" fmla="*/ 0 w 595706"/>
                <a:gd name="connsiteY0" fmla="*/ 0 h 92965"/>
                <a:gd name="connsiteX1" fmla="*/ 595706 w 595706"/>
                <a:gd name="connsiteY1" fmla="*/ 0 h 92965"/>
                <a:gd name="connsiteX2" fmla="*/ 595706 w 595706"/>
                <a:gd name="connsiteY2" fmla="*/ 92965 h 92965"/>
                <a:gd name="connsiteX3" fmla="*/ 0 w 595706"/>
                <a:gd name="connsiteY3" fmla="*/ 92965 h 92965"/>
                <a:gd name="connsiteX4" fmla="*/ 0 w 595706"/>
                <a:gd name="connsiteY4" fmla="*/ 0 h 92965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1422 w 594406"/>
                <a:gd name="connsiteY0" fmla="*/ 21376 h 135147"/>
                <a:gd name="connsiteX1" fmla="*/ 594406 w 594406"/>
                <a:gd name="connsiteY1" fmla="*/ 0 h 135147"/>
                <a:gd name="connsiteX2" fmla="*/ 594406 w 594406"/>
                <a:gd name="connsiteY2" fmla="*/ 92965 h 135147"/>
                <a:gd name="connsiteX3" fmla="*/ 61 w 594406"/>
                <a:gd name="connsiteY3" fmla="*/ 135147 h 135147"/>
                <a:gd name="connsiteX4" fmla="*/ 1422 w 594406"/>
                <a:gd name="connsiteY4" fmla="*/ 21376 h 135147"/>
                <a:gd name="connsiteX0" fmla="*/ 1422 w 594406"/>
                <a:gd name="connsiteY0" fmla="*/ 15599 h 135147"/>
                <a:gd name="connsiteX1" fmla="*/ 594406 w 594406"/>
                <a:gd name="connsiteY1" fmla="*/ 0 h 135147"/>
                <a:gd name="connsiteX2" fmla="*/ 594406 w 594406"/>
                <a:gd name="connsiteY2" fmla="*/ 92965 h 135147"/>
                <a:gd name="connsiteX3" fmla="*/ 61 w 594406"/>
                <a:gd name="connsiteY3" fmla="*/ 135147 h 135147"/>
                <a:gd name="connsiteX4" fmla="*/ 1422 w 594406"/>
                <a:gd name="connsiteY4" fmla="*/ 15599 h 135147"/>
                <a:gd name="connsiteX0" fmla="*/ 131 w 594476"/>
                <a:gd name="connsiteY0" fmla="*/ 4622 h 135147"/>
                <a:gd name="connsiteX1" fmla="*/ 594476 w 594476"/>
                <a:gd name="connsiteY1" fmla="*/ 0 h 135147"/>
                <a:gd name="connsiteX2" fmla="*/ 594476 w 594476"/>
                <a:gd name="connsiteY2" fmla="*/ 92965 h 135147"/>
                <a:gd name="connsiteX3" fmla="*/ 131 w 594476"/>
                <a:gd name="connsiteY3" fmla="*/ 135147 h 135147"/>
                <a:gd name="connsiteX4" fmla="*/ 131 w 594476"/>
                <a:gd name="connsiteY4" fmla="*/ 4622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22423 h 139660"/>
                <a:gd name="connsiteX1" fmla="*/ 595706 w 595706"/>
                <a:gd name="connsiteY1" fmla="*/ 4513 h 139660"/>
                <a:gd name="connsiteX2" fmla="*/ 595706 w 595706"/>
                <a:gd name="connsiteY2" fmla="*/ 97478 h 139660"/>
                <a:gd name="connsiteX3" fmla="*/ 1361 w 595706"/>
                <a:gd name="connsiteY3" fmla="*/ 139660 h 139660"/>
                <a:gd name="connsiteX4" fmla="*/ 0 w 595706"/>
                <a:gd name="connsiteY4" fmla="*/ 22423 h 139660"/>
                <a:gd name="connsiteX0" fmla="*/ 0 w 595706"/>
                <a:gd name="connsiteY0" fmla="*/ 26413 h 143650"/>
                <a:gd name="connsiteX1" fmla="*/ 595706 w 595706"/>
                <a:gd name="connsiteY1" fmla="*/ 8503 h 143650"/>
                <a:gd name="connsiteX2" fmla="*/ 595706 w 595706"/>
                <a:gd name="connsiteY2" fmla="*/ 101468 h 143650"/>
                <a:gd name="connsiteX3" fmla="*/ 1361 w 595706"/>
                <a:gd name="connsiteY3" fmla="*/ 143650 h 143650"/>
                <a:gd name="connsiteX4" fmla="*/ 0 w 595706"/>
                <a:gd name="connsiteY4" fmla="*/ 26413 h 143650"/>
                <a:gd name="connsiteX0" fmla="*/ 0 w 595706"/>
                <a:gd name="connsiteY0" fmla="*/ 21286 h 138523"/>
                <a:gd name="connsiteX1" fmla="*/ 595706 w 595706"/>
                <a:gd name="connsiteY1" fmla="*/ 3376 h 138523"/>
                <a:gd name="connsiteX2" fmla="*/ 595706 w 595706"/>
                <a:gd name="connsiteY2" fmla="*/ 96341 h 138523"/>
                <a:gd name="connsiteX3" fmla="*/ 1361 w 595706"/>
                <a:gd name="connsiteY3" fmla="*/ 138523 h 138523"/>
                <a:gd name="connsiteX4" fmla="*/ 0 w 595706"/>
                <a:gd name="connsiteY4" fmla="*/ 21286 h 138523"/>
                <a:gd name="connsiteX0" fmla="*/ 0 w 595706"/>
                <a:gd name="connsiteY0" fmla="*/ 22534 h 139771"/>
                <a:gd name="connsiteX1" fmla="*/ 595706 w 595706"/>
                <a:gd name="connsiteY1" fmla="*/ 4624 h 139771"/>
                <a:gd name="connsiteX2" fmla="*/ 595706 w 595706"/>
                <a:gd name="connsiteY2" fmla="*/ 97589 h 139771"/>
                <a:gd name="connsiteX3" fmla="*/ 1361 w 595706"/>
                <a:gd name="connsiteY3" fmla="*/ 139771 h 139771"/>
                <a:gd name="connsiteX4" fmla="*/ 0 w 595706"/>
                <a:gd name="connsiteY4" fmla="*/ 22534 h 139771"/>
                <a:gd name="connsiteX0" fmla="*/ 0 w 595706"/>
                <a:gd name="connsiteY0" fmla="*/ 23494 h 140731"/>
                <a:gd name="connsiteX1" fmla="*/ 595706 w 595706"/>
                <a:gd name="connsiteY1" fmla="*/ 2118 h 140731"/>
                <a:gd name="connsiteX2" fmla="*/ 595706 w 595706"/>
                <a:gd name="connsiteY2" fmla="*/ 98549 h 140731"/>
                <a:gd name="connsiteX3" fmla="*/ 1361 w 595706"/>
                <a:gd name="connsiteY3" fmla="*/ 140731 h 140731"/>
                <a:gd name="connsiteX4" fmla="*/ 0 w 595706"/>
                <a:gd name="connsiteY4" fmla="*/ 23494 h 140731"/>
                <a:gd name="connsiteX0" fmla="*/ 0 w 595706"/>
                <a:gd name="connsiteY0" fmla="*/ 23494 h 140731"/>
                <a:gd name="connsiteX1" fmla="*/ 595706 w 595706"/>
                <a:gd name="connsiteY1" fmla="*/ 2118 h 140731"/>
                <a:gd name="connsiteX2" fmla="*/ 595706 w 595706"/>
                <a:gd name="connsiteY2" fmla="*/ 98549 h 140731"/>
                <a:gd name="connsiteX3" fmla="*/ 1361 w 595706"/>
                <a:gd name="connsiteY3" fmla="*/ 140731 h 140731"/>
                <a:gd name="connsiteX4" fmla="*/ 0 w 595706"/>
                <a:gd name="connsiteY4" fmla="*/ 23494 h 140731"/>
                <a:gd name="connsiteX0" fmla="*/ 0 w 595706"/>
                <a:gd name="connsiteY0" fmla="*/ 25030 h 142267"/>
                <a:gd name="connsiteX1" fmla="*/ 595706 w 595706"/>
                <a:gd name="connsiteY1" fmla="*/ 3654 h 142267"/>
                <a:gd name="connsiteX2" fmla="*/ 595706 w 595706"/>
                <a:gd name="connsiteY2" fmla="*/ 100085 h 142267"/>
                <a:gd name="connsiteX3" fmla="*/ 1361 w 595706"/>
                <a:gd name="connsiteY3" fmla="*/ 142267 h 142267"/>
                <a:gd name="connsiteX4" fmla="*/ 0 w 595706"/>
                <a:gd name="connsiteY4" fmla="*/ 25030 h 142267"/>
                <a:gd name="connsiteX0" fmla="*/ 0 w 595706"/>
                <a:gd name="connsiteY0" fmla="*/ 22091 h 139328"/>
                <a:gd name="connsiteX1" fmla="*/ 595706 w 595706"/>
                <a:gd name="connsiteY1" fmla="*/ 715 h 139328"/>
                <a:gd name="connsiteX2" fmla="*/ 595706 w 595706"/>
                <a:gd name="connsiteY2" fmla="*/ 97146 h 139328"/>
                <a:gd name="connsiteX3" fmla="*/ 1361 w 595706"/>
                <a:gd name="connsiteY3" fmla="*/ 139328 h 139328"/>
                <a:gd name="connsiteX4" fmla="*/ 0 w 595706"/>
                <a:gd name="connsiteY4" fmla="*/ 22091 h 139328"/>
                <a:gd name="connsiteX0" fmla="*/ 0 w 595706"/>
                <a:gd name="connsiteY0" fmla="*/ 23573 h 140810"/>
                <a:gd name="connsiteX1" fmla="*/ 595706 w 595706"/>
                <a:gd name="connsiteY1" fmla="*/ 2197 h 140810"/>
                <a:gd name="connsiteX2" fmla="*/ 595706 w 595706"/>
                <a:gd name="connsiteY2" fmla="*/ 98628 h 140810"/>
                <a:gd name="connsiteX3" fmla="*/ 1361 w 595706"/>
                <a:gd name="connsiteY3" fmla="*/ 140810 h 140810"/>
                <a:gd name="connsiteX4" fmla="*/ 0 w 595706"/>
                <a:gd name="connsiteY4" fmla="*/ 23573 h 140810"/>
                <a:gd name="connsiteX0" fmla="*/ 0 w 595706"/>
                <a:gd name="connsiteY0" fmla="*/ 21908 h 139145"/>
                <a:gd name="connsiteX1" fmla="*/ 595706 w 595706"/>
                <a:gd name="connsiteY1" fmla="*/ 532 h 139145"/>
                <a:gd name="connsiteX2" fmla="*/ 595706 w 595706"/>
                <a:gd name="connsiteY2" fmla="*/ 96963 h 139145"/>
                <a:gd name="connsiteX3" fmla="*/ 1361 w 595706"/>
                <a:gd name="connsiteY3" fmla="*/ 139145 h 139145"/>
                <a:gd name="connsiteX4" fmla="*/ 0 w 595706"/>
                <a:gd name="connsiteY4" fmla="*/ 21908 h 139145"/>
                <a:gd name="connsiteX0" fmla="*/ 0 w 595706"/>
                <a:gd name="connsiteY0" fmla="*/ 23863 h 141100"/>
                <a:gd name="connsiteX1" fmla="*/ 595706 w 595706"/>
                <a:gd name="connsiteY1" fmla="*/ 2487 h 141100"/>
                <a:gd name="connsiteX2" fmla="*/ 595706 w 595706"/>
                <a:gd name="connsiteY2" fmla="*/ 98918 h 141100"/>
                <a:gd name="connsiteX3" fmla="*/ 1361 w 595706"/>
                <a:gd name="connsiteY3" fmla="*/ 141100 h 141100"/>
                <a:gd name="connsiteX4" fmla="*/ 0 w 595706"/>
                <a:gd name="connsiteY4" fmla="*/ 23863 h 141100"/>
                <a:gd name="connsiteX0" fmla="*/ 0 w 595706"/>
                <a:gd name="connsiteY0" fmla="*/ 24472 h 141709"/>
                <a:gd name="connsiteX1" fmla="*/ 595706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0 w 595706"/>
                <a:gd name="connsiteY0" fmla="*/ 24267 h 141504"/>
                <a:gd name="connsiteX1" fmla="*/ 595706 w 595706"/>
                <a:gd name="connsiteY1" fmla="*/ 2891 h 141504"/>
                <a:gd name="connsiteX2" fmla="*/ 595706 w 595706"/>
                <a:gd name="connsiteY2" fmla="*/ 99322 h 141504"/>
                <a:gd name="connsiteX3" fmla="*/ 1361 w 595706"/>
                <a:gd name="connsiteY3" fmla="*/ 141504 h 141504"/>
                <a:gd name="connsiteX4" fmla="*/ 0 w 595706"/>
                <a:gd name="connsiteY4" fmla="*/ 24267 h 141504"/>
                <a:gd name="connsiteX0" fmla="*/ 0 w 595706"/>
                <a:gd name="connsiteY0" fmla="*/ 24472 h 141709"/>
                <a:gd name="connsiteX1" fmla="*/ 595706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0 w 595706"/>
                <a:gd name="connsiteY0" fmla="*/ 24472 h 141709"/>
                <a:gd name="connsiteX1" fmla="*/ 594353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124 w 595830"/>
                <a:gd name="connsiteY0" fmla="*/ 24472 h 141709"/>
                <a:gd name="connsiteX1" fmla="*/ 594477 w 595830"/>
                <a:gd name="connsiteY1" fmla="*/ 3096 h 141709"/>
                <a:gd name="connsiteX2" fmla="*/ 595830 w 595830"/>
                <a:gd name="connsiteY2" fmla="*/ 99527 h 141709"/>
                <a:gd name="connsiteX3" fmla="*/ 131 w 595830"/>
                <a:gd name="connsiteY3" fmla="*/ 141709 h 141709"/>
                <a:gd name="connsiteX4" fmla="*/ 124 w 595830"/>
                <a:gd name="connsiteY4" fmla="*/ 24472 h 141709"/>
                <a:gd name="connsiteX0" fmla="*/ 124 w 597179"/>
                <a:gd name="connsiteY0" fmla="*/ 25207 h 142444"/>
                <a:gd name="connsiteX1" fmla="*/ 597179 w 597179"/>
                <a:gd name="connsiteY1" fmla="*/ 481 h 142444"/>
                <a:gd name="connsiteX2" fmla="*/ 595830 w 597179"/>
                <a:gd name="connsiteY2" fmla="*/ 100262 h 142444"/>
                <a:gd name="connsiteX3" fmla="*/ 131 w 597179"/>
                <a:gd name="connsiteY3" fmla="*/ 142444 h 142444"/>
                <a:gd name="connsiteX4" fmla="*/ 124 w 597179"/>
                <a:gd name="connsiteY4" fmla="*/ 25207 h 142444"/>
                <a:gd name="connsiteX0" fmla="*/ 124 w 595889"/>
                <a:gd name="connsiteY0" fmla="*/ 25842 h 143079"/>
                <a:gd name="connsiteX1" fmla="*/ 594477 w 595889"/>
                <a:gd name="connsiteY1" fmla="*/ 0 h 143079"/>
                <a:gd name="connsiteX2" fmla="*/ 595830 w 595889"/>
                <a:gd name="connsiteY2" fmla="*/ 100897 h 143079"/>
                <a:gd name="connsiteX3" fmla="*/ 131 w 595889"/>
                <a:gd name="connsiteY3" fmla="*/ 143079 h 143079"/>
                <a:gd name="connsiteX4" fmla="*/ 124 w 595889"/>
                <a:gd name="connsiteY4" fmla="*/ 25842 h 143079"/>
                <a:gd name="connsiteX0" fmla="*/ 124 w 595889"/>
                <a:gd name="connsiteY0" fmla="*/ 24713 h 141950"/>
                <a:gd name="connsiteX1" fmla="*/ 594477 w 595889"/>
                <a:gd name="connsiteY1" fmla="*/ 2221 h 141950"/>
                <a:gd name="connsiteX2" fmla="*/ 595830 w 595889"/>
                <a:gd name="connsiteY2" fmla="*/ 99768 h 141950"/>
                <a:gd name="connsiteX3" fmla="*/ 131 w 595889"/>
                <a:gd name="connsiteY3" fmla="*/ 141950 h 141950"/>
                <a:gd name="connsiteX4" fmla="*/ 124 w 595889"/>
                <a:gd name="connsiteY4" fmla="*/ 24713 h 141950"/>
                <a:gd name="connsiteX0" fmla="*/ 124 w 595959"/>
                <a:gd name="connsiteY0" fmla="*/ 24713 h 141950"/>
                <a:gd name="connsiteX1" fmla="*/ 595828 w 595959"/>
                <a:gd name="connsiteY1" fmla="*/ 2221 h 141950"/>
                <a:gd name="connsiteX2" fmla="*/ 595830 w 595959"/>
                <a:gd name="connsiteY2" fmla="*/ 99768 h 141950"/>
                <a:gd name="connsiteX3" fmla="*/ 131 w 595959"/>
                <a:gd name="connsiteY3" fmla="*/ 141950 h 141950"/>
                <a:gd name="connsiteX4" fmla="*/ 124 w 595959"/>
                <a:gd name="connsiteY4" fmla="*/ 24713 h 141950"/>
                <a:gd name="connsiteX0" fmla="*/ 124 w 595959"/>
                <a:gd name="connsiteY0" fmla="*/ 24925 h 142162"/>
                <a:gd name="connsiteX1" fmla="*/ 595828 w 595959"/>
                <a:gd name="connsiteY1" fmla="*/ 2433 h 142162"/>
                <a:gd name="connsiteX2" fmla="*/ 595830 w 595959"/>
                <a:gd name="connsiteY2" fmla="*/ 99980 h 142162"/>
                <a:gd name="connsiteX3" fmla="*/ 131 w 595959"/>
                <a:gd name="connsiteY3" fmla="*/ 142162 h 142162"/>
                <a:gd name="connsiteX4" fmla="*/ 124 w 595959"/>
                <a:gd name="connsiteY4" fmla="*/ 24925 h 142162"/>
                <a:gd name="connsiteX0" fmla="*/ 124 w 595959"/>
                <a:gd name="connsiteY0" fmla="*/ 22492 h 139729"/>
                <a:gd name="connsiteX1" fmla="*/ 595828 w 595959"/>
                <a:gd name="connsiteY1" fmla="*/ 0 h 139729"/>
                <a:gd name="connsiteX2" fmla="*/ 595830 w 595959"/>
                <a:gd name="connsiteY2" fmla="*/ 97547 h 139729"/>
                <a:gd name="connsiteX3" fmla="*/ 131 w 595959"/>
                <a:gd name="connsiteY3" fmla="*/ 139729 h 139729"/>
                <a:gd name="connsiteX4" fmla="*/ 124 w 595959"/>
                <a:gd name="connsiteY4" fmla="*/ 22492 h 139729"/>
                <a:gd name="connsiteX0" fmla="*/ 124 w 595959"/>
                <a:gd name="connsiteY0" fmla="*/ 25585 h 142822"/>
                <a:gd name="connsiteX1" fmla="*/ 595828 w 595959"/>
                <a:gd name="connsiteY1" fmla="*/ 3093 h 142822"/>
                <a:gd name="connsiteX2" fmla="*/ 595830 w 595959"/>
                <a:gd name="connsiteY2" fmla="*/ 100640 h 142822"/>
                <a:gd name="connsiteX3" fmla="*/ 131 w 595959"/>
                <a:gd name="connsiteY3" fmla="*/ 142822 h 142822"/>
                <a:gd name="connsiteX4" fmla="*/ 124 w 595959"/>
                <a:gd name="connsiteY4" fmla="*/ 25585 h 142822"/>
                <a:gd name="connsiteX0" fmla="*/ 124 w 595959"/>
                <a:gd name="connsiteY0" fmla="*/ 25585 h 142822"/>
                <a:gd name="connsiteX1" fmla="*/ 595828 w 595959"/>
                <a:gd name="connsiteY1" fmla="*/ 3093 h 142822"/>
                <a:gd name="connsiteX2" fmla="*/ 595830 w 595959"/>
                <a:gd name="connsiteY2" fmla="*/ 100640 h 142822"/>
                <a:gd name="connsiteX3" fmla="*/ 131 w 595959"/>
                <a:gd name="connsiteY3" fmla="*/ 142822 h 142822"/>
                <a:gd name="connsiteX4" fmla="*/ 124 w 595959"/>
                <a:gd name="connsiteY4" fmla="*/ 25585 h 142822"/>
                <a:gd name="connsiteX0" fmla="*/ 124 w 595959"/>
                <a:gd name="connsiteY0" fmla="*/ 26512 h 143749"/>
                <a:gd name="connsiteX1" fmla="*/ 595828 w 595959"/>
                <a:gd name="connsiteY1" fmla="*/ 4020 h 143749"/>
                <a:gd name="connsiteX2" fmla="*/ 595830 w 595959"/>
                <a:gd name="connsiteY2" fmla="*/ 101567 h 143749"/>
                <a:gd name="connsiteX3" fmla="*/ 131 w 595959"/>
                <a:gd name="connsiteY3" fmla="*/ 143749 h 143749"/>
                <a:gd name="connsiteX4" fmla="*/ 124 w 595959"/>
                <a:gd name="connsiteY4" fmla="*/ 26512 h 143749"/>
                <a:gd name="connsiteX0" fmla="*/ 124 w 595959"/>
                <a:gd name="connsiteY0" fmla="*/ 26512 h 143749"/>
                <a:gd name="connsiteX1" fmla="*/ 595828 w 595959"/>
                <a:gd name="connsiteY1" fmla="*/ 4020 h 143749"/>
                <a:gd name="connsiteX2" fmla="*/ 595830 w 595959"/>
                <a:gd name="connsiteY2" fmla="*/ 101567 h 143749"/>
                <a:gd name="connsiteX3" fmla="*/ 131 w 595959"/>
                <a:gd name="connsiteY3" fmla="*/ 143749 h 143749"/>
                <a:gd name="connsiteX4" fmla="*/ 124 w 595959"/>
                <a:gd name="connsiteY4" fmla="*/ 26512 h 143749"/>
                <a:gd name="connsiteX0" fmla="*/ 124 w 595959"/>
                <a:gd name="connsiteY0" fmla="*/ 28496 h 145733"/>
                <a:gd name="connsiteX1" fmla="*/ 595828 w 595959"/>
                <a:gd name="connsiteY1" fmla="*/ 6004 h 145733"/>
                <a:gd name="connsiteX2" fmla="*/ 595830 w 595959"/>
                <a:gd name="connsiteY2" fmla="*/ 103551 h 145733"/>
                <a:gd name="connsiteX3" fmla="*/ 131 w 595959"/>
                <a:gd name="connsiteY3" fmla="*/ 145733 h 145733"/>
                <a:gd name="connsiteX4" fmla="*/ 124 w 595959"/>
                <a:gd name="connsiteY4" fmla="*/ 28496 h 14573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856"/>
                <a:gd name="connsiteY0" fmla="*/ 41841 h 159078"/>
                <a:gd name="connsiteX1" fmla="*/ 591261 w 595856"/>
                <a:gd name="connsiteY1" fmla="*/ 0 h 159078"/>
                <a:gd name="connsiteX2" fmla="*/ 595830 w 595856"/>
                <a:gd name="connsiteY2" fmla="*/ 116896 h 159078"/>
                <a:gd name="connsiteX3" fmla="*/ 131 w 595856"/>
                <a:gd name="connsiteY3" fmla="*/ 159078 h 159078"/>
                <a:gd name="connsiteX4" fmla="*/ 124 w 595856"/>
                <a:gd name="connsiteY4" fmla="*/ 41841 h 159078"/>
                <a:gd name="connsiteX0" fmla="*/ 124 w 595959"/>
                <a:gd name="connsiteY0" fmla="*/ 41841 h 159078"/>
                <a:gd name="connsiteX1" fmla="*/ 595828 w 595959"/>
                <a:gd name="connsiteY1" fmla="*/ 0 h 159078"/>
                <a:gd name="connsiteX2" fmla="*/ 595830 w 595959"/>
                <a:gd name="connsiteY2" fmla="*/ 116896 h 159078"/>
                <a:gd name="connsiteX3" fmla="*/ 131 w 595959"/>
                <a:gd name="connsiteY3" fmla="*/ 159078 h 159078"/>
                <a:gd name="connsiteX4" fmla="*/ 124 w 595959"/>
                <a:gd name="connsiteY4" fmla="*/ 41841 h 159078"/>
                <a:gd name="connsiteX0" fmla="*/ 124 w 597349"/>
                <a:gd name="connsiteY0" fmla="*/ 42378 h 159615"/>
                <a:gd name="connsiteX1" fmla="*/ 597349 w 597349"/>
                <a:gd name="connsiteY1" fmla="*/ 0 h 159615"/>
                <a:gd name="connsiteX2" fmla="*/ 595830 w 597349"/>
                <a:gd name="connsiteY2" fmla="*/ 117433 h 159615"/>
                <a:gd name="connsiteX3" fmla="*/ 131 w 597349"/>
                <a:gd name="connsiteY3" fmla="*/ 159615 h 159615"/>
                <a:gd name="connsiteX4" fmla="*/ 124 w 597349"/>
                <a:gd name="connsiteY4" fmla="*/ 42378 h 159615"/>
                <a:gd name="connsiteX0" fmla="*/ 124 w 600443"/>
                <a:gd name="connsiteY0" fmla="*/ 42378 h 159615"/>
                <a:gd name="connsiteX1" fmla="*/ 597349 w 600443"/>
                <a:gd name="connsiteY1" fmla="*/ 0 h 159615"/>
                <a:gd name="connsiteX2" fmla="*/ 600408 w 600443"/>
                <a:gd name="connsiteY2" fmla="*/ 117433 h 159615"/>
                <a:gd name="connsiteX3" fmla="*/ 131 w 600443"/>
                <a:gd name="connsiteY3" fmla="*/ 159615 h 159615"/>
                <a:gd name="connsiteX4" fmla="*/ 124 w 600443"/>
                <a:gd name="connsiteY4" fmla="*/ 42378 h 159615"/>
                <a:gd name="connsiteX0" fmla="*/ 124 w 600537"/>
                <a:gd name="connsiteY0" fmla="*/ 42378 h 159615"/>
                <a:gd name="connsiteX1" fmla="*/ 600401 w 600537"/>
                <a:gd name="connsiteY1" fmla="*/ 0 h 159615"/>
                <a:gd name="connsiteX2" fmla="*/ 600408 w 600537"/>
                <a:gd name="connsiteY2" fmla="*/ 117433 h 159615"/>
                <a:gd name="connsiteX3" fmla="*/ 131 w 600537"/>
                <a:gd name="connsiteY3" fmla="*/ 159615 h 159615"/>
                <a:gd name="connsiteX4" fmla="*/ 124 w 600537"/>
                <a:gd name="connsiteY4" fmla="*/ 42378 h 159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0537" h="159615">
                  <a:moveTo>
                    <a:pt x="124" y="42378"/>
                  </a:moveTo>
                  <a:cubicBezTo>
                    <a:pt x="296414" y="-50243"/>
                    <a:pt x="418111" y="75773"/>
                    <a:pt x="600401" y="0"/>
                  </a:cubicBezTo>
                  <a:cubicBezTo>
                    <a:pt x="599951" y="33260"/>
                    <a:pt x="600858" y="84173"/>
                    <a:pt x="600408" y="117433"/>
                  </a:cubicBezTo>
                  <a:cubicBezTo>
                    <a:pt x="395490" y="192726"/>
                    <a:pt x="285331" y="62551"/>
                    <a:pt x="131" y="159615"/>
                  </a:cubicBezTo>
                  <a:cubicBezTo>
                    <a:pt x="-323" y="114566"/>
                    <a:pt x="578" y="87427"/>
                    <a:pt x="124" y="42378"/>
                  </a:cubicBezTo>
                  <a:close/>
                </a:path>
              </a:pathLst>
            </a:custGeom>
            <a:solidFill>
              <a:schemeClr val="accent2">
                <a:lumMod val="40000"/>
                <a:lumOff val="6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94" name="矩形 1174">
              <a:extLst>
                <a:ext uri="{FF2B5EF4-FFF2-40B4-BE49-F238E27FC236}">
                  <a16:creationId xmlns:a16="http://schemas.microsoft.com/office/drawing/2014/main" id="{04D438FE-A41D-4D6E-EACD-AE8F9526E406}"/>
                </a:ext>
              </a:extLst>
            </p:cNvPr>
            <p:cNvSpPr/>
            <p:nvPr/>
          </p:nvSpPr>
          <p:spPr>
            <a:xfrm rot="10800000">
              <a:off x="5041541" y="7045652"/>
              <a:ext cx="618707" cy="139508"/>
            </a:xfrm>
            <a:custGeom>
              <a:avLst/>
              <a:gdLst>
                <a:gd name="connsiteX0" fmla="*/ 0 w 595706"/>
                <a:gd name="connsiteY0" fmla="*/ 0 h 92965"/>
                <a:gd name="connsiteX1" fmla="*/ 595706 w 595706"/>
                <a:gd name="connsiteY1" fmla="*/ 0 h 92965"/>
                <a:gd name="connsiteX2" fmla="*/ 595706 w 595706"/>
                <a:gd name="connsiteY2" fmla="*/ 92965 h 92965"/>
                <a:gd name="connsiteX3" fmla="*/ 0 w 595706"/>
                <a:gd name="connsiteY3" fmla="*/ 92965 h 92965"/>
                <a:gd name="connsiteX4" fmla="*/ 0 w 595706"/>
                <a:gd name="connsiteY4" fmla="*/ 0 h 92965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131 w 595837"/>
                <a:gd name="connsiteY0" fmla="*/ 0 h 148754"/>
                <a:gd name="connsiteX1" fmla="*/ 595837 w 595837"/>
                <a:gd name="connsiteY1" fmla="*/ 0 h 148754"/>
                <a:gd name="connsiteX2" fmla="*/ 595837 w 595837"/>
                <a:gd name="connsiteY2" fmla="*/ 92965 h 148754"/>
                <a:gd name="connsiteX3" fmla="*/ 131 w 595837"/>
                <a:gd name="connsiteY3" fmla="*/ 148754 h 148754"/>
                <a:gd name="connsiteX4" fmla="*/ 131 w 595837"/>
                <a:gd name="connsiteY4" fmla="*/ 0 h 148754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56571"/>
                <a:gd name="connsiteX1" fmla="*/ 595837 w 595837"/>
                <a:gd name="connsiteY1" fmla="*/ 0 h 156571"/>
                <a:gd name="connsiteX2" fmla="*/ 594316 w 595837"/>
                <a:gd name="connsiteY2" fmla="*/ 141984 h 156571"/>
                <a:gd name="connsiteX3" fmla="*/ 131 w 595837"/>
                <a:gd name="connsiteY3" fmla="*/ 140590 h 156571"/>
                <a:gd name="connsiteX4" fmla="*/ 131 w 595837"/>
                <a:gd name="connsiteY4" fmla="*/ 0 h 156571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0 w 600949"/>
                <a:gd name="connsiteY0" fmla="*/ 0 h 271309"/>
                <a:gd name="connsiteX1" fmla="*/ 600949 w 600949"/>
                <a:gd name="connsiteY1" fmla="*/ 0 h 271309"/>
                <a:gd name="connsiteX2" fmla="*/ 599428 w 600949"/>
                <a:gd name="connsiteY2" fmla="*/ 141984 h 271309"/>
                <a:gd name="connsiteX3" fmla="*/ 3722 w 600949"/>
                <a:gd name="connsiteY3" fmla="*/ 271309 h 271309"/>
                <a:gd name="connsiteX4" fmla="*/ 0 w 600949"/>
                <a:gd name="connsiteY4" fmla="*/ 0 h 271309"/>
                <a:gd name="connsiteX0" fmla="*/ 0 w 599639"/>
                <a:gd name="connsiteY0" fmla="*/ 0 h 271309"/>
                <a:gd name="connsiteX1" fmla="*/ 599639 w 599639"/>
                <a:gd name="connsiteY1" fmla="*/ 0 h 271309"/>
                <a:gd name="connsiteX2" fmla="*/ 599428 w 599639"/>
                <a:gd name="connsiteY2" fmla="*/ 141984 h 271309"/>
                <a:gd name="connsiteX3" fmla="*/ 3722 w 599639"/>
                <a:gd name="connsiteY3" fmla="*/ 271309 h 271309"/>
                <a:gd name="connsiteX4" fmla="*/ 0 w 599639"/>
                <a:gd name="connsiteY4" fmla="*/ 0 h 271309"/>
                <a:gd name="connsiteX0" fmla="*/ 0 w 597018"/>
                <a:gd name="connsiteY0" fmla="*/ 0 h 271309"/>
                <a:gd name="connsiteX1" fmla="*/ 597018 w 597018"/>
                <a:gd name="connsiteY1" fmla="*/ 0 h 271309"/>
                <a:gd name="connsiteX2" fmla="*/ 596807 w 597018"/>
                <a:gd name="connsiteY2" fmla="*/ 141984 h 271309"/>
                <a:gd name="connsiteX3" fmla="*/ 1101 w 597018"/>
                <a:gd name="connsiteY3" fmla="*/ 271309 h 271309"/>
                <a:gd name="connsiteX4" fmla="*/ 0 w 597018"/>
                <a:gd name="connsiteY4" fmla="*/ 0 h 271309"/>
                <a:gd name="connsiteX0" fmla="*/ 0 w 596807"/>
                <a:gd name="connsiteY0" fmla="*/ 0 h 271309"/>
                <a:gd name="connsiteX1" fmla="*/ 591775 w 596807"/>
                <a:gd name="connsiteY1" fmla="*/ 0 h 271309"/>
                <a:gd name="connsiteX2" fmla="*/ 596807 w 596807"/>
                <a:gd name="connsiteY2" fmla="*/ 141984 h 271309"/>
                <a:gd name="connsiteX3" fmla="*/ 1101 w 596807"/>
                <a:gd name="connsiteY3" fmla="*/ 271309 h 271309"/>
                <a:gd name="connsiteX4" fmla="*/ 0 w 596807"/>
                <a:gd name="connsiteY4" fmla="*/ 0 h 271309"/>
                <a:gd name="connsiteX0" fmla="*/ 0 w 596807"/>
                <a:gd name="connsiteY0" fmla="*/ 0 h 271309"/>
                <a:gd name="connsiteX1" fmla="*/ 595708 w 596807"/>
                <a:gd name="connsiteY1" fmla="*/ 0 h 271309"/>
                <a:gd name="connsiteX2" fmla="*/ 596807 w 596807"/>
                <a:gd name="connsiteY2" fmla="*/ 141984 h 271309"/>
                <a:gd name="connsiteX3" fmla="*/ 1101 w 596807"/>
                <a:gd name="connsiteY3" fmla="*/ 271309 h 271309"/>
                <a:gd name="connsiteX4" fmla="*/ 0 w 596807"/>
                <a:gd name="connsiteY4" fmla="*/ 0 h 271309"/>
                <a:gd name="connsiteX0" fmla="*/ 0 w 595708"/>
                <a:gd name="connsiteY0" fmla="*/ 0 h 271309"/>
                <a:gd name="connsiteX1" fmla="*/ 595708 w 595708"/>
                <a:gd name="connsiteY1" fmla="*/ 0 h 271309"/>
                <a:gd name="connsiteX2" fmla="*/ 594186 w 595708"/>
                <a:gd name="connsiteY2" fmla="*/ 141985 h 271309"/>
                <a:gd name="connsiteX3" fmla="*/ 1101 w 595708"/>
                <a:gd name="connsiteY3" fmla="*/ 271309 h 271309"/>
                <a:gd name="connsiteX4" fmla="*/ 0 w 595708"/>
                <a:gd name="connsiteY4" fmla="*/ 0 h 271309"/>
                <a:gd name="connsiteX0" fmla="*/ 0 w 596439"/>
                <a:gd name="connsiteY0" fmla="*/ 109083 h 380392"/>
                <a:gd name="connsiteX1" fmla="*/ 595708 w 596439"/>
                <a:gd name="connsiteY1" fmla="*/ 109083 h 380392"/>
                <a:gd name="connsiteX2" fmla="*/ 594186 w 596439"/>
                <a:gd name="connsiteY2" fmla="*/ 251068 h 380392"/>
                <a:gd name="connsiteX3" fmla="*/ 1101 w 596439"/>
                <a:gd name="connsiteY3" fmla="*/ 380392 h 380392"/>
                <a:gd name="connsiteX4" fmla="*/ 0 w 596439"/>
                <a:gd name="connsiteY4" fmla="*/ 109083 h 380392"/>
                <a:gd name="connsiteX0" fmla="*/ 0 w 595708"/>
                <a:gd name="connsiteY0" fmla="*/ 0 h 271309"/>
                <a:gd name="connsiteX1" fmla="*/ 595708 w 595708"/>
                <a:gd name="connsiteY1" fmla="*/ 0 h 271309"/>
                <a:gd name="connsiteX2" fmla="*/ 594186 w 595708"/>
                <a:gd name="connsiteY2" fmla="*/ 141985 h 271309"/>
                <a:gd name="connsiteX3" fmla="*/ 1101 w 595708"/>
                <a:gd name="connsiteY3" fmla="*/ 271309 h 271309"/>
                <a:gd name="connsiteX4" fmla="*/ 0 w 595708"/>
                <a:gd name="connsiteY4" fmla="*/ 0 h 271309"/>
                <a:gd name="connsiteX0" fmla="*/ 0 w 596808"/>
                <a:gd name="connsiteY0" fmla="*/ 0 h 271309"/>
                <a:gd name="connsiteX1" fmla="*/ 595708 w 596808"/>
                <a:gd name="connsiteY1" fmla="*/ 0 h 271309"/>
                <a:gd name="connsiteX2" fmla="*/ 596808 w 596808"/>
                <a:gd name="connsiteY2" fmla="*/ 141985 h 271309"/>
                <a:gd name="connsiteX3" fmla="*/ 1101 w 596808"/>
                <a:gd name="connsiteY3" fmla="*/ 271309 h 271309"/>
                <a:gd name="connsiteX4" fmla="*/ 0 w 596808"/>
                <a:gd name="connsiteY4" fmla="*/ 0 h 271309"/>
                <a:gd name="connsiteX0" fmla="*/ 0 w 596808"/>
                <a:gd name="connsiteY0" fmla="*/ 0 h 271309"/>
                <a:gd name="connsiteX1" fmla="*/ 595708 w 596808"/>
                <a:gd name="connsiteY1" fmla="*/ 0 h 271309"/>
                <a:gd name="connsiteX2" fmla="*/ 596808 w 596808"/>
                <a:gd name="connsiteY2" fmla="*/ 141985 h 271309"/>
                <a:gd name="connsiteX3" fmla="*/ 1101 w 596808"/>
                <a:gd name="connsiteY3" fmla="*/ 271309 h 271309"/>
                <a:gd name="connsiteX4" fmla="*/ 0 w 596808"/>
                <a:gd name="connsiteY4" fmla="*/ 0 h 271309"/>
                <a:gd name="connsiteX0" fmla="*/ 0 w 596808"/>
                <a:gd name="connsiteY0" fmla="*/ 0 h 271309"/>
                <a:gd name="connsiteX1" fmla="*/ 595708 w 596808"/>
                <a:gd name="connsiteY1" fmla="*/ 0 h 271309"/>
                <a:gd name="connsiteX2" fmla="*/ 596808 w 596808"/>
                <a:gd name="connsiteY2" fmla="*/ 141985 h 271309"/>
                <a:gd name="connsiteX3" fmla="*/ 1101 w 596808"/>
                <a:gd name="connsiteY3" fmla="*/ 271309 h 271309"/>
                <a:gd name="connsiteX4" fmla="*/ 0 w 596808"/>
                <a:gd name="connsiteY4" fmla="*/ 0 h 271309"/>
                <a:gd name="connsiteX0" fmla="*/ 0 w 595708"/>
                <a:gd name="connsiteY0" fmla="*/ 0 h 271309"/>
                <a:gd name="connsiteX1" fmla="*/ 595708 w 595708"/>
                <a:gd name="connsiteY1" fmla="*/ 0 h 271309"/>
                <a:gd name="connsiteX2" fmla="*/ 594186 w 595708"/>
                <a:gd name="connsiteY2" fmla="*/ 141985 h 271309"/>
                <a:gd name="connsiteX3" fmla="*/ 1101 w 595708"/>
                <a:gd name="connsiteY3" fmla="*/ 271309 h 271309"/>
                <a:gd name="connsiteX4" fmla="*/ 0 w 595708"/>
                <a:gd name="connsiteY4" fmla="*/ 0 h 271309"/>
                <a:gd name="connsiteX0" fmla="*/ 0 w 595708"/>
                <a:gd name="connsiteY0" fmla="*/ 0 h 271309"/>
                <a:gd name="connsiteX1" fmla="*/ 595708 w 595708"/>
                <a:gd name="connsiteY1" fmla="*/ 0 h 271309"/>
                <a:gd name="connsiteX2" fmla="*/ 594186 w 595708"/>
                <a:gd name="connsiteY2" fmla="*/ 141985 h 271309"/>
                <a:gd name="connsiteX3" fmla="*/ 1101 w 595708"/>
                <a:gd name="connsiteY3" fmla="*/ 271309 h 271309"/>
                <a:gd name="connsiteX4" fmla="*/ 0 w 595708"/>
                <a:gd name="connsiteY4" fmla="*/ 0 h 271309"/>
                <a:gd name="connsiteX0" fmla="*/ 0 w 595936"/>
                <a:gd name="connsiteY0" fmla="*/ 0 h 271309"/>
                <a:gd name="connsiteX1" fmla="*/ 595708 w 595936"/>
                <a:gd name="connsiteY1" fmla="*/ 0 h 271309"/>
                <a:gd name="connsiteX2" fmla="*/ 594186 w 595936"/>
                <a:gd name="connsiteY2" fmla="*/ 141985 h 271309"/>
                <a:gd name="connsiteX3" fmla="*/ 1101 w 595936"/>
                <a:gd name="connsiteY3" fmla="*/ 271309 h 271309"/>
                <a:gd name="connsiteX4" fmla="*/ 0 w 595936"/>
                <a:gd name="connsiteY4" fmla="*/ 0 h 271309"/>
                <a:gd name="connsiteX0" fmla="*/ 319 w 596255"/>
                <a:gd name="connsiteY0" fmla="*/ 0 h 271309"/>
                <a:gd name="connsiteX1" fmla="*/ 596027 w 596255"/>
                <a:gd name="connsiteY1" fmla="*/ 0 h 271309"/>
                <a:gd name="connsiteX2" fmla="*/ 594505 w 596255"/>
                <a:gd name="connsiteY2" fmla="*/ 141985 h 271309"/>
                <a:gd name="connsiteX3" fmla="*/ 110 w 596255"/>
                <a:gd name="connsiteY3" fmla="*/ 271309 h 271309"/>
                <a:gd name="connsiteX4" fmla="*/ 319 w 596255"/>
                <a:gd name="connsiteY4" fmla="*/ 0 h 271309"/>
                <a:gd name="connsiteX0" fmla="*/ 0 w 595936"/>
                <a:gd name="connsiteY0" fmla="*/ 0 h 271309"/>
                <a:gd name="connsiteX1" fmla="*/ 595708 w 595936"/>
                <a:gd name="connsiteY1" fmla="*/ 0 h 271309"/>
                <a:gd name="connsiteX2" fmla="*/ 594186 w 595936"/>
                <a:gd name="connsiteY2" fmla="*/ 141985 h 271309"/>
                <a:gd name="connsiteX3" fmla="*/ 1101 w 595936"/>
                <a:gd name="connsiteY3" fmla="*/ 271309 h 271309"/>
                <a:gd name="connsiteX4" fmla="*/ 0 w 595936"/>
                <a:gd name="connsiteY4" fmla="*/ 0 h 271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5936" h="271309">
                  <a:moveTo>
                    <a:pt x="0" y="0"/>
                  </a:moveTo>
                  <a:lnTo>
                    <a:pt x="595708" y="0"/>
                  </a:lnTo>
                  <a:cubicBezTo>
                    <a:pt x="595708" y="30988"/>
                    <a:pt x="596806" y="39550"/>
                    <a:pt x="594186" y="141985"/>
                  </a:cubicBezTo>
                  <a:cubicBezTo>
                    <a:pt x="404809" y="352086"/>
                    <a:pt x="341643" y="22672"/>
                    <a:pt x="1101" y="271309"/>
                  </a:cubicBezTo>
                  <a:cubicBezTo>
                    <a:pt x="647" y="226260"/>
                    <a:pt x="454" y="45049"/>
                    <a:pt x="0" y="0"/>
                  </a:cubicBez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696" name="组合 695">
              <a:extLst>
                <a:ext uri="{FF2B5EF4-FFF2-40B4-BE49-F238E27FC236}">
                  <a16:creationId xmlns:a16="http://schemas.microsoft.com/office/drawing/2014/main" id="{C021C280-4CEE-1C54-3FAB-013FDDAD87C0}"/>
                </a:ext>
              </a:extLst>
            </p:cNvPr>
            <p:cNvGrpSpPr/>
            <p:nvPr/>
          </p:nvGrpSpPr>
          <p:grpSpPr>
            <a:xfrm>
              <a:off x="5040167" y="6521415"/>
              <a:ext cx="621640" cy="663817"/>
              <a:chOff x="3656357" y="6507685"/>
              <a:chExt cx="621640" cy="663817"/>
            </a:xfrm>
          </p:grpSpPr>
          <p:sp>
            <p:nvSpPr>
              <p:cNvPr id="704" name="矩形 703">
                <a:extLst>
                  <a:ext uri="{FF2B5EF4-FFF2-40B4-BE49-F238E27FC236}">
                    <a16:creationId xmlns:a16="http://schemas.microsoft.com/office/drawing/2014/main" id="{0925CB65-BB1C-1AA8-04E0-F30934F933A3}"/>
                  </a:ext>
                </a:extLst>
              </p:cNvPr>
              <p:cNvSpPr/>
              <p:nvPr/>
            </p:nvSpPr>
            <p:spPr>
              <a:xfrm>
                <a:off x="3656465" y="6640950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05" name="矩形 704">
                <a:extLst>
                  <a:ext uri="{FF2B5EF4-FFF2-40B4-BE49-F238E27FC236}">
                    <a16:creationId xmlns:a16="http://schemas.microsoft.com/office/drawing/2014/main" id="{0EEF1A3D-CDEA-0190-ABC5-85AA05116C74}"/>
                  </a:ext>
                </a:extLst>
              </p:cNvPr>
              <p:cNvSpPr/>
              <p:nvPr/>
            </p:nvSpPr>
            <p:spPr>
              <a:xfrm>
                <a:off x="3811875" y="6640950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06" name="矩形 705">
                <a:extLst>
                  <a:ext uri="{FF2B5EF4-FFF2-40B4-BE49-F238E27FC236}">
                    <a16:creationId xmlns:a16="http://schemas.microsoft.com/office/drawing/2014/main" id="{104A2DBE-2E3C-1CF9-25A9-FF2BC4D85C17}"/>
                  </a:ext>
                </a:extLst>
              </p:cNvPr>
              <p:cNvSpPr/>
              <p:nvPr/>
            </p:nvSpPr>
            <p:spPr>
              <a:xfrm>
                <a:off x="3967285" y="6640950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07" name="矩形 706">
                <a:extLst>
                  <a:ext uri="{FF2B5EF4-FFF2-40B4-BE49-F238E27FC236}">
                    <a16:creationId xmlns:a16="http://schemas.microsoft.com/office/drawing/2014/main" id="{3B017BC9-0618-A245-A422-D1137A690B20}"/>
                  </a:ext>
                </a:extLst>
              </p:cNvPr>
              <p:cNvSpPr/>
              <p:nvPr/>
            </p:nvSpPr>
            <p:spPr>
              <a:xfrm>
                <a:off x="4122695" y="6640950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08" name="矩形 707">
                <a:extLst>
                  <a:ext uri="{FF2B5EF4-FFF2-40B4-BE49-F238E27FC236}">
                    <a16:creationId xmlns:a16="http://schemas.microsoft.com/office/drawing/2014/main" id="{A5541330-883F-09A0-DDFB-23BDF9D5DD74}"/>
                  </a:ext>
                </a:extLst>
              </p:cNvPr>
              <p:cNvSpPr/>
              <p:nvPr/>
            </p:nvSpPr>
            <p:spPr>
              <a:xfrm>
                <a:off x="3656465" y="6773574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09" name="矩形 708">
                <a:extLst>
                  <a:ext uri="{FF2B5EF4-FFF2-40B4-BE49-F238E27FC236}">
                    <a16:creationId xmlns:a16="http://schemas.microsoft.com/office/drawing/2014/main" id="{B5BF7C6B-8776-B45F-1F8B-2A5C8B074048}"/>
                  </a:ext>
                </a:extLst>
              </p:cNvPr>
              <p:cNvSpPr/>
              <p:nvPr/>
            </p:nvSpPr>
            <p:spPr>
              <a:xfrm>
                <a:off x="3811875" y="6773574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10" name="矩形 709">
                <a:extLst>
                  <a:ext uri="{FF2B5EF4-FFF2-40B4-BE49-F238E27FC236}">
                    <a16:creationId xmlns:a16="http://schemas.microsoft.com/office/drawing/2014/main" id="{91F472D2-F07A-DFF6-BD88-BC8BD19D31A6}"/>
                  </a:ext>
                </a:extLst>
              </p:cNvPr>
              <p:cNvSpPr/>
              <p:nvPr/>
            </p:nvSpPr>
            <p:spPr>
              <a:xfrm>
                <a:off x="3967285" y="6773574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11" name="矩形 710">
                <a:extLst>
                  <a:ext uri="{FF2B5EF4-FFF2-40B4-BE49-F238E27FC236}">
                    <a16:creationId xmlns:a16="http://schemas.microsoft.com/office/drawing/2014/main" id="{18DB2E74-869C-D7F1-C503-33FD2BC50E09}"/>
                  </a:ext>
                </a:extLst>
              </p:cNvPr>
              <p:cNvSpPr/>
              <p:nvPr/>
            </p:nvSpPr>
            <p:spPr>
              <a:xfrm>
                <a:off x="4122695" y="6773574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12" name="矩形 711">
                <a:extLst>
                  <a:ext uri="{FF2B5EF4-FFF2-40B4-BE49-F238E27FC236}">
                    <a16:creationId xmlns:a16="http://schemas.microsoft.com/office/drawing/2014/main" id="{DB019D52-4825-F2EA-5D9D-5CB1E48F65C6}"/>
                  </a:ext>
                </a:extLst>
              </p:cNvPr>
              <p:cNvSpPr/>
              <p:nvPr/>
            </p:nvSpPr>
            <p:spPr>
              <a:xfrm>
                <a:off x="3656357" y="690625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13" name="矩形 712">
                <a:extLst>
                  <a:ext uri="{FF2B5EF4-FFF2-40B4-BE49-F238E27FC236}">
                    <a16:creationId xmlns:a16="http://schemas.microsoft.com/office/drawing/2014/main" id="{119144CC-73AB-F977-F02E-D22AA4B8C52D}"/>
                  </a:ext>
                </a:extLst>
              </p:cNvPr>
              <p:cNvSpPr/>
              <p:nvPr/>
            </p:nvSpPr>
            <p:spPr>
              <a:xfrm>
                <a:off x="3811767" y="690625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14" name="矩形 713">
                <a:extLst>
                  <a:ext uri="{FF2B5EF4-FFF2-40B4-BE49-F238E27FC236}">
                    <a16:creationId xmlns:a16="http://schemas.microsoft.com/office/drawing/2014/main" id="{9749B7A1-E929-BD3D-2844-26AC403D34AC}"/>
                  </a:ext>
                </a:extLst>
              </p:cNvPr>
              <p:cNvSpPr/>
              <p:nvPr/>
            </p:nvSpPr>
            <p:spPr>
              <a:xfrm>
                <a:off x="3967177" y="690625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15" name="矩形 714">
                <a:extLst>
                  <a:ext uri="{FF2B5EF4-FFF2-40B4-BE49-F238E27FC236}">
                    <a16:creationId xmlns:a16="http://schemas.microsoft.com/office/drawing/2014/main" id="{DA321C66-E38B-5A7C-4F9C-A4C390A2A3F3}"/>
                  </a:ext>
                </a:extLst>
              </p:cNvPr>
              <p:cNvSpPr/>
              <p:nvPr/>
            </p:nvSpPr>
            <p:spPr>
              <a:xfrm>
                <a:off x="4122587" y="690625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16" name="矩形 715">
                <a:extLst>
                  <a:ext uri="{FF2B5EF4-FFF2-40B4-BE49-F238E27FC236}">
                    <a16:creationId xmlns:a16="http://schemas.microsoft.com/office/drawing/2014/main" id="{367B639E-DE5A-9194-8BC8-7A4BD3E645C7}"/>
                  </a:ext>
                </a:extLst>
              </p:cNvPr>
              <p:cNvSpPr/>
              <p:nvPr/>
            </p:nvSpPr>
            <p:spPr>
              <a:xfrm>
                <a:off x="3656357" y="7038879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24" name="矩形 723">
                <a:extLst>
                  <a:ext uri="{FF2B5EF4-FFF2-40B4-BE49-F238E27FC236}">
                    <a16:creationId xmlns:a16="http://schemas.microsoft.com/office/drawing/2014/main" id="{F87F7574-D6E1-50F6-BE18-D5B8F1AA20E7}"/>
                  </a:ext>
                </a:extLst>
              </p:cNvPr>
              <p:cNvSpPr/>
              <p:nvPr/>
            </p:nvSpPr>
            <p:spPr>
              <a:xfrm>
                <a:off x="3811767" y="7038879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25" name="矩形 724">
                <a:extLst>
                  <a:ext uri="{FF2B5EF4-FFF2-40B4-BE49-F238E27FC236}">
                    <a16:creationId xmlns:a16="http://schemas.microsoft.com/office/drawing/2014/main" id="{8D8E660A-5468-698F-DB29-E2A5267A1B24}"/>
                  </a:ext>
                </a:extLst>
              </p:cNvPr>
              <p:cNvSpPr/>
              <p:nvPr/>
            </p:nvSpPr>
            <p:spPr>
              <a:xfrm>
                <a:off x="3967177" y="7038879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26" name="矩形 725">
                <a:extLst>
                  <a:ext uri="{FF2B5EF4-FFF2-40B4-BE49-F238E27FC236}">
                    <a16:creationId xmlns:a16="http://schemas.microsoft.com/office/drawing/2014/main" id="{4CEEF568-C707-6FB5-5BCD-D067E1F7E167}"/>
                  </a:ext>
                </a:extLst>
              </p:cNvPr>
              <p:cNvSpPr/>
              <p:nvPr/>
            </p:nvSpPr>
            <p:spPr>
              <a:xfrm>
                <a:off x="4122587" y="7038879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27" name="矩形 726">
                <a:extLst>
                  <a:ext uri="{FF2B5EF4-FFF2-40B4-BE49-F238E27FC236}">
                    <a16:creationId xmlns:a16="http://schemas.microsoft.com/office/drawing/2014/main" id="{3F5E0304-0DAE-4FE6-8BCA-CABACD65FDF0}"/>
                  </a:ext>
                </a:extLst>
              </p:cNvPr>
              <p:cNvSpPr/>
              <p:nvPr/>
            </p:nvSpPr>
            <p:spPr>
              <a:xfrm>
                <a:off x="3656357" y="650768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28" name="矩形 727">
                <a:extLst>
                  <a:ext uri="{FF2B5EF4-FFF2-40B4-BE49-F238E27FC236}">
                    <a16:creationId xmlns:a16="http://schemas.microsoft.com/office/drawing/2014/main" id="{3C379674-0092-40BB-1636-3CC7D8DD7694}"/>
                  </a:ext>
                </a:extLst>
              </p:cNvPr>
              <p:cNvSpPr/>
              <p:nvPr/>
            </p:nvSpPr>
            <p:spPr>
              <a:xfrm>
                <a:off x="3811767" y="650768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29" name="矩形 728">
                <a:extLst>
                  <a:ext uri="{FF2B5EF4-FFF2-40B4-BE49-F238E27FC236}">
                    <a16:creationId xmlns:a16="http://schemas.microsoft.com/office/drawing/2014/main" id="{5C405B80-EC6B-8B7C-EA33-480ECC9F1A16}"/>
                  </a:ext>
                </a:extLst>
              </p:cNvPr>
              <p:cNvSpPr/>
              <p:nvPr/>
            </p:nvSpPr>
            <p:spPr>
              <a:xfrm>
                <a:off x="3967177" y="650768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30" name="矩形 729">
                <a:extLst>
                  <a:ext uri="{FF2B5EF4-FFF2-40B4-BE49-F238E27FC236}">
                    <a16:creationId xmlns:a16="http://schemas.microsoft.com/office/drawing/2014/main" id="{9F63CC71-5E3C-B338-C352-FC38EFAE2557}"/>
                  </a:ext>
                </a:extLst>
              </p:cNvPr>
              <p:cNvSpPr/>
              <p:nvPr/>
            </p:nvSpPr>
            <p:spPr>
              <a:xfrm>
                <a:off x="4122587" y="650768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53" name="组合 52">
            <a:extLst>
              <a:ext uri="{FF2B5EF4-FFF2-40B4-BE49-F238E27FC236}">
                <a16:creationId xmlns:a16="http://schemas.microsoft.com/office/drawing/2014/main" id="{D4727E77-57A4-3A43-CE4C-72B04FF05925}"/>
              </a:ext>
            </a:extLst>
          </p:cNvPr>
          <p:cNvGrpSpPr/>
          <p:nvPr/>
        </p:nvGrpSpPr>
        <p:grpSpPr>
          <a:xfrm>
            <a:off x="6951059" y="6074232"/>
            <a:ext cx="621640" cy="663817"/>
            <a:chOff x="5040167" y="6521415"/>
            <a:chExt cx="621640" cy="663817"/>
          </a:xfrm>
        </p:grpSpPr>
        <p:sp>
          <p:nvSpPr>
            <p:cNvPr id="54" name="矩形 1174">
              <a:extLst>
                <a:ext uri="{FF2B5EF4-FFF2-40B4-BE49-F238E27FC236}">
                  <a16:creationId xmlns:a16="http://schemas.microsoft.com/office/drawing/2014/main" id="{C0F275F7-BBEA-AD92-9115-BB1C5EE61543}"/>
                </a:ext>
              </a:extLst>
            </p:cNvPr>
            <p:cNvSpPr/>
            <p:nvPr/>
          </p:nvSpPr>
          <p:spPr>
            <a:xfrm rot="10800000">
              <a:off x="5041542" y="6760560"/>
              <a:ext cx="618706" cy="201627"/>
            </a:xfrm>
            <a:custGeom>
              <a:avLst/>
              <a:gdLst>
                <a:gd name="connsiteX0" fmla="*/ 0 w 595706"/>
                <a:gd name="connsiteY0" fmla="*/ 0 h 92965"/>
                <a:gd name="connsiteX1" fmla="*/ 595706 w 595706"/>
                <a:gd name="connsiteY1" fmla="*/ 0 h 92965"/>
                <a:gd name="connsiteX2" fmla="*/ 595706 w 595706"/>
                <a:gd name="connsiteY2" fmla="*/ 92965 h 92965"/>
                <a:gd name="connsiteX3" fmla="*/ 0 w 595706"/>
                <a:gd name="connsiteY3" fmla="*/ 92965 h 92965"/>
                <a:gd name="connsiteX4" fmla="*/ 0 w 595706"/>
                <a:gd name="connsiteY4" fmla="*/ 0 h 92965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1422 w 594406"/>
                <a:gd name="connsiteY0" fmla="*/ 21376 h 135147"/>
                <a:gd name="connsiteX1" fmla="*/ 594406 w 594406"/>
                <a:gd name="connsiteY1" fmla="*/ 0 h 135147"/>
                <a:gd name="connsiteX2" fmla="*/ 594406 w 594406"/>
                <a:gd name="connsiteY2" fmla="*/ 92965 h 135147"/>
                <a:gd name="connsiteX3" fmla="*/ 61 w 594406"/>
                <a:gd name="connsiteY3" fmla="*/ 135147 h 135147"/>
                <a:gd name="connsiteX4" fmla="*/ 1422 w 594406"/>
                <a:gd name="connsiteY4" fmla="*/ 21376 h 135147"/>
                <a:gd name="connsiteX0" fmla="*/ 1422 w 594406"/>
                <a:gd name="connsiteY0" fmla="*/ 15599 h 135147"/>
                <a:gd name="connsiteX1" fmla="*/ 594406 w 594406"/>
                <a:gd name="connsiteY1" fmla="*/ 0 h 135147"/>
                <a:gd name="connsiteX2" fmla="*/ 594406 w 594406"/>
                <a:gd name="connsiteY2" fmla="*/ 92965 h 135147"/>
                <a:gd name="connsiteX3" fmla="*/ 61 w 594406"/>
                <a:gd name="connsiteY3" fmla="*/ 135147 h 135147"/>
                <a:gd name="connsiteX4" fmla="*/ 1422 w 594406"/>
                <a:gd name="connsiteY4" fmla="*/ 15599 h 135147"/>
                <a:gd name="connsiteX0" fmla="*/ 131 w 594476"/>
                <a:gd name="connsiteY0" fmla="*/ 4622 h 135147"/>
                <a:gd name="connsiteX1" fmla="*/ 594476 w 594476"/>
                <a:gd name="connsiteY1" fmla="*/ 0 h 135147"/>
                <a:gd name="connsiteX2" fmla="*/ 594476 w 594476"/>
                <a:gd name="connsiteY2" fmla="*/ 92965 h 135147"/>
                <a:gd name="connsiteX3" fmla="*/ 131 w 594476"/>
                <a:gd name="connsiteY3" fmla="*/ 135147 h 135147"/>
                <a:gd name="connsiteX4" fmla="*/ 131 w 594476"/>
                <a:gd name="connsiteY4" fmla="*/ 4622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22423 h 139660"/>
                <a:gd name="connsiteX1" fmla="*/ 595706 w 595706"/>
                <a:gd name="connsiteY1" fmla="*/ 4513 h 139660"/>
                <a:gd name="connsiteX2" fmla="*/ 595706 w 595706"/>
                <a:gd name="connsiteY2" fmla="*/ 97478 h 139660"/>
                <a:gd name="connsiteX3" fmla="*/ 1361 w 595706"/>
                <a:gd name="connsiteY3" fmla="*/ 139660 h 139660"/>
                <a:gd name="connsiteX4" fmla="*/ 0 w 595706"/>
                <a:gd name="connsiteY4" fmla="*/ 22423 h 139660"/>
                <a:gd name="connsiteX0" fmla="*/ 0 w 595706"/>
                <a:gd name="connsiteY0" fmla="*/ 26413 h 143650"/>
                <a:gd name="connsiteX1" fmla="*/ 595706 w 595706"/>
                <a:gd name="connsiteY1" fmla="*/ 8503 h 143650"/>
                <a:gd name="connsiteX2" fmla="*/ 595706 w 595706"/>
                <a:gd name="connsiteY2" fmla="*/ 101468 h 143650"/>
                <a:gd name="connsiteX3" fmla="*/ 1361 w 595706"/>
                <a:gd name="connsiteY3" fmla="*/ 143650 h 143650"/>
                <a:gd name="connsiteX4" fmla="*/ 0 w 595706"/>
                <a:gd name="connsiteY4" fmla="*/ 26413 h 143650"/>
                <a:gd name="connsiteX0" fmla="*/ 0 w 595706"/>
                <a:gd name="connsiteY0" fmla="*/ 21286 h 138523"/>
                <a:gd name="connsiteX1" fmla="*/ 595706 w 595706"/>
                <a:gd name="connsiteY1" fmla="*/ 3376 h 138523"/>
                <a:gd name="connsiteX2" fmla="*/ 595706 w 595706"/>
                <a:gd name="connsiteY2" fmla="*/ 96341 h 138523"/>
                <a:gd name="connsiteX3" fmla="*/ 1361 w 595706"/>
                <a:gd name="connsiteY3" fmla="*/ 138523 h 138523"/>
                <a:gd name="connsiteX4" fmla="*/ 0 w 595706"/>
                <a:gd name="connsiteY4" fmla="*/ 21286 h 138523"/>
                <a:gd name="connsiteX0" fmla="*/ 0 w 595706"/>
                <a:gd name="connsiteY0" fmla="*/ 22534 h 139771"/>
                <a:gd name="connsiteX1" fmla="*/ 595706 w 595706"/>
                <a:gd name="connsiteY1" fmla="*/ 4624 h 139771"/>
                <a:gd name="connsiteX2" fmla="*/ 595706 w 595706"/>
                <a:gd name="connsiteY2" fmla="*/ 97589 h 139771"/>
                <a:gd name="connsiteX3" fmla="*/ 1361 w 595706"/>
                <a:gd name="connsiteY3" fmla="*/ 139771 h 139771"/>
                <a:gd name="connsiteX4" fmla="*/ 0 w 595706"/>
                <a:gd name="connsiteY4" fmla="*/ 22534 h 139771"/>
                <a:gd name="connsiteX0" fmla="*/ 0 w 595706"/>
                <a:gd name="connsiteY0" fmla="*/ 23494 h 140731"/>
                <a:gd name="connsiteX1" fmla="*/ 595706 w 595706"/>
                <a:gd name="connsiteY1" fmla="*/ 2118 h 140731"/>
                <a:gd name="connsiteX2" fmla="*/ 595706 w 595706"/>
                <a:gd name="connsiteY2" fmla="*/ 98549 h 140731"/>
                <a:gd name="connsiteX3" fmla="*/ 1361 w 595706"/>
                <a:gd name="connsiteY3" fmla="*/ 140731 h 140731"/>
                <a:gd name="connsiteX4" fmla="*/ 0 w 595706"/>
                <a:gd name="connsiteY4" fmla="*/ 23494 h 140731"/>
                <a:gd name="connsiteX0" fmla="*/ 0 w 595706"/>
                <a:gd name="connsiteY0" fmla="*/ 23494 h 140731"/>
                <a:gd name="connsiteX1" fmla="*/ 595706 w 595706"/>
                <a:gd name="connsiteY1" fmla="*/ 2118 h 140731"/>
                <a:gd name="connsiteX2" fmla="*/ 595706 w 595706"/>
                <a:gd name="connsiteY2" fmla="*/ 98549 h 140731"/>
                <a:gd name="connsiteX3" fmla="*/ 1361 w 595706"/>
                <a:gd name="connsiteY3" fmla="*/ 140731 h 140731"/>
                <a:gd name="connsiteX4" fmla="*/ 0 w 595706"/>
                <a:gd name="connsiteY4" fmla="*/ 23494 h 140731"/>
                <a:gd name="connsiteX0" fmla="*/ 0 w 595706"/>
                <a:gd name="connsiteY0" fmla="*/ 25030 h 142267"/>
                <a:gd name="connsiteX1" fmla="*/ 595706 w 595706"/>
                <a:gd name="connsiteY1" fmla="*/ 3654 h 142267"/>
                <a:gd name="connsiteX2" fmla="*/ 595706 w 595706"/>
                <a:gd name="connsiteY2" fmla="*/ 100085 h 142267"/>
                <a:gd name="connsiteX3" fmla="*/ 1361 w 595706"/>
                <a:gd name="connsiteY3" fmla="*/ 142267 h 142267"/>
                <a:gd name="connsiteX4" fmla="*/ 0 w 595706"/>
                <a:gd name="connsiteY4" fmla="*/ 25030 h 142267"/>
                <a:gd name="connsiteX0" fmla="*/ 0 w 595706"/>
                <a:gd name="connsiteY0" fmla="*/ 22091 h 139328"/>
                <a:gd name="connsiteX1" fmla="*/ 595706 w 595706"/>
                <a:gd name="connsiteY1" fmla="*/ 715 h 139328"/>
                <a:gd name="connsiteX2" fmla="*/ 595706 w 595706"/>
                <a:gd name="connsiteY2" fmla="*/ 97146 h 139328"/>
                <a:gd name="connsiteX3" fmla="*/ 1361 w 595706"/>
                <a:gd name="connsiteY3" fmla="*/ 139328 h 139328"/>
                <a:gd name="connsiteX4" fmla="*/ 0 w 595706"/>
                <a:gd name="connsiteY4" fmla="*/ 22091 h 139328"/>
                <a:gd name="connsiteX0" fmla="*/ 0 w 595706"/>
                <a:gd name="connsiteY0" fmla="*/ 23573 h 140810"/>
                <a:gd name="connsiteX1" fmla="*/ 595706 w 595706"/>
                <a:gd name="connsiteY1" fmla="*/ 2197 h 140810"/>
                <a:gd name="connsiteX2" fmla="*/ 595706 w 595706"/>
                <a:gd name="connsiteY2" fmla="*/ 98628 h 140810"/>
                <a:gd name="connsiteX3" fmla="*/ 1361 w 595706"/>
                <a:gd name="connsiteY3" fmla="*/ 140810 h 140810"/>
                <a:gd name="connsiteX4" fmla="*/ 0 w 595706"/>
                <a:gd name="connsiteY4" fmla="*/ 23573 h 140810"/>
                <a:gd name="connsiteX0" fmla="*/ 0 w 595706"/>
                <a:gd name="connsiteY0" fmla="*/ 21908 h 139145"/>
                <a:gd name="connsiteX1" fmla="*/ 595706 w 595706"/>
                <a:gd name="connsiteY1" fmla="*/ 532 h 139145"/>
                <a:gd name="connsiteX2" fmla="*/ 595706 w 595706"/>
                <a:gd name="connsiteY2" fmla="*/ 96963 h 139145"/>
                <a:gd name="connsiteX3" fmla="*/ 1361 w 595706"/>
                <a:gd name="connsiteY3" fmla="*/ 139145 h 139145"/>
                <a:gd name="connsiteX4" fmla="*/ 0 w 595706"/>
                <a:gd name="connsiteY4" fmla="*/ 21908 h 139145"/>
                <a:gd name="connsiteX0" fmla="*/ 0 w 595706"/>
                <a:gd name="connsiteY0" fmla="*/ 23863 h 141100"/>
                <a:gd name="connsiteX1" fmla="*/ 595706 w 595706"/>
                <a:gd name="connsiteY1" fmla="*/ 2487 h 141100"/>
                <a:gd name="connsiteX2" fmla="*/ 595706 w 595706"/>
                <a:gd name="connsiteY2" fmla="*/ 98918 h 141100"/>
                <a:gd name="connsiteX3" fmla="*/ 1361 w 595706"/>
                <a:gd name="connsiteY3" fmla="*/ 141100 h 141100"/>
                <a:gd name="connsiteX4" fmla="*/ 0 w 595706"/>
                <a:gd name="connsiteY4" fmla="*/ 23863 h 141100"/>
                <a:gd name="connsiteX0" fmla="*/ 0 w 595706"/>
                <a:gd name="connsiteY0" fmla="*/ 24472 h 141709"/>
                <a:gd name="connsiteX1" fmla="*/ 595706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0 w 595706"/>
                <a:gd name="connsiteY0" fmla="*/ 24267 h 141504"/>
                <a:gd name="connsiteX1" fmla="*/ 595706 w 595706"/>
                <a:gd name="connsiteY1" fmla="*/ 2891 h 141504"/>
                <a:gd name="connsiteX2" fmla="*/ 595706 w 595706"/>
                <a:gd name="connsiteY2" fmla="*/ 99322 h 141504"/>
                <a:gd name="connsiteX3" fmla="*/ 1361 w 595706"/>
                <a:gd name="connsiteY3" fmla="*/ 141504 h 141504"/>
                <a:gd name="connsiteX4" fmla="*/ 0 w 595706"/>
                <a:gd name="connsiteY4" fmla="*/ 24267 h 141504"/>
                <a:gd name="connsiteX0" fmla="*/ 0 w 595706"/>
                <a:gd name="connsiteY0" fmla="*/ 24472 h 141709"/>
                <a:gd name="connsiteX1" fmla="*/ 595706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0 w 595706"/>
                <a:gd name="connsiteY0" fmla="*/ 24472 h 141709"/>
                <a:gd name="connsiteX1" fmla="*/ 594353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124 w 595830"/>
                <a:gd name="connsiteY0" fmla="*/ 24472 h 141709"/>
                <a:gd name="connsiteX1" fmla="*/ 594477 w 595830"/>
                <a:gd name="connsiteY1" fmla="*/ 3096 h 141709"/>
                <a:gd name="connsiteX2" fmla="*/ 595830 w 595830"/>
                <a:gd name="connsiteY2" fmla="*/ 99527 h 141709"/>
                <a:gd name="connsiteX3" fmla="*/ 131 w 595830"/>
                <a:gd name="connsiteY3" fmla="*/ 141709 h 141709"/>
                <a:gd name="connsiteX4" fmla="*/ 124 w 595830"/>
                <a:gd name="connsiteY4" fmla="*/ 24472 h 141709"/>
                <a:gd name="connsiteX0" fmla="*/ 124 w 597179"/>
                <a:gd name="connsiteY0" fmla="*/ 25207 h 142444"/>
                <a:gd name="connsiteX1" fmla="*/ 597179 w 597179"/>
                <a:gd name="connsiteY1" fmla="*/ 481 h 142444"/>
                <a:gd name="connsiteX2" fmla="*/ 595830 w 597179"/>
                <a:gd name="connsiteY2" fmla="*/ 100262 h 142444"/>
                <a:gd name="connsiteX3" fmla="*/ 131 w 597179"/>
                <a:gd name="connsiteY3" fmla="*/ 142444 h 142444"/>
                <a:gd name="connsiteX4" fmla="*/ 124 w 597179"/>
                <a:gd name="connsiteY4" fmla="*/ 25207 h 142444"/>
                <a:gd name="connsiteX0" fmla="*/ 124 w 595889"/>
                <a:gd name="connsiteY0" fmla="*/ 25842 h 143079"/>
                <a:gd name="connsiteX1" fmla="*/ 594477 w 595889"/>
                <a:gd name="connsiteY1" fmla="*/ 0 h 143079"/>
                <a:gd name="connsiteX2" fmla="*/ 595830 w 595889"/>
                <a:gd name="connsiteY2" fmla="*/ 100897 h 143079"/>
                <a:gd name="connsiteX3" fmla="*/ 131 w 595889"/>
                <a:gd name="connsiteY3" fmla="*/ 143079 h 143079"/>
                <a:gd name="connsiteX4" fmla="*/ 124 w 595889"/>
                <a:gd name="connsiteY4" fmla="*/ 25842 h 143079"/>
                <a:gd name="connsiteX0" fmla="*/ 124 w 595889"/>
                <a:gd name="connsiteY0" fmla="*/ 24713 h 141950"/>
                <a:gd name="connsiteX1" fmla="*/ 594477 w 595889"/>
                <a:gd name="connsiteY1" fmla="*/ 2221 h 141950"/>
                <a:gd name="connsiteX2" fmla="*/ 595830 w 595889"/>
                <a:gd name="connsiteY2" fmla="*/ 99768 h 141950"/>
                <a:gd name="connsiteX3" fmla="*/ 131 w 595889"/>
                <a:gd name="connsiteY3" fmla="*/ 141950 h 141950"/>
                <a:gd name="connsiteX4" fmla="*/ 124 w 595889"/>
                <a:gd name="connsiteY4" fmla="*/ 24713 h 141950"/>
                <a:gd name="connsiteX0" fmla="*/ 124 w 595959"/>
                <a:gd name="connsiteY0" fmla="*/ 24713 h 141950"/>
                <a:gd name="connsiteX1" fmla="*/ 595828 w 595959"/>
                <a:gd name="connsiteY1" fmla="*/ 2221 h 141950"/>
                <a:gd name="connsiteX2" fmla="*/ 595830 w 595959"/>
                <a:gd name="connsiteY2" fmla="*/ 99768 h 141950"/>
                <a:gd name="connsiteX3" fmla="*/ 131 w 595959"/>
                <a:gd name="connsiteY3" fmla="*/ 141950 h 141950"/>
                <a:gd name="connsiteX4" fmla="*/ 124 w 595959"/>
                <a:gd name="connsiteY4" fmla="*/ 24713 h 141950"/>
                <a:gd name="connsiteX0" fmla="*/ 124 w 595959"/>
                <a:gd name="connsiteY0" fmla="*/ 24925 h 142162"/>
                <a:gd name="connsiteX1" fmla="*/ 595828 w 595959"/>
                <a:gd name="connsiteY1" fmla="*/ 2433 h 142162"/>
                <a:gd name="connsiteX2" fmla="*/ 595830 w 595959"/>
                <a:gd name="connsiteY2" fmla="*/ 99980 h 142162"/>
                <a:gd name="connsiteX3" fmla="*/ 131 w 595959"/>
                <a:gd name="connsiteY3" fmla="*/ 142162 h 142162"/>
                <a:gd name="connsiteX4" fmla="*/ 124 w 595959"/>
                <a:gd name="connsiteY4" fmla="*/ 24925 h 142162"/>
                <a:gd name="connsiteX0" fmla="*/ 124 w 595959"/>
                <a:gd name="connsiteY0" fmla="*/ 22492 h 139729"/>
                <a:gd name="connsiteX1" fmla="*/ 595828 w 595959"/>
                <a:gd name="connsiteY1" fmla="*/ 0 h 139729"/>
                <a:gd name="connsiteX2" fmla="*/ 595830 w 595959"/>
                <a:gd name="connsiteY2" fmla="*/ 97547 h 139729"/>
                <a:gd name="connsiteX3" fmla="*/ 131 w 595959"/>
                <a:gd name="connsiteY3" fmla="*/ 139729 h 139729"/>
                <a:gd name="connsiteX4" fmla="*/ 124 w 595959"/>
                <a:gd name="connsiteY4" fmla="*/ 22492 h 139729"/>
                <a:gd name="connsiteX0" fmla="*/ 124 w 595959"/>
                <a:gd name="connsiteY0" fmla="*/ 25585 h 142822"/>
                <a:gd name="connsiteX1" fmla="*/ 595828 w 595959"/>
                <a:gd name="connsiteY1" fmla="*/ 3093 h 142822"/>
                <a:gd name="connsiteX2" fmla="*/ 595830 w 595959"/>
                <a:gd name="connsiteY2" fmla="*/ 100640 h 142822"/>
                <a:gd name="connsiteX3" fmla="*/ 131 w 595959"/>
                <a:gd name="connsiteY3" fmla="*/ 142822 h 142822"/>
                <a:gd name="connsiteX4" fmla="*/ 124 w 595959"/>
                <a:gd name="connsiteY4" fmla="*/ 25585 h 142822"/>
                <a:gd name="connsiteX0" fmla="*/ 124 w 595959"/>
                <a:gd name="connsiteY0" fmla="*/ 25585 h 142822"/>
                <a:gd name="connsiteX1" fmla="*/ 595828 w 595959"/>
                <a:gd name="connsiteY1" fmla="*/ 3093 h 142822"/>
                <a:gd name="connsiteX2" fmla="*/ 595830 w 595959"/>
                <a:gd name="connsiteY2" fmla="*/ 100640 h 142822"/>
                <a:gd name="connsiteX3" fmla="*/ 131 w 595959"/>
                <a:gd name="connsiteY3" fmla="*/ 142822 h 142822"/>
                <a:gd name="connsiteX4" fmla="*/ 124 w 595959"/>
                <a:gd name="connsiteY4" fmla="*/ 25585 h 142822"/>
                <a:gd name="connsiteX0" fmla="*/ 124 w 595959"/>
                <a:gd name="connsiteY0" fmla="*/ 26512 h 143749"/>
                <a:gd name="connsiteX1" fmla="*/ 595828 w 595959"/>
                <a:gd name="connsiteY1" fmla="*/ 4020 h 143749"/>
                <a:gd name="connsiteX2" fmla="*/ 595830 w 595959"/>
                <a:gd name="connsiteY2" fmla="*/ 101567 h 143749"/>
                <a:gd name="connsiteX3" fmla="*/ 131 w 595959"/>
                <a:gd name="connsiteY3" fmla="*/ 143749 h 143749"/>
                <a:gd name="connsiteX4" fmla="*/ 124 w 595959"/>
                <a:gd name="connsiteY4" fmla="*/ 26512 h 143749"/>
                <a:gd name="connsiteX0" fmla="*/ 124 w 595959"/>
                <a:gd name="connsiteY0" fmla="*/ 26512 h 143749"/>
                <a:gd name="connsiteX1" fmla="*/ 595828 w 595959"/>
                <a:gd name="connsiteY1" fmla="*/ 4020 h 143749"/>
                <a:gd name="connsiteX2" fmla="*/ 595830 w 595959"/>
                <a:gd name="connsiteY2" fmla="*/ 101567 h 143749"/>
                <a:gd name="connsiteX3" fmla="*/ 131 w 595959"/>
                <a:gd name="connsiteY3" fmla="*/ 143749 h 143749"/>
                <a:gd name="connsiteX4" fmla="*/ 124 w 595959"/>
                <a:gd name="connsiteY4" fmla="*/ 26512 h 143749"/>
                <a:gd name="connsiteX0" fmla="*/ 124 w 595959"/>
                <a:gd name="connsiteY0" fmla="*/ 28496 h 145733"/>
                <a:gd name="connsiteX1" fmla="*/ 595828 w 595959"/>
                <a:gd name="connsiteY1" fmla="*/ 6004 h 145733"/>
                <a:gd name="connsiteX2" fmla="*/ 595830 w 595959"/>
                <a:gd name="connsiteY2" fmla="*/ 103551 h 145733"/>
                <a:gd name="connsiteX3" fmla="*/ 131 w 595959"/>
                <a:gd name="connsiteY3" fmla="*/ 145733 h 145733"/>
                <a:gd name="connsiteX4" fmla="*/ 124 w 595959"/>
                <a:gd name="connsiteY4" fmla="*/ 28496 h 14573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856"/>
                <a:gd name="connsiteY0" fmla="*/ 41841 h 159078"/>
                <a:gd name="connsiteX1" fmla="*/ 591261 w 595856"/>
                <a:gd name="connsiteY1" fmla="*/ 0 h 159078"/>
                <a:gd name="connsiteX2" fmla="*/ 595830 w 595856"/>
                <a:gd name="connsiteY2" fmla="*/ 116896 h 159078"/>
                <a:gd name="connsiteX3" fmla="*/ 131 w 595856"/>
                <a:gd name="connsiteY3" fmla="*/ 159078 h 159078"/>
                <a:gd name="connsiteX4" fmla="*/ 124 w 595856"/>
                <a:gd name="connsiteY4" fmla="*/ 41841 h 159078"/>
                <a:gd name="connsiteX0" fmla="*/ 124 w 595959"/>
                <a:gd name="connsiteY0" fmla="*/ 41841 h 159078"/>
                <a:gd name="connsiteX1" fmla="*/ 595828 w 595959"/>
                <a:gd name="connsiteY1" fmla="*/ 0 h 159078"/>
                <a:gd name="connsiteX2" fmla="*/ 595830 w 595959"/>
                <a:gd name="connsiteY2" fmla="*/ 116896 h 159078"/>
                <a:gd name="connsiteX3" fmla="*/ 131 w 595959"/>
                <a:gd name="connsiteY3" fmla="*/ 159078 h 159078"/>
                <a:gd name="connsiteX4" fmla="*/ 124 w 595959"/>
                <a:gd name="connsiteY4" fmla="*/ 41841 h 159078"/>
                <a:gd name="connsiteX0" fmla="*/ 124 w 597349"/>
                <a:gd name="connsiteY0" fmla="*/ 42378 h 159615"/>
                <a:gd name="connsiteX1" fmla="*/ 597349 w 597349"/>
                <a:gd name="connsiteY1" fmla="*/ 0 h 159615"/>
                <a:gd name="connsiteX2" fmla="*/ 595830 w 597349"/>
                <a:gd name="connsiteY2" fmla="*/ 117433 h 159615"/>
                <a:gd name="connsiteX3" fmla="*/ 131 w 597349"/>
                <a:gd name="connsiteY3" fmla="*/ 159615 h 159615"/>
                <a:gd name="connsiteX4" fmla="*/ 124 w 597349"/>
                <a:gd name="connsiteY4" fmla="*/ 42378 h 159615"/>
                <a:gd name="connsiteX0" fmla="*/ 124 w 600443"/>
                <a:gd name="connsiteY0" fmla="*/ 42378 h 159615"/>
                <a:gd name="connsiteX1" fmla="*/ 597349 w 600443"/>
                <a:gd name="connsiteY1" fmla="*/ 0 h 159615"/>
                <a:gd name="connsiteX2" fmla="*/ 600408 w 600443"/>
                <a:gd name="connsiteY2" fmla="*/ 117433 h 159615"/>
                <a:gd name="connsiteX3" fmla="*/ 131 w 600443"/>
                <a:gd name="connsiteY3" fmla="*/ 159615 h 159615"/>
                <a:gd name="connsiteX4" fmla="*/ 124 w 600443"/>
                <a:gd name="connsiteY4" fmla="*/ 42378 h 159615"/>
                <a:gd name="connsiteX0" fmla="*/ 124 w 600537"/>
                <a:gd name="connsiteY0" fmla="*/ 42378 h 159615"/>
                <a:gd name="connsiteX1" fmla="*/ 600401 w 600537"/>
                <a:gd name="connsiteY1" fmla="*/ 0 h 159615"/>
                <a:gd name="connsiteX2" fmla="*/ 600408 w 600537"/>
                <a:gd name="connsiteY2" fmla="*/ 117433 h 159615"/>
                <a:gd name="connsiteX3" fmla="*/ 131 w 600537"/>
                <a:gd name="connsiteY3" fmla="*/ 159615 h 159615"/>
                <a:gd name="connsiteX4" fmla="*/ 124 w 600537"/>
                <a:gd name="connsiteY4" fmla="*/ 42378 h 159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0537" h="159615">
                  <a:moveTo>
                    <a:pt x="124" y="42378"/>
                  </a:moveTo>
                  <a:cubicBezTo>
                    <a:pt x="296414" y="-50243"/>
                    <a:pt x="418111" y="75773"/>
                    <a:pt x="600401" y="0"/>
                  </a:cubicBezTo>
                  <a:cubicBezTo>
                    <a:pt x="599951" y="33260"/>
                    <a:pt x="600858" y="84173"/>
                    <a:pt x="600408" y="117433"/>
                  </a:cubicBezTo>
                  <a:cubicBezTo>
                    <a:pt x="395490" y="192726"/>
                    <a:pt x="285331" y="62551"/>
                    <a:pt x="131" y="159615"/>
                  </a:cubicBezTo>
                  <a:cubicBezTo>
                    <a:pt x="-323" y="114566"/>
                    <a:pt x="578" y="87427"/>
                    <a:pt x="124" y="42378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5" name="矩形 1174">
              <a:extLst>
                <a:ext uri="{FF2B5EF4-FFF2-40B4-BE49-F238E27FC236}">
                  <a16:creationId xmlns:a16="http://schemas.microsoft.com/office/drawing/2014/main" id="{C8682012-ED77-363F-B90A-F668D851D3A6}"/>
                </a:ext>
              </a:extLst>
            </p:cNvPr>
            <p:cNvSpPr/>
            <p:nvPr/>
          </p:nvSpPr>
          <p:spPr>
            <a:xfrm rot="10800000">
              <a:off x="5041542" y="6890402"/>
              <a:ext cx="618706" cy="226680"/>
            </a:xfrm>
            <a:custGeom>
              <a:avLst/>
              <a:gdLst>
                <a:gd name="connsiteX0" fmla="*/ 0 w 595706"/>
                <a:gd name="connsiteY0" fmla="*/ 0 h 92965"/>
                <a:gd name="connsiteX1" fmla="*/ 595706 w 595706"/>
                <a:gd name="connsiteY1" fmla="*/ 0 h 92965"/>
                <a:gd name="connsiteX2" fmla="*/ 595706 w 595706"/>
                <a:gd name="connsiteY2" fmla="*/ 92965 h 92965"/>
                <a:gd name="connsiteX3" fmla="*/ 0 w 595706"/>
                <a:gd name="connsiteY3" fmla="*/ 92965 h 92965"/>
                <a:gd name="connsiteX4" fmla="*/ 0 w 595706"/>
                <a:gd name="connsiteY4" fmla="*/ 0 h 92965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1422 w 594406"/>
                <a:gd name="connsiteY0" fmla="*/ 21376 h 135147"/>
                <a:gd name="connsiteX1" fmla="*/ 594406 w 594406"/>
                <a:gd name="connsiteY1" fmla="*/ 0 h 135147"/>
                <a:gd name="connsiteX2" fmla="*/ 594406 w 594406"/>
                <a:gd name="connsiteY2" fmla="*/ 92965 h 135147"/>
                <a:gd name="connsiteX3" fmla="*/ 61 w 594406"/>
                <a:gd name="connsiteY3" fmla="*/ 135147 h 135147"/>
                <a:gd name="connsiteX4" fmla="*/ 1422 w 594406"/>
                <a:gd name="connsiteY4" fmla="*/ 21376 h 135147"/>
                <a:gd name="connsiteX0" fmla="*/ 1422 w 594406"/>
                <a:gd name="connsiteY0" fmla="*/ 15599 h 135147"/>
                <a:gd name="connsiteX1" fmla="*/ 594406 w 594406"/>
                <a:gd name="connsiteY1" fmla="*/ 0 h 135147"/>
                <a:gd name="connsiteX2" fmla="*/ 594406 w 594406"/>
                <a:gd name="connsiteY2" fmla="*/ 92965 h 135147"/>
                <a:gd name="connsiteX3" fmla="*/ 61 w 594406"/>
                <a:gd name="connsiteY3" fmla="*/ 135147 h 135147"/>
                <a:gd name="connsiteX4" fmla="*/ 1422 w 594406"/>
                <a:gd name="connsiteY4" fmla="*/ 15599 h 135147"/>
                <a:gd name="connsiteX0" fmla="*/ 131 w 594476"/>
                <a:gd name="connsiteY0" fmla="*/ 4622 h 135147"/>
                <a:gd name="connsiteX1" fmla="*/ 594476 w 594476"/>
                <a:gd name="connsiteY1" fmla="*/ 0 h 135147"/>
                <a:gd name="connsiteX2" fmla="*/ 594476 w 594476"/>
                <a:gd name="connsiteY2" fmla="*/ 92965 h 135147"/>
                <a:gd name="connsiteX3" fmla="*/ 131 w 594476"/>
                <a:gd name="connsiteY3" fmla="*/ 135147 h 135147"/>
                <a:gd name="connsiteX4" fmla="*/ 131 w 594476"/>
                <a:gd name="connsiteY4" fmla="*/ 4622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22423 h 139660"/>
                <a:gd name="connsiteX1" fmla="*/ 595706 w 595706"/>
                <a:gd name="connsiteY1" fmla="*/ 4513 h 139660"/>
                <a:gd name="connsiteX2" fmla="*/ 595706 w 595706"/>
                <a:gd name="connsiteY2" fmla="*/ 97478 h 139660"/>
                <a:gd name="connsiteX3" fmla="*/ 1361 w 595706"/>
                <a:gd name="connsiteY3" fmla="*/ 139660 h 139660"/>
                <a:gd name="connsiteX4" fmla="*/ 0 w 595706"/>
                <a:gd name="connsiteY4" fmla="*/ 22423 h 139660"/>
                <a:gd name="connsiteX0" fmla="*/ 0 w 595706"/>
                <a:gd name="connsiteY0" fmla="*/ 26413 h 143650"/>
                <a:gd name="connsiteX1" fmla="*/ 595706 w 595706"/>
                <a:gd name="connsiteY1" fmla="*/ 8503 h 143650"/>
                <a:gd name="connsiteX2" fmla="*/ 595706 w 595706"/>
                <a:gd name="connsiteY2" fmla="*/ 101468 h 143650"/>
                <a:gd name="connsiteX3" fmla="*/ 1361 w 595706"/>
                <a:gd name="connsiteY3" fmla="*/ 143650 h 143650"/>
                <a:gd name="connsiteX4" fmla="*/ 0 w 595706"/>
                <a:gd name="connsiteY4" fmla="*/ 26413 h 143650"/>
                <a:gd name="connsiteX0" fmla="*/ 0 w 595706"/>
                <a:gd name="connsiteY0" fmla="*/ 21286 h 138523"/>
                <a:gd name="connsiteX1" fmla="*/ 595706 w 595706"/>
                <a:gd name="connsiteY1" fmla="*/ 3376 h 138523"/>
                <a:gd name="connsiteX2" fmla="*/ 595706 w 595706"/>
                <a:gd name="connsiteY2" fmla="*/ 96341 h 138523"/>
                <a:gd name="connsiteX3" fmla="*/ 1361 w 595706"/>
                <a:gd name="connsiteY3" fmla="*/ 138523 h 138523"/>
                <a:gd name="connsiteX4" fmla="*/ 0 w 595706"/>
                <a:gd name="connsiteY4" fmla="*/ 21286 h 138523"/>
                <a:gd name="connsiteX0" fmla="*/ 0 w 595706"/>
                <a:gd name="connsiteY0" fmla="*/ 22534 h 139771"/>
                <a:gd name="connsiteX1" fmla="*/ 595706 w 595706"/>
                <a:gd name="connsiteY1" fmla="*/ 4624 h 139771"/>
                <a:gd name="connsiteX2" fmla="*/ 595706 w 595706"/>
                <a:gd name="connsiteY2" fmla="*/ 97589 h 139771"/>
                <a:gd name="connsiteX3" fmla="*/ 1361 w 595706"/>
                <a:gd name="connsiteY3" fmla="*/ 139771 h 139771"/>
                <a:gd name="connsiteX4" fmla="*/ 0 w 595706"/>
                <a:gd name="connsiteY4" fmla="*/ 22534 h 139771"/>
                <a:gd name="connsiteX0" fmla="*/ 0 w 595706"/>
                <a:gd name="connsiteY0" fmla="*/ 23494 h 140731"/>
                <a:gd name="connsiteX1" fmla="*/ 595706 w 595706"/>
                <a:gd name="connsiteY1" fmla="*/ 2118 h 140731"/>
                <a:gd name="connsiteX2" fmla="*/ 595706 w 595706"/>
                <a:gd name="connsiteY2" fmla="*/ 98549 h 140731"/>
                <a:gd name="connsiteX3" fmla="*/ 1361 w 595706"/>
                <a:gd name="connsiteY3" fmla="*/ 140731 h 140731"/>
                <a:gd name="connsiteX4" fmla="*/ 0 w 595706"/>
                <a:gd name="connsiteY4" fmla="*/ 23494 h 140731"/>
                <a:gd name="connsiteX0" fmla="*/ 0 w 595706"/>
                <a:gd name="connsiteY0" fmla="*/ 23494 h 140731"/>
                <a:gd name="connsiteX1" fmla="*/ 595706 w 595706"/>
                <a:gd name="connsiteY1" fmla="*/ 2118 h 140731"/>
                <a:gd name="connsiteX2" fmla="*/ 595706 w 595706"/>
                <a:gd name="connsiteY2" fmla="*/ 98549 h 140731"/>
                <a:gd name="connsiteX3" fmla="*/ 1361 w 595706"/>
                <a:gd name="connsiteY3" fmla="*/ 140731 h 140731"/>
                <a:gd name="connsiteX4" fmla="*/ 0 w 595706"/>
                <a:gd name="connsiteY4" fmla="*/ 23494 h 140731"/>
                <a:gd name="connsiteX0" fmla="*/ 0 w 595706"/>
                <a:gd name="connsiteY0" fmla="*/ 25030 h 142267"/>
                <a:gd name="connsiteX1" fmla="*/ 595706 w 595706"/>
                <a:gd name="connsiteY1" fmla="*/ 3654 h 142267"/>
                <a:gd name="connsiteX2" fmla="*/ 595706 w 595706"/>
                <a:gd name="connsiteY2" fmla="*/ 100085 h 142267"/>
                <a:gd name="connsiteX3" fmla="*/ 1361 w 595706"/>
                <a:gd name="connsiteY3" fmla="*/ 142267 h 142267"/>
                <a:gd name="connsiteX4" fmla="*/ 0 w 595706"/>
                <a:gd name="connsiteY4" fmla="*/ 25030 h 142267"/>
                <a:gd name="connsiteX0" fmla="*/ 0 w 595706"/>
                <a:gd name="connsiteY0" fmla="*/ 22091 h 139328"/>
                <a:gd name="connsiteX1" fmla="*/ 595706 w 595706"/>
                <a:gd name="connsiteY1" fmla="*/ 715 h 139328"/>
                <a:gd name="connsiteX2" fmla="*/ 595706 w 595706"/>
                <a:gd name="connsiteY2" fmla="*/ 97146 h 139328"/>
                <a:gd name="connsiteX3" fmla="*/ 1361 w 595706"/>
                <a:gd name="connsiteY3" fmla="*/ 139328 h 139328"/>
                <a:gd name="connsiteX4" fmla="*/ 0 w 595706"/>
                <a:gd name="connsiteY4" fmla="*/ 22091 h 139328"/>
                <a:gd name="connsiteX0" fmla="*/ 0 w 595706"/>
                <a:gd name="connsiteY0" fmla="*/ 23573 h 140810"/>
                <a:gd name="connsiteX1" fmla="*/ 595706 w 595706"/>
                <a:gd name="connsiteY1" fmla="*/ 2197 h 140810"/>
                <a:gd name="connsiteX2" fmla="*/ 595706 w 595706"/>
                <a:gd name="connsiteY2" fmla="*/ 98628 h 140810"/>
                <a:gd name="connsiteX3" fmla="*/ 1361 w 595706"/>
                <a:gd name="connsiteY3" fmla="*/ 140810 h 140810"/>
                <a:gd name="connsiteX4" fmla="*/ 0 w 595706"/>
                <a:gd name="connsiteY4" fmla="*/ 23573 h 140810"/>
                <a:gd name="connsiteX0" fmla="*/ 0 w 595706"/>
                <a:gd name="connsiteY0" fmla="*/ 21908 h 139145"/>
                <a:gd name="connsiteX1" fmla="*/ 595706 w 595706"/>
                <a:gd name="connsiteY1" fmla="*/ 532 h 139145"/>
                <a:gd name="connsiteX2" fmla="*/ 595706 w 595706"/>
                <a:gd name="connsiteY2" fmla="*/ 96963 h 139145"/>
                <a:gd name="connsiteX3" fmla="*/ 1361 w 595706"/>
                <a:gd name="connsiteY3" fmla="*/ 139145 h 139145"/>
                <a:gd name="connsiteX4" fmla="*/ 0 w 595706"/>
                <a:gd name="connsiteY4" fmla="*/ 21908 h 139145"/>
                <a:gd name="connsiteX0" fmla="*/ 0 w 595706"/>
                <a:gd name="connsiteY0" fmla="*/ 23863 h 141100"/>
                <a:gd name="connsiteX1" fmla="*/ 595706 w 595706"/>
                <a:gd name="connsiteY1" fmla="*/ 2487 h 141100"/>
                <a:gd name="connsiteX2" fmla="*/ 595706 w 595706"/>
                <a:gd name="connsiteY2" fmla="*/ 98918 h 141100"/>
                <a:gd name="connsiteX3" fmla="*/ 1361 w 595706"/>
                <a:gd name="connsiteY3" fmla="*/ 141100 h 141100"/>
                <a:gd name="connsiteX4" fmla="*/ 0 w 595706"/>
                <a:gd name="connsiteY4" fmla="*/ 23863 h 141100"/>
                <a:gd name="connsiteX0" fmla="*/ 0 w 595706"/>
                <a:gd name="connsiteY0" fmla="*/ 24472 h 141709"/>
                <a:gd name="connsiteX1" fmla="*/ 595706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0 w 595706"/>
                <a:gd name="connsiteY0" fmla="*/ 24267 h 141504"/>
                <a:gd name="connsiteX1" fmla="*/ 595706 w 595706"/>
                <a:gd name="connsiteY1" fmla="*/ 2891 h 141504"/>
                <a:gd name="connsiteX2" fmla="*/ 595706 w 595706"/>
                <a:gd name="connsiteY2" fmla="*/ 99322 h 141504"/>
                <a:gd name="connsiteX3" fmla="*/ 1361 w 595706"/>
                <a:gd name="connsiteY3" fmla="*/ 141504 h 141504"/>
                <a:gd name="connsiteX4" fmla="*/ 0 w 595706"/>
                <a:gd name="connsiteY4" fmla="*/ 24267 h 141504"/>
                <a:gd name="connsiteX0" fmla="*/ 0 w 595706"/>
                <a:gd name="connsiteY0" fmla="*/ 24472 h 141709"/>
                <a:gd name="connsiteX1" fmla="*/ 595706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0 w 595706"/>
                <a:gd name="connsiteY0" fmla="*/ 24472 h 141709"/>
                <a:gd name="connsiteX1" fmla="*/ 594353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124 w 595830"/>
                <a:gd name="connsiteY0" fmla="*/ 24472 h 141709"/>
                <a:gd name="connsiteX1" fmla="*/ 594477 w 595830"/>
                <a:gd name="connsiteY1" fmla="*/ 3096 h 141709"/>
                <a:gd name="connsiteX2" fmla="*/ 595830 w 595830"/>
                <a:gd name="connsiteY2" fmla="*/ 99527 h 141709"/>
                <a:gd name="connsiteX3" fmla="*/ 131 w 595830"/>
                <a:gd name="connsiteY3" fmla="*/ 141709 h 141709"/>
                <a:gd name="connsiteX4" fmla="*/ 124 w 595830"/>
                <a:gd name="connsiteY4" fmla="*/ 24472 h 141709"/>
                <a:gd name="connsiteX0" fmla="*/ 124 w 597179"/>
                <a:gd name="connsiteY0" fmla="*/ 25207 h 142444"/>
                <a:gd name="connsiteX1" fmla="*/ 597179 w 597179"/>
                <a:gd name="connsiteY1" fmla="*/ 481 h 142444"/>
                <a:gd name="connsiteX2" fmla="*/ 595830 w 597179"/>
                <a:gd name="connsiteY2" fmla="*/ 100262 h 142444"/>
                <a:gd name="connsiteX3" fmla="*/ 131 w 597179"/>
                <a:gd name="connsiteY3" fmla="*/ 142444 h 142444"/>
                <a:gd name="connsiteX4" fmla="*/ 124 w 597179"/>
                <a:gd name="connsiteY4" fmla="*/ 25207 h 142444"/>
                <a:gd name="connsiteX0" fmla="*/ 124 w 595889"/>
                <a:gd name="connsiteY0" fmla="*/ 25842 h 143079"/>
                <a:gd name="connsiteX1" fmla="*/ 594477 w 595889"/>
                <a:gd name="connsiteY1" fmla="*/ 0 h 143079"/>
                <a:gd name="connsiteX2" fmla="*/ 595830 w 595889"/>
                <a:gd name="connsiteY2" fmla="*/ 100897 h 143079"/>
                <a:gd name="connsiteX3" fmla="*/ 131 w 595889"/>
                <a:gd name="connsiteY3" fmla="*/ 143079 h 143079"/>
                <a:gd name="connsiteX4" fmla="*/ 124 w 595889"/>
                <a:gd name="connsiteY4" fmla="*/ 25842 h 143079"/>
                <a:gd name="connsiteX0" fmla="*/ 124 w 595889"/>
                <a:gd name="connsiteY0" fmla="*/ 24713 h 141950"/>
                <a:gd name="connsiteX1" fmla="*/ 594477 w 595889"/>
                <a:gd name="connsiteY1" fmla="*/ 2221 h 141950"/>
                <a:gd name="connsiteX2" fmla="*/ 595830 w 595889"/>
                <a:gd name="connsiteY2" fmla="*/ 99768 h 141950"/>
                <a:gd name="connsiteX3" fmla="*/ 131 w 595889"/>
                <a:gd name="connsiteY3" fmla="*/ 141950 h 141950"/>
                <a:gd name="connsiteX4" fmla="*/ 124 w 595889"/>
                <a:gd name="connsiteY4" fmla="*/ 24713 h 141950"/>
                <a:gd name="connsiteX0" fmla="*/ 124 w 595959"/>
                <a:gd name="connsiteY0" fmla="*/ 24713 h 141950"/>
                <a:gd name="connsiteX1" fmla="*/ 595828 w 595959"/>
                <a:gd name="connsiteY1" fmla="*/ 2221 h 141950"/>
                <a:gd name="connsiteX2" fmla="*/ 595830 w 595959"/>
                <a:gd name="connsiteY2" fmla="*/ 99768 h 141950"/>
                <a:gd name="connsiteX3" fmla="*/ 131 w 595959"/>
                <a:gd name="connsiteY3" fmla="*/ 141950 h 141950"/>
                <a:gd name="connsiteX4" fmla="*/ 124 w 595959"/>
                <a:gd name="connsiteY4" fmla="*/ 24713 h 141950"/>
                <a:gd name="connsiteX0" fmla="*/ 124 w 595959"/>
                <a:gd name="connsiteY0" fmla="*/ 24925 h 142162"/>
                <a:gd name="connsiteX1" fmla="*/ 595828 w 595959"/>
                <a:gd name="connsiteY1" fmla="*/ 2433 h 142162"/>
                <a:gd name="connsiteX2" fmla="*/ 595830 w 595959"/>
                <a:gd name="connsiteY2" fmla="*/ 99980 h 142162"/>
                <a:gd name="connsiteX3" fmla="*/ 131 w 595959"/>
                <a:gd name="connsiteY3" fmla="*/ 142162 h 142162"/>
                <a:gd name="connsiteX4" fmla="*/ 124 w 595959"/>
                <a:gd name="connsiteY4" fmla="*/ 24925 h 142162"/>
                <a:gd name="connsiteX0" fmla="*/ 124 w 595959"/>
                <a:gd name="connsiteY0" fmla="*/ 22492 h 139729"/>
                <a:gd name="connsiteX1" fmla="*/ 595828 w 595959"/>
                <a:gd name="connsiteY1" fmla="*/ 0 h 139729"/>
                <a:gd name="connsiteX2" fmla="*/ 595830 w 595959"/>
                <a:gd name="connsiteY2" fmla="*/ 97547 h 139729"/>
                <a:gd name="connsiteX3" fmla="*/ 131 w 595959"/>
                <a:gd name="connsiteY3" fmla="*/ 139729 h 139729"/>
                <a:gd name="connsiteX4" fmla="*/ 124 w 595959"/>
                <a:gd name="connsiteY4" fmla="*/ 22492 h 139729"/>
                <a:gd name="connsiteX0" fmla="*/ 124 w 595959"/>
                <a:gd name="connsiteY0" fmla="*/ 25585 h 142822"/>
                <a:gd name="connsiteX1" fmla="*/ 595828 w 595959"/>
                <a:gd name="connsiteY1" fmla="*/ 3093 h 142822"/>
                <a:gd name="connsiteX2" fmla="*/ 595830 w 595959"/>
                <a:gd name="connsiteY2" fmla="*/ 100640 h 142822"/>
                <a:gd name="connsiteX3" fmla="*/ 131 w 595959"/>
                <a:gd name="connsiteY3" fmla="*/ 142822 h 142822"/>
                <a:gd name="connsiteX4" fmla="*/ 124 w 595959"/>
                <a:gd name="connsiteY4" fmla="*/ 25585 h 142822"/>
                <a:gd name="connsiteX0" fmla="*/ 124 w 595959"/>
                <a:gd name="connsiteY0" fmla="*/ 25585 h 142822"/>
                <a:gd name="connsiteX1" fmla="*/ 595828 w 595959"/>
                <a:gd name="connsiteY1" fmla="*/ 3093 h 142822"/>
                <a:gd name="connsiteX2" fmla="*/ 595830 w 595959"/>
                <a:gd name="connsiteY2" fmla="*/ 100640 h 142822"/>
                <a:gd name="connsiteX3" fmla="*/ 131 w 595959"/>
                <a:gd name="connsiteY3" fmla="*/ 142822 h 142822"/>
                <a:gd name="connsiteX4" fmla="*/ 124 w 595959"/>
                <a:gd name="connsiteY4" fmla="*/ 25585 h 142822"/>
                <a:gd name="connsiteX0" fmla="*/ 124 w 595959"/>
                <a:gd name="connsiteY0" fmla="*/ 26512 h 143749"/>
                <a:gd name="connsiteX1" fmla="*/ 595828 w 595959"/>
                <a:gd name="connsiteY1" fmla="*/ 4020 h 143749"/>
                <a:gd name="connsiteX2" fmla="*/ 595830 w 595959"/>
                <a:gd name="connsiteY2" fmla="*/ 101567 h 143749"/>
                <a:gd name="connsiteX3" fmla="*/ 131 w 595959"/>
                <a:gd name="connsiteY3" fmla="*/ 143749 h 143749"/>
                <a:gd name="connsiteX4" fmla="*/ 124 w 595959"/>
                <a:gd name="connsiteY4" fmla="*/ 26512 h 143749"/>
                <a:gd name="connsiteX0" fmla="*/ 124 w 595959"/>
                <a:gd name="connsiteY0" fmla="*/ 26512 h 143749"/>
                <a:gd name="connsiteX1" fmla="*/ 595828 w 595959"/>
                <a:gd name="connsiteY1" fmla="*/ 4020 h 143749"/>
                <a:gd name="connsiteX2" fmla="*/ 595830 w 595959"/>
                <a:gd name="connsiteY2" fmla="*/ 101567 h 143749"/>
                <a:gd name="connsiteX3" fmla="*/ 131 w 595959"/>
                <a:gd name="connsiteY3" fmla="*/ 143749 h 143749"/>
                <a:gd name="connsiteX4" fmla="*/ 124 w 595959"/>
                <a:gd name="connsiteY4" fmla="*/ 26512 h 143749"/>
                <a:gd name="connsiteX0" fmla="*/ 124 w 595959"/>
                <a:gd name="connsiteY0" fmla="*/ 28496 h 145733"/>
                <a:gd name="connsiteX1" fmla="*/ 595828 w 595959"/>
                <a:gd name="connsiteY1" fmla="*/ 6004 h 145733"/>
                <a:gd name="connsiteX2" fmla="*/ 595830 w 595959"/>
                <a:gd name="connsiteY2" fmla="*/ 103551 h 145733"/>
                <a:gd name="connsiteX3" fmla="*/ 131 w 595959"/>
                <a:gd name="connsiteY3" fmla="*/ 145733 h 145733"/>
                <a:gd name="connsiteX4" fmla="*/ 124 w 595959"/>
                <a:gd name="connsiteY4" fmla="*/ 28496 h 14573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856"/>
                <a:gd name="connsiteY0" fmla="*/ 41841 h 159078"/>
                <a:gd name="connsiteX1" fmla="*/ 591261 w 595856"/>
                <a:gd name="connsiteY1" fmla="*/ 0 h 159078"/>
                <a:gd name="connsiteX2" fmla="*/ 595830 w 595856"/>
                <a:gd name="connsiteY2" fmla="*/ 116896 h 159078"/>
                <a:gd name="connsiteX3" fmla="*/ 131 w 595856"/>
                <a:gd name="connsiteY3" fmla="*/ 159078 h 159078"/>
                <a:gd name="connsiteX4" fmla="*/ 124 w 595856"/>
                <a:gd name="connsiteY4" fmla="*/ 41841 h 159078"/>
                <a:gd name="connsiteX0" fmla="*/ 124 w 595959"/>
                <a:gd name="connsiteY0" fmla="*/ 41841 h 159078"/>
                <a:gd name="connsiteX1" fmla="*/ 595828 w 595959"/>
                <a:gd name="connsiteY1" fmla="*/ 0 h 159078"/>
                <a:gd name="connsiteX2" fmla="*/ 595830 w 595959"/>
                <a:gd name="connsiteY2" fmla="*/ 116896 h 159078"/>
                <a:gd name="connsiteX3" fmla="*/ 131 w 595959"/>
                <a:gd name="connsiteY3" fmla="*/ 159078 h 159078"/>
                <a:gd name="connsiteX4" fmla="*/ 124 w 595959"/>
                <a:gd name="connsiteY4" fmla="*/ 41841 h 159078"/>
                <a:gd name="connsiteX0" fmla="*/ 124 w 597349"/>
                <a:gd name="connsiteY0" fmla="*/ 42378 h 159615"/>
                <a:gd name="connsiteX1" fmla="*/ 597349 w 597349"/>
                <a:gd name="connsiteY1" fmla="*/ 0 h 159615"/>
                <a:gd name="connsiteX2" fmla="*/ 595830 w 597349"/>
                <a:gd name="connsiteY2" fmla="*/ 117433 h 159615"/>
                <a:gd name="connsiteX3" fmla="*/ 131 w 597349"/>
                <a:gd name="connsiteY3" fmla="*/ 159615 h 159615"/>
                <a:gd name="connsiteX4" fmla="*/ 124 w 597349"/>
                <a:gd name="connsiteY4" fmla="*/ 42378 h 159615"/>
                <a:gd name="connsiteX0" fmla="*/ 124 w 600443"/>
                <a:gd name="connsiteY0" fmla="*/ 42378 h 159615"/>
                <a:gd name="connsiteX1" fmla="*/ 597349 w 600443"/>
                <a:gd name="connsiteY1" fmla="*/ 0 h 159615"/>
                <a:gd name="connsiteX2" fmla="*/ 600408 w 600443"/>
                <a:gd name="connsiteY2" fmla="*/ 117433 h 159615"/>
                <a:gd name="connsiteX3" fmla="*/ 131 w 600443"/>
                <a:gd name="connsiteY3" fmla="*/ 159615 h 159615"/>
                <a:gd name="connsiteX4" fmla="*/ 124 w 600443"/>
                <a:gd name="connsiteY4" fmla="*/ 42378 h 159615"/>
                <a:gd name="connsiteX0" fmla="*/ 124 w 600537"/>
                <a:gd name="connsiteY0" fmla="*/ 42378 h 159615"/>
                <a:gd name="connsiteX1" fmla="*/ 600401 w 600537"/>
                <a:gd name="connsiteY1" fmla="*/ 0 h 159615"/>
                <a:gd name="connsiteX2" fmla="*/ 600408 w 600537"/>
                <a:gd name="connsiteY2" fmla="*/ 117433 h 159615"/>
                <a:gd name="connsiteX3" fmla="*/ 131 w 600537"/>
                <a:gd name="connsiteY3" fmla="*/ 159615 h 159615"/>
                <a:gd name="connsiteX4" fmla="*/ 124 w 600537"/>
                <a:gd name="connsiteY4" fmla="*/ 42378 h 159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0537" h="159615">
                  <a:moveTo>
                    <a:pt x="124" y="42378"/>
                  </a:moveTo>
                  <a:cubicBezTo>
                    <a:pt x="296414" y="-50243"/>
                    <a:pt x="418111" y="75773"/>
                    <a:pt x="600401" y="0"/>
                  </a:cubicBezTo>
                  <a:cubicBezTo>
                    <a:pt x="599951" y="33260"/>
                    <a:pt x="600858" y="84173"/>
                    <a:pt x="600408" y="117433"/>
                  </a:cubicBezTo>
                  <a:cubicBezTo>
                    <a:pt x="395490" y="192726"/>
                    <a:pt x="285331" y="62551"/>
                    <a:pt x="131" y="159615"/>
                  </a:cubicBezTo>
                  <a:cubicBezTo>
                    <a:pt x="-323" y="114566"/>
                    <a:pt x="578" y="87427"/>
                    <a:pt x="124" y="42378"/>
                  </a:cubicBezTo>
                  <a:close/>
                </a:path>
              </a:pathLst>
            </a:custGeom>
            <a:solidFill>
              <a:schemeClr val="accent2">
                <a:lumMod val="40000"/>
                <a:lumOff val="6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6" name="矩形 1174">
              <a:extLst>
                <a:ext uri="{FF2B5EF4-FFF2-40B4-BE49-F238E27FC236}">
                  <a16:creationId xmlns:a16="http://schemas.microsoft.com/office/drawing/2014/main" id="{C6B5F08D-52EC-D18D-BCB0-E8FA0849CFA0}"/>
                </a:ext>
              </a:extLst>
            </p:cNvPr>
            <p:cNvSpPr/>
            <p:nvPr/>
          </p:nvSpPr>
          <p:spPr>
            <a:xfrm rot="10800000">
              <a:off x="5041541" y="7045652"/>
              <a:ext cx="618707" cy="139508"/>
            </a:xfrm>
            <a:custGeom>
              <a:avLst/>
              <a:gdLst>
                <a:gd name="connsiteX0" fmla="*/ 0 w 595706"/>
                <a:gd name="connsiteY0" fmla="*/ 0 h 92965"/>
                <a:gd name="connsiteX1" fmla="*/ 595706 w 595706"/>
                <a:gd name="connsiteY1" fmla="*/ 0 h 92965"/>
                <a:gd name="connsiteX2" fmla="*/ 595706 w 595706"/>
                <a:gd name="connsiteY2" fmla="*/ 92965 h 92965"/>
                <a:gd name="connsiteX3" fmla="*/ 0 w 595706"/>
                <a:gd name="connsiteY3" fmla="*/ 92965 h 92965"/>
                <a:gd name="connsiteX4" fmla="*/ 0 w 595706"/>
                <a:gd name="connsiteY4" fmla="*/ 0 h 92965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131 w 595837"/>
                <a:gd name="connsiteY0" fmla="*/ 0 h 148754"/>
                <a:gd name="connsiteX1" fmla="*/ 595837 w 595837"/>
                <a:gd name="connsiteY1" fmla="*/ 0 h 148754"/>
                <a:gd name="connsiteX2" fmla="*/ 595837 w 595837"/>
                <a:gd name="connsiteY2" fmla="*/ 92965 h 148754"/>
                <a:gd name="connsiteX3" fmla="*/ 131 w 595837"/>
                <a:gd name="connsiteY3" fmla="*/ 148754 h 148754"/>
                <a:gd name="connsiteX4" fmla="*/ 131 w 595837"/>
                <a:gd name="connsiteY4" fmla="*/ 0 h 148754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56571"/>
                <a:gd name="connsiteX1" fmla="*/ 595837 w 595837"/>
                <a:gd name="connsiteY1" fmla="*/ 0 h 156571"/>
                <a:gd name="connsiteX2" fmla="*/ 594316 w 595837"/>
                <a:gd name="connsiteY2" fmla="*/ 141984 h 156571"/>
                <a:gd name="connsiteX3" fmla="*/ 131 w 595837"/>
                <a:gd name="connsiteY3" fmla="*/ 140590 h 156571"/>
                <a:gd name="connsiteX4" fmla="*/ 131 w 595837"/>
                <a:gd name="connsiteY4" fmla="*/ 0 h 156571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0 w 600949"/>
                <a:gd name="connsiteY0" fmla="*/ 0 h 271309"/>
                <a:gd name="connsiteX1" fmla="*/ 600949 w 600949"/>
                <a:gd name="connsiteY1" fmla="*/ 0 h 271309"/>
                <a:gd name="connsiteX2" fmla="*/ 599428 w 600949"/>
                <a:gd name="connsiteY2" fmla="*/ 141984 h 271309"/>
                <a:gd name="connsiteX3" fmla="*/ 3722 w 600949"/>
                <a:gd name="connsiteY3" fmla="*/ 271309 h 271309"/>
                <a:gd name="connsiteX4" fmla="*/ 0 w 600949"/>
                <a:gd name="connsiteY4" fmla="*/ 0 h 271309"/>
                <a:gd name="connsiteX0" fmla="*/ 0 w 599639"/>
                <a:gd name="connsiteY0" fmla="*/ 0 h 271309"/>
                <a:gd name="connsiteX1" fmla="*/ 599639 w 599639"/>
                <a:gd name="connsiteY1" fmla="*/ 0 h 271309"/>
                <a:gd name="connsiteX2" fmla="*/ 599428 w 599639"/>
                <a:gd name="connsiteY2" fmla="*/ 141984 h 271309"/>
                <a:gd name="connsiteX3" fmla="*/ 3722 w 599639"/>
                <a:gd name="connsiteY3" fmla="*/ 271309 h 271309"/>
                <a:gd name="connsiteX4" fmla="*/ 0 w 599639"/>
                <a:gd name="connsiteY4" fmla="*/ 0 h 271309"/>
                <a:gd name="connsiteX0" fmla="*/ 0 w 597018"/>
                <a:gd name="connsiteY0" fmla="*/ 0 h 271309"/>
                <a:gd name="connsiteX1" fmla="*/ 597018 w 597018"/>
                <a:gd name="connsiteY1" fmla="*/ 0 h 271309"/>
                <a:gd name="connsiteX2" fmla="*/ 596807 w 597018"/>
                <a:gd name="connsiteY2" fmla="*/ 141984 h 271309"/>
                <a:gd name="connsiteX3" fmla="*/ 1101 w 597018"/>
                <a:gd name="connsiteY3" fmla="*/ 271309 h 271309"/>
                <a:gd name="connsiteX4" fmla="*/ 0 w 597018"/>
                <a:gd name="connsiteY4" fmla="*/ 0 h 271309"/>
                <a:gd name="connsiteX0" fmla="*/ 0 w 596807"/>
                <a:gd name="connsiteY0" fmla="*/ 0 h 271309"/>
                <a:gd name="connsiteX1" fmla="*/ 591775 w 596807"/>
                <a:gd name="connsiteY1" fmla="*/ 0 h 271309"/>
                <a:gd name="connsiteX2" fmla="*/ 596807 w 596807"/>
                <a:gd name="connsiteY2" fmla="*/ 141984 h 271309"/>
                <a:gd name="connsiteX3" fmla="*/ 1101 w 596807"/>
                <a:gd name="connsiteY3" fmla="*/ 271309 h 271309"/>
                <a:gd name="connsiteX4" fmla="*/ 0 w 596807"/>
                <a:gd name="connsiteY4" fmla="*/ 0 h 271309"/>
                <a:gd name="connsiteX0" fmla="*/ 0 w 596807"/>
                <a:gd name="connsiteY0" fmla="*/ 0 h 271309"/>
                <a:gd name="connsiteX1" fmla="*/ 595708 w 596807"/>
                <a:gd name="connsiteY1" fmla="*/ 0 h 271309"/>
                <a:gd name="connsiteX2" fmla="*/ 596807 w 596807"/>
                <a:gd name="connsiteY2" fmla="*/ 141984 h 271309"/>
                <a:gd name="connsiteX3" fmla="*/ 1101 w 596807"/>
                <a:gd name="connsiteY3" fmla="*/ 271309 h 271309"/>
                <a:gd name="connsiteX4" fmla="*/ 0 w 596807"/>
                <a:gd name="connsiteY4" fmla="*/ 0 h 271309"/>
                <a:gd name="connsiteX0" fmla="*/ 0 w 595708"/>
                <a:gd name="connsiteY0" fmla="*/ 0 h 271309"/>
                <a:gd name="connsiteX1" fmla="*/ 595708 w 595708"/>
                <a:gd name="connsiteY1" fmla="*/ 0 h 271309"/>
                <a:gd name="connsiteX2" fmla="*/ 594186 w 595708"/>
                <a:gd name="connsiteY2" fmla="*/ 141985 h 271309"/>
                <a:gd name="connsiteX3" fmla="*/ 1101 w 595708"/>
                <a:gd name="connsiteY3" fmla="*/ 271309 h 271309"/>
                <a:gd name="connsiteX4" fmla="*/ 0 w 595708"/>
                <a:gd name="connsiteY4" fmla="*/ 0 h 271309"/>
                <a:gd name="connsiteX0" fmla="*/ 0 w 596439"/>
                <a:gd name="connsiteY0" fmla="*/ 109083 h 380392"/>
                <a:gd name="connsiteX1" fmla="*/ 595708 w 596439"/>
                <a:gd name="connsiteY1" fmla="*/ 109083 h 380392"/>
                <a:gd name="connsiteX2" fmla="*/ 594186 w 596439"/>
                <a:gd name="connsiteY2" fmla="*/ 251068 h 380392"/>
                <a:gd name="connsiteX3" fmla="*/ 1101 w 596439"/>
                <a:gd name="connsiteY3" fmla="*/ 380392 h 380392"/>
                <a:gd name="connsiteX4" fmla="*/ 0 w 596439"/>
                <a:gd name="connsiteY4" fmla="*/ 109083 h 380392"/>
                <a:gd name="connsiteX0" fmla="*/ 0 w 595708"/>
                <a:gd name="connsiteY0" fmla="*/ 0 h 271309"/>
                <a:gd name="connsiteX1" fmla="*/ 595708 w 595708"/>
                <a:gd name="connsiteY1" fmla="*/ 0 h 271309"/>
                <a:gd name="connsiteX2" fmla="*/ 594186 w 595708"/>
                <a:gd name="connsiteY2" fmla="*/ 141985 h 271309"/>
                <a:gd name="connsiteX3" fmla="*/ 1101 w 595708"/>
                <a:gd name="connsiteY3" fmla="*/ 271309 h 271309"/>
                <a:gd name="connsiteX4" fmla="*/ 0 w 595708"/>
                <a:gd name="connsiteY4" fmla="*/ 0 h 271309"/>
                <a:gd name="connsiteX0" fmla="*/ 0 w 596808"/>
                <a:gd name="connsiteY0" fmla="*/ 0 h 271309"/>
                <a:gd name="connsiteX1" fmla="*/ 595708 w 596808"/>
                <a:gd name="connsiteY1" fmla="*/ 0 h 271309"/>
                <a:gd name="connsiteX2" fmla="*/ 596808 w 596808"/>
                <a:gd name="connsiteY2" fmla="*/ 141985 h 271309"/>
                <a:gd name="connsiteX3" fmla="*/ 1101 w 596808"/>
                <a:gd name="connsiteY3" fmla="*/ 271309 h 271309"/>
                <a:gd name="connsiteX4" fmla="*/ 0 w 596808"/>
                <a:gd name="connsiteY4" fmla="*/ 0 h 271309"/>
                <a:gd name="connsiteX0" fmla="*/ 0 w 596808"/>
                <a:gd name="connsiteY0" fmla="*/ 0 h 271309"/>
                <a:gd name="connsiteX1" fmla="*/ 595708 w 596808"/>
                <a:gd name="connsiteY1" fmla="*/ 0 h 271309"/>
                <a:gd name="connsiteX2" fmla="*/ 596808 w 596808"/>
                <a:gd name="connsiteY2" fmla="*/ 141985 h 271309"/>
                <a:gd name="connsiteX3" fmla="*/ 1101 w 596808"/>
                <a:gd name="connsiteY3" fmla="*/ 271309 h 271309"/>
                <a:gd name="connsiteX4" fmla="*/ 0 w 596808"/>
                <a:gd name="connsiteY4" fmla="*/ 0 h 271309"/>
                <a:gd name="connsiteX0" fmla="*/ 0 w 596808"/>
                <a:gd name="connsiteY0" fmla="*/ 0 h 271309"/>
                <a:gd name="connsiteX1" fmla="*/ 595708 w 596808"/>
                <a:gd name="connsiteY1" fmla="*/ 0 h 271309"/>
                <a:gd name="connsiteX2" fmla="*/ 596808 w 596808"/>
                <a:gd name="connsiteY2" fmla="*/ 141985 h 271309"/>
                <a:gd name="connsiteX3" fmla="*/ 1101 w 596808"/>
                <a:gd name="connsiteY3" fmla="*/ 271309 h 271309"/>
                <a:gd name="connsiteX4" fmla="*/ 0 w 596808"/>
                <a:gd name="connsiteY4" fmla="*/ 0 h 271309"/>
                <a:gd name="connsiteX0" fmla="*/ 0 w 595708"/>
                <a:gd name="connsiteY0" fmla="*/ 0 h 271309"/>
                <a:gd name="connsiteX1" fmla="*/ 595708 w 595708"/>
                <a:gd name="connsiteY1" fmla="*/ 0 h 271309"/>
                <a:gd name="connsiteX2" fmla="*/ 594186 w 595708"/>
                <a:gd name="connsiteY2" fmla="*/ 141985 h 271309"/>
                <a:gd name="connsiteX3" fmla="*/ 1101 w 595708"/>
                <a:gd name="connsiteY3" fmla="*/ 271309 h 271309"/>
                <a:gd name="connsiteX4" fmla="*/ 0 w 595708"/>
                <a:gd name="connsiteY4" fmla="*/ 0 h 271309"/>
                <a:gd name="connsiteX0" fmla="*/ 0 w 595708"/>
                <a:gd name="connsiteY0" fmla="*/ 0 h 271309"/>
                <a:gd name="connsiteX1" fmla="*/ 595708 w 595708"/>
                <a:gd name="connsiteY1" fmla="*/ 0 h 271309"/>
                <a:gd name="connsiteX2" fmla="*/ 594186 w 595708"/>
                <a:gd name="connsiteY2" fmla="*/ 141985 h 271309"/>
                <a:gd name="connsiteX3" fmla="*/ 1101 w 595708"/>
                <a:gd name="connsiteY3" fmla="*/ 271309 h 271309"/>
                <a:gd name="connsiteX4" fmla="*/ 0 w 595708"/>
                <a:gd name="connsiteY4" fmla="*/ 0 h 271309"/>
                <a:gd name="connsiteX0" fmla="*/ 0 w 595936"/>
                <a:gd name="connsiteY0" fmla="*/ 0 h 271309"/>
                <a:gd name="connsiteX1" fmla="*/ 595708 w 595936"/>
                <a:gd name="connsiteY1" fmla="*/ 0 h 271309"/>
                <a:gd name="connsiteX2" fmla="*/ 594186 w 595936"/>
                <a:gd name="connsiteY2" fmla="*/ 141985 h 271309"/>
                <a:gd name="connsiteX3" fmla="*/ 1101 w 595936"/>
                <a:gd name="connsiteY3" fmla="*/ 271309 h 271309"/>
                <a:gd name="connsiteX4" fmla="*/ 0 w 595936"/>
                <a:gd name="connsiteY4" fmla="*/ 0 h 271309"/>
                <a:gd name="connsiteX0" fmla="*/ 319 w 596255"/>
                <a:gd name="connsiteY0" fmla="*/ 0 h 271309"/>
                <a:gd name="connsiteX1" fmla="*/ 596027 w 596255"/>
                <a:gd name="connsiteY1" fmla="*/ 0 h 271309"/>
                <a:gd name="connsiteX2" fmla="*/ 594505 w 596255"/>
                <a:gd name="connsiteY2" fmla="*/ 141985 h 271309"/>
                <a:gd name="connsiteX3" fmla="*/ 110 w 596255"/>
                <a:gd name="connsiteY3" fmla="*/ 271309 h 271309"/>
                <a:gd name="connsiteX4" fmla="*/ 319 w 596255"/>
                <a:gd name="connsiteY4" fmla="*/ 0 h 271309"/>
                <a:gd name="connsiteX0" fmla="*/ 0 w 595936"/>
                <a:gd name="connsiteY0" fmla="*/ 0 h 271309"/>
                <a:gd name="connsiteX1" fmla="*/ 595708 w 595936"/>
                <a:gd name="connsiteY1" fmla="*/ 0 h 271309"/>
                <a:gd name="connsiteX2" fmla="*/ 594186 w 595936"/>
                <a:gd name="connsiteY2" fmla="*/ 141985 h 271309"/>
                <a:gd name="connsiteX3" fmla="*/ 1101 w 595936"/>
                <a:gd name="connsiteY3" fmla="*/ 271309 h 271309"/>
                <a:gd name="connsiteX4" fmla="*/ 0 w 595936"/>
                <a:gd name="connsiteY4" fmla="*/ 0 h 271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5936" h="271309">
                  <a:moveTo>
                    <a:pt x="0" y="0"/>
                  </a:moveTo>
                  <a:lnTo>
                    <a:pt x="595708" y="0"/>
                  </a:lnTo>
                  <a:cubicBezTo>
                    <a:pt x="595708" y="30988"/>
                    <a:pt x="596806" y="39550"/>
                    <a:pt x="594186" y="141985"/>
                  </a:cubicBezTo>
                  <a:cubicBezTo>
                    <a:pt x="404809" y="352086"/>
                    <a:pt x="341643" y="22672"/>
                    <a:pt x="1101" y="271309"/>
                  </a:cubicBezTo>
                  <a:cubicBezTo>
                    <a:pt x="647" y="226260"/>
                    <a:pt x="454" y="45049"/>
                    <a:pt x="0" y="0"/>
                  </a:cubicBez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7" name="矩形 1174">
              <a:extLst>
                <a:ext uri="{FF2B5EF4-FFF2-40B4-BE49-F238E27FC236}">
                  <a16:creationId xmlns:a16="http://schemas.microsoft.com/office/drawing/2014/main" id="{B02A69AF-DC58-B700-30E1-F70D1879F85E}"/>
                </a:ext>
              </a:extLst>
            </p:cNvPr>
            <p:cNvSpPr/>
            <p:nvPr/>
          </p:nvSpPr>
          <p:spPr>
            <a:xfrm rot="10800000">
              <a:off x="5041542" y="6594252"/>
              <a:ext cx="618706" cy="226680"/>
            </a:xfrm>
            <a:custGeom>
              <a:avLst/>
              <a:gdLst>
                <a:gd name="connsiteX0" fmla="*/ 0 w 595706"/>
                <a:gd name="connsiteY0" fmla="*/ 0 h 92965"/>
                <a:gd name="connsiteX1" fmla="*/ 595706 w 595706"/>
                <a:gd name="connsiteY1" fmla="*/ 0 h 92965"/>
                <a:gd name="connsiteX2" fmla="*/ 595706 w 595706"/>
                <a:gd name="connsiteY2" fmla="*/ 92965 h 92965"/>
                <a:gd name="connsiteX3" fmla="*/ 0 w 595706"/>
                <a:gd name="connsiteY3" fmla="*/ 92965 h 92965"/>
                <a:gd name="connsiteX4" fmla="*/ 0 w 595706"/>
                <a:gd name="connsiteY4" fmla="*/ 0 h 92965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1422 w 594406"/>
                <a:gd name="connsiteY0" fmla="*/ 21376 h 135147"/>
                <a:gd name="connsiteX1" fmla="*/ 594406 w 594406"/>
                <a:gd name="connsiteY1" fmla="*/ 0 h 135147"/>
                <a:gd name="connsiteX2" fmla="*/ 594406 w 594406"/>
                <a:gd name="connsiteY2" fmla="*/ 92965 h 135147"/>
                <a:gd name="connsiteX3" fmla="*/ 61 w 594406"/>
                <a:gd name="connsiteY3" fmla="*/ 135147 h 135147"/>
                <a:gd name="connsiteX4" fmla="*/ 1422 w 594406"/>
                <a:gd name="connsiteY4" fmla="*/ 21376 h 135147"/>
                <a:gd name="connsiteX0" fmla="*/ 1422 w 594406"/>
                <a:gd name="connsiteY0" fmla="*/ 15599 h 135147"/>
                <a:gd name="connsiteX1" fmla="*/ 594406 w 594406"/>
                <a:gd name="connsiteY1" fmla="*/ 0 h 135147"/>
                <a:gd name="connsiteX2" fmla="*/ 594406 w 594406"/>
                <a:gd name="connsiteY2" fmla="*/ 92965 h 135147"/>
                <a:gd name="connsiteX3" fmla="*/ 61 w 594406"/>
                <a:gd name="connsiteY3" fmla="*/ 135147 h 135147"/>
                <a:gd name="connsiteX4" fmla="*/ 1422 w 594406"/>
                <a:gd name="connsiteY4" fmla="*/ 15599 h 135147"/>
                <a:gd name="connsiteX0" fmla="*/ 131 w 594476"/>
                <a:gd name="connsiteY0" fmla="*/ 4622 h 135147"/>
                <a:gd name="connsiteX1" fmla="*/ 594476 w 594476"/>
                <a:gd name="connsiteY1" fmla="*/ 0 h 135147"/>
                <a:gd name="connsiteX2" fmla="*/ 594476 w 594476"/>
                <a:gd name="connsiteY2" fmla="*/ 92965 h 135147"/>
                <a:gd name="connsiteX3" fmla="*/ 131 w 594476"/>
                <a:gd name="connsiteY3" fmla="*/ 135147 h 135147"/>
                <a:gd name="connsiteX4" fmla="*/ 131 w 594476"/>
                <a:gd name="connsiteY4" fmla="*/ 4622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22423 h 139660"/>
                <a:gd name="connsiteX1" fmla="*/ 595706 w 595706"/>
                <a:gd name="connsiteY1" fmla="*/ 4513 h 139660"/>
                <a:gd name="connsiteX2" fmla="*/ 595706 w 595706"/>
                <a:gd name="connsiteY2" fmla="*/ 97478 h 139660"/>
                <a:gd name="connsiteX3" fmla="*/ 1361 w 595706"/>
                <a:gd name="connsiteY3" fmla="*/ 139660 h 139660"/>
                <a:gd name="connsiteX4" fmla="*/ 0 w 595706"/>
                <a:gd name="connsiteY4" fmla="*/ 22423 h 139660"/>
                <a:gd name="connsiteX0" fmla="*/ 0 w 595706"/>
                <a:gd name="connsiteY0" fmla="*/ 26413 h 143650"/>
                <a:gd name="connsiteX1" fmla="*/ 595706 w 595706"/>
                <a:gd name="connsiteY1" fmla="*/ 8503 h 143650"/>
                <a:gd name="connsiteX2" fmla="*/ 595706 w 595706"/>
                <a:gd name="connsiteY2" fmla="*/ 101468 h 143650"/>
                <a:gd name="connsiteX3" fmla="*/ 1361 w 595706"/>
                <a:gd name="connsiteY3" fmla="*/ 143650 h 143650"/>
                <a:gd name="connsiteX4" fmla="*/ 0 w 595706"/>
                <a:gd name="connsiteY4" fmla="*/ 26413 h 143650"/>
                <a:gd name="connsiteX0" fmla="*/ 0 w 595706"/>
                <a:gd name="connsiteY0" fmla="*/ 21286 h 138523"/>
                <a:gd name="connsiteX1" fmla="*/ 595706 w 595706"/>
                <a:gd name="connsiteY1" fmla="*/ 3376 h 138523"/>
                <a:gd name="connsiteX2" fmla="*/ 595706 w 595706"/>
                <a:gd name="connsiteY2" fmla="*/ 96341 h 138523"/>
                <a:gd name="connsiteX3" fmla="*/ 1361 w 595706"/>
                <a:gd name="connsiteY3" fmla="*/ 138523 h 138523"/>
                <a:gd name="connsiteX4" fmla="*/ 0 w 595706"/>
                <a:gd name="connsiteY4" fmla="*/ 21286 h 138523"/>
                <a:gd name="connsiteX0" fmla="*/ 0 w 595706"/>
                <a:gd name="connsiteY0" fmla="*/ 22534 h 139771"/>
                <a:gd name="connsiteX1" fmla="*/ 595706 w 595706"/>
                <a:gd name="connsiteY1" fmla="*/ 4624 h 139771"/>
                <a:gd name="connsiteX2" fmla="*/ 595706 w 595706"/>
                <a:gd name="connsiteY2" fmla="*/ 97589 h 139771"/>
                <a:gd name="connsiteX3" fmla="*/ 1361 w 595706"/>
                <a:gd name="connsiteY3" fmla="*/ 139771 h 139771"/>
                <a:gd name="connsiteX4" fmla="*/ 0 w 595706"/>
                <a:gd name="connsiteY4" fmla="*/ 22534 h 139771"/>
                <a:gd name="connsiteX0" fmla="*/ 0 w 595706"/>
                <a:gd name="connsiteY0" fmla="*/ 23494 h 140731"/>
                <a:gd name="connsiteX1" fmla="*/ 595706 w 595706"/>
                <a:gd name="connsiteY1" fmla="*/ 2118 h 140731"/>
                <a:gd name="connsiteX2" fmla="*/ 595706 w 595706"/>
                <a:gd name="connsiteY2" fmla="*/ 98549 h 140731"/>
                <a:gd name="connsiteX3" fmla="*/ 1361 w 595706"/>
                <a:gd name="connsiteY3" fmla="*/ 140731 h 140731"/>
                <a:gd name="connsiteX4" fmla="*/ 0 w 595706"/>
                <a:gd name="connsiteY4" fmla="*/ 23494 h 140731"/>
                <a:gd name="connsiteX0" fmla="*/ 0 w 595706"/>
                <a:gd name="connsiteY0" fmla="*/ 23494 h 140731"/>
                <a:gd name="connsiteX1" fmla="*/ 595706 w 595706"/>
                <a:gd name="connsiteY1" fmla="*/ 2118 h 140731"/>
                <a:gd name="connsiteX2" fmla="*/ 595706 w 595706"/>
                <a:gd name="connsiteY2" fmla="*/ 98549 h 140731"/>
                <a:gd name="connsiteX3" fmla="*/ 1361 w 595706"/>
                <a:gd name="connsiteY3" fmla="*/ 140731 h 140731"/>
                <a:gd name="connsiteX4" fmla="*/ 0 w 595706"/>
                <a:gd name="connsiteY4" fmla="*/ 23494 h 140731"/>
                <a:gd name="connsiteX0" fmla="*/ 0 w 595706"/>
                <a:gd name="connsiteY0" fmla="*/ 25030 h 142267"/>
                <a:gd name="connsiteX1" fmla="*/ 595706 w 595706"/>
                <a:gd name="connsiteY1" fmla="*/ 3654 h 142267"/>
                <a:gd name="connsiteX2" fmla="*/ 595706 w 595706"/>
                <a:gd name="connsiteY2" fmla="*/ 100085 h 142267"/>
                <a:gd name="connsiteX3" fmla="*/ 1361 w 595706"/>
                <a:gd name="connsiteY3" fmla="*/ 142267 h 142267"/>
                <a:gd name="connsiteX4" fmla="*/ 0 w 595706"/>
                <a:gd name="connsiteY4" fmla="*/ 25030 h 142267"/>
                <a:gd name="connsiteX0" fmla="*/ 0 w 595706"/>
                <a:gd name="connsiteY0" fmla="*/ 22091 h 139328"/>
                <a:gd name="connsiteX1" fmla="*/ 595706 w 595706"/>
                <a:gd name="connsiteY1" fmla="*/ 715 h 139328"/>
                <a:gd name="connsiteX2" fmla="*/ 595706 w 595706"/>
                <a:gd name="connsiteY2" fmla="*/ 97146 h 139328"/>
                <a:gd name="connsiteX3" fmla="*/ 1361 w 595706"/>
                <a:gd name="connsiteY3" fmla="*/ 139328 h 139328"/>
                <a:gd name="connsiteX4" fmla="*/ 0 w 595706"/>
                <a:gd name="connsiteY4" fmla="*/ 22091 h 139328"/>
                <a:gd name="connsiteX0" fmla="*/ 0 w 595706"/>
                <a:gd name="connsiteY0" fmla="*/ 23573 h 140810"/>
                <a:gd name="connsiteX1" fmla="*/ 595706 w 595706"/>
                <a:gd name="connsiteY1" fmla="*/ 2197 h 140810"/>
                <a:gd name="connsiteX2" fmla="*/ 595706 w 595706"/>
                <a:gd name="connsiteY2" fmla="*/ 98628 h 140810"/>
                <a:gd name="connsiteX3" fmla="*/ 1361 w 595706"/>
                <a:gd name="connsiteY3" fmla="*/ 140810 h 140810"/>
                <a:gd name="connsiteX4" fmla="*/ 0 w 595706"/>
                <a:gd name="connsiteY4" fmla="*/ 23573 h 140810"/>
                <a:gd name="connsiteX0" fmla="*/ 0 w 595706"/>
                <a:gd name="connsiteY0" fmla="*/ 21908 h 139145"/>
                <a:gd name="connsiteX1" fmla="*/ 595706 w 595706"/>
                <a:gd name="connsiteY1" fmla="*/ 532 h 139145"/>
                <a:gd name="connsiteX2" fmla="*/ 595706 w 595706"/>
                <a:gd name="connsiteY2" fmla="*/ 96963 h 139145"/>
                <a:gd name="connsiteX3" fmla="*/ 1361 w 595706"/>
                <a:gd name="connsiteY3" fmla="*/ 139145 h 139145"/>
                <a:gd name="connsiteX4" fmla="*/ 0 w 595706"/>
                <a:gd name="connsiteY4" fmla="*/ 21908 h 139145"/>
                <a:gd name="connsiteX0" fmla="*/ 0 w 595706"/>
                <a:gd name="connsiteY0" fmla="*/ 23863 h 141100"/>
                <a:gd name="connsiteX1" fmla="*/ 595706 w 595706"/>
                <a:gd name="connsiteY1" fmla="*/ 2487 h 141100"/>
                <a:gd name="connsiteX2" fmla="*/ 595706 w 595706"/>
                <a:gd name="connsiteY2" fmla="*/ 98918 h 141100"/>
                <a:gd name="connsiteX3" fmla="*/ 1361 w 595706"/>
                <a:gd name="connsiteY3" fmla="*/ 141100 h 141100"/>
                <a:gd name="connsiteX4" fmla="*/ 0 w 595706"/>
                <a:gd name="connsiteY4" fmla="*/ 23863 h 141100"/>
                <a:gd name="connsiteX0" fmla="*/ 0 w 595706"/>
                <a:gd name="connsiteY0" fmla="*/ 24472 h 141709"/>
                <a:gd name="connsiteX1" fmla="*/ 595706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0 w 595706"/>
                <a:gd name="connsiteY0" fmla="*/ 24267 h 141504"/>
                <a:gd name="connsiteX1" fmla="*/ 595706 w 595706"/>
                <a:gd name="connsiteY1" fmla="*/ 2891 h 141504"/>
                <a:gd name="connsiteX2" fmla="*/ 595706 w 595706"/>
                <a:gd name="connsiteY2" fmla="*/ 99322 h 141504"/>
                <a:gd name="connsiteX3" fmla="*/ 1361 w 595706"/>
                <a:gd name="connsiteY3" fmla="*/ 141504 h 141504"/>
                <a:gd name="connsiteX4" fmla="*/ 0 w 595706"/>
                <a:gd name="connsiteY4" fmla="*/ 24267 h 141504"/>
                <a:gd name="connsiteX0" fmla="*/ 0 w 595706"/>
                <a:gd name="connsiteY0" fmla="*/ 24472 h 141709"/>
                <a:gd name="connsiteX1" fmla="*/ 595706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0 w 595706"/>
                <a:gd name="connsiteY0" fmla="*/ 24472 h 141709"/>
                <a:gd name="connsiteX1" fmla="*/ 594353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124 w 595830"/>
                <a:gd name="connsiteY0" fmla="*/ 24472 h 141709"/>
                <a:gd name="connsiteX1" fmla="*/ 594477 w 595830"/>
                <a:gd name="connsiteY1" fmla="*/ 3096 h 141709"/>
                <a:gd name="connsiteX2" fmla="*/ 595830 w 595830"/>
                <a:gd name="connsiteY2" fmla="*/ 99527 h 141709"/>
                <a:gd name="connsiteX3" fmla="*/ 131 w 595830"/>
                <a:gd name="connsiteY3" fmla="*/ 141709 h 141709"/>
                <a:gd name="connsiteX4" fmla="*/ 124 w 595830"/>
                <a:gd name="connsiteY4" fmla="*/ 24472 h 141709"/>
                <a:gd name="connsiteX0" fmla="*/ 124 w 597179"/>
                <a:gd name="connsiteY0" fmla="*/ 25207 h 142444"/>
                <a:gd name="connsiteX1" fmla="*/ 597179 w 597179"/>
                <a:gd name="connsiteY1" fmla="*/ 481 h 142444"/>
                <a:gd name="connsiteX2" fmla="*/ 595830 w 597179"/>
                <a:gd name="connsiteY2" fmla="*/ 100262 h 142444"/>
                <a:gd name="connsiteX3" fmla="*/ 131 w 597179"/>
                <a:gd name="connsiteY3" fmla="*/ 142444 h 142444"/>
                <a:gd name="connsiteX4" fmla="*/ 124 w 597179"/>
                <a:gd name="connsiteY4" fmla="*/ 25207 h 142444"/>
                <a:gd name="connsiteX0" fmla="*/ 124 w 595889"/>
                <a:gd name="connsiteY0" fmla="*/ 25842 h 143079"/>
                <a:gd name="connsiteX1" fmla="*/ 594477 w 595889"/>
                <a:gd name="connsiteY1" fmla="*/ 0 h 143079"/>
                <a:gd name="connsiteX2" fmla="*/ 595830 w 595889"/>
                <a:gd name="connsiteY2" fmla="*/ 100897 h 143079"/>
                <a:gd name="connsiteX3" fmla="*/ 131 w 595889"/>
                <a:gd name="connsiteY3" fmla="*/ 143079 h 143079"/>
                <a:gd name="connsiteX4" fmla="*/ 124 w 595889"/>
                <a:gd name="connsiteY4" fmla="*/ 25842 h 143079"/>
                <a:gd name="connsiteX0" fmla="*/ 124 w 595889"/>
                <a:gd name="connsiteY0" fmla="*/ 24713 h 141950"/>
                <a:gd name="connsiteX1" fmla="*/ 594477 w 595889"/>
                <a:gd name="connsiteY1" fmla="*/ 2221 h 141950"/>
                <a:gd name="connsiteX2" fmla="*/ 595830 w 595889"/>
                <a:gd name="connsiteY2" fmla="*/ 99768 h 141950"/>
                <a:gd name="connsiteX3" fmla="*/ 131 w 595889"/>
                <a:gd name="connsiteY3" fmla="*/ 141950 h 141950"/>
                <a:gd name="connsiteX4" fmla="*/ 124 w 595889"/>
                <a:gd name="connsiteY4" fmla="*/ 24713 h 141950"/>
                <a:gd name="connsiteX0" fmla="*/ 124 w 595959"/>
                <a:gd name="connsiteY0" fmla="*/ 24713 h 141950"/>
                <a:gd name="connsiteX1" fmla="*/ 595828 w 595959"/>
                <a:gd name="connsiteY1" fmla="*/ 2221 h 141950"/>
                <a:gd name="connsiteX2" fmla="*/ 595830 w 595959"/>
                <a:gd name="connsiteY2" fmla="*/ 99768 h 141950"/>
                <a:gd name="connsiteX3" fmla="*/ 131 w 595959"/>
                <a:gd name="connsiteY3" fmla="*/ 141950 h 141950"/>
                <a:gd name="connsiteX4" fmla="*/ 124 w 595959"/>
                <a:gd name="connsiteY4" fmla="*/ 24713 h 141950"/>
                <a:gd name="connsiteX0" fmla="*/ 124 w 595959"/>
                <a:gd name="connsiteY0" fmla="*/ 24925 h 142162"/>
                <a:gd name="connsiteX1" fmla="*/ 595828 w 595959"/>
                <a:gd name="connsiteY1" fmla="*/ 2433 h 142162"/>
                <a:gd name="connsiteX2" fmla="*/ 595830 w 595959"/>
                <a:gd name="connsiteY2" fmla="*/ 99980 h 142162"/>
                <a:gd name="connsiteX3" fmla="*/ 131 w 595959"/>
                <a:gd name="connsiteY3" fmla="*/ 142162 h 142162"/>
                <a:gd name="connsiteX4" fmla="*/ 124 w 595959"/>
                <a:gd name="connsiteY4" fmla="*/ 24925 h 142162"/>
                <a:gd name="connsiteX0" fmla="*/ 124 w 595959"/>
                <a:gd name="connsiteY0" fmla="*/ 22492 h 139729"/>
                <a:gd name="connsiteX1" fmla="*/ 595828 w 595959"/>
                <a:gd name="connsiteY1" fmla="*/ 0 h 139729"/>
                <a:gd name="connsiteX2" fmla="*/ 595830 w 595959"/>
                <a:gd name="connsiteY2" fmla="*/ 97547 h 139729"/>
                <a:gd name="connsiteX3" fmla="*/ 131 w 595959"/>
                <a:gd name="connsiteY3" fmla="*/ 139729 h 139729"/>
                <a:gd name="connsiteX4" fmla="*/ 124 w 595959"/>
                <a:gd name="connsiteY4" fmla="*/ 22492 h 139729"/>
                <a:gd name="connsiteX0" fmla="*/ 124 w 595959"/>
                <a:gd name="connsiteY0" fmla="*/ 25585 h 142822"/>
                <a:gd name="connsiteX1" fmla="*/ 595828 w 595959"/>
                <a:gd name="connsiteY1" fmla="*/ 3093 h 142822"/>
                <a:gd name="connsiteX2" fmla="*/ 595830 w 595959"/>
                <a:gd name="connsiteY2" fmla="*/ 100640 h 142822"/>
                <a:gd name="connsiteX3" fmla="*/ 131 w 595959"/>
                <a:gd name="connsiteY3" fmla="*/ 142822 h 142822"/>
                <a:gd name="connsiteX4" fmla="*/ 124 w 595959"/>
                <a:gd name="connsiteY4" fmla="*/ 25585 h 142822"/>
                <a:gd name="connsiteX0" fmla="*/ 124 w 595959"/>
                <a:gd name="connsiteY0" fmla="*/ 25585 h 142822"/>
                <a:gd name="connsiteX1" fmla="*/ 595828 w 595959"/>
                <a:gd name="connsiteY1" fmla="*/ 3093 h 142822"/>
                <a:gd name="connsiteX2" fmla="*/ 595830 w 595959"/>
                <a:gd name="connsiteY2" fmla="*/ 100640 h 142822"/>
                <a:gd name="connsiteX3" fmla="*/ 131 w 595959"/>
                <a:gd name="connsiteY3" fmla="*/ 142822 h 142822"/>
                <a:gd name="connsiteX4" fmla="*/ 124 w 595959"/>
                <a:gd name="connsiteY4" fmla="*/ 25585 h 142822"/>
                <a:gd name="connsiteX0" fmla="*/ 124 w 595959"/>
                <a:gd name="connsiteY0" fmla="*/ 26512 h 143749"/>
                <a:gd name="connsiteX1" fmla="*/ 595828 w 595959"/>
                <a:gd name="connsiteY1" fmla="*/ 4020 h 143749"/>
                <a:gd name="connsiteX2" fmla="*/ 595830 w 595959"/>
                <a:gd name="connsiteY2" fmla="*/ 101567 h 143749"/>
                <a:gd name="connsiteX3" fmla="*/ 131 w 595959"/>
                <a:gd name="connsiteY3" fmla="*/ 143749 h 143749"/>
                <a:gd name="connsiteX4" fmla="*/ 124 w 595959"/>
                <a:gd name="connsiteY4" fmla="*/ 26512 h 143749"/>
                <a:gd name="connsiteX0" fmla="*/ 124 w 595959"/>
                <a:gd name="connsiteY0" fmla="*/ 26512 h 143749"/>
                <a:gd name="connsiteX1" fmla="*/ 595828 w 595959"/>
                <a:gd name="connsiteY1" fmla="*/ 4020 h 143749"/>
                <a:gd name="connsiteX2" fmla="*/ 595830 w 595959"/>
                <a:gd name="connsiteY2" fmla="*/ 101567 h 143749"/>
                <a:gd name="connsiteX3" fmla="*/ 131 w 595959"/>
                <a:gd name="connsiteY3" fmla="*/ 143749 h 143749"/>
                <a:gd name="connsiteX4" fmla="*/ 124 w 595959"/>
                <a:gd name="connsiteY4" fmla="*/ 26512 h 143749"/>
                <a:gd name="connsiteX0" fmla="*/ 124 w 595959"/>
                <a:gd name="connsiteY0" fmla="*/ 28496 h 145733"/>
                <a:gd name="connsiteX1" fmla="*/ 595828 w 595959"/>
                <a:gd name="connsiteY1" fmla="*/ 6004 h 145733"/>
                <a:gd name="connsiteX2" fmla="*/ 595830 w 595959"/>
                <a:gd name="connsiteY2" fmla="*/ 103551 h 145733"/>
                <a:gd name="connsiteX3" fmla="*/ 131 w 595959"/>
                <a:gd name="connsiteY3" fmla="*/ 145733 h 145733"/>
                <a:gd name="connsiteX4" fmla="*/ 124 w 595959"/>
                <a:gd name="connsiteY4" fmla="*/ 28496 h 14573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856"/>
                <a:gd name="connsiteY0" fmla="*/ 41841 h 159078"/>
                <a:gd name="connsiteX1" fmla="*/ 591261 w 595856"/>
                <a:gd name="connsiteY1" fmla="*/ 0 h 159078"/>
                <a:gd name="connsiteX2" fmla="*/ 595830 w 595856"/>
                <a:gd name="connsiteY2" fmla="*/ 116896 h 159078"/>
                <a:gd name="connsiteX3" fmla="*/ 131 w 595856"/>
                <a:gd name="connsiteY3" fmla="*/ 159078 h 159078"/>
                <a:gd name="connsiteX4" fmla="*/ 124 w 595856"/>
                <a:gd name="connsiteY4" fmla="*/ 41841 h 159078"/>
                <a:gd name="connsiteX0" fmla="*/ 124 w 595959"/>
                <a:gd name="connsiteY0" fmla="*/ 41841 h 159078"/>
                <a:gd name="connsiteX1" fmla="*/ 595828 w 595959"/>
                <a:gd name="connsiteY1" fmla="*/ 0 h 159078"/>
                <a:gd name="connsiteX2" fmla="*/ 595830 w 595959"/>
                <a:gd name="connsiteY2" fmla="*/ 116896 h 159078"/>
                <a:gd name="connsiteX3" fmla="*/ 131 w 595959"/>
                <a:gd name="connsiteY3" fmla="*/ 159078 h 159078"/>
                <a:gd name="connsiteX4" fmla="*/ 124 w 595959"/>
                <a:gd name="connsiteY4" fmla="*/ 41841 h 159078"/>
                <a:gd name="connsiteX0" fmla="*/ 124 w 597349"/>
                <a:gd name="connsiteY0" fmla="*/ 42378 h 159615"/>
                <a:gd name="connsiteX1" fmla="*/ 597349 w 597349"/>
                <a:gd name="connsiteY1" fmla="*/ 0 h 159615"/>
                <a:gd name="connsiteX2" fmla="*/ 595830 w 597349"/>
                <a:gd name="connsiteY2" fmla="*/ 117433 h 159615"/>
                <a:gd name="connsiteX3" fmla="*/ 131 w 597349"/>
                <a:gd name="connsiteY3" fmla="*/ 159615 h 159615"/>
                <a:gd name="connsiteX4" fmla="*/ 124 w 597349"/>
                <a:gd name="connsiteY4" fmla="*/ 42378 h 159615"/>
                <a:gd name="connsiteX0" fmla="*/ 124 w 600443"/>
                <a:gd name="connsiteY0" fmla="*/ 42378 h 159615"/>
                <a:gd name="connsiteX1" fmla="*/ 597349 w 600443"/>
                <a:gd name="connsiteY1" fmla="*/ 0 h 159615"/>
                <a:gd name="connsiteX2" fmla="*/ 600408 w 600443"/>
                <a:gd name="connsiteY2" fmla="*/ 117433 h 159615"/>
                <a:gd name="connsiteX3" fmla="*/ 131 w 600443"/>
                <a:gd name="connsiteY3" fmla="*/ 159615 h 159615"/>
                <a:gd name="connsiteX4" fmla="*/ 124 w 600443"/>
                <a:gd name="connsiteY4" fmla="*/ 42378 h 159615"/>
                <a:gd name="connsiteX0" fmla="*/ 124 w 600537"/>
                <a:gd name="connsiteY0" fmla="*/ 42378 h 159615"/>
                <a:gd name="connsiteX1" fmla="*/ 600401 w 600537"/>
                <a:gd name="connsiteY1" fmla="*/ 0 h 159615"/>
                <a:gd name="connsiteX2" fmla="*/ 600408 w 600537"/>
                <a:gd name="connsiteY2" fmla="*/ 117433 h 159615"/>
                <a:gd name="connsiteX3" fmla="*/ 131 w 600537"/>
                <a:gd name="connsiteY3" fmla="*/ 159615 h 159615"/>
                <a:gd name="connsiteX4" fmla="*/ 124 w 600537"/>
                <a:gd name="connsiteY4" fmla="*/ 42378 h 159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0537" h="159615">
                  <a:moveTo>
                    <a:pt x="124" y="42378"/>
                  </a:moveTo>
                  <a:cubicBezTo>
                    <a:pt x="296414" y="-50243"/>
                    <a:pt x="418111" y="75773"/>
                    <a:pt x="600401" y="0"/>
                  </a:cubicBezTo>
                  <a:cubicBezTo>
                    <a:pt x="599951" y="33260"/>
                    <a:pt x="600858" y="84173"/>
                    <a:pt x="600408" y="117433"/>
                  </a:cubicBezTo>
                  <a:cubicBezTo>
                    <a:pt x="395490" y="192726"/>
                    <a:pt x="285331" y="62551"/>
                    <a:pt x="131" y="159615"/>
                  </a:cubicBezTo>
                  <a:cubicBezTo>
                    <a:pt x="-323" y="114566"/>
                    <a:pt x="578" y="87427"/>
                    <a:pt x="124" y="42378"/>
                  </a:cubicBezTo>
                  <a:close/>
                </a:path>
              </a:pathLst>
            </a:custGeom>
            <a:solidFill>
              <a:schemeClr val="accent5">
                <a:lumMod val="40000"/>
                <a:lumOff val="6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58" name="组合 57">
              <a:extLst>
                <a:ext uri="{FF2B5EF4-FFF2-40B4-BE49-F238E27FC236}">
                  <a16:creationId xmlns:a16="http://schemas.microsoft.com/office/drawing/2014/main" id="{060CF41F-93D2-C061-196D-97B843814087}"/>
                </a:ext>
              </a:extLst>
            </p:cNvPr>
            <p:cNvGrpSpPr/>
            <p:nvPr/>
          </p:nvGrpSpPr>
          <p:grpSpPr>
            <a:xfrm>
              <a:off x="5040167" y="6521415"/>
              <a:ext cx="621640" cy="663817"/>
              <a:chOff x="3656357" y="6507685"/>
              <a:chExt cx="621640" cy="663817"/>
            </a:xfrm>
          </p:grpSpPr>
          <p:sp>
            <p:nvSpPr>
              <p:cNvPr id="59" name="矩形 58">
                <a:extLst>
                  <a:ext uri="{FF2B5EF4-FFF2-40B4-BE49-F238E27FC236}">
                    <a16:creationId xmlns:a16="http://schemas.microsoft.com/office/drawing/2014/main" id="{024FEA7C-20F4-7197-7BE9-E1B8BFF3874D}"/>
                  </a:ext>
                </a:extLst>
              </p:cNvPr>
              <p:cNvSpPr/>
              <p:nvPr/>
            </p:nvSpPr>
            <p:spPr>
              <a:xfrm>
                <a:off x="3656465" y="6640950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0" name="矩形 59">
                <a:extLst>
                  <a:ext uri="{FF2B5EF4-FFF2-40B4-BE49-F238E27FC236}">
                    <a16:creationId xmlns:a16="http://schemas.microsoft.com/office/drawing/2014/main" id="{A67E75BB-3F05-8B91-6DE2-DAD283D09EDD}"/>
                  </a:ext>
                </a:extLst>
              </p:cNvPr>
              <p:cNvSpPr/>
              <p:nvPr/>
            </p:nvSpPr>
            <p:spPr>
              <a:xfrm>
                <a:off x="3811875" y="6640950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" name="矩形 60">
                <a:extLst>
                  <a:ext uri="{FF2B5EF4-FFF2-40B4-BE49-F238E27FC236}">
                    <a16:creationId xmlns:a16="http://schemas.microsoft.com/office/drawing/2014/main" id="{6CD29B4A-5416-F9E4-3D2A-E40715CEF429}"/>
                  </a:ext>
                </a:extLst>
              </p:cNvPr>
              <p:cNvSpPr/>
              <p:nvPr/>
            </p:nvSpPr>
            <p:spPr>
              <a:xfrm>
                <a:off x="3967285" y="6640950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2" name="矩形 61">
                <a:extLst>
                  <a:ext uri="{FF2B5EF4-FFF2-40B4-BE49-F238E27FC236}">
                    <a16:creationId xmlns:a16="http://schemas.microsoft.com/office/drawing/2014/main" id="{94938878-9FFE-1628-EDEC-DB3DB0F99ED2}"/>
                  </a:ext>
                </a:extLst>
              </p:cNvPr>
              <p:cNvSpPr/>
              <p:nvPr/>
            </p:nvSpPr>
            <p:spPr>
              <a:xfrm>
                <a:off x="4122695" y="6640950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04" name="矩形 903">
                <a:extLst>
                  <a:ext uri="{FF2B5EF4-FFF2-40B4-BE49-F238E27FC236}">
                    <a16:creationId xmlns:a16="http://schemas.microsoft.com/office/drawing/2014/main" id="{10731FCC-49DC-F18F-12B6-CDBBE8F1D68A}"/>
                  </a:ext>
                </a:extLst>
              </p:cNvPr>
              <p:cNvSpPr/>
              <p:nvPr/>
            </p:nvSpPr>
            <p:spPr>
              <a:xfrm>
                <a:off x="3656465" y="6773574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05" name="矩形 904">
                <a:extLst>
                  <a:ext uri="{FF2B5EF4-FFF2-40B4-BE49-F238E27FC236}">
                    <a16:creationId xmlns:a16="http://schemas.microsoft.com/office/drawing/2014/main" id="{884D5049-3DBA-B281-8868-694C777EF086}"/>
                  </a:ext>
                </a:extLst>
              </p:cNvPr>
              <p:cNvSpPr/>
              <p:nvPr/>
            </p:nvSpPr>
            <p:spPr>
              <a:xfrm>
                <a:off x="3811875" y="6773574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06" name="矩形 905">
                <a:extLst>
                  <a:ext uri="{FF2B5EF4-FFF2-40B4-BE49-F238E27FC236}">
                    <a16:creationId xmlns:a16="http://schemas.microsoft.com/office/drawing/2014/main" id="{C92C0487-67DB-3741-0A69-9AA032826E85}"/>
                  </a:ext>
                </a:extLst>
              </p:cNvPr>
              <p:cNvSpPr/>
              <p:nvPr/>
            </p:nvSpPr>
            <p:spPr>
              <a:xfrm>
                <a:off x="3967285" y="6773574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07" name="矩形 906">
                <a:extLst>
                  <a:ext uri="{FF2B5EF4-FFF2-40B4-BE49-F238E27FC236}">
                    <a16:creationId xmlns:a16="http://schemas.microsoft.com/office/drawing/2014/main" id="{C28C8031-37F2-AD65-4FC1-EF92D22FB3FB}"/>
                  </a:ext>
                </a:extLst>
              </p:cNvPr>
              <p:cNvSpPr/>
              <p:nvPr/>
            </p:nvSpPr>
            <p:spPr>
              <a:xfrm>
                <a:off x="4122695" y="6773574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08" name="矩形 907">
                <a:extLst>
                  <a:ext uri="{FF2B5EF4-FFF2-40B4-BE49-F238E27FC236}">
                    <a16:creationId xmlns:a16="http://schemas.microsoft.com/office/drawing/2014/main" id="{B7779E3D-39CA-697A-4773-8C3B947DB8AD}"/>
                  </a:ext>
                </a:extLst>
              </p:cNvPr>
              <p:cNvSpPr/>
              <p:nvPr/>
            </p:nvSpPr>
            <p:spPr>
              <a:xfrm>
                <a:off x="3656357" y="690625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09" name="矩形 908">
                <a:extLst>
                  <a:ext uri="{FF2B5EF4-FFF2-40B4-BE49-F238E27FC236}">
                    <a16:creationId xmlns:a16="http://schemas.microsoft.com/office/drawing/2014/main" id="{EFA6DB75-CA01-2F26-4C65-7E0DC26AF626}"/>
                  </a:ext>
                </a:extLst>
              </p:cNvPr>
              <p:cNvSpPr/>
              <p:nvPr/>
            </p:nvSpPr>
            <p:spPr>
              <a:xfrm>
                <a:off x="3811767" y="690625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10" name="矩形 909">
                <a:extLst>
                  <a:ext uri="{FF2B5EF4-FFF2-40B4-BE49-F238E27FC236}">
                    <a16:creationId xmlns:a16="http://schemas.microsoft.com/office/drawing/2014/main" id="{039BE8A1-616D-62CD-93A6-1A32E1775EDD}"/>
                  </a:ext>
                </a:extLst>
              </p:cNvPr>
              <p:cNvSpPr/>
              <p:nvPr/>
            </p:nvSpPr>
            <p:spPr>
              <a:xfrm>
                <a:off x="3967177" y="690625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11" name="矩形 910">
                <a:extLst>
                  <a:ext uri="{FF2B5EF4-FFF2-40B4-BE49-F238E27FC236}">
                    <a16:creationId xmlns:a16="http://schemas.microsoft.com/office/drawing/2014/main" id="{7FDC3155-63C0-9D26-9970-2461F472E39E}"/>
                  </a:ext>
                </a:extLst>
              </p:cNvPr>
              <p:cNvSpPr/>
              <p:nvPr/>
            </p:nvSpPr>
            <p:spPr>
              <a:xfrm>
                <a:off x="4122587" y="690625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12" name="矩形 911">
                <a:extLst>
                  <a:ext uri="{FF2B5EF4-FFF2-40B4-BE49-F238E27FC236}">
                    <a16:creationId xmlns:a16="http://schemas.microsoft.com/office/drawing/2014/main" id="{9244DA77-5907-B838-C572-C3A0FA180BCA}"/>
                  </a:ext>
                </a:extLst>
              </p:cNvPr>
              <p:cNvSpPr/>
              <p:nvPr/>
            </p:nvSpPr>
            <p:spPr>
              <a:xfrm>
                <a:off x="3656357" y="7038879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13" name="矩形 912">
                <a:extLst>
                  <a:ext uri="{FF2B5EF4-FFF2-40B4-BE49-F238E27FC236}">
                    <a16:creationId xmlns:a16="http://schemas.microsoft.com/office/drawing/2014/main" id="{6207B73F-80C5-A55E-06C0-617D7040C006}"/>
                  </a:ext>
                </a:extLst>
              </p:cNvPr>
              <p:cNvSpPr/>
              <p:nvPr/>
            </p:nvSpPr>
            <p:spPr>
              <a:xfrm>
                <a:off x="3811767" y="7038879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14" name="矩形 913">
                <a:extLst>
                  <a:ext uri="{FF2B5EF4-FFF2-40B4-BE49-F238E27FC236}">
                    <a16:creationId xmlns:a16="http://schemas.microsoft.com/office/drawing/2014/main" id="{C7AEECA8-B318-C03A-BA41-C1AB70ADDDA0}"/>
                  </a:ext>
                </a:extLst>
              </p:cNvPr>
              <p:cNvSpPr/>
              <p:nvPr/>
            </p:nvSpPr>
            <p:spPr>
              <a:xfrm>
                <a:off x="3967177" y="7038879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15" name="矩形 914">
                <a:extLst>
                  <a:ext uri="{FF2B5EF4-FFF2-40B4-BE49-F238E27FC236}">
                    <a16:creationId xmlns:a16="http://schemas.microsoft.com/office/drawing/2014/main" id="{796797A8-7958-4B77-BAAE-38E38190F7D4}"/>
                  </a:ext>
                </a:extLst>
              </p:cNvPr>
              <p:cNvSpPr/>
              <p:nvPr/>
            </p:nvSpPr>
            <p:spPr>
              <a:xfrm>
                <a:off x="4122587" y="7038879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16" name="矩形 915">
                <a:extLst>
                  <a:ext uri="{FF2B5EF4-FFF2-40B4-BE49-F238E27FC236}">
                    <a16:creationId xmlns:a16="http://schemas.microsoft.com/office/drawing/2014/main" id="{83548880-EAB8-B070-8E17-3BFBAA2ED52C}"/>
                  </a:ext>
                </a:extLst>
              </p:cNvPr>
              <p:cNvSpPr/>
              <p:nvPr/>
            </p:nvSpPr>
            <p:spPr>
              <a:xfrm>
                <a:off x="3656357" y="650768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17" name="矩形 916">
                <a:extLst>
                  <a:ext uri="{FF2B5EF4-FFF2-40B4-BE49-F238E27FC236}">
                    <a16:creationId xmlns:a16="http://schemas.microsoft.com/office/drawing/2014/main" id="{890EB0EF-9E25-7F77-830A-0A9E4E511972}"/>
                  </a:ext>
                </a:extLst>
              </p:cNvPr>
              <p:cNvSpPr/>
              <p:nvPr/>
            </p:nvSpPr>
            <p:spPr>
              <a:xfrm>
                <a:off x="3811767" y="650768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18" name="矩形 917">
                <a:extLst>
                  <a:ext uri="{FF2B5EF4-FFF2-40B4-BE49-F238E27FC236}">
                    <a16:creationId xmlns:a16="http://schemas.microsoft.com/office/drawing/2014/main" id="{9BB706D8-D317-67A2-5032-BCBE48EEE17C}"/>
                  </a:ext>
                </a:extLst>
              </p:cNvPr>
              <p:cNvSpPr/>
              <p:nvPr/>
            </p:nvSpPr>
            <p:spPr>
              <a:xfrm>
                <a:off x="3967177" y="650768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19" name="矩形 918">
                <a:extLst>
                  <a:ext uri="{FF2B5EF4-FFF2-40B4-BE49-F238E27FC236}">
                    <a16:creationId xmlns:a16="http://schemas.microsoft.com/office/drawing/2014/main" id="{258BCCB6-8D6E-CB71-85F6-DF1BE801B167}"/>
                  </a:ext>
                </a:extLst>
              </p:cNvPr>
              <p:cNvSpPr/>
              <p:nvPr/>
            </p:nvSpPr>
            <p:spPr>
              <a:xfrm>
                <a:off x="4122587" y="650768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938" name="组合 937">
            <a:extLst>
              <a:ext uri="{FF2B5EF4-FFF2-40B4-BE49-F238E27FC236}">
                <a16:creationId xmlns:a16="http://schemas.microsoft.com/office/drawing/2014/main" id="{391FB3D2-08DA-4792-8F06-8A9F35F509F2}"/>
              </a:ext>
            </a:extLst>
          </p:cNvPr>
          <p:cNvGrpSpPr/>
          <p:nvPr/>
        </p:nvGrpSpPr>
        <p:grpSpPr>
          <a:xfrm>
            <a:off x="3041171" y="2236284"/>
            <a:ext cx="734881" cy="457486"/>
            <a:chOff x="3262267" y="3927547"/>
            <a:chExt cx="599802" cy="343893"/>
          </a:xfrm>
        </p:grpSpPr>
        <p:sp>
          <p:nvSpPr>
            <p:cNvPr id="939" name="矩形: 圆角 938">
              <a:extLst>
                <a:ext uri="{FF2B5EF4-FFF2-40B4-BE49-F238E27FC236}">
                  <a16:creationId xmlns:a16="http://schemas.microsoft.com/office/drawing/2014/main" id="{DBD26964-4080-5F1E-62BC-149FB5913F77}"/>
                </a:ext>
              </a:extLst>
            </p:cNvPr>
            <p:cNvSpPr/>
            <p:nvPr/>
          </p:nvSpPr>
          <p:spPr>
            <a:xfrm>
              <a:off x="3337478" y="3927547"/>
              <a:ext cx="393114" cy="343893"/>
            </a:xfrm>
            <a:prstGeom prst="roundRect">
              <a:avLst>
                <a:gd name="adj" fmla="val 31589"/>
              </a:avLst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40" name="矩形 939">
                  <a:extLst>
                    <a:ext uri="{FF2B5EF4-FFF2-40B4-BE49-F238E27FC236}">
                      <a16:creationId xmlns:a16="http://schemas.microsoft.com/office/drawing/2014/main" id="{0D870B33-4F24-B64D-F4B5-9EFE6A4FB429}"/>
                    </a:ext>
                  </a:extLst>
                </p:cNvPr>
                <p:cNvSpPr/>
                <p:nvPr/>
              </p:nvSpPr>
              <p:spPr>
                <a:xfrm>
                  <a:off x="3262267" y="3956287"/>
                  <a:ext cx="599802" cy="27762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dirty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altLang="zh-CN" i="1" dirty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𝑊</m:t>
                            </m:r>
                          </m:sub>
                        </m:s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()</m:t>
                        </m:r>
                      </m:oMath>
                    </m:oMathPara>
                  </a14:m>
                  <a:endParaRPr lang="zh-CN" altLang="en-US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744" name="矩形 743">
                  <a:extLst>
                    <a:ext uri="{FF2B5EF4-FFF2-40B4-BE49-F238E27FC236}">
                      <a16:creationId xmlns:a16="http://schemas.microsoft.com/office/drawing/2014/main" id="{6DD87F4D-7CF6-EBAE-A2AB-0D441457B57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62267" y="3956287"/>
                  <a:ext cx="599802" cy="277627"/>
                </a:xfrm>
                <a:prstGeom prst="rect">
                  <a:avLst/>
                </a:prstGeom>
                <a:blipFill>
                  <a:blip r:embed="rId4"/>
                  <a:stretch>
                    <a:fillRect b="-1475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41" name="组合 940">
            <a:extLst>
              <a:ext uri="{FF2B5EF4-FFF2-40B4-BE49-F238E27FC236}">
                <a16:creationId xmlns:a16="http://schemas.microsoft.com/office/drawing/2014/main" id="{F35EEFFF-D27D-DA1C-94C2-5B4FCF71B15E}"/>
              </a:ext>
            </a:extLst>
          </p:cNvPr>
          <p:cNvGrpSpPr/>
          <p:nvPr/>
        </p:nvGrpSpPr>
        <p:grpSpPr>
          <a:xfrm>
            <a:off x="2145112" y="2208160"/>
            <a:ext cx="723869" cy="479642"/>
            <a:chOff x="2692563" y="3943241"/>
            <a:chExt cx="523260" cy="289098"/>
          </a:xfrm>
        </p:grpSpPr>
        <p:sp>
          <p:nvSpPr>
            <p:cNvPr id="942" name="椭圆 941">
              <a:extLst>
                <a:ext uri="{FF2B5EF4-FFF2-40B4-BE49-F238E27FC236}">
                  <a16:creationId xmlns:a16="http://schemas.microsoft.com/office/drawing/2014/main" id="{99C5B602-D463-7425-87B2-15B83B77141B}"/>
                </a:ext>
              </a:extLst>
            </p:cNvPr>
            <p:cNvSpPr/>
            <p:nvPr/>
          </p:nvSpPr>
          <p:spPr>
            <a:xfrm>
              <a:off x="2692563" y="3963677"/>
              <a:ext cx="477615" cy="268662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43" name="矩形 942">
                  <a:extLst>
                    <a:ext uri="{FF2B5EF4-FFF2-40B4-BE49-F238E27FC236}">
                      <a16:creationId xmlns:a16="http://schemas.microsoft.com/office/drawing/2014/main" id="{122D247E-8F33-1B80-8EF0-A4A93051E698}"/>
                    </a:ext>
                  </a:extLst>
                </p:cNvPr>
                <p:cNvSpPr/>
                <p:nvPr/>
              </p:nvSpPr>
              <p:spPr>
                <a:xfrm>
                  <a:off x="2760246" y="3943241"/>
                  <a:ext cx="455577" cy="27826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70AD47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altLang="zh-CN" sz="2400" b="1" i="1" dirty="0">
                                <a:solidFill>
                                  <a:srgbClr val="70AD47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𝑿</m:t>
                            </m:r>
                          </m:e>
                          <m:sub>
                            <m:r>
                              <a:rPr lang="en-US" altLang="zh-CN" sz="2400" b="1" i="1" dirty="0">
                                <a:solidFill>
                                  <a:srgbClr val="70AD47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𝟎</m:t>
                            </m:r>
                          </m:sub>
                        </m:sSub>
                      </m:oMath>
                    </m:oMathPara>
                  </a14:m>
                  <a:endParaRPr lang="zh-CN" altLang="en-US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943" name="矩形 942">
                  <a:extLst>
                    <a:ext uri="{FF2B5EF4-FFF2-40B4-BE49-F238E27FC236}">
                      <a16:creationId xmlns:a16="http://schemas.microsoft.com/office/drawing/2014/main" id="{122D247E-8F33-1B80-8EF0-A4A93051E69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60246" y="3943241"/>
                  <a:ext cx="455577" cy="278262"/>
                </a:xfrm>
                <a:prstGeom prst="rect">
                  <a:avLst/>
                </a:prstGeom>
                <a:blipFill>
                  <a:blip r:embed="rId5"/>
                  <a:stretch>
                    <a:fillRect l="-1923" b="-526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944" name="矩形 943">
            <a:extLst>
              <a:ext uri="{FF2B5EF4-FFF2-40B4-BE49-F238E27FC236}">
                <a16:creationId xmlns:a16="http://schemas.microsoft.com/office/drawing/2014/main" id="{ED0ACBB3-5769-6CC8-8107-CF60C4B0E0CE}"/>
              </a:ext>
            </a:extLst>
          </p:cNvPr>
          <p:cNvSpPr/>
          <p:nvPr/>
        </p:nvSpPr>
        <p:spPr>
          <a:xfrm>
            <a:off x="1162176" y="2286520"/>
            <a:ext cx="10310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i="0" dirty="0">
                <a:latin typeface="Arial" panose="020B0604020202020204" pitchFamily="34" charset="0"/>
                <a:cs typeface="Arial" panose="020B0604020202020204" pitchFamily="34" charset="0"/>
              </a:rPr>
              <a:t>Forward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47" name="矩形 946">
            <a:extLst>
              <a:ext uri="{FF2B5EF4-FFF2-40B4-BE49-F238E27FC236}">
                <a16:creationId xmlns:a16="http://schemas.microsoft.com/office/drawing/2014/main" id="{F7C6E80A-4697-E4C6-DBD5-09F43A555DAD}"/>
              </a:ext>
            </a:extLst>
          </p:cNvPr>
          <p:cNvSpPr/>
          <p:nvPr/>
        </p:nvSpPr>
        <p:spPr>
          <a:xfrm>
            <a:off x="3764217" y="1451132"/>
            <a:ext cx="852774" cy="3684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200" dirty="0">
                <a:latin typeface="Arial" panose="020B0604020202020204" pitchFamily="34" charset="0"/>
                <a:cs typeface="Arial" panose="020B0604020202020204" pitchFamily="34" charset="0"/>
              </a:rPr>
              <a:t>Layer 1</a:t>
            </a:r>
            <a:endParaRPr lang="zh-CN" alt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49" name="椭圆 948">
            <a:extLst>
              <a:ext uri="{FF2B5EF4-FFF2-40B4-BE49-F238E27FC236}">
                <a16:creationId xmlns:a16="http://schemas.microsoft.com/office/drawing/2014/main" id="{818AD21A-CAE0-D4BC-9C80-6E067A23187D}"/>
              </a:ext>
            </a:extLst>
          </p:cNvPr>
          <p:cNvSpPr/>
          <p:nvPr/>
        </p:nvSpPr>
        <p:spPr>
          <a:xfrm>
            <a:off x="3948243" y="2242432"/>
            <a:ext cx="660722" cy="44573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951" name="组合 950">
            <a:extLst>
              <a:ext uri="{FF2B5EF4-FFF2-40B4-BE49-F238E27FC236}">
                <a16:creationId xmlns:a16="http://schemas.microsoft.com/office/drawing/2014/main" id="{E5E75A57-6557-9A66-C5AA-7EB86C98D168}"/>
              </a:ext>
            </a:extLst>
          </p:cNvPr>
          <p:cNvGrpSpPr/>
          <p:nvPr/>
        </p:nvGrpSpPr>
        <p:grpSpPr>
          <a:xfrm>
            <a:off x="4936437" y="2238788"/>
            <a:ext cx="481646" cy="457486"/>
            <a:chOff x="4842156" y="3773497"/>
            <a:chExt cx="393114" cy="343893"/>
          </a:xfrm>
        </p:grpSpPr>
        <p:grpSp>
          <p:nvGrpSpPr>
            <p:cNvPr id="952" name="组合 951">
              <a:extLst>
                <a:ext uri="{FF2B5EF4-FFF2-40B4-BE49-F238E27FC236}">
                  <a16:creationId xmlns:a16="http://schemas.microsoft.com/office/drawing/2014/main" id="{791A5E5C-9CA9-F511-2A17-8783E84B22AC}"/>
                </a:ext>
              </a:extLst>
            </p:cNvPr>
            <p:cNvGrpSpPr/>
            <p:nvPr/>
          </p:nvGrpSpPr>
          <p:grpSpPr>
            <a:xfrm>
              <a:off x="4937067" y="3821336"/>
              <a:ext cx="261952" cy="260359"/>
              <a:chOff x="5436287" y="3505571"/>
              <a:chExt cx="336942" cy="321770"/>
            </a:xfrm>
          </p:grpSpPr>
          <p:sp>
            <p:nvSpPr>
              <p:cNvPr id="954" name="流程图: 接点 953">
                <a:extLst>
                  <a:ext uri="{FF2B5EF4-FFF2-40B4-BE49-F238E27FC236}">
                    <a16:creationId xmlns:a16="http://schemas.microsoft.com/office/drawing/2014/main" id="{F4545866-31AE-9193-9A44-B42755D8A1BE}"/>
                  </a:ext>
                </a:extLst>
              </p:cNvPr>
              <p:cNvSpPr/>
              <p:nvPr/>
            </p:nvSpPr>
            <p:spPr>
              <a:xfrm>
                <a:off x="5436288" y="3505571"/>
                <a:ext cx="96883" cy="88611"/>
              </a:xfrm>
              <a:prstGeom prst="flowChartConnector">
                <a:avLst/>
              </a:prstGeom>
              <a:noFill/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500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955" name="流程图: 接点 954">
                <a:extLst>
                  <a:ext uri="{FF2B5EF4-FFF2-40B4-BE49-F238E27FC236}">
                    <a16:creationId xmlns:a16="http://schemas.microsoft.com/office/drawing/2014/main" id="{E25326A8-31B9-88B7-6260-B33F7FA7B91E}"/>
                  </a:ext>
                </a:extLst>
              </p:cNvPr>
              <p:cNvSpPr/>
              <p:nvPr/>
            </p:nvSpPr>
            <p:spPr>
              <a:xfrm>
                <a:off x="5436288" y="3623512"/>
                <a:ext cx="96883" cy="88611"/>
              </a:xfrm>
              <a:prstGeom prst="flowChartConnector">
                <a:avLst/>
              </a:prstGeom>
              <a:noFill/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500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956" name="流程图: 接点 955">
                <a:extLst>
                  <a:ext uri="{FF2B5EF4-FFF2-40B4-BE49-F238E27FC236}">
                    <a16:creationId xmlns:a16="http://schemas.microsoft.com/office/drawing/2014/main" id="{47AAA29F-B7A0-6CFB-C948-983EB10D0626}"/>
                  </a:ext>
                </a:extLst>
              </p:cNvPr>
              <p:cNvSpPr/>
              <p:nvPr/>
            </p:nvSpPr>
            <p:spPr>
              <a:xfrm>
                <a:off x="5436287" y="3738730"/>
                <a:ext cx="96883" cy="88611"/>
              </a:xfrm>
              <a:prstGeom prst="flowChartConnector">
                <a:avLst/>
              </a:prstGeom>
              <a:noFill/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500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957" name="流程图: 接点 956">
                <a:extLst>
                  <a:ext uri="{FF2B5EF4-FFF2-40B4-BE49-F238E27FC236}">
                    <a16:creationId xmlns:a16="http://schemas.microsoft.com/office/drawing/2014/main" id="{EA45D55B-3E07-1767-5FCB-0B9BCF00F861}"/>
                  </a:ext>
                </a:extLst>
              </p:cNvPr>
              <p:cNvSpPr/>
              <p:nvPr/>
            </p:nvSpPr>
            <p:spPr>
              <a:xfrm>
                <a:off x="5676346" y="3623512"/>
                <a:ext cx="96883" cy="88611"/>
              </a:xfrm>
              <a:prstGeom prst="flowChartConnector">
                <a:avLst/>
              </a:prstGeom>
              <a:noFill/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500" dirty="0">
                  <a:solidFill>
                    <a:sysClr val="windowText" lastClr="000000"/>
                  </a:solidFill>
                </a:endParaRPr>
              </a:p>
            </p:txBody>
          </p:sp>
          <p:cxnSp>
            <p:nvCxnSpPr>
              <p:cNvPr id="958" name="直接箭头连接符 957">
                <a:extLst>
                  <a:ext uri="{FF2B5EF4-FFF2-40B4-BE49-F238E27FC236}">
                    <a16:creationId xmlns:a16="http://schemas.microsoft.com/office/drawing/2014/main" id="{428BE267-E236-F160-E1E0-E23A2DB1A5A2}"/>
                  </a:ext>
                </a:extLst>
              </p:cNvPr>
              <p:cNvCxnSpPr>
                <a:cxnSpLocks/>
                <a:stCxn id="954" idx="6"/>
                <a:endCxn id="957" idx="2"/>
              </p:cNvCxnSpPr>
              <p:nvPr/>
            </p:nvCxnSpPr>
            <p:spPr>
              <a:xfrm>
                <a:off x="5533171" y="3549877"/>
                <a:ext cx="143175" cy="117941"/>
              </a:xfrm>
              <a:prstGeom prst="straightConnector1">
                <a:avLst/>
              </a:prstGeom>
              <a:ln w="12700">
                <a:tailEnd type="triangle" w="sm" len="sm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59" name="直接箭头连接符 958">
                <a:extLst>
                  <a:ext uri="{FF2B5EF4-FFF2-40B4-BE49-F238E27FC236}">
                    <a16:creationId xmlns:a16="http://schemas.microsoft.com/office/drawing/2014/main" id="{BB0168F8-4653-0BEF-0658-BE386BF8550F}"/>
                  </a:ext>
                </a:extLst>
              </p:cNvPr>
              <p:cNvCxnSpPr>
                <a:cxnSpLocks/>
                <a:stCxn id="955" idx="6"/>
                <a:endCxn id="957" idx="2"/>
              </p:cNvCxnSpPr>
              <p:nvPr/>
            </p:nvCxnSpPr>
            <p:spPr>
              <a:xfrm>
                <a:off x="5533171" y="3667818"/>
                <a:ext cx="143175" cy="0"/>
              </a:xfrm>
              <a:prstGeom prst="straightConnector1">
                <a:avLst/>
              </a:prstGeom>
              <a:ln w="12700">
                <a:tailEnd type="triangle" w="sm" len="sm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91" name="直接箭头连接符 590">
                <a:extLst>
                  <a:ext uri="{FF2B5EF4-FFF2-40B4-BE49-F238E27FC236}">
                    <a16:creationId xmlns:a16="http://schemas.microsoft.com/office/drawing/2014/main" id="{2293BBB7-B187-B99B-F16B-5BCF59A35116}"/>
                  </a:ext>
                </a:extLst>
              </p:cNvPr>
              <p:cNvCxnSpPr>
                <a:cxnSpLocks/>
                <a:stCxn id="956" idx="6"/>
                <a:endCxn id="957" idx="2"/>
              </p:cNvCxnSpPr>
              <p:nvPr/>
            </p:nvCxnSpPr>
            <p:spPr>
              <a:xfrm flipV="1">
                <a:off x="5533170" y="3667818"/>
                <a:ext cx="143176" cy="115218"/>
              </a:xfrm>
              <a:prstGeom prst="straightConnector1">
                <a:avLst/>
              </a:prstGeom>
              <a:ln w="12700">
                <a:tailEnd type="triangle" w="sm" len="sm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953" name="矩形: 圆角 952">
              <a:extLst>
                <a:ext uri="{FF2B5EF4-FFF2-40B4-BE49-F238E27FC236}">
                  <a16:creationId xmlns:a16="http://schemas.microsoft.com/office/drawing/2014/main" id="{005CC2A4-3AC6-92D0-8491-ED17CE3C584B}"/>
                </a:ext>
              </a:extLst>
            </p:cNvPr>
            <p:cNvSpPr/>
            <p:nvPr/>
          </p:nvSpPr>
          <p:spPr>
            <a:xfrm>
              <a:off x="4842156" y="3773497"/>
              <a:ext cx="393114" cy="343893"/>
            </a:xfrm>
            <a:prstGeom prst="roundRect">
              <a:avLst>
                <a:gd name="adj" fmla="val 31589"/>
              </a:avLst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593" name="椭圆 592">
            <a:extLst>
              <a:ext uri="{FF2B5EF4-FFF2-40B4-BE49-F238E27FC236}">
                <a16:creationId xmlns:a16="http://schemas.microsoft.com/office/drawing/2014/main" id="{71D04AB9-B73E-5324-6191-7A6D0120FF8F}"/>
              </a:ext>
            </a:extLst>
          </p:cNvPr>
          <p:cNvSpPr/>
          <p:nvPr/>
        </p:nvSpPr>
        <p:spPr>
          <a:xfrm>
            <a:off x="5750164" y="2247480"/>
            <a:ext cx="660724" cy="44573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595" name="组合 594">
            <a:extLst>
              <a:ext uri="{FF2B5EF4-FFF2-40B4-BE49-F238E27FC236}">
                <a16:creationId xmlns:a16="http://schemas.microsoft.com/office/drawing/2014/main" id="{9FC51C82-3821-42E6-8D8D-809604E65E0B}"/>
              </a:ext>
            </a:extLst>
          </p:cNvPr>
          <p:cNvGrpSpPr/>
          <p:nvPr/>
        </p:nvGrpSpPr>
        <p:grpSpPr>
          <a:xfrm>
            <a:off x="6658518" y="2249670"/>
            <a:ext cx="734881" cy="457486"/>
            <a:chOff x="3262267" y="3927547"/>
            <a:chExt cx="599802" cy="343893"/>
          </a:xfrm>
        </p:grpSpPr>
        <p:sp>
          <p:nvSpPr>
            <p:cNvPr id="596" name="矩形: 圆角 595">
              <a:extLst>
                <a:ext uri="{FF2B5EF4-FFF2-40B4-BE49-F238E27FC236}">
                  <a16:creationId xmlns:a16="http://schemas.microsoft.com/office/drawing/2014/main" id="{16F99BF4-1C95-CD83-7EAB-9E8A6423AF3A}"/>
                </a:ext>
              </a:extLst>
            </p:cNvPr>
            <p:cNvSpPr/>
            <p:nvPr/>
          </p:nvSpPr>
          <p:spPr>
            <a:xfrm>
              <a:off x="3337478" y="3927547"/>
              <a:ext cx="393114" cy="343893"/>
            </a:xfrm>
            <a:prstGeom prst="roundRect">
              <a:avLst>
                <a:gd name="adj" fmla="val 31589"/>
              </a:avLst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8" name="矩形 627">
                  <a:extLst>
                    <a:ext uri="{FF2B5EF4-FFF2-40B4-BE49-F238E27FC236}">
                      <a16:creationId xmlns:a16="http://schemas.microsoft.com/office/drawing/2014/main" id="{AEFC0BF3-2086-2A8B-C8F7-4A98B8CB03D2}"/>
                    </a:ext>
                  </a:extLst>
                </p:cNvPr>
                <p:cNvSpPr/>
                <p:nvPr/>
              </p:nvSpPr>
              <p:spPr>
                <a:xfrm>
                  <a:off x="3262267" y="3956287"/>
                  <a:ext cx="599802" cy="27762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dirty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altLang="zh-CN" i="1" dirty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𝑊</m:t>
                            </m:r>
                          </m:sub>
                        </m:s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()</m:t>
                        </m:r>
                      </m:oMath>
                    </m:oMathPara>
                  </a14:m>
                  <a:endParaRPr lang="zh-CN" altLang="en-US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727" name="矩形 726">
                  <a:extLst>
                    <a:ext uri="{FF2B5EF4-FFF2-40B4-BE49-F238E27FC236}">
                      <a16:creationId xmlns:a16="http://schemas.microsoft.com/office/drawing/2014/main" id="{C93EC40D-74C7-130C-25BA-67268259231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62267" y="3956287"/>
                  <a:ext cx="599802" cy="277627"/>
                </a:xfrm>
                <a:prstGeom prst="rect">
                  <a:avLst/>
                </a:prstGeom>
                <a:blipFill>
                  <a:blip r:embed="rId8"/>
                  <a:stretch>
                    <a:fillRect b="-1475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631" name="椭圆 630">
            <a:extLst>
              <a:ext uri="{FF2B5EF4-FFF2-40B4-BE49-F238E27FC236}">
                <a16:creationId xmlns:a16="http://schemas.microsoft.com/office/drawing/2014/main" id="{AF060704-C7F1-8D1C-4B1A-F76477ED719A}"/>
              </a:ext>
            </a:extLst>
          </p:cNvPr>
          <p:cNvSpPr/>
          <p:nvPr/>
        </p:nvSpPr>
        <p:spPr>
          <a:xfrm>
            <a:off x="7565590" y="2255817"/>
            <a:ext cx="660722" cy="44573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633" name="组合 632">
            <a:extLst>
              <a:ext uri="{FF2B5EF4-FFF2-40B4-BE49-F238E27FC236}">
                <a16:creationId xmlns:a16="http://schemas.microsoft.com/office/drawing/2014/main" id="{AFECA9DB-73BA-EFB6-9994-2CEFAB1500CE}"/>
              </a:ext>
            </a:extLst>
          </p:cNvPr>
          <p:cNvGrpSpPr/>
          <p:nvPr/>
        </p:nvGrpSpPr>
        <p:grpSpPr>
          <a:xfrm>
            <a:off x="8553784" y="2252174"/>
            <a:ext cx="481646" cy="457486"/>
            <a:chOff x="4842156" y="3773497"/>
            <a:chExt cx="393114" cy="343893"/>
          </a:xfrm>
        </p:grpSpPr>
        <p:grpSp>
          <p:nvGrpSpPr>
            <p:cNvPr id="634" name="组合 633">
              <a:extLst>
                <a:ext uri="{FF2B5EF4-FFF2-40B4-BE49-F238E27FC236}">
                  <a16:creationId xmlns:a16="http://schemas.microsoft.com/office/drawing/2014/main" id="{D60DB2A4-2836-3205-7C2D-758AE6ECDD20}"/>
                </a:ext>
              </a:extLst>
            </p:cNvPr>
            <p:cNvGrpSpPr/>
            <p:nvPr/>
          </p:nvGrpSpPr>
          <p:grpSpPr>
            <a:xfrm>
              <a:off x="4937067" y="3821336"/>
              <a:ext cx="261952" cy="260359"/>
              <a:chOff x="5436287" y="3505571"/>
              <a:chExt cx="336942" cy="321770"/>
            </a:xfrm>
          </p:grpSpPr>
          <p:sp>
            <p:nvSpPr>
              <p:cNvPr id="636" name="流程图: 接点 635">
                <a:extLst>
                  <a:ext uri="{FF2B5EF4-FFF2-40B4-BE49-F238E27FC236}">
                    <a16:creationId xmlns:a16="http://schemas.microsoft.com/office/drawing/2014/main" id="{A0D79A93-37FD-B8BF-F952-5AD3D4BC84DC}"/>
                  </a:ext>
                </a:extLst>
              </p:cNvPr>
              <p:cNvSpPr/>
              <p:nvPr/>
            </p:nvSpPr>
            <p:spPr>
              <a:xfrm>
                <a:off x="5436288" y="3505571"/>
                <a:ext cx="96883" cy="88611"/>
              </a:xfrm>
              <a:prstGeom prst="flowChartConnector">
                <a:avLst/>
              </a:prstGeom>
              <a:noFill/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500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637" name="流程图: 接点 636">
                <a:extLst>
                  <a:ext uri="{FF2B5EF4-FFF2-40B4-BE49-F238E27FC236}">
                    <a16:creationId xmlns:a16="http://schemas.microsoft.com/office/drawing/2014/main" id="{168BF05F-5639-D16A-388A-CCC459FF5449}"/>
                  </a:ext>
                </a:extLst>
              </p:cNvPr>
              <p:cNvSpPr/>
              <p:nvPr/>
            </p:nvSpPr>
            <p:spPr>
              <a:xfrm>
                <a:off x="5436288" y="3623512"/>
                <a:ext cx="96883" cy="88611"/>
              </a:xfrm>
              <a:prstGeom prst="flowChartConnector">
                <a:avLst/>
              </a:prstGeom>
              <a:noFill/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500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638" name="流程图: 接点 637">
                <a:extLst>
                  <a:ext uri="{FF2B5EF4-FFF2-40B4-BE49-F238E27FC236}">
                    <a16:creationId xmlns:a16="http://schemas.microsoft.com/office/drawing/2014/main" id="{5B1BD912-022A-F8DF-538D-CC6C8131FCDA}"/>
                  </a:ext>
                </a:extLst>
              </p:cNvPr>
              <p:cNvSpPr/>
              <p:nvPr/>
            </p:nvSpPr>
            <p:spPr>
              <a:xfrm>
                <a:off x="5436287" y="3738730"/>
                <a:ext cx="96883" cy="88611"/>
              </a:xfrm>
              <a:prstGeom prst="flowChartConnector">
                <a:avLst/>
              </a:prstGeom>
              <a:noFill/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500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639" name="流程图: 接点 638">
                <a:extLst>
                  <a:ext uri="{FF2B5EF4-FFF2-40B4-BE49-F238E27FC236}">
                    <a16:creationId xmlns:a16="http://schemas.microsoft.com/office/drawing/2014/main" id="{7F73837D-B587-CD5F-2A9B-FFFB45E37C1A}"/>
                  </a:ext>
                </a:extLst>
              </p:cNvPr>
              <p:cNvSpPr/>
              <p:nvPr/>
            </p:nvSpPr>
            <p:spPr>
              <a:xfrm>
                <a:off x="5676346" y="3623512"/>
                <a:ext cx="96883" cy="88611"/>
              </a:xfrm>
              <a:prstGeom prst="flowChartConnector">
                <a:avLst/>
              </a:prstGeom>
              <a:noFill/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500" dirty="0">
                  <a:solidFill>
                    <a:sysClr val="windowText" lastClr="000000"/>
                  </a:solidFill>
                </a:endParaRPr>
              </a:p>
            </p:txBody>
          </p:sp>
          <p:cxnSp>
            <p:nvCxnSpPr>
              <p:cNvPr id="640" name="直接箭头连接符 639">
                <a:extLst>
                  <a:ext uri="{FF2B5EF4-FFF2-40B4-BE49-F238E27FC236}">
                    <a16:creationId xmlns:a16="http://schemas.microsoft.com/office/drawing/2014/main" id="{363F39EE-AB2F-412F-D228-04E8AA6A7E7C}"/>
                  </a:ext>
                </a:extLst>
              </p:cNvPr>
              <p:cNvCxnSpPr>
                <a:cxnSpLocks/>
                <a:stCxn id="636" idx="6"/>
                <a:endCxn id="639" idx="2"/>
              </p:cNvCxnSpPr>
              <p:nvPr/>
            </p:nvCxnSpPr>
            <p:spPr>
              <a:xfrm>
                <a:off x="5533171" y="3549877"/>
                <a:ext cx="143175" cy="117941"/>
              </a:xfrm>
              <a:prstGeom prst="straightConnector1">
                <a:avLst/>
              </a:prstGeom>
              <a:ln w="12700">
                <a:tailEnd type="triangle" w="sm" len="sm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41" name="直接箭头连接符 640">
                <a:extLst>
                  <a:ext uri="{FF2B5EF4-FFF2-40B4-BE49-F238E27FC236}">
                    <a16:creationId xmlns:a16="http://schemas.microsoft.com/office/drawing/2014/main" id="{9829A5DC-26F2-D341-A7E6-08B461D1E4EC}"/>
                  </a:ext>
                </a:extLst>
              </p:cNvPr>
              <p:cNvCxnSpPr>
                <a:cxnSpLocks/>
                <a:stCxn id="637" idx="6"/>
                <a:endCxn id="639" idx="2"/>
              </p:cNvCxnSpPr>
              <p:nvPr/>
            </p:nvCxnSpPr>
            <p:spPr>
              <a:xfrm>
                <a:off x="5533171" y="3667818"/>
                <a:ext cx="143175" cy="0"/>
              </a:xfrm>
              <a:prstGeom prst="straightConnector1">
                <a:avLst/>
              </a:prstGeom>
              <a:ln w="12700">
                <a:tailEnd type="triangle" w="sm" len="sm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42" name="直接箭头连接符 641">
                <a:extLst>
                  <a:ext uri="{FF2B5EF4-FFF2-40B4-BE49-F238E27FC236}">
                    <a16:creationId xmlns:a16="http://schemas.microsoft.com/office/drawing/2014/main" id="{43CB39C9-DE06-93DF-60DD-F7DE9CEF12AE}"/>
                  </a:ext>
                </a:extLst>
              </p:cNvPr>
              <p:cNvCxnSpPr>
                <a:cxnSpLocks/>
                <a:stCxn id="638" idx="6"/>
                <a:endCxn id="639" idx="2"/>
              </p:cNvCxnSpPr>
              <p:nvPr/>
            </p:nvCxnSpPr>
            <p:spPr>
              <a:xfrm flipV="1">
                <a:off x="5533170" y="3667818"/>
                <a:ext cx="143176" cy="115218"/>
              </a:xfrm>
              <a:prstGeom prst="straightConnector1">
                <a:avLst/>
              </a:prstGeom>
              <a:ln w="12700">
                <a:tailEnd type="triangle" w="sm" len="sm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635" name="矩形: 圆角 634">
              <a:extLst>
                <a:ext uri="{FF2B5EF4-FFF2-40B4-BE49-F238E27FC236}">
                  <a16:creationId xmlns:a16="http://schemas.microsoft.com/office/drawing/2014/main" id="{9316CFCA-7977-2493-4590-83ABF7952FB7}"/>
                </a:ext>
              </a:extLst>
            </p:cNvPr>
            <p:cNvSpPr/>
            <p:nvPr/>
          </p:nvSpPr>
          <p:spPr>
            <a:xfrm>
              <a:off x="4842156" y="3773497"/>
              <a:ext cx="393114" cy="343893"/>
            </a:xfrm>
            <a:prstGeom prst="roundRect">
              <a:avLst>
                <a:gd name="adj" fmla="val 31589"/>
              </a:avLst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658" name="椭圆 657">
            <a:extLst>
              <a:ext uri="{FF2B5EF4-FFF2-40B4-BE49-F238E27FC236}">
                <a16:creationId xmlns:a16="http://schemas.microsoft.com/office/drawing/2014/main" id="{0313ED1B-D6DC-96A2-9B12-D7B3528CA3D6}"/>
              </a:ext>
            </a:extLst>
          </p:cNvPr>
          <p:cNvSpPr/>
          <p:nvPr/>
        </p:nvSpPr>
        <p:spPr>
          <a:xfrm>
            <a:off x="9367511" y="2260866"/>
            <a:ext cx="660724" cy="44573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88" name="矩形 687">
            <a:extLst>
              <a:ext uri="{FF2B5EF4-FFF2-40B4-BE49-F238E27FC236}">
                <a16:creationId xmlns:a16="http://schemas.microsoft.com/office/drawing/2014/main" id="{771B9DCA-8E62-7E7A-443B-5301EB34126E}"/>
              </a:ext>
            </a:extLst>
          </p:cNvPr>
          <p:cNvSpPr/>
          <p:nvPr/>
        </p:nvSpPr>
        <p:spPr>
          <a:xfrm>
            <a:off x="7697258" y="1444382"/>
            <a:ext cx="852774" cy="3684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200" dirty="0">
                <a:latin typeface="Arial" panose="020B0604020202020204" pitchFamily="34" charset="0"/>
                <a:cs typeface="Arial" panose="020B0604020202020204" pitchFamily="34" charset="0"/>
              </a:rPr>
              <a:t>Layer 2</a:t>
            </a:r>
            <a:endParaRPr lang="zh-CN" alt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89" name="直接箭头连接符 688">
            <a:extLst>
              <a:ext uri="{FF2B5EF4-FFF2-40B4-BE49-F238E27FC236}">
                <a16:creationId xmlns:a16="http://schemas.microsoft.com/office/drawing/2014/main" id="{CE2B0B79-8453-7E79-C90B-AFE03C8B1F73}"/>
              </a:ext>
            </a:extLst>
          </p:cNvPr>
          <p:cNvCxnSpPr>
            <a:cxnSpLocks/>
            <a:stCxn id="942" idx="6"/>
            <a:endCxn id="939" idx="1"/>
          </p:cNvCxnSpPr>
          <p:nvPr/>
        </p:nvCxnSpPr>
        <p:spPr>
          <a:xfrm>
            <a:off x="2805827" y="2464946"/>
            <a:ext cx="327498" cy="82"/>
          </a:xfrm>
          <a:prstGeom prst="straightConnector1">
            <a:avLst/>
          </a:prstGeom>
          <a:ln w="19050"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90" name="直接箭头连接符 689">
            <a:extLst>
              <a:ext uri="{FF2B5EF4-FFF2-40B4-BE49-F238E27FC236}">
                <a16:creationId xmlns:a16="http://schemas.microsoft.com/office/drawing/2014/main" id="{3D9F5547-9B67-71D1-C0DD-6152FF23CB9B}"/>
              </a:ext>
            </a:extLst>
          </p:cNvPr>
          <p:cNvCxnSpPr>
            <a:cxnSpLocks/>
            <a:stCxn id="949" idx="6"/>
            <a:endCxn id="953" idx="1"/>
          </p:cNvCxnSpPr>
          <p:nvPr/>
        </p:nvCxnSpPr>
        <p:spPr>
          <a:xfrm>
            <a:off x="4608974" y="2465308"/>
            <a:ext cx="327462" cy="2224"/>
          </a:xfrm>
          <a:prstGeom prst="straightConnector1">
            <a:avLst/>
          </a:prstGeom>
          <a:ln w="19050"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95" name="直接箭头连接符 694">
            <a:extLst>
              <a:ext uri="{FF2B5EF4-FFF2-40B4-BE49-F238E27FC236}">
                <a16:creationId xmlns:a16="http://schemas.microsoft.com/office/drawing/2014/main" id="{602CDC0C-FD33-219A-3FAC-0D449DB8FA24}"/>
              </a:ext>
            </a:extLst>
          </p:cNvPr>
          <p:cNvCxnSpPr>
            <a:cxnSpLocks/>
            <a:stCxn id="947" idx="1"/>
          </p:cNvCxnSpPr>
          <p:nvPr/>
        </p:nvCxnSpPr>
        <p:spPr>
          <a:xfrm flipH="1">
            <a:off x="2194750" y="1635381"/>
            <a:ext cx="1569467" cy="0"/>
          </a:xfrm>
          <a:prstGeom prst="straightConnector1">
            <a:avLst/>
          </a:prstGeom>
          <a:ln w="19050"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97" name="直接箭头连接符 696">
            <a:extLst>
              <a:ext uri="{FF2B5EF4-FFF2-40B4-BE49-F238E27FC236}">
                <a16:creationId xmlns:a16="http://schemas.microsoft.com/office/drawing/2014/main" id="{53241C87-5BAC-604A-A6BA-ADD40D8A312E}"/>
              </a:ext>
            </a:extLst>
          </p:cNvPr>
          <p:cNvCxnSpPr>
            <a:cxnSpLocks/>
            <a:stCxn id="947" idx="3"/>
          </p:cNvCxnSpPr>
          <p:nvPr/>
        </p:nvCxnSpPr>
        <p:spPr>
          <a:xfrm>
            <a:off x="4616991" y="1635381"/>
            <a:ext cx="1448335" cy="0"/>
          </a:xfrm>
          <a:prstGeom prst="straightConnector1">
            <a:avLst/>
          </a:prstGeom>
          <a:ln w="19050"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98" name="直接箭头连接符 697">
            <a:extLst>
              <a:ext uri="{FF2B5EF4-FFF2-40B4-BE49-F238E27FC236}">
                <a16:creationId xmlns:a16="http://schemas.microsoft.com/office/drawing/2014/main" id="{2235710B-E4A4-5B15-B829-8BF511436A42}"/>
              </a:ext>
            </a:extLst>
          </p:cNvPr>
          <p:cNvCxnSpPr>
            <a:cxnSpLocks/>
            <a:stCxn id="939" idx="3"/>
            <a:endCxn id="949" idx="2"/>
          </p:cNvCxnSpPr>
          <p:nvPr/>
        </p:nvCxnSpPr>
        <p:spPr>
          <a:xfrm>
            <a:off x="3614971" y="2465028"/>
            <a:ext cx="333280" cy="279"/>
          </a:xfrm>
          <a:prstGeom prst="straightConnector1">
            <a:avLst/>
          </a:prstGeom>
          <a:ln w="19050"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99" name="直接箭头连接符 698">
            <a:extLst>
              <a:ext uri="{FF2B5EF4-FFF2-40B4-BE49-F238E27FC236}">
                <a16:creationId xmlns:a16="http://schemas.microsoft.com/office/drawing/2014/main" id="{32B78F36-B604-C7A3-518C-26E499D54BB1}"/>
              </a:ext>
            </a:extLst>
          </p:cNvPr>
          <p:cNvCxnSpPr>
            <a:cxnSpLocks/>
            <a:stCxn id="953" idx="3"/>
            <a:endCxn id="593" idx="2"/>
          </p:cNvCxnSpPr>
          <p:nvPr/>
        </p:nvCxnSpPr>
        <p:spPr>
          <a:xfrm>
            <a:off x="5418083" y="2467532"/>
            <a:ext cx="332075" cy="2818"/>
          </a:xfrm>
          <a:prstGeom prst="straightConnector1">
            <a:avLst/>
          </a:prstGeom>
          <a:ln w="19050"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00" name="直接箭头连接符 699">
            <a:extLst>
              <a:ext uri="{FF2B5EF4-FFF2-40B4-BE49-F238E27FC236}">
                <a16:creationId xmlns:a16="http://schemas.microsoft.com/office/drawing/2014/main" id="{D8873C8D-72C9-DC8E-9929-0D8AC5C42C6C}"/>
              </a:ext>
            </a:extLst>
          </p:cNvPr>
          <p:cNvCxnSpPr>
            <a:cxnSpLocks/>
            <a:stCxn id="631" idx="6"/>
            <a:endCxn id="635" idx="1"/>
          </p:cNvCxnSpPr>
          <p:nvPr/>
        </p:nvCxnSpPr>
        <p:spPr>
          <a:xfrm>
            <a:off x="8226322" y="2478693"/>
            <a:ext cx="327462" cy="2224"/>
          </a:xfrm>
          <a:prstGeom prst="straightConnector1">
            <a:avLst/>
          </a:prstGeom>
          <a:ln w="19050"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01" name="直接箭头连接符 700">
            <a:extLst>
              <a:ext uri="{FF2B5EF4-FFF2-40B4-BE49-F238E27FC236}">
                <a16:creationId xmlns:a16="http://schemas.microsoft.com/office/drawing/2014/main" id="{BE62346D-C77A-5CF6-8C08-48378F9293B1}"/>
              </a:ext>
            </a:extLst>
          </p:cNvPr>
          <p:cNvCxnSpPr>
            <a:cxnSpLocks/>
            <a:stCxn id="596" idx="3"/>
            <a:endCxn id="631" idx="2"/>
          </p:cNvCxnSpPr>
          <p:nvPr/>
        </p:nvCxnSpPr>
        <p:spPr>
          <a:xfrm>
            <a:off x="7232318" y="2478414"/>
            <a:ext cx="333280" cy="279"/>
          </a:xfrm>
          <a:prstGeom prst="straightConnector1">
            <a:avLst/>
          </a:prstGeom>
          <a:ln w="19050"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02" name="直接箭头连接符 701">
            <a:extLst>
              <a:ext uri="{FF2B5EF4-FFF2-40B4-BE49-F238E27FC236}">
                <a16:creationId xmlns:a16="http://schemas.microsoft.com/office/drawing/2014/main" id="{0F7D6FF3-DE41-F429-EACE-1AFE8E7E7C2F}"/>
              </a:ext>
            </a:extLst>
          </p:cNvPr>
          <p:cNvCxnSpPr>
            <a:cxnSpLocks/>
            <a:stCxn id="635" idx="3"/>
            <a:endCxn id="658" idx="2"/>
          </p:cNvCxnSpPr>
          <p:nvPr/>
        </p:nvCxnSpPr>
        <p:spPr>
          <a:xfrm>
            <a:off x="9035430" y="2480918"/>
            <a:ext cx="332075" cy="2818"/>
          </a:xfrm>
          <a:prstGeom prst="straightConnector1">
            <a:avLst/>
          </a:prstGeom>
          <a:ln w="19050"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03" name="直接箭头连接符 702">
            <a:extLst>
              <a:ext uri="{FF2B5EF4-FFF2-40B4-BE49-F238E27FC236}">
                <a16:creationId xmlns:a16="http://schemas.microsoft.com/office/drawing/2014/main" id="{DB5F739F-3C0B-48C9-78BE-C53228032CBE}"/>
              </a:ext>
            </a:extLst>
          </p:cNvPr>
          <p:cNvCxnSpPr>
            <a:cxnSpLocks/>
            <a:stCxn id="593" idx="6"/>
            <a:endCxn id="596" idx="1"/>
          </p:cNvCxnSpPr>
          <p:nvPr/>
        </p:nvCxnSpPr>
        <p:spPr>
          <a:xfrm>
            <a:off x="6410882" y="2470350"/>
            <a:ext cx="339790" cy="8064"/>
          </a:xfrm>
          <a:prstGeom prst="straightConnector1">
            <a:avLst/>
          </a:prstGeom>
          <a:ln w="19050"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18" name="直接箭头连接符 717">
            <a:extLst>
              <a:ext uri="{FF2B5EF4-FFF2-40B4-BE49-F238E27FC236}">
                <a16:creationId xmlns:a16="http://schemas.microsoft.com/office/drawing/2014/main" id="{297DAA03-5651-4DBC-5ABE-85F6A453FF91}"/>
              </a:ext>
            </a:extLst>
          </p:cNvPr>
          <p:cNvCxnSpPr>
            <a:cxnSpLocks/>
            <a:stCxn id="688" idx="1"/>
          </p:cNvCxnSpPr>
          <p:nvPr/>
        </p:nvCxnSpPr>
        <p:spPr>
          <a:xfrm flipH="1">
            <a:off x="6127790" y="1628631"/>
            <a:ext cx="1569467" cy="0"/>
          </a:xfrm>
          <a:prstGeom prst="straightConnector1">
            <a:avLst/>
          </a:prstGeom>
          <a:ln w="19050"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19" name="直接箭头连接符 718">
            <a:extLst>
              <a:ext uri="{FF2B5EF4-FFF2-40B4-BE49-F238E27FC236}">
                <a16:creationId xmlns:a16="http://schemas.microsoft.com/office/drawing/2014/main" id="{7543D4AF-2919-D2AE-929C-1B8EEE95B49B}"/>
              </a:ext>
            </a:extLst>
          </p:cNvPr>
          <p:cNvCxnSpPr>
            <a:cxnSpLocks/>
            <a:stCxn id="688" idx="3"/>
          </p:cNvCxnSpPr>
          <p:nvPr/>
        </p:nvCxnSpPr>
        <p:spPr>
          <a:xfrm>
            <a:off x="8550031" y="1628631"/>
            <a:ext cx="1448335" cy="0"/>
          </a:xfrm>
          <a:prstGeom prst="straightConnector1">
            <a:avLst/>
          </a:prstGeom>
          <a:ln w="19050"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23" name="文本框 722">
                <a:extLst>
                  <a:ext uri="{FF2B5EF4-FFF2-40B4-BE49-F238E27FC236}">
                    <a16:creationId xmlns:a16="http://schemas.microsoft.com/office/drawing/2014/main" id="{5025BB57-FAAF-4B61-7BB9-29663CE28B41}"/>
                  </a:ext>
                </a:extLst>
              </p:cNvPr>
              <p:cNvSpPr txBox="1"/>
              <p:nvPr/>
            </p:nvSpPr>
            <p:spPr>
              <a:xfrm>
                <a:off x="3774833" y="2231552"/>
                <a:ext cx="1071288" cy="461665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1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altLang="zh-CN" sz="2400" b="1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𝑿</m:t>
                          </m:r>
                        </m:e>
                        <m:sub>
                          <m:r>
                            <a:rPr lang="en-US" altLang="zh-CN" sz="2400" b="1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zh-CN" altLang="en-US" sz="2400" b="1" dirty="0">
                  <a:solidFill>
                    <a:schemeClr val="accent6"/>
                  </a:solidFill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723" name="文本框 722">
                <a:extLst>
                  <a:ext uri="{FF2B5EF4-FFF2-40B4-BE49-F238E27FC236}">
                    <a16:creationId xmlns:a16="http://schemas.microsoft.com/office/drawing/2014/main" id="{5025BB57-FAAF-4B61-7BB9-29663CE28B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4833" y="2231552"/>
                <a:ext cx="1071288" cy="461665"/>
              </a:xfrm>
              <a:prstGeom prst="rect">
                <a:avLst/>
              </a:prstGeom>
              <a:blipFill>
                <a:blip r:embed="rId9"/>
                <a:stretch>
                  <a:fillRect b="-2632"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1" name="文本框 730">
                <a:extLst>
                  <a:ext uri="{FF2B5EF4-FFF2-40B4-BE49-F238E27FC236}">
                    <a16:creationId xmlns:a16="http://schemas.microsoft.com/office/drawing/2014/main" id="{B267F1F4-1244-17C0-277E-74E9C8D7AEB9}"/>
                  </a:ext>
                </a:extLst>
              </p:cNvPr>
              <p:cNvSpPr txBox="1"/>
              <p:nvPr/>
            </p:nvSpPr>
            <p:spPr>
              <a:xfrm>
                <a:off x="5562214" y="2221549"/>
                <a:ext cx="1071288" cy="461665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1" i="1" dirty="0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altLang="zh-CN" sz="2400" b="1" i="1" dirty="0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𝑯</m:t>
                          </m:r>
                        </m:e>
                        <m:sub>
                          <m:r>
                            <a:rPr lang="en-US" altLang="zh-CN" sz="2400" b="1" i="1" dirty="0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zh-CN" altLang="en-US" sz="2400" b="1" dirty="0">
                  <a:solidFill>
                    <a:schemeClr val="accent5"/>
                  </a:solidFill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731" name="文本框 730">
                <a:extLst>
                  <a:ext uri="{FF2B5EF4-FFF2-40B4-BE49-F238E27FC236}">
                    <a16:creationId xmlns:a16="http://schemas.microsoft.com/office/drawing/2014/main" id="{B267F1F4-1244-17C0-277E-74E9C8D7AE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2214" y="2221549"/>
                <a:ext cx="1071288" cy="461665"/>
              </a:xfrm>
              <a:prstGeom prst="rect">
                <a:avLst/>
              </a:prstGeom>
              <a:blipFill>
                <a:blip r:embed="rId10"/>
                <a:stretch>
                  <a:fillRect b="-2632"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2" name="文本框 731">
                <a:extLst>
                  <a:ext uri="{FF2B5EF4-FFF2-40B4-BE49-F238E27FC236}">
                    <a16:creationId xmlns:a16="http://schemas.microsoft.com/office/drawing/2014/main" id="{CCE7606F-93DA-0F8E-2985-B287AA770876}"/>
                  </a:ext>
                </a:extLst>
              </p:cNvPr>
              <p:cNvSpPr txBox="1"/>
              <p:nvPr/>
            </p:nvSpPr>
            <p:spPr>
              <a:xfrm>
                <a:off x="7403462" y="2238788"/>
                <a:ext cx="1071288" cy="461665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1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altLang="zh-CN" sz="2400" b="1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𝑿</m:t>
                          </m:r>
                        </m:e>
                        <m:sub>
                          <m:r>
                            <a:rPr lang="en-US" altLang="zh-CN" sz="2400" b="1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zh-CN" altLang="en-US" sz="2400" b="1" dirty="0">
                  <a:solidFill>
                    <a:schemeClr val="accent6"/>
                  </a:solidFill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732" name="文本框 731">
                <a:extLst>
                  <a:ext uri="{FF2B5EF4-FFF2-40B4-BE49-F238E27FC236}">
                    <a16:creationId xmlns:a16="http://schemas.microsoft.com/office/drawing/2014/main" id="{CCE7606F-93DA-0F8E-2985-B287AA7708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03462" y="2238788"/>
                <a:ext cx="1071288" cy="461665"/>
              </a:xfrm>
              <a:prstGeom prst="rect">
                <a:avLst/>
              </a:prstGeom>
              <a:blipFill>
                <a:blip r:embed="rId11"/>
                <a:stretch>
                  <a:fillRect b="-2632"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3" name="文本框 732">
                <a:extLst>
                  <a:ext uri="{FF2B5EF4-FFF2-40B4-BE49-F238E27FC236}">
                    <a16:creationId xmlns:a16="http://schemas.microsoft.com/office/drawing/2014/main" id="{38625109-3FFF-3160-5BF0-3E232EF17847}"/>
                  </a:ext>
                </a:extLst>
              </p:cNvPr>
              <p:cNvSpPr txBox="1"/>
              <p:nvPr/>
            </p:nvSpPr>
            <p:spPr>
              <a:xfrm>
                <a:off x="9179561" y="2243549"/>
                <a:ext cx="1071288" cy="461665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1" i="1" dirty="0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altLang="zh-CN" sz="2400" b="1" i="1" dirty="0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𝑯</m:t>
                          </m:r>
                        </m:e>
                        <m:sub>
                          <m:r>
                            <a:rPr lang="en-US" altLang="zh-CN" sz="2400" b="1" i="1" dirty="0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zh-CN" altLang="en-US" sz="2400" b="1" dirty="0">
                  <a:solidFill>
                    <a:schemeClr val="accent5"/>
                  </a:solidFill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733" name="文本框 732">
                <a:extLst>
                  <a:ext uri="{FF2B5EF4-FFF2-40B4-BE49-F238E27FC236}">
                    <a16:creationId xmlns:a16="http://schemas.microsoft.com/office/drawing/2014/main" id="{38625109-3FFF-3160-5BF0-3E232EF178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79561" y="2243549"/>
                <a:ext cx="1071288" cy="461665"/>
              </a:xfrm>
              <a:prstGeom prst="rect">
                <a:avLst/>
              </a:prstGeom>
              <a:blipFill>
                <a:blip r:embed="rId12"/>
                <a:stretch>
                  <a:fillRect b="-2632"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34" name="组合 733">
            <a:extLst>
              <a:ext uri="{FF2B5EF4-FFF2-40B4-BE49-F238E27FC236}">
                <a16:creationId xmlns:a16="http://schemas.microsoft.com/office/drawing/2014/main" id="{07DE8C35-A87C-E22C-485E-A926497315A0}"/>
              </a:ext>
            </a:extLst>
          </p:cNvPr>
          <p:cNvGrpSpPr/>
          <p:nvPr/>
        </p:nvGrpSpPr>
        <p:grpSpPr>
          <a:xfrm>
            <a:off x="8114701" y="6002924"/>
            <a:ext cx="621640" cy="735125"/>
            <a:chOff x="5766806" y="6445933"/>
            <a:chExt cx="621640" cy="735125"/>
          </a:xfrm>
        </p:grpSpPr>
        <p:sp>
          <p:nvSpPr>
            <p:cNvPr id="735" name="矩形 1174">
              <a:extLst>
                <a:ext uri="{FF2B5EF4-FFF2-40B4-BE49-F238E27FC236}">
                  <a16:creationId xmlns:a16="http://schemas.microsoft.com/office/drawing/2014/main" id="{A967C7DD-3494-F2C5-E139-3CCEFDF6652A}"/>
                </a:ext>
              </a:extLst>
            </p:cNvPr>
            <p:cNvSpPr/>
            <p:nvPr/>
          </p:nvSpPr>
          <p:spPr>
            <a:xfrm rot="10800000">
              <a:off x="5768235" y="6445933"/>
              <a:ext cx="618706" cy="226680"/>
            </a:xfrm>
            <a:custGeom>
              <a:avLst/>
              <a:gdLst>
                <a:gd name="connsiteX0" fmla="*/ 0 w 595706"/>
                <a:gd name="connsiteY0" fmla="*/ 0 h 92965"/>
                <a:gd name="connsiteX1" fmla="*/ 595706 w 595706"/>
                <a:gd name="connsiteY1" fmla="*/ 0 h 92965"/>
                <a:gd name="connsiteX2" fmla="*/ 595706 w 595706"/>
                <a:gd name="connsiteY2" fmla="*/ 92965 h 92965"/>
                <a:gd name="connsiteX3" fmla="*/ 0 w 595706"/>
                <a:gd name="connsiteY3" fmla="*/ 92965 h 92965"/>
                <a:gd name="connsiteX4" fmla="*/ 0 w 595706"/>
                <a:gd name="connsiteY4" fmla="*/ 0 h 92965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1422 w 594406"/>
                <a:gd name="connsiteY0" fmla="*/ 21376 h 135147"/>
                <a:gd name="connsiteX1" fmla="*/ 594406 w 594406"/>
                <a:gd name="connsiteY1" fmla="*/ 0 h 135147"/>
                <a:gd name="connsiteX2" fmla="*/ 594406 w 594406"/>
                <a:gd name="connsiteY2" fmla="*/ 92965 h 135147"/>
                <a:gd name="connsiteX3" fmla="*/ 61 w 594406"/>
                <a:gd name="connsiteY3" fmla="*/ 135147 h 135147"/>
                <a:gd name="connsiteX4" fmla="*/ 1422 w 594406"/>
                <a:gd name="connsiteY4" fmla="*/ 21376 h 135147"/>
                <a:gd name="connsiteX0" fmla="*/ 1422 w 594406"/>
                <a:gd name="connsiteY0" fmla="*/ 15599 h 135147"/>
                <a:gd name="connsiteX1" fmla="*/ 594406 w 594406"/>
                <a:gd name="connsiteY1" fmla="*/ 0 h 135147"/>
                <a:gd name="connsiteX2" fmla="*/ 594406 w 594406"/>
                <a:gd name="connsiteY2" fmla="*/ 92965 h 135147"/>
                <a:gd name="connsiteX3" fmla="*/ 61 w 594406"/>
                <a:gd name="connsiteY3" fmla="*/ 135147 h 135147"/>
                <a:gd name="connsiteX4" fmla="*/ 1422 w 594406"/>
                <a:gd name="connsiteY4" fmla="*/ 15599 h 135147"/>
                <a:gd name="connsiteX0" fmla="*/ 131 w 594476"/>
                <a:gd name="connsiteY0" fmla="*/ 4622 h 135147"/>
                <a:gd name="connsiteX1" fmla="*/ 594476 w 594476"/>
                <a:gd name="connsiteY1" fmla="*/ 0 h 135147"/>
                <a:gd name="connsiteX2" fmla="*/ 594476 w 594476"/>
                <a:gd name="connsiteY2" fmla="*/ 92965 h 135147"/>
                <a:gd name="connsiteX3" fmla="*/ 131 w 594476"/>
                <a:gd name="connsiteY3" fmla="*/ 135147 h 135147"/>
                <a:gd name="connsiteX4" fmla="*/ 131 w 594476"/>
                <a:gd name="connsiteY4" fmla="*/ 4622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22423 h 139660"/>
                <a:gd name="connsiteX1" fmla="*/ 595706 w 595706"/>
                <a:gd name="connsiteY1" fmla="*/ 4513 h 139660"/>
                <a:gd name="connsiteX2" fmla="*/ 595706 w 595706"/>
                <a:gd name="connsiteY2" fmla="*/ 97478 h 139660"/>
                <a:gd name="connsiteX3" fmla="*/ 1361 w 595706"/>
                <a:gd name="connsiteY3" fmla="*/ 139660 h 139660"/>
                <a:gd name="connsiteX4" fmla="*/ 0 w 595706"/>
                <a:gd name="connsiteY4" fmla="*/ 22423 h 139660"/>
                <a:gd name="connsiteX0" fmla="*/ 0 w 595706"/>
                <a:gd name="connsiteY0" fmla="*/ 26413 h 143650"/>
                <a:gd name="connsiteX1" fmla="*/ 595706 w 595706"/>
                <a:gd name="connsiteY1" fmla="*/ 8503 h 143650"/>
                <a:gd name="connsiteX2" fmla="*/ 595706 w 595706"/>
                <a:gd name="connsiteY2" fmla="*/ 101468 h 143650"/>
                <a:gd name="connsiteX3" fmla="*/ 1361 w 595706"/>
                <a:gd name="connsiteY3" fmla="*/ 143650 h 143650"/>
                <a:gd name="connsiteX4" fmla="*/ 0 w 595706"/>
                <a:gd name="connsiteY4" fmla="*/ 26413 h 143650"/>
                <a:gd name="connsiteX0" fmla="*/ 0 w 595706"/>
                <a:gd name="connsiteY0" fmla="*/ 21286 h 138523"/>
                <a:gd name="connsiteX1" fmla="*/ 595706 w 595706"/>
                <a:gd name="connsiteY1" fmla="*/ 3376 h 138523"/>
                <a:gd name="connsiteX2" fmla="*/ 595706 w 595706"/>
                <a:gd name="connsiteY2" fmla="*/ 96341 h 138523"/>
                <a:gd name="connsiteX3" fmla="*/ 1361 w 595706"/>
                <a:gd name="connsiteY3" fmla="*/ 138523 h 138523"/>
                <a:gd name="connsiteX4" fmla="*/ 0 w 595706"/>
                <a:gd name="connsiteY4" fmla="*/ 21286 h 138523"/>
                <a:gd name="connsiteX0" fmla="*/ 0 w 595706"/>
                <a:gd name="connsiteY0" fmla="*/ 22534 h 139771"/>
                <a:gd name="connsiteX1" fmla="*/ 595706 w 595706"/>
                <a:gd name="connsiteY1" fmla="*/ 4624 h 139771"/>
                <a:gd name="connsiteX2" fmla="*/ 595706 w 595706"/>
                <a:gd name="connsiteY2" fmla="*/ 97589 h 139771"/>
                <a:gd name="connsiteX3" fmla="*/ 1361 w 595706"/>
                <a:gd name="connsiteY3" fmla="*/ 139771 h 139771"/>
                <a:gd name="connsiteX4" fmla="*/ 0 w 595706"/>
                <a:gd name="connsiteY4" fmla="*/ 22534 h 139771"/>
                <a:gd name="connsiteX0" fmla="*/ 0 w 595706"/>
                <a:gd name="connsiteY0" fmla="*/ 23494 h 140731"/>
                <a:gd name="connsiteX1" fmla="*/ 595706 w 595706"/>
                <a:gd name="connsiteY1" fmla="*/ 2118 h 140731"/>
                <a:gd name="connsiteX2" fmla="*/ 595706 w 595706"/>
                <a:gd name="connsiteY2" fmla="*/ 98549 h 140731"/>
                <a:gd name="connsiteX3" fmla="*/ 1361 w 595706"/>
                <a:gd name="connsiteY3" fmla="*/ 140731 h 140731"/>
                <a:gd name="connsiteX4" fmla="*/ 0 w 595706"/>
                <a:gd name="connsiteY4" fmla="*/ 23494 h 140731"/>
                <a:gd name="connsiteX0" fmla="*/ 0 w 595706"/>
                <a:gd name="connsiteY0" fmla="*/ 23494 h 140731"/>
                <a:gd name="connsiteX1" fmla="*/ 595706 w 595706"/>
                <a:gd name="connsiteY1" fmla="*/ 2118 h 140731"/>
                <a:gd name="connsiteX2" fmla="*/ 595706 w 595706"/>
                <a:gd name="connsiteY2" fmla="*/ 98549 h 140731"/>
                <a:gd name="connsiteX3" fmla="*/ 1361 w 595706"/>
                <a:gd name="connsiteY3" fmla="*/ 140731 h 140731"/>
                <a:gd name="connsiteX4" fmla="*/ 0 w 595706"/>
                <a:gd name="connsiteY4" fmla="*/ 23494 h 140731"/>
                <a:gd name="connsiteX0" fmla="*/ 0 w 595706"/>
                <a:gd name="connsiteY0" fmla="*/ 25030 h 142267"/>
                <a:gd name="connsiteX1" fmla="*/ 595706 w 595706"/>
                <a:gd name="connsiteY1" fmla="*/ 3654 h 142267"/>
                <a:gd name="connsiteX2" fmla="*/ 595706 w 595706"/>
                <a:gd name="connsiteY2" fmla="*/ 100085 h 142267"/>
                <a:gd name="connsiteX3" fmla="*/ 1361 w 595706"/>
                <a:gd name="connsiteY3" fmla="*/ 142267 h 142267"/>
                <a:gd name="connsiteX4" fmla="*/ 0 w 595706"/>
                <a:gd name="connsiteY4" fmla="*/ 25030 h 142267"/>
                <a:gd name="connsiteX0" fmla="*/ 0 w 595706"/>
                <a:gd name="connsiteY0" fmla="*/ 22091 h 139328"/>
                <a:gd name="connsiteX1" fmla="*/ 595706 w 595706"/>
                <a:gd name="connsiteY1" fmla="*/ 715 h 139328"/>
                <a:gd name="connsiteX2" fmla="*/ 595706 w 595706"/>
                <a:gd name="connsiteY2" fmla="*/ 97146 h 139328"/>
                <a:gd name="connsiteX3" fmla="*/ 1361 w 595706"/>
                <a:gd name="connsiteY3" fmla="*/ 139328 h 139328"/>
                <a:gd name="connsiteX4" fmla="*/ 0 w 595706"/>
                <a:gd name="connsiteY4" fmla="*/ 22091 h 139328"/>
                <a:gd name="connsiteX0" fmla="*/ 0 w 595706"/>
                <a:gd name="connsiteY0" fmla="*/ 23573 h 140810"/>
                <a:gd name="connsiteX1" fmla="*/ 595706 w 595706"/>
                <a:gd name="connsiteY1" fmla="*/ 2197 h 140810"/>
                <a:gd name="connsiteX2" fmla="*/ 595706 w 595706"/>
                <a:gd name="connsiteY2" fmla="*/ 98628 h 140810"/>
                <a:gd name="connsiteX3" fmla="*/ 1361 w 595706"/>
                <a:gd name="connsiteY3" fmla="*/ 140810 h 140810"/>
                <a:gd name="connsiteX4" fmla="*/ 0 w 595706"/>
                <a:gd name="connsiteY4" fmla="*/ 23573 h 140810"/>
                <a:gd name="connsiteX0" fmla="*/ 0 w 595706"/>
                <a:gd name="connsiteY0" fmla="*/ 21908 h 139145"/>
                <a:gd name="connsiteX1" fmla="*/ 595706 w 595706"/>
                <a:gd name="connsiteY1" fmla="*/ 532 h 139145"/>
                <a:gd name="connsiteX2" fmla="*/ 595706 w 595706"/>
                <a:gd name="connsiteY2" fmla="*/ 96963 h 139145"/>
                <a:gd name="connsiteX3" fmla="*/ 1361 w 595706"/>
                <a:gd name="connsiteY3" fmla="*/ 139145 h 139145"/>
                <a:gd name="connsiteX4" fmla="*/ 0 w 595706"/>
                <a:gd name="connsiteY4" fmla="*/ 21908 h 139145"/>
                <a:gd name="connsiteX0" fmla="*/ 0 w 595706"/>
                <a:gd name="connsiteY0" fmla="*/ 23863 h 141100"/>
                <a:gd name="connsiteX1" fmla="*/ 595706 w 595706"/>
                <a:gd name="connsiteY1" fmla="*/ 2487 h 141100"/>
                <a:gd name="connsiteX2" fmla="*/ 595706 w 595706"/>
                <a:gd name="connsiteY2" fmla="*/ 98918 h 141100"/>
                <a:gd name="connsiteX3" fmla="*/ 1361 w 595706"/>
                <a:gd name="connsiteY3" fmla="*/ 141100 h 141100"/>
                <a:gd name="connsiteX4" fmla="*/ 0 w 595706"/>
                <a:gd name="connsiteY4" fmla="*/ 23863 h 141100"/>
                <a:gd name="connsiteX0" fmla="*/ 0 w 595706"/>
                <a:gd name="connsiteY0" fmla="*/ 24472 h 141709"/>
                <a:gd name="connsiteX1" fmla="*/ 595706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0 w 595706"/>
                <a:gd name="connsiteY0" fmla="*/ 24267 h 141504"/>
                <a:gd name="connsiteX1" fmla="*/ 595706 w 595706"/>
                <a:gd name="connsiteY1" fmla="*/ 2891 h 141504"/>
                <a:gd name="connsiteX2" fmla="*/ 595706 w 595706"/>
                <a:gd name="connsiteY2" fmla="*/ 99322 h 141504"/>
                <a:gd name="connsiteX3" fmla="*/ 1361 w 595706"/>
                <a:gd name="connsiteY3" fmla="*/ 141504 h 141504"/>
                <a:gd name="connsiteX4" fmla="*/ 0 w 595706"/>
                <a:gd name="connsiteY4" fmla="*/ 24267 h 141504"/>
                <a:gd name="connsiteX0" fmla="*/ 0 w 595706"/>
                <a:gd name="connsiteY0" fmla="*/ 24472 h 141709"/>
                <a:gd name="connsiteX1" fmla="*/ 595706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0 w 595706"/>
                <a:gd name="connsiteY0" fmla="*/ 24472 h 141709"/>
                <a:gd name="connsiteX1" fmla="*/ 594353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124 w 595830"/>
                <a:gd name="connsiteY0" fmla="*/ 24472 h 141709"/>
                <a:gd name="connsiteX1" fmla="*/ 594477 w 595830"/>
                <a:gd name="connsiteY1" fmla="*/ 3096 h 141709"/>
                <a:gd name="connsiteX2" fmla="*/ 595830 w 595830"/>
                <a:gd name="connsiteY2" fmla="*/ 99527 h 141709"/>
                <a:gd name="connsiteX3" fmla="*/ 131 w 595830"/>
                <a:gd name="connsiteY3" fmla="*/ 141709 h 141709"/>
                <a:gd name="connsiteX4" fmla="*/ 124 w 595830"/>
                <a:gd name="connsiteY4" fmla="*/ 24472 h 141709"/>
                <a:gd name="connsiteX0" fmla="*/ 124 w 597179"/>
                <a:gd name="connsiteY0" fmla="*/ 25207 h 142444"/>
                <a:gd name="connsiteX1" fmla="*/ 597179 w 597179"/>
                <a:gd name="connsiteY1" fmla="*/ 481 h 142444"/>
                <a:gd name="connsiteX2" fmla="*/ 595830 w 597179"/>
                <a:gd name="connsiteY2" fmla="*/ 100262 h 142444"/>
                <a:gd name="connsiteX3" fmla="*/ 131 w 597179"/>
                <a:gd name="connsiteY3" fmla="*/ 142444 h 142444"/>
                <a:gd name="connsiteX4" fmla="*/ 124 w 597179"/>
                <a:gd name="connsiteY4" fmla="*/ 25207 h 142444"/>
                <a:gd name="connsiteX0" fmla="*/ 124 w 595889"/>
                <a:gd name="connsiteY0" fmla="*/ 25842 h 143079"/>
                <a:gd name="connsiteX1" fmla="*/ 594477 w 595889"/>
                <a:gd name="connsiteY1" fmla="*/ 0 h 143079"/>
                <a:gd name="connsiteX2" fmla="*/ 595830 w 595889"/>
                <a:gd name="connsiteY2" fmla="*/ 100897 h 143079"/>
                <a:gd name="connsiteX3" fmla="*/ 131 w 595889"/>
                <a:gd name="connsiteY3" fmla="*/ 143079 h 143079"/>
                <a:gd name="connsiteX4" fmla="*/ 124 w 595889"/>
                <a:gd name="connsiteY4" fmla="*/ 25842 h 143079"/>
                <a:gd name="connsiteX0" fmla="*/ 124 w 595889"/>
                <a:gd name="connsiteY0" fmla="*/ 24713 h 141950"/>
                <a:gd name="connsiteX1" fmla="*/ 594477 w 595889"/>
                <a:gd name="connsiteY1" fmla="*/ 2221 h 141950"/>
                <a:gd name="connsiteX2" fmla="*/ 595830 w 595889"/>
                <a:gd name="connsiteY2" fmla="*/ 99768 h 141950"/>
                <a:gd name="connsiteX3" fmla="*/ 131 w 595889"/>
                <a:gd name="connsiteY3" fmla="*/ 141950 h 141950"/>
                <a:gd name="connsiteX4" fmla="*/ 124 w 595889"/>
                <a:gd name="connsiteY4" fmla="*/ 24713 h 141950"/>
                <a:gd name="connsiteX0" fmla="*/ 124 w 595959"/>
                <a:gd name="connsiteY0" fmla="*/ 24713 h 141950"/>
                <a:gd name="connsiteX1" fmla="*/ 595828 w 595959"/>
                <a:gd name="connsiteY1" fmla="*/ 2221 h 141950"/>
                <a:gd name="connsiteX2" fmla="*/ 595830 w 595959"/>
                <a:gd name="connsiteY2" fmla="*/ 99768 h 141950"/>
                <a:gd name="connsiteX3" fmla="*/ 131 w 595959"/>
                <a:gd name="connsiteY3" fmla="*/ 141950 h 141950"/>
                <a:gd name="connsiteX4" fmla="*/ 124 w 595959"/>
                <a:gd name="connsiteY4" fmla="*/ 24713 h 141950"/>
                <a:gd name="connsiteX0" fmla="*/ 124 w 595959"/>
                <a:gd name="connsiteY0" fmla="*/ 24925 h 142162"/>
                <a:gd name="connsiteX1" fmla="*/ 595828 w 595959"/>
                <a:gd name="connsiteY1" fmla="*/ 2433 h 142162"/>
                <a:gd name="connsiteX2" fmla="*/ 595830 w 595959"/>
                <a:gd name="connsiteY2" fmla="*/ 99980 h 142162"/>
                <a:gd name="connsiteX3" fmla="*/ 131 w 595959"/>
                <a:gd name="connsiteY3" fmla="*/ 142162 h 142162"/>
                <a:gd name="connsiteX4" fmla="*/ 124 w 595959"/>
                <a:gd name="connsiteY4" fmla="*/ 24925 h 142162"/>
                <a:gd name="connsiteX0" fmla="*/ 124 w 595959"/>
                <a:gd name="connsiteY0" fmla="*/ 22492 h 139729"/>
                <a:gd name="connsiteX1" fmla="*/ 595828 w 595959"/>
                <a:gd name="connsiteY1" fmla="*/ 0 h 139729"/>
                <a:gd name="connsiteX2" fmla="*/ 595830 w 595959"/>
                <a:gd name="connsiteY2" fmla="*/ 97547 h 139729"/>
                <a:gd name="connsiteX3" fmla="*/ 131 w 595959"/>
                <a:gd name="connsiteY3" fmla="*/ 139729 h 139729"/>
                <a:gd name="connsiteX4" fmla="*/ 124 w 595959"/>
                <a:gd name="connsiteY4" fmla="*/ 22492 h 139729"/>
                <a:gd name="connsiteX0" fmla="*/ 124 w 595959"/>
                <a:gd name="connsiteY0" fmla="*/ 25585 h 142822"/>
                <a:gd name="connsiteX1" fmla="*/ 595828 w 595959"/>
                <a:gd name="connsiteY1" fmla="*/ 3093 h 142822"/>
                <a:gd name="connsiteX2" fmla="*/ 595830 w 595959"/>
                <a:gd name="connsiteY2" fmla="*/ 100640 h 142822"/>
                <a:gd name="connsiteX3" fmla="*/ 131 w 595959"/>
                <a:gd name="connsiteY3" fmla="*/ 142822 h 142822"/>
                <a:gd name="connsiteX4" fmla="*/ 124 w 595959"/>
                <a:gd name="connsiteY4" fmla="*/ 25585 h 142822"/>
                <a:gd name="connsiteX0" fmla="*/ 124 w 595959"/>
                <a:gd name="connsiteY0" fmla="*/ 25585 h 142822"/>
                <a:gd name="connsiteX1" fmla="*/ 595828 w 595959"/>
                <a:gd name="connsiteY1" fmla="*/ 3093 h 142822"/>
                <a:gd name="connsiteX2" fmla="*/ 595830 w 595959"/>
                <a:gd name="connsiteY2" fmla="*/ 100640 h 142822"/>
                <a:gd name="connsiteX3" fmla="*/ 131 w 595959"/>
                <a:gd name="connsiteY3" fmla="*/ 142822 h 142822"/>
                <a:gd name="connsiteX4" fmla="*/ 124 w 595959"/>
                <a:gd name="connsiteY4" fmla="*/ 25585 h 142822"/>
                <a:gd name="connsiteX0" fmla="*/ 124 w 595959"/>
                <a:gd name="connsiteY0" fmla="*/ 26512 h 143749"/>
                <a:gd name="connsiteX1" fmla="*/ 595828 w 595959"/>
                <a:gd name="connsiteY1" fmla="*/ 4020 h 143749"/>
                <a:gd name="connsiteX2" fmla="*/ 595830 w 595959"/>
                <a:gd name="connsiteY2" fmla="*/ 101567 h 143749"/>
                <a:gd name="connsiteX3" fmla="*/ 131 w 595959"/>
                <a:gd name="connsiteY3" fmla="*/ 143749 h 143749"/>
                <a:gd name="connsiteX4" fmla="*/ 124 w 595959"/>
                <a:gd name="connsiteY4" fmla="*/ 26512 h 143749"/>
                <a:gd name="connsiteX0" fmla="*/ 124 w 595959"/>
                <a:gd name="connsiteY0" fmla="*/ 26512 h 143749"/>
                <a:gd name="connsiteX1" fmla="*/ 595828 w 595959"/>
                <a:gd name="connsiteY1" fmla="*/ 4020 h 143749"/>
                <a:gd name="connsiteX2" fmla="*/ 595830 w 595959"/>
                <a:gd name="connsiteY2" fmla="*/ 101567 h 143749"/>
                <a:gd name="connsiteX3" fmla="*/ 131 w 595959"/>
                <a:gd name="connsiteY3" fmla="*/ 143749 h 143749"/>
                <a:gd name="connsiteX4" fmla="*/ 124 w 595959"/>
                <a:gd name="connsiteY4" fmla="*/ 26512 h 143749"/>
                <a:gd name="connsiteX0" fmla="*/ 124 w 595959"/>
                <a:gd name="connsiteY0" fmla="*/ 28496 h 145733"/>
                <a:gd name="connsiteX1" fmla="*/ 595828 w 595959"/>
                <a:gd name="connsiteY1" fmla="*/ 6004 h 145733"/>
                <a:gd name="connsiteX2" fmla="*/ 595830 w 595959"/>
                <a:gd name="connsiteY2" fmla="*/ 103551 h 145733"/>
                <a:gd name="connsiteX3" fmla="*/ 131 w 595959"/>
                <a:gd name="connsiteY3" fmla="*/ 145733 h 145733"/>
                <a:gd name="connsiteX4" fmla="*/ 124 w 595959"/>
                <a:gd name="connsiteY4" fmla="*/ 28496 h 14573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856"/>
                <a:gd name="connsiteY0" fmla="*/ 41841 h 159078"/>
                <a:gd name="connsiteX1" fmla="*/ 591261 w 595856"/>
                <a:gd name="connsiteY1" fmla="*/ 0 h 159078"/>
                <a:gd name="connsiteX2" fmla="*/ 595830 w 595856"/>
                <a:gd name="connsiteY2" fmla="*/ 116896 h 159078"/>
                <a:gd name="connsiteX3" fmla="*/ 131 w 595856"/>
                <a:gd name="connsiteY3" fmla="*/ 159078 h 159078"/>
                <a:gd name="connsiteX4" fmla="*/ 124 w 595856"/>
                <a:gd name="connsiteY4" fmla="*/ 41841 h 159078"/>
                <a:gd name="connsiteX0" fmla="*/ 124 w 595959"/>
                <a:gd name="connsiteY0" fmla="*/ 41841 h 159078"/>
                <a:gd name="connsiteX1" fmla="*/ 595828 w 595959"/>
                <a:gd name="connsiteY1" fmla="*/ 0 h 159078"/>
                <a:gd name="connsiteX2" fmla="*/ 595830 w 595959"/>
                <a:gd name="connsiteY2" fmla="*/ 116896 h 159078"/>
                <a:gd name="connsiteX3" fmla="*/ 131 w 595959"/>
                <a:gd name="connsiteY3" fmla="*/ 159078 h 159078"/>
                <a:gd name="connsiteX4" fmla="*/ 124 w 595959"/>
                <a:gd name="connsiteY4" fmla="*/ 41841 h 159078"/>
                <a:gd name="connsiteX0" fmla="*/ 124 w 597349"/>
                <a:gd name="connsiteY0" fmla="*/ 42378 h 159615"/>
                <a:gd name="connsiteX1" fmla="*/ 597349 w 597349"/>
                <a:gd name="connsiteY1" fmla="*/ 0 h 159615"/>
                <a:gd name="connsiteX2" fmla="*/ 595830 w 597349"/>
                <a:gd name="connsiteY2" fmla="*/ 117433 h 159615"/>
                <a:gd name="connsiteX3" fmla="*/ 131 w 597349"/>
                <a:gd name="connsiteY3" fmla="*/ 159615 h 159615"/>
                <a:gd name="connsiteX4" fmla="*/ 124 w 597349"/>
                <a:gd name="connsiteY4" fmla="*/ 42378 h 159615"/>
                <a:gd name="connsiteX0" fmla="*/ 124 w 600443"/>
                <a:gd name="connsiteY0" fmla="*/ 42378 h 159615"/>
                <a:gd name="connsiteX1" fmla="*/ 597349 w 600443"/>
                <a:gd name="connsiteY1" fmla="*/ 0 h 159615"/>
                <a:gd name="connsiteX2" fmla="*/ 600408 w 600443"/>
                <a:gd name="connsiteY2" fmla="*/ 117433 h 159615"/>
                <a:gd name="connsiteX3" fmla="*/ 131 w 600443"/>
                <a:gd name="connsiteY3" fmla="*/ 159615 h 159615"/>
                <a:gd name="connsiteX4" fmla="*/ 124 w 600443"/>
                <a:gd name="connsiteY4" fmla="*/ 42378 h 159615"/>
                <a:gd name="connsiteX0" fmla="*/ 124 w 600537"/>
                <a:gd name="connsiteY0" fmla="*/ 42378 h 159615"/>
                <a:gd name="connsiteX1" fmla="*/ 600401 w 600537"/>
                <a:gd name="connsiteY1" fmla="*/ 0 h 159615"/>
                <a:gd name="connsiteX2" fmla="*/ 600408 w 600537"/>
                <a:gd name="connsiteY2" fmla="*/ 117433 h 159615"/>
                <a:gd name="connsiteX3" fmla="*/ 131 w 600537"/>
                <a:gd name="connsiteY3" fmla="*/ 159615 h 159615"/>
                <a:gd name="connsiteX4" fmla="*/ 124 w 600537"/>
                <a:gd name="connsiteY4" fmla="*/ 42378 h 159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0537" h="159615">
                  <a:moveTo>
                    <a:pt x="124" y="42378"/>
                  </a:moveTo>
                  <a:cubicBezTo>
                    <a:pt x="296414" y="-50243"/>
                    <a:pt x="418111" y="75773"/>
                    <a:pt x="600401" y="0"/>
                  </a:cubicBezTo>
                  <a:cubicBezTo>
                    <a:pt x="599951" y="33260"/>
                    <a:pt x="600858" y="84173"/>
                    <a:pt x="600408" y="117433"/>
                  </a:cubicBezTo>
                  <a:cubicBezTo>
                    <a:pt x="395490" y="192726"/>
                    <a:pt x="285331" y="62551"/>
                    <a:pt x="131" y="159615"/>
                  </a:cubicBezTo>
                  <a:cubicBezTo>
                    <a:pt x="-323" y="114566"/>
                    <a:pt x="578" y="87427"/>
                    <a:pt x="124" y="42378"/>
                  </a:cubicBezTo>
                  <a:close/>
                </a:path>
              </a:pathLst>
            </a:custGeom>
            <a:solidFill>
              <a:schemeClr val="accent2">
                <a:lumMod val="40000"/>
                <a:lumOff val="6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736" name="组合 735">
              <a:extLst>
                <a:ext uri="{FF2B5EF4-FFF2-40B4-BE49-F238E27FC236}">
                  <a16:creationId xmlns:a16="http://schemas.microsoft.com/office/drawing/2014/main" id="{B71A8AC7-7811-AF76-486E-2E2EA239EBBA}"/>
                </a:ext>
              </a:extLst>
            </p:cNvPr>
            <p:cNvGrpSpPr/>
            <p:nvPr/>
          </p:nvGrpSpPr>
          <p:grpSpPr>
            <a:xfrm>
              <a:off x="5766806" y="6517241"/>
              <a:ext cx="621640" cy="663817"/>
              <a:chOff x="5040167" y="6521415"/>
              <a:chExt cx="621640" cy="663817"/>
            </a:xfrm>
          </p:grpSpPr>
          <p:sp>
            <p:nvSpPr>
              <p:cNvPr id="737" name="矩形 1174">
                <a:extLst>
                  <a:ext uri="{FF2B5EF4-FFF2-40B4-BE49-F238E27FC236}">
                    <a16:creationId xmlns:a16="http://schemas.microsoft.com/office/drawing/2014/main" id="{FD5CA058-D9E5-B1EE-C732-9AAA840594C0}"/>
                  </a:ext>
                </a:extLst>
              </p:cNvPr>
              <p:cNvSpPr/>
              <p:nvPr/>
            </p:nvSpPr>
            <p:spPr>
              <a:xfrm rot="10800000">
                <a:off x="5041542" y="6760560"/>
                <a:ext cx="618706" cy="201627"/>
              </a:xfrm>
              <a:custGeom>
                <a:avLst/>
                <a:gdLst>
                  <a:gd name="connsiteX0" fmla="*/ 0 w 595706"/>
                  <a:gd name="connsiteY0" fmla="*/ 0 h 92965"/>
                  <a:gd name="connsiteX1" fmla="*/ 595706 w 595706"/>
                  <a:gd name="connsiteY1" fmla="*/ 0 h 92965"/>
                  <a:gd name="connsiteX2" fmla="*/ 595706 w 595706"/>
                  <a:gd name="connsiteY2" fmla="*/ 92965 h 92965"/>
                  <a:gd name="connsiteX3" fmla="*/ 0 w 595706"/>
                  <a:gd name="connsiteY3" fmla="*/ 92965 h 92965"/>
                  <a:gd name="connsiteX4" fmla="*/ 0 w 595706"/>
                  <a:gd name="connsiteY4" fmla="*/ 0 h 92965"/>
                  <a:gd name="connsiteX0" fmla="*/ 0 w 595706"/>
                  <a:gd name="connsiteY0" fmla="*/ 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0 h 135147"/>
                  <a:gd name="connsiteX0" fmla="*/ 0 w 595706"/>
                  <a:gd name="connsiteY0" fmla="*/ 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0 h 135147"/>
                  <a:gd name="connsiteX0" fmla="*/ 0 w 595706"/>
                  <a:gd name="connsiteY0" fmla="*/ 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0 h 135147"/>
                  <a:gd name="connsiteX0" fmla="*/ 0 w 595706"/>
                  <a:gd name="connsiteY0" fmla="*/ 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0 h 135147"/>
                  <a:gd name="connsiteX0" fmla="*/ 1422 w 594406"/>
                  <a:gd name="connsiteY0" fmla="*/ 21376 h 135147"/>
                  <a:gd name="connsiteX1" fmla="*/ 594406 w 594406"/>
                  <a:gd name="connsiteY1" fmla="*/ 0 h 135147"/>
                  <a:gd name="connsiteX2" fmla="*/ 594406 w 594406"/>
                  <a:gd name="connsiteY2" fmla="*/ 92965 h 135147"/>
                  <a:gd name="connsiteX3" fmla="*/ 61 w 594406"/>
                  <a:gd name="connsiteY3" fmla="*/ 135147 h 135147"/>
                  <a:gd name="connsiteX4" fmla="*/ 1422 w 594406"/>
                  <a:gd name="connsiteY4" fmla="*/ 21376 h 135147"/>
                  <a:gd name="connsiteX0" fmla="*/ 1422 w 594406"/>
                  <a:gd name="connsiteY0" fmla="*/ 15599 h 135147"/>
                  <a:gd name="connsiteX1" fmla="*/ 594406 w 594406"/>
                  <a:gd name="connsiteY1" fmla="*/ 0 h 135147"/>
                  <a:gd name="connsiteX2" fmla="*/ 594406 w 594406"/>
                  <a:gd name="connsiteY2" fmla="*/ 92965 h 135147"/>
                  <a:gd name="connsiteX3" fmla="*/ 61 w 594406"/>
                  <a:gd name="connsiteY3" fmla="*/ 135147 h 135147"/>
                  <a:gd name="connsiteX4" fmla="*/ 1422 w 594406"/>
                  <a:gd name="connsiteY4" fmla="*/ 15599 h 135147"/>
                  <a:gd name="connsiteX0" fmla="*/ 131 w 594476"/>
                  <a:gd name="connsiteY0" fmla="*/ 4622 h 135147"/>
                  <a:gd name="connsiteX1" fmla="*/ 594476 w 594476"/>
                  <a:gd name="connsiteY1" fmla="*/ 0 h 135147"/>
                  <a:gd name="connsiteX2" fmla="*/ 594476 w 594476"/>
                  <a:gd name="connsiteY2" fmla="*/ 92965 h 135147"/>
                  <a:gd name="connsiteX3" fmla="*/ 131 w 594476"/>
                  <a:gd name="connsiteY3" fmla="*/ 135147 h 135147"/>
                  <a:gd name="connsiteX4" fmla="*/ 131 w 594476"/>
                  <a:gd name="connsiteY4" fmla="*/ 4622 h 135147"/>
                  <a:gd name="connsiteX0" fmla="*/ 0 w 595706"/>
                  <a:gd name="connsiteY0" fmla="*/ 1791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17910 h 135147"/>
                  <a:gd name="connsiteX0" fmla="*/ 0 w 595706"/>
                  <a:gd name="connsiteY0" fmla="*/ 1791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17910 h 135147"/>
                  <a:gd name="connsiteX0" fmla="*/ 0 w 595706"/>
                  <a:gd name="connsiteY0" fmla="*/ 1791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17910 h 135147"/>
                  <a:gd name="connsiteX0" fmla="*/ 0 w 595706"/>
                  <a:gd name="connsiteY0" fmla="*/ 1791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17910 h 135147"/>
                  <a:gd name="connsiteX0" fmla="*/ 0 w 595706"/>
                  <a:gd name="connsiteY0" fmla="*/ 22423 h 139660"/>
                  <a:gd name="connsiteX1" fmla="*/ 595706 w 595706"/>
                  <a:gd name="connsiteY1" fmla="*/ 4513 h 139660"/>
                  <a:gd name="connsiteX2" fmla="*/ 595706 w 595706"/>
                  <a:gd name="connsiteY2" fmla="*/ 97478 h 139660"/>
                  <a:gd name="connsiteX3" fmla="*/ 1361 w 595706"/>
                  <a:gd name="connsiteY3" fmla="*/ 139660 h 139660"/>
                  <a:gd name="connsiteX4" fmla="*/ 0 w 595706"/>
                  <a:gd name="connsiteY4" fmla="*/ 22423 h 139660"/>
                  <a:gd name="connsiteX0" fmla="*/ 0 w 595706"/>
                  <a:gd name="connsiteY0" fmla="*/ 26413 h 143650"/>
                  <a:gd name="connsiteX1" fmla="*/ 595706 w 595706"/>
                  <a:gd name="connsiteY1" fmla="*/ 8503 h 143650"/>
                  <a:gd name="connsiteX2" fmla="*/ 595706 w 595706"/>
                  <a:gd name="connsiteY2" fmla="*/ 101468 h 143650"/>
                  <a:gd name="connsiteX3" fmla="*/ 1361 w 595706"/>
                  <a:gd name="connsiteY3" fmla="*/ 143650 h 143650"/>
                  <a:gd name="connsiteX4" fmla="*/ 0 w 595706"/>
                  <a:gd name="connsiteY4" fmla="*/ 26413 h 143650"/>
                  <a:gd name="connsiteX0" fmla="*/ 0 w 595706"/>
                  <a:gd name="connsiteY0" fmla="*/ 21286 h 138523"/>
                  <a:gd name="connsiteX1" fmla="*/ 595706 w 595706"/>
                  <a:gd name="connsiteY1" fmla="*/ 3376 h 138523"/>
                  <a:gd name="connsiteX2" fmla="*/ 595706 w 595706"/>
                  <a:gd name="connsiteY2" fmla="*/ 96341 h 138523"/>
                  <a:gd name="connsiteX3" fmla="*/ 1361 w 595706"/>
                  <a:gd name="connsiteY3" fmla="*/ 138523 h 138523"/>
                  <a:gd name="connsiteX4" fmla="*/ 0 w 595706"/>
                  <a:gd name="connsiteY4" fmla="*/ 21286 h 138523"/>
                  <a:gd name="connsiteX0" fmla="*/ 0 w 595706"/>
                  <a:gd name="connsiteY0" fmla="*/ 22534 h 139771"/>
                  <a:gd name="connsiteX1" fmla="*/ 595706 w 595706"/>
                  <a:gd name="connsiteY1" fmla="*/ 4624 h 139771"/>
                  <a:gd name="connsiteX2" fmla="*/ 595706 w 595706"/>
                  <a:gd name="connsiteY2" fmla="*/ 97589 h 139771"/>
                  <a:gd name="connsiteX3" fmla="*/ 1361 w 595706"/>
                  <a:gd name="connsiteY3" fmla="*/ 139771 h 139771"/>
                  <a:gd name="connsiteX4" fmla="*/ 0 w 595706"/>
                  <a:gd name="connsiteY4" fmla="*/ 22534 h 139771"/>
                  <a:gd name="connsiteX0" fmla="*/ 0 w 595706"/>
                  <a:gd name="connsiteY0" fmla="*/ 23494 h 140731"/>
                  <a:gd name="connsiteX1" fmla="*/ 595706 w 595706"/>
                  <a:gd name="connsiteY1" fmla="*/ 2118 h 140731"/>
                  <a:gd name="connsiteX2" fmla="*/ 595706 w 595706"/>
                  <a:gd name="connsiteY2" fmla="*/ 98549 h 140731"/>
                  <a:gd name="connsiteX3" fmla="*/ 1361 w 595706"/>
                  <a:gd name="connsiteY3" fmla="*/ 140731 h 140731"/>
                  <a:gd name="connsiteX4" fmla="*/ 0 w 595706"/>
                  <a:gd name="connsiteY4" fmla="*/ 23494 h 140731"/>
                  <a:gd name="connsiteX0" fmla="*/ 0 w 595706"/>
                  <a:gd name="connsiteY0" fmla="*/ 23494 h 140731"/>
                  <a:gd name="connsiteX1" fmla="*/ 595706 w 595706"/>
                  <a:gd name="connsiteY1" fmla="*/ 2118 h 140731"/>
                  <a:gd name="connsiteX2" fmla="*/ 595706 w 595706"/>
                  <a:gd name="connsiteY2" fmla="*/ 98549 h 140731"/>
                  <a:gd name="connsiteX3" fmla="*/ 1361 w 595706"/>
                  <a:gd name="connsiteY3" fmla="*/ 140731 h 140731"/>
                  <a:gd name="connsiteX4" fmla="*/ 0 w 595706"/>
                  <a:gd name="connsiteY4" fmla="*/ 23494 h 140731"/>
                  <a:gd name="connsiteX0" fmla="*/ 0 w 595706"/>
                  <a:gd name="connsiteY0" fmla="*/ 25030 h 142267"/>
                  <a:gd name="connsiteX1" fmla="*/ 595706 w 595706"/>
                  <a:gd name="connsiteY1" fmla="*/ 3654 h 142267"/>
                  <a:gd name="connsiteX2" fmla="*/ 595706 w 595706"/>
                  <a:gd name="connsiteY2" fmla="*/ 100085 h 142267"/>
                  <a:gd name="connsiteX3" fmla="*/ 1361 w 595706"/>
                  <a:gd name="connsiteY3" fmla="*/ 142267 h 142267"/>
                  <a:gd name="connsiteX4" fmla="*/ 0 w 595706"/>
                  <a:gd name="connsiteY4" fmla="*/ 25030 h 142267"/>
                  <a:gd name="connsiteX0" fmla="*/ 0 w 595706"/>
                  <a:gd name="connsiteY0" fmla="*/ 22091 h 139328"/>
                  <a:gd name="connsiteX1" fmla="*/ 595706 w 595706"/>
                  <a:gd name="connsiteY1" fmla="*/ 715 h 139328"/>
                  <a:gd name="connsiteX2" fmla="*/ 595706 w 595706"/>
                  <a:gd name="connsiteY2" fmla="*/ 97146 h 139328"/>
                  <a:gd name="connsiteX3" fmla="*/ 1361 w 595706"/>
                  <a:gd name="connsiteY3" fmla="*/ 139328 h 139328"/>
                  <a:gd name="connsiteX4" fmla="*/ 0 w 595706"/>
                  <a:gd name="connsiteY4" fmla="*/ 22091 h 139328"/>
                  <a:gd name="connsiteX0" fmla="*/ 0 w 595706"/>
                  <a:gd name="connsiteY0" fmla="*/ 23573 h 140810"/>
                  <a:gd name="connsiteX1" fmla="*/ 595706 w 595706"/>
                  <a:gd name="connsiteY1" fmla="*/ 2197 h 140810"/>
                  <a:gd name="connsiteX2" fmla="*/ 595706 w 595706"/>
                  <a:gd name="connsiteY2" fmla="*/ 98628 h 140810"/>
                  <a:gd name="connsiteX3" fmla="*/ 1361 w 595706"/>
                  <a:gd name="connsiteY3" fmla="*/ 140810 h 140810"/>
                  <a:gd name="connsiteX4" fmla="*/ 0 w 595706"/>
                  <a:gd name="connsiteY4" fmla="*/ 23573 h 140810"/>
                  <a:gd name="connsiteX0" fmla="*/ 0 w 595706"/>
                  <a:gd name="connsiteY0" fmla="*/ 21908 h 139145"/>
                  <a:gd name="connsiteX1" fmla="*/ 595706 w 595706"/>
                  <a:gd name="connsiteY1" fmla="*/ 532 h 139145"/>
                  <a:gd name="connsiteX2" fmla="*/ 595706 w 595706"/>
                  <a:gd name="connsiteY2" fmla="*/ 96963 h 139145"/>
                  <a:gd name="connsiteX3" fmla="*/ 1361 w 595706"/>
                  <a:gd name="connsiteY3" fmla="*/ 139145 h 139145"/>
                  <a:gd name="connsiteX4" fmla="*/ 0 w 595706"/>
                  <a:gd name="connsiteY4" fmla="*/ 21908 h 139145"/>
                  <a:gd name="connsiteX0" fmla="*/ 0 w 595706"/>
                  <a:gd name="connsiteY0" fmla="*/ 23863 h 141100"/>
                  <a:gd name="connsiteX1" fmla="*/ 595706 w 595706"/>
                  <a:gd name="connsiteY1" fmla="*/ 2487 h 141100"/>
                  <a:gd name="connsiteX2" fmla="*/ 595706 w 595706"/>
                  <a:gd name="connsiteY2" fmla="*/ 98918 h 141100"/>
                  <a:gd name="connsiteX3" fmla="*/ 1361 w 595706"/>
                  <a:gd name="connsiteY3" fmla="*/ 141100 h 141100"/>
                  <a:gd name="connsiteX4" fmla="*/ 0 w 595706"/>
                  <a:gd name="connsiteY4" fmla="*/ 23863 h 141100"/>
                  <a:gd name="connsiteX0" fmla="*/ 0 w 595706"/>
                  <a:gd name="connsiteY0" fmla="*/ 24472 h 141709"/>
                  <a:gd name="connsiteX1" fmla="*/ 595706 w 595706"/>
                  <a:gd name="connsiteY1" fmla="*/ 3096 h 141709"/>
                  <a:gd name="connsiteX2" fmla="*/ 595706 w 595706"/>
                  <a:gd name="connsiteY2" fmla="*/ 99527 h 141709"/>
                  <a:gd name="connsiteX3" fmla="*/ 1361 w 595706"/>
                  <a:gd name="connsiteY3" fmla="*/ 141709 h 141709"/>
                  <a:gd name="connsiteX4" fmla="*/ 0 w 595706"/>
                  <a:gd name="connsiteY4" fmla="*/ 24472 h 141709"/>
                  <a:gd name="connsiteX0" fmla="*/ 0 w 595706"/>
                  <a:gd name="connsiteY0" fmla="*/ 24267 h 141504"/>
                  <a:gd name="connsiteX1" fmla="*/ 595706 w 595706"/>
                  <a:gd name="connsiteY1" fmla="*/ 2891 h 141504"/>
                  <a:gd name="connsiteX2" fmla="*/ 595706 w 595706"/>
                  <a:gd name="connsiteY2" fmla="*/ 99322 h 141504"/>
                  <a:gd name="connsiteX3" fmla="*/ 1361 w 595706"/>
                  <a:gd name="connsiteY3" fmla="*/ 141504 h 141504"/>
                  <a:gd name="connsiteX4" fmla="*/ 0 w 595706"/>
                  <a:gd name="connsiteY4" fmla="*/ 24267 h 141504"/>
                  <a:gd name="connsiteX0" fmla="*/ 0 w 595706"/>
                  <a:gd name="connsiteY0" fmla="*/ 24472 h 141709"/>
                  <a:gd name="connsiteX1" fmla="*/ 595706 w 595706"/>
                  <a:gd name="connsiteY1" fmla="*/ 3096 h 141709"/>
                  <a:gd name="connsiteX2" fmla="*/ 595706 w 595706"/>
                  <a:gd name="connsiteY2" fmla="*/ 99527 h 141709"/>
                  <a:gd name="connsiteX3" fmla="*/ 1361 w 595706"/>
                  <a:gd name="connsiteY3" fmla="*/ 141709 h 141709"/>
                  <a:gd name="connsiteX4" fmla="*/ 0 w 595706"/>
                  <a:gd name="connsiteY4" fmla="*/ 24472 h 141709"/>
                  <a:gd name="connsiteX0" fmla="*/ 0 w 595706"/>
                  <a:gd name="connsiteY0" fmla="*/ 24472 h 141709"/>
                  <a:gd name="connsiteX1" fmla="*/ 594353 w 595706"/>
                  <a:gd name="connsiteY1" fmla="*/ 3096 h 141709"/>
                  <a:gd name="connsiteX2" fmla="*/ 595706 w 595706"/>
                  <a:gd name="connsiteY2" fmla="*/ 99527 h 141709"/>
                  <a:gd name="connsiteX3" fmla="*/ 1361 w 595706"/>
                  <a:gd name="connsiteY3" fmla="*/ 141709 h 141709"/>
                  <a:gd name="connsiteX4" fmla="*/ 0 w 595706"/>
                  <a:gd name="connsiteY4" fmla="*/ 24472 h 141709"/>
                  <a:gd name="connsiteX0" fmla="*/ 124 w 595830"/>
                  <a:gd name="connsiteY0" fmla="*/ 24472 h 141709"/>
                  <a:gd name="connsiteX1" fmla="*/ 594477 w 595830"/>
                  <a:gd name="connsiteY1" fmla="*/ 3096 h 141709"/>
                  <a:gd name="connsiteX2" fmla="*/ 595830 w 595830"/>
                  <a:gd name="connsiteY2" fmla="*/ 99527 h 141709"/>
                  <a:gd name="connsiteX3" fmla="*/ 131 w 595830"/>
                  <a:gd name="connsiteY3" fmla="*/ 141709 h 141709"/>
                  <a:gd name="connsiteX4" fmla="*/ 124 w 595830"/>
                  <a:gd name="connsiteY4" fmla="*/ 24472 h 141709"/>
                  <a:gd name="connsiteX0" fmla="*/ 124 w 597179"/>
                  <a:gd name="connsiteY0" fmla="*/ 25207 h 142444"/>
                  <a:gd name="connsiteX1" fmla="*/ 597179 w 597179"/>
                  <a:gd name="connsiteY1" fmla="*/ 481 h 142444"/>
                  <a:gd name="connsiteX2" fmla="*/ 595830 w 597179"/>
                  <a:gd name="connsiteY2" fmla="*/ 100262 h 142444"/>
                  <a:gd name="connsiteX3" fmla="*/ 131 w 597179"/>
                  <a:gd name="connsiteY3" fmla="*/ 142444 h 142444"/>
                  <a:gd name="connsiteX4" fmla="*/ 124 w 597179"/>
                  <a:gd name="connsiteY4" fmla="*/ 25207 h 142444"/>
                  <a:gd name="connsiteX0" fmla="*/ 124 w 595889"/>
                  <a:gd name="connsiteY0" fmla="*/ 25842 h 143079"/>
                  <a:gd name="connsiteX1" fmla="*/ 594477 w 595889"/>
                  <a:gd name="connsiteY1" fmla="*/ 0 h 143079"/>
                  <a:gd name="connsiteX2" fmla="*/ 595830 w 595889"/>
                  <a:gd name="connsiteY2" fmla="*/ 100897 h 143079"/>
                  <a:gd name="connsiteX3" fmla="*/ 131 w 595889"/>
                  <a:gd name="connsiteY3" fmla="*/ 143079 h 143079"/>
                  <a:gd name="connsiteX4" fmla="*/ 124 w 595889"/>
                  <a:gd name="connsiteY4" fmla="*/ 25842 h 143079"/>
                  <a:gd name="connsiteX0" fmla="*/ 124 w 595889"/>
                  <a:gd name="connsiteY0" fmla="*/ 24713 h 141950"/>
                  <a:gd name="connsiteX1" fmla="*/ 594477 w 595889"/>
                  <a:gd name="connsiteY1" fmla="*/ 2221 h 141950"/>
                  <a:gd name="connsiteX2" fmla="*/ 595830 w 595889"/>
                  <a:gd name="connsiteY2" fmla="*/ 99768 h 141950"/>
                  <a:gd name="connsiteX3" fmla="*/ 131 w 595889"/>
                  <a:gd name="connsiteY3" fmla="*/ 141950 h 141950"/>
                  <a:gd name="connsiteX4" fmla="*/ 124 w 595889"/>
                  <a:gd name="connsiteY4" fmla="*/ 24713 h 141950"/>
                  <a:gd name="connsiteX0" fmla="*/ 124 w 595959"/>
                  <a:gd name="connsiteY0" fmla="*/ 24713 h 141950"/>
                  <a:gd name="connsiteX1" fmla="*/ 595828 w 595959"/>
                  <a:gd name="connsiteY1" fmla="*/ 2221 h 141950"/>
                  <a:gd name="connsiteX2" fmla="*/ 595830 w 595959"/>
                  <a:gd name="connsiteY2" fmla="*/ 99768 h 141950"/>
                  <a:gd name="connsiteX3" fmla="*/ 131 w 595959"/>
                  <a:gd name="connsiteY3" fmla="*/ 141950 h 141950"/>
                  <a:gd name="connsiteX4" fmla="*/ 124 w 595959"/>
                  <a:gd name="connsiteY4" fmla="*/ 24713 h 141950"/>
                  <a:gd name="connsiteX0" fmla="*/ 124 w 595959"/>
                  <a:gd name="connsiteY0" fmla="*/ 24925 h 142162"/>
                  <a:gd name="connsiteX1" fmla="*/ 595828 w 595959"/>
                  <a:gd name="connsiteY1" fmla="*/ 2433 h 142162"/>
                  <a:gd name="connsiteX2" fmla="*/ 595830 w 595959"/>
                  <a:gd name="connsiteY2" fmla="*/ 99980 h 142162"/>
                  <a:gd name="connsiteX3" fmla="*/ 131 w 595959"/>
                  <a:gd name="connsiteY3" fmla="*/ 142162 h 142162"/>
                  <a:gd name="connsiteX4" fmla="*/ 124 w 595959"/>
                  <a:gd name="connsiteY4" fmla="*/ 24925 h 142162"/>
                  <a:gd name="connsiteX0" fmla="*/ 124 w 595959"/>
                  <a:gd name="connsiteY0" fmla="*/ 22492 h 139729"/>
                  <a:gd name="connsiteX1" fmla="*/ 595828 w 595959"/>
                  <a:gd name="connsiteY1" fmla="*/ 0 h 139729"/>
                  <a:gd name="connsiteX2" fmla="*/ 595830 w 595959"/>
                  <a:gd name="connsiteY2" fmla="*/ 97547 h 139729"/>
                  <a:gd name="connsiteX3" fmla="*/ 131 w 595959"/>
                  <a:gd name="connsiteY3" fmla="*/ 139729 h 139729"/>
                  <a:gd name="connsiteX4" fmla="*/ 124 w 595959"/>
                  <a:gd name="connsiteY4" fmla="*/ 22492 h 139729"/>
                  <a:gd name="connsiteX0" fmla="*/ 124 w 595959"/>
                  <a:gd name="connsiteY0" fmla="*/ 25585 h 142822"/>
                  <a:gd name="connsiteX1" fmla="*/ 595828 w 595959"/>
                  <a:gd name="connsiteY1" fmla="*/ 3093 h 142822"/>
                  <a:gd name="connsiteX2" fmla="*/ 595830 w 595959"/>
                  <a:gd name="connsiteY2" fmla="*/ 100640 h 142822"/>
                  <a:gd name="connsiteX3" fmla="*/ 131 w 595959"/>
                  <a:gd name="connsiteY3" fmla="*/ 142822 h 142822"/>
                  <a:gd name="connsiteX4" fmla="*/ 124 w 595959"/>
                  <a:gd name="connsiteY4" fmla="*/ 25585 h 142822"/>
                  <a:gd name="connsiteX0" fmla="*/ 124 w 595959"/>
                  <a:gd name="connsiteY0" fmla="*/ 25585 h 142822"/>
                  <a:gd name="connsiteX1" fmla="*/ 595828 w 595959"/>
                  <a:gd name="connsiteY1" fmla="*/ 3093 h 142822"/>
                  <a:gd name="connsiteX2" fmla="*/ 595830 w 595959"/>
                  <a:gd name="connsiteY2" fmla="*/ 100640 h 142822"/>
                  <a:gd name="connsiteX3" fmla="*/ 131 w 595959"/>
                  <a:gd name="connsiteY3" fmla="*/ 142822 h 142822"/>
                  <a:gd name="connsiteX4" fmla="*/ 124 w 595959"/>
                  <a:gd name="connsiteY4" fmla="*/ 25585 h 142822"/>
                  <a:gd name="connsiteX0" fmla="*/ 124 w 595959"/>
                  <a:gd name="connsiteY0" fmla="*/ 26512 h 143749"/>
                  <a:gd name="connsiteX1" fmla="*/ 595828 w 595959"/>
                  <a:gd name="connsiteY1" fmla="*/ 4020 h 143749"/>
                  <a:gd name="connsiteX2" fmla="*/ 595830 w 595959"/>
                  <a:gd name="connsiteY2" fmla="*/ 101567 h 143749"/>
                  <a:gd name="connsiteX3" fmla="*/ 131 w 595959"/>
                  <a:gd name="connsiteY3" fmla="*/ 143749 h 143749"/>
                  <a:gd name="connsiteX4" fmla="*/ 124 w 595959"/>
                  <a:gd name="connsiteY4" fmla="*/ 26512 h 143749"/>
                  <a:gd name="connsiteX0" fmla="*/ 124 w 595959"/>
                  <a:gd name="connsiteY0" fmla="*/ 26512 h 143749"/>
                  <a:gd name="connsiteX1" fmla="*/ 595828 w 595959"/>
                  <a:gd name="connsiteY1" fmla="*/ 4020 h 143749"/>
                  <a:gd name="connsiteX2" fmla="*/ 595830 w 595959"/>
                  <a:gd name="connsiteY2" fmla="*/ 101567 h 143749"/>
                  <a:gd name="connsiteX3" fmla="*/ 131 w 595959"/>
                  <a:gd name="connsiteY3" fmla="*/ 143749 h 143749"/>
                  <a:gd name="connsiteX4" fmla="*/ 124 w 595959"/>
                  <a:gd name="connsiteY4" fmla="*/ 26512 h 143749"/>
                  <a:gd name="connsiteX0" fmla="*/ 124 w 595959"/>
                  <a:gd name="connsiteY0" fmla="*/ 28496 h 145733"/>
                  <a:gd name="connsiteX1" fmla="*/ 595828 w 595959"/>
                  <a:gd name="connsiteY1" fmla="*/ 6004 h 145733"/>
                  <a:gd name="connsiteX2" fmla="*/ 595830 w 595959"/>
                  <a:gd name="connsiteY2" fmla="*/ 103551 h 145733"/>
                  <a:gd name="connsiteX3" fmla="*/ 131 w 595959"/>
                  <a:gd name="connsiteY3" fmla="*/ 145733 h 145733"/>
                  <a:gd name="connsiteX4" fmla="*/ 124 w 595959"/>
                  <a:gd name="connsiteY4" fmla="*/ 28496 h 14573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856"/>
                  <a:gd name="connsiteY0" fmla="*/ 41841 h 159078"/>
                  <a:gd name="connsiteX1" fmla="*/ 591261 w 595856"/>
                  <a:gd name="connsiteY1" fmla="*/ 0 h 159078"/>
                  <a:gd name="connsiteX2" fmla="*/ 595830 w 595856"/>
                  <a:gd name="connsiteY2" fmla="*/ 116896 h 159078"/>
                  <a:gd name="connsiteX3" fmla="*/ 131 w 595856"/>
                  <a:gd name="connsiteY3" fmla="*/ 159078 h 159078"/>
                  <a:gd name="connsiteX4" fmla="*/ 124 w 595856"/>
                  <a:gd name="connsiteY4" fmla="*/ 41841 h 159078"/>
                  <a:gd name="connsiteX0" fmla="*/ 124 w 595959"/>
                  <a:gd name="connsiteY0" fmla="*/ 41841 h 159078"/>
                  <a:gd name="connsiteX1" fmla="*/ 595828 w 595959"/>
                  <a:gd name="connsiteY1" fmla="*/ 0 h 159078"/>
                  <a:gd name="connsiteX2" fmla="*/ 595830 w 595959"/>
                  <a:gd name="connsiteY2" fmla="*/ 116896 h 159078"/>
                  <a:gd name="connsiteX3" fmla="*/ 131 w 595959"/>
                  <a:gd name="connsiteY3" fmla="*/ 159078 h 159078"/>
                  <a:gd name="connsiteX4" fmla="*/ 124 w 595959"/>
                  <a:gd name="connsiteY4" fmla="*/ 41841 h 159078"/>
                  <a:gd name="connsiteX0" fmla="*/ 124 w 597349"/>
                  <a:gd name="connsiteY0" fmla="*/ 42378 h 159615"/>
                  <a:gd name="connsiteX1" fmla="*/ 597349 w 597349"/>
                  <a:gd name="connsiteY1" fmla="*/ 0 h 159615"/>
                  <a:gd name="connsiteX2" fmla="*/ 595830 w 597349"/>
                  <a:gd name="connsiteY2" fmla="*/ 117433 h 159615"/>
                  <a:gd name="connsiteX3" fmla="*/ 131 w 597349"/>
                  <a:gd name="connsiteY3" fmla="*/ 159615 h 159615"/>
                  <a:gd name="connsiteX4" fmla="*/ 124 w 597349"/>
                  <a:gd name="connsiteY4" fmla="*/ 42378 h 159615"/>
                  <a:gd name="connsiteX0" fmla="*/ 124 w 600443"/>
                  <a:gd name="connsiteY0" fmla="*/ 42378 h 159615"/>
                  <a:gd name="connsiteX1" fmla="*/ 597349 w 600443"/>
                  <a:gd name="connsiteY1" fmla="*/ 0 h 159615"/>
                  <a:gd name="connsiteX2" fmla="*/ 600408 w 600443"/>
                  <a:gd name="connsiteY2" fmla="*/ 117433 h 159615"/>
                  <a:gd name="connsiteX3" fmla="*/ 131 w 600443"/>
                  <a:gd name="connsiteY3" fmla="*/ 159615 h 159615"/>
                  <a:gd name="connsiteX4" fmla="*/ 124 w 600443"/>
                  <a:gd name="connsiteY4" fmla="*/ 42378 h 159615"/>
                  <a:gd name="connsiteX0" fmla="*/ 124 w 600537"/>
                  <a:gd name="connsiteY0" fmla="*/ 42378 h 159615"/>
                  <a:gd name="connsiteX1" fmla="*/ 600401 w 600537"/>
                  <a:gd name="connsiteY1" fmla="*/ 0 h 159615"/>
                  <a:gd name="connsiteX2" fmla="*/ 600408 w 600537"/>
                  <a:gd name="connsiteY2" fmla="*/ 117433 h 159615"/>
                  <a:gd name="connsiteX3" fmla="*/ 131 w 600537"/>
                  <a:gd name="connsiteY3" fmla="*/ 159615 h 159615"/>
                  <a:gd name="connsiteX4" fmla="*/ 124 w 600537"/>
                  <a:gd name="connsiteY4" fmla="*/ 42378 h 1596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00537" h="159615">
                    <a:moveTo>
                      <a:pt x="124" y="42378"/>
                    </a:moveTo>
                    <a:cubicBezTo>
                      <a:pt x="296414" y="-50243"/>
                      <a:pt x="418111" y="75773"/>
                      <a:pt x="600401" y="0"/>
                    </a:cubicBezTo>
                    <a:cubicBezTo>
                      <a:pt x="599951" y="33260"/>
                      <a:pt x="600858" y="84173"/>
                      <a:pt x="600408" y="117433"/>
                    </a:cubicBezTo>
                    <a:cubicBezTo>
                      <a:pt x="395490" y="192726"/>
                      <a:pt x="285331" y="62551"/>
                      <a:pt x="131" y="159615"/>
                    </a:cubicBezTo>
                    <a:cubicBezTo>
                      <a:pt x="-323" y="114566"/>
                      <a:pt x="578" y="87427"/>
                      <a:pt x="124" y="42378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</a:schemeClr>
              </a:solidFill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38" name="矩形 1174">
                <a:extLst>
                  <a:ext uri="{FF2B5EF4-FFF2-40B4-BE49-F238E27FC236}">
                    <a16:creationId xmlns:a16="http://schemas.microsoft.com/office/drawing/2014/main" id="{74CB673C-C0D4-7EDF-FB01-710931A7A813}"/>
                  </a:ext>
                </a:extLst>
              </p:cNvPr>
              <p:cNvSpPr/>
              <p:nvPr/>
            </p:nvSpPr>
            <p:spPr>
              <a:xfrm rot="10800000">
                <a:off x="5041542" y="6890402"/>
                <a:ext cx="618706" cy="226680"/>
              </a:xfrm>
              <a:custGeom>
                <a:avLst/>
                <a:gdLst>
                  <a:gd name="connsiteX0" fmla="*/ 0 w 595706"/>
                  <a:gd name="connsiteY0" fmla="*/ 0 h 92965"/>
                  <a:gd name="connsiteX1" fmla="*/ 595706 w 595706"/>
                  <a:gd name="connsiteY1" fmla="*/ 0 h 92965"/>
                  <a:gd name="connsiteX2" fmla="*/ 595706 w 595706"/>
                  <a:gd name="connsiteY2" fmla="*/ 92965 h 92965"/>
                  <a:gd name="connsiteX3" fmla="*/ 0 w 595706"/>
                  <a:gd name="connsiteY3" fmla="*/ 92965 h 92965"/>
                  <a:gd name="connsiteX4" fmla="*/ 0 w 595706"/>
                  <a:gd name="connsiteY4" fmla="*/ 0 h 92965"/>
                  <a:gd name="connsiteX0" fmla="*/ 0 w 595706"/>
                  <a:gd name="connsiteY0" fmla="*/ 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0 h 135147"/>
                  <a:gd name="connsiteX0" fmla="*/ 0 w 595706"/>
                  <a:gd name="connsiteY0" fmla="*/ 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0 h 135147"/>
                  <a:gd name="connsiteX0" fmla="*/ 0 w 595706"/>
                  <a:gd name="connsiteY0" fmla="*/ 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0 h 135147"/>
                  <a:gd name="connsiteX0" fmla="*/ 0 w 595706"/>
                  <a:gd name="connsiteY0" fmla="*/ 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0 h 135147"/>
                  <a:gd name="connsiteX0" fmla="*/ 1422 w 594406"/>
                  <a:gd name="connsiteY0" fmla="*/ 21376 h 135147"/>
                  <a:gd name="connsiteX1" fmla="*/ 594406 w 594406"/>
                  <a:gd name="connsiteY1" fmla="*/ 0 h 135147"/>
                  <a:gd name="connsiteX2" fmla="*/ 594406 w 594406"/>
                  <a:gd name="connsiteY2" fmla="*/ 92965 h 135147"/>
                  <a:gd name="connsiteX3" fmla="*/ 61 w 594406"/>
                  <a:gd name="connsiteY3" fmla="*/ 135147 h 135147"/>
                  <a:gd name="connsiteX4" fmla="*/ 1422 w 594406"/>
                  <a:gd name="connsiteY4" fmla="*/ 21376 h 135147"/>
                  <a:gd name="connsiteX0" fmla="*/ 1422 w 594406"/>
                  <a:gd name="connsiteY0" fmla="*/ 15599 h 135147"/>
                  <a:gd name="connsiteX1" fmla="*/ 594406 w 594406"/>
                  <a:gd name="connsiteY1" fmla="*/ 0 h 135147"/>
                  <a:gd name="connsiteX2" fmla="*/ 594406 w 594406"/>
                  <a:gd name="connsiteY2" fmla="*/ 92965 h 135147"/>
                  <a:gd name="connsiteX3" fmla="*/ 61 w 594406"/>
                  <a:gd name="connsiteY3" fmla="*/ 135147 h 135147"/>
                  <a:gd name="connsiteX4" fmla="*/ 1422 w 594406"/>
                  <a:gd name="connsiteY4" fmla="*/ 15599 h 135147"/>
                  <a:gd name="connsiteX0" fmla="*/ 131 w 594476"/>
                  <a:gd name="connsiteY0" fmla="*/ 4622 h 135147"/>
                  <a:gd name="connsiteX1" fmla="*/ 594476 w 594476"/>
                  <a:gd name="connsiteY1" fmla="*/ 0 h 135147"/>
                  <a:gd name="connsiteX2" fmla="*/ 594476 w 594476"/>
                  <a:gd name="connsiteY2" fmla="*/ 92965 h 135147"/>
                  <a:gd name="connsiteX3" fmla="*/ 131 w 594476"/>
                  <a:gd name="connsiteY3" fmla="*/ 135147 h 135147"/>
                  <a:gd name="connsiteX4" fmla="*/ 131 w 594476"/>
                  <a:gd name="connsiteY4" fmla="*/ 4622 h 135147"/>
                  <a:gd name="connsiteX0" fmla="*/ 0 w 595706"/>
                  <a:gd name="connsiteY0" fmla="*/ 1791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17910 h 135147"/>
                  <a:gd name="connsiteX0" fmla="*/ 0 w 595706"/>
                  <a:gd name="connsiteY0" fmla="*/ 1791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17910 h 135147"/>
                  <a:gd name="connsiteX0" fmla="*/ 0 w 595706"/>
                  <a:gd name="connsiteY0" fmla="*/ 1791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17910 h 135147"/>
                  <a:gd name="connsiteX0" fmla="*/ 0 w 595706"/>
                  <a:gd name="connsiteY0" fmla="*/ 1791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17910 h 135147"/>
                  <a:gd name="connsiteX0" fmla="*/ 0 w 595706"/>
                  <a:gd name="connsiteY0" fmla="*/ 22423 h 139660"/>
                  <a:gd name="connsiteX1" fmla="*/ 595706 w 595706"/>
                  <a:gd name="connsiteY1" fmla="*/ 4513 h 139660"/>
                  <a:gd name="connsiteX2" fmla="*/ 595706 w 595706"/>
                  <a:gd name="connsiteY2" fmla="*/ 97478 h 139660"/>
                  <a:gd name="connsiteX3" fmla="*/ 1361 w 595706"/>
                  <a:gd name="connsiteY3" fmla="*/ 139660 h 139660"/>
                  <a:gd name="connsiteX4" fmla="*/ 0 w 595706"/>
                  <a:gd name="connsiteY4" fmla="*/ 22423 h 139660"/>
                  <a:gd name="connsiteX0" fmla="*/ 0 w 595706"/>
                  <a:gd name="connsiteY0" fmla="*/ 26413 h 143650"/>
                  <a:gd name="connsiteX1" fmla="*/ 595706 w 595706"/>
                  <a:gd name="connsiteY1" fmla="*/ 8503 h 143650"/>
                  <a:gd name="connsiteX2" fmla="*/ 595706 w 595706"/>
                  <a:gd name="connsiteY2" fmla="*/ 101468 h 143650"/>
                  <a:gd name="connsiteX3" fmla="*/ 1361 w 595706"/>
                  <a:gd name="connsiteY3" fmla="*/ 143650 h 143650"/>
                  <a:gd name="connsiteX4" fmla="*/ 0 w 595706"/>
                  <a:gd name="connsiteY4" fmla="*/ 26413 h 143650"/>
                  <a:gd name="connsiteX0" fmla="*/ 0 w 595706"/>
                  <a:gd name="connsiteY0" fmla="*/ 21286 h 138523"/>
                  <a:gd name="connsiteX1" fmla="*/ 595706 w 595706"/>
                  <a:gd name="connsiteY1" fmla="*/ 3376 h 138523"/>
                  <a:gd name="connsiteX2" fmla="*/ 595706 w 595706"/>
                  <a:gd name="connsiteY2" fmla="*/ 96341 h 138523"/>
                  <a:gd name="connsiteX3" fmla="*/ 1361 w 595706"/>
                  <a:gd name="connsiteY3" fmla="*/ 138523 h 138523"/>
                  <a:gd name="connsiteX4" fmla="*/ 0 w 595706"/>
                  <a:gd name="connsiteY4" fmla="*/ 21286 h 138523"/>
                  <a:gd name="connsiteX0" fmla="*/ 0 w 595706"/>
                  <a:gd name="connsiteY0" fmla="*/ 22534 h 139771"/>
                  <a:gd name="connsiteX1" fmla="*/ 595706 w 595706"/>
                  <a:gd name="connsiteY1" fmla="*/ 4624 h 139771"/>
                  <a:gd name="connsiteX2" fmla="*/ 595706 w 595706"/>
                  <a:gd name="connsiteY2" fmla="*/ 97589 h 139771"/>
                  <a:gd name="connsiteX3" fmla="*/ 1361 w 595706"/>
                  <a:gd name="connsiteY3" fmla="*/ 139771 h 139771"/>
                  <a:gd name="connsiteX4" fmla="*/ 0 w 595706"/>
                  <a:gd name="connsiteY4" fmla="*/ 22534 h 139771"/>
                  <a:gd name="connsiteX0" fmla="*/ 0 w 595706"/>
                  <a:gd name="connsiteY0" fmla="*/ 23494 h 140731"/>
                  <a:gd name="connsiteX1" fmla="*/ 595706 w 595706"/>
                  <a:gd name="connsiteY1" fmla="*/ 2118 h 140731"/>
                  <a:gd name="connsiteX2" fmla="*/ 595706 w 595706"/>
                  <a:gd name="connsiteY2" fmla="*/ 98549 h 140731"/>
                  <a:gd name="connsiteX3" fmla="*/ 1361 w 595706"/>
                  <a:gd name="connsiteY3" fmla="*/ 140731 h 140731"/>
                  <a:gd name="connsiteX4" fmla="*/ 0 w 595706"/>
                  <a:gd name="connsiteY4" fmla="*/ 23494 h 140731"/>
                  <a:gd name="connsiteX0" fmla="*/ 0 w 595706"/>
                  <a:gd name="connsiteY0" fmla="*/ 23494 h 140731"/>
                  <a:gd name="connsiteX1" fmla="*/ 595706 w 595706"/>
                  <a:gd name="connsiteY1" fmla="*/ 2118 h 140731"/>
                  <a:gd name="connsiteX2" fmla="*/ 595706 w 595706"/>
                  <a:gd name="connsiteY2" fmla="*/ 98549 h 140731"/>
                  <a:gd name="connsiteX3" fmla="*/ 1361 w 595706"/>
                  <a:gd name="connsiteY3" fmla="*/ 140731 h 140731"/>
                  <a:gd name="connsiteX4" fmla="*/ 0 w 595706"/>
                  <a:gd name="connsiteY4" fmla="*/ 23494 h 140731"/>
                  <a:gd name="connsiteX0" fmla="*/ 0 w 595706"/>
                  <a:gd name="connsiteY0" fmla="*/ 25030 h 142267"/>
                  <a:gd name="connsiteX1" fmla="*/ 595706 w 595706"/>
                  <a:gd name="connsiteY1" fmla="*/ 3654 h 142267"/>
                  <a:gd name="connsiteX2" fmla="*/ 595706 w 595706"/>
                  <a:gd name="connsiteY2" fmla="*/ 100085 h 142267"/>
                  <a:gd name="connsiteX3" fmla="*/ 1361 w 595706"/>
                  <a:gd name="connsiteY3" fmla="*/ 142267 h 142267"/>
                  <a:gd name="connsiteX4" fmla="*/ 0 w 595706"/>
                  <a:gd name="connsiteY4" fmla="*/ 25030 h 142267"/>
                  <a:gd name="connsiteX0" fmla="*/ 0 w 595706"/>
                  <a:gd name="connsiteY0" fmla="*/ 22091 h 139328"/>
                  <a:gd name="connsiteX1" fmla="*/ 595706 w 595706"/>
                  <a:gd name="connsiteY1" fmla="*/ 715 h 139328"/>
                  <a:gd name="connsiteX2" fmla="*/ 595706 w 595706"/>
                  <a:gd name="connsiteY2" fmla="*/ 97146 h 139328"/>
                  <a:gd name="connsiteX3" fmla="*/ 1361 w 595706"/>
                  <a:gd name="connsiteY3" fmla="*/ 139328 h 139328"/>
                  <a:gd name="connsiteX4" fmla="*/ 0 w 595706"/>
                  <a:gd name="connsiteY4" fmla="*/ 22091 h 139328"/>
                  <a:gd name="connsiteX0" fmla="*/ 0 w 595706"/>
                  <a:gd name="connsiteY0" fmla="*/ 23573 h 140810"/>
                  <a:gd name="connsiteX1" fmla="*/ 595706 w 595706"/>
                  <a:gd name="connsiteY1" fmla="*/ 2197 h 140810"/>
                  <a:gd name="connsiteX2" fmla="*/ 595706 w 595706"/>
                  <a:gd name="connsiteY2" fmla="*/ 98628 h 140810"/>
                  <a:gd name="connsiteX3" fmla="*/ 1361 w 595706"/>
                  <a:gd name="connsiteY3" fmla="*/ 140810 h 140810"/>
                  <a:gd name="connsiteX4" fmla="*/ 0 w 595706"/>
                  <a:gd name="connsiteY4" fmla="*/ 23573 h 140810"/>
                  <a:gd name="connsiteX0" fmla="*/ 0 w 595706"/>
                  <a:gd name="connsiteY0" fmla="*/ 21908 h 139145"/>
                  <a:gd name="connsiteX1" fmla="*/ 595706 w 595706"/>
                  <a:gd name="connsiteY1" fmla="*/ 532 h 139145"/>
                  <a:gd name="connsiteX2" fmla="*/ 595706 w 595706"/>
                  <a:gd name="connsiteY2" fmla="*/ 96963 h 139145"/>
                  <a:gd name="connsiteX3" fmla="*/ 1361 w 595706"/>
                  <a:gd name="connsiteY3" fmla="*/ 139145 h 139145"/>
                  <a:gd name="connsiteX4" fmla="*/ 0 w 595706"/>
                  <a:gd name="connsiteY4" fmla="*/ 21908 h 139145"/>
                  <a:gd name="connsiteX0" fmla="*/ 0 w 595706"/>
                  <a:gd name="connsiteY0" fmla="*/ 23863 h 141100"/>
                  <a:gd name="connsiteX1" fmla="*/ 595706 w 595706"/>
                  <a:gd name="connsiteY1" fmla="*/ 2487 h 141100"/>
                  <a:gd name="connsiteX2" fmla="*/ 595706 w 595706"/>
                  <a:gd name="connsiteY2" fmla="*/ 98918 h 141100"/>
                  <a:gd name="connsiteX3" fmla="*/ 1361 w 595706"/>
                  <a:gd name="connsiteY3" fmla="*/ 141100 h 141100"/>
                  <a:gd name="connsiteX4" fmla="*/ 0 w 595706"/>
                  <a:gd name="connsiteY4" fmla="*/ 23863 h 141100"/>
                  <a:gd name="connsiteX0" fmla="*/ 0 w 595706"/>
                  <a:gd name="connsiteY0" fmla="*/ 24472 h 141709"/>
                  <a:gd name="connsiteX1" fmla="*/ 595706 w 595706"/>
                  <a:gd name="connsiteY1" fmla="*/ 3096 h 141709"/>
                  <a:gd name="connsiteX2" fmla="*/ 595706 w 595706"/>
                  <a:gd name="connsiteY2" fmla="*/ 99527 h 141709"/>
                  <a:gd name="connsiteX3" fmla="*/ 1361 w 595706"/>
                  <a:gd name="connsiteY3" fmla="*/ 141709 h 141709"/>
                  <a:gd name="connsiteX4" fmla="*/ 0 w 595706"/>
                  <a:gd name="connsiteY4" fmla="*/ 24472 h 141709"/>
                  <a:gd name="connsiteX0" fmla="*/ 0 w 595706"/>
                  <a:gd name="connsiteY0" fmla="*/ 24267 h 141504"/>
                  <a:gd name="connsiteX1" fmla="*/ 595706 w 595706"/>
                  <a:gd name="connsiteY1" fmla="*/ 2891 h 141504"/>
                  <a:gd name="connsiteX2" fmla="*/ 595706 w 595706"/>
                  <a:gd name="connsiteY2" fmla="*/ 99322 h 141504"/>
                  <a:gd name="connsiteX3" fmla="*/ 1361 w 595706"/>
                  <a:gd name="connsiteY3" fmla="*/ 141504 h 141504"/>
                  <a:gd name="connsiteX4" fmla="*/ 0 w 595706"/>
                  <a:gd name="connsiteY4" fmla="*/ 24267 h 141504"/>
                  <a:gd name="connsiteX0" fmla="*/ 0 w 595706"/>
                  <a:gd name="connsiteY0" fmla="*/ 24472 h 141709"/>
                  <a:gd name="connsiteX1" fmla="*/ 595706 w 595706"/>
                  <a:gd name="connsiteY1" fmla="*/ 3096 h 141709"/>
                  <a:gd name="connsiteX2" fmla="*/ 595706 w 595706"/>
                  <a:gd name="connsiteY2" fmla="*/ 99527 h 141709"/>
                  <a:gd name="connsiteX3" fmla="*/ 1361 w 595706"/>
                  <a:gd name="connsiteY3" fmla="*/ 141709 h 141709"/>
                  <a:gd name="connsiteX4" fmla="*/ 0 w 595706"/>
                  <a:gd name="connsiteY4" fmla="*/ 24472 h 141709"/>
                  <a:gd name="connsiteX0" fmla="*/ 0 w 595706"/>
                  <a:gd name="connsiteY0" fmla="*/ 24472 h 141709"/>
                  <a:gd name="connsiteX1" fmla="*/ 594353 w 595706"/>
                  <a:gd name="connsiteY1" fmla="*/ 3096 h 141709"/>
                  <a:gd name="connsiteX2" fmla="*/ 595706 w 595706"/>
                  <a:gd name="connsiteY2" fmla="*/ 99527 h 141709"/>
                  <a:gd name="connsiteX3" fmla="*/ 1361 w 595706"/>
                  <a:gd name="connsiteY3" fmla="*/ 141709 h 141709"/>
                  <a:gd name="connsiteX4" fmla="*/ 0 w 595706"/>
                  <a:gd name="connsiteY4" fmla="*/ 24472 h 141709"/>
                  <a:gd name="connsiteX0" fmla="*/ 124 w 595830"/>
                  <a:gd name="connsiteY0" fmla="*/ 24472 h 141709"/>
                  <a:gd name="connsiteX1" fmla="*/ 594477 w 595830"/>
                  <a:gd name="connsiteY1" fmla="*/ 3096 h 141709"/>
                  <a:gd name="connsiteX2" fmla="*/ 595830 w 595830"/>
                  <a:gd name="connsiteY2" fmla="*/ 99527 h 141709"/>
                  <a:gd name="connsiteX3" fmla="*/ 131 w 595830"/>
                  <a:gd name="connsiteY3" fmla="*/ 141709 h 141709"/>
                  <a:gd name="connsiteX4" fmla="*/ 124 w 595830"/>
                  <a:gd name="connsiteY4" fmla="*/ 24472 h 141709"/>
                  <a:gd name="connsiteX0" fmla="*/ 124 w 597179"/>
                  <a:gd name="connsiteY0" fmla="*/ 25207 h 142444"/>
                  <a:gd name="connsiteX1" fmla="*/ 597179 w 597179"/>
                  <a:gd name="connsiteY1" fmla="*/ 481 h 142444"/>
                  <a:gd name="connsiteX2" fmla="*/ 595830 w 597179"/>
                  <a:gd name="connsiteY2" fmla="*/ 100262 h 142444"/>
                  <a:gd name="connsiteX3" fmla="*/ 131 w 597179"/>
                  <a:gd name="connsiteY3" fmla="*/ 142444 h 142444"/>
                  <a:gd name="connsiteX4" fmla="*/ 124 w 597179"/>
                  <a:gd name="connsiteY4" fmla="*/ 25207 h 142444"/>
                  <a:gd name="connsiteX0" fmla="*/ 124 w 595889"/>
                  <a:gd name="connsiteY0" fmla="*/ 25842 h 143079"/>
                  <a:gd name="connsiteX1" fmla="*/ 594477 w 595889"/>
                  <a:gd name="connsiteY1" fmla="*/ 0 h 143079"/>
                  <a:gd name="connsiteX2" fmla="*/ 595830 w 595889"/>
                  <a:gd name="connsiteY2" fmla="*/ 100897 h 143079"/>
                  <a:gd name="connsiteX3" fmla="*/ 131 w 595889"/>
                  <a:gd name="connsiteY3" fmla="*/ 143079 h 143079"/>
                  <a:gd name="connsiteX4" fmla="*/ 124 w 595889"/>
                  <a:gd name="connsiteY4" fmla="*/ 25842 h 143079"/>
                  <a:gd name="connsiteX0" fmla="*/ 124 w 595889"/>
                  <a:gd name="connsiteY0" fmla="*/ 24713 h 141950"/>
                  <a:gd name="connsiteX1" fmla="*/ 594477 w 595889"/>
                  <a:gd name="connsiteY1" fmla="*/ 2221 h 141950"/>
                  <a:gd name="connsiteX2" fmla="*/ 595830 w 595889"/>
                  <a:gd name="connsiteY2" fmla="*/ 99768 h 141950"/>
                  <a:gd name="connsiteX3" fmla="*/ 131 w 595889"/>
                  <a:gd name="connsiteY3" fmla="*/ 141950 h 141950"/>
                  <a:gd name="connsiteX4" fmla="*/ 124 w 595889"/>
                  <a:gd name="connsiteY4" fmla="*/ 24713 h 141950"/>
                  <a:gd name="connsiteX0" fmla="*/ 124 w 595959"/>
                  <a:gd name="connsiteY0" fmla="*/ 24713 h 141950"/>
                  <a:gd name="connsiteX1" fmla="*/ 595828 w 595959"/>
                  <a:gd name="connsiteY1" fmla="*/ 2221 h 141950"/>
                  <a:gd name="connsiteX2" fmla="*/ 595830 w 595959"/>
                  <a:gd name="connsiteY2" fmla="*/ 99768 h 141950"/>
                  <a:gd name="connsiteX3" fmla="*/ 131 w 595959"/>
                  <a:gd name="connsiteY3" fmla="*/ 141950 h 141950"/>
                  <a:gd name="connsiteX4" fmla="*/ 124 w 595959"/>
                  <a:gd name="connsiteY4" fmla="*/ 24713 h 141950"/>
                  <a:gd name="connsiteX0" fmla="*/ 124 w 595959"/>
                  <a:gd name="connsiteY0" fmla="*/ 24925 h 142162"/>
                  <a:gd name="connsiteX1" fmla="*/ 595828 w 595959"/>
                  <a:gd name="connsiteY1" fmla="*/ 2433 h 142162"/>
                  <a:gd name="connsiteX2" fmla="*/ 595830 w 595959"/>
                  <a:gd name="connsiteY2" fmla="*/ 99980 h 142162"/>
                  <a:gd name="connsiteX3" fmla="*/ 131 w 595959"/>
                  <a:gd name="connsiteY3" fmla="*/ 142162 h 142162"/>
                  <a:gd name="connsiteX4" fmla="*/ 124 w 595959"/>
                  <a:gd name="connsiteY4" fmla="*/ 24925 h 142162"/>
                  <a:gd name="connsiteX0" fmla="*/ 124 w 595959"/>
                  <a:gd name="connsiteY0" fmla="*/ 22492 h 139729"/>
                  <a:gd name="connsiteX1" fmla="*/ 595828 w 595959"/>
                  <a:gd name="connsiteY1" fmla="*/ 0 h 139729"/>
                  <a:gd name="connsiteX2" fmla="*/ 595830 w 595959"/>
                  <a:gd name="connsiteY2" fmla="*/ 97547 h 139729"/>
                  <a:gd name="connsiteX3" fmla="*/ 131 w 595959"/>
                  <a:gd name="connsiteY3" fmla="*/ 139729 h 139729"/>
                  <a:gd name="connsiteX4" fmla="*/ 124 w 595959"/>
                  <a:gd name="connsiteY4" fmla="*/ 22492 h 139729"/>
                  <a:gd name="connsiteX0" fmla="*/ 124 w 595959"/>
                  <a:gd name="connsiteY0" fmla="*/ 25585 h 142822"/>
                  <a:gd name="connsiteX1" fmla="*/ 595828 w 595959"/>
                  <a:gd name="connsiteY1" fmla="*/ 3093 h 142822"/>
                  <a:gd name="connsiteX2" fmla="*/ 595830 w 595959"/>
                  <a:gd name="connsiteY2" fmla="*/ 100640 h 142822"/>
                  <a:gd name="connsiteX3" fmla="*/ 131 w 595959"/>
                  <a:gd name="connsiteY3" fmla="*/ 142822 h 142822"/>
                  <a:gd name="connsiteX4" fmla="*/ 124 w 595959"/>
                  <a:gd name="connsiteY4" fmla="*/ 25585 h 142822"/>
                  <a:gd name="connsiteX0" fmla="*/ 124 w 595959"/>
                  <a:gd name="connsiteY0" fmla="*/ 25585 h 142822"/>
                  <a:gd name="connsiteX1" fmla="*/ 595828 w 595959"/>
                  <a:gd name="connsiteY1" fmla="*/ 3093 h 142822"/>
                  <a:gd name="connsiteX2" fmla="*/ 595830 w 595959"/>
                  <a:gd name="connsiteY2" fmla="*/ 100640 h 142822"/>
                  <a:gd name="connsiteX3" fmla="*/ 131 w 595959"/>
                  <a:gd name="connsiteY3" fmla="*/ 142822 h 142822"/>
                  <a:gd name="connsiteX4" fmla="*/ 124 w 595959"/>
                  <a:gd name="connsiteY4" fmla="*/ 25585 h 142822"/>
                  <a:gd name="connsiteX0" fmla="*/ 124 w 595959"/>
                  <a:gd name="connsiteY0" fmla="*/ 26512 h 143749"/>
                  <a:gd name="connsiteX1" fmla="*/ 595828 w 595959"/>
                  <a:gd name="connsiteY1" fmla="*/ 4020 h 143749"/>
                  <a:gd name="connsiteX2" fmla="*/ 595830 w 595959"/>
                  <a:gd name="connsiteY2" fmla="*/ 101567 h 143749"/>
                  <a:gd name="connsiteX3" fmla="*/ 131 w 595959"/>
                  <a:gd name="connsiteY3" fmla="*/ 143749 h 143749"/>
                  <a:gd name="connsiteX4" fmla="*/ 124 w 595959"/>
                  <a:gd name="connsiteY4" fmla="*/ 26512 h 143749"/>
                  <a:gd name="connsiteX0" fmla="*/ 124 w 595959"/>
                  <a:gd name="connsiteY0" fmla="*/ 26512 h 143749"/>
                  <a:gd name="connsiteX1" fmla="*/ 595828 w 595959"/>
                  <a:gd name="connsiteY1" fmla="*/ 4020 h 143749"/>
                  <a:gd name="connsiteX2" fmla="*/ 595830 w 595959"/>
                  <a:gd name="connsiteY2" fmla="*/ 101567 h 143749"/>
                  <a:gd name="connsiteX3" fmla="*/ 131 w 595959"/>
                  <a:gd name="connsiteY3" fmla="*/ 143749 h 143749"/>
                  <a:gd name="connsiteX4" fmla="*/ 124 w 595959"/>
                  <a:gd name="connsiteY4" fmla="*/ 26512 h 143749"/>
                  <a:gd name="connsiteX0" fmla="*/ 124 w 595959"/>
                  <a:gd name="connsiteY0" fmla="*/ 28496 h 145733"/>
                  <a:gd name="connsiteX1" fmla="*/ 595828 w 595959"/>
                  <a:gd name="connsiteY1" fmla="*/ 6004 h 145733"/>
                  <a:gd name="connsiteX2" fmla="*/ 595830 w 595959"/>
                  <a:gd name="connsiteY2" fmla="*/ 103551 h 145733"/>
                  <a:gd name="connsiteX3" fmla="*/ 131 w 595959"/>
                  <a:gd name="connsiteY3" fmla="*/ 145733 h 145733"/>
                  <a:gd name="connsiteX4" fmla="*/ 124 w 595959"/>
                  <a:gd name="connsiteY4" fmla="*/ 28496 h 14573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856"/>
                  <a:gd name="connsiteY0" fmla="*/ 41841 h 159078"/>
                  <a:gd name="connsiteX1" fmla="*/ 591261 w 595856"/>
                  <a:gd name="connsiteY1" fmla="*/ 0 h 159078"/>
                  <a:gd name="connsiteX2" fmla="*/ 595830 w 595856"/>
                  <a:gd name="connsiteY2" fmla="*/ 116896 h 159078"/>
                  <a:gd name="connsiteX3" fmla="*/ 131 w 595856"/>
                  <a:gd name="connsiteY3" fmla="*/ 159078 h 159078"/>
                  <a:gd name="connsiteX4" fmla="*/ 124 w 595856"/>
                  <a:gd name="connsiteY4" fmla="*/ 41841 h 159078"/>
                  <a:gd name="connsiteX0" fmla="*/ 124 w 595959"/>
                  <a:gd name="connsiteY0" fmla="*/ 41841 h 159078"/>
                  <a:gd name="connsiteX1" fmla="*/ 595828 w 595959"/>
                  <a:gd name="connsiteY1" fmla="*/ 0 h 159078"/>
                  <a:gd name="connsiteX2" fmla="*/ 595830 w 595959"/>
                  <a:gd name="connsiteY2" fmla="*/ 116896 h 159078"/>
                  <a:gd name="connsiteX3" fmla="*/ 131 w 595959"/>
                  <a:gd name="connsiteY3" fmla="*/ 159078 h 159078"/>
                  <a:gd name="connsiteX4" fmla="*/ 124 w 595959"/>
                  <a:gd name="connsiteY4" fmla="*/ 41841 h 159078"/>
                  <a:gd name="connsiteX0" fmla="*/ 124 w 597349"/>
                  <a:gd name="connsiteY0" fmla="*/ 42378 h 159615"/>
                  <a:gd name="connsiteX1" fmla="*/ 597349 w 597349"/>
                  <a:gd name="connsiteY1" fmla="*/ 0 h 159615"/>
                  <a:gd name="connsiteX2" fmla="*/ 595830 w 597349"/>
                  <a:gd name="connsiteY2" fmla="*/ 117433 h 159615"/>
                  <a:gd name="connsiteX3" fmla="*/ 131 w 597349"/>
                  <a:gd name="connsiteY3" fmla="*/ 159615 h 159615"/>
                  <a:gd name="connsiteX4" fmla="*/ 124 w 597349"/>
                  <a:gd name="connsiteY4" fmla="*/ 42378 h 159615"/>
                  <a:gd name="connsiteX0" fmla="*/ 124 w 600443"/>
                  <a:gd name="connsiteY0" fmla="*/ 42378 h 159615"/>
                  <a:gd name="connsiteX1" fmla="*/ 597349 w 600443"/>
                  <a:gd name="connsiteY1" fmla="*/ 0 h 159615"/>
                  <a:gd name="connsiteX2" fmla="*/ 600408 w 600443"/>
                  <a:gd name="connsiteY2" fmla="*/ 117433 h 159615"/>
                  <a:gd name="connsiteX3" fmla="*/ 131 w 600443"/>
                  <a:gd name="connsiteY3" fmla="*/ 159615 h 159615"/>
                  <a:gd name="connsiteX4" fmla="*/ 124 w 600443"/>
                  <a:gd name="connsiteY4" fmla="*/ 42378 h 159615"/>
                  <a:gd name="connsiteX0" fmla="*/ 124 w 600537"/>
                  <a:gd name="connsiteY0" fmla="*/ 42378 h 159615"/>
                  <a:gd name="connsiteX1" fmla="*/ 600401 w 600537"/>
                  <a:gd name="connsiteY1" fmla="*/ 0 h 159615"/>
                  <a:gd name="connsiteX2" fmla="*/ 600408 w 600537"/>
                  <a:gd name="connsiteY2" fmla="*/ 117433 h 159615"/>
                  <a:gd name="connsiteX3" fmla="*/ 131 w 600537"/>
                  <a:gd name="connsiteY3" fmla="*/ 159615 h 159615"/>
                  <a:gd name="connsiteX4" fmla="*/ 124 w 600537"/>
                  <a:gd name="connsiteY4" fmla="*/ 42378 h 1596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00537" h="159615">
                    <a:moveTo>
                      <a:pt x="124" y="42378"/>
                    </a:moveTo>
                    <a:cubicBezTo>
                      <a:pt x="296414" y="-50243"/>
                      <a:pt x="418111" y="75773"/>
                      <a:pt x="600401" y="0"/>
                    </a:cubicBezTo>
                    <a:cubicBezTo>
                      <a:pt x="599951" y="33260"/>
                      <a:pt x="600858" y="84173"/>
                      <a:pt x="600408" y="117433"/>
                    </a:cubicBezTo>
                    <a:cubicBezTo>
                      <a:pt x="395490" y="192726"/>
                      <a:pt x="285331" y="62551"/>
                      <a:pt x="131" y="159615"/>
                    </a:cubicBezTo>
                    <a:cubicBezTo>
                      <a:pt x="-323" y="114566"/>
                      <a:pt x="578" y="87427"/>
                      <a:pt x="124" y="42378"/>
                    </a:cubicBezTo>
                    <a:close/>
                  </a:path>
                </a:pathLst>
              </a:custGeom>
              <a:solidFill>
                <a:schemeClr val="accent2">
                  <a:lumMod val="40000"/>
                  <a:lumOff val="60000"/>
                </a:schemeClr>
              </a:solidFill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39" name="矩形 1174">
                <a:extLst>
                  <a:ext uri="{FF2B5EF4-FFF2-40B4-BE49-F238E27FC236}">
                    <a16:creationId xmlns:a16="http://schemas.microsoft.com/office/drawing/2014/main" id="{B217019E-479F-C93F-8C59-B443936DF58A}"/>
                  </a:ext>
                </a:extLst>
              </p:cNvPr>
              <p:cNvSpPr/>
              <p:nvPr/>
            </p:nvSpPr>
            <p:spPr>
              <a:xfrm rot="10800000">
                <a:off x="5041541" y="7045652"/>
                <a:ext cx="618707" cy="139508"/>
              </a:xfrm>
              <a:custGeom>
                <a:avLst/>
                <a:gdLst>
                  <a:gd name="connsiteX0" fmla="*/ 0 w 595706"/>
                  <a:gd name="connsiteY0" fmla="*/ 0 h 92965"/>
                  <a:gd name="connsiteX1" fmla="*/ 595706 w 595706"/>
                  <a:gd name="connsiteY1" fmla="*/ 0 h 92965"/>
                  <a:gd name="connsiteX2" fmla="*/ 595706 w 595706"/>
                  <a:gd name="connsiteY2" fmla="*/ 92965 h 92965"/>
                  <a:gd name="connsiteX3" fmla="*/ 0 w 595706"/>
                  <a:gd name="connsiteY3" fmla="*/ 92965 h 92965"/>
                  <a:gd name="connsiteX4" fmla="*/ 0 w 595706"/>
                  <a:gd name="connsiteY4" fmla="*/ 0 h 92965"/>
                  <a:gd name="connsiteX0" fmla="*/ 0 w 595706"/>
                  <a:gd name="connsiteY0" fmla="*/ 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0 h 135147"/>
                  <a:gd name="connsiteX0" fmla="*/ 0 w 595706"/>
                  <a:gd name="connsiteY0" fmla="*/ 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0 h 135147"/>
                  <a:gd name="connsiteX0" fmla="*/ 0 w 595706"/>
                  <a:gd name="connsiteY0" fmla="*/ 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0 h 135147"/>
                  <a:gd name="connsiteX0" fmla="*/ 0 w 595706"/>
                  <a:gd name="connsiteY0" fmla="*/ 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0 h 135147"/>
                  <a:gd name="connsiteX0" fmla="*/ 131 w 595837"/>
                  <a:gd name="connsiteY0" fmla="*/ 0 h 148754"/>
                  <a:gd name="connsiteX1" fmla="*/ 595837 w 595837"/>
                  <a:gd name="connsiteY1" fmla="*/ 0 h 148754"/>
                  <a:gd name="connsiteX2" fmla="*/ 595837 w 595837"/>
                  <a:gd name="connsiteY2" fmla="*/ 92965 h 148754"/>
                  <a:gd name="connsiteX3" fmla="*/ 131 w 595837"/>
                  <a:gd name="connsiteY3" fmla="*/ 148754 h 148754"/>
                  <a:gd name="connsiteX4" fmla="*/ 131 w 595837"/>
                  <a:gd name="connsiteY4" fmla="*/ 0 h 148754"/>
                  <a:gd name="connsiteX0" fmla="*/ 131 w 595837"/>
                  <a:gd name="connsiteY0" fmla="*/ 0 h 140590"/>
                  <a:gd name="connsiteX1" fmla="*/ 595837 w 595837"/>
                  <a:gd name="connsiteY1" fmla="*/ 0 h 140590"/>
                  <a:gd name="connsiteX2" fmla="*/ 595837 w 595837"/>
                  <a:gd name="connsiteY2" fmla="*/ 92965 h 140590"/>
                  <a:gd name="connsiteX3" fmla="*/ 131 w 595837"/>
                  <a:gd name="connsiteY3" fmla="*/ 140590 h 140590"/>
                  <a:gd name="connsiteX4" fmla="*/ 131 w 595837"/>
                  <a:gd name="connsiteY4" fmla="*/ 0 h 140590"/>
                  <a:gd name="connsiteX0" fmla="*/ 131 w 595837"/>
                  <a:gd name="connsiteY0" fmla="*/ 0 h 140590"/>
                  <a:gd name="connsiteX1" fmla="*/ 595837 w 595837"/>
                  <a:gd name="connsiteY1" fmla="*/ 0 h 140590"/>
                  <a:gd name="connsiteX2" fmla="*/ 595837 w 595837"/>
                  <a:gd name="connsiteY2" fmla="*/ 92965 h 140590"/>
                  <a:gd name="connsiteX3" fmla="*/ 131 w 595837"/>
                  <a:gd name="connsiteY3" fmla="*/ 140590 h 140590"/>
                  <a:gd name="connsiteX4" fmla="*/ 131 w 595837"/>
                  <a:gd name="connsiteY4" fmla="*/ 0 h 140590"/>
                  <a:gd name="connsiteX0" fmla="*/ 131 w 595837"/>
                  <a:gd name="connsiteY0" fmla="*/ 0 h 140590"/>
                  <a:gd name="connsiteX1" fmla="*/ 595837 w 595837"/>
                  <a:gd name="connsiteY1" fmla="*/ 0 h 140590"/>
                  <a:gd name="connsiteX2" fmla="*/ 595837 w 595837"/>
                  <a:gd name="connsiteY2" fmla="*/ 92965 h 140590"/>
                  <a:gd name="connsiteX3" fmla="*/ 131 w 595837"/>
                  <a:gd name="connsiteY3" fmla="*/ 140590 h 140590"/>
                  <a:gd name="connsiteX4" fmla="*/ 131 w 595837"/>
                  <a:gd name="connsiteY4" fmla="*/ 0 h 140590"/>
                  <a:gd name="connsiteX0" fmla="*/ 131 w 595837"/>
                  <a:gd name="connsiteY0" fmla="*/ 0 h 140590"/>
                  <a:gd name="connsiteX1" fmla="*/ 595837 w 595837"/>
                  <a:gd name="connsiteY1" fmla="*/ 0 h 140590"/>
                  <a:gd name="connsiteX2" fmla="*/ 595837 w 595837"/>
                  <a:gd name="connsiteY2" fmla="*/ 92965 h 140590"/>
                  <a:gd name="connsiteX3" fmla="*/ 131 w 595837"/>
                  <a:gd name="connsiteY3" fmla="*/ 140590 h 140590"/>
                  <a:gd name="connsiteX4" fmla="*/ 131 w 595837"/>
                  <a:gd name="connsiteY4" fmla="*/ 0 h 140590"/>
                  <a:gd name="connsiteX0" fmla="*/ 131 w 595837"/>
                  <a:gd name="connsiteY0" fmla="*/ 0 h 140590"/>
                  <a:gd name="connsiteX1" fmla="*/ 595837 w 595837"/>
                  <a:gd name="connsiteY1" fmla="*/ 0 h 140590"/>
                  <a:gd name="connsiteX2" fmla="*/ 595837 w 595837"/>
                  <a:gd name="connsiteY2" fmla="*/ 92965 h 140590"/>
                  <a:gd name="connsiteX3" fmla="*/ 131 w 595837"/>
                  <a:gd name="connsiteY3" fmla="*/ 140590 h 140590"/>
                  <a:gd name="connsiteX4" fmla="*/ 131 w 595837"/>
                  <a:gd name="connsiteY4" fmla="*/ 0 h 140590"/>
                  <a:gd name="connsiteX0" fmla="*/ 131 w 595837"/>
                  <a:gd name="connsiteY0" fmla="*/ 0 h 156571"/>
                  <a:gd name="connsiteX1" fmla="*/ 595837 w 595837"/>
                  <a:gd name="connsiteY1" fmla="*/ 0 h 156571"/>
                  <a:gd name="connsiteX2" fmla="*/ 594316 w 595837"/>
                  <a:gd name="connsiteY2" fmla="*/ 141984 h 156571"/>
                  <a:gd name="connsiteX3" fmla="*/ 131 w 595837"/>
                  <a:gd name="connsiteY3" fmla="*/ 140590 h 156571"/>
                  <a:gd name="connsiteX4" fmla="*/ 131 w 595837"/>
                  <a:gd name="connsiteY4" fmla="*/ 0 h 156571"/>
                  <a:gd name="connsiteX0" fmla="*/ 1577 w 597283"/>
                  <a:gd name="connsiteY0" fmla="*/ 0 h 271309"/>
                  <a:gd name="connsiteX1" fmla="*/ 597283 w 597283"/>
                  <a:gd name="connsiteY1" fmla="*/ 0 h 271309"/>
                  <a:gd name="connsiteX2" fmla="*/ 595762 w 597283"/>
                  <a:gd name="connsiteY2" fmla="*/ 141984 h 271309"/>
                  <a:gd name="connsiteX3" fmla="*/ 56 w 597283"/>
                  <a:gd name="connsiteY3" fmla="*/ 271309 h 271309"/>
                  <a:gd name="connsiteX4" fmla="*/ 1577 w 597283"/>
                  <a:gd name="connsiteY4" fmla="*/ 0 h 271309"/>
                  <a:gd name="connsiteX0" fmla="*/ 1577 w 597283"/>
                  <a:gd name="connsiteY0" fmla="*/ 0 h 271309"/>
                  <a:gd name="connsiteX1" fmla="*/ 597283 w 597283"/>
                  <a:gd name="connsiteY1" fmla="*/ 0 h 271309"/>
                  <a:gd name="connsiteX2" fmla="*/ 595762 w 597283"/>
                  <a:gd name="connsiteY2" fmla="*/ 141984 h 271309"/>
                  <a:gd name="connsiteX3" fmla="*/ 56 w 597283"/>
                  <a:gd name="connsiteY3" fmla="*/ 271309 h 271309"/>
                  <a:gd name="connsiteX4" fmla="*/ 1577 w 597283"/>
                  <a:gd name="connsiteY4" fmla="*/ 0 h 271309"/>
                  <a:gd name="connsiteX0" fmla="*/ 1577 w 597283"/>
                  <a:gd name="connsiteY0" fmla="*/ 0 h 271309"/>
                  <a:gd name="connsiteX1" fmla="*/ 597283 w 597283"/>
                  <a:gd name="connsiteY1" fmla="*/ 0 h 271309"/>
                  <a:gd name="connsiteX2" fmla="*/ 595762 w 597283"/>
                  <a:gd name="connsiteY2" fmla="*/ 141984 h 271309"/>
                  <a:gd name="connsiteX3" fmla="*/ 56 w 597283"/>
                  <a:gd name="connsiteY3" fmla="*/ 271309 h 271309"/>
                  <a:gd name="connsiteX4" fmla="*/ 1577 w 597283"/>
                  <a:gd name="connsiteY4" fmla="*/ 0 h 271309"/>
                  <a:gd name="connsiteX0" fmla="*/ 1577 w 597283"/>
                  <a:gd name="connsiteY0" fmla="*/ 0 h 271309"/>
                  <a:gd name="connsiteX1" fmla="*/ 597283 w 597283"/>
                  <a:gd name="connsiteY1" fmla="*/ 0 h 271309"/>
                  <a:gd name="connsiteX2" fmla="*/ 595762 w 597283"/>
                  <a:gd name="connsiteY2" fmla="*/ 141984 h 271309"/>
                  <a:gd name="connsiteX3" fmla="*/ 56 w 597283"/>
                  <a:gd name="connsiteY3" fmla="*/ 271309 h 271309"/>
                  <a:gd name="connsiteX4" fmla="*/ 1577 w 597283"/>
                  <a:gd name="connsiteY4" fmla="*/ 0 h 271309"/>
                  <a:gd name="connsiteX0" fmla="*/ 1577 w 597283"/>
                  <a:gd name="connsiteY0" fmla="*/ 0 h 271309"/>
                  <a:gd name="connsiteX1" fmla="*/ 597283 w 597283"/>
                  <a:gd name="connsiteY1" fmla="*/ 0 h 271309"/>
                  <a:gd name="connsiteX2" fmla="*/ 595762 w 597283"/>
                  <a:gd name="connsiteY2" fmla="*/ 141984 h 271309"/>
                  <a:gd name="connsiteX3" fmla="*/ 56 w 597283"/>
                  <a:gd name="connsiteY3" fmla="*/ 271309 h 271309"/>
                  <a:gd name="connsiteX4" fmla="*/ 1577 w 597283"/>
                  <a:gd name="connsiteY4" fmla="*/ 0 h 271309"/>
                  <a:gd name="connsiteX0" fmla="*/ 0 w 600949"/>
                  <a:gd name="connsiteY0" fmla="*/ 0 h 271309"/>
                  <a:gd name="connsiteX1" fmla="*/ 600949 w 600949"/>
                  <a:gd name="connsiteY1" fmla="*/ 0 h 271309"/>
                  <a:gd name="connsiteX2" fmla="*/ 599428 w 600949"/>
                  <a:gd name="connsiteY2" fmla="*/ 141984 h 271309"/>
                  <a:gd name="connsiteX3" fmla="*/ 3722 w 600949"/>
                  <a:gd name="connsiteY3" fmla="*/ 271309 h 271309"/>
                  <a:gd name="connsiteX4" fmla="*/ 0 w 600949"/>
                  <a:gd name="connsiteY4" fmla="*/ 0 h 271309"/>
                  <a:gd name="connsiteX0" fmla="*/ 0 w 599639"/>
                  <a:gd name="connsiteY0" fmla="*/ 0 h 271309"/>
                  <a:gd name="connsiteX1" fmla="*/ 599639 w 599639"/>
                  <a:gd name="connsiteY1" fmla="*/ 0 h 271309"/>
                  <a:gd name="connsiteX2" fmla="*/ 599428 w 599639"/>
                  <a:gd name="connsiteY2" fmla="*/ 141984 h 271309"/>
                  <a:gd name="connsiteX3" fmla="*/ 3722 w 599639"/>
                  <a:gd name="connsiteY3" fmla="*/ 271309 h 271309"/>
                  <a:gd name="connsiteX4" fmla="*/ 0 w 599639"/>
                  <a:gd name="connsiteY4" fmla="*/ 0 h 271309"/>
                  <a:gd name="connsiteX0" fmla="*/ 0 w 597018"/>
                  <a:gd name="connsiteY0" fmla="*/ 0 h 271309"/>
                  <a:gd name="connsiteX1" fmla="*/ 597018 w 597018"/>
                  <a:gd name="connsiteY1" fmla="*/ 0 h 271309"/>
                  <a:gd name="connsiteX2" fmla="*/ 596807 w 597018"/>
                  <a:gd name="connsiteY2" fmla="*/ 141984 h 271309"/>
                  <a:gd name="connsiteX3" fmla="*/ 1101 w 597018"/>
                  <a:gd name="connsiteY3" fmla="*/ 271309 h 271309"/>
                  <a:gd name="connsiteX4" fmla="*/ 0 w 597018"/>
                  <a:gd name="connsiteY4" fmla="*/ 0 h 271309"/>
                  <a:gd name="connsiteX0" fmla="*/ 0 w 596807"/>
                  <a:gd name="connsiteY0" fmla="*/ 0 h 271309"/>
                  <a:gd name="connsiteX1" fmla="*/ 591775 w 596807"/>
                  <a:gd name="connsiteY1" fmla="*/ 0 h 271309"/>
                  <a:gd name="connsiteX2" fmla="*/ 596807 w 596807"/>
                  <a:gd name="connsiteY2" fmla="*/ 141984 h 271309"/>
                  <a:gd name="connsiteX3" fmla="*/ 1101 w 596807"/>
                  <a:gd name="connsiteY3" fmla="*/ 271309 h 271309"/>
                  <a:gd name="connsiteX4" fmla="*/ 0 w 596807"/>
                  <a:gd name="connsiteY4" fmla="*/ 0 h 271309"/>
                  <a:gd name="connsiteX0" fmla="*/ 0 w 596807"/>
                  <a:gd name="connsiteY0" fmla="*/ 0 h 271309"/>
                  <a:gd name="connsiteX1" fmla="*/ 595708 w 596807"/>
                  <a:gd name="connsiteY1" fmla="*/ 0 h 271309"/>
                  <a:gd name="connsiteX2" fmla="*/ 596807 w 596807"/>
                  <a:gd name="connsiteY2" fmla="*/ 141984 h 271309"/>
                  <a:gd name="connsiteX3" fmla="*/ 1101 w 596807"/>
                  <a:gd name="connsiteY3" fmla="*/ 271309 h 271309"/>
                  <a:gd name="connsiteX4" fmla="*/ 0 w 596807"/>
                  <a:gd name="connsiteY4" fmla="*/ 0 h 271309"/>
                  <a:gd name="connsiteX0" fmla="*/ 0 w 595708"/>
                  <a:gd name="connsiteY0" fmla="*/ 0 h 271309"/>
                  <a:gd name="connsiteX1" fmla="*/ 595708 w 595708"/>
                  <a:gd name="connsiteY1" fmla="*/ 0 h 271309"/>
                  <a:gd name="connsiteX2" fmla="*/ 594186 w 595708"/>
                  <a:gd name="connsiteY2" fmla="*/ 141985 h 271309"/>
                  <a:gd name="connsiteX3" fmla="*/ 1101 w 595708"/>
                  <a:gd name="connsiteY3" fmla="*/ 271309 h 271309"/>
                  <a:gd name="connsiteX4" fmla="*/ 0 w 595708"/>
                  <a:gd name="connsiteY4" fmla="*/ 0 h 271309"/>
                  <a:gd name="connsiteX0" fmla="*/ 0 w 596439"/>
                  <a:gd name="connsiteY0" fmla="*/ 109083 h 380392"/>
                  <a:gd name="connsiteX1" fmla="*/ 595708 w 596439"/>
                  <a:gd name="connsiteY1" fmla="*/ 109083 h 380392"/>
                  <a:gd name="connsiteX2" fmla="*/ 594186 w 596439"/>
                  <a:gd name="connsiteY2" fmla="*/ 251068 h 380392"/>
                  <a:gd name="connsiteX3" fmla="*/ 1101 w 596439"/>
                  <a:gd name="connsiteY3" fmla="*/ 380392 h 380392"/>
                  <a:gd name="connsiteX4" fmla="*/ 0 w 596439"/>
                  <a:gd name="connsiteY4" fmla="*/ 109083 h 380392"/>
                  <a:gd name="connsiteX0" fmla="*/ 0 w 595708"/>
                  <a:gd name="connsiteY0" fmla="*/ 0 h 271309"/>
                  <a:gd name="connsiteX1" fmla="*/ 595708 w 595708"/>
                  <a:gd name="connsiteY1" fmla="*/ 0 h 271309"/>
                  <a:gd name="connsiteX2" fmla="*/ 594186 w 595708"/>
                  <a:gd name="connsiteY2" fmla="*/ 141985 h 271309"/>
                  <a:gd name="connsiteX3" fmla="*/ 1101 w 595708"/>
                  <a:gd name="connsiteY3" fmla="*/ 271309 h 271309"/>
                  <a:gd name="connsiteX4" fmla="*/ 0 w 595708"/>
                  <a:gd name="connsiteY4" fmla="*/ 0 h 271309"/>
                  <a:gd name="connsiteX0" fmla="*/ 0 w 596808"/>
                  <a:gd name="connsiteY0" fmla="*/ 0 h 271309"/>
                  <a:gd name="connsiteX1" fmla="*/ 595708 w 596808"/>
                  <a:gd name="connsiteY1" fmla="*/ 0 h 271309"/>
                  <a:gd name="connsiteX2" fmla="*/ 596808 w 596808"/>
                  <a:gd name="connsiteY2" fmla="*/ 141985 h 271309"/>
                  <a:gd name="connsiteX3" fmla="*/ 1101 w 596808"/>
                  <a:gd name="connsiteY3" fmla="*/ 271309 h 271309"/>
                  <a:gd name="connsiteX4" fmla="*/ 0 w 596808"/>
                  <a:gd name="connsiteY4" fmla="*/ 0 h 271309"/>
                  <a:gd name="connsiteX0" fmla="*/ 0 w 596808"/>
                  <a:gd name="connsiteY0" fmla="*/ 0 h 271309"/>
                  <a:gd name="connsiteX1" fmla="*/ 595708 w 596808"/>
                  <a:gd name="connsiteY1" fmla="*/ 0 h 271309"/>
                  <a:gd name="connsiteX2" fmla="*/ 596808 w 596808"/>
                  <a:gd name="connsiteY2" fmla="*/ 141985 h 271309"/>
                  <a:gd name="connsiteX3" fmla="*/ 1101 w 596808"/>
                  <a:gd name="connsiteY3" fmla="*/ 271309 h 271309"/>
                  <a:gd name="connsiteX4" fmla="*/ 0 w 596808"/>
                  <a:gd name="connsiteY4" fmla="*/ 0 h 271309"/>
                  <a:gd name="connsiteX0" fmla="*/ 0 w 596808"/>
                  <a:gd name="connsiteY0" fmla="*/ 0 h 271309"/>
                  <a:gd name="connsiteX1" fmla="*/ 595708 w 596808"/>
                  <a:gd name="connsiteY1" fmla="*/ 0 h 271309"/>
                  <a:gd name="connsiteX2" fmla="*/ 596808 w 596808"/>
                  <a:gd name="connsiteY2" fmla="*/ 141985 h 271309"/>
                  <a:gd name="connsiteX3" fmla="*/ 1101 w 596808"/>
                  <a:gd name="connsiteY3" fmla="*/ 271309 h 271309"/>
                  <a:gd name="connsiteX4" fmla="*/ 0 w 596808"/>
                  <a:gd name="connsiteY4" fmla="*/ 0 h 271309"/>
                  <a:gd name="connsiteX0" fmla="*/ 0 w 595708"/>
                  <a:gd name="connsiteY0" fmla="*/ 0 h 271309"/>
                  <a:gd name="connsiteX1" fmla="*/ 595708 w 595708"/>
                  <a:gd name="connsiteY1" fmla="*/ 0 h 271309"/>
                  <a:gd name="connsiteX2" fmla="*/ 594186 w 595708"/>
                  <a:gd name="connsiteY2" fmla="*/ 141985 h 271309"/>
                  <a:gd name="connsiteX3" fmla="*/ 1101 w 595708"/>
                  <a:gd name="connsiteY3" fmla="*/ 271309 h 271309"/>
                  <a:gd name="connsiteX4" fmla="*/ 0 w 595708"/>
                  <a:gd name="connsiteY4" fmla="*/ 0 h 271309"/>
                  <a:gd name="connsiteX0" fmla="*/ 0 w 595708"/>
                  <a:gd name="connsiteY0" fmla="*/ 0 h 271309"/>
                  <a:gd name="connsiteX1" fmla="*/ 595708 w 595708"/>
                  <a:gd name="connsiteY1" fmla="*/ 0 h 271309"/>
                  <a:gd name="connsiteX2" fmla="*/ 594186 w 595708"/>
                  <a:gd name="connsiteY2" fmla="*/ 141985 h 271309"/>
                  <a:gd name="connsiteX3" fmla="*/ 1101 w 595708"/>
                  <a:gd name="connsiteY3" fmla="*/ 271309 h 271309"/>
                  <a:gd name="connsiteX4" fmla="*/ 0 w 595708"/>
                  <a:gd name="connsiteY4" fmla="*/ 0 h 271309"/>
                  <a:gd name="connsiteX0" fmla="*/ 0 w 595936"/>
                  <a:gd name="connsiteY0" fmla="*/ 0 h 271309"/>
                  <a:gd name="connsiteX1" fmla="*/ 595708 w 595936"/>
                  <a:gd name="connsiteY1" fmla="*/ 0 h 271309"/>
                  <a:gd name="connsiteX2" fmla="*/ 594186 w 595936"/>
                  <a:gd name="connsiteY2" fmla="*/ 141985 h 271309"/>
                  <a:gd name="connsiteX3" fmla="*/ 1101 w 595936"/>
                  <a:gd name="connsiteY3" fmla="*/ 271309 h 271309"/>
                  <a:gd name="connsiteX4" fmla="*/ 0 w 595936"/>
                  <a:gd name="connsiteY4" fmla="*/ 0 h 271309"/>
                  <a:gd name="connsiteX0" fmla="*/ 319 w 596255"/>
                  <a:gd name="connsiteY0" fmla="*/ 0 h 271309"/>
                  <a:gd name="connsiteX1" fmla="*/ 596027 w 596255"/>
                  <a:gd name="connsiteY1" fmla="*/ 0 h 271309"/>
                  <a:gd name="connsiteX2" fmla="*/ 594505 w 596255"/>
                  <a:gd name="connsiteY2" fmla="*/ 141985 h 271309"/>
                  <a:gd name="connsiteX3" fmla="*/ 110 w 596255"/>
                  <a:gd name="connsiteY3" fmla="*/ 271309 h 271309"/>
                  <a:gd name="connsiteX4" fmla="*/ 319 w 596255"/>
                  <a:gd name="connsiteY4" fmla="*/ 0 h 271309"/>
                  <a:gd name="connsiteX0" fmla="*/ 0 w 595936"/>
                  <a:gd name="connsiteY0" fmla="*/ 0 h 271309"/>
                  <a:gd name="connsiteX1" fmla="*/ 595708 w 595936"/>
                  <a:gd name="connsiteY1" fmla="*/ 0 h 271309"/>
                  <a:gd name="connsiteX2" fmla="*/ 594186 w 595936"/>
                  <a:gd name="connsiteY2" fmla="*/ 141985 h 271309"/>
                  <a:gd name="connsiteX3" fmla="*/ 1101 w 595936"/>
                  <a:gd name="connsiteY3" fmla="*/ 271309 h 271309"/>
                  <a:gd name="connsiteX4" fmla="*/ 0 w 595936"/>
                  <a:gd name="connsiteY4" fmla="*/ 0 h 2713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5936" h="271309">
                    <a:moveTo>
                      <a:pt x="0" y="0"/>
                    </a:moveTo>
                    <a:lnTo>
                      <a:pt x="595708" y="0"/>
                    </a:lnTo>
                    <a:cubicBezTo>
                      <a:pt x="595708" y="30988"/>
                      <a:pt x="596806" y="39550"/>
                      <a:pt x="594186" y="141985"/>
                    </a:cubicBezTo>
                    <a:cubicBezTo>
                      <a:pt x="404809" y="352086"/>
                      <a:pt x="341643" y="22672"/>
                      <a:pt x="1101" y="271309"/>
                    </a:cubicBezTo>
                    <a:cubicBezTo>
                      <a:pt x="647" y="226260"/>
                      <a:pt x="454" y="45049"/>
                      <a:pt x="0" y="0"/>
                    </a:cubicBezTo>
                    <a:close/>
                  </a:path>
                </a:pathLst>
              </a:custGeom>
              <a:solidFill>
                <a:schemeClr val="accent6">
                  <a:lumMod val="20000"/>
                  <a:lumOff val="80000"/>
                </a:schemeClr>
              </a:solidFill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40" name="矩形 1174">
                <a:extLst>
                  <a:ext uri="{FF2B5EF4-FFF2-40B4-BE49-F238E27FC236}">
                    <a16:creationId xmlns:a16="http://schemas.microsoft.com/office/drawing/2014/main" id="{117A019A-F986-53F7-A9D2-85E109981912}"/>
                  </a:ext>
                </a:extLst>
              </p:cNvPr>
              <p:cNvSpPr/>
              <p:nvPr/>
            </p:nvSpPr>
            <p:spPr>
              <a:xfrm rot="10800000">
                <a:off x="5041542" y="6594252"/>
                <a:ext cx="618706" cy="226680"/>
              </a:xfrm>
              <a:custGeom>
                <a:avLst/>
                <a:gdLst>
                  <a:gd name="connsiteX0" fmla="*/ 0 w 595706"/>
                  <a:gd name="connsiteY0" fmla="*/ 0 h 92965"/>
                  <a:gd name="connsiteX1" fmla="*/ 595706 w 595706"/>
                  <a:gd name="connsiteY1" fmla="*/ 0 h 92965"/>
                  <a:gd name="connsiteX2" fmla="*/ 595706 w 595706"/>
                  <a:gd name="connsiteY2" fmla="*/ 92965 h 92965"/>
                  <a:gd name="connsiteX3" fmla="*/ 0 w 595706"/>
                  <a:gd name="connsiteY3" fmla="*/ 92965 h 92965"/>
                  <a:gd name="connsiteX4" fmla="*/ 0 w 595706"/>
                  <a:gd name="connsiteY4" fmla="*/ 0 h 92965"/>
                  <a:gd name="connsiteX0" fmla="*/ 0 w 595706"/>
                  <a:gd name="connsiteY0" fmla="*/ 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0 h 135147"/>
                  <a:gd name="connsiteX0" fmla="*/ 0 w 595706"/>
                  <a:gd name="connsiteY0" fmla="*/ 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0 h 135147"/>
                  <a:gd name="connsiteX0" fmla="*/ 0 w 595706"/>
                  <a:gd name="connsiteY0" fmla="*/ 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0 h 135147"/>
                  <a:gd name="connsiteX0" fmla="*/ 0 w 595706"/>
                  <a:gd name="connsiteY0" fmla="*/ 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0 h 135147"/>
                  <a:gd name="connsiteX0" fmla="*/ 1422 w 594406"/>
                  <a:gd name="connsiteY0" fmla="*/ 21376 h 135147"/>
                  <a:gd name="connsiteX1" fmla="*/ 594406 w 594406"/>
                  <a:gd name="connsiteY1" fmla="*/ 0 h 135147"/>
                  <a:gd name="connsiteX2" fmla="*/ 594406 w 594406"/>
                  <a:gd name="connsiteY2" fmla="*/ 92965 h 135147"/>
                  <a:gd name="connsiteX3" fmla="*/ 61 w 594406"/>
                  <a:gd name="connsiteY3" fmla="*/ 135147 h 135147"/>
                  <a:gd name="connsiteX4" fmla="*/ 1422 w 594406"/>
                  <a:gd name="connsiteY4" fmla="*/ 21376 h 135147"/>
                  <a:gd name="connsiteX0" fmla="*/ 1422 w 594406"/>
                  <a:gd name="connsiteY0" fmla="*/ 15599 h 135147"/>
                  <a:gd name="connsiteX1" fmla="*/ 594406 w 594406"/>
                  <a:gd name="connsiteY1" fmla="*/ 0 h 135147"/>
                  <a:gd name="connsiteX2" fmla="*/ 594406 w 594406"/>
                  <a:gd name="connsiteY2" fmla="*/ 92965 h 135147"/>
                  <a:gd name="connsiteX3" fmla="*/ 61 w 594406"/>
                  <a:gd name="connsiteY3" fmla="*/ 135147 h 135147"/>
                  <a:gd name="connsiteX4" fmla="*/ 1422 w 594406"/>
                  <a:gd name="connsiteY4" fmla="*/ 15599 h 135147"/>
                  <a:gd name="connsiteX0" fmla="*/ 131 w 594476"/>
                  <a:gd name="connsiteY0" fmla="*/ 4622 h 135147"/>
                  <a:gd name="connsiteX1" fmla="*/ 594476 w 594476"/>
                  <a:gd name="connsiteY1" fmla="*/ 0 h 135147"/>
                  <a:gd name="connsiteX2" fmla="*/ 594476 w 594476"/>
                  <a:gd name="connsiteY2" fmla="*/ 92965 h 135147"/>
                  <a:gd name="connsiteX3" fmla="*/ 131 w 594476"/>
                  <a:gd name="connsiteY3" fmla="*/ 135147 h 135147"/>
                  <a:gd name="connsiteX4" fmla="*/ 131 w 594476"/>
                  <a:gd name="connsiteY4" fmla="*/ 4622 h 135147"/>
                  <a:gd name="connsiteX0" fmla="*/ 0 w 595706"/>
                  <a:gd name="connsiteY0" fmla="*/ 1791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17910 h 135147"/>
                  <a:gd name="connsiteX0" fmla="*/ 0 w 595706"/>
                  <a:gd name="connsiteY0" fmla="*/ 1791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17910 h 135147"/>
                  <a:gd name="connsiteX0" fmla="*/ 0 w 595706"/>
                  <a:gd name="connsiteY0" fmla="*/ 1791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17910 h 135147"/>
                  <a:gd name="connsiteX0" fmla="*/ 0 w 595706"/>
                  <a:gd name="connsiteY0" fmla="*/ 1791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17910 h 135147"/>
                  <a:gd name="connsiteX0" fmla="*/ 0 w 595706"/>
                  <a:gd name="connsiteY0" fmla="*/ 22423 h 139660"/>
                  <a:gd name="connsiteX1" fmla="*/ 595706 w 595706"/>
                  <a:gd name="connsiteY1" fmla="*/ 4513 h 139660"/>
                  <a:gd name="connsiteX2" fmla="*/ 595706 w 595706"/>
                  <a:gd name="connsiteY2" fmla="*/ 97478 h 139660"/>
                  <a:gd name="connsiteX3" fmla="*/ 1361 w 595706"/>
                  <a:gd name="connsiteY3" fmla="*/ 139660 h 139660"/>
                  <a:gd name="connsiteX4" fmla="*/ 0 w 595706"/>
                  <a:gd name="connsiteY4" fmla="*/ 22423 h 139660"/>
                  <a:gd name="connsiteX0" fmla="*/ 0 w 595706"/>
                  <a:gd name="connsiteY0" fmla="*/ 26413 h 143650"/>
                  <a:gd name="connsiteX1" fmla="*/ 595706 w 595706"/>
                  <a:gd name="connsiteY1" fmla="*/ 8503 h 143650"/>
                  <a:gd name="connsiteX2" fmla="*/ 595706 w 595706"/>
                  <a:gd name="connsiteY2" fmla="*/ 101468 h 143650"/>
                  <a:gd name="connsiteX3" fmla="*/ 1361 w 595706"/>
                  <a:gd name="connsiteY3" fmla="*/ 143650 h 143650"/>
                  <a:gd name="connsiteX4" fmla="*/ 0 w 595706"/>
                  <a:gd name="connsiteY4" fmla="*/ 26413 h 143650"/>
                  <a:gd name="connsiteX0" fmla="*/ 0 w 595706"/>
                  <a:gd name="connsiteY0" fmla="*/ 21286 h 138523"/>
                  <a:gd name="connsiteX1" fmla="*/ 595706 w 595706"/>
                  <a:gd name="connsiteY1" fmla="*/ 3376 h 138523"/>
                  <a:gd name="connsiteX2" fmla="*/ 595706 w 595706"/>
                  <a:gd name="connsiteY2" fmla="*/ 96341 h 138523"/>
                  <a:gd name="connsiteX3" fmla="*/ 1361 w 595706"/>
                  <a:gd name="connsiteY3" fmla="*/ 138523 h 138523"/>
                  <a:gd name="connsiteX4" fmla="*/ 0 w 595706"/>
                  <a:gd name="connsiteY4" fmla="*/ 21286 h 138523"/>
                  <a:gd name="connsiteX0" fmla="*/ 0 w 595706"/>
                  <a:gd name="connsiteY0" fmla="*/ 22534 h 139771"/>
                  <a:gd name="connsiteX1" fmla="*/ 595706 w 595706"/>
                  <a:gd name="connsiteY1" fmla="*/ 4624 h 139771"/>
                  <a:gd name="connsiteX2" fmla="*/ 595706 w 595706"/>
                  <a:gd name="connsiteY2" fmla="*/ 97589 h 139771"/>
                  <a:gd name="connsiteX3" fmla="*/ 1361 w 595706"/>
                  <a:gd name="connsiteY3" fmla="*/ 139771 h 139771"/>
                  <a:gd name="connsiteX4" fmla="*/ 0 w 595706"/>
                  <a:gd name="connsiteY4" fmla="*/ 22534 h 139771"/>
                  <a:gd name="connsiteX0" fmla="*/ 0 w 595706"/>
                  <a:gd name="connsiteY0" fmla="*/ 23494 h 140731"/>
                  <a:gd name="connsiteX1" fmla="*/ 595706 w 595706"/>
                  <a:gd name="connsiteY1" fmla="*/ 2118 h 140731"/>
                  <a:gd name="connsiteX2" fmla="*/ 595706 w 595706"/>
                  <a:gd name="connsiteY2" fmla="*/ 98549 h 140731"/>
                  <a:gd name="connsiteX3" fmla="*/ 1361 w 595706"/>
                  <a:gd name="connsiteY3" fmla="*/ 140731 h 140731"/>
                  <a:gd name="connsiteX4" fmla="*/ 0 w 595706"/>
                  <a:gd name="connsiteY4" fmla="*/ 23494 h 140731"/>
                  <a:gd name="connsiteX0" fmla="*/ 0 w 595706"/>
                  <a:gd name="connsiteY0" fmla="*/ 23494 h 140731"/>
                  <a:gd name="connsiteX1" fmla="*/ 595706 w 595706"/>
                  <a:gd name="connsiteY1" fmla="*/ 2118 h 140731"/>
                  <a:gd name="connsiteX2" fmla="*/ 595706 w 595706"/>
                  <a:gd name="connsiteY2" fmla="*/ 98549 h 140731"/>
                  <a:gd name="connsiteX3" fmla="*/ 1361 w 595706"/>
                  <a:gd name="connsiteY3" fmla="*/ 140731 h 140731"/>
                  <a:gd name="connsiteX4" fmla="*/ 0 w 595706"/>
                  <a:gd name="connsiteY4" fmla="*/ 23494 h 140731"/>
                  <a:gd name="connsiteX0" fmla="*/ 0 w 595706"/>
                  <a:gd name="connsiteY0" fmla="*/ 25030 h 142267"/>
                  <a:gd name="connsiteX1" fmla="*/ 595706 w 595706"/>
                  <a:gd name="connsiteY1" fmla="*/ 3654 h 142267"/>
                  <a:gd name="connsiteX2" fmla="*/ 595706 w 595706"/>
                  <a:gd name="connsiteY2" fmla="*/ 100085 h 142267"/>
                  <a:gd name="connsiteX3" fmla="*/ 1361 w 595706"/>
                  <a:gd name="connsiteY3" fmla="*/ 142267 h 142267"/>
                  <a:gd name="connsiteX4" fmla="*/ 0 w 595706"/>
                  <a:gd name="connsiteY4" fmla="*/ 25030 h 142267"/>
                  <a:gd name="connsiteX0" fmla="*/ 0 w 595706"/>
                  <a:gd name="connsiteY0" fmla="*/ 22091 h 139328"/>
                  <a:gd name="connsiteX1" fmla="*/ 595706 w 595706"/>
                  <a:gd name="connsiteY1" fmla="*/ 715 h 139328"/>
                  <a:gd name="connsiteX2" fmla="*/ 595706 w 595706"/>
                  <a:gd name="connsiteY2" fmla="*/ 97146 h 139328"/>
                  <a:gd name="connsiteX3" fmla="*/ 1361 w 595706"/>
                  <a:gd name="connsiteY3" fmla="*/ 139328 h 139328"/>
                  <a:gd name="connsiteX4" fmla="*/ 0 w 595706"/>
                  <a:gd name="connsiteY4" fmla="*/ 22091 h 139328"/>
                  <a:gd name="connsiteX0" fmla="*/ 0 w 595706"/>
                  <a:gd name="connsiteY0" fmla="*/ 23573 h 140810"/>
                  <a:gd name="connsiteX1" fmla="*/ 595706 w 595706"/>
                  <a:gd name="connsiteY1" fmla="*/ 2197 h 140810"/>
                  <a:gd name="connsiteX2" fmla="*/ 595706 w 595706"/>
                  <a:gd name="connsiteY2" fmla="*/ 98628 h 140810"/>
                  <a:gd name="connsiteX3" fmla="*/ 1361 w 595706"/>
                  <a:gd name="connsiteY3" fmla="*/ 140810 h 140810"/>
                  <a:gd name="connsiteX4" fmla="*/ 0 w 595706"/>
                  <a:gd name="connsiteY4" fmla="*/ 23573 h 140810"/>
                  <a:gd name="connsiteX0" fmla="*/ 0 w 595706"/>
                  <a:gd name="connsiteY0" fmla="*/ 21908 h 139145"/>
                  <a:gd name="connsiteX1" fmla="*/ 595706 w 595706"/>
                  <a:gd name="connsiteY1" fmla="*/ 532 h 139145"/>
                  <a:gd name="connsiteX2" fmla="*/ 595706 w 595706"/>
                  <a:gd name="connsiteY2" fmla="*/ 96963 h 139145"/>
                  <a:gd name="connsiteX3" fmla="*/ 1361 w 595706"/>
                  <a:gd name="connsiteY3" fmla="*/ 139145 h 139145"/>
                  <a:gd name="connsiteX4" fmla="*/ 0 w 595706"/>
                  <a:gd name="connsiteY4" fmla="*/ 21908 h 139145"/>
                  <a:gd name="connsiteX0" fmla="*/ 0 w 595706"/>
                  <a:gd name="connsiteY0" fmla="*/ 23863 h 141100"/>
                  <a:gd name="connsiteX1" fmla="*/ 595706 w 595706"/>
                  <a:gd name="connsiteY1" fmla="*/ 2487 h 141100"/>
                  <a:gd name="connsiteX2" fmla="*/ 595706 w 595706"/>
                  <a:gd name="connsiteY2" fmla="*/ 98918 h 141100"/>
                  <a:gd name="connsiteX3" fmla="*/ 1361 w 595706"/>
                  <a:gd name="connsiteY3" fmla="*/ 141100 h 141100"/>
                  <a:gd name="connsiteX4" fmla="*/ 0 w 595706"/>
                  <a:gd name="connsiteY4" fmla="*/ 23863 h 141100"/>
                  <a:gd name="connsiteX0" fmla="*/ 0 w 595706"/>
                  <a:gd name="connsiteY0" fmla="*/ 24472 h 141709"/>
                  <a:gd name="connsiteX1" fmla="*/ 595706 w 595706"/>
                  <a:gd name="connsiteY1" fmla="*/ 3096 h 141709"/>
                  <a:gd name="connsiteX2" fmla="*/ 595706 w 595706"/>
                  <a:gd name="connsiteY2" fmla="*/ 99527 h 141709"/>
                  <a:gd name="connsiteX3" fmla="*/ 1361 w 595706"/>
                  <a:gd name="connsiteY3" fmla="*/ 141709 h 141709"/>
                  <a:gd name="connsiteX4" fmla="*/ 0 w 595706"/>
                  <a:gd name="connsiteY4" fmla="*/ 24472 h 141709"/>
                  <a:gd name="connsiteX0" fmla="*/ 0 w 595706"/>
                  <a:gd name="connsiteY0" fmla="*/ 24267 h 141504"/>
                  <a:gd name="connsiteX1" fmla="*/ 595706 w 595706"/>
                  <a:gd name="connsiteY1" fmla="*/ 2891 h 141504"/>
                  <a:gd name="connsiteX2" fmla="*/ 595706 w 595706"/>
                  <a:gd name="connsiteY2" fmla="*/ 99322 h 141504"/>
                  <a:gd name="connsiteX3" fmla="*/ 1361 w 595706"/>
                  <a:gd name="connsiteY3" fmla="*/ 141504 h 141504"/>
                  <a:gd name="connsiteX4" fmla="*/ 0 w 595706"/>
                  <a:gd name="connsiteY4" fmla="*/ 24267 h 141504"/>
                  <a:gd name="connsiteX0" fmla="*/ 0 w 595706"/>
                  <a:gd name="connsiteY0" fmla="*/ 24472 h 141709"/>
                  <a:gd name="connsiteX1" fmla="*/ 595706 w 595706"/>
                  <a:gd name="connsiteY1" fmla="*/ 3096 h 141709"/>
                  <a:gd name="connsiteX2" fmla="*/ 595706 w 595706"/>
                  <a:gd name="connsiteY2" fmla="*/ 99527 h 141709"/>
                  <a:gd name="connsiteX3" fmla="*/ 1361 w 595706"/>
                  <a:gd name="connsiteY3" fmla="*/ 141709 h 141709"/>
                  <a:gd name="connsiteX4" fmla="*/ 0 w 595706"/>
                  <a:gd name="connsiteY4" fmla="*/ 24472 h 141709"/>
                  <a:gd name="connsiteX0" fmla="*/ 0 w 595706"/>
                  <a:gd name="connsiteY0" fmla="*/ 24472 h 141709"/>
                  <a:gd name="connsiteX1" fmla="*/ 594353 w 595706"/>
                  <a:gd name="connsiteY1" fmla="*/ 3096 h 141709"/>
                  <a:gd name="connsiteX2" fmla="*/ 595706 w 595706"/>
                  <a:gd name="connsiteY2" fmla="*/ 99527 h 141709"/>
                  <a:gd name="connsiteX3" fmla="*/ 1361 w 595706"/>
                  <a:gd name="connsiteY3" fmla="*/ 141709 h 141709"/>
                  <a:gd name="connsiteX4" fmla="*/ 0 w 595706"/>
                  <a:gd name="connsiteY4" fmla="*/ 24472 h 141709"/>
                  <a:gd name="connsiteX0" fmla="*/ 124 w 595830"/>
                  <a:gd name="connsiteY0" fmla="*/ 24472 h 141709"/>
                  <a:gd name="connsiteX1" fmla="*/ 594477 w 595830"/>
                  <a:gd name="connsiteY1" fmla="*/ 3096 h 141709"/>
                  <a:gd name="connsiteX2" fmla="*/ 595830 w 595830"/>
                  <a:gd name="connsiteY2" fmla="*/ 99527 h 141709"/>
                  <a:gd name="connsiteX3" fmla="*/ 131 w 595830"/>
                  <a:gd name="connsiteY3" fmla="*/ 141709 h 141709"/>
                  <a:gd name="connsiteX4" fmla="*/ 124 w 595830"/>
                  <a:gd name="connsiteY4" fmla="*/ 24472 h 141709"/>
                  <a:gd name="connsiteX0" fmla="*/ 124 w 597179"/>
                  <a:gd name="connsiteY0" fmla="*/ 25207 h 142444"/>
                  <a:gd name="connsiteX1" fmla="*/ 597179 w 597179"/>
                  <a:gd name="connsiteY1" fmla="*/ 481 h 142444"/>
                  <a:gd name="connsiteX2" fmla="*/ 595830 w 597179"/>
                  <a:gd name="connsiteY2" fmla="*/ 100262 h 142444"/>
                  <a:gd name="connsiteX3" fmla="*/ 131 w 597179"/>
                  <a:gd name="connsiteY3" fmla="*/ 142444 h 142444"/>
                  <a:gd name="connsiteX4" fmla="*/ 124 w 597179"/>
                  <a:gd name="connsiteY4" fmla="*/ 25207 h 142444"/>
                  <a:gd name="connsiteX0" fmla="*/ 124 w 595889"/>
                  <a:gd name="connsiteY0" fmla="*/ 25842 h 143079"/>
                  <a:gd name="connsiteX1" fmla="*/ 594477 w 595889"/>
                  <a:gd name="connsiteY1" fmla="*/ 0 h 143079"/>
                  <a:gd name="connsiteX2" fmla="*/ 595830 w 595889"/>
                  <a:gd name="connsiteY2" fmla="*/ 100897 h 143079"/>
                  <a:gd name="connsiteX3" fmla="*/ 131 w 595889"/>
                  <a:gd name="connsiteY3" fmla="*/ 143079 h 143079"/>
                  <a:gd name="connsiteX4" fmla="*/ 124 w 595889"/>
                  <a:gd name="connsiteY4" fmla="*/ 25842 h 143079"/>
                  <a:gd name="connsiteX0" fmla="*/ 124 w 595889"/>
                  <a:gd name="connsiteY0" fmla="*/ 24713 h 141950"/>
                  <a:gd name="connsiteX1" fmla="*/ 594477 w 595889"/>
                  <a:gd name="connsiteY1" fmla="*/ 2221 h 141950"/>
                  <a:gd name="connsiteX2" fmla="*/ 595830 w 595889"/>
                  <a:gd name="connsiteY2" fmla="*/ 99768 h 141950"/>
                  <a:gd name="connsiteX3" fmla="*/ 131 w 595889"/>
                  <a:gd name="connsiteY3" fmla="*/ 141950 h 141950"/>
                  <a:gd name="connsiteX4" fmla="*/ 124 w 595889"/>
                  <a:gd name="connsiteY4" fmla="*/ 24713 h 141950"/>
                  <a:gd name="connsiteX0" fmla="*/ 124 w 595959"/>
                  <a:gd name="connsiteY0" fmla="*/ 24713 h 141950"/>
                  <a:gd name="connsiteX1" fmla="*/ 595828 w 595959"/>
                  <a:gd name="connsiteY1" fmla="*/ 2221 h 141950"/>
                  <a:gd name="connsiteX2" fmla="*/ 595830 w 595959"/>
                  <a:gd name="connsiteY2" fmla="*/ 99768 h 141950"/>
                  <a:gd name="connsiteX3" fmla="*/ 131 w 595959"/>
                  <a:gd name="connsiteY3" fmla="*/ 141950 h 141950"/>
                  <a:gd name="connsiteX4" fmla="*/ 124 w 595959"/>
                  <a:gd name="connsiteY4" fmla="*/ 24713 h 141950"/>
                  <a:gd name="connsiteX0" fmla="*/ 124 w 595959"/>
                  <a:gd name="connsiteY0" fmla="*/ 24925 h 142162"/>
                  <a:gd name="connsiteX1" fmla="*/ 595828 w 595959"/>
                  <a:gd name="connsiteY1" fmla="*/ 2433 h 142162"/>
                  <a:gd name="connsiteX2" fmla="*/ 595830 w 595959"/>
                  <a:gd name="connsiteY2" fmla="*/ 99980 h 142162"/>
                  <a:gd name="connsiteX3" fmla="*/ 131 w 595959"/>
                  <a:gd name="connsiteY3" fmla="*/ 142162 h 142162"/>
                  <a:gd name="connsiteX4" fmla="*/ 124 w 595959"/>
                  <a:gd name="connsiteY4" fmla="*/ 24925 h 142162"/>
                  <a:gd name="connsiteX0" fmla="*/ 124 w 595959"/>
                  <a:gd name="connsiteY0" fmla="*/ 22492 h 139729"/>
                  <a:gd name="connsiteX1" fmla="*/ 595828 w 595959"/>
                  <a:gd name="connsiteY1" fmla="*/ 0 h 139729"/>
                  <a:gd name="connsiteX2" fmla="*/ 595830 w 595959"/>
                  <a:gd name="connsiteY2" fmla="*/ 97547 h 139729"/>
                  <a:gd name="connsiteX3" fmla="*/ 131 w 595959"/>
                  <a:gd name="connsiteY3" fmla="*/ 139729 h 139729"/>
                  <a:gd name="connsiteX4" fmla="*/ 124 w 595959"/>
                  <a:gd name="connsiteY4" fmla="*/ 22492 h 139729"/>
                  <a:gd name="connsiteX0" fmla="*/ 124 w 595959"/>
                  <a:gd name="connsiteY0" fmla="*/ 25585 h 142822"/>
                  <a:gd name="connsiteX1" fmla="*/ 595828 w 595959"/>
                  <a:gd name="connsiteY1" fmla="*/ 3093 h 142822"/>
                  <a:gd name="connsiteX2" fmla="*/ 595830 w 595959"/>
                  <a:gd name="connsiteY2" fmla="*/ 100640 h 142822"/>
                  <a:gd name="connsiteX3" fmla="*/ 131 w 595959"/>
                  <a:gd name="connsiteY3" fmla="*/ 142822 h 142822"/>
                  <a:gd name="connsiteX4" fmla="*/ 124 w 595959"/>
                  <a:gd name="connsiteY4" fmla="*/ 25585 h 142822"/>
                  <a:gd name="connsiteX0" fmla="*/ 124 w 595959"/>
                  <a:gd name="connsiteY0" fmla="*/ 25585 h 142822"/>
                  <a:gd name="connsiteX1" fmla="*/ 595828 w 595959"/>
                  <a:gd name="connsiteY1" fmla="*/ 3093 h 142822"/>
                  <a:gd name="connsiteX2" fmla="*/ 595830 w 595959"/>
                  <a:gd name="connsiteY2" fmla="*/ 100640 h 142822"/>
                  <a:gd name="connsiteX3" fmla="*/ 131 w 595959"/>
                  <a:gd name="connsiteY3" fmla="*/ 142822 h 142822"/>
                  <a:gd name="connsiteX4" fmla="*/ 124 w 595959"/>
                  <a:gd name="connsiteY4" fmla="*/ 25585 h 142822"/>
                  <a:gd name="connsiteX0" fmla="*/ 124 w 595959"/>
                  <a:gd name="connsiteY0" fmla="*/ 26512 h 143749"/>
                  <a:gd name="connsiteX1" fmla="*/ 595828 w 595959"/>
                  <a:gd name="connsiteY1" fmla="*/ 4020 h 143749"/>
                  <a:gd name="connsiteX2" fmla="*/ 595830 w 595959"/>
                  <a:gd name="connsiteY2" fmla="*/ 101567 h 143749"/>
                  <a:gd name="connsiteX3" fmla="*/ 131 w 595959"/>
                  <a:gd name="connsiteY3" fmla="*/ 143749 h 143749"/>
                  <a:gd name="connsiteX4" fmla="*/ 124 w 595959"/>
                  <a:gd name="connsiteY4" fmla="*/ 26512 h 143749"/>
                  <a:gd name="connsiteX0" fmla="*/ 124 w 595959"/>
                  <a:gd name="connsiteY0" fmla="*/ 26512 h 143749"/>
                  <a:gd name="connsiteX1" fmla="*/ 595828 w 595959"/>
                  <a:gd name="connsiteY1" fmla="*/ 4020 h 143749"/>
                  <a:gd name="connsiteX2" fmla="*/ 595830 w 595959"/>
                  <a:gd name="connsiteY2" fmla="*/ 101567 h 143749"/>
                  <a:gd name="connsiteX3" fmla="*/ 131 w 595959"/>
                  <a:gd name="connsiteY3" fmla="*/ 143749 h 143749"/>
                  <a:gd name="connsiteX4" fmla="*/ 124 w 595959"/>
                  <a:gd name="connsiteY4" fmla="*/ 26512 h 143749"/>
                  <a:gd name="connsiteX0" fmla="*/ 124 w 595959"/>
                  <a:gd name="connsiteY0" fmla="*/ 28496 h 145733"/>
                  <a:gd name="connsiteX1" fmla="*/ 595828 w 595959"/>
                  <a:gd name="connsiteY1" fmla="*/ 6004 h 145733"/>
                  <a:gd name="connsiteX2" fmla="*/ 595830 w 595959"/>
                  <a:gd name="connsiteY2" fmla="*/ 103551 h 145733"/>
                  <a:gd name="connsiteX3" fmla="*/ 131 w 595959"/>
                  <a:gd name="connsiteY3" fmla="*/ 145733 h 145733"/>
                  <a:gd name="connsiteX4" fmla="*/ 124 w 595959"/>
                  <a:gd name="connsiteY4" fmla="*/ 28496 h 14573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856"/>
                  <a:gd name="connsiteY0" fmla="*/ 41841 h 159078"/>
                  <a:gd name="connsiteX1" fmla="*/ 591261 w 595856"/>
                  <a:gd name="connsiteY1" fmla="*/ 0 h 159078"/>
                  <a:gd name="connsiteX2" fmla="*/ 595830 w 595856"/>
                  <a:gd name="connsiteY2" fmla="*/ 116896 h 159078"/>
                  <a:gd name="connsiteX3" fmla="*/ 131 w 595856"/>
                  <a:gd name="connsiteY3" fmla="*/ 159078 h 159078"/>
                  <a:gd name="connsiteX4" fmla="*/ 124 w 595856"/>
                  <a:gd name="connsiteY4" fmla="*/ 41841 h 159078"/>
                  <a:gd name="connsiteX0" fmla="*/ 124 w 595959"/>
                  <a:gd name="connsiteY0" fmla="*/ 41841 h 159078"/>
                  <a:gd name="connsiteX1" fmla="*/ 595828 w 595959"/>
                  <a:gd name="connsiteY1" fmla="*/ 0 h 159078"/>
                  <a:gd name="connsiteX2" fmla="*/ 595830 w 595959"/>
                  <a:gd name="connsiteY2" fmla="*/ 116896 h 159078"/>
                  <a:gd name="connsiteX3" fmla="*/ 131 w 595959"/>
                  <a:gd name="connsiteY3" fmla="*/ 159078 h 159078"/>
                  <a:gd name="connsiteX4" fmla="*/ 124 w 595959"/>
                  <a:gd name="connsiteY4" fmla="*/ 41841 h 159078"/>
                  <a:gd name="connsiteX0" fmla="*/ 124 w 597349"/>
                  <a:gd name="connsiteY0" fmla="*/ 42378 h 159615"/>
                  <a:gd name="connsiteX1" fmla="*/ 597349 w 597349"/>
                  <a:gd name="connsiteY1" fmla="*/ 0 h 159615"/>
                  <a:gd name="connsiteX2" fmla="*/ 595830 w 597349"/>
                  <a:gd name="connsiteY2" fmla="*/ 117433 h 159615"/>
                  <a:gd name="connsiteX3" fmla="*/ 131 w 597349"/>
                  <a:gd name="connsiteY3" fmla="*/ 159615 h 159615"/>
                  <a:gd name="connsiteX4" fmla="*/ 124 w 597349"/>
                  <a:gd name="connsiteY4" fmla="*/ 42378 h 159615"/>
                  <a:gd name="connsiteX0" fmla="*/ 124 w 600443"/>
                  <a:gd name="connsiteY0" fmla="*/ 42378 h 159615"/>
                  <a:gd name="connsiteX1" fmla="*/ 597349 w 600443"/>
                  <a:gd name="connsiteY1" fmla="*/ 0 h 159615"/>
                  <a:gd name="connsiteX2" fmla="*/ 600408 w 600443"/>
                  <a:gd name="connsiteY2" fmla="*/ 117433 h 159615"/>
                  <a:gd name="connsiteX3" fmla="*/ 131 w 600443"/>
                  <a:gd name="connsiteY3" fmla="*/ 159615 h 159615"/>
                  <a:gd name="connsiteX4" fmla="*/ 124 w 600443"/>
                  <a:gd name="connsiteY4" fmla="*/ 42378 h 159615"/>
                  <a:gd name="connsiteX0" fmla="*/ 124 w 600537"/>
                  <a:gd name="connsiteY0" fmla="*/ 42378 h 159615"/>
                  <a:gd name="connsiteX1" fmla="*/ 600401 w 600537"/>
                  <a:gd name="connsiteY1" fmla="*/ 0 h 159615"/>
                  <a:gd name="connsiteX2" fmla="*/ 600408 w 600537"/>
                  <a:gd name="connsiteY2" fmla="*/ 117433 h 159615"/>
                  <a:gd name="connsiteX3" fmla="*/ 131 w 600537"/>
                  <a:gd name="connsiteY3" fmla="*/ 159615 h 159615"/>
                  <a:gd name="connsiteX4" fmla="*/ 124 w 600537"/>
                  <a:gd name="connsiteY4" fmla="*/ 42378 h 1596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00537" h="159615">
                    <a:moveTo>
                      <a:pt x="124" y="42378"/>
                    </a:moveTo>
                    <a:cubicBezTo>
                      <a:pt x="296414" y="-50243"/>
                      <a:pt x="418111" y="75773"/>
                      <a:pt x="600401" y="0"/>
                    </a:cubicBezTo>
                    <a:cubicBezTo>
                      <a:pt x="599951" y="33260"/>
                      <a:pt x="600858" y="84173"/>
                      <a:pt x="600408" y="117433"/>
                    </a:cubicBezTo>
                    <a:cubicBezTo>
                      <a:pt x="395490" y="192726"/>
                      <a:pt x="285331" y="62551"/>
                      <a:pt x="131" y="159615"/>
                    </a:cubicBezTo>
                    <a:cubicBezTo>
                      <a:pt x="-323" y="114566"/>
                      <a:pt x="578" y="87427"/>
                      <a:pt x="124" y="42378"/>
                    </a:cubicBezTo>
                    <a:close/>
                  </a:path>
                </a:pathLst>
              </a:custGeom>
              <a:solidFill>
                <a:schemeClr val="accent5">
                  <a:lumMod val="40000"/>
                  <a:lumOff val="60000"/>
                </a:schemeClr>
              </a:solidFill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grpSp>
            <p:nvGrpSpPr>
              <p:cNvPr id="741" name="组合 740">
                <a:extLst>
                  <a:ext uri="{FF2B5EF4-FFF2-40B4-BE49-F238E27FC236}">
                    <a16:creationId xmlns:a16="http://schemas.microsoft.com/office/drawing/2014/main" id="{DF8CC6E8-9575-CA4D-6E94-6535355DD547}"/>
                  </a:ext>
                </a:extLst>
              </p:cNvPr>
              <p:cNvGrpSpPr/>
              <p:nvPr/>
            </p:nvGrpSpPr>
            <p:grpSpPr>
              <a:xfrm>
                <a:off x="5040167" y="6521415"/>
                <a:ext cx="621640" cy="663817"/>
                <a:chOff x="3656357" y="6507685"/>
                <a:chExt cx="621640" cy="663817"/>
              </a:xfrm>
            </p:grpSpPr>
            <p:sp>
              <p:nvSpPr>
                <p:cNvPr id="742" name="矩形 741">
                  <a:extLst>
                    <a:ext uri="{FF2B5EF4-FFF2-40B4-BE49-F238E27FC236}">
                      <a16:creationId xmlns:a16="http://schemas.microsoft.com/office/drawing/2014/main" id="{1435B8A9-1813-53AC-006C-602A1A3C7ED0}"/>
                    </a:ext>
                  </a:extLst>
                </p:cNvPr>
                <p:cNvSpPr/>
                <p:nvPr/>
              </p:nvSpPr>
              <p:spPr>
                <a:xfrm>
                  <a:off x="3656465" y="6640950"/>
                  <a:ext cx="155302" cy="132623"/>
                </a:xfrm>
                <a:prstGeom prst="rect">
                  <a:avLst/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43" name="矩形 742">
                  <a:extLst>
                    <a:ext uri="{FF2B5EF4-FFF2-40B4-BE49-F238E27FC236}">
                      <a16:creationId xmlns:a16="http://schemas.microsoft.com/office/drawing/2014/main" id="{D4B3FDBF-1CF9-9507-3FB7-96CF77618EED}"/>
                    </a:ext>
                  </a:extLst>
                </p:cNvPr>
                <p:cNvSpPr/>
                <p:nvPr/>
              </p:nvSpPr>
              <p:spPr>
                <a:xfrm>
                  <a:off x="3811875" y="6640950"/>
                  <a:ext cx="155302" cy="132623"/>
                </a:xfrm>
                <a:prstGeom prst="rect">
                  <a:avLst/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44" name="矩形 743">
                  <a:extLst>
                    <a:ext uri="{FF2B5EF4-FFF2-40B4-BE49-F238E27FC236}">
                      <a16:creationId xmlns:a16="http://schemas.microsoft.com/office/drawing/2014/main" id="{0D75CB3B-8582-F695-B440-67D35FE5C8A0}"/>
                    </a:ext>
                  </a:extLst>
                </p:cNvPr>
                <p:cNvSpPr/>
                <p:nvPr/>
              </p:nvSpPr>
              <p:spPr>
                <a:xfrm>
                  <a:off x="3967285" y="6640950"/>
                  <a:ext cx="155302" cy="132623"/>
                </a:xfrm>
                <a:prstGeom prst="rect">
                  <a:avLst/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45" name="矩形 744">
                  <a:extLst>
                    <a:ext uri="{FF2B5EF4-FFF2-40B4-BE49-F238E27FC236}">
                      <a16:creationId xmlns:a16="http://schemas.microsoft.com/office/drawing/2014/main" id="{C028862E-65D0-95F0-C226-92709D777212}"/>
                    </a:ext>
                  </a:extLst>
                </p:cNvPr>
                <p:cNvSpPr/>
                <p:nvPr/>
              </p:nvSpPr>
              <p:spPr>
                <a:xfrm>
                  <a:off x="4122695" y="6640950"/>
                  <a:ext cx="155302" cy="132623"/>
                </a:xfrm>
                <a:prstGeom prst="rect">
                  <a:avLst/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46" name="矩形 745">
                  <a:extLst>
                    <a:ext uri="{FF2B5EF4-FFF2-40B4-BE49-F238E27FC236}">
                      <a16:creationId xmlns:a16="http://schemas.microsoft.com/office/drawing/2014/main" id="{2F8842D0-0522-6D4C-D967-65EC42F04B40}"/>
                    </a:ext>
                  </a:extLst>
                </p:cNvPr>
                <p:cNvSpPr/>
                <p:nvPr/>
              </p:nvSpPr>
              <p:spPr>
                <a:xfrm>
                  <a:off x="3656465" y="6773574"/>
                  <a:ext cx="155302" cy="132623"/>
                </a:xfrm>
                <a:prstGeom prst="rect">
                  <a:avLst/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47" name="矩形 746">
                  <a:extLst>
                    <a:ext uri="{FF2B5EF4-FFF2-40B4-BE49-F238E27FC236}">
                      <a16:creationId xmlns:a16="http://schemas.microsoft.com/office/drawing/2014/main" id="{8351540B-E2E8-390D-B47E-D2BB391E823F}"/>
                    </a:ext>
                  </a:extLst>
                </p:cNvPr>
                <p:cNvSpPr/>
                <p:nvPr/>
              </p:nvSpPr>
              <p:spPr>
                <a:xfrm>
                  <a:off x="3811875" y="6773574"/>
                  <a:ext cx="155302" cy="132623"/>
                </a:xfrm>
                <a:prstGeom prst="rect">
                  <a:avLst/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48" name="矩形 747">
                  <a:extLst>
                    <a:ext uri="{FF2B5EF4-FFF2-40B4-BE49-F238E27FC236}">
                      <a16:creationId xmlns:a16="http://schemas.microsoft.com/office/drawing/2014/main" id="{29F96FFD-D73D-192A-ECBD-8AE667CF3DB7}"/>
                    </a:ext>
                  </a:extLst>
                </p:cNvPr>
                <p:cNvSpPr/>
                <p:nvPr/>
              </p:nvSpPr>
              <p:spPr>
                <a:xfrm>
                  <a:off x="3967285" y="6773574"/>
                  <a:ext cx="155302" cy="132623"/>
                </a:xfrm>
                <a:prstGeom prst="rect">
                  <a:avLst/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49" name="矩形 748">
                  <a:extLst>
                    <a:ext uri="{FF2B5EF4-FFF2-40B4-BE49-F238E27FC236}">
                      <a16:creationId xmlns:a16="http://schemas.microsoft.com/office/drawing/2014/main" id="{479E535E-437C-6E8B-4E7F-DB8BC63616BB}"/>
                    </a:ext>
                  </a:extLst>
                </p:cNvPr>
                <p:cNvSpPr/>
                <p:nvPr/>
              </p:nvSpPr>
              <p:spPr>
                <a:xfrm>
                  <a:off x="4122695" y="6773574"/>
                  <a:ext cx="155302" cy="132623"/>
                </a:xfrm>
                <a:prstGeom prst="rect">
                  <a:avLst/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50" name="矩形 749">
                  <a:extLst>
                    <a:ext uri="{FF2B5EF4-FFF2-40B4-BE49-F238E27FC236}">
                      <a16:creationId xmlns:a16="http://schemas.microsoft.com/office/drawing/2014/main" id="{FEE59B1F-D8B1-399D-9354-413406D921CC}"/>
                    </a:ext>
                  </a:extLst>
                </p:cNvPr>
                <p:cNvSpPr/>
                <p:nvPr/>
              </p:nvSpPr>
              <p:spPr>
                <a:xfrm>
                  <a:off x="3656357" y="6906255"/>
                  <a:ext cx="155302" cy="132623"/>
                </a:xfrm>
                <a:prstGeom prst="rect">
                  <a:avLst/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51" name="矩形 750">
                  <a:extLst>
                    <a:ext uri="{FF2B5EF4-FFF2-40B4-BE49-F238E27FC236}">
                      <a16:creationId xmlns:a16="http://schemas.microsoft.com/office/drawing/2014/main" id="{FDD07DBE-6E77-D37F-2031-E3ACE922D7D7}"/>
                    </a:ext>
                  </a:extLst>
                </p:cNvPr>
                <p:cNvSpPr/>
                <p:nvPr/>
              </p:nvSpPr>
              <p:spPr>
                <a:xfrm>
                  <a:off x="3811767" y="6906255"/>
                  <a:ext cx="155302" cy="132623"/>
                </a:xfrm>
                <a:prstGeom prst="rect">
                  <a:avLst/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52" name="矩形 751">
                  <a:extLst>
                    <a:ext uri="{FF2B5EF4-FFF2-40B4-BE49-F238E27FC236}">
                      <a16:creationId xmlns:a16="http://schemas.microsoft.com/office/drawing/2014/main" id="{D63E8D40-7087-9DB9-06AC-97C81113E4F6}"/>
                    </a:ext>
                  </a:extLst>
                </p:cNvPr>
                <p:cNvSpPr/>
                <p:nvPr/>
              </p:nvSpPr>
              <p:spPr>
                <a:xfrm>
                  <a:off x="3967177" y="6906255"/>
                  <a:ext cx="155302" cy="132623"/>
                </a:xfrm>
                <a:prstGeom prst="rect">
                  <a:avLst/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53" name="矩形 752">
                  <a:extLst>
                    <a:ext uri="{FF2B5EF4-FFF2-40B4-BE49-F238E27FC236}">
                      <a16:creationId xmlns:a16="http://schemas.microsoft.com/office/drawing/2014/main" id="{8AE01846-1F51-C590-B65F-792D2BD9490B}"/>
                    </a:ext>
                  </a:extLst>
                </p:cNvPr>
                <p:cNvSpPr/>
                <p:nvPr/>
              </p:nvSpPr>
              <p:spPr>
                <a:xfrm>
                  <a:off x="4122587" y="6906255"/>
                  <a:ext cx="155302" cy="132623"/>
                </a:xfrm>
                <a:prstGeom prst="rect">
                  <a:avLst/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54" name="矩形 753">
                  <a:extLst>
                    <a:ext uri="{FF2B5EF4-FFF2-40B4-BE49-F238E27FC236}">
                      <a16:creationId xmlns:a16="http://schemas.microsoft.com/office/drawing/2014/main" id="{F178F084-3B05-176D-D259-E6DF0AC6110E}"/>
                    </a:ext>
                  </a:extLst>
                </p:cNvPr>
                <p:cNvSpPr/>
                <p:nvPr/>
              </p:nvSpPr>
              <p:spPr>
                <a:xfrm>
                  <a:off x="3656357" y="7038879"/>
                  <a:ext cx="155302" cy="132623"/>
                </a:xfrm>
                <a:prstGeom prst="rect">
                  <a:avLst/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803" name="矩形 802">
                  <a:extLst>
                    <a:ext uri="{FF2B5EF4-FFF2-40B4-BE49-F238E27FC236}">
                      <a16:creationId xmlns:a16="http://schemas.microsoft.com/office/drawing/2014/main" id="{15C518EC-5FD5-B0A5-3BAA-DE5D9301EAC2}"/>
                    </a:ext>
                  </a:extLst>
                </p:cNvPr>
                <p:cNvSpPr/>
                <p:nvPr/>
              </p:nvSpPr>
              <p:spPr>
                <a:xfrm>
                  <a:off x="3811767" y="7038879"/>
                  <a:ext cx="155302" cy="132623"/>
                </a:xfrm>
                <a:prstGeom prst="rect">
                  <a:avLst/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804" name="矩形 803">
                  <a:extLst>
                    <a:ext uri="{FF2B5EF4-FFF2-40B4-BE49-F238E27FC236}">
                      <a16:creationId xmlns:a16="http://schemas.microsoft.com/office/drawing/2014/main" id="{3932B514-09B6-6DCF-CF5D-2989E07AE42B}"/>
                    </a:ext>
                  </a:extLst>
                </p:cNvPr>
                <p:cNvSpPr/>
                <p:nvPr/>
              </p:nvSpPr>
              <p:spPr>
                <a:xfrm>
                  <a:off x="3967177" y="7038879"/>
                  <a:ext cx="155302" cy="132623"/>
                </a:xfrm>
                <a:prstGeom prst="rect">
                  <a:avLst/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805" name="矩形 804">
                  <a:extLst>
                    <a:ext uri="{FF2B5EF4-FFF2-40B4-BE49-F238E27FC236}">
                      <a16:creationId xmlns:a16="http://schemas.microsoft.com/office/drawing/2014/main" id="{6F24A74E-287A-35DF-46BF-7F937CC89A28}"/>
                    </a:ext>
                  </a:extLst>
                </p:cNvPr>
                <p:cNvSpPr/>
                <p:nvPr/>
              </p:nvSpPr>
              <p:spPr>
                <a:xfrm>
                  <a:off x="4122587" y="7038879"/>
                  <a:ext cx="155302" cy="132623"/>
                </a:xfrm>
                <a:prstGeom prst="rect">
                  <a:avLst/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806" name="矩形 805">
                  <a:extLst>
                    <a:ext uri="{FF2B5EF4-FFF2-40B4-BE49-F238E27FC236}">
                      <a16:creationId xmlns:a16="http://schemas.microsoft.com/office/drawing/2014/main" id="{1FFF0D0C-154B-5D1B-E5C5-28BBCE2FA4C0}"/>
                    </a:ext>
                  </a:extLst>
                </p:cNvPr>
                <p:cNvSpPr/>
                <p:nvPr/>
              </p:nvSpPr>
              <p:spPr>
                <a:xfrm>
                  <a:off x="3656357" y="6507685"/>
                  <a:ext cx="155302" cy="132623"/>
                </a:xfrm>
                <a:prstGeom prst="rect">
                  <a:avLst/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807" name="矩形 806">
                  <a:extLst>
                    <a:ext uri="{FF2B5EF4-FFF2-40B4-BE49-F238E27FC236}">
                      <a16:creationId xmlns:a16="http://schemas.microsoft.com/office/drawing/2014/main" id="{F1FA3708-5282-746F-6052-7D8DF5C07406}"/>
                    </a:ext>
                  </a:extLst>
                </p:cNvPr>
                <p:cNvSpPr/>
                <p:nvPr/>
              </p:nvSpPr>
              <p:spPr>
                <a:xfrm>
                  <a:off x="3811767" y="6507685"/>
                  <a:ext cx="155302" cy="132623"/>
                </a:xfrm>
                <a:prstGeom prst="rect">
                  <a:avLst/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808" name="矩形 807">
                  <a:extLst>
                    <a:ext uri="{FF2B5EF4-FFF2-40B4-BE49-F238E27FC236}">
                      <a16:creationId xmlns:a16="http://schemas.microsoft.com/office/drawing/2014/main" id="{EDF3530E-7950-DCD3-FDCB-235EB46C0B41}"/>
                    </a:ext>
                  </a:extLst>
                </p:cNvPr>
                <p:cNvSpPr/>
                <p:nvPr/>
              </p:nvSpPr>
              <p:spPr>
                <a:xfrm>
                  <a:off x="3967177" y="6507685"/>
                  <a:ext cx="155302" cy="132623"/>
                </a:xfrm>
                <a:prstGeom prst="rect">
                  <a:avLst/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809" name="矩形 808">
                  <a:extLst>
                    <a:ext uri="{FF2B5EF4-FFF2-40B4-BE49-F238E27FC236}">
                      <a16:creationId xmlns:a16="http://schemas.microsoft.com/office/drawing/2014/main" id="{336BE9C1-8DC0-5467-5617-5C8C0C86E646}"/>
                    </a:ext>
                  </a:extLst>
                </p:cNvPr>
                <p:cNvSpPr/>
                <p:nvPr/>
              </p:nvSpPr>
              <p:spPr>
                <a:xfrm>
                  <a:off x="4122587" y="6507685"/>
                  <a:ext cx="155302" cy="132623"/>
                </a:xfrm>
                <a:prstGeom prst="rect">
                  <a:avLst/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</p:grpSp>
      </p:grpSp>
      <p:grpSp>
        <p:nvGrpSpPr>
          <p:cNvPr id="810" name="组合 809">
            <a:extLst>
              <a:ext uri="{FF2B5EF4-FFF2-40B4-BE49-F238E27FC236}">
                <a16:creationId xmlns:a16="http://schemas.microsoft.com/office/drawing/2014/main" id="{9CD46A6D-0CF4-F551-076D-F646CFD59B46}"/>
              </a:ext>
            </a:extLst>
          </p:cNvPr>
          <p:cNvGrpSpPr/>
          <p:nvPr/>
        </p:nvGrpSpPr>
        <p:grpSpPr>
          <a:xfrm>
            <a:off x="9278344" y="5698278"/>
            <a:ext cx="621640" cy="1039771"/>
            <a:chOff x="6489710" y="6141287"/>
            <a:chExt cx="621640" cy="1039771"/>
          </a:xfrm>
        </p:grpSpPr>
        <p:sp>
          <p:nvSpPr>
            <p:cNvPr id="811" name="矩形 1174">
              <a:extLst>
                <a:ext uri="{FF2B5EF4-FFF2-40B4-BE49-F238E27FC236}">
                  <a16:creationId xmlns:a16="http://schemas.microsoft.com/office/drawing/2014/main" id="{B41C59C4-0E7F-5E39-F66E-CAE68F0D2378}"/>
                </a:ext>
              </a:extLst>
            </p:cNvPr>
            <p:cNvSpPr/>
            <p:nvPr/>
          </p:nvSpPr>
          <p:spPr>
            <a:xfrm rot="10800000">
              <a:off x="6490934" y="6307595"/>
              <a:ext cx="618706" cy="201627"/>
            </a:xfrm>
            <a:custGeom>
              <a:avLst/>
              <a:gdLst>
                <a:gd name="connsiteX0" fmla="*/ 0 w 595706"/>
                <a:gd name="connsiteY0" fmla="*/ 0 h 92965"/>
                <a:gd name="connsiteX1" fmla="*/ 595706 w 595706"/>
                <a:gd name="connsiteY1" fmla="*/ 0 h 92965"/>
                <a:gd name="connsiteX2" fmla="*/ 595706 w 595706"/>
                <a:gd name="connsiteY2" fmla="*/ 92965 h 92965"/>
                <a:gd name="connsiteX3" fmla="*/ 0 w 595706"/>
                <a:gd name="connsiteY3" fmla="*/ 92965 h 92965"/>
                <a:gd name="connsiteX4" fmla="*/ 0 w 595706"/>
                <a:gd name="connsiteY4" fmla="*/ 0 h 92965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1422 w 594406"/>
                <a:gd name="connsiteY0" fmla="*/ 21376 h 135147"/>
                <a:gd name="connsiteX1" fmla="*/ 594406 w 594406"/>
                <a:gd name="connsiteY1" fmla="*/ 0 h 135147"/>
                <a:gd name="connsiteX2" fmla="*/ 594406 w 594406"/>
                <a:gd name="connsiteY2" fmla="*/ 92965 h 135147"/>
                <a:gd name="connsiteX3" fmla="*/ 61 w 594406"/>
                <a:gd name="connsiteY3" fmla="*/ 135147 h 135147"/>
                <a:gd name="connsiteX4" fmla="*/ 1422 w 594406"/>
                <a:gd name="connsiteY4" fmla="*/ 21376 h 135147"/>
                <a:gd name="connsiteX0" fmla="*/ 1422 w 594406"/>
                <a:gd name="connsiteY0" fmla="*/ 15599 h 135147"/>
                <a:gd name="connsiteX1" fmla="*/ 594406 w 594406"/>
                <a:gd name="connsiteY1" fmla="*/ 0 h 135147"/>
                <a:gd name="connsiteX2" fmla="*/ 594406 w 594406"/>
                <a:gd name="connsiteY2" fmla="*/ 92965 h 135147"/>
                <a:gd name="connsiteX3" fmla="*/ 61 w 594406"/>
                <a:gd name="connsiteY3" fmla="*/ 135147 h 135147"/>
                <a:gd name="connsiteX4" fmla="*/ 1422 w 594406"/>
                <a:gd name="connsiteY4" fmla="*/ 15599 h 135147"/>
                <a:gd name="connsiteX0" fmla="*/ 131 w 594476"/>
                <a:gd name="connsiteY0" fmla="*/ 4622 h 135147"/>
                <a:gd name="connsiteX1" fmla="*/ 594476 w 594476"/>
                <a:gd name="connsiteY1" fmla="*/ 0 h 135147"/>
                <a:gd name="connsiteX2" fmla="*/ 594476 w 594476"/>
                <a:gd name="connsiteY2" fmla="*/ 92965 h 135147"/>
                <a:gd name="connsiteX3" fmla="*/ 131 w 594476"/>
                <a:gd name="connsiteY3" fmla="*/ 135147 h 135147"/>
                <a:gd name="connsiteX4" fmla="*/ 131 w 594476"/>
                <a:gd name="connsiteY4" fmla="*/ 4622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22423 h 139660"/>
                <a:gd name="connsiteX1" fmla="*/ 595706 w 595706"/>
                <a:gd name="connsiteY1" fmla="*/ 4513 h 139660"/>
                <a:gd name="connsiteX2" fmla="*/ 595706 w 595706"/>
                <a:gd name="connsiteY2" fmla="*/ 97478 h 139660"/>
                <a:gd name="connsiteX3" fmla="*/ 1361 w 595706"/>
                <a:gd name="connsiteY3" fmla="*/ 139660 h 139660"/>
                <a:gd name="connsiteX4" fmla="*/ 0 w 595706"/>
                <a:gd name="connsiteY4" fmla="*/ 22423 h 139660"/>
                <a:gd name="connsiteX0" fmla="*/ 0 w 595706"/>
                <a:gd name="connsiteY0" fmla="*/ 26413 h 143650"/>
                <a:gd name="connsiteX1" fmla="*/ 595706 w 595706"/>
                <a:gd name="connsiteY1" fmla="*/ 8503 h 143650"/>
                <a:gd name="connsiteX2" fmla="*/ 595706 w 595706"/>
                <a:gd name="connsiteY2" fmla="*/ 101468 h 143650"/>
                <a:gd name="connsiteX3" fmla="*/ 1361 w 595706"/>
                <a:gd name="connsiteY3" fmla="*/ 143650 h 143650"/>
                <a:gd name="connsiteX4" fmla="*/ 0 w 595706"/>
                <a:gd name="connsiteY4" fmla="*/ 26413 h 143650"/>
                <a:gd name="connsiteX0" fmla="*/ 0 w 595706"/>
                <a:gd name="connsiteY0" fmla="*/ 21286 h 138523"/>
                <a:gd name="connsiteX1" fmla="*/ 595706 w 595706"/>
                <a:gd name="connsiteY1" fmla="*/ 3376 h 138523"/>
                <a:gd name="connsiteX2" fmla="*/ 595706 w 595706"/>
                <a:gd name="connsiteY2" fmla="*/ 96341 h 138523"/>
                <a:gd name="connsiteX3" fmla="*/ 1361 w 595706"/>
                <a:gd name="connsiteY3" fmla="*/ 138523 h 138523"/>
                <a:gd name="connsiteX4" fmla="*/ 0 w 595706"/>
                <a:gd name="connsiteY4" fmla="*/ 21286 h 138523"/>
                <a:gd name="connsiteX0" fmla="*/ 0 w 595706"/>
                <a:gd name="connsiteY0" fmla="*/ 22534 h 139771"/>
                <a:gd name="connsiteX1" fmla="*/ 595706 w 595706"/>
                <a:gd name="connsiteY1" fmla="*/ 4624 h 139771"/>
                <a:gd name="connsiteX2" fmla="*/ 595706 w 595706"/>
                <a:gd name="connsiteY2" fmla="*/ 97589 h 139771"/>
                <a:gd name="connsiteX3" fmla="*/ 1361 w 595706"/>
                <a:gd name="connsiteY3" fmla="*/ 139771 h 139771"/>
                <a:gd name="connsiteX4" fmla="*/ 0 w 595706"/>
                <a:gd name="connsiteY4" fmla="*/ 22534 h 139771"/>
                <a:gd name="connsiteX0" fmla="*/ 0 w 595706"/>
                <a:gd name="connsiteY0" fmla="*/ 23494 h 140731"/>
                <a:gd name="connsiteX1" fmla="*/ 595706 w 595706"/>
                <a:gd name="connsiteY1" fmla="*/ 2118 h 140731"/>
                <a:gd name="connsiteX2" fmla="*/ 595706 w 595706"/>
                <a:gd name="connsiteY2" fmla="*/ 98549 h 140731"/>
                <a:gd name="connsiteX3" fmla="*/ 1361 w 595706"/>
                <a:gd name="connsiteY3" fmla="*/ 140731 h 140731"/>
                <a:gd name="connsiteX4" fmla="*/ 0 w 595706"/>
                <a:gd name="connsiteY4" fmla="*/ 23494 h 140731"/>
                <a:gd name="connsiteX0" fmla="*/ 0 w 595706"/>
                <a:gd name="connsiteY0" fmla="*/ 23494 h 140731"/>
                <a:gd name="connsiteX1" fmla="*/ 595706 w 595706"/>
                <a:gd name="connsiteY1" fmla="*/ 2118 h 140731"/>
                <a:gd name="connsiteX2" fmla="*/ 595706 w 595706"/>
                <a:gd name="connsiteY2" fmla="*/ 98549 h 140731"/>
                <a:gd name="connsiteX3" fmla="*/ 1361 w 595706"/>
                <a:gd name="connsiteY3" fmla="*/ 140731 h 140731"/>
                <a:gd name="connsiteX4" fmla="*/ 0 w 595706"/>
                <a:gd name="connsiteY4" fmla="*/ 23494 h 140731"/>
                <a:gd name="connsiteX0" fmla="*/ 0 w 595706"/>
                <a:gd name="connsiteY0" fmla="*/ 25030 h 142267"/>
                <a:gd name="connsiteX1" fmla="*/ 595706 w 595706"/>
                <a:gd name="connsiteY1" fmla="*/ 3654 h 142267"/>
                <a:gd name="connsiteX2" fmla="*/ 595706 w 595706"/>
                <a:gd name="connsiteY2" fmla="*/ 100085 h 142267"/>
                <a:gd name="connsiteX3" fmla="*/ 1361 w 595706"/>
                <a:gd name="connsiteY3" fmla="*/ 142267 h 142267"/>
                <a:gd name="connsiteX4" fmla="*/ 0 w 595706"/>
                <a:gd name="connsiteY4" fmla="*/ 25030 h 142267"/>
                <a:gd name="connsiteX0" fmla="*/ 0 w 595706"/>
                <a:gd name="connsiteY0" fmla="*/ 22091 h 139328"/>
                <a:gd name="connsiteX1" fmla="*/ 595706 w 595706"/>
                <a:gd name="connsiteY1" fmla="*/ 715 h 139328"/>
                <a:gd name="connsiteX2" fmla="*/ 595706 w 595706"/>
                <a:gd name="connsiteY2" fmla="*/ 97146 h 139328"/>
                <a:gd name="connsiteX3" fmla="*/ 1361 w 595706"/>
                <a:gd name="connsiteY3" fmla="*/ 139328 h 139328"/>
                <a:gd name="connsiteX4" fmla="*/ 0 w 595706"/>
                <a:gd name="connsiteY4" fmla="*/ 22091 h 139328"/>
                <a:gd name="connsiteX0" fmla="*/ 0 w 595706"/>
                <a:gd name="connsiteY0" fmla="*/ 23573 h 140810"/>
                <a:gd name="connsiteX1" fmla="*/ 595706 w 595706"/>
                <a:gd name="connsiteY1" fmla="*/ 2197 h 140810"/>
                <a:gd name="connsiteX2" fmla="*/ 595706 w 595706"/>
                <a:gd name="connsiteY2" fmla="*/ 98628 h 140810"/>
                <a:gd name="connsiteX3" fmla="*/ 1361 w 595706"/>
                <a:gd name="connsiteY3" fmla="*/ 140810 h 140810"/>
                <a:gd name="connsiteX4" fmla="*/ 0 w 595706"/>
                <a:gd name="connsiteY4" fmla="*/ 23573 h 140810"/>
                <a:gd name="connsiteX0" fmla="*/ 0 w 595706"/>
                <a:gd name="connsiteY0" fmla="*/ 21908 h 139145"/>
                <a:gd name="connsiteX1" fmla="*/ 595706 w 595706"/>
                <a:gd name="connsiteY1" fmla="*/ 532 h 139145"/>
                <a:gd name="connsiteX2" fmla="*/ 595706 w 595706"/>
                <a:gd name="connsiteY2" fmla="*/ 96963 h 139145"/>
                <a:gd name="connsiteX3" fmla="*/ 1361 w 595706"/>
                <a:gd name="connsiteY3" fmla="*/ 139145 h 139145"/>
                <a:gd name="connsiteX4" fmla="*/ 0 w 595706"/>
                <a:gd name="connsiteY4" fmla="*/ 21908 h 139145"/>
                <a:gd name="connsiteX0" fmla="*/ 0 w 595706"/>
                <a:gd name="connsiteY0" fmla="*/ 23863 h 141100"/>
                <a:gd name="connsiteX1" fmla="*/ 595706 w 595706"/>
                <a:gd name="connsiteY1" fmla="*/ 2487 h 141100"/>
                <a:gd name="connsiteX2" fmla="*/ 595706 w 595706"/>
                <a:gd name="connsiteY2" fmla="*/ 98918 h 141100"/>
                <a:gd name="connsiteX3" fmla="*/ 1361 w 595706"/>
                <a:gd name="connsiteY3" fmla="*/ 141100 h 141100"/>
                <a:gd name="connsiteX4" fmla="*/ 0 w 595706"/>
                <a:gd name="connsiteY4" fmla="*/ 23863 h 141100"/>
                <a:gd name="connsiteX0" fmla="*/ 0 w 595706"/>
                <a:gd name="connsiteY0" fmla="*/ 24472 h 141709"/>
                <a:gd name="connsiteX1" fmla="*/ 595706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0 w 595706"/>
                <a:gd name="connsiteY0" fmla="*/ 24267 h 141504"/>
                <a:gd name="connsiteX1" fmla="*/ 595706 w 595706"/>
                <a:gd name="connsiteY1" fmla="*/ 2891 h 141504"/>
                <a:gd name="connsiteX2" fmla="*/ 595706 w 595706"/>
                <a:gd name="connsiteY2" fmla="*/ 99322 h 141504"/>
                <a:gd name="connsiteX3" fmla="*/ 1361 w 595706"/>
                <a:gd name="connsiteY3" fmla="*/ 141504 h 141504"/>
                <a:gd name="connsiteX4" fmla="*/ 0 w 595706"/>
                <a:gd name="connsiteY4" fmla="*/ 24267 h 141504"/>
                <a:gd name="connsiteX0" fmla="*/ 0 w 595706"/>
                <a:gd name="connsiteY0" fmla="*/ 24472 h 141709"/>
                <a:gd name="connsiteX1" fmla="*/ 595706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0 w 595706"/>
                <a:gd name="connsiteY0" fmla="*/ 24472 h 141709"/>
                <a:gd name="connsiteX1" fmla="*/ 594353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124 w 595830"/>
                <a:gd name="connsiteY0" fmla="*/ 24472 h 141709"/>
                <a:gd name="connsiteX1" fmla="*/ 594477 w 595830"/>
                <a:gd name="connsiteY1" fmla="*/ 3096 h 141709"/>
                <a:gd name="connsiteX2" fmla="*/ 595830 w 595830"/>
                <a:gd name="connsiteY2" fmla="*/ 99527 h 141709"/>
                <a:gd name="connsiteX3" fmla="*/ 131 w 595830"/>
                <a:gd name="connsiteY3" fmla="*/ 141709 h 141709"/>
                <a:gd name="connsiteX4" fmla="*/ 124 w 595830"/>
                <a:gd name="connsiteY4" fmla="*/ 24472 h 141709"/>
                <a:gd name="connsiteX0" fmla="*/ 124 w 597179"/>
                <a:gd name="connsiteY0" fmla="*/ 25207 h 142444"/>
                <a:gd name="connsiteX1" fmla="*/ 597179 w 597179"/>
                <a:gd name="connsiteY1" fmla="*/ 481 h 142444"/>
                <a:gd name="connsiteX2" fmla="*/ 595830 w 597179"/>
                <a:gd name="connsiteY2" fmla="*/ 100262 h 142444"/>
                <a:gd name="connsiteX3" fmla="*/ 131 w 597179"/>
                <a:gd name="connsiteY3" fmla="*/ 142444 h 142444"/>
                <a:gd name="connsiteX4" fmla="*/ 124 w 597179"/>
                <a:gd name="connsiteY4" fmla="*/ 25207 h 142444"/>
                <a:gd name="connsiteX0" fmla="*/ 124 w 595889"/>
                <a:gd name="connsiteY0" fmla="*/ 25842 h 143079"/>
                <a:gd name="connsiteX1" fmla="*/ 594477 w 595889"/>
                <a:gd name="connsiteY1" fmla="*/ 0 h 143079"/>
                <a:gd name="connsiteX2" fmla="*/ 595830 w 595889"/>
                <a:gd name="connsiteY2" fmla="*/ 100897 h 143079"/>
                <a:gd name="connsiteX3" fmla="*/ 131 w 595889"/>
                <a:gd name="connsiteY3" fmla="*/ 143079 h 143079"/>
                <a:gd name="connsiteX4" fmla="*/ 124 w 595889"/>
                <a:gd name="connsiteY4" fmla="*/ 25842 h 143079"/>
                <a:gd name="connsiteX0" fmla="*/ 124 w 595889"/>
                <a:gd name="connsiteY0" fmla="*/ 24713 h 141950"/>
                <a:gd name="connsiteX1" fmla="*/ 594477 w 595889"/>
                <a:gd name="connsiteY1" fmla="*/ 2221 h 141950"/>
                <a:gd name="connsiteX2" fmla="*/ 595830 w 595889"/>
                <a:gd name="connsiteY2" fmla="*/ 99768 h 141950"/>
                <a:gd name="connsiteX3" fmla="*/ 131 w 595889"/>
                <a:gd name="connsiteY3" fmla="*/ 141950 h 141950"/>
                <a:gd name="connsiteX4" fmla="*/ 124 w 595889"/>
                <a:gd name="connsiteY4" fmla="*/ 24713 h 141950"/>
                <a:gd name="connsiteX0" fmla="*/ 124 w 595959"/>
                <a:gd name="connsiteY0" fmla="*/ 24713 h 141950"/>
                <a:gd name="connsiteX1" fmla="*/ 595828 w 595959"/>
                <a:gd name="connsiteY1" fmla="*/ 2221 h 141950"/>
                <a:gd name="connsiteX2" fmla="*/ 595830 w 595959"/>
                <a:gd name="connsiteY2" fmla="*/ 99768 h 141950"/>
                <a:gd name="connsiteX3" fmla="*/ 131 w 595959"/>
                <a:gd name="connsiteY3" fmla="*/ 141950 h 141950"/>
                <a:gd name="connsiteX4" fmla="*/ 124 w 595959"/>
                <a:gd name="connsiteY4" fmla="*/ 24713 h 141950"/>
                <a:gd name="connsiteX0" fmla="*/ 124 w 595959"/>
                <a:gd name="connsiteY0" fmla="*/ 24925 h 142162"/>
                <a:gd name="connsiteX1" fmla="*/ 595828 w 595959"/>
                <a:gd name="connsiteY1" fmla="*/ 2433 h 142162"/>
                <a:gd name="connsiteX2" fmla="*/ 595830 w 595959"/>
                <a:gd name="connsiteY2" fmla="*/ 99980 h 142162"/>
                <a:gd name="connsiteX3" fmla="*/ 131 w 595959"/>
                <a:gd name="connsiteY3" fmla="*/ 142162 h 142162"/>
                <a:gd name="connsiteX4" fmla="*/ 124 w 595959"/>
                <a:gd name="connsiteY4" fmla="*/ 24925 h 142162"/>
                <a:gd name="connsiteX0" fmla="*/ 124 w 595959"/>
                <a:gd name="connsiteY0" fmla="*/ 22492 h 139729"/>
                <a:gd name="connsiteX1" fmla="*/ 595828 w 595959"/>
                <a:gd name="connsiteY1" fmla="*/ 0 h 139729"/>
                <a:gd name="connsiteX2" fmla="*/ 595830 w 595959"/>
                <a:gd name="connsiteY2" fmla="*/ 97547 h 139729"/>
                <a:gd name="connsiteX3" fmla="*/ 131 w 595959"/>
                <a:gd name="connsiteY3" fmla="*/ 139729 h 139729"/>
                <a:gd name="connsiteX4" fmla="*/ 124 w 595959"/>
                <a:gd name="connsiteY4" fmla="*/ 22492 h 139729"/>
                <a:gd name="connsiteX0" fmla="*/ 124 w 595959"/>
                <a:gd name="connsiteY0" fmla="*/ 25585 h 142822"/>
                <a:gd name="connsiteX1" fmla="*/ 595828 w 595959"/>
                <a:gd name="connsiteY1" fmla="*/ 3093 h 142822"/>
                <a:gd name="connsiteX2" fmla="*/ 595830 w 595959"/>
                <a:gd name="connsiteY2" fmla="*/ 100640 h 142822"/>
                <a:gd name="connsiteX3" fmla="*/ 131 w 595959"/>
                <a:gd name="connsiteY3" fmla="*/ 142822 h 142822"/>
                <a:gd name="connsiteX4" fmla="*/ 124 w 595959"/>
                <a:gd name="connsiteY4" fmla="*/ 25585 h 142822"/>
                <a:gd name="connsiteX0" fmla="*/ 124 w 595959"/>
                <a:gd name="connsiteY0" fmla="*/ 25585 h 142822"/>
                <a:gd name="connsiteX1" fmla="*/ 595828 w 595959"/>
                <a:gd name="connsiteY1" fmla="*/ 3093 h 142822"/>
                <a:gd name="connsiteX2" fmla="*/ 595830 w 595959"/>
                <a:gd name="connsiteY2" fmla="*/ 100640 h 142822"/>
                <a:gd name="connsiteX3" fmla="*/ 131 w 595959"/>
                <a:gd name="connsiteY3" fmla="*/ 142822 h 142822"/>
                <a:gd name="connsiteX4" fmla="*/ 124 w 595959"/>
                <a:gd name="connsiteY4" fmla="*/ 25585 h 142822"/>
                <a:gd name="connsiteX0" fmla="*/ 124 w 595959"/>
                <a:gd name="connsiteY0" fmla="*/ 26512 h 143749"/>
                <a:gd name="connsiteX1" fmla="*/ 595828 w 595959"/>
                <a:gd name="connsiteY1" fmla="*/ 4020 h 143749"/>
                <a:gd name="connsiteX2" fmla="*/ 595830 w 595959"/>
                <a:gd name="connsiteY2" fmla="*/ 101567 h 143749"/>
                <a:gd name="connsiteX3" fmla="*/ 131 w 595959"/>
                <a:gd name="connsiteY3" fmla="*/ 143749 h 143749"/>
                <a:gd name="connsiteX4" fmla="*/ 124 w 595959"/>
                <a:gd name="connsiteY4" fmla="*/ 26512 h 143749"/>
                <a:gd name="connsiteX0" fmla="*/ 124 w 595959"/>
                <a:gd name="connsiteY0" fmla="*/ 26512 h 143749"/>
                <a:gd name="connsiteX1" fmla="*/ 595828 w 595959"/>
                <a:gd name="connsiteY1" fmla="*/ 4020 h 143749"/>
                <a:gd name="connsiteX2" fmla="*/ 595830 w 595959"/>
                <a:gd name="connsiteY2" fmla="*/ 101567 h 143749"/>
                <a:gd name="connsiteX3" fmla="*/ 131 w 595959"/>
                <a:gd name="connsiteY3" fmla="*/ 143749 h 143749"/>
                <a:gd name="connsiteX4" fmla="*/ 124 w 595959"/>
                <a:gd name="connsiteY4" fmla="*/ 26512 h 143749"/>
                <a:gd name="connsiteX0" fmla="*/ 124 w 595959"/>
                <a:gd name="connsiteY0" fmla="*/ 28496 h 145733"/>
                <a:gd name="connsiteX1" fmla="*/ 595828 w 595959"/>
                <a:gd name="connsiteY1" fmla="*/ 6004 h 145733"/>
                <a:gd name="connsiteX2" fmla="*/ 595830 w 595959"/>
                <a:gd name="connsiteY2" fmla="*/ 103551 h 145733"/>
                <a:gd name="connsiteX3" fmla="*/ 131 w 595959"/>
                <a:gd name="connsiteY3" fmla="*/ 145733 h 145733"/>
                <a:gd name="connsiteX4" fmla="*/ 124 w 595959"/>
                <a:gd name="connsiteY4" fmla="*/ 28496 h 14573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856"/>
                <a:gd name="connsiteY0" fmla="*/ 41841 h 159078"/>
                <a:gd name="connsiteX1" fmla="*/ 591261 w 595856"/>
                <a:gd name="connsiteY1" fmla="*/ 0 h 159078"/>
                <a:gd name="connsiteX2" fmla="*/ 595830 w 595856"/>
                <a:gd name="connsiteY2" fmla="*/ 116896 h 159078"/>
                <a:gd name="connsiteX3" fmla="*/ 131 w 595856"/>
                <a:gd name="connsiteY3" fmla="*/ 159078 h 159078"/>
                <a:gd name="connsiteX4" fmla="*/ 124 w 595856"/>
                <a:gd name="connsiteY4" fmla="*/ 41841 h 159078"/>
                <a:gd name="connsiteX0" fmla="*/ 124 w 595959"/>
                <a:gd name="connsiteY0" fmla="*/ 41841 h 159078"/>
                <a:gd name="connsiteX1" fmla="*/ 595828 w 595959"/>
                <a:gd name="connsiteY1" fmla="*/ 0 h 159078"/>
                <a:gd name="connsiteX2" fmla="*/ 595830 w 595959"/>
                <a:gd name="connsiteY2" fmla="*/ 116896 h 159078"/>
                <a:gd name="connsiteX3" fmla="*/ 131 w 595959"/>
                <a:gd name="connsiteY3" fmla="*/ 159078 h 159078"/>
                <a:gd name="connsiteX4" fmla="*/ 124 w 595959"/>
                <a:gd name="connsiteY4" fmla="*/ 41841 h 159078"/>
                <a:gd name="connsiteX0" fmla="*/ 124 w 597349"/>
                <a:gd name="connsiteY0" fmla="*/ 42378 h 159615"/>
                <a:gd name="connsiteX1" fmla="*/ 597349 w 597349"/>
                <a:gd name="connsiteY1" fmla="*/ 0 h 159615"/>
                <a:gd name="connsiteX2" fmla="*/ 595830 w 597349"/>
                <a:gd name="connsiteY2" fmla="*/ 117433 h 159615"/>
                <a:gd name="connsiteX3" fmla="*/ 131 w 597349"/>
                <a:gd name="connsiteY3" fmla="*/ 159615 h 159615"/>
                <a:gd name="connsiteX4" fmla="*/ 124 w 597349"/>
                <a:gd name="connsiteY4" fmla="*/ 42378 h 159615"/>
                <a:gd name="connsiteX0" fmla="*/ 124 w 600443"/>
                <a:gd name="connsiteY0" fmla="*/ 42378 h 159615"/>
                <a:gd name="connsiteX1" fmla="*/ 597349 w 600443"/>
                <a:gd name="connsiteY1" fmla="*/ 0 h 159615"/>
                <a:gd name="connsiteX2" fmla="*/ 600408 w 600443"/>
                <a:gd name="connsiteY2" fmla="*/ 117433 h 159615"/>
                <a:gd name="connsiteX3" fmla="*/ 131 w 600443"/>
                <a:gd name="connsiteY3" fmla="*/ 159615 h 159615"/>
                <a:gd name="connsiteX4" fmla="*/ 124 w 600443"/>
                <a:gd name="connsiteY4" fmla="*/ 42378 h 159615"/>
                <a:gd name="connsiteX0" fmla="*/ 124 w 600537"/>
                <a:gd name="connsiteY0" fmla="*/ 42378 h 159615"/>
                <a:gd name="connsiteX1" fmla="*/ 600401 w 600537"/>
                <a:gd name="connsiteY1" fmla="*/ 0 h 159615"/>
                <a:gd name="connsiteX2" fmla="*/ 600408 w 600537"/>
                <a:gd name="connsiteY2" fmla="*/ 117433 h 159615"/>
                <a:gd name="connsiteX3" fmla="*/ 131 w 600537"/>
                <a:gd name="connsiteY3" fmla="*/ 159615 h 159615"/>
                <a:gd name="connsiteX4" fmla="*/ 124 w 600537"/>
                <a:gd name="connsiteY4" fmla="*/ 42378 h 159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0537" h="159615">
                  <a:moveTo>
                    <a:pt x="124" y="42378"/>
                  </a:moveTo>
                  <a:cubicBezTo>
                    <a:pt x="296414" y="-50243"/>
                    <a:pt x="418111" y="75773"/>
                    <a:pt x="600401" y="0"/>
                  </a:cubicBezTo>
                  <a:cubicBezTo>
                    <a:pt x="599951" y="33260"/>
                    <a:pt x="600858" y="84173"/>
                    <a:pt x="600408" y="117433"/>
                  </a:cubicBezTo>
                  <a:cubicBezTo>
                    <a:pt x="395490" y="192726"/>
                    <a:pt x="285331" y="62551"/>
                    <a:pt x="131" y="159615"/>
                  </a:cubicBezTo>
                  <a:cubicBezTo>
                    <a:pt x="-323" y="114566"/>
                    <a:pt x="578" y="87427"/>
                    <a:pt x="124" y="42378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12" name="矩形 1174">
              <a:extLst>
                <a:ext uri="{FF2B5EF4-FFF2-40B4-BE49-F238E27FC236}">
                  <a16:creationId xmlns:a16="http://schemas.microsoft.com/office/drawing/2014/main" id="{530EAA4D-D330-C1FE-5258-D9EF854235E3}"/>
                </a:ext>
              </a:extLst>
            </p:cNvPr>
            <p:cNvSpPr/>
            <p:nvPr/>
          </p:nvSpPr>
          <p:spPr>
            <a:xfrm rot="10800000">
              <a:off x="6490934" y="6141287"/>
              <a:ext cx="618706" cy="226680"/>
            </a:xfrm>
            <a:custGeom>
              <a:avLst/>
              <a:gdLst>
                <a:gd name="connsiteX0" fmla="*/ 0 w 595706"/>
                <a:gd name="connsiteY0" fmla="*/ 0 h 92965"/>
                <a:gd name="connsiteX1" fmla="*/ 595706 w 595706"/>
                <a:gd name="connsiteY1" fmla="*/ 0 h 92965"/>
                <a:gd name="connsiteX2" fmla="*/ 595706 w 595706"/>
                <a:gd name="connsiteY2" fmla="*/ 92965 h 92965"/>
                <a:gd name="connsiteX3" fmla="*/ 0 w 595706"/>
                <a:gd name="connsiteY3" fmla="*/ 92965 h 92965"/>
                <a:gd name="connsiteX4" fmla="*/ 0 w 595706"/>
                <a:gd name="connsiteY4" fmla="*/ 0 h 92965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1422 w 594406"/>
                <a:gd name="connsiteY0" fmla="*/ 21376 h 135147"/>
                <a:gd name="connsiteX1" fmla="*/ 594406 w 594406"/>
                <a:gd name="connsiteY1" fmla="*/ 0 h 135147"/>
                <a:gd name="connsiteX2" fmla="*/ 594406 w 594406"/>
                <a:gd name="connsiteY2" fmla="*/ 92965 h 135147"/>
                <a:gd name="connsiteX3" fmla="*/ 61 w 594406"/>
                <a:gd name="connsiteY3" fmla="*/ 135147 h 135147"/>
                <a:gd name="connsiteX4" fmla="*/ 1422 w 594406"/>
                <a:gd name="connsiteY4" fmla="*/ 21376 h 135147"/>
                <a:gd name="connsiteX0" fmla="*/ 1422 w 594406"/>
                <a:gd name="connsiteY0" fmla="*/ 15599 h 135147"/>
                <a:gd name="connsiteX1" fmla="*/ 594406 w 594406"/>
                <a:gd name="connsiteY1" fmla="*/ 0 h 135147"/>
                <a:gd name="connsiteX2" fmla="*/ 594406 w 594406"/>
                <a:gd name="connsiteY2" fmla="*/ 92965 h 135147"/>
                <a:gd name="connsiteX3" fmla="*/ 61 w 594406"/>
                <a:gd name="connsiteY3" fmla="*/ 135147 h 135147"/>
                <a:gd name="connsiteX4" fmla="*/ 1422 w 594406"/>
                <a:gd name="connsiteY4" fmla="*/ 15599 h 135147"/>
                <a:gd name="connsiteX0" fmla="*/ 131 w 594476"/>
                <a:gd name="connsiteY0" fmla="*/ 4622 h 135147"/>
                <a:gd name="connsiteX1" fmla="*/ 594476 w 594476"/>
                <a:gd name="connsiteY1" fmla="*/ 0 h 135147"/>
                <a:gd name="connsiteX2" fmla="*/ 594476 w 594476"/>
                <a:gd name="connsiteY2" fmla="*/ 92965 h 135147"/>
                <a:gd name="connsiteX3" fmla="*/ 131 w 594476"/>
                <a:gd name="connsiteY3" fmla="*/ 135147 h 135147"/>
                <a:gd name="connsiteX4" fmla="*/ 131 w 594476"/>
                <a:gd name="connsiteY4" fmla="*/ 4622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22423 h 139660"/>
                <a:gd name="connsiteX1" fmla="*/ 595706 w 595706"/>
                <a:gd name="connsiteY1" fmla="*/ 4513 h 139660"/>
                <a:gd name="connsiteX2" fmla="*/ 595706 w 595706"/>
                <a:gd name="connsiteY2" fmla="*/ 97478 h 139660"/>
                <a:gd name="connsiteX3" fmla="*/ 1361 w 595706"/>
                <a:gd name="connsiteY3" fmla="*/ 139660 h 139660"/>
                <a:gd name="connsiteX4" fmla="*/ 0 w 595706"/>
                <a:gd name="connsiteY4" fmla="*/ 22423 h 139660"/>
                <a:gd name="connsiteX0" fmla="*/ 0 w 595706"/>
                <a:gd name="connsiteY0" fmla="*/ 26413 h 143650"/>
                <a:gd name="connsiteX1" fmla="*/ 595706 w 595706"/>
                <a:gd name="connsiteY1" fmla="*/ 8503 h 143650"/>
                <a:gd name="connsiteX2" fmla="*/ 595706 w 595706"/>
                <a:gd name="connsiteY2" fmla="*/ 101468 h 143650"/>
                <a:gd name="connsiteX3" fmla="*/ 1361 w 595706"/>
                <a:gd name="connsiteY3" fmla="*/ 143650 h 143650"/>
                <a:gd name="connsiteX4" fmla="*/ 0 w 595706"/>
                <a:gd name="connsiteY4" fmla="*/ 26413 h 143650"/>
                <a:gd name="connsiteX0" fmla="*/ 0 w 595706"/>
                <a:gd name="connsiteY0" fmla="*/ 21286 h 138523"/>
                <a:gd name="connsiteX1" fmla="*/ 595706 w 595706"/>
                <a:gd name="connsiteY1" fmla="*/ 3376 h 138523"/>
                <a:gd name="connsiteX2" fmla="*/ 595706 w 595706"/>
                <a:gd name="connsiteY2" fmla="*/ 96341 h 138523"/>
                <a:gd name="connsiteX3" fmla="*/ 1361 w 595706"/>
                <a:gd name="connsiteY3" fmla="*/ 138523 h 138523"/>
                <a:gd name="connsiteX4" fmla="*/ 0 w 595706"/>
                <a:gd name="connsiteY4" fmla="*/ 21286 h 138523"/>
                <a:gd name="connsiteX0" fmla="*/ 0 w 595706"/>
                <a:gd name="connsiteY0" fmla="*/ 22534 h 139771"/>
                <a:gd name="connsiteX1" fmla="*/ 595706 w 595706"/>
                <a:gd name="connsiteY1" fmla="*/ 4624 h 139771"/>
                <a:gd name="connsiteX2" fmla="*/ 595706 w 595706"/>
                <a:gd name="connsiteY2" fmla="*/ 97589 h 139771"/>
                <a:gd name="connsiteX3" fmla="*/ 1361 w 595706"/>
                <a:gd name="connsiteY3" fmla="*/ 139771 h 139771"/>
                <a:gd name="connsiteX4" fmla="*/ 0 w 595706"/>
                <a:gd name="connsiteY4" fmla="*/ 22534 h 139771"/>
                <a:gd name="connsiteX0" fmla="*/ 0 w 595706"/>
                <a:gd name="connsiteY0" fmla="*/ 23494 h 140731"/>
                <a:gd name="connsiteX1" fmla="*/ 595706 w 595706"/>
                <a:gd name="connsiteY1" fmla="*/ 2118 h 140731"/>
                <a:gd name="connsiteX2" fmla="*/ 595706 w 595706"/>
                <a:gd name="connsiteY2" fmla="*/ 98549 h 140731"/>
                <a:gd name="connsiteX3" fmla="*/ 1361 w 595706"/>
                <a:gd name="connsiteY3" fmla="*/ 140731 h 140731"/>
                <a:gd name="connsiteX4" fmla="*/ 0 w 595706"/>
                <a:gd name="connsiteY4" fmla="*/ 23494 h 140731"/>
                <a:gd name="connsiteX0" fmla="*/ 0 w 595706"/>
                <a:gd name="connsiteY0" fmla="*/ 23494 h 140731"/>
                <a:gd name="connsiteX1" fmla="*/ 595706 w 595706"/>
                <a:gd name="connsiteY1" fmla="*/ 2118 h 140731"/>
                <a:gd name="connsiteX2" fmla="*/ 595706 w 595706"/>
                <a:gd name="connsiteY2" fmla="*/ 98549 h 140731"/>
                <a:gd name="connsiteX3" fmla="*/ 1361 w 595706"/>
                <a:gd name="connsiteY3" fmla="*/ 140731 h 140731"/>
                <a:gd name="connsiteX4" fmla="*/ 0 w 595706"/>
                <a:gd name="connsiteY4" fmla="*/ 23494 h 140731"/>
                <a:gd name="connsiteX0" fmla="*/ 0 w 595706"/>
                <a:gd name="connsiteY0" fmla="*/ 25030 h 142267"/>
                <a:gd name="connsiteX1" fmla="*/ 595706 w 595706"/>
                <a:gd name="connsiteY1" fmla="*/ 3654 h 142267"/>
                <a:gd name="connsiteX2" fmla="*/ 595706 w 595706"/>
                <a:gd name="connsiteY2" fmla="*/ 100085 h 142267"/>
                <a:gd name="connsiteX3" fmla="*/ 1361 w 595706"/>
                <a:gd name="connsiteY3" fmla="*/ 142267 h 142267"/>
                <a:gd name="connsiteX4" fmla="*/ 0 w 595706"/>
                <a:gd name="connsiteY4" fmla="*/ 25030 h 142267"/>
                <a:gd name="connsiteX0" fmla="*/ 0 w 595706"/>
                <a:gd name="connsiteY0" fmla="*/ 22091 h 139328"/>
                <a:gd name="connsiteX1" fmla="*/ 595706 w 595706"/>
                <a:gd name="connsiteY1" fmla="*/ 715 h 139328"/>
                <a:gd name="connsiteX2" fmla="*/ 595706 w 595706"/>
                <a:gd name="connsiteY2" fmla="*/ 97146 h 139328"/>
                <a:gd name="connsiteX3" fmla="*/ 1361 w 595706"/>
                <a:gd name="connsiteY3" fmla="*/ 139328 h 139328"/>
                <a:gd name="connsiteX4" fmla="*/ 0 w 595706"/>
                <a:gd name="connsiteY4" fmla="*/ 22091 h 139328"/>
                <a:gd name="connsiteX0" fmla="*/ 0 w 595706"/>
                <a:gd name="connsiteY0" fmla="*/ 23573 h 140810"/>
                <a:gd name="connsiteX1" fmla="*/ 595706 w 595706"/>
                <a:gd name="connsiteY1" fmla="*/ 2197 h 140810"/>
                <a:gd name="connsiteX2" fmla="*/ 595706 w 595706"/>
                <a:gd name="connsiteY2" fmla="*/ 98628 h 140810"/>
                <a:gd name="connsiteX3" fmla="*/ 1361 w 595706"/>
                <a:gd name="connsiteY3" fmla="*/ 140810 h 140810"/>
                <a:gd name="connsiteX4" fmla="*/ 0 w 595706"/>
                <a:gd name="connsiteY4" fmla="*/ 23573 h 140810"/>
                <a:gd name="connsiteX0" fmla="*/ 0 w 595706"/>
                <a:gd name="connsiteY0" fmla="*/ 21908 h 139145"/>
                <a:gd name="connsiteX1" fmla="*/ 595706 w 595706"/>
                <a:gd name="connsiteY1" fmla="*/ 532 h 139145"/>
                <a:gd name="connsiteX2" fmla="*/ 595706 w 595706"/>
                <a:gd name="connsiteY2" fmla="*/ 96963 h 139145"/>
                <a:gd name="connsiteX3" fmla="*/ 1361 w 595706"/>
                <a:gd name="connsiteY3" fmla="*/ 139145 h 139145"/>
                <a:gd name="connsiteX4" fmla="*/ 0 w 595706"/>
                <a:gd name="connsiteY4" fmla="*/ 21908 h 139145"/>
                <a:gd name="connsiteX0" fmla="*/ 0 w 595706"/>
                <a:gd name="connsiteY0" fmla="*/ 23863 h 141100"/>
                <a:gd name="connsiteX1" fmla="*/ 595706 w 595706"/>
                <a:gd name="connsiteY1" fmla="*/ 2487 h 141100"/>
                <a:gd name="connsiteX2" fmla="*/ 595706 w 595706"/>
                <a:gd name="connsiteY2" fmla="*/ 98918 h 141100"/>
                <a:gd name="connsiteX3" fmla="*/ 1361 w 595706"/>
                <a:gd name="connsiteY3" fmla="*/ 141100 h 141100"/>
                <a:gd name="connsiteX4" fmla="*/ 0 w 595706"/>
                <a:gd name="connsiteY4" fmla="*/ 23863 h 141100"/>
                <a:gd name="connsiteX0" fmla="*/ 0 w 595706"/>
                <a:gd name="connsiteY0" fmla="*/ 24472 h 141709"/>
                <a:gd name="connsiteX1" fmla="*/ 595706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0 w 595706"/>
                <a:gd name="connsiteY0" fmla="*/ 24267 h 141504"/>
                <a:gd name="connsiteX1" fmla="*/ 595706 w 595706"/>
                <a:gd name="connsiteY1" fmla="*/ 2891 h 141504"/>
                <a:gd name="connsiteX2" fmla="*/ 595706 w 595706"/>
                <a:gd name="connsiteY2" fmla="*/ 99322 h 141504"/>
                <a:gd name="connsiteX3" fmla="*/ 1361 w 595706"/>
                <a:gd name="connsiteY3" fmla="*/ 141504 h 141504"/>
                <a:gd name="connsiteX4" fmla="*/ 0 w 595706"/>
                <a:gd name="connsiteY4" fmla="*/ 24267 h 141504"/>
                <a:gd name="connsiteX0" fmla="*/ 0 w 595706"/>
                <a:gd name="connsiteY0" fmla="*/ 24472 h 141709"/>
                <a:gd name="connsiteX1" fmla="*/ 595706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0 w 595706"/>
                <a:gd name="connsiteY0" fmla="*/ 24472 h 141709"/>
                <a:gd name="connsiteX1" fmla="*/ 594353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124 w 595830"/>
                <a:gd name="connsiteY0" fmla="*/ 24472 h 141709"/>
                <a:gd name="connsiteX1" fmla="*/ 594477 w 595830"/>
                <a:gd name="connsiteY1" fmla="*/ 3096 h 141709"/>
                <a:gd name="connsiteX2" fmla="*/ 595830 w 595830"/>
                <a:gd name="connsiteY2" fmla="*/ 99527 h 141709"/>
                <a:gd name="connsiteX3" fmla="*/ 131 w 595830"/>
                <a:gd name="connsiteY3" fmla="*/ 141709 h 141709"/>
                <a:gd name="connsiteX4" fmla="*/ 124 w 595830"/>
                <a:gd name="connsiteY4" fmla="*/ 24472 h 141709"/>
                <a:gd name="connsiteX0" fmla="*/ 124 w 597179"/>
                <a:gd name="connsiteY0" fmla="*/ 25207 h 142444"/>
                <a:gd name="connsiteX1" fmla="*/ 597179 w 597179"/>
                <a:gd name="connsiteY1" fmla="*/ 481 h 142444"/>
                <a:gd name="connsiteX2" fmla="*/ 595830 w 597179"/>
                <a:gd name="connsiteY2" fmla="*/ 100262 h 142444"/>
                <a:gd name="connsiteX3" fmla="*/ 131 w 597179"/>
                <a:gd name="connsiteY3" fmla="*/ 142444 h 142444"/>
                <a:gd name="connsiteX4" fmla="*/ 124 w 597179"/>
                <a:gd name="connsiteY4" fmla="*/ 25207 h 142444"/>
                <a:gd name="connsiteX0" fmla="*/ 124 w 595889"/>
                <a:gd name="connsiteY0" fmla="*/ 25842 h 143079"/>
                <a:gd name="connsiteX1" fmla="*/ 594477 w 595889"/>
                <a:gd name="connsiteY1" fmla="*/ 0 h 143079"/>
                <a:gd name="connsiteX2" fmla="*/ 595830 w 595889"/>
                <a:gd name="connsiteY2" fmla="*/ 100897 h 143079"/>
                <a:gd name="connsiteX3" fmla="*/ 131 w 595889"/>
                <a:gd name="connsiteY3" fmla="*/ 143079 h 143079"/>
                <a:gd name="connsiteX4" fmla="*/ 124 w 595889"/>
                <a:gd name="connsiteY4" fmla="*/ 25842 h 143079"/>
                <a:gd name="connsiteX0" fmla="*/ 124 w 595889"/>
                <a:gd name="connsiteY0" fmla="*/ 24713 h 141950"/>
                <a:gd name="connsiteX1" fmla="*/ 594477 w 595889"/>
                <a:gd name="connsiteY1" fmla="*/ 2221 h 141950"/>
                <a:gd name="connsiteX2" fmla="*/ 595830 w 595889"/>
                <a:gd name="connsiteY2" fmla="*/ 99768 h 141950"/>
                <a:gd name="connsiteX3" fmla="*/ 131 w 595889"/>
                <a:gd name="connsiteY3" fmla="*/ 141950 h 141950"/>
                <a:gd name="connsiteX4" fmla="*/ 124 w 595889"/>
                <a:gd name="connsiteY4" fmla="*/ 24713 h 141950"/>
                <a:gd name="connsiteX0" fmla="*/ 124 w 595959"/>
                <a:gd name="connsiteY0" fmla="*/ 24713 h 141950"/>
                <a:gd name="connsiteX1" fmla="*/ 595828 w 595959"/>
                <a:gd name="connsiteY1" fmla="*/ 2221 h 141950"/>
                <a:gd name="connsiteX2" fmla="*/ 595830 w 595959"/>
                <a:gd name="connsiteY2" fmla="*/ 99768 h 141950"/>
                <a:gd name="connsiteX3" fmla="*/ 131 w 595959"/>
                <a:gd name="connsiteY3" fmla="*/ 141950 h 141950"/>
                <a:gd name="connsiteX4" fmla="*/ 124 w 595959"/>
                <a:gd name="connsiteY4" fmla="*/ 24713 h 141950"/>
                <a:gd name="connsiteX0" fmla="*/ 124 w 595959"/>
                <a:gd name="connsiteY0" fmla="*/ 24925 h 142162"/>
                <a:gd name="connsiteX1" fmla="*/ 595828 w 595959"/>
                <a:gd name="connsiteY1" fmla="*/ 2433 h 142162"/>
                <a:gd name="connsiteX2" fmla="*/ 595830 w 595959"/>
                <a:gd name="connsiteY2" fmla="*/ 99980 h 142162"/>
                <a:gd name="connsiteX3" fmla="*/ 131 w 595959"/>
                <a:gd name="connsiteY3" fmla="*/ 142162 h 142162"/>
                <a:gd name="connsiteX4" fmla="*/ 124 w 595959"/>
                <a:gd name="connsiteY4" fmla="*/ 24925 h 142162"/>
                <a:gd name="connsiteX0" fmla="*/ 124 w 595959"/>
                <a:gd name="connsiteY0" fmla="*/ 22492 h 139729"/>
                <a:gd name="connsiteX1" fmla="*/ 595828 w 595959"/>
                <a:gd name="connsiteY1" fmla="*/ 0 h 139729"/>
                <a:gd name="connsiteX2" fmla="*/ 595830 w 595959"/>
                <a:gd name="connsiteY2" fmla="*/ 97547 h 139729"/>
                <a:gd name="connsiteX3" fmla="*/ 131 w 595959"/>
                <a:gd name="connsiteY3" fmla="*/ 139729 h 139729"/>
                <a:gd name="connsiteX4" fmla="*/ 124 w 595959"/>
                <a:gd name="connsiteY4" fmla="*/ 22492 h 139729"/>
                <a:gd name="connsiteX0" fmla="*/ 124 w 595959"/>
                <a:gd name="connsiteY0" fmla="*/ 25585 h 142822"/>
                <a:gd name="connsiteX1" fmla="*/ 595828 w 595959"/>
                <a:gd name="connsiteY1" fmla="*/ 3093 h 142822"/>
                <a:gd name="connsiteX2" fmla="*/ 595830 w 595959"/>
                <a:gd name="connsiteY2" fmla="*/ 100640 h 142822"/>
                <a:gd name="connsiteX3" fmla="*/ 131 w 595959"/>
                <a:gd name="connsiteY3" fmla="*/ 142822 h 142822"/>
                <a:gd name="connsiteX4" fmla="*/ 124 w 595959"/>
                <a:gd name="connsiteY4" fmla="*/ 25585 h 142822"/>
                <a:gd name="connsiteX0" fmla="*/ 124 w 595959"/>
                <a:gd name="connsiteY0" fmla="*/ 25585 h 142822"/>
                <a:gd name="connsiteX1" fmla="*/ 595828 w 595959"/>
                <a:gd name="connsiteY1" fmla="*/ 3093 h 142822"/>
                <a:gd name="connsiteX2" fmla="*/ 595830 w 595959"/>
                <a:gd name="connsiteY2" fmla="*/ 100640 h 142822"/>
                <a:gd name="connsiteX3" fmla="*/ 131 w 595959"/>
                <a:gd name="connsiteY3" fmla="*/ 142822 h 142822"/>
                <a:gd name="connsiteX4" fmla="*/ 124 w 595959"/>
                <a:gd name="connsiteY4" fmla="*/ 25585 h 142822"/>
                <a:gd name="connsiteX0" fmla="*/ 124 w 595959"/>
                <a:gd name="connsiteY0" fmla="*/ 26512 h 143749"/>
                <a:gd name="connsiteX1" fmla="*/ 595828 w 595959"/>
                <a:gd name="connsiteY1" fmla="*/ 4020 h 143749"/>
                <a:gd name="connsiteX2" fmla="*/ 595830 w 595959"/>
                <a:gd name="connsiteY2" fmla="*/ 101567 h 143749"/>
                <a:gd name="connsiteX3" fmla="*/ 131 w 595959"/>
                <a:gd name="connsiteY3" fmla="*/ 143749 h 143749"/>
                <a:gd name="connsiteX4" fmla="*/ 124 w 595959"/>
                <a:gd name="connsiteY4" fmla="*/ 26512 h 143749"/>
                <a:gd name="connsiteX0" fmla="*/ 124 w 595959"/>
                <a:gd name="connsiteY0" fmla="*/ 26512 h 143749"/>
                <a:gd name="connsiteX1" fmla="*/ 595828 w 595959"/>
                <a:gd name="connsiteY1" fmla="*/ 4020 h 143749"/>
                <a:gd name="connsiteX2" fmla="*/ 595830 w 595959"/>
                <a:gd name="connsiteY2" fmla="*/ 101567 h 143749"/>
                <a:gd name="connsiteX3" fmla="*/ 131 w 595959"/>
                <a:gd name="connsiteY3" fmla="*/ 143749 h 143749"/>
                <a:gd name="connsiteX4" fmla="*/ 124 w 595959"/>
                <a:gd name="connsiteY4" fmla="*/ 26512 h 143749"/>
                <a:gd name="connsiteX0" fmla="*/ 124 w 595959"/>
                <a:gd name="connsiteY0" fmla="*/ 28496 h 145733"/>
                <a:gd name="connsiteX1" fmla="*/ 595828 w 595959"/>
                <a:gd name="connsiteY1" fmla="*/ 6004 h 145733"/>
                <a:gd name="connsiteX2" fmla="*/ 595830 w 595959"/>
                <a:gd name="connsiteY2" fmla="*/ 103551 h 145733"/>
                <a:gd name="connsiteX3" fmla="*/ 131 w 595959"/>
                <a:gd name="connsiteY3" fmla="*/ 145733 h 145733"/>
                <a:gd name="connsiteX4" fmla="*/ 124 w 595959"/>
                <a:gd name="connsiteY4" fmla="*/ 28496 h 14573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856"/>
                <a:gd name="connsiteY0" fmla="*/ 41841 h 159078"/>
                <a:gd name="connsiteX1" fmla="*/ 591261 w 595856"/>
                <a:gd name="connsiteY1" fmla="*/ 0 h 159078"/>
                <a:gd name="connsiteX2" fmla="*/ 595830 w 595856"/>
                <a:gd name="connsiteY2" fmla="*/ 116896 h 159078"/>
                <a:gd name="connsiteX3" fmla="*/ 131 w 595856"/>
                <a:gd name="connsiteY3" fmla="*/ 159078 h 159078"/>
                <a:gd name="connsiteX4" fmla="*/ 124 w 595856"/>
                <a:gd name="connsiteY4" fmla="*/ 41841 h 159078"/>
                <a:gd name="connsiteX0" fmla="*/ 124 w 595959"/>
                <a:gd name="connsiteY0" fmla="*/ 41841 h 159078"/>
                <a:gd name="connsiteX1" fmla="*/ 595828 w 595959"/>
                <a:gd name="connsiteY1" fmla="*/ 0 h 159078"/>
                <a:gd name="connsiteX2" fmla="*/ 595830 w 595959"/>
                <a:gd name="connsiteY2" fmla="*/ 116896 h 159078"/>
                <a:gd name="connsiteX3" fmla="*/ 131 w 595959"/>
                <a:gd name="connsiteY3" fmla="*/ 159078 h 159078"/>
                <a:gd name="connsiteX4" fmla="*/ 124 w 595959"/>
                <a:gd name="connsiteY4" fmla="*/ 41841 h 159078"/>
                <a:gd name="connsiteX0" fmla="*/ 124 w 597349"/>
                <a:gd name="connsiteY0" fmla="*/ 42378 h 159615"/>
                <a:gd name="connsiteX1" fmla="*/ 597349 w 597349"/>
                <a:gd name="connsiteY1" fmla="*/ 0 h 159615"/>
                <a:gd name="connsiteX2" fmla="*/ 595830 w 597349"/>
                <a:gd name="connsiteY2" fmla="*/ 117433 h 159615"/>
                <a:gd name="connsiteX3" fmla="*/ 131 w 597349"/>
                <a:gd name="connsiteY3" fmla="*/ 159615 h 159615"/>
                <a:gd name="connsiteX4" fmla="*/ 124 w 597349"/>
                <a:gd name="connsiteY4" fmla="*/ 42378 h 159615"/>
                <a:gd name="connsiteX0" fmla="*/ 124 w 600443"/>
                <a:gd name="connsiteY0" fmla="*/ 42378 h 159615"/>
                <a:gd name="connsiteX1" fmla="*/ 597349 w 600443"/>
                <a:gd name="connsiteY1" fmla="*/ 0 h 159615"/>
                <a:gd name="connsiteX2" fmla="*/ 600408 w 600443"/>
                <a:gd name="connsiteY2" fmla="*/ 117433 h 159615"/>
                <a:gd name="connsiteX3" fmla="*/ 131 w 600443"/>
                <a:gd name="connsiteY3" fmla="*/ 159615 h 159615"/>
                <a:gd name="connsiteX4" fmla="*/ 124 w 600443"/>
                <a:gd name="connsiteY4" fmla="*/ 42378 h 159615"/>
                <a:gd name="connsiteX0" fmla="*/ 124 w 600537"/>
                <a:gd name="connsiteY0" fmla="*/ 42378 h 159615"/>
                <a:gd name="connsiteX1" fmla="*/ 600401 w 600537"/>
                <a:gd name="connsiteY1" fmla="*/ 0 h 159615"/>
                <a:gd name="connsiteX2" fmla="*/ 600408 w 600537"/>
                <a:gd name="connsiteY2" fmla="*/ 117433 h 159615"/>
                <a:gd name="connsiteX3" fmla="*/ 131 w 600537"/>
                <a:gd name="connsiteY3" fmla="*/ 159615 h 159615"/>
                <a:gd name="connsiteX4" fmla="*/ 124 w 600537"/>
                <a:gd name="connsiteY4" fmla="*/ 42378 h 159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0537" h="159615">
                  <a:moveTo>
                    <a:pt x="124" y="42378"/>
                  </a:moveTo>
                  <a:cubicBezTo>
                    <a:pt x="296414" y="-50243"/>
                    <a:pt x="418111" y="75773"/>
                    <a:pt x="600401" y="0"/>
                  </a:cubicBezTo>
                  <a:cubicBezTo>
                    <a:pt x="599951" y="33260"/>
                    <a:pt x="600858" y="84173"/>
                    <a:pt x="600408" y="117433"/>
                  </a:cubicBezTo>
                  <a:cubicBezTo>
                    <a:pt x="395490" y="192726"/>
                    <a:pt x="285331" y="62551"/>
                    <a:pt x="131" y="159615"/>
                  </a:cubicBezTo>
                  <a:cubicBezTo>
                    <a:pt x="-323" y="114566"/>
                    <a:pt x="578" y="87427"/>
                    <a:pt x="124" y="42378"/>
                  </a:cubicBezTo>
                  <a:close/>
                </a:path>
              </a:pathLst>
            </a:custGeom>
            <a:solidFill>
              <a:schemeClr val="accent5">
                <a:lumMod val="40000"/>
                <a:lumOff val="6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813" name="组合 812">
              <a:extLst>
                <a:ext uri="{FF2B5EF4-FFF2-40B4-BE49-F238E27FC236}">
                  <a16:creationId xmlns:a16="http://schemas.microsoft.com/office/drawing/2014/main" id="{A7B164DB-2948-3657-C7BA-DF5BE0FE510F}"/>
                </a:ext>
              </a:extLst>
            </p:cNvPr>
            <p:cNvGrpSpPr/>
            <p:nvPr/>
          </p:nvGrpSpPr>
          <p:grpSpPr>
            <a:xfrm>
              <a:off x="6489710" y="6445933"/>
              <a:ext cx="621640" cy="735125"/>
              <a:chOff x="5766806" y="6445933"/>
              <a:chExt cx="621640" cy="735125"/>
            </a:xfrm>
          </p:grpSpPr>
          <p:sp>
            <p:nvSpPr>
              <p:cNvPr id="814" name="矩形 1174">
                <a:extLst>
                  <a:ext uri="{FF2B5EF4-FFF2-40B4-BE49-F238E27FC236}">
                    <a16:creationId xmlns:a16="http://schemas.microsoft.com/office/drawing/2014/main" id="{3DB8F40C-E5C9-9CC9-0708-5D20DAC6CDC1}"/>
                  </a:ext>
                </a:extLst>
              </p:cNvPr>
              <p:cNvSpPr/>
              <p:nvPr/>
            </p:nvSpPr>
            <p:spPr>
              <a:xfrm rot="10800000">
                <a:off x="5768235" y="6445933"/>
                <a:ext cx="618706" cy="226680"/>
              </a:xfrm>
              <a:custGeom>
                <a:avLst/>
                <a:gdLst>
                  <a:gd name="connsiteX0" fmla="*/ 0 w 595706"/>
                  <a:gd name="connsiteY0" fmla="*/ 0 h 92965"/>
                  <a:gd name="connsiteX1" fmla="*/ 595706 w 595706"/>
                  <a:gd name="connsiteY1" fmla="*/ 0 h 92965"/>
                  <a:gd name="connsiteX2" fmla="*/ 595706 w 595706"/>
                  <a:gd name="connsiteY2" fmla="*/ 92965 h 92965"/>
                  <a:gd name="connsiteX3" fmla="*/ 0 w 595706"/>
                  <a:gd name="connsiteY3" fmla="*/ 92965 h 92965"/>
                  <a:gd name="connsiteX4" fmla="*/ 0 w 595706"/>
                  <a:gd name="connsiteY4" fmla="*/ 0 h 92965"/>
                  <a:gd name="connsiteX0" fmla="*/ 0 w 595706"/>
                  <a:gd name="connsiteY0" fmla="*/ 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0 h 135147"/>
                  <a:gd name="connsiteX0" fmla="*/ 0 w 595706"/>
                  <a:gd name="connsiteY0" fmla="*/ 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0 h 135147"/>
                  <a:gd name="connsiteX0" fmla="*/ 0 w 595706"/>
                  <a:gd name="connsiteY0" fmla="*/ 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0 h 135147"/>
                  <a:gd name="connsiteX0" fmla="*/ 0 w 595706"/>
                  <a:gd name="connsiteY0" fmla="*/ 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0 h 135147"/>
                  <a:gd name="connsiteX0" fmla="*/ 1422 w 594406"/>
                  <a:gd name="connsiteY0" fmla="*/ 21376 h 135147"/>
                  <a:gd name="connsiteX1" fmla="*/ 594406 w 594406"/>
                  <a:gd name="connsiteY1" fmla="*/ 0 h 135147"/>
                  <a:gd name="connsiteX2" fmla="*/ 594406 w 594406"/>
                  <a:gd name="connsiteY2" fmla="*/ 92965 h 135147"/>
                  <a:gd name="connsiteX3" fmla="*/ 61 w 594406"/>
                  <a:gd name="connsiteY3" fmla="*/ 135147 h 135147"/>
                  <a:gd name="connsiteX4" fmla="*/ 1422 w 594406"/>
                  <a:gd name="connsiteY4" fmla="*/ 21376 h 135147"/>
                  <a:gd name="connsiteX0" fmla="*/ 1422 w 594406"/>
                  <a:gd name="connsiteY0" fmla="*/ 15599 h 135147"/>
                  <a:gd name="connsiteX1" fmla="*/ 594406 w 594406"/>
                  <a:gd name="connsiteY1" fmla="*/ 0 h 135147"/>
                  <a:gd name="connsiteX2" fmla="*/ 594406 w 594406"/>
                  <a:gd name="connsiteY2" fmla="*/ 92965 h 135147"/>
                  <a:gd name="connsiteX3" fmla="*/ 61 w 594406"/>
                  <a:gd name="connsiteY3" fmla="*/ 135147 h 135147"/>
                  <a:gd name="connsiteX4" fmla="*/ 1422 w 594406"/>
                  <a:gd name="connsiteY4" fmla="*/ 15599 h 135147"/>
                  <a:gd name="connsiteX0" fmla="*/ 131 w 594476"/>
                  <a:gd name="connsiteY0" fmla="*/ 4622 h 135147"/>
                  <a:gd name="connsiteX1" fmla="*/ 594476 w 594476"/>
                  <a:gd name="connsiteY1" fmla="*/ 0 h 135147"/>
                  <a:gd name="connsiteX2" fmla="*/ 594476 w 594476"/>
                  <a:gd name="connsiteY2" fmla="*/ 92965 h 135147"/>
                  <a:gd name="connsiteX3" fmla="*/ 131 w 594476"/>
                  <a:gd name="connsiteY3" fmla="*/ 135147 h 135147"/>
                  <a:gd name="connsiteX4" fmla="*/ 131 w 594476"/>
                  <a:gd name="connsiteY4" fmla="*/ 4622 h 135147"/>
                  <a:gd name="connsiteX0" fmla="*/ 0 w 595706"/>
                  <a:gd name="connsiteY0" fmla="*/ 1791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17910 h 135147"/>
                  <a:gd name="connsiteX0" fmla="*/ 0 w 595706"/>
                  <a:gd name="connsiteY0" fmla="*/ 1791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17910 h 135147"/>
                  <a:gd name="connsiteX0" fmla="*/ 0 w 595706"/>
                  <a:gd name="connsiteY0" fmla="*/ 1791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17910 h 135147"/>
                  <a:gd name="connsiteX0" fmla="*/ 0 w 595706"/>
                  <a:gd name="connsiteY0" fmla="*/ 1791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17910 h 135147"/>
                  <a:gd name="connsiteX0" fmla="*/ 0 w 595706"/>
                  <a:gd name="connsiteY0" fmla="*/ 22423 h 139660"/>
                  <a:gd name="connsiteX1" fmla="*/ 595706 w 595706"/>
                  <a:gd name="connsiteY1" fmla="*/ 4513 h 139660"/>
                  <a:gd name="connsiteX2" fmla="*/ 595706 w 595706"/>
                  <a:gd name="connsiteY2" fmla="*/ 97478 h 139660"/>
                  <a:gd name="connsiteX3" fmla="*/ 1361 w 595706"/>
                  <a:gd name="connsiteY3" fmla="*/ 139660 h 139660"/>
                  <a:gd name="connsiteX4" fmla="*/ 0 w 595706"/>
                  <a:gd name="connsiteY4" fmla="*/ 22423 h 139660"/>
                  <a:gd name="connsiteX0" fmla="*/ 0 w 595706"/>
                  <a:gd name="connsiteY0" fmla="*/ 26413 h 143650"/>
                  <a:gd name="connsiteX1" fmla="*/ 595706 w 595706"/>
                  <a:gd name="connsiteY1" fmla="*/ 8503 h 143650"/>
                  <a:gd name="connsiteX2" fmla="*/ 595706 w 595706"/>
                  <a:gd name="connsiteY2" fmla="*/ 101468 h 143650"/>
                  <a:gd name="connsiteX3" fmla="*/ 1361 w 595706"/>
                  <a:gd name="connsiteY3" fmla="*/ 143650 h 143650"/>
                  <a:gd name="connsiteX4" fmla="*/ 0 w 595706"/>
                  <a:gd name="connsiteY4" fmla="*/ 26413 h 143650"/>
                  <a:gd name="connsiteX0" fmla="*/ 0 w 595706"/>
                  <a:gd name="connsiteY0" fmla="*/ 21286 h 138523"/>
                  <a:gd name="connsiteX1" fmla="*/ 595706 w 595706"/>
                  <a:gd name="connsiteY1" fmla="*/ 3376 h 138523"/>
                  <a:gd name="connsiteX2" fmla="*/ 595706 w 595706"/>
                  <a:gd name="connsiteY2" fmla="*/ 96341 h 138523"/>
                  <a:gd name="connsiteX3" fmla="*/ 1361 w 595706"/>
                  <a:gd name="connsiteY3" fmla="*/ 138523 h 138523"/>
                  <a:gd name="connsiteX4" fmla="*/ 0 w 595706"/>
                  <a:gd name="connsiteY4" fmla="*/ 21286 h 138523"/>
                  <a:gd name="connsiteX0" fmla="*/ 0 w 595706"/>
                  <a:gd name="connsiteY0" fmla="*/ 22534 h 139771"/>
                  <a:gd name="connsiteX1" fmla="*/ 595706 w 595706"/>
                  <a:gd name="connsiteY1" fmla="*/ 4624 h 139771"/>
                  <a:gd name="connsiteX2" fmla="*/ 595706 w 595706"/>
                  <a:gd name="connsiteY2" fmla="*/ 97589 h 139771"/>
                  <a:gd name="connsiteX3" fmla="*/ 1361 w 595706"/>
                  <a:gd name="connsiteY3" fmla="*/ 139771 h 139771"/>
                  <a:gd name="connsiteX4" fmla="*/ 0 w 595706"/>
                  <a:gd name="connsiteY4" fmla="*/ 22534 h 139771"/>
                  <a:gd name="connsiteX0" fmla="*/ 0 w 595706"/>
                  <a:gd name="connsiteY0" fmla="*/ 23494 h 140731"/>
                  <a:gd name="connsiteX1" fmla="*/ 595706 w 595706"/>
                  <a:gd name="connsiteY1" fmla="*/ 2118 h 140731"/>
                  <a:gd name="connsiteX2" fmla="*/ 595706 w 595706"/>
                  <a:gd name="connsiteY2" fmla="*/ 98549 h 140731"/>
                  <a:gd name="connsiteX3" fmla="*/ 1361 w 595706"/>
                  <a:gd name="connsiteY3" fmla="*/ 140731 h 140731"/>
                  <a:gd name="connsiteX4" fmla="*/ 0 w 595706"/>
                  <a:gd name="connsiteY4" fmla="*/ 23494 h 140731"/>
                  <a:gd name="connsiteX0" fmla="*/ 0 w 595706"/>
                  <a:gd name="connsiteY0" fmla="*/ 23494 h 140731"/>
                  <a:gd name="connsiteX1" fmla="*/ 595706 w 595706"/>
                  <a:gd name="connsiteY1" fmla="*/ 2118 h 140731"/>
                  <a:gd name="connsiteX2" fmla="*/ 595706 w 595706"/>
                  <a:gd name="connsiteY2" fmla="*/ 98549 h 140731"/>
                  <a:gd name="connsiteX3" fmla="*/ 1361 w 595706"/>
                  <a:gd name="connsiteY3" fmla="*/ 140731 h 140731"/>
                  <a:gd name="connsiteX4" fmla="*/ 0 w 595706"/>
                  <a:gd name="connsiteY4" fmla="*/ 23494 h 140731"/>
                  <a:gd name="connsiteX0" fmla="*/ 0 w 595706"/>
                  <a:gd name="connsiteY0" fmla="*/ 25030 h 142267"/>
                  <a:gd name="connsiteX1" fmla="*/ 595706 w 595706"/>
                  <a:gd name="connsiteY1" fmla="*/ 3654 h 142267"/>
                  <a:gd name="connsiteX2" fmla="*/ 595706 w 595706"/>
                  <a:gd name="connsiteY2" fmla="*/ 100085 h 142267"/>
                  <a:gd name="connsiteX3" fmla="*/ 1361 w 595706"/>
                  <a:gd name="connsiteY3" fmla="*/ 142267 h 142267"/>
                  <a:gd name="connsiteX4" fmla="*/ 0 w 595706"/>
                  <a:gd name="connsiteY4" fmla="*/ 25030 h 142267"/>
                  <a:gd name="connsiteX0" fmla="*/ 0 w 595706"/>
                  <a:gd name="connsiteY0" fmla="*/ 22091 h 139328"/>
                  <a:gd name="connsiteX1" fmla="*/ 595706 w 595706"/>
                  <a:gd name="connsiteY1" fmla="*/ 715 h 139328"/>
                  <a:gd name="connsiteX2" fmla="*/ 595706 w 595706"/>
                  <a:gd name="connsiteY2" fmla="*/ 97146 h 139328"/>
                  <a:gd name="connsiteX3" fmla="*/ 1361 w 595706"/>
                  <a:gd name="connsiteY3" fmla="*/ 139328 h 139328"/>
                  <a:gd name="connsiteX4" fmla="*/ 0 w 595706"/>
                  <a:gd name="connsiteY4" fmla="*/ 22091 h 139328"/>
                  <a:gd name="connsiteX0" fmla="*/ 0 w 595706"/>
                  <a:gd name="connsiteY0" fmla="*/ 23573 h 140810"/>
                  <a:gd name="connsiteX1" fmla="*/ 595706 w 595706"/>
                  <a:gd name="connsiteY1" fmla="*/ 2197 h 140810"/>
                  <a:gd name="connsiteX2" fmla="*/ 595706 w 595706"/>
                  <a:gd name="connsiteY2" fmla="*/ 98628 h 140810"/>
                  <a:gd name="connsiteX3" fmla="*/ 1361 w 595706"/>
                  <a:gd name="connsiteY3" fmla="*/ 140810 h 140810"/>
                  <a:gd name="connsiteX4" fmla="*/ 0 w 595706"/>
                  <a:gd name="connsiteY4" fmla="*/ 23573 h 140810"/>
                  <a:gd name="connsiteX0" fmla="*/ 0 w 595706"/>
                  <a:gd name="connsiteY0" fmla="*/ 21908 h 139145"/>
                  <a:gd name="connsiteX1" fmla="*/ 595706 w 595706"/>
                  <a:gd name="connsiteY1" fmla="*/ 532 h 139145"/>
                  <a:gd name="connsiteX2" fmla="*/ 595706 w 595706"/>
                  <a:gd name="connsiteY2" fmla="*/ 96963 h 139145"/>
                  <a:gd name="connsiteX3" fmla="*/ 1361 w 595706"/>
                  <a:gd name="connsiteY3" fmla="*/ 139145 h 139145"/>
                  <a:gd name="connsiteX4" fmla="*/ 0 w 595706"/>
                  <a:gd name="connsiteY4" fmla="*/ 21908 h 139145"/>
                  <a:gd name="connsiteX0" fmla="*/ 0 w 595706"/>
                  <a:gd name="connsiteY0" fmla="*/ 23863 h 141100"/>
                  <a:gd name="connsiteX1" fmla="*/ 595706 w 595706"/>
                  <a:gd name="connsiteY1" fmla="*/ 2487 h 141100"/>
                  <a:gd name="connsiteX2" fmla="*/ 595706 w 595706"/>
                  <a:gd name="connsiteY2" fmla="*/ 98918 h 141100"/>
                  <a:gd name="connsiteX3" fmla="*/ 1361 w 595706"/>
                  <a:gd name="connsiteY3" fmla="*/ 141100 h 141100"/>
                  <a:gd name="connsiteX4" fmla="*/ 0 w 595706"/>
                  <a:gd name="connsiteY4" fmla="*/ 23863 h 141100"/>
                  <a:gd name="connsiteX0" fmla="*/ 0 w 595706"/>
                  <a:gd name="connsiteY0" fmla="*/ 24472 h 141709"/>
                  <a:gd name="connsiteX1" fmla="*/ 595706 w 595706"/>
                  <a:gd name="connsiteY1" fmla="*/ 3096 h 141709"/>
                  <a:gd name="connsiteX2" fmla="*/ 595706 w 595706"/>
                  <a:gd name="connsiteY2" fmla="*/ 99527 h 141709"/>
                  <a:gd name="connsiteX3" fmla="*/ 1361 w 595706"/>
                  <a:gd name="connsiteY3" fmla="*/ 141709 h 141709"/>
                  <a:gd name="connsiteX4" fmla="*/ 0 w 595706"/>
                  <a:gd name="connsiteY4" fmla="*/ 24472 h 141709"/>
                  <a:gd name="connsiteX0" fmla="*/ 0 w 595706"/>
                  <a:gd name="connsiteY0" fmla="*/ 24267 h 141504"/>
                  <a:gd name="connsiteX1" fmla="*/ 595706 w 595706"/>
                  <a:gd name="connsiteY1" fmla="*/ 2891 h 141504"/>
                  <a:gd name="connsiteX2" fmla="*/ 595706 w 595706"/>
                  <a:gd name="connsiteY2" fmla="*/ 99322 h 141504"/>
                  <a:gd name="connsiteX3" fmla="*/ 1361 w 595706"/>
                  <a:gd name="connsiteY3" fmla="*/ 141504 h 141504"/>
                  <a:gd name="connsiteX4" fmla="*/ 0 w 595706"/>
                  <a:gd name="connsiteY4" fmla="*/ 24267 h 141504"/>
                  <a:gd name="connsiteX0" fmla="*/ 0 w 595706"/>
                  <a:gd name="connsiteY0" fmla="*/ 24472 h 141709"/>
                  <a:gd name="connsiteX1" fmla="*/ 595706 w 595706"/>
                  <a:gd name="connsiteY1" fmla="*/ 3096 h 141709"/>
                  <a:gd name="connsiteX2" fmla="*/ 595706 w 595706"/>
                  <a:gd name="connsiteY2" fmla="*/ 99527 h 141709"/>
                  <a:gd name="connsiteX3" fmla="*/ 1361 w 595706"/>
                  <a:gd name="connsiteY3" fmla="*/ 141709 h 141709"/>
                  <a:gd name="connsiteX4" fmla="*/ 0 w 595706"/>
                  <a:gd name="connsiteY4" fmla="*/ 24472 h 141709"/>
                  <a:gd name="connsiteX0" fmla="*/ 0 w 595706"/>
                  <a:gd name="connsiteY0" fmla="*/ 24472 h 141709"/>
                  <a:gd name="connsiteX1" fmla="*/ 594353 w 595706"/>
                  <a:gd name="connsiteY1" fmla="*/ 3096 h 141709"/>
                  <a:gd name="connsiteX2" fmla="*/ 595706 w 595706"/>
                  <a:gd name="connsiteY2" fmla="*/ 99527 h 141709"/>
                  <a:gd name="connsiteX3" fmla="*/ 1361 w 595706"/>
                  <a:gd name="connsiteY3" fmla="*/ 141709 h 141709"/>
                  <a:gd name="connsiteX4" fmla="*/ 0 w 595706"/>
                  <a:gd name="connsiteY4" fmla="*/ 24472 h 141709"/>
                  <a:gd name="connsiteX0" fmla="*/ 124 w 595830"/>
                  <a:gd name="connsiteY0" fmla="*/ 24472 h 141709"/>
                  <a:gd name="connsiteX1" fmla="*/ 594477 w 595830"/>
                  <a:gd name="connsiteY1" fmla="*/ 3096 h 141709"/>
                  <a:gd name="connsiteX2" fmla="*/ 595830 w 595830"/>
                  <a:gd name="connsiteY2" fmla="*/ 99527 h 141709"/>
                  <a:gd name="connsiteX3" fmla="*/ 131 w 595830"/>
                  <a:gd name="connsiteY3" fmla="*/ 141709 h 141709"/>
                  <a:gd name="connsiteX4" fmla="*/ 124 w 595830"/>
                  <a:gd name="connsiteY4" fmla="*/ 24472 h 141709"/>
                  <a:gd name="connsiteX0" fmla="*/ 124 w 597179"/>
                  <a:gd name="connsiteY0" fmla="*/ 25207 h 142444"/>
                  <a:gd name="connsiteX1" fmla="*/ 597179 w 597179"/>
                  <a:gd name="connsiteY1" fmla="*/ 481 h 142444"/>
                  <a:gd name="connsiteX2" fmla="*/ 595830 w 597179"/>
                  <a:gd name="connsiteY2" fmla="*/ 100262 h 142444"/>
                  <a:gd name="connsiteX3" fmla="*/ 131 w 597179"/>
                  <a:gd name="connsiteY3" fmla="*/ 142444 h 142444"/>
                  <a:gd name="connsiteX4" fmla="*/ 124 w 597179"/>
                  <a:gd name="connsiteY4" fmla="*/ 25207 h 142444"/>
                  <a:gd name="connsiteX0" fmla="*/ 124 w 595889"/>
                  <a:gd name="connsiteY0" fmla="*/ 25842 h 143079"/>
                  <a:gd name="connsiteX1" fmla="*/ 594477 w 595889"/>
                  <a:gd name="connsiteY1" fmla="*/ 0 h 143079"/>
                  <a:gd name="connsiteX2" fmla="*/ 595830 w 595889"/>
                  <a:gd name="connsiteY2" fmla="*/ 100897 h 143079"/>
                  <a:gd name="connsiteX3" fmla="*/ 131 w 595889"/>
                  <a:gd name="connsiteY3" fmla="*/ 143079 h 143079"/>
                  <a:gd name="connsiteX4" fmla="*/ 124 w 595889"/>
                  <a:gd name="connsiteY4" fmla="*/ 25842 h 143079"/>
                  <a:gd name="connsiteX0" fmla="*/ 124 w 595889"/>
                  <a:gd name="connsiteY0" fmla="*/ 24713 h 141950"/>
                  <a:gd name="connsiteX1" fmla="*/ 594477 w 595889"/>
                  <a:gd name="connsiteY1" fmla="*/ 2221 h 141950"/>
                  <a:gd name="connsiteX2" fmla="*/ 595830 w 595889"/>
                  <a:gd name="connsiteY2" fmla="*/ 99768 h 141950"/>
                  <a:gd name="connsiteX3" fmla="*/ 131 w 595889"/>
                  <a:gd name="connsiteY3" fmla="*/ 141950 h 141950"/>
                  <a:gd name="connsiteX4" fmla="*/ 124 w 595889"/>
                  <a:gd name="connsiteY4" fmla="*/ 24713 h 141950"/>
                  <a:gd name="connsiteX0" fmla="*/ 124 w 595959"/>
                  <a:gd name="connsiteY0" fmla="*/ 24713 h 141950"/>
                  <a:gd name="connsiteX1" fmla="*/ 595828 w 595959"/>
                  <a:gd name="connsiteY1" fmla="*/ 2221 h 141950"/>
                  <a:gd name="connsiteX2" fmla="*/ 595830 w 595959"/>
                  <a:gd name="connsiteY2" fmla="*/ 99768 h 141950"/>
                  <a:gd name="connsiteX3" fmla="*/ 131 w 595959"/>
                  <a:gd name="connsiteY3" fmla="*/ 141950 h 141950"/>
                  <a:gd name="connsiteX4" fmla="*/ 124 w 595959"/>
                  <a:gd name="connsiteY4" fmla="*/ 24713 h 141950"/>
                  <a:gd name="connsiteX0" fmla="*/ 124 w 595959"/>
                  <a:gd name="connsiteY0" fmla="*/ 24925 h 142162"/>
                  <a:gd name="connsiteX1" fmla="*/ 595828 w 595959"/>
                  <a:gd name="connsiteY1" fmla="*/ 2433 h 142162"/>
                  <a:gd name="connsiteX2" fmla="*/ 595830 w 595959"/>
                  <a:gd name="connsiteY2" fmla="*/ 99980 h 142162"/>
                  <a:gd name="connsiteX3" fmla="*/ 131 w 595959"/>
                  <a:gd name="connsiteY3" fmla="*/ 142162 h 142162"/>
                  <a:gd name="connsiteX4" fmla="*/ 124 w 595959"/>
                  <a:gd name="connsiteY4" fmla="*/ 24925 h 142162"/>
                  <a:gd name="connsiteX0" fmla="*/ 124 w 595959"/>
                  <a:gd name="connsiteY0" fmla="*/ 22492 h 139729"/>
                  <a:gd name="connsiteX1" fmla="*/ 595828 w 595959"/>
                  <a:gd name="connsiteY1" fmla="*/ 0 h 139729"/>
                  <a:gd name="connsiteX2" fmla="*/ 595830 w 595959"/>
                  <a:gd name="connsiteY2" fmla="*/ 97547 h 139729"/>
                  <a:gd name="connsiteX3" fmla="*/ 131 w 595959"/>
                  <a:gd name="connsiteY3" fmla="*/ 139729 h 139729"/>
                  <a:gd name="connsiteX4" fmla="*/ 124 w 595959"/>
                  <a:gd name="connsiteY4" fmla="*/ 22492 h 139729"/>
                  <a:gd name="connsiteX0" fmla="*/ 124 w 595959"/>
                  <a:gd name="connsiteY0" fmla="*/ 25585 h 142822"/>
                  <a:gd name="connsiteX1" fmla="*/ 595828 w 595959"/>
                  <a:gd name="connsiteY1" fmla="*/ 3093 h 142822"/>
                  <a:gd name="connsiteX2" fmla="*/ 595830 w 595959"/>
                  <a:gd name="connsiteY2" fmla="*/ 100640 h 142822"/>
                  <a:gd name="connsiteX3" fmla="*/ 131 w 595959"/>
                  <a:gd name="connsiteY3" fmla="*/ 142822 h 142822"/>
                  <a:gd name="connsiteX4" fmla="*/ 124 w 595959"/>
                  <a:gd name="connsiteY4" fmla="*/ 25585 h 142822"/>
                  <a:gd name="connsiteX0" fmla="*/ 124 w 595959"/>
                  <a:gd name="connsiteY0" fmla="*/ 25585 h 142822"/>
                  <a:gd name="connsiteX1" fmla="*/ 595828 w 595959"/>
                  <a:gd name="connsiteY1" fmla="*/ 3093 h 142822"/>
                  <a:gd name="connsiteX2" fmla="*/ 595830 w 595959"/>
                  <a:gd name="connsiteY2" fmla="*/ 100640 h 142822"/>
                  <a:gd name="connsiteX3" fmla="*/ 131 w 595959"/>
                  <a:gd name="connsiteY3" fmla="*/ 142822 h 142822"/>
                  <a:gd name="connsiteX4" fmla="*/ 124 w 595959"/>
                  <a:gd name="connsiteY4" fmla="*/ 25585 h 142822"/>
                  <a:gd name="connsiteX0" fmla="*/ 124 w 595959"/>
                  <a:gd name="connsiteY0" fmla="*/ 26512 h 143749"/>
                  <a:gd name="connsiteX1" fmla="*/ 595828 w 595959"/>
                  <a:gd name="connsiteY1" fmla="*/ 4020 h 143749"/>
                  <a:gd name="connsiteX2" fmla="*/ 595830 w 595959"/>
                  <a:gd name="connsiteY2" fmla="*/ 101567 h 143749"/>
                  <a:gd name="connsiteX3" fmla="*/ 131 w 595959"/>
                  <a:gd name="connsiteY3" fmla="*/ 143749 h 143749"/>
                  <a:gd name="connsiteX4" fmla="*/ 124 w 595959"/>
                  <a:gd name="connsiteY4" fmla="*/ 26512 h 143749"/>
                  <a:gd name="connsiteX0" fmla="*/ 124 w 595959"/>
                  <a:gd name="connsiteY0" fmla="*/ 26512 h 143749"/>
                  <a:gd name="connsiteX1" fmla="*/ 595828 w 595959"/>
                  <a:gd name="connsiteY1" fmla="*/ 4020 h 143749"/>
                  <a:gd name="connsiteX2" fmla="*/ 595830 w 595959"/>
                  <a:gd name="connsiteY2" fmla="*/ 101567 h 143749"/>
                  <a:gd name="connsiteX3" fmla="*/ 131 w 595959"/>
                  <a:gd name="connsiteY3" fmla="*/ 143749 h 143749"/>
                  <a:gd name="connsiteX4" fmla="*/ 124 w 595959"/>
                  <a:gd name="connsiteY4" fmla="*/ 26512 h 143749"/>
                  <a:gd name="connsiteX0" fmla="*/ 124 w 595959"/>
                  <a:gd name="connsiteY0" fmla="*/ 28496 h 145733"/>
                  <a:gd name="connsiteX1" fmla="*/ 595828 w 595959"/>
                  <a:gd name="connsiteY1" fmla="*/ 6004 h 145733"/>
                  <a:gd name="connsiteX2" fmla="*/ 595830 w 595959"/>
                  <a:gd name="connsiteY2" fmla="*/ 103551 h 145733"/>
                  <a:gd name="connsiteX3" fmla="*/ 131 w 595959"/>
                  <a:gd name="connsiteY3" fmla="*/ 145733 h 145733"/>
                  <a:gd name="connsiteX4" fmla="*/ 124 w 595959"/>
                  <a:gd name="connsiteY4" fmla="*/ 28496 h 14573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856"/>
                  <a:gd name="connsiteY0" fmla="*/ 41841 h 159078"/>
                  <a:gd name="connsiteX1" fmla="*/ 591261 w 595856"/>
                  <a:gd name="connsiteY1" fmla="*/ 0 h 159078"/>
                  <a:gd name="connsiteX2" fmla="*/ 595830 w 595856"/>
                  <a:gd name="connsiteY2" fmla="*/ 116896 h 159078"/>
                  <a:gd name="connsiteX3" fmla="*/ 131 w 595856"/>
                  <a:gd name="connsiteY3" fmla="*/ 159078 h 159078"/>
                  <a:gd name="connsiteX4" fmla="*/ 124 w 595856"/>
                  <a:gd name="connsiteY4" fmla="*/ 41841 h 159078"/>
                  <a:gd name="connsiteX0" fmla="*/ 124 w 595959"/>
                  <a:gd name="connsiteY0" fmla="*/ 41841 h 159078"/>
                  <a:gd name="connsiteX1" fmla="*/ 595828 w 595959"/>
                  <a:gd name="connsiteY1" fmla="*/ 0 h 159078"/>
                  <a:gd name="connsiteX2" fmla="*/ 595830 w 595959"/>
                  <a:gd name="connsiteY2" fmla="*/ 116896 h 159078"/>
                  <a:gd name="connsiteX3" fmla="*/ 131 w 595959"/>
                  <a:gd name="connsiteY3" fmla="*/ 159078 h 159078"/>
                  <a:gd name="connsiteX4" fmla="*/ 124 w 595959"/>
                  <a:gd name="connsiteY4" fmla="*/ 41841 h 159078"/>
                  <a:gd name="connsiteX0" fmla="*/ 124 w 597349"/>
                  <a:gd name="connsiteY0" fmla="*/ 42378 h 159615"/>
                  <a:gd name="connsiteX1" fmla="*/ 597349 w 597349"/>
                  <a:gd name="connsiteY1" fmla="*/ 0 h 159615"/>
                  <a:gd name="connsiteX2" fmla="*/ 595830 w 597349"/>
                  <a:gd name="connsiteY2" fmla="*/ 117433 h 159615"/>
                  <a:gd name="connsiteX3" fmla="*/ 131 w 597349"/>
                  <a:gd name="connsiteY3" fmla="*/ 159615 h 159615"/>
                  <a:gd name="connsiteX4" fmla="*/ 124 w 597349"/>
                  <a:gd name="connsiteY4" fmla="*/ 42378 h 159615"/>
                  <a:gd name="connsiteX0" fmla="*/ 124 w 600443"/>
                  <a:gd name="connsiteY0" fmla="*/ 42378 h 159615"/>
                  <a:gd name="connsiteX1" fmla="*/ 597349 w 600443"/>
                  <a:gd name="connsiteY1" fmla="*/ 0 h 159615"/>
                  <a:gd name="connsiteX2" fmla="*/ 600408 w 600443"/>
                  <a:gd name="connsiteY2" fmla="*/ 117433 h 159615"/>
                  <a:gd name="connsiteX3" fmla="*/ 131 w 600443"/>
                  <a:gd name="connsiteY3" fmla="*/ 159615 h 159615"/>
                  <a:gd name="connsiteX4" fmla="*/ 124 w 600443"/>
                  <a:gd name="connsiteY4" fmla="*/ 42378 h 159615"/>
                  <a:gd name="connsiteX0" fmla="*/ 124 w 600537"/>
                  <a:gd name="connsiteY0" fmla="*/ 42378 h 159615"/>
                  <a:gd name="connsiteX1" fmla="*/ 600401 w 600537"/>
                  <a:gd name="connsiteY1" fmla="*/ 0 h 159615"/>
                  <a:gd name="connsiteX2" fmla="*/ 600408 w 600537"/>
                  <a:gd name="connsiteY2" fmla="*/ 117433 h 159615"/>
                  <a:gd name="connsiteX3" fmla="*/ 131 w 600537"/>
                  <a:gd name="connsiteY3" fmla="*/ 159615 h 159615"/>
                  <a:gd name="connsiteX4" fmla="*/ 124 w 600537"/>
                  <a:gd name="connsiteY4" fmla="*/ 42378 h 1596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00537" h="159615">
                    <a:moveTo>
                      <a:pt x="124" y="42378"/>
                    </a:moveTo>
                    <a:cubicBezTo>
                      <a:pt x="296414" y="-50243"/>
                      <a:pt x="418111" y="75773"/>
                      <a:pt x="600401" y="0"/>
                    </a:cubicBezTo>
                    <a:cubicBezTo>
                      <a:pt x="599951" y="33260"/>
                      <a:pt x="600858" y="84173"/>
                      <a:pt x="600408" y="117433"/>
                    </a:cubicBezTo>
                    <a:cubicBezTo>
                      <a:pt x="395490" y="192726"/>
                      <a:pt x="285331" y="62551"/>
                      <a:pt x="131" y="159615"/>
                    </a:cubicBezTo>
                    <a:cubicBezTo>
                      <a:pt x="-323" y="114566"/>
                      <a:pt x="578" y="87427"/>
                      <a:pt x="124" y="42378"/>
                    </a:cubicBezTo>
                    <a:close/>
                  </a:path>
                </a:pathLst>
              </a:custGeom>
              <a:solidFill>
                <a:schemeClr val="accent2">
                  <a:lumMod val="40000"/>
                  <a:lumOff val="60000"/>
                </a:schemeClr>
              </a:solidFill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grpSp>
            <p:nvGrpSpPr>
              <p:cNvPr id="815" name="组合 814">
                <a:extLst>
                  <a:ext uri="{FF2B5EF4-FFF2-40B4-BE49-F238E27FC236}">
                    <a16:creationId xmlns:a16="http://schemas.microsoft.com/office/drawing/2014/main" id="{BD621120-FBF2-BF60-551B-376B7E2791C8}"/>
                  </a:ext>
                </a:extLst>
              </p:cNvPr>
              <p:cNvGrpSpPr/>
              <p:nvPr/>
            </p:nvGrpSpPr>
            <p:grpSpPr>
              <a:xfrm>
                <a:off x="5766806" y="6517241"/>
                <a:ext cx="621640" cy="663817"/>
                <a:chOff x="5040167" y="6521415"/>
                <a:chExt cx="621640" cy="663817"/>
              </a:xfrm>
            </p:grpSpPr>
            <p:sp>
              <p:nvSpPr>
                <p:cNvPr id="816" name="矩形 1174">
                  <a:extLst>
                    <a:ext uri="{FF2B5EF4-FFF2-40B4-BE49-F238E27FC236}">
                      <a16:creationId xmlns:a16="http://schemas.microsoft.com/office/drawing/2014/main" id="{A4A9384D-F4D2-513D-74E9-929BCA2A5854}"/>
                    </a:ext>
                  </a:extLst>
                </p:cNvPr>
                <p:cNvSpPr/>
                <p:nvPr/>
              </p:nvSpPr>
              <p:spPr>
                <a:xfrm rot="10800000">
                  <a:off x="5041542" y="6760560"/>
                  <a:ext cx="618706" cy="201627"/>
                </a:xfrm>
                <a:custGeom>
                  <a:avLst/>
                  <a:gdLst>
                    <a:gd name="connsiteX0" fmla="*/ 0 w 595706"/>
                    <a:gd name="connsiteY0" fmla="*/ 0 h 92965"/>
                    <a:gd name="connsiteX1" fmla="*/ 595706 w 595706"/>
                    <a:gd name="connsiteY1" fmla="*/ 0 h 92965"/>
                    <a:gd name="connsiteX2" fmla="*/ 595706 w 595706"/>
                    <a:gd name="connsiteY2" fmla="*/ 92965 h 92965"/>
                    <a:gd name="connsiteX3" fmla="*/ 0 w 595706"/>
                    <a:gd name="connsiteY3" fmla="*/ 92965 h 92965"/>
                    <a:gd name="connsiteX4" fmla="*/ 0 w 595706"/>
                    <a:gd name="connsiteY4" fmla="*/ 0 h 92965"/>
                    <a:gd name="connsiteX0" fmla="*/ 0 w 595706"/>
                    <a:gd name="connsiteY0" fmla="*/ 0 h 135147"/>
                    <a:gd name="connsiteX1" fmla="*/ 595706 w 595706"/>
                    <a:gd name="connsiteY1" fmla="*/ 0 h 135147"/>
                    <a:gd name="connsiteX2" fmla="*/ 595706 w 595706"/>
                    <a:gd name="connsiteY2" fmla="*/ 92965 h 135147"/>
                    <a:gd name="connsiteX3" fmla="*/ 1361 w 595706"/>
                    <a:gd name="connsiteY3" fmla="*/ 135147 h 135147"/>
                    <a:gd name="connsiteX4" fmla="*/ 0 w 595706"/>
                    <a:gd name="connsiteY4" fmla="*/ 0 h 135147"/>
                    <a:gd name="connsiteX0" fmla="*/ 0 w 595706"/>
                    <a:gd name="connsiteY0" fmla="*/ 0 h 135147"/>
                    <a:gd name="connsiteX1" fmla="*/ 595706 w 595706"/>
                    <a:gd name="connsiteY1" fmla="*/ 0 h 135147"/>
                    <a:gd name="connsiteX2" fmla="*/ 595706 w 595706"/>
                    <a:gd name="connsiteY2" fmla="*/ 92965 h 135147"/>
                    <a:gd name="connsiteX3" fmla="*/ 1361 w 595706"/>
                    <a:gd name="connsiteY3" fmla="*/ 135147 h 135147"/>
                    <a:gd name="connsiteX4" fmla="*/ 0 w 595706"/>
                    <a:gd name="connsiteY4" fmla="*/ 0 h 135147"/>
                    <a:gd name="connsiteX0" fmla="*/ 0 w 595706"/>
                    <a:gd name="connsiteY0" fmla="*/ 0 h 135147"/>
                    <a:gd name="connsiteX1" fmla="*/ 595706 w 595706"/>
                    <a:gd name="connsiteY1" fmla="*/ 0 h 135147"/>
                    <a:gd name="connsiteX2" fmla="*/ 595706 w 595706"/>
                    <a:gd name="connsiteY2" fmla="*/ 92965 h 135147"/>
                    <a:gd name="connsiteX3" fmla="*/ 1361 w 595706"/>
                    <a:gd name="connsiteY3" fmla="*/ 135147 h 135147"/>
                    <a:gd name="connsiteX4" fmla="*/ 0 w 595706"/>
                    <a:gd name="connsiteY4" fmla="*/ 0 h 135147"/>
                    <a:gd name="connsiteX0" fmla="*/ 0 w 595706"/>
                    <a:gd name="connsiteY0" fmla="*/ 0 h 135147"/>
                    <a:gd name="connsiteX1" fmla="*/ 595706 w 595706"/>
                    <a:gd name="connsiteY1" fmla="*/ 0 h 135147"/>
                    <a:gd name="connsiteX2" fmla="*/ 595706 w 595706"/>
                    <a:gd name="connsiteY2" fmla="*/ 92965 h 135147"/>
                    <a:gd name="connsiteX3" fmla="*/ 1361 w 595706"/>
                    <a:gd name="connsiteY3" fmla="*/ 135147 h 135147"/>
                    <a:gd name="connsiteX4" fmla="*/ 0 w 595706"/>
                    <a:gd name="connsiteY4" fmla="*/ 0 h 135147"/>
                    <a:gd name="connsiteX0" fmla="*/ 1422 w 594406"/>
                    <a:gd name="connsiteY0" fmla="*/ 21376 h 135147"/>
                    <a:gd name="connsiteX1" fmla="*/ 594406 w 594406"/>
                    <a:gd name="connsiteY1" fmla="*/ 0 h 135147"/>
                    <a:gd name="connsiteX2" fmla="*/ 594406 w 594406"/>
                    <a:gd name="connsiteY2" fmla="*/ 92965 h 135147"/>
                    <a:gd name="connsiteX3" fmla="*/ 61 w 594406"/>
                    <a:gd name="connsiteY3" fmla="*/ 135147 h 135147"/>
                    <a:gd name="connsiteX4" fmla="*/ 1422 w 594406"/>
                    <a:gd name="connsiteY4" fmla="*/ 21376 h 135147"/>
                    <a:gd name="connsiteX0" fmla="*/ 1422 w 594406"/>
                    <a:gd name="connsiteY0" fmla="*/ 15599 h 135147"/>
                    <a:gd name="connsiteX1" fmla="*/ 594406 w 594406"/>
                    <a:gd name="connsiteY1" fmla="*/ 0 h 135147"/>
                    <a:gd name="connsiteX2" fmla="*/ 594406 w 594406"/>
                    <a:gd name="connsiteY2" fmla="*/ 92965 h 135147"/>
                    <a:gd name="connsiteX3" fmla="*/ 61 w 594406"/>
                    <a:gd name="connsiteY3" fmla="*/ 135147 h 135147"/>
                    <a:gd name="connsiteX4" fmla="*/ 1422 w 594406"/>
                    <a:gd name="connsiteY4" fmla="*/ 15599 h 135147"/>
                    <a:gd name="connsiteX0" fmla="*/ 131 w 594476"/>
                    <a:gd name="connsiteY0" fmla="*/ 4622 h 135147"/>
                    <a:gd name="connsiteX1" fmla="*/ 594476 w 594476"/>
                    <a:gd name="connsiteY1" fmla="*/ 0 h 135147"/>
                    <a:gd name="connsiteX2" fmla="*/ 594476 w 594476"/>
                    <a:gd name="connsiteY2" fmla="*/ 92965 h 135147"/>
                    <a:gd name="connsiteX3" fmla="*/ 131 w 594476"/>
                    <a:gd name="connsiteY3" fmla="*/ 135147 h 135147"/>
                    <a:gd name="connsiteX4" fmla="*/ 131 w 594476"/>
                    <a:gd name="connsiteY4" fmla="*/ 4622 h 135147"/>
                    <a:gd name="connsiteX0" fmla="*/ 0 w 595706"/>
                    <a:gd name="connsiteY0" fmla="*/ 17910 h 135147"/>
                    <a:gd name="connsiteX1" fmla="*/ 595706 w 595706"/>
                    <a:gd name="connsiteY1" fmla="*/ 0 h 135147"/>
                    <a:gd name="connsiteX2" fmla="*/ 595706 w 595706"/>
                    <a:gd name="connsiteY2" fmla="*/ 92965 h 135147"/>
                    <a:gd name="connsiteX3" fmla="*/ 1361 w 595706"/>
                    <a:gd name="connsiteY3" fmla="*/ 135147 h 135147"/>
                    <a:gd name="connsiteX4" fmla="*/ 0 w 595706"/>
                    <a:gd name="connsiteY4" fmla="*/ 17910 h 135147"/>
                    <a:gd name="connsiteX0" fmla="*/ 0 w 595706"/>
                    <a:gd name="connsiteY0" fmla="*/ 17910 h 135147"/>
                    <a:gd name="connsiteX1" fmla="*/ 595706 w 595706"/>
                    <a:gd name="connsiteY1" fmla="*/ 0 h 135147"/>
                    <a:gd name="connsiteX2" fmla="*/ 595706 w 595706"/>
                    <a:gd name="connsiteY2" fmla="*/ 92965 h 135147"/>
                    <a:gd name="connsiteX3" fmla="*/ 1361 w 595706"/>
                    <a:gd name="connsiteY3" fmla="*/ 135147 h 135147"/>
                    <a:gd name="connsiteX4" fmla="*/ 0 w 595706"/>
                    <a:gd name="connsiteY4" fmla="*/ 17910 h 135147"/>
                    <a:gd name="connsiteX0" fmla="*/ 0 w 595706"/>
                    <a:gd name="connsiteY0" fmla="*/ 17910 h 135147"/>
                    <a:gd name="connsiteX1" fmla="*/ 595706 w 595706"/>
                    <a:gd name="connsiteY1" fmla="*/ 0 h 135147"/>
                    <a:gd name="connsiteX2" fmla="*/ 595706 w 595706"/>
                    <a:gd name="connsiteY2" fmla="*/ 92965 h 135147"/>
                    <a:gd name="connsiteX3" fmla="*/ 1361 w 595706"/>
                    <a:gd name="connsiteY3" fmla="*/ 135147 h 135147"/>
                    <a:gd name="connsiteX4" fmla="*/ 0 w 595706"/>
                    <a:gd name="connsiteY4" fmla="*/ 17910 h 135147"/>
                    <a:gd name="connsiteX0" fmla="*/ 0 w 595706"/>
                    <a:gd name="connsiteY0" fmla="*/ 17910 h 135147"/>
                    <a:gd name="connsiteX1" fmla="*/ 595706 w 595706"/>
                    <a:gd name="connsiteY1" fmla="*/ 0 h 135147"/>
                    <a:gd name="connsiteX2" fmla="*/ 595706 w 595706"/>
                    <a:gd name="connsiteY2" fmla="*/ 92965 h 135147"/>
                    <a:gd name="connsiteX3" fmla="*/ 1361 w 595706"/>
                    <a:gd name="connsiteY3" fmla="*/ 135147 h 135147"/>
                    <a:gd name="connsiteX4" fmla="*/ 0 w 595706"/>
                    <a:gd name="connsiteY4" fmla="*/ 17910 h 135147"/>
                    <a:gd name="connsiteX0" fmla="*/ 0 w 595706"/>
                    <a:gd name="connsiteY0" fmla="*/ 22423 h 139660"/>
                    <a:gd name="connsiteX1" fmla="*/ 595706 w 595706"/>
                    <a:gd name="connsiteY1" fmla="*/ 4513 h 139660"/>
                    <a:gd name="connsiteX2" fmla="*/ 595706 w 595706"/>
                    <a:gd name="connsiteY2" fmla="*/ 97478 h 139660"/>
                    <a:gd name="connsiteX3" fmla="*/ 1361 w 595706"/>
                    <a:gd name="connsiteY3" fmla="*/ 139660 h 139660"/>
                    <a:gd name="connsiteX4" fmla="*/ 0 w 595706"/>
                    <a:gd name="connsiteY4" fmla="*/ 22423 h 139660"/>
                    <a:gd name="connsiteX0" fmla="*/ 0 w 595706"/>
                    <a:gd name="connsiteY0" fmla="*/ 26413 h 143650"/>
                    <a:gd name="connsiteX1" fmla="*/ 595706 w 595706"/>
                    <a:gd name="connsiteY1" fmla="*/ 8503 h 143650"/>
                    <a:gd name="connsiteX2" fmla="*/ 595706 w 595706"/>
                    <a:gd name="connsiteY2" fmla="*/ 101468 h 143650"/>
                    <a:gd name="connsiteX3" fmla="*/ 1361 w 595706"/>
                    <a:gd name="connsiteY3" fmla="*/ 143650 h 143650"/>
                    <a:gd name="connsiteX4" fmla="*/ 0 w 595706"/>
                    <a:gd name="connsiteY4" fmla="*/ 26413 h 143650"/>
                    <a:gd name="connsiteX0" fmla="*/ 0 w 595706"/>
                    <a:gd name="connsiteY0" fmla="*/ 21286 h 138523"/>
                    <a:gd name="connsiteX1" fmla="*/ 595706 w 595706"/>
                    <a:gd name="connsiteY1" fmla="*/ 3376 h 138523"/>
                    <a:gd name="connsiteX2" fmla="*/ 595706 w 595706"/>
                    <a:gd name="connsiteY2" fmla="*/ 96341 h 138523"/>
                    <a:gd name="connsiteX3" fmla="*/ 1361 w 595706"/>
                    <a:gd name="connsiteY3" fmla="*/ 138523 h 138523"/>
                    <a:gd name="connsiteX4" fmla="*/ 0 w 595706"/>
                    <a:gd name="connsiteY4" fmla="*/ 21286 h 138523"/>
                    <a:gd name="connsiteX0" fmla="*/ 0 w 595706"/>
                    <a:gd name="connsiteY0" fmla="*/ 22534 h 139771"/>
                    <a:gd name="connsiteX1" fmla="*/ 595706 w 595706"/>
                    <a:gd name="connsiteY1" fmla="*/ 4624 h 139771"/>
                    <a:gd name="connsiteX2" fmla="*/ 595706 w 595706"/>
                    <a:gd name="connsiteY2" fmla="*/ 97589 h 139771"/>
                    <a:gd name="connsiteX3" fmla="*/ 1361 w 595706"/>
                    <a:gd name="connsiteY3" fmla="*/ 139771 h 139771"/>
                    <a:gd name="connsiteX4" fmla="*/ 0 w 595706"/>
                    <a:gd name="connsiteY4" fmla="*/ 22534 h 139771"/>
                    <a:gd name="connsiteX0" fmla="*/ 0 w 595706"/>
                    <a:gd name="connsiteY0" fmla="*/ 23494 h 140731"/>
                    <a:gd name="connsiteX1" fmla="*/ 595706 w 595706"/>
                    <a:gd name="connsiteY1" fmla="*/ 2118 h 140731"/>
                    <a:gd name="connsiteX2" fmla="*/ 595706 w 595706"/>
                    <a:gd name="connsiteY2" fmla="*/ 98549 h 140731"/>
                    <a:gd name="connsiteX3" fmla="*/ 1361 w 595706"/>
                    <a:gd name="connsiteY3" fmla="*/ 140731 h 140731"/>
                    <a:gd name="connsiteX4" fmla="*/ 0 w 595706"/>
                    <a:gd name="connsiteY4" fmla="*/ 23494 h 140731"/>
                    <a:gd name="connsiteX0" fmla="*/ 0 w 595706"/>
                    <a:gd name="connsiteY0" fmla="*/ 23494 h 140731"/>
                    <a:gd name="connsiteX1" fmla="*/ 595706 w 595706"/>
                    <a:gd name="connsiteY1" fmla="*/ 2118 h 140731"/>
                    <a:gd name="connsiteX2" fmla="*/ 595706 w 595706"/>
                    <a:gd name="connsiteY2" fmla="*/ 98549 h 140731"/>
                    <a:gd name="connsiteX3" fmla="*/ 1361 w 595706"/>
                    <a:gd name="connsiteY3" fmla="*/ 140731 h 140731"/>
                    <a:gd name="connsiteX4" fmla="*/ 0 w 595706"/>
                    <a:gd name="connsiteY4" fmla="*/ 23494 h 140731"/>
                    <a:gd name="connsiteX0" fmla="*/ 0 w 595706"/>
                    <a:gd name="connsiteY0" fmla="*/ 25030 h 142267"/>
                    <a:gd name="connsiteX1" fmla="*/ 595706 w 595706"/>
                    <a:gd name="connsiteY1" fmla="*/ 3654 h 142267"/>
                    <a:gd name="connsiteX2" fmla="*/ 595706 w 595706"/>
                    <a:gd name="connsiteY2" fmla="*/ 100085 h 142267"/>
                    <a:gd name="connsiteX3" fmla="*/ 1361 w 595706"/>
                    <a:gd name="connsiteY3" fmla="*/ 142267 h 142267"/>
                    <a:gd name="connsiteX4" fmla="*/ 0 w 595706"/>
                    <a:gd name="connsiteY4" fmla="*/ 25030 h 142267"/>
                    <a:gd name="connsiteX0" fmla="*/ 0 w 595706"/>
                    <a:gd name="connsiteY0" fmla="*/ 22091 h 139328"/>
                    <a:gd name="connsiteX1" fmla="*/ 595706 w 595706"/>
                    <a:gd name="connsiteY1" fmla="*/ 715 h 139328"/>
                    <a:gd name="connsiteX2" fmla="*/ 595706 w 595706"/>
                    <a:gd name="connsiteY2" fmla="*/ 97146 h 139328"/>
                    <a:gd name="connsiteX3" fmla="*/ 1361 w 595706"/>
                    <a:gd name="connsiteY3" fmla="*/ 139328 h 139328"/>
                    <a:gd name="connsiteX4" fmla="*/ 0 w 595706"/>
                    <a:gd name="connsiteY4" fmla="*/ 22091 h 139328"/>
                    <a:gd name="connsiteX0" fmla="*/ 0 w 595706"/>
                    <a:gd name="connsiteY0" fmla="*/ 23573 h 140810"/>
                    <a:gd name="connsiteX1" fmla="*/ 595706 w 595706"/>
                    <a:gd name="connsiteY1" fmla="*/ 2197 h 140810"/>
                    <a:gd name="connsiteX2" fmla="*/ 595706 w 595706"/>
                    <a:gd name="connsiteY2" fmla="*/ 98628 h 140810"/>
                    <a:gd name="connsiteX3" fmla="*/ 1361 w 595706"/>
                    <a:gd name="connsiteY3" fmla="*/ 140810 h 140810"/>
                    <a:gd name="connsiteX4" fmla="*/ 0 w 595706"/>
                    <a:gd name="connsiteY4" fmla="*/ 23573 h 140810"/>
                    <a:gd name="connsiteX0" fmla="*/ 0 w 595706"/>
                    <a:gd name="connsiteY0" fmla="*/ 21908 h 139145"/>
                    <a:gd name="connsiteX1" fmla="*/ 595706 w 595706"/>
                    <a:gd name="connsiteY1" fmla="*/ 532 h 139145"/>
                    <a:gd name="connsiteX2" fmla="*/ 595706 w 595706"/>
                    <a:gd name="connsiteY2" fmla="*/ 96963 h 139145"/>
                    <a:gd name="connsiteX3" fmla="*/ 1361 w 595706"/>
                    <a:gd name="connsiteY3" fmla="*/ 139145 h 139145"/>
                    <a:gd name="connsiteX4" fmla="*/ 0 w 595706"/>
                    <a:gd name="connsiteY4" fmla="*/ 21908 h 139145"/>
                    <a:gd name="connsiteX0" fmla="*/ 0 w 595706"/>
                    <a:gd name="connsiteY0" fmla="*/ 23863 h 141100"/>
                    <a:gd name="connsiteX1" fmla="*/ 595706 w 595706"/>
                    <a:gd name="connsiteY1" fmla="*/ 2487 h 141100"/>
                    <a:gd name="connsiteX2" fmla="*/ 595706 w 595706"/>
                    <a:gd name="connsiteY2" fmla="*/ 98918 h 141100"/>
                    <a:gd name="connsiteX3" fmla="*/ 1361 w 595706"/>
                    <a:gd name="connsiteY3" fmla="*/ 141100 h 141100"/>
                    <a:gd name="connsiteX4" fmla="*/ 0 w 595706"/>
                    <a:gd name="connsiteY4" fmla="*/ 23863 h 141100"/>
                    <a:gd name="connsiteX0" fmla="*/ 0 w 595706"/>
                    <a:gd name="connsiteY0" fmla="*/ 24472 h 141709"/>
                    <a:gd name="connsiteX1" fmla="*/ 595706 w 595706"/>
                    <a:gd name="connsiteY1" fmla="*/ 3096 h 141709"/>
                    <a:gd name="connsiteX2" fmla="*/ 595706 w 595706"/>
                    <a:gd name="connsiteY2" fmla="*/ 99527 h 141709"/>
                    <a:gd name="connsiteX3" fmla="*/ 1361 w 595706"/>
                    <a:gd name="connsiteY3" fmla="*/ 141709 h 141709"/>
                    <a:gd name="connsiteX4" fmla="*/ 0 w 595706"/>
                    <a:gd name="connsiteY4" fmla="*/ 24472 h 141709"/>
                    <a:gd name="connsiteX0" fmla="*/ 0 w 595706"/>
                    <a:gd name="connsiteY0" fmla="*/ 24267 h 141504"/>
                    <a:gd name="connsiteX1" fmla="*/ 595706 w 595706"/>
                    <a:gd name="connsiteY1" fmla="*/ 2891 h 141504"/>
                    <a:gd name="connsiteX2" fmla="*/ 595706 w 595706"/>
                    <a:gd name="connsiteY2" fmla="*/ 99322 h 141504"/>
                    <a:gd name="connsiteX3" fmla="*/ 1361 w 595706"/>
                    <a:gd name="connsiteY3" fmla="*/ 141504 h 141504"/>
                    <a:gd name="connsiteX4" fmla="*/ 0 w 595706"/>
                    <a:gd name="connsiteY4" fmla="*/ 24267 h 141504"/>
                    <a:gd name="connsiteX0" fmla="*/ 0 w 595706"/>
                    <a:gd name="connsiteY0" fmla="*/ 24472 h 141709"/>
                    <a:gd name="connsiteX1" fmla="*/ 595706 w 595706"/>
                    <a:gd name="connsiteY1" fmla="*/ 3096 h 141709"/>
                    <a:gd name="connsiteX2" fmla="*/ 595706 w 595706"/>
                    <a:gd name="connsiteY2" fmla="*/ 99527 h 141709"/>
                    <a:gd name="connsiteX3" fmla="*/ 1361 w 595706"/>
                    <a:gd name="connsiteY3" fmla="*/ 141709 h 141709"/>
                    <a:gd name="connsiteX4" fmla="*/ 0 w 595706"/>
                    <a:gd name="connsiteY4" fmla="*/ 24472 h 141709"/>
                    <a:gd name="connsiteX0" fmla="*/ 0 w 595706"/>
                    <a:gd name="connsiteY0" fmla="*/ 24472 h 141709"/>
                    <a:gd name="connsiteX1" fmla="*/ 594353 w 595706"/>
                    <a:gd name="connsiteY1" fmla="*/ 3096 h 141709"/>
                    <a:gd name="connsiteX2" fmla="*/ 595706 w 595706"/>
                    <a:gd name="connsiteY2" fmla="*/ 99527 h 141709"/>
                    <a:gd name="connsiteX3" fmla="*/ 1361 w 595706"/>
                    <a:gd name="connsiteY3" fmla="*/ 141709 h 141709"/>
                    <a:gd name="connsiteX4" fmla="*/ 0 w 595706"/>
                    <a:gd name="connsiteY4" fmla="*/ 24472 h 141709"/>
                    <a:gd name="connsiteX0" fmla="*/ 124 w 595830"/>
                    <a:gd name="connsiteY0" fmla="*/ 24472 h 141709"/>
                    <a:gd name="connsiteX1" fmla="*/ 594477 w 595830"/>
                    <a:gd name="connsiteY1" fmla="*/ 3096 h 141709"/>
                    <a:gd name="connsiteX2" fmla="*/ 595830 w 595830"/>
                    <a:gd name="connsiteY2" fmla="*/ 99527 h 141709"/>
                    <a:gd name="connsiteX3" fmla="*/ 131 w 595830"/>
                    <a:gd name="connsiteY3" fmla="*/ 141709 h 141709"/>
                    <a:gd name="connsiteX4" fmla="*/ 124 w 595830"/>
                    <a:gd name="connsiteY4" fmla="*/ 24472 h 141709"/>
                    <a:gd name="connsiteX0" fmla="*/ 124 w 597179"/>
                    <a:gd name="connsiteY0" fmla="*/ 25207 h 142444"/>
                    <a:gd name="connsiteX1" fmla="*/ 597179 w 597179"/>
                    <a:gd name="connsiteY1" fmla="*/ 481 h 142444"/>
                    <a:gd name="connsiteX2" fmla="*/ 595830 w 597179"/>
                    <a:gd name="connsiteY2" fmla="*/ 100262 h 142444"/>
                    <a:gd name="connsiteX3" fmla="*/ 131 w 597179"/>
                    <a:gd name="connsiteY3" fmla="*/ 142444 h 142444"/>
                    <a:gd name="connsiteX4" fmla="*/ 124 w 597179"/>
                    <a:gd name="connsiteY4" fmla="*/ 25207 h 142444"/>
                    <a:gd name="connsiteX0" fmla="*/ 124 w 595889"/>
                    <a:gd name="connsiteY0" fmla="*/ 25842 h 143079"/>
                    <a:gd name="connsiteX1" fmla="*/ 594477 w 595889"/>
                    <a:gd name="connsiteY1" fmla="*/ 0 h 143079"/>
                    <a:gd name="connsiteX2" fmla="*/ 595830 w 595889"/>
                    <a:gd name="connsiteY2" fmla="*/ 100897 h 143079"/>
                    <a:gd name="connsiteX3" fmla="*/ 131 w 595889"/>
                    <a:gd name="connsiteY3" fmla="*/ 143079 h 143079"/>
                    <a:gd name="connsiteX4" fmla="*/ 124 w 595889"/>
                    <a:gd name="connsiteY4" fmla="*/ 25842 h 143079"/>
                    <a:gd name="connsiteX0" fmla="*/ 124 w 595889"/>
                    <a:gd name="connsiteY0" fmla="*/ 24713 h 141950"/>
                    <a:gd name="connsiteX1" fmla="*/ 594477 w 595889"/>
                    <a:gd name="connsiteY1" fmla="*/ 2221 h 141950"/>
                    <a:gd name="connsiteX2" fmla="*/ 595830 w 595889"/>
                    <a:gd name="connsiteY2" fmla="*/ 99768 h 141950"/>
                    <a:gd name="connsiteX3" fmla="*/ 131 w 595889"/>
                    <a:gd name="connsiteY3" fmla="*/ 141950 h 141950"/>
                    <a:gd name="connsiteX4" fmla="*/ 124 w 595889"/>
                    <a:gd name="connsiteY4" fmla="*/ 24713 h 141950"/>
                    <a:gd name="connsiteX0" fmla="*/ 124 w 595959"/>
                    <a:gd name="connsiteY0" fmla="*/ 24713 h 141950"/>
                    <a:gd name="connsiteX1" fmla="*/ 595828 w 595959"/>
                    <a:gd name="connsiteY1" fmla="*/ 2221 h 141950"/>
                    <a:gd name="connsiteX2" fmla="*/ 595830 w 595959"/>
                    <a:gd name="connsiteY2" fmla="*/ 99768 h 141950"/>
                    <a:gd name="connsiteX3" fmla="*/ 131 w 595959"/>
                    <a:gd name="connsiteY3" fmla="*/ 141950 h 141950"/>
                    <a:gd name="connsiteX4" fmla="*/ 124 w 595959"/>
                    <a:gd name="connsiteY4" fmla="*/ 24713 h 141950"/>
                    <a:gd name="connsiteX0" fmla="*/ 124 w 595959"/>
                    <a:gd name="connsiteY0" fmla="*/ 24925 h 142162"/>
                    <a:gd name="connsiteX1" fmla="*/ 595828 w 595959"/>
                    <a:gd name="connsiteY1" fmla="*/ 2433 h 142162"/>
                    <a:gd name="connsiteX2" fmla="*/ 595830 w 595959"/>
                    <a:gd name="connsiteY2" fmla="*/ 99980 h 142162"/>
                    <a:gd name="connsiteX3" fmla="*/ 131 w 595959"/>
                    <a:gd name="connsiteY3" fmla="*/ 142162 h 142162"/>
                    <a:gd name="connsiteX4" fmla="*/ 124 w 595959"/>
                    <a:gd name="connsiteY4" fmla="*/ 24925 h 142162"/>
                    <a:gd name="connsiteX0" fmla="*/ 124 w 595959"/>
                    <a:gd name="connsiteY0" fmla="*/ 22492 h 139729"/>
                    <a:gd name="connsiteX1" fmla="*/ 595828 w 595959"/>
                    <a:gd name="connsiteY1" fmla="*/ 0 h 139729"/>
                    <a:gd name="connsiteX2" fmla="*/ 595830 w 595959"/>
                    <a:gd name="connsiteY2" fmla="*/ 97547 h 139729"/>
                    <a:gd name="connsiteX3" fmla="*/ 131 w 595959"/>
                    <a:gd name="connsiteY3" fmla="*/ 139729 h 139729"/>
                    <a:gd name="connsiteX4" fmla="*/ 124 w 595959"/>
                    <a:gd name="connsiteY4" fmla="*/ 22492 h 139729"/>
                    <a:gd name="connsiteX0" fmla="*/ 124 w 595959"/>
                    <a:gd name="connsiteY0" fmla="*/ 25585 h 142822"/>
                    <a:gd name="connsiteX1" fmla="*/ 595828 w 595959"/>
                    <a:gd name="connsiteY1" fmla="*/ 3093 h 142822"/>
                    <a:gd name="connsiteX2" fmla="*/ 595830 w 595959"/>
                    <a:gd name="connsiteY2" fmla="*/ 100640 h 142822"/>
                    <a:gd name="connsiteX3" fmla="*/ 131 w 595959"/>
                    <a:gd name="connsiteY3" fmla="*/ 142822 h 142822"/>
                    <a:gd name="connsiteX4" fmla="*/ 124 w 595959"/>
                    <a:gd name="connsiteY4" fmla="*/ 25585 h 142822"/>
                    <a:gd name="connsiteX0" fmla="*/ 124 w 595959"/>
                    <a:gd name="connsiteY0" fmla="*/ 25585 h 142822"/>
                    <a:gd name="connsiteX1" fmla="*/ 595828 w 595959"/>
                    <a:gd name="connsiteY1" fmla="*/ 3093 h 142822"/>
                    <a:gd name="connsiteX2" fmla="*/ 595830 w 595959"/>
                    <a:gd name="connsiteY2" fmla="*/ 100640 h 142822"/>
                    <a:gd name="connsiteX3" fmla="*/ 131 w 595959"/>
                    <a:gd name="connsiteY3" fmla="*/ 142822 h 142822"/>
                    <a:gd name="connsiteX4" fmla="*/ 124 w 595959"/>
                    <a:gd name="connsiteY4" fmla="*/ 25585 h 142822"/>
                    <a:gd name="connsiteX0" fmla="*/ 124 w 595959"/>
                    <a:gd name="connsiteY0" fmla="*/ 26512 h 143749"/>
                    <a:gd name="connsiteX1" fmla="*/ 595828 w 595959"/>
                    <a:gd name="connsiteY1" fmla="*/ 4020 h 143749"/>
                    <a:gd name="connsiteX2" fmla="*/ 595830 w 595959"/>
                    <a:gd name="connsiteY2" fmla="*/ 101567 h 143749"/>
                    <a:gd name="connsiteX3" fmla="*/ 131 w 595959"/>
                    <a:gd name="connsiteY3" fmla="*/ 143749 h 143749"/>
                    <a:gd name="connsiteX4" fmla="*/ 124 w 595959"/>
                    <a:gd name="connsiteY4" fmla="*/ 26512 h 143749"/>
                    <a:gd name="connsiteX0" fmla="*/ 124 w 595959"/>
                    <a:gd name="connsiteY0" fmla="*/ 26512 h 143749"/>
                    <a:gd name="connsiteX1" fmla="*/ 595828 w 595959"/>
                    <a:gd name="connsiteY1" fmla="*/ 4020 h 143749"/>
                    <a:gd name="connsiteX2" fmla="*/ 595830 w 595959"/>
                    <a:gd name="connsiteY2" fmla="*/ 101567 h 143749"/>
                    <a:gd name="connsiteX3" fmla="*/ 131 w 595959"/>
                    <a:gd name="connsiteY3" fmla="*/ 143749 h 143749"/>
                    <a:gd name="connsiteX4" fmla="*/ 124 w 595959"/>
                    <a:gd name="connsiteY4" fmla="*/ 26512 h 143749"/>
                    <a:gd name="connsiteX0" fmla="*/ 124 w 595959"/>
                    <a:gd name="connsiteY0" fmla="*/ 28496 h 145733"/>
                    <a:gd name="connsiteX1" fmla="*/ 595828 w 595959"/>
                    <a:gd name="connsiteY1" fmla="*/ 6004 h 145733"/>
                    <a:gd name="connsiteX2" fmla="*/ 595830 w 595959"/>
                    <a:gd name="connsiteY2" fmla="*/ 103551 h 145733"/>
                    <a:gd name="connsiteX3" fmla="*/ 131 w 595959"/>
                    <a:gd name="connsiteY3" fmla="*/ 145733 h 145733"/>
                    <a:gd name="connsiteX4" fmla="*/ 124 w 595959"/>
                    <a:gd name="connsiteY4" fmla="*/ 28496 h 145733"/>
                    <a:gd name="connsiteX0" fmla="*/ 124 w 595959"/>
                    <a:gd name="connsiteY0" fmla="*/ 40766 h 158003"/>
                    <a:gd name="connsiteX1" fmla="*/ 595828 w 595959"/>
                    <a:gd name="connsiteY1" fmla="*/ 0 h 158003"/>
                    <a:gd name="connsiteX2" fmla="*/ 595830 w 595959"/>
                    <a:gd name="connsiteY2" fmla="*/ 115821 h 158003"/>
                    <a:gd name="connsiteX3" fmla="*/ 131 w 595959"/>
                    <a:gd name="connsiteY3" fmla="*/ 158003 h 158003"/>
                    <a:gd name="connsiteX4" fmla="*/ 124 w 595959"/>
                    <a:gd name="connsiteY4" fmla="*/ 40766 h 158003"/>
                    <a:gd name="connsiteX0" fmla="*/ 124 w 595959"/>
                    <a:gd name="connsiteY0" fmla="*/ 40766 h 158003"/>
                    <a:gd name="connsiteX1" fmla="*/ 595828 w 595959"/>
                    <a:gd name="connsiteY1" fmla="*/ 0 h 158003"/>
                    <a:gd name="connsiteX2" fmla="*/ 595830 w 595959"/>
                    <a:gd name="connsiteY2" fmla="*/ 115821 h 158003"/>
                    <a:gd name="connsiteX3" fmla="*/ 131 w 595959"/>
                    <a:gd name="connsiteY3" fmla="*/ 158003 h 158003"/>
                    <a:gd name="connsiteX4" fmla="*/ 124 w 595959"/>
                    <a:gd name="connsiteY4" fmla="*/ 40766 h 158003"/>
                    <a:gd name="connsiteX0" fmla="*/ 124 w 595959"/>
                    <a:gd name="connsiteY0" fmla="*/ 40766 h 158003"/>
                    <a:gd name="connsiteX1" fmla="*/ 595828 w 595959"/>
                    <a:gd name="connsiteY1" fmla="*/ 0 h 158003"/>
                    <a:gd name="connsiteX2" fmla="*/ 595830 w 595959"/>
                    <a:gd name="connsiteY2" fmla="*/ 115821 h 158003"/>
                    <a:gd name="connsiteX3" fmla="*/ 131 w 595959"/>
                    <a:gd name="connsiteY3" fmla="*/ 158003 h 158003"/>
                    <a:gd name="connsiteX4" fmla="*/ 124 w 595959"/>
                    <a:gd name="connsiteY4" fmla="*/ 40766 h 158003"/>
                    <a:gd name="connsiteX0" fmla="*/ 124 w 595959"/>
                    <a:gd name="connsiteY0" fmla="*/ 40766 h 158003"/>
                    <a:gd name="connsiteX1" fmla="*/ 595828 w 595959"/>
                    <a:gd name="connsiteY1" fmla="*/ 0 h 158003"/>
                    <a:gd name="connsiteX2" fmla="*/ 595830 w 595959"/>
                    <a:gd name="connsiteY2" fmla="*/ 115821 h 158003"/>
                    <a:gd name="connsiteX3" fmla="*/ 131 w 595959"/>
                    <a:gd name="connsiteY3" fmla="*/ 158003 h 158003"/>
                    <a:gd name="connsiteX4" fmla="*/ 124 w 595959"/>
                    <a:gd name="connsiteY4" fmla="*/ 40766 h 158003"/>
                    <a:gd name="connsiteX0" fmla="*/ 124 w 595959"/>
                    <a:gd name="connsiteY0" fmla="*/ 40766 h 158003"/>
                    <a:gd name="connsiteX1" fmla="*/ 595828 w 595959"/>
                    <a:gd name="connsiteY1" fmla="*/ 0 h 158003"/>
                    <a:gd name="connsiteX2" fmla="*/ 595830 w 595959"/>
                    <a:gd name="connsiteY2" fmla="*/ 115821 h 158003"/>
                    <a:gd name="connsiteX3" fmla="*/ 131 w 595959"/>
                    <a:gd name="connsiteY3" fmla="*/ 158003 h 158003"/>
                    <a:gd name="connsiteX4" fmla="*/ 124 w 595959"/>
                    <a:gd name="connsiteY4" fmla="*/ 40766 h 158003"/>
                    <a:gd name="connsiteX0" fmla="*/ 124 w 595959"/>
                    <a:gd name="connsiteY0" fmla="*/ 40766 h 158003"/>
                    <a:gd name="connsiteX1" fmla="*/ 595828 w 595959"/>
                    <a:gd name="connsiteY1" fmla="*/ 0 h 158003"/>
                    <a:gd name="connsiteX2" fmla="*/ 595830 w 595959"/>
                    <a:gd name="connsiteY2" fmla="*/ 115821 h 158003"/>
                    <a:gd name="connsiteX3" fmla="*/ 131 w 595959"/>
                    <a:gd name="connsiteY3" fmla="*/ 158003 h 158003"/>
                    <a:gd name="connsiteX4" fmla="*/ 124 w 595959"/>
                    <a:gd name="connsiteY4" fmla="*/ 40766 h 158003"/>
                    <a:gd name="connsiteX0" fmla="*/ 124 w 595959"/>
                    <a:gd name="connsiteY0" fmla="*/ 40766 h 158003"/>
                    <a:gd name="connsiteX1" fmla="*/ 595828 w 595959"/>
                    <a:gd name="connsiteY1" fmla="*/ 0 h 158003"/>
                    <a:gd name="connsiteX2" fmla="*/ 595830 w 595959"/>
                    <a:gd name="connsiteY2" fmla="*/ 115821 h 158003"/>
                    <a:gd name="connsiteX3" fmla="*/ 131 w 595959"/>
                    <a:gd name="connsiteY3" fmla="*/ 158003 h 158003"/>
                    <a:gd name="connsiteX4" fmla="*/ 124 w 595959"/>
                    <a:gd name="connsiteY4" fmla="*/ 40766 h 158003"/>
                    <a:gd name="connsiteX0" fmla="*/ 124 w 595959"/>
                    <a:gd name="connsiteY0" fmla="*/ 40766 h 158003"/>
                    <a:gd name="connsiteX1" fmla="*/ 595828 w 595959"/>
                    <a:gd name="connsiteY1" fmla="*/ 0 h 158003"/>
                    <a:gd name="connsiteX2" fmla="*/ 595830 w 595959"/>
                    <a:gd name="connsiteY2" fmla="*/ 115821 h 158003"/>
                    <a:gd name="connsiteX3" fmla="*/ 131 w 595959"/>
                    <a:gd name="connsiteY3" fmla="*/ 158003 h 158003"/>
                    <a:gd name="connsiteX4" fmla="*/ 124 w 595959"/>
                    <a:gd name="connsiteY4" fmla="*/ 40766 h 158003"/>
                    <a:gd name="connsiteX0" fmla="*/ 124 w 595959"/>
                    <a:gd name="connsiteY0" fmla="*/ 40766 h 158003"/>
                    <a:gd name="connsiteX1" fmla="*/ 595828 w 595959"/>
                    <a:gd name="connsiteY1" fmla="*/ 0 h 158003"/>
                    <a:gd name="connsiteX2" fmla="*/ 595830 w 595959"/>
                    <a:gd name="connsiteY2" fmla="*/ 115821 h 158003"/>
                    <a:gd name="connsiteX3" fmla="*/ 131 w 595959"/>
                    <a:gd name="connsiteY3" fmla="*/ 158003 h 158003"/>
                    <a:gd name="connsiteX4" fmla="*/ 124 w 595959"/>
                    <a:gd name="connsiteY4" fmla="*/ 40766 h 158003"/>
                    <a:gd name="connsiteX0" fmla="*/ 124 w 595856"/>
                    <a:gd name="connsiteY0" fmla="*/ 41841 h 159078"/>
                    <a:gd name="connsiteX1" fmla="*/ 591261 w 595856"/>
                    <a:gd name="connsiteY1" fmla="*/ 0 h 159078"/>
                    <a:gd name="connsiteX2" fmla="*/ 595830 w 595856"/>
                    <a:gd name="connsiteY2" fmla="*/ 116896 h 159078"/>
                    <a:gd name="connsiteX3" fmla="*/ 131 w 595856"/>
                    <a:gd name="connsiteY3" fmla="*/ 159078 h 159078"/>
                    <a:gd name="connsiteX4" fmla="*/ 124 w 595856"/>
                    <a:gd name="connsiteY4" fmla="*/ 41841 h 159078"/>
                    <a:gd name="connsiteX0" fmla="*/ 124 w 595959"/>
                    <a:gd name="connsiteY0" fmla="*/ 41841 h 159078"/>
                    <a:gd name="connsiteX1" fmla="*/ 595828 w 595959"/>
                    <a:gd name="connsiteY1" fmla="*/ 0 h 159078"/>
                    <a:gd name="connsiteX2" fmla="*/ 595830 w 595959"/>
                    <a:gd name="connsiteY2" fmla="*/ 116896 h 159078"/>
                    <a:gd name="connsiteX3" fmla="*/ 131 w 595959"/>
                    <a:gd name="connsiteY3" fmla="*/ 159078 h 159078"/>
                    <a:gd name="connsiteX4" fmla="*/ 124 w 595959"/>
                    <a:gd name="connsiteY4" fmla="*/ 41841 h 159078"/>
                    <a:gd name="connsiteX0" fmla="*/ 124 w 597349"/>
                    <a:gd name="connsiteY0" fmla="*/ 42378 h 159615"/>
                    <a:gd name="connsiteX1" fmla="*/ 597349 w 597349"/>
                    <a:gd name="connsiteY1" fmla="*/ 0 h 159615"/>
                    <a:gd name="connsiteX2" fmla="*/ 595830 w 597349"/>
                    <a:gd name="connsiteY2" fmla="*/ 117433 h 159615"/>
                    <a:gd name="connsiteX3" fmla="*/ 131 w 597349"/>
                    <a:gd name="connsiteY3" fmla="*/ 159615 h 159615"/>
                    <a:gd name="connsiteX4" fmla="*/ 124 w 597349"/>
                    <a:gd name="connsiteY4" fmla="*/ 42378 h 159615"/>
                    <a:gd name="connsiteX0" fmla="*/ 124 w 600443"/>
                    <a:gd name="connsiteY0" fmla="*/ 42378 h 159615"/>
                    <a:gd name="connsiteX1" fmla="*/ 597349 w 600443"/>
                    <a:gd name="connsiteY1" fmla="*/ 0 h 159615"/>
                    <a:gd name="connsiteX2" fmla="*/ 600408 w 600443"/>
                    <a:gd name="connsiteY2" fmla="*/ 117433 h 159615"/>
                    <a:gd name="connsiteX3" fmla="*/ 131 w 600443"/>
                    <a:gd name="connsiteY3" fmla="*/ 159615 h 159615"/>
                    <a:gd name="connsiteX4" fmla="*/ 124 w 600443"/>
                    <a:gd name="connsiteY4" fmla="*/ 42378 h 159615"/>
                    <a:gd name="connsiteX0" fmla="*/ 124 w 600537"/>
                    <a:gd name="connsiteY0" fmla="*/ 42378 h 159615"/>
                    <a:gd name="connsiteX1" fmla="*/ 600401 w 600537"/>
                    <a:gd name="connsiteY1" fmla="*/ 0 h 159615"/>
                    <a:gd name="connsiteX2" fmla="*/ 600408 w 600537"/>
                    <a:gd name="connsiteY2" fmla="*/ 117433 h 159615"/>
                    <a:gd name="connsiteX3" fmla="*/ 131 w 600537"/>
                    <a:gd name="connsiteY3" fmla="*/ 159615 h 159615"/>
                    <a:gd name="connsiteX4" fmla="*/ 124 w 600537"/>
                    <a:gd name="connsiteY4" fmla="*/ 42378 h 15961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00537" h="159615">
                      <a:moveTo>
                        <a:pt x="124" y="42378"/>
                      </a:moveTo>
                      <a:cubicBezTo>
                        <a:pt x="296414" y="-50243"/>
                        <a:pt x="418111" y="75773"/>
                        <a:pt x="600401" y="0"/>
                      </a:cubicBezTo>
                      <a:cubicBezTo>
                        <a:pt x="599951" y="33260"/>
                        <a:pt x="600858" y="84173"/>
                        <a:pt x="600408" y="117433"/>
                      </a:cubicBezTo>
                      <a:cubicBezTo>
                        <a:pt x="395490" y="192726"/>
                        <a:pt x="285331" y="62551"/>
                        <a:pt x="131" y="159615"/>
                      </a:cubicBezTo>
                      <a:cubicBezTo>
                        <a:pt x="-323" y="114566"/>
                        <a:pt x="578" y="87427"/>
                        <a:pt x="124" y="42378"/>
                      </a:cubicBezTo>
                      <a:close/>
                    </a:path>
                  </a:pathLst>
                </a:custGeom>
                <a:solidFill>
                  <a:schemeClr val="accent4">
                    <a:lumMod val="60000"/>
                    <a:lumOff val="40000"/>
                  </a:schemeClr>
                </a:solidFill>
                <a:ln w="1270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817" name="矩形 1174">
                  <a:extLst>
                    <a:ext uri="{FF2B5EF4-FFF2-40B4-BE49-F238E27FC236}">
                      <a16:creationId xmlns:a16="http://schemas.microsoft.com/office/drawing/2014/main" id="{8400E767-5D1D-F9D9-ECEF-E583D778EEC5}"/>
                    </a:ext>
                  </a:extLst>
                </p:cNvPr>
                <p:cNvSpPr/>
                <p:nvPr/>
              </p:nvSpPr>
              <p:spPr>
                <a:xfrm rot="10800000">
                  <a:off x="5041542" y="6890402"/>
                  <a:ext cx="618706" cy="226680"/>
                </a:xfrm>
                <a:custGeom>
                  <a:avLst/>
                  <a:gdLst>
                    <a:gd name="connsiteX0" fmla="*/ 0 w 595706"/>
                    <a:gd name="connsiteY0" fmla="*/ 0 h 92965"/>
                    <a:gd name="connsiteX1" fmla="*/ 595706 w 595706"/>
                    <a:gd name="connsiteY1" fmla="*/ 0 h 92965"/>
                    <a:gd name="connsiteX2" fmla="*/ 595706 w 595706"/>
                    <a:gd name="connsiteY2" fmla="*/ 92965 h 92965"/>
                    <a:gd name="connsiteX3" fmla="*/ 0 w 595706"/>
                    <a:gd name="connsiteY3" fmla="*/ 92965 h 92965"/>
                    <a:gd name="connsiteX4" fmla="*/ 0 w 595706"/>
                    <a:gd name="connsiteY4" fmla="*/ 0 h 92965"/>
                    <a:gd name="connsiteX0" fmla="*/ 0 w 595706"/>
                    <a:gd name="connsiteY0" fmla="*/ 0 h 135147"/>
                    <a:gd name="connsiteX1" fmla="*/ 595706 w 595706"/>
                    <a:gd name="connsiteY1" fmla="*/ 0 h 135147"/>
                    <a:gd name="connsiteX2" fmla="*/ 595706 w 595706"/>
                    <a:gd name="connsiteY2" fmla="*/ 92965 h 135147"/>
                    <a:gd name="connsiteX3" fmla="*/ 1361 w 595706"/>
                    <a:gd name="connsiteY3" fmla="*/ 135147 h 135147"/>
                    <a:gd name="connsiteX4" fmla="*/ 0 w 595706"/>
                    <a:gd name="connsiteY4" fmla="*/ 0 h 135147"/>
                    <a:gd name="connsiteX0" fmla="*/ 0 w 595706"/>
                    <a:gd name="connsiteY0" fmla="*/ 0 h 135147"/>
                    <a:gd name="connsiteX1" fmla="*/ 595706 w 595706"/>
                    <a:gd name="connsiteY1" fmla="*/ 0 h 135147"/>
                    <a:gd name="connsiteX2" fmla="*/ 595706 w 595706"/>
                    <a:gd name="connsiteY2" fmla="*/ 92965 h 135147"/>
                    <a:gd name="connsiteX3" fmla="*/ 1361 w 595706"/>
                    <a:gd name="connsiteY3" fmla="*/ 135147 h 135147"/>
                    <a:gd name="connsiteX4" fmla="*/ 0 w 595706"/>
                    <a:gd name="connsiteY4" fmla="*/ 0 h 135147"/>
                    <a:gd name="connsiteX0" fmla="*/ 0 w 595706"/>
                    <a:gd name="connsiteY0" fmla="*/ 0 h 135147"/>
                    <a:gd name="connsiteX1" fmla="*/ 595706 w 595706"/>
                    <a:gd name="connsiteY1" fmla="*/ 0 h 135147"/>
                    <a:gd name="connsiteX2" fmla="*/ 595706 w 595706"/>
                    <a:gd name="connsiteY2" fmla="*/ 92965 h 135147"/>
                    <a:gd name="connsiteX3" fmla="*/ 1361 w 595706"/>
                    <a:gd name="connsiteY3" fmla="*/ 135147 h 135147"/>
                    <a:gd name="connsiteX4" fmla="*/ 0 w 595706"/>
                    <a:gd name="connsiteY4" fmla="*/ 0 h 135147"/>
                    <a:gd name="connsiteX0" fmla="*/ 0 w 595706"/>
                    <a:gd name="connsiteY0" fmla="*/ 0 h 135147"/>
                    <a:gd name="connsiteX1" fmla="*/ 595706 w 595706"/>
                    <a:gd name="connsiteY1" fmla="*/ 0 h 135147"/>
                    <a:gd name="connsiteX2" fmla="*/ 595706 w 595706"/>
                    <a:gd name="connsiteY2" fmla="*/ 92965 h 135147"/>
                    <a:gd name="connsiteX3" fmla="*/ 1361 w 595706"/>
                    <a:gd name="connsiteY3" fmla="*/ 135147 h 135147"/>
                    <a:gd name="connsiteX4" fmla="*/ 0 w 595706"/>
                    <a:gd name="connsiteY4" fmla="*/ 0 h 135147"/>
                    <a:gd name="connsiteX0" fmla="*/ 1422 w 594406"/>
                    <a:gd name="connsiteY0" fmla="*/ 21376 h 135147"/>
                    <a:gd name="connsiteX1" fmla="*/ 594406 w 594406"/>
                    <a:gd name="connsiteY1" fmla="*/ 0 h 135147"/>
                    <a:gd name="connsiteX2" fmla="*/ 594406 w 594406"/>
                    <a:gd name="connsiteY2" fmla="*/ 92965 h 135147"/>
                    <a:gd name="connsiteX3" fmla="*/ 61 w 594406"/>
                    <a:gd name="connsiteY3" fmla="*/ 135147 h 135147"/>
                    <a:gd name="connsiteX4" fmla="*/ 1422 w 594406"/>
                    <a:gd name="connsiteY4" fmla="*/ 21376 h 135147"/>
                    <a:gd name="connsiteX0" fmla="*/ 1422 w 594406"/>
                    <a:gd name="connsiteY0" fmla="*/ 15599 h 135147"/>
                    <a:gd name="connsiteX1" fmla="*/ 594406 w 594406"/>
                    <a:gd name="connsiteY1" fmla="*/ 0 h 135147"/>
                    <a:gd name="connsiteX2" fmla="*/ 594406 w 594406"/>
                    <a:gd name="connsiteY2" fmla="*/ 92965 h 135147"/>
                    <a:gd name="connsiteX3" fmla="*/ 61 w 594406"/>
                    <a:gd name="connsiteY3" fmla="*/ 135147 h 135147"/>
                    <a:gd name="connsiteX4" fmla="*/ 1422 w 594406"/>
                    <a:gd name="connsiteY4" fmla="*/ 15599 h 135147"/>
                    <a:gd name="connsiteX0" fmla="*/ 131 w 594476"/>
                    <a:gd name="connsiteY0" fmla="*/ 4622 h 135147"/>
                    <a:gd name="connsiteX1" fmla="*/ 594476 w 594476"/>
                    <a:gd name="connsiteY1" fmla="*/ 0 h 135147"/>
                    <a:gd name="connsiteX2" fmla="*/ 594476 w 594476"/>
                    <a:gd name="connsiteY2" fmla="*/ 92965 h 135147"/>
                    <a:gd name="connsiteX3" fmla="*/ 131 w 594476"/>
                    <a:gd name="connsiteY3" fmla="*/ 135147 h 135147"/>
                    <a:gd name="connsiteX4" fmla="*/ 131 w 594476"/>
                    <a:gd name="connsiteY4" fmla="*/ 4622 h 135147"/>
                    <a:gd name="connsiteX0" fmla="*/ 0 w 595706"/>
                    <a:gd name="connsiteY0" fmla="*/ 17910 h 135147"/>
                    <a:gd name="connsiteX1" fmla="*/ 595706 w 595706"/>
                    <a:gd name="connsiteY1" fmla="*/ 0 h 135147"/>
                    <a:gd name="connsiteX2" fmla="*/ 595706 w 595706"/>
                    <a:gd name="connsiteY2" fmla="*/ 92965 h 135147"/>
                    <a:gd name="connsiteX3" fmla="*/ 1361 w 595706"/>
                    <a:gd name="connsiteY3" fmla="*/ 135147 h 135147"/>
                    <a:gd name="connsiteX4" fmla="*/ 0 w 595706"/>
                    <a:gd name="connsiteY4" fmla="*/ 17910 h 135147"/>
                    <a:gd name="connsiteX0" fmla="*/ 0 w 595706"/>
                    <a:gd name="connsiteY0" fmla="*/ 17910 h 135147"/>
                    <a:gd name="connsiteX1" fmla="*/ 595706 w 595706"/>
                    <a:gd name="connsiteY1" fmla="*/ 0 h 135147"/>
                    <a:gd name="connsiteX2" fmla="*/ 595706 w 595706"/>
                    <a:gd name="connsiteY2" fmla="*/ 92965 h 135147"/>
                    <a:gd name="connsiteX3" fmla="*/ 1361 w 595706"/>
                    <a:gd name="connsiteY3" fmla="*/ 135147 h 135147"/>
                    <a:gd name="connsiteX4" fmla="*/ 0 w 595706"/>
                    <a:gd name="connsiteY4" fmla="*/ 17910 h 135147"/>
                    <a:gd name="connsiteX0" fmla="*/ 0 w 595706"/>
                    <a:gd name="connsiteY0" fmla="*/ 17910 h 135147"/>
                    <a:gd name="connsiteX1" fmla="*/ 595706 w 595706"/>
                    <a:gd name="connsiteY1" fmla="*/ 0 h 135147"/>
                    <a:gd name="connsiteX2" fmla="*/ 595706 w 595706"/>
                    <a:gd name="connsiteY2" fmla="*/ 92965 h 135147"/>
                    <a:gd name="connsiteX3" fmla="*/ 1361 w 595706"/>
                    <a:gd name="connsiteY3" fmla="*/ 135147 h 135147"/>
                    <a:gd name="connsiteX4" fmla="*/ 0 w 595706"/>
                    <a:gd name="connsiteY4" fmla="*/ 17910 h 135147"/>
                    <a:gd name="connsiteX0" fmla="*/ 0 w 595706"/>
                    <a:gd name="connsiteY0" fmla="*/ 17910 h 135147"/>
                    <a:gd name="connsiteX1" fmla="*/ 595706 w 595706"/>
                    <a:gd name="connsiteY1" fmla="*/ 0 h 135147"/>
                    <a:gd name="connsiteX2" fmla="*/ 595706 w 595706"/>
                    <a:gd name="connsiteY2" fmla="*/ 92965 h 135147"/>
                    <a:gd name="connsiteX3" fmla="*/ 1361 w 595706"/>
                    <a:gd name="connsiteY3" fmla="*/ 135147 h 135147"/>
                    <a:gd name="connsiteX4" fmla="*/ 0 w 595706"/>
                    <a:gd name="connsiteY4" fmla="*/ 17910 h 135147"/>
                    <a:gd name="connsiteX0" fmla="*/ 0 w 595706"/>
                    <a:gd name="connsiteY0" fmla="*/ 22423 h 139660"/>
                    <a:gd name="connsiteX1" fmla="*/ 595706 w 595706"/>
                    <a:gd name="connsiteY1" fmla="*/ 4513 h 139660"/>
                    <a:gd name="connsiteX2" fmla="*/ 595706 w 595706"/>
                    <a:gd name="connsiteY2" fmla="*/ 97478 h 139660"/>
                    <a:gd name="connsiteX3" fmla="*/ 1361 w 595706"/>
                    <a:gd name="connsiteY3" fmla="*/ 139660 h 139660"/>
                    <a:gd name="connsiteX4" fmla="*/ 0 w 595706"/>
                    <a:gd name="connsiteY4" fmla="*/ 22423 h 139660"/>
                    <a:gd name="connsiteX0" fmla="*/ 0 w 595706"/>
                    <a:gd name="connsiteY0" fmla="*/ 26413 h 143650"/>
                    <a:gd name="connsiteX1" fmla="*/ 595706 w 595706"/>
                    <a:gd name="connsiteY1" fmla="*/ 8503 h 143650"/>
                    <a:gd name="connsiteX2" fmla="*/ 595706 w 595706"/>
                    <a:gd name="connsiteY2" fmla="*/ 101468 h 143650"/>
                    <a:gd name="connsiteX3" fmla="*/ 1361 w 595706"/>
                    <a:gd name="connsiteY3" fmla="*/ 143650 h 143650"/>
                    <a:gd name="connsiteX4" fmla="*/ 0 w 595706"/>
                    <a:gd name="connsiteY4" fmla="*/ 26413 h 143650"/>
                    <a:gd name="connsiteX0" fmla="*/ 0 w 595706"/>
                    <a:gd name="connsiteY0" fmla="*/ 21286 h 138523"/>
                    <a:gd name="connsiteX1" fmla="*/ 595706 w 595706"/>
                    <a:gd name="connsiteY1" fmla="*/ 3376 h 138523"/>
                    <a:gd name="connsiteX2" fmla="*/ 595706 w 595706"/>
                    <a:gd name="connsiteY2" fmla="*/ 96341 h 138523"/>
                    <a:gd name="connsiteX3" fmla="*/ 1361 w 595706"/>
                    <a:gd name="connsiteY3" fmla="*/ 138523 h 138523"/>
                    <a:gd name="connsiteX4" fmla="*/ 0 w 595706"/>
                    <a:gd name="connsiteY4" fmla="*/ 21286 h 138523"/>
                    <a:gd name="connsiteX0" fmla="*/ 0 w 595706"/>
                    <a:gd name="connsiteY0" fmla="*/ 22534 h 139771"/>
                    <a:gd name="connsiteX1" fmla="*/ 595706 w 595706"/>
                    <a:gd name="connsiteY1" fmla="*/ 4624 h 139771"/>
                    <a:gd name="connsiteX2" fmla="*/ 595706 w 595706"/>
                    <a:gd name="connsiteY2" fmla="*/ 97589 h 139771"/>
                    <a:gd name="connsiteX3" fmla="*/ 1361 w 595706"/>
                    <a:gd name="connsiteY3" fmla="*/ 139771 h 139771"/>
                    <a:gd name="connsiteX4" fmla="*/ 0 w 595706"/>
                    <a:gd name="connsiteY4" fmla="*/ 22534 h 139771"/>
                    <a:gd name="connsiteX0" fmla="*/ 0 w 595706"/>
                    <a:gd name="connsiteY0" fmla="*/ 23494 h 140731"/>
                    <a:gd name="connsiteX1" fmla="*/ 595706 w 595706"/>
                    <a:gd name="connsiteY1" fmla="*/ 2118 h 140731"/>
                    <a:gd name="connsiteX2" fmla="*/ 595706 w 595706"/>
                    <a:gd name="connsiteY2" fmla="*/ 98549 h 140731"/>
                    <a:gd name="connsiteX3" fmla="*/ 1361 w 595706"/>
                    <a:gd name="connsiteY3" fmla="*/ 140731 h 140731"/>
                    <a:gd name="connsiteX4" fmla="*/ 0 w 595706"/>
                    <a:gd name="connsiteY4" fmla="*/ 23494 h 140731"/>
                    <a:gd name="connsiteX0" fmla="*/ 0 w 595706"/>
                    <a:gd name="connsiteY0" fmla="*/ 23494 h 140731"/>
                    <a:gd name="connsiteX1" fmla="*/ 595706 w 595706"/>
                    <a:gd name="connsiteY1" fmla="*/ 2118 h 140731"/>
                    <a:gd name="connsiteX2" fmla="*/ 595706 w 595706"/>
                    <a:gd name="connsiteY2" fmla="*/ 98549 h 140731"/>
                    <a:gd name="connsiteX3" fmla="*/ 1361 w 595706"/>
                    <a:gd name="connsiteY3" fmla="*/ 140731 h 140731"/>
                    <a:gd name="connsiteX4" fmla="*/ 0 w 595706"/>
                    <a:gd name="connsiteY4" fmla="*/ 23494 h 140731"/>
                    <a:gd name="connsiteX0" fmla="*/ 0 w 595706"/>
                    <a:gd name="connsiteY0" fmla="*/ 25030 h 142267"/>
                    <a:gd name="connsiteX1" fmla="*/ 595706 w 595706"/>
                    <a:gd name="connsiteY1" fmla="*/ 3654 h 142267"/>
                    <a:gd name="connsiteX2" fmla="*/ 595706 w 595706"/>
                    <a:gd name="connsiteY2" fmla="*/ 100085 h 142267"/>
                    <a:gd name="connsiteX3" fmla="*/ 1361 w 595706"/>
                    <a:gd name="connsiteY3" fmla="*/ 142267 h 142267"/>
                    <a:gd name="connsiteX4" fmla="*/ 0 w 595706"/>
                    <a:gd name="connsiteY4" fmla="*/ 25030 h 142267"/>
                    <a:gd name="connsiteX0" fmla="*/ 0 w 595706"/>
                    <a:gd name="connsiteY0" fmla="*/ 22091 h 139328"/>
                    <a:gd name="connsiteX1" fmla="*/ 595706 w 595706"/>
                    <a:gd name="connsiteY1" fmla="*/ 715 h 139328"/>
                    <a:gd name="connsiteX2" fmla="*/ 595706 w 595706"/>
                    <a:gd name="connsiteY2" fmla="*/ 97146 h 139328"/>
                    <a:gd name="connsiteX3" fmla="*/ 1361 w 595706"/>
                    <a:gd name="connsiteY3" fmla="*/ 139328 h 139328"/>
                    <a:gd name="connsiteX4" fmla="*/ 0 w 595706"/>
                    <a:gd name="connsiteY4" fmla="*/ 22091 h 139328"/>
                    <a:gd name="connsiteX0" fmla="*/ 0 w 595706"/>
                    <a:gd name="connsiteY0" fmla="*/ 23573 h 140810"/>
                    <a:gd name="connsiteX1" fmla="*/ 595706 w 595706"/>
                    <a:gd name="connsiteY1" fmla="*/ 2197 h 140810"/>
                    <a:gd name="connsiteX2" fmla="*/ 595706 w 595706"/>
                    <a:gd name="connsiteY2" fmla="*/ 98628 h 140810"/>
                    <a:gd name="connsiteX3" fmla="*/ 1361 w 595706"/>
                    <a:gd name="connsiteY3" fmla="*/ 140810 h 140810"/>
                    <a:gd name="connsiteX4" fmla="*/ 0 w 595706"/>
                    <a:gd name="connsiteY4" fmla="*/ 23573 h 140810"/>
                    <a:gd name="connsiteX0" fmla="*/ 0 w 595706"/>
                    <a:gd name="connsiteY0" fmla="*/ 21908 h 139145"/>
                    <a:gd name="connsiteX1" fmla="*/ 595706 w 595706"/>
                    <a:gd name="connsiteY1" fmla="*/ 532 h 139145"/>
                    <a:gd name="connsiteX2" fmla="*/ 595706 w 595706"/>
                    <a:gd name="connsiteY2" fmla="*/ 96963 h 139145"/>
                    <a:gd name="connsiteX3" fmla="*/ 1361 w 595706"/>
                    <a:gd name="connsiteY3" fmla="*/ 139145 h 139145"/>
                    <a:gd name="connsiteX4" fmla="*/ 0 w 595706"/>
                    <a:gd name="connsiteY4" fmla="*/ 21908 h 139145"/>
                    <a:gd name="connsiteX0" fmla="*/ 0 w 595706"/>
                    <a:gd name="connsiteY0" fmla="*/ 23863 h 141100"/>
                    <a:gd name="connsiteX1" fmla="*/ 595706 w 595706"/>
                    <a:gd name="connsiteY1" fmla="*/ 2487 h 141100"/>
                    <a:gd name="connsiteX2" fmla="*/ 595706 w 595706"/>
                    <a:gd name="connsiteY2" fmla="*/ 98918 h 141100"/>
                    <a:gd name="connsiteX3" fmla="*/ 1361 w 595706"/>
                    <a:gd name="connsiteY3" fmla="*/ 141100 h 141100"/>
                    <a:gd name="connsiteX4" fmla="*/ 0 w 595706"/>
                    <a:gd name="connsiteY4" fmla="*/ 23863 h 141100"/>
                    <a:gd name="connsiteX0" fmla="*/ 0 w 595706"/>
                    <a:gd name="connsiteY0" fmla="*/ 24472 h 141709"/>
                    <a:gd name="connsiteX1" fmla="*/ 595706 w 595706"/>
                    <a:gd name="connsiteY1" fmla="*/ 3096 h 141709"/>
                    <a:gd name="connsiteX2" fmla="*/ 595706 w 595706"/>
                    <a:gd name="connsiteY2" fmla="*/ 99527 h 141709"/>
                    <a:gd name="connsiteX3" fmla="*/ 1361 w 595706"/>
                    <a:gd name="connsiteY3" fmla="*/ 141709 h 141709"/>
                    <a:gd name="connsiteX4" fmla="*/ 0 w 595706"/>
                    <a:gd name="connsiteY4" fmla="*/ 24472 h 141709"/>
                    <a:gd name="connsiteX0" fmla="*/ 0 w 595706"/>
                    <a:gd name="connsiteY0" fmla="*/ 24267 h 141504"/>
                    <a:gd name="connsiteX1" fmla="*/ 595706 w 595706"/>
                    <a:gd name="connsiteY1" fmla="*/ 2891 h 141504"/>
                    <a:gd name="connsiteX2" fmla="*/ 595706 w 595706"/>
                    <a:gd name="connsiteY2" fmla="*/ 99322 h 141504"/>
                    <a:gd name="connsiteX3" fmla="*/ 1361 w 595706"/>
                    <a:gd name="connsiteY3" fmla="*/ 141504 h 141504"/>
                    <a:gd name="connsiteX4" fmla="*/ 0 w 595706"/>
                    <a:gd name="connsiteY4" fmla="*/ 24267 h 141504"/>
                    <a:gd name="connsiteX0" fmla="*/ 0 w 595706"/>
                    <a:gd name="connsiteY0" fmla="*/ 24472 h 141709"/>
                    <a:gd name="connsiteX1" fmla="*/ 595706 w 595706"/>
                    <a:gd name="connsiteY1" fmla="*/ 3096 h 141709"/>
                    <a:gd name="connsiteX2" fmla="*/ 595706 w 595706"/>
                    <a:gd name="connsiteY2" fmla="*/ 99527 h 141709"/>
                    <a:gd name="connsiteX3" fmla="*/ 1361 w 595706"/>
                    <a:gd name="connsiteY3" fmla="*/ 141709 h 141709"/>
                    <a:gd name="connsiteX4" fmla="*/ 0 w 595706"/>
                    <a:gd name="connsiteY4" fmla="*/ 24472 h 141709"/>
                    <a:gd name="connsiteX0" fmla="*/ 0 w 595706"/>
                    <a:gd name="connsiteY0" fmla="*/ 24472 h 141709"/>
                    <a:gd name="connsiteX1" fmla="*/ 594353 w 595706"/>
                    <a:gd name="connsiteY1" fmla="*/ 3096 h 141709"/>
                    <a:gd name="connsiteX2" fmla="*/ 595706 w 595706"/>
                    <a:gd name="connsiteY2" fmla="*/ 99527 h 141709"/>
                    <a:gd name="connsiteX3" fmla="*/ 1361 w 595706"/>
                    <a:gd name="connsiteY3" fmla="*/ 141709 h 141709"/>
                    <a:gd name="connsiteX4" fmla="*/ 0 w 595706"/>
                    <a:gd name="connsiteY4" fmla="*/ 24472 h 141709"/>
                    <a:gd name="connsiteX0" fmla="*/ 124 w 595830"/>
                    <a:gd name="connsiteY0" fmla="*/ 24472 h 141709"/>
                    <a:gd name="connsiteX1" fmla="*/ 594477 w 595830"/>
                    <a:gd name="connsiteY1" fmla="*/ 3096 h 141709"/>
                    <a:gd name="connsiteX2" fmla="*/ 595830 w 595830"/>
                    <a:gd name="connsiteY2" fmla="*/ 99527 h 141709"/>
                    <a:gd name="connsiteX3" fmla="*/ 131 w 595830"/>
                    <a:gd name="connsiteY3" fmla="*/ 141709 h 141709"/>
                    <a:gd name="connsiteX4" fmla="*/ 124 w 595830"/>
                    <a:gd name="connsiteY4" fmla="*/ 24472 h 141709"/>
                    <a:gd name="connsiteX0" fmla="*/ 124 w 597179"/>
                    <a:gd name="connsiteY0" fmla="*/ 25207 h 142444"/>
                    <a:gd name="connsiteX1" fmla="*/ 597179 w 597179"/>
                    <a:gd name="connsiteY1" fmla="*/ 481 h 142444"/>
                    <a:gd name="connsiteX2" fmla="*/ 595830 w 597179"/>
                    <a:gd name="connsiteY2" fmla="*/ 100262 h 142444"/>
                    <a:gd name="connsiteX3" fmla="*/ 131 w 597179"/>
                    <a:gd name="connsiteY3" fmla="*/ 142444 h 142444"/>
                    <a:gd name="connsiteX4" fmla="*/ 124 w 597179"/>
                    <a:gd name="connsiteY4" fmla="*/ 25207 h 142444"/>
                    <a:gd name="connsiteX0" fmla="*/ 124 w 595889"/>
                    <a:gd name="connsiteY0" fmla="*/ 25842 h 143079"/>
                    <a:gd name="connsiteX1" fmla="*/ 594477 w 595889"/>
                    <a:gd name="connsiteY1" fmla="*/ 0 h 143079"/>
                    <a:gd name="connsiteX2" fmla="*/ 595830 w 595889"/>
                    <a:gd name="connsiteY2" fmla="*/ 100897 h 143079"/>
                    <a:gd name="connsiteX3" fmla="*/ 131 w 595889"/>
                    <a:gd name="connsiteY3" fmla="*/ 143079 h 143079"/>
                    <a:gd name="connsiteX4" fmla="*/ 124 w 595889"/>
                    <a:gd name="connsiteY4" fmla="*/ 25842 h 143079"/>
                    <a:gd name="connsiteX0" fmla="*/ 124 w 595889"/>
                    <a:gd name="connsiteY0" fmla="*/ 24713 h 141950"/>
                    <a:gd name="connsiteX1" fmla="*/ 594477 w 595889"/>
                    <a:gd name="connsiteY1" fmla="*/ 2221 h 141950"/>
                    <a:gd name="connsiteX2" fmla="*/ 595830 w 595889"/>
                    <a:gd name="connsiteY2" fmla="*/ 99768 h 141950"/>
                    <a:gd name="connsiteX3" fmla="*/ 131 w 595889"/>
                    <a:gd name="connsiteY3" fmla="*/ 141950 h 141950"/>
                    <a:gd name="connsiteX4" fmla="*/ 124 w 595889"/>
                    <a:gd name="connsiteY4" fmla="*/ 24713 h 141950"/>
                    <a:gd name="connsiteX0" fmla="*/ 124 w 595959"/>
                    <a:gd name="connsiteY0" fmla="*/ 24713 h 141950"/>
                    <a:gd name="connsiteX1" fmla="*/ 595828 w 595959"/>
                    <a:gd name="connsiteY1" fmla="*/ 2221 h 141950"/>
                    <a:gd name="connsiteX2" fmla="*/ 595830 w 595959"/>
                    <a:gd name="connsiteY2" fmla="*/ 99768 h 141950"/>
                    <a:gd name="connsiteX3" fmla="*/ 131 w 595959"/>
                    <a:gd name="connsiteY3" fmla="*/ 141950 h 141950"/>
                    <a:gd name="connsiteX4" fmla="*/ 124 w 595959"/>
                    <a:gd name="connsiteY4" fmla="*/ 24713 h 141950"/>
                    <a:gd name="connsiteX0" fmla="*/ 124 w 595959"/>
                    <a:gd name="connsiteY0" fmla="*/ 24925 h 142162"/>
                    <a:gd name="connsiteX1" fmla="*/ 595828 w 595959"/>
                    <a:gd name="connsiteY1" fmla="*/ 2433 h 142162"/>
                    <a:gd name="connsiteX2" fmla="*/ 595830 w 595959"/>
                    <a:gd name="connsiteY2" fmla="*/ 99980 h 142162"/>
                    <a:gd name="connsiteX3" fmla="*/ 131 w 595959"/>
                    <a:gd name="connsiteY3" fmla="*/ 142162 h 142162"/>
                    <a:gd name="connsiteX4" fmla="*/ 124 w 595959"/>
                    <a:gd name="connsiteY4" fmla="*/ 24925 h 142162"/>
                    <a:gd name="connsiteX0" fmla="*/ 124 w 595959"/>
                    <a:gd name="connsiteY0" fmla="*/ 22492 h 139729"/>
                    <a:gd name="connsiteX1" fmla="*/ 595828 w 595959"/>
                    <a:gd name="connsiteY1" fmla="*/ 0 h 139729"/>
                    <a:gd name="connsiteX2" fmla="*/ 595830 w 595959"/>
                    <a:gd name="connsiteY2" fmla="*/ 97547 h 139729"/>
                    <a:gd name="connsiteX3" fmla="*/ 131 w 595959"/>
                    <a:gd name="connsiteY3" fmla="*/ 139729 h 139729"/>
                    <a:gd name="connsiteX4" fmla="*/ 124 w 595959"/>
                    <a:gd name="connsiteY4" fmla="*/ 22492 h 139729"/>
                    <a:gd name="connsiteX0" fmla="*/ 124 w 595959"/>
                    <a:gd name="connsiteY0" fmla="*/ 25585 h 142822"/>
                    <a:gd name="connsiteX1" fmla="*/ 595828 w 595959"/>
                    <a:gd name="connsiteY1" fmla="*/ 3093 h 142822"/>
                    <a:gd name="connsiteX2" fmla="*/ 595830 w 595959"/>
                    <a:gd name="connsiteY2" fmla="*/ 100640 h 142822"/>
                    <a:gd name="connsiteX3" fmla="*/ 131 w 595959"/>
                    <a:gd name="connsiteY3" fmla="*/ 142822 h 142822"/>
                    <a:gd name="connsiteX4" fmla="*/ 124 w 595959"/>
                    <a:gd name="connsiteY4" fmla="*/ 25585 h 142822"/>
                    <a:gd name="connsiteX0" fmla="*/ 124 w 595959"/>
                    <a:gd name="connsiteY0" fmla="*/ 25585 h 142822"/>
                    <a:gd name="connsiteX1" fmla="*/ 595828 w 595959"/>
                    <a:gd name="connsiteY1" fmla="*/ 3093 h 142822"/>
                    <a:gd name="connsiteX2" fmla="*/ 595830 w 595959"/>
                    <a:gd name="connsiteY2" fmla="*/ 100640 h 142822"/>
                    <a:gd name="connsiteX3" fmla="*/ 131 w 595959"/>
                    <a:gd name="connsiteY3" fmla="*/ 142822 h 142822"/>
                    <a:gd name="connsiteX4" fmla="*/ 124 w 595959"/>
                    <a:gd name="connsiteY4" fmla="*/ 25585 h 142822"/>
                    <a:gd name="connsiteX0" fmla="*/ 124 w 595959"/>
                    <a:gd name="connsiteY0" fmla="*/ 26512 h 143749"/>
                    <a:gd name="connsiteX1" fmla="*/ 595828 w 595959"/>
                    <a:gd name="connsiteY1" fmla="*/ 4020 h 143749"/>
                    <a:gd name="connsiteX2" fmla="*/ 595830 w 595959"/>
                    <a:gd name="connsiteY2" fmla="*/ 101567 h 143749"/>
                    <a:gd name="connsiteX3" fmla="*/ 131 w 595959"/>
                    <a:gd name="connsiteY3" fmla="*/ 143749 h 143749"/>
                    <a:gd name="connsiteX4" fmla="*/ 124 w 595959"/>
                    <a:gd name="connsiteY4" fmla="*/ 26512 h 143749"/>
                    <a:gd name="connsiteX0" fmla="*/ 124 w 595959"/>
                    <a:gd name="connsiteY0" fmla="*/ 26512 h 143749"/>
                    <a:gd name="connsiteX1" fmla="*/ 595828 w 595959"/>
                    <a:gd name="connsiteY1" fmla="*/ 4020 h 143749"/>
                    <a:gd name="connsiteX2" fmla="*/ 595830 w 595959"/>
                    <a:gd name="connsiteY2" fmla="*/ 101567 h 143749"/>
                    <a:gd name="connsiteX3" fmla="*/ 131 w 595959"/>
                    <a:gd name="connsiteY3" fmla="*/ 143749 h 143749"/>
                    <a:gd name="connsiteX4" fmla="*/ 124 w 595959"/>
                    <a:gd name="connsiteY4" fmla="*/ 26512 h 143749"/>
                    <a:gd name="connsiteX0" fmla="*/ 124 w 595959"/>
                    <a:gd name="connsiteY0" fmla="*/ 28496 h 145733"/>
                    <a:gd name="connsiteX1" fmla="*/ 595828 w 595959"/>
                    <a:gd name="connsiteY1" fmla="*/ 6004 h 145733"/>
                    <a:gd name="connsiteX2" fmla="*/ 595830 w 595959"/>
                    <a:gd name="connsiteY2" fmla="*/ 103551 h 145733"/>
                    <a:gd name="connsiteX3" fmla="*/ 131 w 595959"/>
                    <a:gd name="connsiteY3" fmla="*/ 145733 h 145733"/>
                    <a:gd name="connsiteX4" fmla="*/ 124 w 595959"/>
                    <a:gd name="connsiteY4" fmla="*/ 28496 h 145733"/>
                    <a:gd name="connsiteX0" fmla="*/ 124 w 595959"/>
                    <a:gd name="connsiteY0" fmla="*/ 40766 h 158003"/>
                    <a:gd name="connsiteX1" fmla="*/ 595828 w 595959"/>
                    <a:gd name="connsiteY1" fmla="*/ 0 h 158003"/>
                    <a:gd name="connsiteX2" fmla="*/ 595830 w 595959"/>
                    <a:gd name="connsiteY2" fmla="*/ 115821 h 158003"/>
                    <a:gd name="connsiteX3" fmla="*/ 131 w 595959"/>
                    <a:gd name="connsiteY3" fmla="*/ 158003 h 158003"/>
                    <a:gd name="connsiteX4" fmla="*/ 124 w 595959"/>
                    <a:gd name="connsiteY4" fmla="*/ 40766 h 158003"/>
                    <a:gd name="connsiteX0" fmla="*/ 124 w 595959"/>
                    <a:gd name="connsiteY0" fmla="*/ 40766 h 158003"/>
                    <a:gd name="connsiteX1" fmla="*/ 595828 w 595959"/>
                    <a:gd name="connsiteY1" fmla="*/ 0 h 158003"/>
                    <a:gd name="connsiteX2" fmla="*/ 595830 w 595959"/>
                    <a:gd name="connsiteY2" fmla="*/ 115821 h 158003"/>
                    <a:gd name="connsiteX3" fmla="*/ 131 w 595959"/>
                    <a:gd name="connsiteY3" fmla="*/ 158003 h 158003"/>
                    <a:gd name="connsiteX4" fmla="*/ 124 w 595959"/>
                    <a:gd name="connsiteY4" fmla="*/ 40766 h 158003"/>
                    <a:gd name="connsiteX0" fmla="*/ 124 w 595959"/>
                    <a:gd name="connsiteY0" fmla="*/ 40766 h 158003"/>
                    <a:gd name="connsiteX1" fmla="*/ 595828 w 595959"/>
                    <a:gd name="connsiteY1" fmla="*/ 0 h 158003"/>
                    <a:gd name="connsiteX2" fmla="*/ 595830 w 595959"/>
                    <a:gd name="connsiteY2" fmla="*/ 115821 h 158003"/>
                    <a:gd name="connsiteX3" fmla="*/ 131 w 595959"/>
                    <a:gd name="connsiteY3" fmla="*/ 158003 h 158003"/>
                    <a:gd name="connsiteX4" fmla="*/ 124 w 595959"/>
                    <a:gd name="connsiteY4" fmla="*/ 40766 h 158003"/>
                    <a:gd name="connsiteX0" fmla="*/ 124 w 595959"/>
                    <a:gd name="connsiteY0" fmla="*/ 40766 h 158003"/>
                    <a:gd name="connsiteX1" fmla="*/ 595828 w 595959"/>
                    <a:gd name="connsiteY1" fmla="*/ 0 h 158003"/>
                    <a:gd name="connsiteX2" fmla="*/ 595830 w 595959"/>
                    <a:gd name="connsiteY2" fmla="*/ 115821 h 158003"/>
                    <a:gd name="connsiteX3" fmla="*/ 131 w 595959"/>
                    <a:gd name="connsiteY3" fmla="*/ 158003 h 158003"/>
                    <a:gd name="connsiteX4" fmla="*/ 124 w 595959"/>
                    <a:gd name="connsiteY4" fmla="*/ 40766 h 158003"/>
                    <a:gd name="connsiteX0" fmla="*/ 124 w 595959"/>
                    <a:gd name="connsiteY0" fmla="*/ 40766 h 158003"/>
                    <a:gd name="connsiteX1" fmla="*/ 595828 w 595959"/>
                    <a:gd name="connsiteY1" fmla="*/ 0 h 158003"/>
                    <a:gd name="connsiteX2" fmla="*/ 595830 w 595959"/>
                    <a:gd name="connsiteY2" fmla="*/ 115821 h 158003"/>
                    <a:gd name="connsiteX3" fmla="*/ 131 w 595959"/>
                    <a:gd name="connsiteY3" fmla="*/ 158003 h 158003"/>
                    <a:gd name="connsiteX4" fmla="*/ 124 w 595959"/>
                    <a:gd name="connsiteY4" fmla="*/ 40766 h 158003"/>
                    <a:gd name="connsiteX0" fmla="*/ 124 w 595959"/>
                    <a:gd name="connsiteY0" fmla="*/ 40766 h 158003"/>
                    <a:gd name="connsiteX1" fmla="*/ 595828 w 595959"/>
                    <a:gd name="connsiteY1" fmla="*/ 0 h 158003"/>
                    <a:gd name="connsiteX2" fmla="*/ 595830 w 595959"/>
                    <a:gd name="connsiteY2" fmla="*/ 115821 h 158003"/>
                    <a:gd name="connsiteX3" fmla="*/ 131 w 595959"/>
                    <a:gd name="connsiteY3" fmla="*/ 158003 h 158003"/>
                    <a:gd name="connsiteX4" fmla="*/ 124 w 595959"/>
                    <a:gd name="connsiteY4" fmla="*/ 40766 h 158003"/>
                    <a:gd name="connsiteX0" fmla="*/ 124 w 595959"/>
                    <a:gd name="connsiteY0" fmla="*/ 40766 h 158003"/>
                    <a:gd name="connsiteX1" fmla="*/ 595828 w 595959"/>
                    <a:gd name="connsiteY1" fmla="*/ 0 h 158003"/>
                    <a:gd name="connsiteX2" fmla="*/ 595830 w 595959"/>
                    <a:gd name="connsiteY2" fmla="*/ 115821 h 158003"/>
                    <a:gd name="connsiteX3" fmla="*/ 131 w 595959"/>
                    <a:gd name="connsiteY3" fmla="*/ 158003 h 158003"/>
                    <a:gd name="connsiteX4" fmla="*/ 124 w 595959"/>
                    <a:gd name="connsiteY4" fmla="*/ 40766 h 158003"/>
                    <a:gd name="connsiteX0" fmla="*/ 124 w 595959"/>
                    <a:gd name="connsiteY0" fmla="*/ 40766 h 158003"/>
                    <a:gd name="connsiteX1" fmla="*/ 595828 w 595959"/>
                    <a:gd name="connsiteY1" fmla="*/ 0 h 158003"/>
                    <a:gd name="connsiteX2" fmla="*/ 595830 w 595959"/>
                    <a:gd name="connsiteY2" fmla="*/ 115821 h 158003"/>
                    <a:gd name="connsiteX3" fmla="*/ 131 w 595959"/>
                    <a:gd name="connsiteY3" fmla="*/ 158003 h 158003"/>
                    <a:gd name="connsiteX4" fmla="*/ 124 w 595959"/>
                    <a:gd name="connsiteY4" fmla="*/ 40766 h 158003"/>
                    <a:gd name="connsiteX0" fmla="*/ 124 w 595959"/>
                    <a:gd name="connsiteY0" fmla="*/ 40766 h 158003"/>
                    <a:gd name="connsiteX1" fmla="*/ 595828 w 595959"/>
                    <a:gd name="connsiteY1" fmla="*/ 0 h 158003"/>
                    <a:gd name="connsiteX2" fmla="*/ 595830 w 595959"/>
                    <a:gd name="connsiteY2" fmla="*/ 115821 h 158003"/>
                    <a:gd name="connsiteX3" fmla="*/ 131 w 595959"/>
                    <a:gd name="connsiteY3" fmla="*/ 158003 h 158003"/>
                    <a:gd name="connsiteX4" fmla="*/ 124 w 595959"/>
                    <a:gd name="connsiteY4" fmla="*/ 40766 h 158003"/>
                    <a:gd name="connsiteX0" fmla="*/ 124 w 595856"/>
                    <a:gd name="connsiteY0" fmla="*/ 41841 h 159078"/>
                    <a:gd name="connsiteX1" fmla="*/ 591261 w 595856"/>
                    <a:gd name="connsiteY1" fmla="*/ 0 h 159078"/>
                    <a:gd name="connsiteX2" fmla="*/ 595830 w 595856"/>
                    <a:gd name="connsiteY2" fmla="*/ 116896 h 159078"/>
                    <a:gd name="connsiteX3" fmla="*/ 131 w 595856"/>
                    <a:gd name="connsiteY3" fmla="*/ 159078 h 159078"/>
                    <a:gd name="connsiteX4" fmla="*/ 124 w 595856"/>
                    <a:gd name="connsiteY4" fmla="*/ 41841 h 159078"/>
                    <a:gd name="connsiteX0" fmla="*/ 124 w 595959"/>
                    <a:gd name="connsiteY0" fmla="*/ 41841 h 159078"/>
                    <a:gd name="connsiteX1" fmla="*/ 595828 w 595959"/>
                    <a:gd name="connsiteY1" fmla="*/ 0 h 159078"/>
                    <a:gd name="connsiteX2" fmla="*/ 595830 w 595959"/>
                    <a:gd name="connsiteY2" fmla="*/ 116896 h 159078"/>
                    <a:gd name="connsiteX3" fmla="*/ 131 w 595959"/>
                    <a:gd name="connsiteY3" fmla="*/ 159078 h 159078"/>
                    <a:gd name="connsiteX4" fmla="*/ 124 w 595959"/>
                    <a:gd name="connsiteY4" fmla="*/ 41841 h 159078"/>
                    <a:gd name="connsiteX0" fmla="*/ 124 w 597349"/>
                    <a:gd name="connsiteY0" fmla="*/ 42378 h 159615"/>
                    <a:gd name="connsiteX1" fmla="*/ 597349 w 597349"/>
                    <a:gd name="connsiteY1" fmla="*/ 0 h 159615"/>
                    <a:gd name="connsiteX2" fmla="*/ 595830 w 597349"/>
                    <a:gd name="connsiteY2" fmla="*/ 117433 h 159615"/>
                    <a:gd name="connsiteX3" fmla="*/ 131 w 597349"/>
                    <a:gd name="connsiteY3" fmla="*/ 159615 h 159615"/>
                    <a:gd name="connsiteX4" fmla="*/ 124 w 597349"/>
                    <a:gd name="connsiteY4" fmla="*/ 42378 h 159615"/>
                    <a:gd name="connsiteX0" fmla="*/ 124 w 600443"/>
                    <a:gd name="connsiteY0" fmla="*/ 42378 h 159615"/>
                    <a:gd name="connsiteX1" fmla="*/ 597349 w 600443"/>
                    <a:gd name="connsiteY1" fmla="*/ 0 h 159615"/>
                    <a:gd name="connsiteX2" fmla="*/ 600408 w 600443"/>
                    <a:gd name="connsiteY2" fmla="*/ 117433 h 159615"/>
                    <a:gd name="connsiteX3" fmla="*/ 131 w 600443"/>
                    <a:gd name="connsiteY3" fmla="*/ 159615 h 159615"/>
                    <a:gd name="connsiteX4" fmla="*/ 124 w 600443"/>
                    <a:gd name="connsiteY4" fmla="*/ 42378 h 159615"/>
                    <a:gd name="connsiteX0" fmla="*/ 124 w 600537"/>
                    <a:gd name="connsiteY0" fmla="*/ 42378 h 159615"/>
                    <a:gd name="connsiteX1" fmla="*/ 600401 w 600537"/>
                    <a:gd name="connsiteY1" fmla="*/ 0 h 159615"/>
                    <a:gd name="connsiteX2" fmla="*/ 600408 w 600537"/>
                    <a:gd name="connsiteY2" fmla="*/ 117433 h 159615"/>
                    <a:gd name="connsiteX3" fmla="*/ 131 w 600537"/>
                    <a:gd name="connsiteY3" fmla="*/ 159615 h 159615"/>
                    <a:gd name="connsiteX4" fmla="*/ 124 w 600537"/>
                    <a:gd name="connsiteY4" fmla="*/ 42378 h 15961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00537" h="159615">
                      <a:moveTo>
                        <a:pt x="124" y="42378"/>
                      </a:moveTo>
                      <a:cubicBezTo>
                        <a:pt x="296414" y="-50243"/>
                        <a:pt x="418111" y="75773"/>
                        <a:pt x="600401" y="0"/>
                      </a:cubicBezTo>
                      <a:cubicBezTo>
                        <a:pt x="599951" y="33260"/>
                        <a:pt x="600858" y="84173"/>
                        <a:pt x="600408" y="117433"/>
                      </a:cubicBezTo>
                      <a:cubicBezTo>
                        <a:pt x="395490" y="192726"/>
                        <a:pt x="285331" y="62551"/>
                        <a:pt x="131" y="159615"/>
                      </a:cubicBezTo>
                      <a:cubicBezTo>
                        <a:pt x="-323" y="114566"/>
                        <a:pt x="578" y="87427"/>
                        <a:pt x="124" y="42378"/>
                      </a:cubicBezTo>
                      <a:close/>
                    </a:path>
                  </a:pathLst>
                </a:custGeom>
                <a:solidFill>
                  <a:schemeClr val="accent2">
                    <a:lumMod val="40000"/>
                    <a:lumOff val="60000"/>
                  </a:schemeClr>
                </a:solidFill>
                <a:ln w="1270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818" name="矩形 1174">
                  <a:extLst>
                    <a:ext uri="{FF2B5EF4-FFF2-40B4-BE49-F238E27FC236}">
                      <a16:creationId xmlns:a16="http://schemas.microsoft.com/office/drawing/2014/main" id="{A61DB58C-0733-77B2-6D41-5C73C5105D0A}"/>
                    </a:ext>
                  </a:extLst>
                </p:cNvPr>
                <p:cNvSpPr/>
                <p:nvPr/>
              </p:nvSpPr>
              <p:spPr>
                <a:xfrm rot="10800000">
                  <a:off x="5041541" y="7045652"/>
                  <a:ext cx="618707" cy="139508"/>
                </a:xfrm>
                <a:custGeom>
                  <a:avLst/>
                  <a:gdLst>
                    <a:gd name="connsiteX0" fmla="*/ 0 w 595706"/>
                    <a:gd name="connsiteY0" fmla="*/ 0 h 92965"/>
                    <a:gd name="connsiteX1" fmla="*/ 595706 w 595706"/>
                    <a:gd name="connsiteY1" fmla="*/ 0 h 92965"/>
                    <a:gd name="connsiteX2" fmla="*/ 595706 w 595706"/>
                    <a:gd name="connsiteY2" fmla="*/ 92965 h 92965"/>
                    <a:gd name="connsiteX3" fmla="*/ 0 w 595706"/>
                    <a:gd name="connsiteY3" fmla="*/ 92965 h 92965"/>
                    <a:gd name="connsiteX4" fmla="*/ 0 w 595706"/>
                    <a:gd name="connsiteY4" fmla="*/ 0 h 92965"/>
                    <a:gd name="connsiteX0" fmla="*/ 0 w 595706"/>
                    <a:gd name="connsiteY0" fmla="*/ 0 h 135147"/>
                    <a:gd name="connsiteX1" fmla="*/ 595706 w 595706"/>
                    <a:gd name="connsiteY1" fmla="*/ 0 h 135147"/>
                    <a:gd name="connsiteX2" fmla="*/ 595706 w 595706"/>
                    <a:gd name="connsiteY2" fmla="*/ 92965 h 135147"/>
                    <a:gd name="connsiteX3" fmla="*/ 1361 w 595706"/>
                    <a:gd name="connsiteY3" fmla="*/ 135147 h 135147"/>
                    <a:gd name="connsiteX4" fmla="*/ 0 w 595706"/>
                    <a:gd name="connsiteY4" fmla="*/ 0 h 135147"/>
                    <a:gd name="connsiteX0" fmla="*/ 0 w 595706"/>
                    <a:gd name="connsiteY0" fmla="*/ 0 h 135147"/>
                    <a:gd name="connsiteX1" fmla="*/ 595706 w 595706"/>
                    <a:gd name="connsiteY1" fmla="*/ 0 h 135147"/>
                    <a:gd name="connsiteX2" fmla="*/ 595706 w 595706"/>
                    <a:gd name="connsiteY2" fmla="*/ 92965 h 135147"/>
                    <a:gd name="connsiteX3" fmla="*/ 1361 w 595706"/>
                    <a:gd name="connsiteY3" fmla="*/ 135147 h 135147"/>
                    <a:gd name="connsiteX4" fmla="*/ 0 w 595706"/>
                    <a:gd name="connsiteY4" fmla="*/ 0 h 135147"/>
                    <a:gd name="connsiteX0" fmla="*/ 0 w 595706"/>
                    <a:gd name="connsiteY0" fmla="*/ 0 h 135147"/>
                    <a:gd name="connsiteX1" fmla="*/ 595706 w 595706"/>
                    <a:gd name="connsiteY1" fmla="*/ 0 h 135147"/>
                    <a:gd name="connsiteX2" fmla="*/ 595706 w 595706"/>
                    <a:gd name="connsiteY2" fmla="*/ 92965 h 135147"/>
                    <a:gd name="connsiteX3" fmla="*/ 1361 w 595706"/>
                    <a:gd name="connsiteY3" fmla="*/ 135147 h 135147"/>
                    <a:gd name="connsiteX4" fmla="*/ 0 w 595706"/>
                    <a:gd name="connsiteY4" fmla="*/ 0 h 135147"/>
                    <a:gd name="connsiteX0" fmla="*/ 0 w 595706"/>
                    <a:gd name="connsiteY0" fmla="*/ 0 h 135147"/>
                    <a:gd name="connsiteX1" fmla="*/ 595706 w 595706"/>
                    <a:gd name="connsiteY1" fmla="*/ 0 h 135147"/>
                    <a:gd name="connsiteX2" fmla="*/ 595706 w 595706"/>
                    <a:gd name="connsiteY2" fmla="*/ 92965 h 135147"/>
                    <a:gd name="connsiteX3" fmla="*/ 1361 w 595706"/>
                    <a:gd name="connsiteY3" fmla="*/ 135147 h 135147"/>
                    <a:gd name="connsiteX4" fmla="*/ 0 w 595706"/>
                    <a:gd name="connsiteY4" fmla="*/ 0 h 135147"/>
                    <a:gd name="connsiteX0" fmla="*/ 131 w 595837"/>
                    <a:gd name="connsiteY0" fmla="*/ 0 h 148754"/>
                    <a:gd name="connsiteX1" fmla="*/ 595837 w 595837"/>
                    <a:gd name="connsiteY1" fmla="*/ 0 h 148754"/>
                    <a:gd name="connsiteX2" fmla="*/ 595837 w 595837"/>
                    <a:gd name="connsiteY2" fmla="*/ 92965 h 148754"/>
                    <a:gd name="connsiteX3" fmla="*/ 131 w 595837"/>
                    <a:gd name="connsiteY3" fmla="*/ 148754 h 148754"/>
                    <a:gd name="connsiteX4" fmla="*/ 131 w 595837"/>
                    <a:gd name="connsiteY4" fmla="*/ 0 h 148754"/>
                    <a:gd name="connsiteX0" fmla="*/ 131 w 595837"/>
                    <a:gd name="connsiteY0" fmla="*/ 0 h 140590"/>
                    <a:gd name="connsiteX1" fmla="*/ 595837 w 595837"/>
                    <a:gd name="connsiteY1" fmla="*/ 0 h 140590"/>
                    <a:gd name="connsiteX2" fmla="*/ 595837 w 595837"/>
                    <a:gd name="connsiteY2" fmla="*/ 92965 h 140590"/>
                    <a:gd name="connsiteX3" fmla="*/ 131 w 595837"/>
                    <a:gd name="connsiteY3" fmla="*/ 140590 h 140590"/>
                    <a:gd name="connsiteX4" fmla="*/ 131 w 595837"/>
                    <a:gd name="connsiteY4" fmla="*/ 0 h 140590"/>
                    <a:gd name="connsiteX0" fmla="*/ 131 w 595837"/>
                    <a:gd name="connsiteY0" fmla="*/ 0 h 140590"/>
                    <a:gd name="connsiteX1" fmla="*/ 595837 w 595837"/>
                    <a:gd name="connsiteY1" fmla="*/ 0 h 140590"/>
                    <a:gd name="connsiteX2" fmla="*/ 595837 w 595837"/>
                    <a:gd name="connsiteY2" fmla="*/ 92965 h 140590"/>
                    <a:gd name="connsiteX3" fmla="*/ 131 w 595837"/>
                    <a:gd name="connsiteY3" fmla="*/ 140590 h 140590"/>
                    <a:gd name="connsiteX4" fmla="*/ 131 w 595837"/>
                    <a:gd name="connsiteY4" fmla="*/ 0 h 140590"/>
                    <a:gd name="connsiteX0" fmla="*/ 131 w 595837"/>
                    <a:gd name="connsiteY0" fmla="*/ 0 h 140590"/>
                    <a:gd name="connsiteX1" fmla="*/ 595837 w 595837"/>
                    <a:gd name="connsiteY1" fmla="*/ 0 h 140590"/>
                    <a:gd name="connsiteX2" fmla="*/ 595837 w 595837"/>
                    <a:gd name="connsiteY2" fmla="*/ 92965 h 140590"/>
                    <a:gd name="connsiteX3" fmla="*/ 131 w 595837"/>
                    <a:gd name="connsiteY3" fmla="*/ 140590 h 140590"/>
                    <a:gd name="connsiteX4" fmla="*/ 131 w 595837"/>
                    <a:gd name="connsiteY4" fmla="*/ 0 h 140590"/>
                    <a:gd name="connsiteX0" fmla="*/ 131 w 595837"/>
                    <a:gd name="connsiteY0" fmla="*/ 0 h 140590"/>
                    <a:gd name="connsiteX1" fmla="*/ 595837 w 595837"/>
                    <a:gd name="connsiteY1" fmla="*/ 0 h 140590"/>
                    <a:gd name="connsiteX2" fmla="*/ 595837 w 595837"/>
                    <a:gd name="connsiteY2" fmla="*/ 92965 h 140590"/>
                    <a:gd name="connsiteX3" fmla="*/ 131 w 595837"/>
                    <a:gd name="connsiteY3" fmla="*/ 140590 h 140590"/>
                    <a:gd name="connsiteX4" fmla="*/ 131 w 595837"/>
                    <a:gd name="connsiteY4" fmla="*/ 0 h 140590"/>
                    <a:gd name="connsiteX0" fmla="*/ 131 w 595837"/>
                    <a:gd name="connsiteY0" fmla="*/ 0 h 140590"/>
                    <a:gd name="connsiteX1" fmla="*/ 595837 w 595837"/>
                    <a:gd name="connsiteY1" fmla="*/ 0 h 140590"/>
                    <a:gd name="connsiteX2" fmla="*/ 595837 w 595837"/>
                    <a:gd name="connsiteY2" fmla="*/ 92965 h 140590"/>
                    <a:gd name="connsiteX3" fmla="*/ 131 w 595837"/>
                    <a:gd name="connsiteY3" fmla="*/ 140590 h 140590"/>
                    <a:gd name="connsiteX4" fmla="*/ 131 w 595837"/>
                    <a:gd name="connsiteY4" fmla="*/ 0 h 140590"/>
                    <a:gd name="connsiteX0" fmla="*/ 131 w 595837"/>
                    <a:gd name="connsiteY0" fmla="*/ 0 h 156571"/>
                    <a:gd name="connsiteX1" fmla="*/ 595837 w 595837"/>
                    <a:gd name="connsiteY1" fmla="*/ 0 h 156571"/>
                    <a:gd name="connsiteX2" fmla="*/ 594316 w 595837"/>
                    <a:gd name="connsiteY2" fmla="*/ 141984 h 156571"/>
                    <a:gd name="connsiteX3" fmla="*/ 131 w 595837"/>
                    <a:gd name="connsiteY3" fmla="*/ 140590 h 156571"/>
                    <a:gd name="connsiteX4" fmla="*/ 131 w 595837"/>
                    <a:gd name="connsiteY4" fmla="*/ 0 h 156571"/>
                    <a:gd name="connsiteX0" fmla="*/ 1577 w 597283"/>
                    <a:gd name="connsiteY0" fmla="*/ 0 h 271309"/>
                    <a:gd name="connsiteX1" fmla="*/ 597283 w 597283"/>
                    <a:gd name="connsiteY1" fmla="*/ 0 h 271309"/>
                    <a:gd name="connsiteX2" fmla="*/ 595762 w 597283"/>
                    <a:gd name="connsiteY2" fmla="*/ 141984 h 271309"/>
                    <a:gd name="connsiteX3" fmla="*/ 56 w 597283"/>
                    <a:gd name="connsiteY3" fmla="*/ 271309 h 271309"/>
                    <a:gd name="connsiteX4" fmla="*/ 1577 w 597283"/>
                    <a:gd name="connsiteY4" fmla="*/ 0 h 271309"/>
                    <a:gd name="connsiteX0" fmla="*/ 1577 w 597283"/>
                    <a:gd name="connsiteY0" fmla="*/ 0 h 271309"/>
                    <a:gd name="connsiteX1" fmla="*/ 597283 w 597283"/>
                    <a:gd name="connsiteY1" fmla="*/ 0 h 271309"/>
                    <a:gd name="connsiteX2" fmla="*/ 595762 w 597283"/>
                    <a:gd name="connsiteY2" fmla="*/ 141984 h 271309"/>
                    <a:gd name="connsiteX3" fmla="*/ 56 w 597283"/>
                    <a:gd name="connsiteY3" fmla="*/ 271309 h 271309"/>
                    <a:gd name="connsiteX4" fmla="*/ 1577 w 597283"/>
                    <a:gd name="connsiteY4" fmla="*/ 0 h 271309"/>
                    <a:gd name="connsiteX0" fmla="*/ 1577 w 597283"/>
                    <a:gd name="connsiteY0" fmla="*/ 0 h 271309"/>
                    <a:gd name="connsiteX1" fmla="*/ 597283 w 597283"/>
                    <a:gd name="connsiteY1" fmla="*/ 0 h 271309"/>
                    <a:gd name="connsiteX2" fmla="*/ 595762 w 597283"/>
                    <a:gd name="connsiteY2" fmla="*/ 141984 h 271309"/>
                    <a:gd name="connsiteX3" fmla="*/ 56 w 597283"/>
                    <a:gd name="connsiteY3" fmla="*/ 271309 h 271309"/>
                    <a:gd name="connsiteX4" fmla="*/ 1577 w 597283"/>
                    <a:gd name="connsiteY4" fmla="*/ 0 h 271309"/>
                    <a:gd name="connsiteX0" fmla="*/ 1577 w 597283"/>
                    <a:gd name="connsiteY0" fmla="*/ 0 h 271309"/>
                    <a:gd name="connsiteX1" fmla="*/ 597283 w 597283"/>
                    <a:gd name="connsiteY1" fmla="*/ 0 h 271309"/>
                    <a:gd name="connsiteX2" fmla="*/ 595762 w 597283"/>
                    <a:gd name="connsiteY2" fmla="*/ 141984 h 271309"/>
                    <a:gd name="connsiteX3" fmla="*/ 56 w 597283"/>
                    <a:gd name="connsiteY3" fmla="*/ 271309 h 271309"/>
                    <a:gd name="connsiteX4" fmla="*/ 1577 w 597283"/>
                    <a:gd name="connsiteY4" fmla="*/ 0 h 271309"/>
                    <a:gd name="connsiteX0" fmla="*/ 1577 w 597283"/>
                    <a:gd name="connsiteY0" fmla="*/ 0 h 271309"/>
                    <a:gd name="connsiteX1" fmla="*/ 597283 w 597283"/>
                    <a:gd name="connsiteY1" fmla="*/ 0 h 271309"/>
                    <a:gd name="connsiteX2" fmla="*/ 595762 w 597283"/>
                    <a:gd name="connsiteY2" fmla="*/ 141984 h 271309"/>
                    <a:gd name="connsiteX3" fmla="*/ 56 w 597283"/>
                    <a:gd name="connsiteY3" fmla="*/ 271309 h 271309"/>
                    <a:gd name="connsiteX4" fmla="*/ 1577 w 597283"/>
                    <a:gd name="connsiteY4" fmla="*/ 0 h 271309"/>
                    <a:gd name="connsiteX0" fmla="*/ 0 w 600949"/>
                    <a:gd name="connsiteY0" fmla="*/ 0 h 271309"/>
                    <a:gd name="connsiteX1" fmla="*/ 600949 w 600949"/>
                    <a:gd name="connsiteY1" fmla="*/ 0 h 271309"/>
                    <a:gd name="connsiteX2" fmla="*/ 599428 w 600949"/>
                    <a:gd name="connsiteY2" fmla="*/ 141984 h 271309"/>
                    <a:gd name="connsiteX3" fmla="*/ 3722 w 600949"/>
                    <a:gd name="connsiteY3" fmla="*/ 271309 h 271309"/>
                    <a:gd name="connsiteX4" fmla="*/ 0 w 600949"/>
                    <a:gd name="connsiteY4" fmla="*/ 0 h 271309"/>
                    <a:gd name="connsiteX0" fmla="*/ 0 w 599639"/>
                    <a:gd name="connsiteY0" fmla="*/ 0 h 271309"/>
                    <a:gd name="connsiteX1" fmla="*/ 599639 w 599639"/>
                    <a:gd name="connsiteY1" fmla="*/ 0 h 271309"/>
                    <a:gd name="connsiteX2" fmla="*/ 599428 w 599639"/>
                    <a:gd name="connsiteY2" fmla="*/ 141984 h 271309"/>
                    <a:gd name="connsiteX3" fmla="*/ 3722 w 599639"/>
                    <a:gd name="connsiteY3" fmla="*/ 271309 h 271309"/>
                    <a:gd name="connsiteX4" fmla="*/ 0 w 599639"/>
                    <a:gd name="connsiteY4" fmla="*/ 0 h 271309"/>
                    <a:gd name="connsiteX0" fmla="*/ 0 w 597018"/>
                    <a:gd name="connsiteY0" fmla="*/ 0 h 271309"/>
                    <a:gd name="connsiteX1" fmla="*/ 597018 w 597018"/>
                    <a:gd name="connsiteY1" fmla="*/ 0 h 271309"/>
                    <a:gd name="connsiteX2" fmla="*/ 596807 w 597018"/>
                    <a:gd name="connsiteY2" fmla="*/ 141984 h 271309"/>
                    <a:gd name="connsiteX3" fmla="*/ 1101 w 597018"/>
                    <a:gd name="connsiteY3" fmla="*/ 271309 h 271309"/>
                    <a:gd name="connsiteX4" fmla="*/ 0 w 597018"/>
                    <a:gd name="connsiteY4" fmla="*/ 0 h 271309"/>
                    <a:gd name="connsiteX0" fmla="*/ 0 w 596807"/>
                    <a:gd name="connsiteY0" fmla="*/ 0 h 271309"/>
                    <a:gd name="connsiteX1" fmla="*/ 591775 w 596807"/>
                    <a:gd name="connsiteY1" fmla="*/ 0 h 271309"/>
                    <a:gd name="connsiteX2" fmla="*/ 596807 w 596807"/>
                    <a:gd name="connsiteY2" fmla="*/ 141984 h 271309"/>
                    <a:gd name="connsiteX3" fmla="*/ 1101 w 596807"/>
                    <a:gd name="connsiteY3" fmla="*/ 271309 h 271309"/>
                    <a:gd name="connsiteX4" fmla="*/ 0 w 596807"/>
                    <a:gd name="connsiteY4" fmla="*/ 0 h 271309"/>
                    <a:gd name="connsiteX0" fmla="*/ 0 w 596807"/>
                    <a:gd name="connsiteY0" fmla="*/ 0 h 271309"/>
                    <a:gd name="connsiteX1" fmla="*/ 595708 w 596807"/>
                    <a:gd name="connsiteY1" fmla="*/ 0 h 271309"/>
                    <a:gd name="connsiteX2" fmla="*/ 596807 w 596807"/>
                    <a:gd name="connsiteY2" fmla="*/ 141984 h 271309"/>
                    <a:gd name="connsiteX3" fmla="*/ 1101 w 596807"/>
                    <a:gd name="connsiteY3" fmla="*/ 271309 h 271309"/>
                    <a:gd name="connsiteX4" fmla="*/ 0 w 596807"/>
                    <a:gd name="connsiteY4" fmla="*/ 0 h 271309"/>
                    <a:gd name="connsiteX0" fmla="*/ 0 w 595708"/>
                    <a:gd name="connsiteY0" fmla="*/ 0 h 271309"/>
                    <a:gd name="connsiteX1" fmla="*/ 595708 w 595708"/>
                    <a:gd name="connsiteY1" fmla="*/ 0 h 271309"/>
                    <a:gd name="connsiteX2" fmla="*/ 594186 w 595708"/>
                    <a:gd name="connsiteY2" fmla="*/ 141985 h 271309"/>
                    <a:gd name="connsiteX3" fmla="*/ 1101 w 595708"/>
                    <a:gd name="connsiteY3" fmla="*/ 271309 h 271309"/>
                    <a:gd name="connsiteX4" fmla="*/ 0 w 595708"/>
                    <a:gd name="connsiteY4" fmla="*/ 0 h 271309"/>
                    <a:gd name="connsiteX0" fmla="*/ 0 w 596439"/>
                    <a:gd name="connsiteY0" fmla="*/ 109083 h 380392"/>
                    <a:gd name="connsiteX1" fmla="*/ 595708 w 596439"/>
                    <a:gd name="connsiteY1" fmla="*/ 109083 h 380392"/>
                    <a:gd name="connsiteX2" fmla="*/ 594186 w 596439"/>
                    <a:gd name="connsiteY2" fmla="*/ 251068 h 380392"/>
                    <a:gd name="connsiteX3" fmla="*/ 1101 w 596439"/>
                    <a:gd name="connsiteY3" fmla="*/ 380392 h 380392"/>
                    <a:gd name="connsiteX4" fmla="*/ 0 w 596439"/>
                    <a:gd name="connsiteY4" fmla="*/ 109083 h 380392"/>
                    <a:gd name="connsiteX0" fmla="*/ 0 w 595708"/>
                    <a:gd name="connsiteY0" fmla="*/ 0 h 271309"/>
                    <a:gd name="connsiteX1" fmla="*/ 595708 w 595708"/>
                    <a:gd name="connsiteY1" fmla="*/ 0 h 271309"/>
                    <a:gd name="connsiteX2" fmla="*/ 594186 w 595708"/>
                    <a:gd name="connsiteY2" fmla="*/ 141985 h 271309"/>
                    <a:gd name="connsiteX3" fmla="*/ 1101 w 595708"/>
                    <a:gd name="connsiteY3" fmla="*/ 271309 h 271309"/>
                    <a:gd name="connsiteX4" fmla="*/ 0 w 595708"/>
                    <a:gd name="connsiteY4" fmla="*/ 0 h 271309"/>
                    <a:gd name="connsiteX0" fmla="*/ 0 w 596808"/>
                    <a:gd name="connsiteY0" fmla="*/ 0 h 271309"/>
                    <a:gd name="connsiteX1" fmla="*/ 595708 w 596808"/>
                    <a:gd name="connsiteY1" fmla="*/ 0 h 271309"/>
                    <a:gd name="connsiteX2" fmla="*/ 596808 w 596808"/>
                    <a:gd name="connsiteY2" fmla="*/ 141985 h 271309"/>
                    <a:gd name="connsiteX3" fmla="*/ 1101 w 596808"/>
                    <a:gd name="connsiteY3" fmla="*/ 271309 h 271309"/>
                    <a:gd name="connsiteX4" fmla="*/ 0 w 596808"/>
                    <a:gd name="connsiteY4" fmla="*/ 0 h 271309"/>
                    <a:gd name="connsiteX0" fmla="*/ 0 w 596808"/>
                    <a:gd name="connsiteY0" fmla="*/ 0 h 271309"/>
                    <a:gd name="connsiteX1" fmla="*/ 595708 w 596808"/>
                    <a:gd name="connsiteY1" fmla="*/ 0 h 271309"/>
                    <a:gd name="connsiteX2" fmla="*/ 596808 w 596808"/>
                    <a:gd name="connsiteY2" fmla="*/ 141985 h 271309"/>
                    <a:gd name="connsiteX3" fmla="*/ 1101 w 596808"/>
                    <a:gd name="connsiteY3" fmla="*/ 271309 h 271309"/>
                    <a:gd name="connsiteX4" fmla="*/ 0 w 596808"/>
                    <a:gd name="connsiteY4" fmla="*/ 0 h 271309"/>
                    <a:gd name="connsiteX0" fmla="*/ 0 w 596808"/>
                    <a:gd name="connsiteY0" fmla="*/ 0 h 271309"/>
                    <a:gd name="connsiteX1" fmla="*/ 595708 w 596808"/>
                    <a:gd name="connsiteY1" fmla="*/ 0 h 271309"/>
                    <a:gd name="connsiteX2" fmla="*/ 596808 w 596808"/>
                    <a:gd name="connsiteY2" fmla="*/ 141985 h 271309"/>
                    <a:gd name="connsiteX3" fmla="*/ 1101 w 596808"/>
                    <a:gd name="connsiteY3" fmla="*/ 271309 h 271309"/>
                    <a:gd name="connsiteX4" fmla="*/ 0 w 596808"/>
                    <a:gd name="connsiteY4" fmla="*/ 0 h 271309"/>
                    <a:gd name="connsiteX0" fmla="*/ 0 w 595708"/>
                    <a:gd name="connsiteY0" fmla="*/ 0 h 271309"/>
                    <a:gd name="connsiteX1" fmla="*/ 595708 w 595708"/>
                    <a:gd name="connsiteY1" fmla="*/ 0 h 271309"/>
                    <a:gd name="connsiteX2" fmla="*/ 594186 w 595708"/>
                    <a:gd name="connsiteY2" fmla="*/ 141985 h 271309"/>
                    <a:gd name="connsiteX3" fmla="*/ 1101 w 595708"/>
                    <a:gd name="connsiteY3" fmla="*/ 271309 h 271309"/>
                    <a:gd name="connsiteX4" fmla="*/ 0 w 595708"/>
                    <a:gd name="connsiteY4" fmla="*/ 0 h 271309"/>
                    <a:gd name="connsiteX0" fmla="*/ 0 w 595708"/>
                    <a:gd name="connsiteY0" fmla="*/ 0 h 271309"/>
                    <a:gd name="connsiteX1" fmla="*/ 595708 w 595708"/>
                    <a:gd name="connsiteY1" fmla="*/ 0 h 271309"/>
                    <a:gd name="connsiteX2" fmla="*/ 594186 w 595708"/>
                    <a:gd name="connsiteY2" fmla="*/ 141985 h 271309"/>
                    <a:gd name="connsiteX3" fmla="*/ 1101 w 595708"/>
                    <a:gd name="connsiteY3" fmla="*/ 271309 h 271309"/>
                    <a:gd name="connsiteX4" fmla="*/ 0 w 595708"/>
                    <a:gd name="connsiteY4" fmla="*/ 0 h 271309"/>
                    <a:gd name="connsiteX0" fmla="*/ 0 w 595936"/>
                    <a:gd name="connsiteY0" fmla="*/ 0 h 271309"/>
                    <a:gd name="connsiteX1" fmla="*/ 595708 w 595936"/>
                    <a:gd name="connsiteY1" fmla="*/ 0 h 271309"/>
                    <a:gd name="connsiteX2" fmla="*/ 594186 w 595936"/>
                    <a:gd name="connsiteY2" fmla="*/ 141985 h 271309"/>
                    <a:gd name="connsiteX3" fmla="*/ 1101 w 595936"/>
                    <a:gd name="connsiteY3" fmla="*/ 271309 h 271309"/>
                    <a:gd name="connsiteX4" fmla="*/ 0 w 595936"/>
                    <a:gd name="connsiteY4" fmla="*/ 0 h 271309"/>
                    <a:gd name="connsiteX0" fmla="*/ 319 w 596255"/>
                    <a:gd name="connsiteY0" fmla="*/ 0 h 271309"/>
                    <a:gd name="connsiteX1" fmla="*/ 596027 w 596255"/>
                    <a:gd name="connsiteY1" fmla="*/ 0 h 271309"/>
                    <a:gd name="connsiteX2" fmla="*/ 594505 w 596255"/>
                    <a:gd name="connsiteY2" fmla="*/ 141985 h 271309"/>
                    <a:gd name="connsiteX3" fmla="*/ 110 w 596255"/>
                    <a:gd name="connsiteY3" fmla="*/ 271309 h 271309"/>
                    <a:gd name="connsiteX4" fmla="*/ 319 w 596255"/>
                    <a:gd name="connsiteY4" fmla="*/ 0 h 271309"/>
                    <a:gd name="connsiteX0" fmla="*/ 0 w 595936"/>
                    <a:gd name="connsiteY0" fmla="*/ 0 h 271309"/>
                    <a:gd name="connsiteX1" fmla="*/ 595708 w 595936"/>
                    <a:gd name="connsiteY1" fmla="*/ 0 h 271309"/>
                    <a:gd name="connsiteX2" fmla="*/ 594186 w 595936"/>
                    <a:gd name="connsiteY2" fmla="*/ 141985 h 271309"/>
                    <a:gd name="connsiteX3" fmla="*/ 1101 w 595936"/>
                    <a:gd name="connsiteY3" fmla="*/ 271309 h 271309"/>
                    <a:gd name="connsiteX4" fmla="*/ 0 w 595936"/>
                    <a:gd name="connsiteY4" fmla="*/ 0 h 2713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95936" h="271309">
                      <a:moveTo>
                        <a:pt x="0" y="0"/>
                      </a:moveTo>
                      <a:lnTo>
                        <a:pt x="595708" y="0"/>
                      </a:lnTo>
                      <a:cubicBezTo>
                        <a:pt x="595708" y="30988"/>
                        <a:pt x="596806" y="39550"/>
                        <a:pt x="594186" y="141985"/>
                      </a:cubicBezTo>
                      <a:cubicBezTo>
                        <a:pt x="404809" y="352086"/>
                        <a:pt x="341643" y="22672"/>
                        <a:pt x="1101" y="271309"/>
                      </a:cubicBezTo>
                      <a:cubicBezTo>
                        <a:pt x="647" y="226260"/>
                        <a:pt x="454" y="45049"/>
                        <a:pt x="0" y="0"/>
                      </a:cubicBezTo>
                      <a:close/>
                    </a:path>
                  </a:pathLst>
                </a:custGeom>
                <a:solidFill>
                  <a:schemeClr val="accent6">
                    <a:lumMod val="20000"/>
                    <a:lumOff val="80000"/>
                  </a:schemeClr>
                </a:solidFill>
                <a:ln w="1270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819" name="矩形 1174">
                  <a:extLst>
                    <a:ext uri="{FF2B5EF4-FFF2-40B4-BE49-F238E27FC236}">
                      <a16:creationId xmlns:a16="http://schemas.microsoft.com/office/drawing/2014/main" id="{9B1EBA7C-A0DF-F30A-763F-AFEBB25FBB11}"/>
                    </a:ext>
                  </a:extLst>
                </p:cNvPr>
                <p:cNvSpPr/>
                <p:nvPr/>
              </p:nvSpPr>
              <p:spPr>
                <a:xfrm rot="10800000">
                  <a:off x="5041542" y="6594252"/>
                  <a:ext cx="618706" cy="226680"/>
                </a:xfrm>
                <a:custGeom>
                  <a:avLst/>
                  <a:gdLst>
                    <a:gd name="connsiteX0" fmla="*/ 0 w 595706"/>
                    <a:gd name="connsiteY0" fmla="*/ 0 h 92965"/>
                    <a:gd name="connsiteX1" fmla="*/ 595706 w 595706"/>
                    <a:gd name="connsiteY1" fmla="*/ 0 h 92965"/>
                    <a:gd name="connsiteX2" fmla="*/ 595706 w 595706"/>
                    <a:gd name="connsiteY2" fmla="*/ 92965 h 92965"/>
                    <a:gd name="connsiteX3" fmla="*/ 0 w 595706"/>
                    <a:gd name="connsiteY3" fmla="*/ 92965 h 92965"/>
                    <a:gd name="connsiteX4" fmla="*/ 0 w 595706"/>
                    <a:gd name="connsiteY4" fmla="*/ 0 h 92965"/>
                    <a:gd name="connsiteX0" fmla="*/ 0 w 595706"/>
                    <a:gd name="connsiteY0" fmla="*/ 0 h 135147"/>
                    <a:gd name="connsiteX1" fmla="*/ 595706 w 595706"/>
                    <a:gd name="connsiteY1" fmla="*/ 0 h 135147"/>
                    <a:gd name="connsiteX2" fmla="*/ 595706 w 595706"/>
                    <a:gd name="connsiteY2" fmla="*/ 92965 h 135147"/>
                    <a:gd name="connsiteX3" fmla="*/ 1361 w 595706"/>
                    <a:gd name="connsiteY3" fmla="*/ 135147 h 135147"/>
                    <a:gd name="connsiteX4" fmla="*/ 0 w 595706"/>
                    <a:gd name="connsiteY4" fmla="*/ 0 h 135147"/>
                    <a:gd name="connsiteX0" fmla="*/ 0 w 595706"/>
                    <a:gd name="connsiteY0" fmla="*/ 0 h 135147"/>
                    <a:gd name="connsiteX1" fmla="*/ 595706 w 595706"/>
                    <a:gd name="connsiteY1" fmla="*/ 0 h 135147"/>
                    <a:gd name="connsiteX2" fmla="*/ 595706 w 595706"/>
                    <a:gd name="connsiteY2" fmla="*/ 92965 h 135147"/>
                    <a:gd name="connsiteX3" fmla="*/ 1361 w 595706"/>
                    <a:gd name="connsiteY3" fmla="*/ 135147 h 135147"/>
                    <a:gd name="connsiteX4" fmla="*/ 0 w 595706"/>
                    <a:gd name="connsiteY4" fmla="*/ 0 h 135147"/>
                    <a:gd name="connsiteX0" fmla="*/ 0 w 595706"/>
                    <a:gd name="connsiteY0" fmla="*/ 0 h 135147"/>
                    <a:gd name="connsiteX1" fmla="*/ 595706 w 595706"/>
                    <a:gd name="connsiteY1" fmla="*/ 0 h 135147"/>
                    <a:gd name="connsiteX2" fmla="*/ 595706 w 595706"/>
                    <a:gd name="connsiteY2" fmla="*/ 92965 h 135147"/>
                    <a:gd name="connsiteX3" fmla="*/ 1361 w 595706"/>
                    <a:gd name="connsiteY3" fmla="*/ 135147 h 135147"/>
                    <a:gd name="connsiteX4" fmla="*/ 0 w 595706"/>
                    <a:gd name="connsiteY4" fmla="*/ 0 h 135147"/>
                    <a:gd name="connsiteX0" fmla="*/ 0 w 595706"/>
                    <a:gd name="connsiteY0" fmla="*/ 0 h 135147"/>
                    <a:gd name="connsiteX1" fmla="*/ 595706 w 595706"/>
                    <a:gd name="connsiteY1" fmla="*/ 0 h 135147"/>
                    <a:gd name="connsiteX2" fmla="*/ 595706 w 595706"/>
                    <a:gd name="connsiteY2" fmla="*/ 92965 h 135147"/>
                    <a:gd name="connsiteX3" fmla="*/ 1361 w 595706"/>
                    <a:gd name="connsiteY3" fmla="*/ 135147 h 135147"/>
                    <a:gd name="connsiteX4" fmla="*/ 0 w 595706"/>
                    <a:gd name="connsiteY4" fmla="*/ 0 h 135147"/>
                    <a:gd name="connsiteX0" fmla="*/ 1422 w 594406"/>
                    <a:gd name="connsiteY0" fmla="*/ 21376 h 135147"/>
                    <a:gd name="connsiteX1" fmla="*/ 594406 w 594406"/>
                    <a:gd name="connsiteY1" fmla="*/ 0 h 135147"/>
                    <a:gd name="connsiteX2" fmla="*/ 594406 w 594406"/>
                    <a:gd name="connsiteY2" fmla="*/ 92965 h 135147"/>
                    <a:gd name="connsiteX3" fmla="*/ 61 w 594406"/>
                    <a:gd name="connsiteY3" fmla="*/ 135147 h 135147"/>
                    <a:gd name="connsiteX4" fmla="*/ 1422 w 594406"/>
                    <a:gd name="connsiteY4" fmla="*/ 21376 h 135147"/>
                    <a:gd name="connsiteX0" fmla="*/ 1422 w 594406"/>
                    <a:gd name="connsiteY0" fmla="*/ 15599 h 135147"/>
                    <a:gd name="connsiteX1" fmla="*/ 594406 w 594406"/>
                    <a:gd name="connsiteY1" fmla="*/ 0 h 135147"/>
                    <a:gd name="connsiteX2" fmla="*/ 594406 w 594406"/>
                    <a:gd name="connsiteY2" fmla="*/ 92965 h 135147"/>
                    <a:gd name="connsiteX3" fmla="*/ 61 w 594406"/>
                    <a:gd name="connsiteY3" fmla="*/ 135147 h 135147"/>
                    <a:gd name="connsiteX4" fmla="*/ 1422 w 594406"/>
                    <a:gd name="connsiteY4" fmla="*/ 15599 h 135147"/>
                    <a:gd name="connsiteX0" fmla="*/ 131 w 594476"/>
                    <a:gd name="connsiteY0" fmla="*/ 4622 h 135147"/>
                    <a:gd name="connsiteX1" fmla="*/ 594476 w 594476"/>
                    <a:gd name="connsiteY1" fmla="*/ 0 h 135147"/>
                    <a:gd name="connsiteX2" fmla="*/ 594476 w 594476"/>
                    <a:gd name="connsiteY2" fmla="*/ 92965 h 135147"/>
                    <a:gd name="connsiteX3" fmla="*/ 131 w 594476"/>
                    <a:gd name="connsiteY3" fmla="*/ 135147 h 135147"/>
                    <a:gd name="connsiteX4" fmla="*/ 131 w 594476"/>
                    <a:gd name="connsiteY4" fmla="*/ 4622 h 135147"/>
                    <a:gd name="connsiteX0" fmla="*/ 0 w 595706"/>
                    <a:gd name="connsiteY0" fmla="*/ 17910 h 135147"/>
                    <a:gd name="connsiteX1" fmla="*/ 595706 w 595706"/>
                    <a:gd name="connsiteY1" fmla="*/ 0 h 135147"/>
                    <a:gd name="connsiteX2" fmla="*/ 595706 w 595706"/>
                    <a:gd name="connsiteY2" fmla="*/ 92965 h 135147"/>
                    <a:gd name="connsiteX3" fmla="*/ 1361 w 595706"/>
                    <a:gd name="connsiteY3" fmla="*/ 135147 h 135147"/>
                    <a:gd name="connsiteX4" fmla="*/ 0 w 595706"/>
                    <a:gd name="connsiteY4" fmla="*/ 17910 h 135147"/>
                    <a:gd name="connsiteX0" fmla="*/ 0 w 595706"/>
                    <a:gd name="connsiteY0" fmla="*/ 17910 h 135147"/>
                    <a:gd name="connsiteX1" fmla="*/ 595706 w 595706"/>
                    <a:gd name="connsiteY1" fmla="*/ 0 h 135147"/>
                    <a:gd name="connsiteX2" fmla="*/ 595706 w 595706"/>
                    <a:gd name="connsiteY2" fmla="*/ 92965 h 135147"/>
                    <a:gd name="connsiteX3" fmla="*/ 1361 w 595706"/>
                    <a:gd name="connsiteY3" fmla="*/ 135147 h 135147"/>
                    <a:gd name="connsiteX4" fmla="*/ 0 w 595706"/>
                    <a:gd name="connsiteY4" fmla="*/ 17910 h 135147"/>
                    <a:gd name="connsiteX0" fmla="*/ 0 w 595706"/>
                    <a:gd name="connsiteY0" fmla="*/ 17910 h 135147"/>
                    <a:gd name="connsiteX1" fmla="*/ 595706 w 595706"/>
                    <a:gd name="connsiteY1" fmla="*/ 0 h 135147"/>
                    <a:gd name="connsiteX2" fmla="*/ 595706 w 595706"/>
                    <a:gd name="connsiteY2" fmla="*/ 92965 h 135147"/>
                    <a:gd name="connsiteX3" fmla="*/ 1361 w 595706"/>
                    <a:gd name="connsiteY3" fmla="*/ 135147 h 135147"/>
                    <a:gd name="connsiteX4" fmla="*/ 0 w 595706"/>
                    <a:gd name="connsiteY4" fmla="*/ 17910 h 135147"/>
                    <a:gd name="connsiteX0" fmla="*/ 0 w 595706"/>
                    <a:gd name="connsiteY0" fmla="*/ 17910 h 135147"/>
                    <a:gd name="connsiteX1" fmla="*/ 595706 w 595706"/>
                    <a:gd name="connsiteY1" fmla="*/ 0 h 135147"/>
                    <a:gd name="connsiteX2" fmla="*/ 595706 w 595706"/>
                    <a:gd name="connsiteY2" fmla="*/ 92965 h 135147"/>
                    <a:gd name="connsiteX3" fmla="*/ 1361 w 595706"/>
                    <a:gd name="connsiteY3" fmla="*/ 135147 h 135147"/>
                    <a:gd name="connsiteX4" fmla="*/ 0 w 595706"/>
                    <a:gd name="connsiteY4" fmla="*/ 17910 h 135147"/>
                    <a:gd name="connsiteX0" fmla="*/ 0 w 595706"/>
                    <a:gd name="connsiteY0" fmla="*/ 22423 h 139660"/>
                    <a:gd name="connsiteX1" fmla="*/ 595706 w 595706"/>
                    <a:gd name="connsiteY1" fmla="*/ 4513 h 139660"/>
                    <a:gd name="connsiteX2" fmla="*/ 595706 w 595706"/>
                    <a:gd name="connsiteY2" fmla="*/ 97478 h 139660"/>
                    <a:gd name="connsiteX3" fmla="*/ 1361 w 595706"/>
                    <a:gd name="connsiteY3" fmla="*/ 139660 h 139660"/>
                    <a:gd name="connsiteX4" fmla="*/ 0 w 595706"/>
                    <a:gd name="connsiteY4" fmla="*/ 22423 h 139660"/>
                    <a:gd name="connsiteX0" fmla="*/ 0 w 595706"/>
                    <a:gd name="connsiteY0" fmla="*/ 26413 h 143650"/>
                    <a:gd name="connsiteX1" fmla="*/ 595706 w 595706"/>
                    <a:gd name="connsiteY1" fmla="*/ 8503 h 143650"/>
                    <a:gd name="connsiteX2" fmla="*/ 595706 w 595706"/>
                    <a:gd name="connsiteY2" fmla="*/ 101468 h 143650"/>
                    <a:gd name="connsiteX3" fmla="*/ 1361 w 595706"/>
                    <a:gd name="connsiteY3" fmla="*/ 143650 h 143650"/>
                    <a:gd name="connsiteX4" fmla="*/ 0 w 595706"/>
                    <a:gd name="connsiteY4" fmla="*/ 26413 h 143650"/>
                    <a:gd name="connsiteX0" fmla="*/ 0 w 595706"/>
                    <a:gd name="connsiteY0" fmla="*/ 21286 h 138523"/>
                    <a:gd name="connsiteX1" fmla="*/ 595706 w 595706"/>
                    <a:gd name="connsiteY1" fmla="*/ 3376 h 138523"/>
                    <a:gd name="connsiteX2" fmla="*/ 595706 w 595706"/>
                    <a:gd name="connsiteY2" fmla="*/ 96341 h 138523"/>
                    <a:gd name="connsiteX3" fmla="*/ 1361 w 595706"/>
                    <a:gd name="connsiteY3" fmla="*/ 138523 h 138523"/>
                    <a:gd name="connsiteX4" fmla="*/ 0 w 595706"/>
                    <a:gd name="connsiteY4" fmla="*/ 21286 h 138523"/>
                    <a:gd name="connsiteX0" fmla="*/ 0 w 595706"/>
                    <a:gd name="connsiteY0" fmla="*/ 22534 h 139771"/>
                    <a:gd name="connsiteX1" fmla="*/ 595706 w 595706"/>
                    <a:gd name="connsiteY1" fmla="*/ 4624 h 139771"/>
                    <a:gd name="connsiteX2" fmla="*/ 595706 w 595706"/>
                    <a:gd name="connsiteY2" fmla="*/ 97589 h 139771"/>
                    <a:gd name="connsiteX3" fmla="*/ 1361 w 595706"/>
                    <a:gd name="connsiteY3" fmla="*/ 139771 h 139771"/>
                    <a:gd name="connsiteX4" fmla="*/ 0 w 595706"/>
                    <a:gd name="connsiteY4" fmla="*/ 22534 h 139771"/>
                    <a:gd name="connsiteX0" fmla="*/ 0 w 595706"/>
                    <a:gd name="connsiteY0" fmla="*/ 23494 h 140731"/>
                    <a:gd name="connsiteX1" fmla="*/ 595706 w 595706"/>
                    <a:gd name="connsiteY1" fmla="*/ 2118 h 140731"/>
                    <a:gd name="connsiteX2" fmla="*/ 595706 w 595706"/>
                    <a:gd name="connsiteY2" fmla="*/ 98549 h 140731"/>
                    <a:gd name="connsiteX3" fmla="*/ 1361 w 595706"/>
                    <a:gd name="connsiteY3" fmla="*/ 140731 h 140731"/>
                    <a:gd name="connsiteX4" fmla="*/ 0 w 595706"/>
                    <a:gd name="connsiteY4" fmla="*/ 23494 h 140731"/>
                    <a:gd name="connsiteX0" fmla="*/ 0 w 595706"/>
                    <a:gd name="connsiteY0" fmla="*/ 23494 h 140731"/>
                    <a:gd name="connsiteX1" fmla="*/ 595706 w 595706"/>
                    <a:gd name="connsiteY1" fmla="*/ 2118 h 140731"/>
                    <a:gd name="connsiteX2" fmla="*/ 595706 w 595706"/>
                    <a:gd name="connsiteY2" fmla="*/ 98549 h 140731"/>
                    <a:gd name="connsiteX3" fmla="*/ 1361 w 595706"/>
                    <a:gd name="connsiteY3" fmla="*/ 140731 h 140731"/>
                    <a:gd name="connsiteX4" fmla="*/ 0 w 595706"/>
                    <a:gd name="connsiteY4" fmla="*/ 23494 h 140731"/>
                    <a:gd name="connsiteX0" fmla="*/ 0 w 595706"/>
                    <a:gd name="connsiteY0" fmla="*/ 25030 h 142267"/>
                    <a:gd name="connsiteX1" fmla="*/ 595706 w 595706"/>
                    <a:gd name="connsiteY1" fmla="*/ 3654 h 142267"/>
                    <a:gd name="connsiteX2" fmla="*/ 595706 w 595706"/>
                    <a:gd name="connsiteY2" fmla="*/ 100085 h 142267"/>
                    <a:gd name="connsiteX3" fmla="*/ 1361 w 595706"/>
                    <a:gd name="connsiteY3" fmla="*/ 142267 h 142267"/>
                    <a:gd name="connsiteX4" fmla="*/ 0 w 595706"/>
                    <a:gd name="connsiteY4" fmla="*/ 25030 h 142267"/>
                    <a:gd name="connsiteX0" fmla="*/ 0 w 595706"/>
                    <a:gd name="connsiteY0" fmla="*/ 22091 h 139328"/>
                    <a:gd name="connsiteX1" fmla="*/ 595706 w 595706"/>
                    <a:gd name="connsiteY1" fmla="*/ 715 h 139328"/>
                    <a:gd name="connsiteX2" fmla="*/ 595706 w 595706"/>
                    <a:gd name="connsiteY2" fmla="*/ 97146 h 139328"/>
                    <a:gd name="connsiteX3" fmla="*/ 1361 w 595706"/>
                    <a:gd name="connsiteY3" fmla="*/ 139328 h 139328"/>
                    <a:gd name="connsiteX4" fmla="*/ 0 w 595706"/>
                    <a:gd name="connsiteY4" fmla="*/ 22091 h 139328"/>
                    <a:gd name="connsiteX0" fmla="*/ 0 w 595706"/>
                    <a:gd name="connsiteY0" fmla="*/ 23573 h 140810"/>
                    <a:gd name="connsiteX1" fmla="*/ 595706 w 595706"/>
                    <a:gd name="connsiteY1" fmla="*/ 2197 h 140810"/>
                    <a:gd name="connsiteX2" fmla="*/ 595706 w 595706"/>
                    <a:gd name="connsiteY2" fmla="*/ 98628 h 140810"/>
                    <a:gd name="connsiteX3" fmla="*/ 1361 w 595706"/>
                    <a:gd name="connsiteY3" fmla="*/ 140810 h 140810"/>
                    <a:gd name="connsiteX4" fmla="*/ 0 w 595706"/>
                    <a:gd name="connsiteY4" fmla="*/ 23573 h 140810"/>
                    <a:gd name="connsiteX0" fmla="*/ 0 w 595706"/>
                    <a:gd name="connsiteY0" fmla="*/ 21908 h 139145"/>
                    <a:gd name="connsiteX1" fmla="*/ 595706 w 595706"/>
                    <a:gd name="connsiteY1" fmla="*/ 532 h 139145"/>
                    <a:gd name="connsiteX2" fmla="*/ 595706 w 595706"/>
                    <a:gd name="connsiteY2" fmla="*/ 96963 h 139145"/>
                    <a:gd name="connsiteX3" fmla="*/ 1361 w 595706"/>
                    <a:gd name="connsiteY3" fmla="*/ 139145 h 139145"/>
                    <a:gd name="connsiteX4" fmla="*/ 0 w 595706"/>
                    <a:gd name="connsiteY4" fmla="*/ 21908 h 139145"/>
                    <a:gd name="connsiteX0" fmla="*/ 0 w 595706"/>
                    <a:gd name="connsiteY0" fmla="*/ 23863 h 141100"/>
                    <a:gd name="connsiteX1" fmla="*/ 595706 w 595706"/>
                    <a:gd name="connsiteY1" fmla="*/ 2487 h 141100"/>
                    <a:gd name="connsiteX2" fmla="*/ 595706 w 595706"/>
                    <a:gd name="connsiteY2" fmla="*/ 98918 h 141100"/>
                    <a:gd name="connsiteX3" fmla="*/ 1361 w 595706"/>
                    <a:gd name="connsiteY3" fmla="*/ 141100 h 141100"/>
                    <a:gd name="connsiteX4" fmla="*/ 0 w 595706"/>
                    <a:gd name="connsiteY4" fmla="*/ 23863 h 141100"/>
                    <a:gd name="connsiteX0" fmla="*/ 0 w 595706"/>
                    <a:gd name="connsiteY0" fmla="*/ 24472 h 141709"/>
                    <a:gd name="connsiteX1" fmla="*/ 595706 w 595706"/>
                    <a:gd name="connsiteY1" fmla="*/ 3096 h 141709"/>
                    <a:gd name="connsiteX2" fmla="*/ 595706 w 595706"/>
                    <a:gd name="connsiteY2" fmla="*/ 99527 h 141709"/>
                    <a:gd name="connsiteX3" fmla="*/ 1361 w 595706"/>
                    <a:gd name="connsiteY3" fmla="*/ 141709 h 141709"/>
                    <a:gd name="connsiteX4" fmla="*/ 0 w 595706"/>
                    <a:gd name="connsiteY4" fmla="*/ 24472 h 141709"/>
                    <a:gd name="connsiteX0" fmla="*/ 0 w 595706"/>
                    <a:gd name="connsiteY0" fmla="*/ 24267 h 141504"/>
                    <a:gd name="connsiteX1" fmla="*/ 595706 w 595706"/>
                    <a:gd name="connsiteY1" fmla="*/ 2891 h 141504"/>
                    <a:gd name="connsiteX2" fmla="*/ 595706 w 595706"/>
                    <a:gd name="connsiteY2" fmla="*/ 99322 h 141504"/>
                    <a:gd name="connsiteX3" fmla="*/ 1361 w 595706"/>
                    <a:gd name="connsiteY3" fmla="*/ 141504 h 141504"/>
                    <a:gd name="connsiteX4" fmla="*/ 0 w 595706"/>
                    <a:gd name="connsiteY4" fmla="*/ 24267 h 141504"/>
                    <a:gd name="connsiteX0" fmla="*/ 0 w 595706"/>
                    <a:gd name="connsiteY0" fmla="*/ 24472 h 141709"/>
                    <a:gd name="connsiteX1" fmla="*/ 595706 w 595706"/>
                    <a:gd name="connsiteY1" fmla="*/ 3096 h 141709"/>
                    <a:gd name="connsiteX2" fmla="*/ 595706 w 595706"/>
                    <a:gd name="connsiteY2" fmla="*/ 99527 h 141709"/>
                    <a:gd name="connsiteX3" fmla="*/ 1361 w 595706"/>
                    <a:gd name="connsiteY3" fmla="*/ 141709 h 141709"/>
                    <a:gd name="connsiteX4" fmla="*/ 0 w 595706"/>
                    <a:gd name="connsiteY4" fmla="*/ 24472 h 141709"/>
                    <a:gd name="connsiteX0" fmla="*/ 0 w 595706"/>
                    <a:gd name="connsiteY0" fmla="*/ 24472 h 141709"/>
                    <a:gd name="connsiteX1" fmla="*/ 594353 w 595706"/>
                    <a:gd name="connsiteY1" fmla="*/ 3096 h 141709"/>
                    <a:gd name="connsiteX2" fmla="*/ 595706 w 595706"/>
                    <a:gd name="connsiteY2" fmla="*/ 99527 h 141709"/>
                    <a:gd name="connsiteX3" fmla="*/ 1361 w 595706"/>
                    <a:gd name="connsiteY3" fmla="*/ 141709 h 141709"/>
                    <a:gd name="connsiteX4" fmla="*/ 0 w 595706"/>
                    <a:gd name="connsiteY4" fmla="*/ 24472 h 141709"/>
                    <a:gd name="connsiteX0" fmla="*/ 124 w 595830"/>
                    <a:gd name="connsiteY0" fmla="*/ 24472 h 141709"/>
                    <a:gd name="connsiteX1" fmla="*/ 594477 w 595830"/>
                    <a:gd name="connsiteY1" fmla="*/ 3096 h 141709"/>
                    <a:gd name="connsiteX2" fmla="*/ 595830 w 595830"/>
                    <a:gd name="connsiteY2" fmla="*/ 99527 h 141709"/>
                    <a:gd name="connsiteX3" fmla="*/ 131 w 595830"/>
                    <a:gd name="connsiteY3" fmla="*/ 141709 h 141709"/>
                    <a:gd name="connsiteX4" fmla="*/ 124 w 595830"/>
                    <a:gd name="connsiteY4" fmla="*/ 24472 h 141709"/>
                    <a:gd name="connsiteX0" fmla="*/ 124 w 597179"/>
                    <a:gd name="connsiteY0" fmla="*/ 25207 h 142444"/>
                    <a:gd name="connsiteX1" fmla="*/ 597179 w 597179"/>
                    <a:gd name="connsiteY1" fmla="*/ 481 h 142444"/>
                    <a:gd name="connsiteX2" fmla="*/ 595830 w 597179"/>
                    <a:gd name="connsiteY2" fmla="*/ 100262 h 142444"/>
                    <a:gd name="connsiteX3" fmla="*/ 131 w 597179"/>
                    <a:gd name="connsiteY3" fmla="*/ 142444 h 142444"/>
                    <a:gd name="connsiteX4" fmla="*/ 124 w 597179"/>
                    <a:gd name="connsiteY4" fmla="*/ 25207 h 142444"/>
                    <a:gd name="connsiteX0" fmla="*/ 124 w 595889"/>
                    <a:gd name="connsiteY0" fmla="*/ 25842 h 143079"/>
                    <a:gd name="connsiteX1" fmla="*/ 594477 w 595889"/>
                    <a:gd name="connsiteY1" fmla="*/ 0 h 143079"/>
                    <a:gd name="connsiteX2" fmla="*/ 595830 w 595889"/>
                    <a:gd name="connsiteY2" fmla="*/ 100897 h 143079"/>
                    <a:gd name="connsiteX3" fmla="*/ 131 w 595889"/>
                    <a:gd name="connsiteY3" fmla="*/ 143079 h 143079"/>
                    <a:gd name="connsiteX4" fmla="*/ 124 w 595889"/>
                    <a:gd name="connsiteY4" fmla="*/ 25842 h 143079"/>
                    <a:gd name="connsiteX0" fmla="*/ 124 w 595889"/>
                    <a:gd name="connsiteY0" fmla="*/ 24713 h 141950"/>
                    <a:gd name="connsiteX1" fmla="*/ 594477 w 595889"/>
                    <a:gd name="connsiteY1" fmla="*/ 2221 h 141950"/>
                    <a:gd name="connsiteX2" fmla="*/ 595830 w 595889"/>
                    <a:gd name="connsiteY2" fmla="*/ 99768 h 141950"/>
                    <a:gd name="connsiteX3" fmla="*/ 131 w 595889"/>
                    <a:gd name="connsiteY3" fmla="*/ 141950 h 141950"/>
                    <a:gd name="connsiteX4" fmla="*/ 124 w 595889"/>
                    <a:gd name="connsiteY4" fmla="*/ 24713 h 141950"/>
                    <a:gd name="connsiteX0" fmla="*/ 124 w 595959"/>
                    <a:gd name="connsiteY0" fmla="*/ 24713 h 141950"/>
                    <a:gd name="connsiteX1" fmla="*/ 595828 w 595959"/>
                    <a:gd name="connsiteY1" fmla="*/ 2221 h 141950"/>
                    <a:gd name="connsiteX2" fmla="*/ 595830 w 595959"/>
                    <a:gd name="connsiteY2" fmla="*/ 99768 h 141950"/>
                    <a:gd name="connsiteX3" fmla="*/ 131 w 595959"/>
                    <a:gd name="connsiteY3" fmla="*/ 141950 h 141950"/>
                    <a:gd name="connsiteX4" fmla="*/ 124 w 595959"/>
                    <a:gd name="connsiteY4" fmla="*/ 24713 h 141950"/>
                    <a:gd name="connsiteX0" fmla="*/ 124 w 595959"/>
                    <a:gd name="connsiteY0" fmla="*/ 24925 h 142162"/>
                    <a:gd name="connsiteX1" fmla="*/ 595828 w 595959"/>
                    <a:gd name="connsiteY1" fmla="*/ 2433 h 142162"/>
                    <a:gd name="connsiteX2" fmla="*/ 595830 w 595959"/>
                    <a:gd name="connsiteY2" fmla="*/ 99980 h 142162"/>
                    <a:gd name="connsiteX3" fmla="*/ 131 w 595959"/>
                    <a:gd name="connsiteY3" fmla="*/ 142162 h 142162"/>
                    <a:gd name="connsiteX4" fmla="*/ 124 w 595959"/>
                    <a:gd name="connsiteY4" fmla="*/ 24925 h 142162"/>
                    <a:gd name="connsiteX0" fmla="*/ 124 w 595959"/>
                    <a:gd name="connsiteY0" fmla="*/ 22492 h 139729"/>
                    <a:gd name="connsiteX1" fmla="*/ 595828 w 595959"/>
                    <a:gd name="connsiteY1" fmla="*/ 0 h 139729"/>
                    <a:gd name="connsiteX2" fmla="*/ 595830 w 595959"/>
                    <a:gd name="connsiteY2" fmla="*/ 97547 h 139729"/>
                    <a:gd name="connsiteX3" fmla="*/ 131 w 595959"/>
                    <a:gd name="connsiteY3" fmla="*/ 139729 h 139729"/>
                    <a:gd name="connsiteX4" fmla="*/ 124 w 595959"/>
                    <a:gd name="connsiteY4" fmla="*/ 22492 h 139729"/>
                    <a:gd name="connsiteX0" fmla="*/ 124 w 595959"/>
                    <a:gd name="connsiteY0" fmla="*/ 25585 h 142822"/>
                    <a:gd name="connsiteX1" fmla="*/ 595828 w 595959"/>
                    <a:gd name="connsiteY1" fmla="*/ 3093 h 142822"/>
                    <a:gd name="connsiteX2" fmla="*/ 595830 w 595959"/>
                    <a:gd name="connsiteY2" fmla="*/ 100640 h 142822"/>
                    <a:gd name="connsiteX3" fmla="*/ 131 w 595959"/>
                    <a:gd name="connsiteY3" fmla="*/ 142822 h 142822"/>
                    <a:gd name="connsiteX4" fmla="*/ 124 w 595959"/>
                    <a:gd name="connsiteY4" fmla="*/ 25585 h 142822"/>
                    <a:gd name="connsiteX0" fmla="*/ 124 w 595959"/>
                    <a:gd name="connsiteY0" fmla="*/ 25585 h 142822"/>
                    <a:gd name="connsiteX1" fmla="*/ 595828 w 595959"/>
                    <a:gd name="connsiteY1" fmla="*/ 3093 h 142822"/>
                    <a:gd name="connsiteX2" fmla="*/ 595830 w 595959"/>
                    <a:gd name="connsiteY2" fmla="*/ 100640 h 142822"/>
                    <a:gd name="connsiteX3" fmla="*/ 131 w 595959"/>
                    <a:gd name="connsiteY3" fmla="*/ 142822 h 142822"/>
                    <a:gd name="connsiteX4" fmla="*/ 124 w 595959"/>
                    <a:gd name="connsiteY4" fmla="*/ 25585 h 142822"/>
                    <a:gd name="connsiteX0" fmla="*/ 124 w 595959"/>
                    <a:gd name="connsiteY0" fmla="*/ 26512 h 143749"/>
                    <a:gd name="connsiteX1" fmla="*/ 595828 w 595959"/>
                    <a:gd name="connsiteY1" fmla="*/ 4020 h 143749"/>
                    <a:gd name="connsiteX2" fmla="*/ 595830 w 595959"/>
                    <a:gd name="connsiteY2" fmla="*/ 101567 h 143749"/>
                    <a:gd name="connsiteX3" fmla="*/ 131 w 595959"/>
                    <a:gd name="connsiteY3" fmla="*/ 143749 h 143749"/>
                    <a:gd name="connsiteX4" fmla="*/ 124 w 595959"/>
                    <a:gd name="connsiteY4" fmla="*/ 26512 h 143749"/>
                    <a:gd name="connsiteX0" fmla="*/ 124 w 595959"/>
                    <a:gd name="connsiteY0" fmla="*/ 26512 h 143749"/>
                    <a:gd name="connsiteX1" fmla="*/ 595828 w 595959"/>
                    <a:gd name="connsiteY1" fmla="*/ 4020 h 143749"/>
                    <a:gd name="connsiteX2" fmla="*/ 595830 w 595959"/>
                    <a:gd name="connsiteY2" fmla="*/ 101567 h 143749"/>
                    <a:gd name="connsiteX3" fmla="*/ 131 w 595959"/>
                    <a:gd name="connsiteY3" fmla="*/ 143749 h 143749"/>
                    <a:gd name="connsiteX4" fmla="*/ 124 w 595959"/>
                    <a:gd name="connsiteY4" fmla="*/ 26512 h 143749"/>
                    <a:gd name="connsiteX0" fmla="*/ 124 w 595959"/>
                    <a:gd name="connsiteY0" fmla="*/ 28496 h 145733"/>
                    <a:gd name="connsiteX1" fmla="*/ 595828 w 595959"/>
                    <a:gd name="connsiteY1" fmla="*/ 6004 h 145733"/>
                    <a:gd name="connsiteX2" fmla="*/ 595830 w 595959"/>
                    <a:gd name="connsiteY2" fmla="*/ 103551 h 145733"/>
                    <a:gd name="connsiteX3" fmla="*/ 131 w 595959"/>
                    <a:gd name="connsiteY3" fmla="*/ 145733 h 145733"/>
                    <a:gd name="connsiteX4" fmla="*/ 124 w 595959"/>
                    <a:gd name="connsiteY4" fmla="*/ 28496 h 145733"/>
                    <a:gd name="connsiteX0" fmla="*/ 124 w 595959"/>
                    <a:gd name="connsiteY0" fmla="*/ 40766 h 158003"/>
                    <a:gd name="connsiteX1" fmla="*/ 595828 w 595959"/>
                    <a:gd name="connsiteY1" fmla="*/ 0 h 158003"/>
                    <a:gd name="connsiteX2" fmla="*/ 595830 w 595959"/>
                    <a:gd name="connsiteY2" fmla="*/ 115821 h 158003"/>
                    <a:gd name="connsiteX3" fmla="*/ 131 w 595959"/>
                    <a:gd name="connsiteY3" fmla="*/ 158003 h 158003"/>
                    <a:gd name="connsiteX4" fmla="*/ 124 w 595959"/>
                    <a:gd name="connsiteY4" fmla="*/ 40766 h 158003"/>
                    <a:gd name="connsiteX0" fmla="*/ 124 w 595959"/>
                    <a:gd name="connsiteY0" fmla="*/ 40766 h 158003"/>
                    <a:gd name="connsiteX1" fmla="*/ 595828 w 595959"/>
                    <a:gd name="connsiteY1" fmla="*/ 0 h 158003"/>
                    <a:gd name="connsiteX2" fmla="*/ 595830 w 595959"/>
                    <a:gd name="connsiteY2" fmla="*/ 115821 h 158003"/>
                    <a:gd name="connsiteX3" fmla="*/ 131 w 595959"/>
                    <a:gd name="connsiteY3" fmla="*/ 158003 h 158003"/>
                    <a:gd name="connsiteX4" fmla="*/ 124 w 595959"/>
                    <a:gd name="connsiteY4" fmla="*/ 40766 h 158003"/>
                    <a:gd name="connsiteX0" fmla="*/ 124 w 595959"/>
                    <a:gd name="connsiteY0" fmla="*/ 40766 h 158003"/>
                    <a:gd name="connsiteX1" fmla="*/ 595828 w 595959"/>
                    <a:gd name="connsiteY1" fmla="*/ 0 h 158003"/>
                    <a:gd name="connsiteX2" fmla="*/ 595830 w 595959"/>
                    <a:gd name="connsiteY2" fmla="*/ 115821 h 158003"/>
                    <a:gd name="connsiteX3" fmla="*/ 131 w 595959"/>
                    <a:gd name="connsiteY3" fmla="*/ 158003 h 158003"/>
                    <a:gd name="connsiteX4" fmla="*/ 124 w 595959"/>
                    <a:gd name="connsiteY4" fmla="*/ 40766 h 158003"/>
                    <a:gd name="connsiteX0" fmla="*/ 124 w 595959"/>
                    <a:gd name="connsiteY0" fmla="*/ 40766 h 158003"/>
                    <a:gd name="connsiteX1" fmla="*/ 595828 w 595959"/>
                    <a:gd name="connsiteY1" fmla="*/ 0 h 158003"/>
                    <a:gd name="connsiteX2" fmla="*/ 595830 w 595959"/>
                    <a:gd name="connsiteY2" fmla="*/ 115821 h 158003"/>
                    <a:gd name="connsiteX3" fmla="*/ 131 w 595959"/>
                    <a:gd name="connsiteY3" fmla="*/ 158003 h 158003"/>
                    <a:gd name="connsiteX4" fmla="*/ 124 w 595959"/>
                    <a:gd name="connsiteY4" fmla="*/ 40766 h 158003"/>
                    <a:gd name="connsiteX0" fmla="*/ 124 w 595959"/>
                    <a:gd name="connsiteY0" fmla="*/ 40766 h 158003"/>
                    <a:gd name="connsiteX1" fmla="*/ 595828 w 595959"/>
                    <a:gd name="connsiteY1" fmla="*/ 0 h 158003"/>
                    <a:gd name="connsiteX2" fmla="*/ 595830 w 595959"/>
                    <a:gd name="connsiteY2" fmla="*/ 115821 h 158003"/>
                    <a:gd name="connsiteX3" fmla="*/ 131 w 595959"/>
                    <a:gd name="connsiteY3" fmla="*/ 158003 h 158003"/>
                    <a:gd name="connsiteX4" fmla="*/ 124 w 595959"/>
                    <a:gd name="connsiteY4" fmla="*/ 40766 h 158003"/>
                    <a:gd name="connsiteX0" fmla="*/ 124 w 595959"/>
                    <a:gd name="connsiteY0" fmla="*/ 40766 h 158003"/>
                    <a:gd name="connsiteX1" fmla="*/ 595828 w 595959"/>
                    <a:gd name="connsiteY1" fmla="*/ 0 h 158003"/>
                    <a:gd name="connsiteX2" fmla="*/ 595830 w 595959"/>
                    <a:gd name="connsiteY2" fmla="*/ 115821 h 158003"/>
                    <a:gd name="connsiteX3" fmla="*/ 131 w 595959"/>
                    <a:gd name="connsiteY3" fmla="*/ 158003 h 158003"/>
                    <a:gd name="connsiteX4" fmla="*/ 124 w 595959"/>
                    <a:gd name="connsiteY4" fmla="*/ 40766 h 158003"/>
                    <a:gd name="connsiteX0" fmla="*/ 124 w 595959"/>
                    <a:gd name="connsiteY0" fmla="*/ 40766 h 158003"/>
                    <a:gd name="connsiteX1" fmla="*/ 595828 w 595959"/>
                    <a:gd name="connsiteY1" fmla="*/ 0 h 158003"/>
                    <a:gd name="connsiteX2" fmla="*/ 595830 w 595959"/>
                    <a:gd name="connsiteY2" fmla="*/ 115821 h 158003"/>
                    <a:gd name="connsiteX3" fmla="*/ 131 w 595959"/>
                    <a:gd name="connsiteY3" fmla="*/ 158003 h 158003"/>
                    <a:gd name="connsiteX4" fmla="*/ 124 w 595959"/>
                    <a:gd name="connsiteY4" fmla="*/ 40766 h 158003"/>
                    <a:gd name="connsiteX0" fmla="*/ 124 w 595959"/>
                    <a:gd name="connsiteY0" fmla="*/ 40766 h 158003"/>
                    <a:gd name="connsiteX1" fmla="*/ 595828 w 595959"/>
                    <a:gd name="connsiteY1" fmla="*/ 0 h 158003"/>
                    <a:gd name="connsiteX2" fmla="*/ 595830 w 595959"/>
                    <a:gd name="connsiteY2" fmla="*/ 115821 h 158003"/>
                    <a:gd name="connsiteX3" fmla="*/ 131 w 595959"/>
                    <a:gd name="connsiteY3" fmla="*/ 158003 h 158003"/>
                    <a:gd name="connsiteX4" fmla="*/ 124 w 595959"/>
                    <a:gd name="connsiteY4" fmla="*/ 40766 h 158003"/>
                    <a:gd name="connsiteX0" fmla="*/ 124 w 595959"/>
                    <a:gd name="connsiteY0" fmla="*/ 40766 h 158003"/>
                    <a:gd name="connsiteX1" fmla="*/ 595828 w 595959"/>
                    <a:gd name="connsiteY1" fmla="*/ 0 h 158003"/>
                    <a:gd name="connsiteX2" fmla="*/ 595830 w 595959"/>
                    <a:gd name="connsiteY2" fmla="*/ 115821 h 158003"/>
                    <a:gd name="connsiteX3" fmla="*/ 131 w 595959"/>
                    <a:gd name="connsiteY3" fmla="*/ 158003 h 158003"/>
                    <a:gd name="connsiteX4" fmla="*/ 124 w 595959"/>
                    <a:gd name="connsiteY4" fmla="*/ 40766 h 158003"/>
                    <a:gd name="connsiteX0" fmla="*/ 124 w 595856"/>
                    <a:gd name="connsiteY0" fmla="*/ 41841 h 159078"/>
                    <a:gd name="connsiteX1" fmla="*/ 591261 w 595856"/>
                    <a:gd name="connsiteY1" fmla="*/ 0 h 159078"/>
                    <a:gd name="connsiteX2" fmla="*/ 595830 w 595856"/>
                    <a:gd name="connsiteY2" fmla="*/ 116896 h 159078"/>
                    <a:gd name="connsiteX3" fmla="*/ 131 w 595856"/>
                    <a:gd name="connsiteY3" fmla="*/ 159078 h 159078"/>
                    <a:gd name="connsiteX4" fmla="*/ 124 w 595856"/>
                    <a:gd name="connsiteY4" fmla="*/ 41841 h 159078"/>
                    <a:gd name="connsiteX0" fmla="*/ 124 w 595959"/>
                    <a:gd name="connsiteY0" fmla="*/ 41841 h 159078"/>
                    <a:gd name="connsiteX1" fmla="*/ 595828 w 595959"/>
                    <a:gd name="connsiteY1" fmla="*/ 0 h 159078"/>
                    <a:gd name="connsiteX2" fmla="*/ 595830 w 595959"/>
                    <a:gd name="connsiteY2" fmla="*/ 116896 h 159078"/>
                    <a:gd name="connsiteX3" fmla="*/ 131 w 595959"/>
                    <a:gd name="connsiteY3" fmla="*/ 159078 h 159078"/>
                    <a:gd name="connsiteX4" fmla="*/ 124 w 595959"/>
                    <a:gd name="connsiteY4" fmla="*/ 41841 h 159078"/>
                    <a:gd name="connsiteX0" fmla="*/ 124 w 597349"/>
                    <a:gd name="connsiteY0" fmla="*/ 42378 h 159615"/>
                    <a:gd name="connsiteX1" fmla="*/ 597349 w 597349"/>
                    <a:gd name="connsiteY1" fmla="*/ 0 h 159615"/>
                    <a:gd name="connsiteX2" fmla="*/ 595830 w 597349"/>
                    <a:gd name="connsiteY2" fmla="*/ 117433 h 159615"/>
                    <a:gd name="connsiteX3" fmla="*/ 131 w 597349"/>
                    <a:gd name="connsiteY3" fmla="*/ 159615 h 159615"/>
                    <a:gd name="connsiteX4" fmla="*/ 124 w 597349"/>
                    <a:gd name="connsiteY4" fmla="*/ 42378 h 159615"/>
                    <a:gd name="connsiteX0" fmla="*/ 124 w 600443"/>
                    <a:gd name="connsiteY0" fmla="*/ 42378 h 159615"/>
                    <a:gd name="connsiteX1" fmla="*/ 597349 w 600443"/>
                    <a:gd name="connsiteY1" fmla="*/ 0 h 159615"/>
                    <a:gd name="connsiteX2" fmla="*/ 600408 w 600443"/>
                    <a:gd name="connsiteY2" fmla="*/ 117433 h 159615"/>
                    <a:gd name="connsiteX3" fmla="*/ 131 w 600443"/>
                    <a:gd name="connsiteY3" fmla="*/ 159615 h 159615"/>
                    <a:gd name="connsiteX4" fmla="*/ 124 w 600443"/>
                    <a:gd name="connsiteY4" fmla="*/ 42378 h 159615"/>
                    <a:gd name="connsiteX0" fmla="*/ 124 w 600537"/>
                    <a:gd name="connsiteY0" fmla="*/ 42378 h 159615"/>
                    <a:gd name="connsiteX1" fmla="*/ 600401 w 600537"/>
                    <a:gd name="connsiteY1" fmla="*/ 0 h 159615"/>
                    <a:gd name="connsiteX2" fmla="*/ 600408 w 600537"/>
                    <a:gd name="connsiteY2" fmla="*/ 117433 h 159615"/>
                    <a:gd name="connsiteX3" fmla="*/ 131 w 600537"/>
                    <a:gd name="connsiteY3" fmla="*/ 159615 h 159615"/>
                    <a:gd name="connsiteX4" fmla="*/ 124 w 600537"/>
                    <a:gd name="connsiteY4" fmla="*/ 42378 h 15961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00537" h="159615">
                      <a:moveTo>
                        <a:pt x="124" y="42378"/>
                      </a:moveTo>
                      <a:cubicBezTo>
                        <a:pt x="296414" y="-50243"/>
                        <a:pt x="418111" y="75773"/>
                        <a:pt x="600401" y="0"/>
                      </a:cubicBezTo>
                      <a:cubicBezTo>
                        <a:pt x="599951" y="33260"/>
                        <a:pt x="600858" y="84173"/>
                        <a:pt x="600408" y="117433"/>
                      </a:cubicBezTo>
                      <a:cubicBezTo>
                        <a:pt x="395490" y="192726"/>
                        <a:pt x="285331" y="62551"/>
                        <a:pt x="131" y="159615"/>
                      </a:cubicBezTo>
                      <a:cubicBezTo>
                        <a:pt x="-323" y="114566"/>
                        <a:pt x="578" y="87427"/>
                        <a:pt x="124" y="42378"/>
                      </a:cubicBezTo>
                      <a:close/>
                    </a:path>
                  </a:pathLst>
                </a:custGeom>
                <a:solidFill>
                  <a:schemeClr val="accent5">
                    <a:lumMod val="40000"/>
                    <a:lumOff val="60000"/>
                  </a:schemeClr>
                </a:solidFill>
                <a:ln w="1270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grpSp>
              <p:nvGrpSpPr>
                <p:cNvPr id="820" name="组合 819">
                  <a:extLst>
                    <a:ext uri="{FF2B5EF4-FFF2-40B4-BE49-F238E27FC236}">
                      <a16:creationId xmlns:a16="http://schemas.microsoft.com/office/drawing/2014/main" id="{DDF9FDEF-9EF9-3DC4-9806-10293BFF368F}"/>
                    </a:ext>
                  </a:extLst>
                </p:cNvPr>
                <p:cNvGrpSpPr/>
                <p:nvPr/>
              </p:nvGrpSpPr>
              <p:grpSpPr>
                <a:xfrm>
                  <a:off x="5040167" y="6521415"/>
                  <a:ext cx="621640" cy="663817"/>
                  <a:chOff x="3656357" y="6507685"/>
                  <a:chExt cx="621640" cy="663817"/>
                </a:xfrm>
              </p:grpSpPr>
              <p:sp>
                <p:nvSpPr>
                  <p:cNvPr id="821" name="矩形 820">
                    <a:extLst>
                      <a:ext uri="{FF2B5EF4-FFF2-40B4-BE49-F238E27FC236}">
                        <a16:creationId xmlns:a16="http://schemas.microsoft.com/office/drawing/2014/main" id="{A6F8E977-1CF5-70B0-D9D2-18259F60EC40}"/>
                      </a:ext>
                    </a:extLst>
                  </p:cNvPr>
                  <p:cNvSpPr/>
                  <p:nvPr/>
                </p:nvSpPr>
                <p:spPr>
                  <a:xfrm>
                    <a:off x="3656465" y="6640950"/>
                    <a:ext cx="155302" cy="132623"/>
                  </a:xfrm>
                  <a:prstGeom prst="rect">
                    <a:avLst/>
                  </a:prstGeom>
                  <a:no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22" name="矩形 821">
                    <a:extLst>
                      <a:ext uri="{FF2B5EF4-FFF2-40B4-BE49-F238E27FC236}">
                        <a16:creationId xmlns:a16="http://schemas.microsoft.com/office/drawing/2014/main" id="{17CADB2A-0A02-2C19-901E-31E1D8F73B0E}"/>
                      </a:ext>
                    </a:extLst>
                  </p:cNvPr>
                  <p:cNvSpPr/>
                  <p:nvPr/>
                </p:nvSpPr>
                <p:spPr>
                  <a:xfrm>
                    <a:off x="3811875" y="6640950"/>
                    <a:ext cx="155302" cy="132623"/>
                  </a:xfrm>
                  <a:prstGeom prst="rect">
                    <a:avLst/>
                  </a:prstGeom>
                  <a:no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23" name="矩形 822">
                    <a:extLst>
                      <a:ext uri="{FF2B5EF4-FFF2-40B4-BE49-F238E27FC236}">
                        <a16:creationId xmlns:a16="http://schemas.microsoft.com/office/drawing/2014/main" id="{0B15FF0F-3F16-5917-686C-45053DFB9732}"/>
                      </a:ext>
                    </a:extLst>
                  </p:cNvPr>
                  <p:cNvSpPr/>
                  <p:nvPr/>
                </p:nvSpPr>
                <p:spPr>
                  <a:xfrm>
                    <a:off x="3967285" y="6640950"/>
                    <a:ext cx="155302" cy="132623"/>
                  </a:xfrm>
                  <a:prstGeom prst="rect">
                    <a:avLst/>
                  </a:prstGeom>
                  <a:no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24" name="矩形 823">
                    <a:extLst>
                      <a:ext uri="{FF2B5EF4-FFF2-40B4-BE49-F238E27FC236}">
                        <a16:creationId xmlns:a16="http://schemas.microsoft.com/office/drawing/2014/main" id="{EE000950-4856-C0AA-8BF2-5DC2D17A0CC2}"/>
                      </a:ext>
                    </a:extLst>
                  </p:cNvPr>
                  <p:cNvSpPr/>
                  <p:nvPr/>
                </p:nvSpPr>
                <p:spPr>
                  <a:xfrm>
                    <a:off x="4122695" y="6640950"/>
                    <a:ext cx="155302" cy="132623"/>
                  </a:xfrm>
                  <a:prstGeom prst="rect">
                    <a:avLst/>
                  </a:prstGeom>
                  <a:no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25" name="矩形 824">
                    <a:extLst>
                      <a:ext uri="{FF2B5EF4-FFF2-40B4-BE49-F238E27FC236}">
                        <a16:creationId xmlns:a16="http://schemas.microsoft.com/office/drawing/2014/main" id="{400DEDE8-8983-0850-B031-C355E7977628}"/>
                      </a:ext>
                    </a:extLst>
                  </p:cNvPr>
                  <p:cNvSpPr/>
                  <p:nvPr/>
                </p:nvSpPr>
                <p:spPr>
                  <a:xfrm>
                    <a:off x="3656465" y="6773574"/>
                    <a:ext cx="155302" cy="132623"/>
                  </a:xfrm>
                  <a:prstGeom prst="rect">
                    <a:avLst/>
                  </a:prstGeom>
                  <a:no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26" name="矩形 825">
                    <a:extLst>
                      <a:ext uri="{FF2B5EF4-FFF2-40B4-BE49-F238E27FC236}">
                        <a16:creationId xmlns:a16="http://schemas.microsoft.com/office/drawing/2014/main" id="{E6B6EE4F-3015-A04C-47D8-2953758AAAB8}"/>
                      </a:ext>
                    </a:extLst>
                  </p:cNvPr>
                  <p:cNvSpPr/>
                  <p:nvPr/>
                </p:nvSpPr>
                <p:spPr>
                  <a:xfrm>
                    <a:off x="3811875" y="6773574"/>
                    <a:ext cx="155302" cy="132623"/>
                  </a:xfrm>
                  <a:prstGeom prst="rect">
                    <a:avLst/>
                  </a:prstGeom>
                  <a:no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27" name="矩形 826">
                    <a:extLst>
                      <a:ext uri="{FF2B5EF4-FFF2-40B4-BE49-F238E27FC236}">
                        <a16:creationId xmlns:a16="http://schemas.microsoft.com/office/drawing/2014/main" id="{F1227407-F670-9EFE-7D04-7C8DE85D997B}"/>
                      </a:ext>
                    </a:extLst>
                  </p:cNvPr>
                  <p:cNvSpPr/>
                  <p:nvPr/>
                </p:nvSpPr>
                <p:spPr>
                  <a:xfrm>
                    <a:off x="3967285" y="6773574"/>
                    <a:ext cx="155302" cy="132623"/>
                  </a:xfrm>
                  <a:prstGeom prst="rect">
                    <a:avLst/>
                  </a:prstGeom>
                  <a:no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28" name="矩形 827">
                    <a:extLst>
                      <a:ext uri="{FF2B5EF4-FFF2-40B4-BE49-F238E27FC236}">
                        <a16:creationId xmlns:a16="http://schemas.microsoft.com/office/drawing/2014/main" id="{765ED5F6-1FAD-C376-9AB1-0183C08503CB}"/>
                      </a:ext>
                    </a:extLst>
                  </p:cNvPr>
                  <p:cNvSpPr/>
                  <p:nvPr/>
                </p:nvSpPr>
                <p:spPr>
                  <a:xfrm>
                    <a:off x="4122695" y="6773574"/>
                    <a:ext cx="155302" cy="132623"/>
                  </a:xfrm>
                  <a:prstGeom prst="rect">
                    <a:avLst/>
                  </a:prstGeom>
                  <a:no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29" name="矩形 828">
                    <a:extLst>
                      <a:ext uri="{FF2B5EF4-FFF2-40B4-BE49-F238E27FC236}">
                        <a16:creationId xmlns:a16="http://schemas.microsoft.com/office/drawing/2014/main" id="{508368B3-35A6-AD2F-6190-014A911EC72D}"/>
                      </a:ext>
                    </a:extLst>
                  </p:cNvPr>
                  <p:cNvSpPr/>
                  <p:nvPr/>
                </p:nvSpPr>
                <p:spPr>
                  <a:xfrm>
                    <a:off x="3656357" y="6906255"/>
                    <a:ext cx="155302" cy="132623"/>
                  </a:xfrm>
                  <a:prstGeom prst="rect">
                    <a:avLst/>
                  </a:prstGeom>
                  <a:no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30" name="矩形 829">
                    <a:extLst>
                      <a:ext uri="{FF2B5EF4-FFF2-40B4-BE49-F238E27FC236}">
                        <a16:creationId xmlns:a16="http://schemas.microsoft.com/office/drawing/2014/main" id="{64E483E5-7704-5586-4425-BAF3A3952FAE}"/>
                      </a:ext>
                    </a:extLst>
                  </p:cNvPr>
                  <p:cNvSpPr/>
                  <p:nvPr/>
                </p:nvSpPr>
                <p:spPr>
                  <a:xfrm>
                    <a:off x="3811767" y="6906255"/>
                    <a:ext cx="155302" cy="132623"/>
                  </a:xfrm>
                  <a:prstGeom prst="rect">
                    <a:avLst/>
                  </a:prstGeom>
                  <a:no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31" name="矩形 830">
                    <a:extLst>
                      <a:ext uri="{FF2B5EF4-FFF2-40B4-BE49-F238E27FC236}">
                        <a16:creationId xmlns:a16="http://schemas.microsoft.com/office/drawing/2014/main" id="{8EA13E82-97DA-40EE-D650-CDD9E3E69918}"/>
                      </a:ext>
                    </a:extLst>
                  </p:cNvPr>
                  <p:cNvSpPr/>
                  <p:nvPr/>
                </p:nvSpPr>
                <p:spPr>
                  <a:xfrm>
                    <a:off x="3967177" y="6906255"/>
                    <a:ext cx="155302" cy="132623"/>
                  </a:xfrm>
                  <a:prstGeom prst="rect">
                    <a:avLst/>
                  </a:prstGeom>
                  <a:no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32" name="矩形 831">
                    <a:extLst>
                      <a:ext uri="{FF2B5EF4-FFF2-40B4-BE49-F238E27FC236}">
                        <a16:creationId xmlns:a16="http://schemas.microsoft.com/office/drawing/2014/main" id="{75F7057D-DF5B-ECEB-05B5-BB8BFDA7669D}"/>
                      </a:ext>
                    </a:extLst>
                  </p:cNvPr>
                  <p:cNvSpPr/>
                  <p:nvPr/>
                </p:nvSpPr>
                <p:spPr>
                  <a:xfrm>
                    <a:off x="4122587" y="6906255"/>
                    <a:ext cx="155302" cy="132623"/>
                  </a:xfrm>
                  <a:prstGeom prst="rect">
                    <a:avLst/>
                  </a:prstGeom>
                  <a:no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33" name="矩形 832">
                    <a:extLst>
                      <a:ext uri="{FF2B5EF4-FFF2-40B4-BE49-F238E27FC236}">
                        <a16:creationId xmlns:a16="http://schemas.microsoft.com/office/drawing/2014/main" id="{A4EFA3BC-162F-2296-123F-CB4740EB2C3E}"/>
                      </a:ext>
                    </a:extLst>
                  </p:cNvPr>
                  <p:cNvSpPr/>
                  <p:nvPr/>
                </p:nvSpPr>
                <p:spPr>
                  <a:xfrm>
                    <a:off x="3656357" y="7038879"/>
                    <a:ext cx="155302" cy="132623"/>
                  </a:xfrm>
                  <a:prstGeom prst="rect">
                    <a:avLst/>
                  </a:prstGeom>
                  <a:no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34" name="矩形 833">
                    <a:extLst>
                      <a:ext uri="{FF2B5EF4-FFF2-40B4-BE49-F238E27FC236}">
                        <a16:creationId xmlns:a16="http://schemas.microsoft.com/office/drawing/2014/main" id="{61F8191A-BD09-2E70-2A82-74977A5120D3}"/>
                      </a:ext>
                    </a:extLst>
                  </p:cNvPr>
                  <p:cNvSpPr/>
                  <p:nvPr/>
                </p:nvSpPr>
                <p:spPr>
                  <a:xfrm>
                    <a:off x="3811767" y="7038879"/>
                    <a:ext cx="155302" cy="132623"/>
                  </a:xfrm>
                  <a:prstGeom prst="rect">
                    <a:avLst/>
                  </a:prstGeom>
                  <a:no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35" name="矩形 834">
                    <a:extLst>
                      <a:ext uri="{FF2B5EF4-FFF2-40B4-BE49-F238E27FC236}">
                        <a16:creationId xmlns:a16="http://schemas.microsoft.com/office/drawing/2014/main" id="{E501E06A-6E25-CE46-9765-33147AE465B0}"/>
                      </a:ext>
                    </a:extLst>
                  </p:cNvPr>
                  <p:cNvSpPr/>
                  <p:nvPr/>
                </p:nvSpPr>
                <p:spPr>
                  <a:xfrm>
                    <a:off x="3967177" y="7038879"/>
                    <a:ext cx="155302" cy="132623"/>
                  </a:xfrm>
                  <a:prstGeom prst="rect">
                    <a:avLst/>
                  </a:prstGeom>
                  <a:no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36" name="矩形 835">
                    <a:extLst>
                      <a:ext uri="{FF2B5EF4-FFF2-40B4-BE49-F238E27FC236}">
                        <a16:creationId xmlns:a16="http://schemas.microsoft.com/office/drawing/2014/main" id="{5F6D8FCA-BFD1-EE73-FA09-D30DFAF133C8}"/>
                      </a:ext>
                    </a:extLst>
                  </p:cNvPr>
                  <p:cNvSpPr/>
                  <p:nvPr/>
                </p:nvSpPr>
                <p:spPr>
                  <a:xfrm>
                    <a:off x="4122587" y="7038879"/>
                    <a:ext cx="155302" cy="132623"/>
                  </a:xfrm>
                  <a:prstGeom prst="rect">
                    <a:avLst/>
                  </a:prstGeom>
                  <a:no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37" name="矩形 836">
                    <a:extLst>
                      <a:ext uri="{FF2B5EF4-FFF2-40B4-BE49-F238E27FC236}">
                        <a16:creationId xmlns:a16="http://schemas.microsoft.com/office/drawing/2014/main" id="{0191537C-FAD7-CFA3-90A8-1F7D9020F204}"/>
                      </a:ext>
                    </a:extLst>
                  </p:cNvPr>
                  <p:cNvSpPr/>
                  <p:nvPr/>
                </p:nvSpPr>
                <p:spPr>
                  <a:xfrm>
                    <a:off x="3656357" y="6507685"/>
                    <a:ext cx="155302" cy="132623"/>
                  </a:xfrm>
                  <a:prstGeom prst="rect">
                    <a:avLst/>
                  </a:prstGeom>
                  <a:no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38" name="矩形 837">
                    <a:extLst>
                      <a:ext uri="{FF2B5EF4-FFF2-40B4-BE49-F238E27FC236}">
                        <a16:creationId xmlns:a16="http://schemas.microsoft.com/office/drawing/2014/main" id="{595680C1-F9D8-6FCE-905C-97704528F642}"/>
                      </a:ext>
                    </a:extLst>
                  </p:cNvPr>
                  <p:cNvSpPr/>
                  <p:nvPr/>
                </p:nvSpPr>
                <p:spPr>
                  <a:xfrm>
                    <a:off x="3811767" y="6507685"/>
                    <a:ext cx="155302" cy="132623"/>
                  </a:xfrm>
                  <a:prstGeom prst="rect">
                    <a:avLst/>
                  </a:prstGeom>
                  <a:no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39" name="矩形 838">
                    <a:extLst>
                      <a:ext uri="{FF2B5EF4-FFF2-40B4-BE49-F238E27FC236}">
                        <a16:creationId xmlns:a16="http://schemas.microsoft.com/office/drawing/2014/main" id="{0D83E15F-2F33-4004-45F5-877A0FC5B072}"/>
                      </a:ext>
                    </a:extLst>
                  </p:cNvPr>
                  <p:cNvSpPr/>
                  <p:nvPr/>
                </p:nvSpPr>
                <p:spPr>
                  <a:xfrm>
                    <a:off x="3967177" y="6507685"/>
                    <a:ext cx="155302" cy="132623"/>
                  </a:xfrm>
                  <a:prstGeom prst="rect">
                    <a:avLst/>
                  </a:prstGeom>
                  <a:no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40" name="矩形 839">
                    <a:extLst>
                      <a:ext uri="{FF2B5EF4-FFF2-40B4-BE49-F238E27FC236}">
                        <a16:creationId xmlns:a16="http://schemas.microsoft.com/office/drawing/2014/main" id="{EF61ED13-675F-B3B4-F60A-94D1C82F06B4}"/>
                      </a:ext>
                    </a:extLst>
                  </p:cNvPr>
                  <p:cNvSpPr/>
                  <p:nvPr/>
                </p:nvSpPr>
                <p:spPr>
                  <a:xfrm>
                    <a:off x="4122587" y="6507685"/>
                    <a:ext cx="155302" cy="132623"/>
                  </a:xfrm>
                  <a:prstGeom prst="rect">
                    <a:avLst/>
                  </a:prstGeom>
                  <a:no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</p:grp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22" name="矩形 921">
                <a:extLst>
                  <a:ext uri="{FF2B5EF4-FFF2-40B4-BE49-F238E27FC236}">
                    <a16:creationId xmlns:a16="http://schemas.microsoft.com/office/drawing/2014/main" id="{ED429E43-819F-9340-0DBA-E011D3EB87C5}"/>
                  </a:ext>
                </a:extLst>
              </p:cNvPr>
              <p:cNvSpPr/>
              <p:nvPr/>
            </p:nvSpPr>
            <p:spPr>
              <a:xfrm>
                <a:off x="9440435" y="3325806"/>
                <a:ext cx="569957" cy="30777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140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Loss</m:t>
                      </m:r>
                    </m:oMath>
                  </m:oMathPara>
                </a14:m>
                <a:endParaRPr lang="zh-CN" altLang="en-US" sz="1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922" name="矩形 921">
                <a:extLst>
                  <a:ext uri="{FF2B5EF4-FFF2-40B4-BE49-F238E27FC236}">
                    <a16:creationId xmlns:a16="http://schemas.microsoft.com/office/drawing/2014/main" id="{ED429E43-819F-9340-0DBA-E011D3EB87C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40435" y="3325806"/>
                <a:ext cx="569957" cy="307777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23" name="矩形: 圆角 922">
            <a:extLst>
              <a:ext uri="{FF2B5EF4-FFF2-40B4-BE49-F238E27FC236}">
                <a16:creationId xmlns:a16="http://schemas.microsoft.com/office/drawing/2014/main" id="{B760A6C3-FAE2-3C24-4F78-835433D5C372}"/>
              </a:ext>
            </a:extLst>
          </p:cNvPr>
          <p:cNvSpPr/>
          <p:nvPr/>
        </p:nvSpPr>
        <p:spPr>
          <a:xfrm>
            <a:off x="9480432" y="3311601"/>
            <a:ext cx="412824" cy="327552"/>
          </a:xfrm>
          <a:prstGeom prst="roundRect">
            <a:avLst>
              <a:gd name="adj" fmla="val 31589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24" name="椭圆 923">
            <a:extLst>
              <a:ext uri="{FF2B5EF4-FFF2-40B4-BE49-F238E27FC236}">
                <a16:creationId xmlns:a16="http://schemas.microsoft.com/office/drawing/2014/main" id="{296E6076-02DF-D335-42F3-877F466AB1D2}"/>
              </a:ext>
            </a:extLst>
          </p:cNvPr>
          <p:cNvSpPr/>
          <p:nvPr/>
        </p:nvSpPr>
        <p:spPr>
          <a:xfrm>
            <a:off x="3027088" y="3288595"/>
            <a:ext cx="663403" cy="33626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25" name="矩形 924">
                <a:extLst>
                  <a:ext uri="{FF2B5EF4-FFF2-40B4-BE49-F238E27FC236}">
                    <a16:creationId xmlns:a16="http://schemas.microsoft.com/office/drawing/2014/main" id="{9B75DFCF-180A-7525-83D5-08BE09B76F85}"/>
                  </a:ext>
                </a:extLst>
              </p:cNvPr>
              <p:cNvSpPr/>
              <p:nvPr/>
            </p:nvSpPr>
            <p:spPr>
              <a:xfrm>
                <a:off x="2990489" y="3291057"/>
                <a:ext cx="792718" cy="34881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160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∇</m:t>
                      </m:r>
                      <m:sSup>
                        <m:sSupPr>
                          <m:ctrlPr>
                            <a:rPr lang="en-US" altLang="zh-CN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pPr>
                        <m:e>
                          <m:r>
                            <a:rPr lang="en-US" altLang="zh-CN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𝑊</m:t>
                          </m:r>
                        </m:e>
                        <m:sup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(1)</m:t>
                          </m:r>
                        </m:sup>
                      </m:sSup>
                    </m:oMath>
                  </m:oMathPara>
                </a14:m>
                <a:endParaRPr lang="zh-CN" alt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925" name="矩形 924">
                <a:extLst>
                  <a:ext uri="{FF2B5EF4-FFF2-40B4-BE49-F238E27FC236}">
                    <a16:creationId xmlns:a16="http://schemas.microsoft.com/office/drawing/2014/main" id="{9B75DFCF-180A-7525-83D5-08BE09B76F8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0489" y="3291057"/>
                <a:ext cx="792718" cy="348812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26" name="椭圆 925">
            <a:extLst>
              <a:ext uri="{FF2B5EF4-FFF2-40B4-BE49-F238E27FC236}">
                <a16:creationId xmlns:a16="http://schemas.microsoft.com/office/drawing/2014/main" id="{100092DE-9C7C-80FB-37F6-AF8C5C0C1F4D}"/>
              </a:ext>
            </a:extLst>
          </p:cNvPr>
          <p:cNvSpPr/>
          <p:nvPr/>
        </p:nvSpPr>
        <p:spPr>
          <a:xfrm>
            <a:off x="6630075" y="3310310"/>
            <a:ext cx="655837" cy="318859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27" name="矩形 926">
                <a:extLst>
                  <a:ext uri="{FF2B5EF4-FFF2-40B4-BE49-F238E27FC236}">
                    <a16:creationId xmlns:a16="http://schemas.microsoft.com/office/drawing/2014/main" id="{D6EA5A06-D763-95E2-22ED-155C0A6E39EE}"/>
                  </a:ext>
                </a:extLst>
              </p:cNvPr>
              <p:cNvSpPr/>
              <p:nvPr/>
            </p:nvSpPr>
            <p:spPr>
              <a:xfrm>
                <a:off x="6585907" y="3295366"/>
                <a:ext cx="792718" cy="34881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160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∇</m:t>
                      </m:r>
                      <m:sSup>
                        <m:sSupPr>
                          <m:ctrlPr>
                            <a:rPr lang="en-US" altLang="zh-CN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pPr>
                        <m:e>
                          <m:r>
                            <a:rPr lang="en-US" altLang="zh-CN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𝑊</m:t>
                          </m:r>
                        </m:e>
                        <m:sup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(2)</m:t>
                          </m:r>
                        </m:sup>
                      </m:sSup>
                    </m:oMath>
                  </m:oMathPara>
                </a14:m>
                <a:endParaRPr lang="zh-CN" alt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927" name="矩形 926">
                <a:extLst>
                  <a:ext uri="{FF2B5EF4-FFF2-40B4-BE49-F238E27FC236}">
                    <a16:creationId xmlns:a16="http://schemas.microsoft.com/office/drawing/2014/main" id="{D6EA5A06-D763-95E2-22ED-155C0A6E39E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5907" y="3295366"/>
                <a:ext cx="792718" cy="348813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28" name="直接箭头连接符 927">
            <a:extLst>
              <a:ext uri="{FF2B5EF4-FFF2-40B4-BE49-F238E27FC236}">
                <a16:creationId xmlns:a16="http://schemas.microsoft.com/office/drawing/2014/main" id="{7A6CC904-0CEA-AFCC-AEC0-628CA0539F28}"/>
              </a:ext>
            </a:extLst>
          </p:cNvPr>
          <p:cNvCxnSpPr>
            <a:cxnSpLocks/>
            <a:endCxn id="923" idx="0"/>
          </p:cNvCxnSpPr>
          <p:nvPr/>
        </p:nvCxnSpPr>
        <p:spPr>
          <a:xfrm>
            <a:off x="9683786" y="2714014"/>
            <a:ext cx="3058" cy="597587"/>
          </a:xfrm>
          <a:prstGeom prst="straightConnector1">
            <a:avLst/>
          </a:prstGeom>
          <a:ln w="19050"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30" name="直接箭头连接符 929">
            <a:extLst>
              <a:ext uri="{FF2B5EF4-FFF2-40B4-BE49-F238E27FC236}">
                <a16:creationId xmlns:a16="http://schemas.microsoft.com/office/drawing/2014/main" id="{08F709C5-C24D-A3AF-C4A8-40FF5ACF737F}"/>
              </a:ext>
            </a:extLst>
          </p:cNvPr>
          <p:cNvCxnSpPr>
            <a:cxnSpLocks/>
            <a:stCxn id="924" idx="4"/>
          </p:cNvCxnSpPr>
          <p:nvPr/>
        </p:nvCxnSpPr>
        <p:spPr>
          <a:xfrm flipH="1">
            <a:off x="3353394" y="3624861"/>
            <a:ext cx="5396" cy="622366"/>
          </a:xfrm>
          <a:prstGeom prst="straightConnector1">
            <a:avLst/>
          </a:prstGeom>
          <a:ln w="19050">
            <a:solidFill>
              <a:srgbClr val="FF0000"/>
            </a:solidFill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31" name="直接箭头连接符 930">
            <a:extLst>
              <a:ext uri="{FF2B5EF4-FFF2-40B4-BE49-F238E27FC236}">
                <a16:creationId xmlns:a16="http://schemas.microsoft.com/office/drawing/2014/main" id="{3C84B17E-76F4-A697-51D6-138A7FD91FF2}"/>
              </a:ext>
            </a:extLst>
          </p:cNvPr>
          <p:cNvCxnSpPr>
            <a:cxnSpLocks/>
          </p:cNvCxnSpPr>
          <p:nvPr/>
        </p:nvCxnSpPr>
        <p:spPr>
          <a:xfrm flipH="1">
            <a:off x="3569023" y="2703644"/>
            <a:ext cx="702236" cy="1588388"/>
          </a:xfrm>
          <a:prstGeom prst="straightConnector1">
            <a:avLst/>
          </a:prstGeom>
          <a:ln w="19050">
            <a:solidFill>
              <a:srgbClr val="FF0000"/>
            </a:solidFill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32" name="直接箭头连接符 931">
            <a:extLst>
              <a:ext uri="{FF2B5EF4-FFF2-40B4-BE49-F238E27FC236}">
                <a16:creationId xmlns:a16="http://schemas.microsoft.com/office/drawing/2014/main" id="{6237F9B1-3F32-132B-B1CF-FF4FD3923C6E}"/>
              </a:ext>
            </a:extLst>
          </p:cNvPr>
          <p:cNvCxnSpPr>
            <a:cxnSpLocks/>
          </p:cNvCxnSpPr>
          <p:nvPr/>
        </p:nvCxnSpPr>
        <p:spPr>
          <a:xfrm>
            <a:off x="2455825" y="2695307"/>
            <a:ext cx="700004" cy="1596725"/>
          </a:xfrm>
          <a:prstGeom prst="straightConnector1">
            <a:avLst/>
          </a:prstGeom>
          <a:ln w="19050">
            <a:solidFill>
              <a:srgbClr val="FF0000"/>
            </a:solidFill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33" name="直接箭头连接符 932">
            <a:extLst>
              <a:ext uri="{FF2B5EF4-FFF2-40B4-BE49-F238E27FC236}">
                <a16:creationId xmlns:a16="http://schemas.microsoft.com/office/drawing/2014/main" id="{A7CCC513-64A6-A0FE-7ACF-DA4E3D6581A1}"/>
              </a:ext>
            </a:extLst>
          </p:cNvPr>
          <p:cNvCxnSpPr>
            <a:cxnSpLocks/>
            <a:endCxn id="924" idx="0"/>
          </p:cNvCxnSpPr>
          <p:nvPr/>
        </p:nvCxnSpPr>
        <p:spPr>
          <a:xfrm flipH="1">
            <a:off x="3358791" y="2701181"/>
            <a:ext cx="1271" cy="587414"/>
          </a:xfrm>
          <a:prstGeom prst="straightConnector1">
            <a:avLst/>
          </a:prstGeom>
          <a:ln w="19050">
            <a:solidFill>
              <a:srgbClr val="FF0000"/>
            </a:solidFill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34" name="直接箭头连接符 933">
            <a:extLst>
              <a:ext uri="{FF2B5EF4-FFF2-40B4-BE49-F238E27FC236}">
                <a16:creationId xmlns:a16="http://schemas.microsoft.com/office/drawing/2014/main" id="{D668075E-4AAB-5816-C886-D8725BD3C231}"/>
              </a:ext>
            </a:extLst>
          </p:cNvPr>
          <p:cNvCxnSpPr>
            <a:cxnSpLocks/>
            <a:stCxn id="926" idx="4"/>
          </p:cNvCxnSpPr>
          <p:nvPr/>
        </p:nvCxnSpPr>
        <p:spPr>
          <a:xfrm flipH="1">
            <a:off x="6951733" y="3629172"/>
            <a:ext cx="6261" cy="622926"/>
          </a:xfrm>
          <a:prstGeom prst="straightConnector1">
            <a:avLst/>
          </a:prstGeom>
          <a:ln w="19050">
            <a:solidFill>
              <a:srgbClr val="FF0000"/>
            </a:solidFill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35" name="直接箭头连接符 934">
            <a:extLst>
              <a:ext uri="{FF2B5EF4-FFF2-40B4-BE49-F238E27FC236}">
                <a16:creationId xmlns:a16="http://schemas.microsoft.com/office/drawing/2014/main" id="{C7FC270F-44CC-77B9-04CE-D85B70D07E13}"/>
              </a:ext>
            </a:extLst>
          </p:cNvPr>
          <p:cNvCxnSpPr>
            <a:cxnSpLocks/>
          </p:cNvCxnSpPr>
          <p:nvPr/>
        </p:nvCxnSpPr>
        <p:spPr>
          <a:xfrm flipH="1">
            <a:off x="7164441" y="2707960"/>
            <a:ext cx="702236" cy="1588388"/>
          </a:xfrm>
          <a:prstGeom prst="straightConnector1">
            <a:avLst/>
          </a:prstGeom>
          <a:ln w="19050">
            <a:solidFill>
              <a:srgbClr val="FF0000"/>
            </a:solidFill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36" name="直接箭头连接符 935">
            <a:extLst>
              <a:ext uri="{FF2B5EF4-FFF2-40B4-BE49-F238E27FC236}">
                <a16:creationId xmlns:a16="http://schemas.microsoft.com/office/drawing/2014/main" id="{0136724F-D4B2-C67F-EF63-0D68C7C6CCFF}"/>
              </a:ext>
            </a:extLst>
          </p:cNvPr>
          <p:cNvCxnSpPr>
            <a:cxnSpLocks/>
          </p:cNvCxnSpPr>
          <p:nvPr/>
        </p:nvCxnSpPr>
        <p:spPr>
          <a:xfrm>
            <a:off x="6051244" y="2699623"/>
            <a:ext cx="700004" cy="1596725"/>
          </a:xfrm>
          <a:prstGeom prst="straightConnector1">
            <a:avLst/>
          </a:prstGeom>
          <a:ln w="19050">
            <a:solidFill>
              <a:srgbClr val="FF0000"/>
            </a:solidFill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37" name="直接箭头连接符 936">
            <a:extLst>
              <a:ext uri="{FF2B5EF4-FFF2-40B4-BE49-F238E27FC236}">
                <a16:creationId xmlns:a16="http://schemas.microsoft.com/office/drawing/2014/main" id="{FC2384DA-D3F9-3FDB-4005-37E7CD4C0DCC}"/>
              </a:ext>
            </a:extLst>
          </p:cNvPr>
          <p:cNvCxnSpPr>
            <a:cxnSpLocks/>
            <a:endCxn id="926" idx="0"/>
          </p:cNvCxnSpPr>
          <p:nvPr/>
        </p:nvCxnSpPr>
        <p:spPr>
          <a:xfrm>
            <a:off x="6955485" y="2705497"/>
            <a:ext cx="2509" cy="604816"/>
          </a:xfrm>
          <a:prstGeom prst="straightConnector1">
            <a:avLst/>
          </a:prstGeom>
          <a:ln w="19050">
            <a:solidFill>
              <a:srgbClr val="FF0000"/>
            </a:solidFill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80203635-0C18-31BF-6155-E37EB10B02CA}"/>
              </a:ext>
            </a:extLst>
          </p:cNvPr>
          <p:cNvSpPr txBox="1"/>
          <p:nvPr/>
        </p:nvSpPr>
        <p:spPr>
          <a:xfrm>
            <a:off x="2969576" y="1801764"/>
            <a:ext cx="914954" cy="369332"/>
          </a:xfrm>
          <a:prstGeom prst="rect">
            <a:avLst/>
          </a:prstGeom>
          <a:solidFill>
            <a:srgbClr val="F8CBAD"/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T Task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CCA57E9-8F9C-FE95-0A06-850F477B8771}"/>
              </a:ext>
            </a:extLst>
          </p:cNvPr>
          <p:cNvSpPr txBox="1"/>
          <p:nvPr/>
        </p:nvSpPr>
        <p:spPr>
          <a:xfrm>
            <a:off x="4785228" y="1801764"/>
            <a:ext cx="914954" cy="369332"/>
          </a:xfrm>
          <a:prstGeom prst="rect">
            <a:avLst/>
          </a:prstGeom>
          <a:solidFill>
            <a:srgbClr val="BDD7EE"/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 Task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CC507E5-8EF1-ACD5-4505-19B9CC76EFBD}"/>
              </a:ext>
            </a:extLst>
          </p:cNvPr>
          <p:cNvSpPr txBox="1"/>
          <p:nvPr/>
        </p:nvSpPr>
        <p:spPr>
          <a:xfrm>
            <a:off x="6600880" y="1801764"/>
            <a:ext cx="914954" cy="369332"/>
          </a:xfrm>
          <a:prstGeom prst="rect">
            <a:avLst/>
          </a:prstGeom>
          <a:solidFill>
            <a:srgbClr val="F8CBAD"/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T Task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A76E0DB-4BDA-B432-C39D-30B90FCD14F0}"/>
              </a:ext>
            </a:extLst>
          </p:cNvPr>
          <p:cNvSpPr txBox="1"/>
          <p:nvPr/>
        </p:nvSpPr>
        <p:spPr>
          <a:xfrm>
            <a:off x="8416531" y="1801764"/>
            <a:ext cx="914954" cy="369332"/>
          </a:xfrm>
          <a:prstGeom prst="rect">
            <a:avLst/>
          </a:prstGeom>
          <a:solidFill>
            <a:srgbClr val="BDD7EE"/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 Task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4C6B71F-7362-C6F8-35E4-DD6C587B5AEA}"/>
              </a:ext>
            </a:extLst>
          </p:cNvPr>
          <p:cNvSpPr/>
          <p:nvPr/>
        </p:nvSpPr>
        <p:spPr>
          <a:xfrm>
            <a:off x="4693276" y="1532118"/>
            <a:ext cx="1069314" cy="1439159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729C3CA9-11D4-276F-F4A9-B4F95248F7F6}"/>
              </a:ext>
            </a:extLst>
          </p:cNvPr>
          <p:cNvGrpSpPr/>
          <p:nvPr/>
        </p:nvGrpSpPr>
        <p:grpSpPr>
          <a:xfrm>
            <a:off x="2899887" y="4244417"/>
            <a:ext cx="998311" cy="457486"/>
            <a:chOff x="3227360" y="3927547"/>
            <a:chExt cx="669616" cy="343893"/>
          </a:xfrm>
        </p:grpSpPr>
        <p:sp>
          <p:nvSpPr>
            <p:cNvPr id="10" name="矩形: 圆角 9">
              <a:extLst>
                <a:ext uri="{FF2B5EF4-FFF2-40B4-BE49-F238E27FC236}">
                  <a16:creationId xmlns:a16="http://schemas.microsoft.com/office/drawing/2014/main" id="{38F09B3B-AEA2-DD75-A3AE-D5983C55F320}"/>
                </a:ext>
              </a:extLst>
            </p:cNvPr>
            <p:cNvSpPr/>
            <p:nvPr/>
          </p:nvSpPr>
          <p:spPr>
            <a:xfrm>
              <a:off x="3337478" y="3927547"/>
              <a:ext cx="393114" cy="343893"/>
            </a:xfrm>
            <a:prstGeom prst="roundRect">
              <a:avLst>
                <a:gd name="adj" fmla="val 31589"/>
              </a:avLst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矩形 11">
                  <a:extLst>
                    <a:ext uri="{FF2B5EF4-FFF2-40B4-BE49-F238E27FC236}">
                      <a16:creationId xmlns:a16="http://schemas.microsoft.com/office/drawing/2014/main" id="{404D96E4-908E-FAA0-4F1B-44F33A67CDB0}"/>
                    </a:ext>
                  </a:extLst>
                </p:cNvPr>
                <p:cNvSpPr/>
                <p:nvPr/>
              </p:nvSpPr>
              <p:spPr>
                <a:xfrm>
                  <a:off x="3227360" y="3956287"/>
                  <a:ext cx="669616" cy="28105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b="0" i="1" dirty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SupPr>
                          <m:e>
                            <m:r>
                              <a:rPr lang="en-US" altLang="zh-CN" i="1" dirty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altLang="zh-CN" i="1" dirty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𝑊</m:t>
                            </m:r>
                          </m:sub>
                          <m:sup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−1</m:t>
                            </m:r>
                          </m:sup>
                        </m:sSubSup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()</m:t>
                        </m:r>
                      </m:oMath>
                    </m:oMathPara>
                  </a14:m>
                  <a:endParaRPr lang="zh-CN" altLang="en-US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12" name="矩形 11">
                  <a:extLst>
                    <a:ext uri="{FF2B5EF4-FFF2-40B4-BE49-F238E27FC236}">
                      <a16:creationId xmlns:a16="http://schemas.microsoft.com/office/drawing/2014/main" id="{404D96E4-908E-FAA0-4F1B-44F33A67CDB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27360" y="3956287"/>
                  <a:ext cx="669616" cy="281050"/>
                </a:xfrm>
                <a:prstGeom prst="rect">
                  <a:avLst/>
                </a:prstGeom>
                <a:blipFill>
                  <a:blip r:embed="rId20"/>
                  <a:stretch>
                    <a:fillRect b="-1475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3" name="椭圆 12">
            <a:extLst>
              <a:ext uri="{FF2B5EF4-FFF2-40B4-BE49-F238E27FC236}">
                <a16:creationId xmlns:a16="http://schemas.microsoft.com/office/drawing/2014/main" id="{6AECB44D-A2E0-A64F-4DD9-A0473FD30425}"/>
              </a:ext>
            </a:extLst>
          </p:cNvPr>
          <p:cNvSpPr/>
          <p:nvPr/>
        </p:nvSpPr>
        <p:spPr>
          <a:xfrm>
            <a:off x="3948243" y="4250565"/>
            <a:ext cx="660722" cy="44573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4579D178-78F0-5461-B7AC-59D357209CB9}"/>
              </a:ext>
            </a:extLst>
          </p:cNvPr>
          <p:cNvGrpSpPr/>
          <p:nvPr/>
        </p:nvGrpSpPr>
        <p:grpSpPr>
          <a:xfrm>
            <a:off x="4936437" y="4246921"/>
            <a:ext cx="481646" cy="457486"/>
            <a:chOff x="4842156" y="3773497"/>
            <a:chExt cx="393114" cy="343893"/>
          </a:xfrm>
        </p:grpSpPr>
        <p:grpSp>
          <p:nvGrpSpPr>
            <p:cNvPr id="20" name="组合 19">
              <a:extLst>
                <a:ext uri="{FF2B5EF4-FFF2-40B4-BE49-F238E27FC236}">
                  <a16:creationId xmlns:a16="http://schemas.microsoft.com/office/drawing/2014/main" id="{F2E68F9E-748D-3995-EE3D-F79437B3BF81}"/>
                </a:ext>
              </a:extLst>
            </p:cNvPr>
            <p:cNvGrpSpPr/>
            <p:nvPr/>
          </p:nvGrpSpPr>
          <p:grpSpPr>
            <a:xfrm>
              <a:off x="4937067" y="3821336"/>
              <a:ext cx="261952" cy="260359"/>
              <a:chOff x="5436287" y="3505571"/>
              <a:chExt cx="336942" cy="321770"/>
            </a:xfrm>
          </p:grpSpPr>
          <p:sp>
            <p:nvSpPr>
              <p:cNvPr id="902" name="流程图: 接点 901">
                <a:extLst>
                  <a:ext uri="{FF2B5EF4-FFF2-40B4-BE49-F238E27FC236}">
                    <a16:creationId xmlns:a16="http://schemas.microsoft.com/office/drawing/2014/main" id="{15CBA010-6C3A-9C14-C5D2-5AAD46A058CE}"/>
                  </a:ext>
                </a:extLst>
              </p:cNvPr>
              <p:cNvSpPr/>
              <p:nvPr/>
            </p:nvSpPr>
            <p:spPr>
              <a:xfrm>
                <a:off x="5436288" y="3505571"/>
                <a:ext cx="96883" cy="88611"/>
              </a:xfrm>
              <a:prstGeom prst="flowChartConnector">
                <a:avLst/>
              </a:prstGeom>
              <a:noFill/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500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903" name="流程图: 接点 902">
                <a:extLst>
                  <a:ext uri="{FF2B5EF4-FFF2-40B4-BE49-F238E27FC236}">
                    <a16:creationId xmlns:a16="http://schemas.microsoft.com/office/drawing/2014/main" id="{F605B842-2FD5-B4AA-84DE-BEBF882F0714}"/>
                  </a:ext>
                </a:extLst>
              </p:cNvPr>
              <p:cNvSpPr/>
              <p:nvPr/>
            </p:nvSpPr>
            <p:spPr>
              <a:xfrm>
                <a:off x="5436288" y="3623512"/>
                <a:ext cx="96883" cy="88611"/>
              </a:xfrm>
              <a:prstGeom prst="flowChartConnector">
                <a:avLst/>
              </a:prstGeom>
              <a:noFill/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500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920" name="流程图: 接点 919">
                <a:extLst>
                  <a:ext uri="{FF2B5EF4-FFF2-40B4-BE49-F238E27FC236}">
                    <a16:creationId xmlns:a16="http://schemas.microsoft.com/office/drawing/2014/main" id="{B4C2BFD8-1A18-0A4D-2CD5-E3C1BFF2FDD5}"/>
                  </a:ext>
                </a:extLst>
              </p:cNvPr>
              <p:cNvSpPr/>
              <p:nvPr/>
            </p:nvSpPr>
            <p:spPr>
              <a:xfrm>
                <a:off x="5436287" y="3738730"/>
                <a:ext cx="96883" cy="88611"/>
              </a:xfrm>
              <a:prstGeom prst="flowChartConnector">
                <a:avLst/>
              </a:prstGeom>
              <a:noFill/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500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921" name="流程图: 接点 920">
                <a:extLst>
                  <a:ext uri="{FF2B5EF4-FFF2-40B4-BE49-F238E27FC236}">
                    <a16:creationId xmlns:a16="http://schemas.microsoft.com/office/drawing/2014/main" id="{717B0C9E-F727-56AE-D2E8-EA9A4A161BE7}"/>
                  </a:ext>
                </a:extLst>
              </p:cNvPr>
              <p:cNvSpPr/>
              <p:nvPr/>
            </p:nvSpPr>
            <p:spPr>
              <a:xfrm>
                <a:off x="5676346" y="3623512"/>
                <a:ext cx="96883" cy="88611"/>
              </a:xfrm>
              <a:prstGeom prst="flowChartConnector">
                <a:avLst/>
              </a:prstGeom>
              <a:noFill/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500" dirty="0">
                  <a:solidFill>
                    <a:sysClr val="windowText" lastClr="000000"/>
                  </a:solidFill>
                </a:endParaRPr>
              </a:p>
            </p:txBody>
          </p:sp>
          <p:cxnSp>
            <p:nvCxnSpPr>
              <p:cNvPr id="945" name="直接箭头连接符 944">
                <a:extLst>
                  <a:ext uri="{FF2B5EF4-FFF2-40B4-BE49-F238E27FC236}">
                    <a16:creationId xmlns:a16="http://schemas.microsoft.com/office/drawing/2014/main" id="{5B8A27E5-2020-526F-1CA9-7712098C6CAA}"/>
                  </a:ext>
                </a:extLst>
              </p:cNvPr>
              <p:cNvCxnSpPr>
                <a:cxnSpLocks/>
                <a:stCxn id="902" idx="6"/>
                <a:endCxn id="921" idx="2"/>
              </p:cNvCxnSpPr>
              <p:nvPr/>
            </p:nvCxnSpPr>
            <p:spPr>
              <a:xfrm>
                <a:off x="5533171" y="3549877"/>
                <a:ext cx="143175" cy="117941"/>
              </a:xfrm>
              <a:prstGeom prst="straightConnector1">
                <a:avLst/>
              </a:prstGeom>
              <a:ln w="12700">
                <a:tailEnd type="triangle" w="sm" len="sm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46" name="直接箭头连接符 945">
                <a:extLst>
                  <a:ext uri="{FF2B5EF4-FFF2-40B4-BE49-F238E27FC236}">
                    <a16:creationId xmlns:a16="http://schemas.microsoft.com/office/drawing/2014/main" id="{33F7C2AC-274E-488E-E174-0A6B9D605970}"/>
                  </a:ext>
                </a:extLst>
              </p:cNvPr>
              <p:cNvCxnSpPr>
                <a:cxnSpLocks/>
                <a:stCxn id="903" idx="6"/>
                <a:endCxn id="921" idx="2"/>
              </p:cNvCxnSpPr>
              <p:nvPr/>
            </p:nvCxnSpPr>
            <p:spPr>
              <a:xfrm>
                <a:off x="5533171" y="3667818"/>
                <a:ext cx="143175" cy="0"/>
              </a:xfrm>
              <a:prstGeom prst="straightConnector1">
                <a:avLst/>
              </a:prstGeom>
              <a:ln w="12700">
                <a:tailEnd type="triangle" w="sm" len="sm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48" name="直接箭头连接符 947">
                <a:extLst>
                  <a:ext uri="{FF2B5EF4-FFF2-40B4-BE49-F238E27FC236}">
                    <a16:creationId xmlns:a16="http://schemas.microsoft.com/office/drawing/2014/main" id="{9D7C50B6-7450-18D2-5BE3-DD0853204671}"/>
                  </a:ext>
                </a:extLst>
              </p:cNvPr>
              <p:cNvCxnSpPr>
                <a:cxnSpLocks/>
                <a:stCxn id="920" idx="6"/>
                <a:endCxn id="921" idx="2"/>
              </p:cNvCxnSpPr>
              <p:nvPr/>
            </p:nvCxnSpPr>
            <p:spPr>
              <a:xfrm flipV="1">
                <a:off x="5533170" y="3667818"/>
                <a:ext cx="143176" cy="115218"/>
              </a:xfrm>
              <a:prstGeom prst="straightConnector1">
                <a:avLst/>
              </a:prstGeom>
              <a:ln w="12700">
                <a:tailEnd type="triangle" w="sm" len="sm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48" name="矩形: 圆角 47">
              <a:extLst>
                <a:ext uri="{FF2B5EF4-FFF2-40B4-BE49-F238E27FC236}">
                  <a16:creationId xmlns:a16="http://schemas.microsoft.com/office/drawing/2014/main" id="{A01389DD-B1F1-C842-DBF4-8D296F570341}"/>
                </a:ext>
              </a:extLst>
            </p:cNvPr>
            <p:cNvSpPr/>
            <p:nvPr/>
          </p:nvSpPr>
          <p:spPr>
            <a:xfrm>
              <a:off x="4842156" y="3773497"/>
              <a:ext cx="393114" cy="343893"/>
            </a:xfrm>
            <a:prstGeom prst="roundRect">
              <a:avLst>
                <a:gd name="adj" fmla="val 31589"/>
              </a:avLst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950" name="椭圆 949">
            <a:extLst>
              <a:ext uri="{FF2B5EF4-FFF2-40B4-BE49-F238E27FC236}">
                <a16:creationId xmlns:a16="http://schemas.microsoft.com/office/drawing/2014/main" id="{3B33E4F2-135E-7AFF-EA93-2263559EB33E}"/>
              </a:ext>
            </a:extLst>
          </p:cNvPr>
          <p:cNvSpPr/>
          <p:nvPr/>
        </p:nvSpPr>
        <p:spPr>
          <a:xfrm>
            <a:off x="5750164" y="4255613"/>
            <a:ext cx="660724" cy="44573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576" name="组合 575">
            <a:extLst>
              <a:ext uri="{FF2B5EF4-FFF2-40B4-BE49-F238E27FC236}">
                <a16:creationId xmlns:a16="http://schemas.microsoft.com/office/drawing/2014/main" id="{15EF4CFC-D180-49EF-73F8-1018838A326C}"/>
              </a:ext>
            </a:extLst>
          </p:cNvPr>
          <p:cNvGrpSpPr/>
          <p:nvPr/>
        </p:nvGrpSpPr>
        <p:grpSpPr>
          <a:xfrm>
            <a:off x="6525153" y="4257803"/>
            <a:ext cx="980867" cy="457486"/>
            <a:chOff x="3227360" y="3927547"/>
            <a:chExt cx="669616" cy="343893"/>
          </a:xfrm>
        </p:grpSpPr>
        <p:sp>
          <p:nvSpPr>
            <p:cNvPr id="577" name="矩形: 圆角 576">
              <a:extLst>
                <a:ext uri="{FF2B5EF4-FFF2-40B4-BE49-F238E27FC236}">
                  <a16:creationId xmlns:a16="http://schemas.microsoft.com/office/drawing/2014/main" id="{2EF81A5F-BD34-09FE-F36E-83C5B9757B02}"/>
                </a:ext>
              </a:extLst>
            </p:cNvPr>
            <p:cNvSpPr/>
            <p:nvPr/>
          </p:nvSpPr>
          <p:spPr>
            <a:xfrm>
              <a:off x="3337478" y="3927547"/>
              <a:ext cx="393114" cy="343893"/>
            </a:xfrm>
            <a:prstGeom prst="roundRect">
              <a:avLst>
                <a:gd name="adj" fmla="val 31589"/>
              </a:avLst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8" name="矩形 577">
                  <a:extLst>
                    <a:ext uri="{FF2B5EF4-FFF2-40B4-BE49-F238E27FC236}">
                      <a16:creationId xmlns:a16="http://schemas.microsoft.com/office/drawing/2014/main" id="{58BE6DED-13D4-3E13-3A8A-E66FDE38E2CD}"/>
                    </a:ext>
                  </a:extLst>
                </p:cNvPr>
                <p:cNvSpPr/>
                <p:nvPr/>
              </p:nvSpPr>
              <p:spPr>
                <a:xfrm>
                  <a:off x="3227360" y="3956287"/>
                  <a:ext cx="669616" cy="28105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b="0" i="1" dirty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SupPr>
                          <m:e>
                            <m:r>
                              <a:rPr lang="en-US" altLang="zh-CN" i="1" dirty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altLang="zh-CN" i="1" dirty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𝑊</m:t>
                            </m:r>
                          </m:sub>
                          <m:sup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−1</m:t>
                            </m:r>
                          </m:sup>
                        </m:sSubSup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()</m:t>
                        </m:r>
                      </m:oMath>
                    </m:oMathPara>
                  </a14:m>
                  <a:endParaRPr lang="zh-CN" altLang="en-US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578" name="矩形 577">
                  <a:extLst>
                    <a:ext uri="{FF2B5EF4-FFF2-40B4-BE49-F238E27FC236}">
                      <a16:creationId xmlns:a16="http://schemas.microsoft.com/office/drawing/2014/main" id="{58BE6DED-13D4-3E13-3A8A-E66FDE38E2C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27360" y="3956287"/>
                  <a:ext cx="669616" cy="281050"/>
                </a:xfrm>
                <a:prstGeom prst="rect">
                  <a:avLst/>
                </a:prstGeom>
                <a:blipFill>
                  <a:blip r:embed="rId21"/>
                  <a:stretch>
                    <a:fillRect b="-1475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579" name="椭圆 578">
            <a:extLst>
              <a:ext uri="{FF2B5EF4-FFF2-40B4-BE49-F238E27FC236}">
                <a16:creationId xmlns:a16="http://schemas.microsoft.com/office/drawing/2014/main" id="{DC35DFC0-0ABF-8516-F060-9649AB8AAA44}"/>
              </a:ext>
            </a:extLst>
          </p:cNvPr>
          <p:cNvSpPr/>
          <p:nvPr/>
        </p:nvSpPr>
        <p:spPr>
          <a:xfrm>
            <a:off x="7565590" y="4263950"/>
            <a:ext cx="660722" cy="44573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580" name="组合 579">
            <a:extLst>
              <a:ext uri="{FF2B5EF4-FFF2-40B4-BE49-F238E27FC236}">
                <a16:creationId xmlns:a16="http://schemas.microsoft.com/office/drawing/2014/main" id="{A2B82593-F3A3-05F3-A733-F31D12AED8F2}"/>
              </a:ext>
            </a:extLst>
          </p:cNvPr>
          <p:cNvGrpSpPr/>
          <p:nvPr/>
        </p:nvGrpSpPr>
        <p:grpSpPr>
          <a:xfrm>
            <a:off x="8553784" y="4260307"/>
            <a:ext cx="481646" cy="457486"/>
            <a:chOff x="4842156" y="3773497"/>
            <a:chExt cx="393114" cy="343893"/>
          </a:xfrm>
        </p:grpSpPr>
        <p:grpSp>
          <p:nvGrpSpPr>
            <p:cNvPr id="581" name="组合 580">
              <a:extLst>
                <a:ext uri="{FF2B5EF4-FFF2-40B4-BE49-F238E27FC236}">
                  <a16:creationId xmlns:a16="http://schemas.microsoft.com/office/drawing/2014/main" id="{729D9376-DBD6-59D9-8B96-FFE17BB773CA}"/>
                </a:ext>
              </a:extLst>
            </p:cNvPr>
            <p:cNvGrpSpPr/>
            <p:nvPr/>
          </p:nvGrpSpPr>
          <p:grpSpPr>
            <a:xfrm>
              <a:off x="4937067" y="3821336"/>
              <a:ext cx="261952" cy="260359"/>
              <a:chOff x="5436287" y="3505571"/>
              <a:chExt cx="336942" cy="321770"/>
            </a:xfrm>
          </p:grpSpPr>
          <p:sp>
            <p:nvSpPr>
              <p:cNvPr id="583" name="流程图: 接点 582">
                <a:extLst>
                  <a:ext uri="{FF2B5EF4-FFF2-40B4-BE49-F238E27FC236}">
                    <a16:creationId xmlns:a16="http://schemas.microsoft.com/office/drawing/2014/main" id="{9C825D0B-345B-DE96-1129-6ED118532825}"/>
                  </a:ext>
                </a:extLst>
              </p:cNvPr>
              <p:cNvSpPr/>
              <p:nvPr/>
            </p:nvSpPr>
            <p:spPr>
              <a:xfrm>
                <a:off x="5436288" y="3505571"/>
                <a:ext cx="96883" cy="88611"/>
              </a:xfrm>
              <a:prstGeom prst="flowChartConnector">
                <a:avLst/>
              </a:prstGeom>
              <a:noFill/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500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584" name="流程图: 接点 583">
                <a:extLst>
                  <a:ext uri="{FF2B5EF4-FFF2-40B4-BE49-F238E27FC236}">
                    <a16:creationId xmlns:a16="http://schemas.microsoft.com/office/drawing/2014/main" id="{AAAFEC44-40DA-9B09-A90E-781E9692BDAF}"/>
                  </a:ext>
                </a:extLst>
              </p:cNvPr>
              <p:cNvSpPr/>
              <p:nvPr/>
            </p:nvSpPr>
            <p:spPr>
              <a:xfrm>
                <a:off x="5436288" y="3623512"/>
                <a:ext cx="96883" cy="88611"/>
              </a:xfrm>
              <a:prstGeom prst="flowChartConnector">
                <a:avLst/>
              </a:prstGeom>
              <a:noFill/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500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585" name="流程图: 接点 584">
                <a:extLst>
                  <a:ext uri="{FF2B5EF4-FFF2-40B4-BE49-F238E27FC236}">
                    <a16:creationId xmlns:a16="http://schemas.microsoft.com/office/drawing/2014/main" id="{F0A540F9-75B9-B49B-2421-596CBD3435BA}"/>
                  </a:ext>
                </a:extLst>
              </p:cNvPr>
              <p:cNvSpPr/>
              <p:nvPr/>
            </p:nvSpPr>
            <p:spPr>
              <a:xfrm>
                <a:off x="5436287" y="3738730"/>
                <a:ext cx="96883" cy="88611"/>
              </a:xfrm>
              <a:prstGeom prst="flowChartConnector">
                <a:avLst/>
              </a:prstGeom>
              <a:noFill/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500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586" name="流程图: 接点 585">
                <a:extLst>
                  <a:ext uri="{FF2B5EF4-FFF2-40B4-BE49-F238E27FC236}">
                    <a16:creationId xmlns:a16="http://schemas.microsoft.com/office/drawing/2014/main" id="{0DA6AF34-607A-7798-6D83-E19CE39FC833}"/>
                  </a:ext>
                </a:extLst>
              </p:cNvPr>
              <p:cNvSpPr/>
              <p:nvPr/>
            </p:nvSpPr>
            <p:spPr>
              <a:xfrm>
                <a:off x="5676346" y="3623512"/>
                <a:ext cx="96883" cy="88611"/>
              </a:xfrm>
              <a:prstGeom prst="flowChartConnector">
                <a:avLst/>
              </a:prstGeom>
              <a:noFill/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500" dirty="0">
                  <a:solidFill>
                    <a:sysClr val="windowText" lastClr="000000"/>
                  </a:solidFill>
                </a:endParaRPr>
              </a:p>
            </p:txBody>
          </p:sp>
          <p:cxnSp>
            <p:nvCxnSpPr>
              <p:cNvPr id="587" name="直接箭头连接符 586">
                <a:extLst>
                  <a:ext uri="{FF2B5EF4-FFF2-40B4-BE49-F238E27FC236}">
                    <a16:creationId xmlns:a16="http://schemas.microsoft.com/office/drawing/2014/main" id="{481D0EB3-2DAE-FC3A-05E6-F7B577DA96B0}"/>
                  </a:ext>
                </a:extLst>
              </p:cNvPr>
              <p:cNvCxnSpPr>
                <a:cxnSpLocks/>
                <a:stCxn id="583" idx="6"/>
                <a:endCxn id="586" idx="2"/>
              </p:cNvCxnSpPr>
              <p:nvPr/>
            </p:nvCxnSpPr>
            <p:spPr>
              <a:xfrm>
                <a:off x="5533171" y="3549877"/>
                <a:ext cx="143175" cy="117941"/>
              </a:xfrm>
              <a:prstGeom prst="straightConnector1">
                <a:avLst/>
              </a:prstGeom>
              <a:ln w="12700">
                <a:tailEnd type="triangle" w="sm" len="sm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88" name="直接箭头连接符 587">
                <a:extLst>
                  <a:ext uri="{FF2B5EF4-FFF2-40B4-BE49-F238E27FC236}">
                    <a16:creationId xmlns:a16="http://schemas.microsoft.com/office/drawing/2014/main" id="{6F23892B-9231-000A-8B66-93EBD471CBB9}"/>
                  </a:ext>
                </a:extLst>
              </p:cNvPr>
              <p:cNvCxnSpPr>
                <a:cxnSpLocks/>
                <a:stCxn id="584" idx="6"/>
                <a:endCxn id="586" idx="2"/>
              </p:cNvCxnSpPr>
              <p:nvPr/>
            </p:nvCxnSpPr>
            <p:spPr>
              <a:xfrm>
                <a:off x="5533171" y="3667818"/>
                <a:ext cx="143175" cy="0"/>
              </a:xfrm>
              <a:prstGeom prst="straightConnector1">
                <a:avLst/>
              </a:prstGeom>
              <a:ln w="12700">
                <a:tailEnd type="triangle" w="sm" len="sm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89" name="直接箭头连接符 588">
                <a:extLst>
                  <a:ext uri="{FF2B5EF4-FFF2-40B4-BE49-F238E27FC236}">
                    <a16:creationId xmlns:a16="http://schemas.microsoft.com/office/drawing/2014/main" id="{97DF46C5-52FB-24A8-64FC-E0312AEF3B6C}"/>
                  </a:ext>
                </a:extLst>
              </p:cNvPr>
              <p:cNvCxnSpPr>
                <a:cxnSpLocks/>
                <a:stCxn id="585" idx="6"/>
                <a:endCxn id="586" idx="2"/>
              </p:cNvCxnSpPr>
              <p:nvPr/>
            </p:nvCxnSpPr>
            <p:spPr>
              <a:xfrm flipV="1">
                <a:off x="5533170" y="3667818"/>
                <a:ext cx="143176" cy="115218"/>
              </a:xfrm>
              <a:prstGeom prst="straightConnector1">
                <a:avLst/>
              </a:prstGeom>
              <a:ln w="12700">
                <a:tailEnd type="triangle" w="sm" len="sm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582" name="矩形: 圆角 581">
              <a:extLst>
                <a:ext uri="{FF2B5EF4-FFF2-40B4-BE49-F238E27FC236}">
                  <a16:creationId xmlns:a16="http://schemas.microsoft.com/office/drawing/2014/main" id="{EBCA308D-7987-B50F-3B2B-AF74E85C17BD}"/>
                </a:ext>
              </a:extLst>
            </p:cNvPr>
            <p:cNvSpPr/>
            <p:nvPr/>
          </p:nvSpPr>
          <p:spPr>
            <a:xfrm>
              <a:off x="4842156" y="3773497"/>
              <a:ext cx="393114" cy="343893"/>
            </a:xfrm>
            <a:prstGeom prst="roundRect">
              <a:avLst>
                <a:gd name="adj" fmla="val 31589"/>
              </a:avLst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590" name="椭圆 589">
            <a:extLst>
              <a:ext uri="{FF2B5EF4-FFF2-40B4-BE49-F238E27FC236}">
                <a16:creationId xmlns:a16="http://schemas.microsoft.com/office/drawing/2014/main" id="{06FA859C-D7B5-278E-A031-A7CACD1D2FDE}"/>
              </a:ext>
            </a:extLst>
          </p:cNvPr>
          <p:cNvSpPr/>
          <p:nvPr/>
        </p:nvSpPr>
        <p:spPr>
          <a:xfrm>
            <a:off x="9367511" y="4268999"/>
            <a:ext cx="660724" cy="44573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92" name="直接箭头连接符 591">
            <a:extLst>
              <a:ext uri="{FF2B5EF4-FFF2-40B4-BE49-F238E27FC236}">
                <a16:creationId xmlns:a16="http://schemas.microsoft.com/office/drawing/2014/main" id="{30382E56-40C6-B800-CEF1-7E3E254F1C4A}"/>
              </a:ext>
            </a:extLst>
          </p:cNvPr>
          <p:cNvCxnSpPr>
            <a:cxnSpLocks/>
            <a:stCxn id="13" idx="6"/>
            <a:endCxn id="48" idx="1"/>
          </p:cNvCxnSpPr>
          <p:nvPr/>
        </p:nvCxnSpPr>
        <p:spPr>
          <a:xfrm>
            <a:off x="4608974" y="4473441"/>
            <a:ext cx="327462" cy="2224"/>
          </a:xfrm>
          <a:prstGeom prst="straightConnector1">
            <a:avLst/>
          </a:prstGeom>
          <a:ln w="19050">
            <a:headEnd type="triangle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94" name="直接箭头连接符 593">
            <a:extLst>
              <a:ext uri="{FF2B5EF4-FFF2-40B4-BE49-F238E27FC236}">
                <a16:creationId xmlns:a16="http://schemas.microsoft.com/office/drawing/2014/main" id="{D877E73D-88A5-71DA-98B3-2390F40EB5DD}"/>
              </a:ext>
            </a:extLst>
          </p:cNvPr>
          <p:cNvCxnSpPr>
            <a:cxnSpLocks/>
            <a:stCxn id="10" idx="3"/>
            <a:endCxn id="13" idx="2"/>
          </p:cNvCxnSpPr>
          <p:nvPr/>
        </p:nvCxnSpPr>
        <p:spPr>
          <a:xfrm>
            <a:off x="3650141" y="4473160"/>
            <a:ext cx="298102" cy="274"/>
          </a:xfrm>
          <a:prstGeom prst="straightConnector1">
            <a:avLst/>
          </a:prstGeom>
          <a:ln w="19050">
            <a:headEnd type="triangle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20" name="直接箭头连接符 619">
            <a:extLst>
              <a:ext uri="{FF2B5EF4-FFF2-40B4-BE49-F238E27FC236}">
                <a16:creationId xmlns:a16="http://schemas.microsoft.com/office/drawing/2014/main" id="{9E1E8605-E290-481F-A0D1-83AB94F03134}"/>
              </a:ext>
            </a:extLst>
          </p:cNvPr>
          <p:cNvCxnSpPr>
            <a:cxnSpLocks/>
            <a:stCxn id="48" idx="3"/>
            <a:endCxn id="950" idx="2"/>
          </p:cNvCxnSpPr>
          <p:nvPr/>
        </p:nvCxnSpPr>
        <p:spPr>
          <a:xfrm>
            <a:off x="5418083" y="4475665"/>
            <a:ext cx="332075" cy="2818"/>
          </a:xfrm>
          <a:prstGeom prst="straightConnector1">
            <a:avLst/>
          </a:prstGeom>
          <a:ln w="19050">
            <a:headEnd type="triangle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21" name="直接箭头连接符 620">
            <a:extLst>
              <a:ext uri="{FF2B5EF4-FFF2-40B4-BE49-F238E27FC236}">
                <a16:creationId xmlns:a16="http://schemas.microsoft.com/office/drawing/2014/main" id="{8A2147E4-2A92-ED1B-354F-211A0901EA49}"/>
              </a:ext>
            </a:extLst>
          </p:cNvPr>
          <p:cNvCxnSpPr>
            <a:cxnSpLocks/>
            <a:stCxn id="579" idx="6"/>
            <a:endCxn id="582" idx="1"/>
          </p:cNvCxnSpPr>
          <p:nvPr/>
        </p:nvCxnSpPr>
        <p:spPr>
          <a:xfrm>
            <a:off x="8226322" y="4486826"/>
            <a:ext cx="327462" cy="2224"/>
          </a:xfrm>
          <a:prstGeom prst="straightConnector1">
            <a:avLst/>
          </a:prstGeom>
          <a:ln w="19050">
            <a:headEnd type="triangle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22" name="直接箭头连接符 621">
            <a:extLst>
              <a:ext uri="{FF2B5EF4-FFF2-40B4-BE49-F238E27FC236}">
                <a16:creationId xmlns:a16="http://schemas.microsoft.com/office/drawing/2014/main" id="{C6156A08-71E3-94B1-3635-25C8950C4729}"/>
              </a:ext>
            </a:extLst>
          </p:cNvPr>
          <p:cNvCxnSpPr>
            <a:cxnSpLocks/>
            <a:stCxn id="577" idx="3"/>
            <a:endCxn id="579" idx="2"/>
          </p:cNvCxnSpPr>
          <p:nvPr/>
        </p:nvCxnSpPr>
        <p:spPr>
          <a:xfrm>
            <a:off x="7262297" y="4486546"/>
            <a:ext cx="303293" cy="273"/>
          </a:xfrm>
          <a:prstGeom prst="straightConnector1">
            <a:avLst/>
          </a:prstGeom>
          <a:ln w="19050">
            <a:headEnd type="triangle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23" name="直接箭头连接符 622">
            <a:extLst>
              <a:ext uri="{FF2B5EF4-FFF2-40B4-BE49-F238E27FC236}">
                <a16:creationId xmlns:a16="http://schemas.microsoft.com/office/drawing/2014/main" id="{E3260790-1AEC-48D7-95A3-874559C7DB2F}"/>
              </a:ext>
            </a:extLst>
          </p:cNvPr>
          <p:cNvCxnSpPr>
            <a:cxnSpLocks/>
            <a:stCxn id="582" idx="3"/>
            <a:endCxn id="590" idx="2"/>
          </p:cNvCxnSpPr>
          <p:nvPr/>
        </p:nvCxnSpPr>
        <p:spPr>
          <a:xfrm>
            <a:off x="9035430" y="4489051"/>
            <a:ext cx="332075" cy="2818"/>
          </a:xfrm>
          <a:prstGeom prst="straightConnector1">
            <a:avLst/>
          </a:prstGeom>
          <a:ln w="19050">
            <a:headEnd type="triangle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24" name="直接箭头连接符 623">
            <a:extLst>
              <a:ext uri="{FF2B5EF4-FFF2-40B4-BE49-F238E27FC236}">
                <a16:creationId xmlns:a16="http://schemas.microsoft.com/office/drawing/2014/main" id="{5CA9A291-C669-6678-2C22-17130309EF66}"/>
              </a:ext>
            </a:extLst>
          </p:cNvPr>
          <p:cNvCxnSpPr>
            <a:cxnSpLocks/>
            <a:stCxn id="950" idx="6"/>
            <a:endCxn id="577" idx="1"/>
          </p:cNvCxnSpPr>
          <p:nvPr/>
        </p:nvCxnSpPr>
        <p:spPr>
          <a:xfrm>
            <a:off x="6410888" y="4478482"/>
            <a:ext cx="275568" cy="8064"/>
          </a:xfrm>
          <a:prstGeom prst="straightConnector1">
            <a:avLst/>
          </a:prstGeom>
          <a:ln w="19050">
            <a:headEnd type="triangle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25" name="文本框 624">
                <a:extLst>
                  <a:ext uri="{FF2B5EF4-FFF2-40B4-BE49-F238E27FC236}">
                    <a16:creationId xmlns:a16="http://schemas.microsoft.com/office/drawing/2014/main" id="{73FF6FD1-1A67-FA3A-5DFF-96AB3709E5E1}"/>
                  </a:ext>
                </a:extLst>
              </p:cNvPr>
              <p:cNvSpPr txBox="1"/>
              <p:nvPr/>
            </p:nvSpPr>
            <p:spPr>
              <a:xfrm>
                <a:off x="3730352" y="4269463"/>
                <a:ext cx="1071288" cy="400110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b="1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zh-CN" altLang="en-US" sz="2000" b="1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𝜵</m:t>
                          </m:r>
                          <m:r>
                            <a:rPr lang="en-US" altLang="zh-CN" sz="2000" b="1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𝑿</m:t>
                          </m:r>
                        </m:e>
                        <m:sub>
                          <m:r>
                            <a:rPr lang="en-US" altLang="zh-CN" sz="2000" b="1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zh-CN" altLang="en-US" sz="2000" b="1" dirty="0">
                  <a:solidFill>
                    <a:schemeClr val="accent6"/>
                  </a:solidFill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25" name="文本框 624">
                <a:extLst>
                  <a:ext uri="{FF2B5EF4-FFF2-40B4-BE49-F238E27FC236}">
                    <a16:creationId xmlns:a16="http://schemas.microsoft.com/office/drawing/2014/main" id="{73FF6FD1-1A67-FA3A-5DFF-96AB3709E5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0352" y="4269463"/>
                <a:ext cx="1071288" cy="400110"/>
              </a:xfrm>
              <a:prstGeom prst="rect">
                <a:avLst/>
              </a:prstGeom>
              <a:blipFill>
                <a:blip r:embed="rId22"/>
                <a:stretch>
                  <a:fillRect b="-1515"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6" name="文本框 625">
                <a:extLst>
                  <a:ext uri="{FF2B5EF4-FFF2-40B4-BE49-F238E27FC236}">
                    <a16:creationId xmlns:a16="http://schemas.microsoft.com/office/drawing/2014/main" id="{7928F030-BCC2-B9D1-01AC-1D4562701582}"/>
                  </a:ext>
                </a:extLst>
              </p:cNvPr>
              <p:cNvSpPr txBox="1"/>
              <p:nvPr/>
            </p:nvSpPr>
            <p:spPr>
              <a:xfrm>
                <a:off x="5561050" y="4259460"/>
                <a:ext cx="1071288" cy="400110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b="1" i="1" dirty="0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zh-CN" altLang="en-US" sz="2000" b="1" i="1" dirty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𝜵</m:t>
                          </m:r>
                          <m:r>
                            <a:rPr lang="en-US" altLang="zh-CN" sz="2000" b="1" i="1" dirty="0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𝑯</m:t>
                          </m:r>
                        </m:e>
                        <m:sub>
                          <m:r>
                            <a:rPr lang="en-US" altLang="zh-CN" sz="2000" b="1" i="1" dirty="0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zh-CN" altLang="en-US" sz="2000" b="1" dirty="0">
                  <a:solidFill>
                    <a:schemeClr val="accent5"/>
                  </a:solidFill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26" name="文本框 625">
                <a:extLst>
                  <a:ext uri="{FF2B5EF4-FFF2-40B4-BE49-F238E27FC236}">
                    <a16:creationId xmlns:a16="http://schemas.microsoft.com/office/drawing/2014/main" id="{7928F030-BCC2-B9D1-01AC-1D45627015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1050" y="4259460"/>
                <a:ext cx="1071288" cy="400110"/>
              </a:xfrm>
              <a:prstGeom prst="rect">
                <a:avLst/>
              </a:prstGeom>
              <a:blipFill>
                <a:blip r:embed="rId23"/>
                <a:stretch>
                  <a:fillRect b="-1538"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7" name="文本框 626">
                <a:extLst>
                  <a:ext uri="{FF2B5EF4-FFF2-40B4-BE49-F238E27FC236}">
                    <a16:creationId xmlns:a16="http://schemas.microsoft.com/office/drawing/2014/main" id="{9CDF7743-3F44-7283-570B-2096C267DFA0}"/>
                  </a:ext>
                </a:extLst>
              </p:cNvPr>
              <p:cNvSpPr txBox="1"/>
              <p:nvPr/>
            </p:nvSpPr>
            <p:spPr>
              <a:xfrm>
                <a:off x="7402298" y="4276699"/>
                <a:ext cx="1071288" cy="400110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b="1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zh-CN" altLang="en-US" sz="2000" b="1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𝜵</m:t>
                          </m:r>
                          <m:r>
                            <a:rPr lang="en-US" altLang="zh-CN" sz="2000" b="1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𝑿</m:t>
                          </m:r>
                        </m:e>
                        <m:sub>
                          <m:r>
                            <a:rPr lang="en-US" altLang="zh-CN" sz="2000" b="1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zh-CN" altLang="en-US" sz="2000" b="1" dirty="0">
                  <a:solidFill>
                    <a:schemeClr val="accent6"/>
                  </a:solidFill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27" name="文本框 626">
                <a:extLst>
                  <a:ext uri="{FF2B5EF4-FFF2-40B4-BE49-F238E27FC236}">
                    <a16:creationId xmlns:a16="http://schemas.microsoft.com/office/drawing/2014/main" id="{9CDF7743-3F44-7283-570B-2096C267DF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02298" y="4276699"/>
                <a:ext cx="1071288" cy="400110"/>
              </a:xfrm>
              <a:prstGeom prst="rect">
                <a:avLst/>
              </a:prstGeom>
              <a:blipFill>
                <a:blip r:embed="rId24"/>
                <a:stretch>
                  <a:fillRect b="-1538"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9" name="文本框 628">
                <a:extLst>
                  <a:ext uri="{FF2B5EF4-FFF2-40B4-BE49-F238E27FC236}">
                    <a16:creationId xmlns:a16="http://schemas.microsoft.com/office/drawing/2014/main" id="{3EDE49EE-C095-429D-8F90-B3B7949E9AED}"/>
                  </a:ext>
                </a:extLst>
              </p:cNvPr>
              <p:cNvSpPr txBox="1"/>
              <p:nvPr/>
            </p:nvSpPr>
            <p:spPr>
              <a:xfrm>
                <a:off x="9178397" y="4281460"/>
                <a:ext cx="1071288" cy="400110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b="1" i="1" dirty="0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zh-CN" altLang="en-US" sz="2000" b="1" i="1" dirty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𝜵</m:t>
                          </m:r>
                          <m:r>
                            <a:rPr lang="en-US" altLang="zh-CN" sz="2000" b="1" i="1" dirty="0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𝑯</m:t>
                          </m:r>
                        </m:e>
                        <m:sub>
                          <m:r>
                            <a:rPr lang="en-US" altLang="zh-CN" sz="2000" b="1" i="1" dirty="0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zh-CN" altLang="en-US" sz="2000" b="1" dirty="0">
                  <a:solidFill>
                    <a:schemeClr val="accent5"/>
                  </a:solidFill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29" name="文本框 628">
                <a:extLst>
                  <a:ext uri="{FF2B5EF4-FFF2-40B4-BE49-F238E27FC236}">
                    <a16:creationId xmlns:a16="http://schemas.microsoft.com/office/drawing/2014/main" id="{3EDE49EE-C095-429D-8F90-B3B7949E9A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78397" y="4281460"/>
                <a:ext cx="1071288" cy="400110"/>
              </a:xfrm>
              <a:prstGeom prst="rect">
                <a:avLst/>
              </a:prstGeom>
              <a:blipFill>
                <a:blip r:embed="rId25"/>
                <a:stretch>
                  <a:fillRect b="-1515"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30" name="直接箭头连接符 629">
            <a:extLst>
              <a:ext uri="{FF2B5EF4-FFF2-40B4-BE49-F238E27FC236}">
                <a16:creationId xmlns:a16="http://schemas.microsoft.com/office/drawing/2014/main" id="{0969A8BE-C334-6C6D-5DE7-10F3F5A4418F}"/>
              </a:ext>
            </a:extLst>
          </p:cNvPr>
          <p:cNvCxnSpPr>
            <a:cxnSpLocks/>
          </p:cNvCxnSpPr>
          <p:nvPr/>
        </p:nvCxnSpPr>
        <p:spPr>
          <a:xfrm flipH="1">
            <a:off x="9680029" y="3639153"/>
            <a:ext cx="6815" cy="633209"/>
          </a:xfrm>
          <a:prstGeom prst="straightConnector1">
            <a:avLst/>
          </a:prstGeom>
          <a:ln w="19050"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文本框 13">
            <a:extLst>
              <a:ext uri="{FF2B5EF4-FFF2-40B4-BE49-F238E27FC236}">
                <a16:creationId xmlns:a16="http://schemas.microsoft.com/office/drawing/2014/main" id="{85B02BEE-8DC9-833B-F219-ED2C812060A1}"/>
              </a:ext>
            </a:extLst>
          </p:cNvPr>
          <p:cNvSpPr txBox="1"/>
          <p:nvPr/>
        </p:nvSpPr>
        <p:spPr>
          <a:xfrm>
            <a:off x="3878631" y="904624"/>
            <a:ext cx="3196345" cy="523220"/>
          </a:xfrm>
          <a:prstGeom prst="rect">
            <a:avLst/>
          </a:prstGeom>
          <a:noFill/>
          <a:ln w="19050">
            <a:noFill/>
            <a:prstDash val="solid"/>
          </a:ln>
        </p:spPr>
        <p:txBody>
          <a:bodyPr wrap="square">
            <a:spAutoFit/>
          </a:bodyPr>
          <a:lstStyle/>
          <a:p>
            <a:r>
              <a:rPr lang="en-US" altLang="zh-CN" sz="2800" dirty="0">
                <a:solidFill>
                  <a:srgbClr val="70AD47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Linear Computation</a:t>
            </a:r>
            <a:endParaRPr lang="zh-CN" altLang="en-US" sz="2800" dirty="0">
              <a:solidFill>
                <a:srgbClr val="70AD4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094363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50D34F72-5712-631F-96BE-0638988B78BC}"/>
              </a:ext>
            </a:extLst>
          </p:cNvPr>
          <p:cNvSpPr/>
          <p:nvPr/>
        </p:nvSpPr>
        <p:spPr>
          <a:xfrm>
            <a:off x="1132553" y="4255613"/>
            <a:ext cx="119776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i="0" dirty="0">
                <a:latin typeface="Arial" panose="020B0604020202020204" pitchFamily="34" charset="0"/>
                <a:cs typeface="Arial" panose="020B0604020202020204" pitchFamily="34" charset="0"/>
              </a:rPr>
              <a:t>Backward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288000" y="0"/>
            <a:ext cx="11164860" cy="141763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badi" panose="020B0604020202020204" pitchFamily="34" charset="0"/>
                <a:sym typeface="+mn-ea"/>
              </a:rPr>
              <a:t>Multi-GPU GNN Systems with Data Parallelism</a:t>
            </a:r>
            <a:endParaRPr lang="en-US" altLang="zh-CN" sz="3600" dirty="0">
              <a:latin typeface="Century Gothic" panose="020B050202020202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5" name="Rectangle 10"/>
          <p:cNvSpPr/>
          <p:nvPr/>
        </p:nvSpPr>
        <p:spPr>
          <a:xfrm>
            <a:off x="0" y="420787"/>
            <a:ext cx="288000" cy="57606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657" name="矩形 656">
            <a:extLst>
              <a:ext uri="{FF2B5EF4-FFF2-40B4-BE49-F238E27FC236}">
                <a16:creationId xmlns:a16="http://schemas.microsoft.com/office/drawing/2014/main" id="{122707FE-F23D-9EC2-A658-286E52EED6F0}"/>
              </a:ext>
            </a:extLst>
          </p:cNvPr>
          <p:cNvSpPr/>
          <p:nvPr/>
        </p:nvSpPr>
        <p:spPr>
          <a:xfrm>
            <a:off x="282280" y="5640460"/>
            <a:ext cx="11668471" cy="115353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59" name="文本框 658">
            <a:extLst>
              <a:ext uri="{FF2B5EF4-FFF2-40B4-BE49-F238E27FC236}">
                <a16:creationId xmlns:a16="http://schemas.microsoft.com/office/drawing/2014/main" id="{C3325C92-8017-D209-BA86-E92D3C0460F3}"/>
              </a:ext>
            </a:extLst>
          </p:cNvPr>
          <p:cNvSpPr txBox="1"/>
          <p:nvPr/>
        </p:nvSpPr>
        <p:spPr>
          <a:xfrm>
            <a:off x="241248" y="6064139"/>
            <a:ext cx="3157268" cy="400110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FF0000"/>
                </a:solidFill>
                <a:cs typeface="Arial" panose="020B0604020202020204" pitchFamily="34" charset="0"/>
              </a:rPr>
              <a:t>The Memory of GPU 1</a:t>
            </a:r>
            <a:endParaRPr lang="zh-CN" altLang="en-US" sz="3200" b="1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  <p:grpSp>
        <p:nvGrpSpPr>
          <p:cNvPr id="597" name="组合 596">
            <a:extLst>
              <a:ext uri="{FF2B5EF4-FFF2-40B4-BE49-F238E27FC236}">
                <a16:creationId xmlns:a16="http://schemas.microsoft.com/office/drawing/2014/main" id="{A3AB9EC3-2062-BD90-4223-E74AE1176097}"/>
              </a:ext>
            </a:extLst>
          </p:cNvPr>
          <p:cNvGrpSpPr/>
          <p:nvPr/>
        </p:nvGrpSpPr>
        <p:grpSpPr>
          <a:xfrm>
            <a:off x="3460133" y="6068274"/>
            <a:ext cx="621640" cy="669775"/>
            <a:chOff x="3656357" y="6507685"/>
            <a:chExt cx="621640" cy="669775"/>
          </a:xfrm>
        </p:grpSpPr>
        <p:sp>
          <p:nvSpPr>
            <p:cNvPr id="598" name="矩形 1174">
              <a:extLst>
                <a:ext uri="{FF2B5EF4-FFF2-40B4-BE49-F238E27FC236}">
                  <a16:creationId xmlns:a16="http://schemas.microsoft.com/office/drawing/2014/main" id="{2C73A039-57CE-A483-8347-742AC622A14C}"/>
                </a:ext>
              </a:extLst>
            </p:cNvPr>
            <p:cNvSpPr/>
            <p:nvPr/>
          </p:nvSpPr>
          <p:spPr>
            <a:xfrm rot="10800000">
              <a:off x="3657805" y="7037952"/>
              <a:ext cx="618707" cy="139508"/>
            </a:xfrm>
            <a:custGeom>
              <a:avLst/>
              <a:gdLst>
                <a:gd name="connsiteX0" fmla="*/ 0 w 595706"/>
                <a:gd name="connsiteY0" fmla="*/ 0 h 92965"/>
                <a:gd name="connsiteX1" fmla="*/ 595706 w 595706"/>
                <a:gd name="connsiteY1" fmla="*/ 0 h 92965"/>
                <a:gd name="connsiteX2" fmla="*/ 595706 w 595706"/>
                <a:gd name="connsiteY2" fmla="*/ 92965 h 92965"/>
                <a:gd name="connsiteX3" fmla="*/ 0 w 595706"/>
                <a:gd name="connsiteY3" fmla="*/ 92965 h 92965"/>
                <a:gd name="connsiteX4" fmla="*/ 0 w 595706"/>
                <a:gd name="connsiteY4" fmla="*/ 0 h 92965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131 w 595837"/>
                <a:gd name="connsiteY0" fmla="*/ 0 h 148754"/>
                <a:gd name="connsiteX1" fmla="*/ 595837 w 595837"/>
                <a:gd name="connsiteY1" fmla="*/ 0 h 148754"/>
                <a:gd name="connsiteX2" fmla="*/ 595837 w 595837"/>
                <a:gd name="connsiteY2" fmla="*/ 92965 h 148754"/>
                <a:gd name="connsiteX3" fmla="*/ 131 w 595837"/>
                <a:gd name="connsiteY3" fmla="*/ 148754 h 148754"/>
                <a:gd name="connsiteX4" fmla="*/ 131 w 595837"/>
                <a:gd name="connsiteY4" fmla="*/ 0 h 148754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56571"/>
                <a:gd name="connsiteX1" fmla="*/ 595837 w 595837"/>
                <a:gd name="connsiteY1" fmla="*/ 0 h 156571"/>
                <a:gd name="connsiteX2" fmla="*/ 594316 w 595837"/>
                <a:gd name="connsiteY2" fmla="*/ 141984 h 156571"/>
                <a:gd name="connsiteX3" fmla="*/ 131 w 595837"/>
                <a:gd name="connsiteY3" fmla="*/ 140590 h 156571"/>
                <a:gd name="connsiteX4" fmla="*/ 131 w 595837"/>
                <a:gd name="connsiteY4" fmla="*/ 0 h 156571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0 w 600949"/>
                <a:gd name="connsiteY0" fmla="*/ 0 h 271309"/>
                <a:gd name="connsiteX1" fmla="*/ 600949 w 600949"/>
                <a:gd name="connsiteY1" fmla="*/ 0 h 271309"/>
                <a:gd name="connsiteX2" fmla="*/ 599428 w 600949"/>
                <a:gd name="connsiteY2" fmla="*/ 141984 h 271309"/>
                <a:gd name="connsiteX3" fmla="*/ 3722 w 600949"/>
                <a:gd name="connsiteY3" fmla="*/ 271309 h 271309"/>
                <a:gd name="connsiteX4" fmla="*/ 0 w 600949"/>
                <a:gd name="connsiteY4" fmla="*/ 0 h 271309"/>
                <a:gd name="connsiteX0" fmla="*/ 0 w 599639"/>
                <a:gd name="connsiteY0" fmla="*/ 0 h 271309"/>
                <a:gd name="connsiteX1" fmla="*/ 599639 w 599639"/>
                <a:gd name="connsiteY1" fmla="*/ 0 h 271309"/>
                <a:gd name="connsiteX2" fmla="*/ 599428 w 599639"/>
                <a:gd name="connsiteY2" fmla="*/ 141984 h 271309"/>
                <a:gd name="connsiteX3" fmla="*/ 3722 w 599639"/>
                <a:gd name="connsiteY3" fmla="*/ 271309 h 271309"/>
                <a:gd name="connsiteX4" fmla="*/ 0 w 599639"/>
                <a:gd name="connsiteY4" fmla="*/ 0 h 271309"/>
                <a:gd name="connsiteX0" fmla="*/ 0 w 597018"/>
                <a:gd name="connsiteY0" fmla="*/ 0 h 271309"/>
                <a:gd name="connsiteX1" fmla="*/ 597018 w 597018"/>
                <a:gd name="connsiteY1" fmla="*/ 0 h 271309"/>
                <a:gd name="connsiteX2" fmla="*/ 596807 w 597018"/>
                <a:gd name="connsiteY2" fmla="*/ 141984 h 271309"/>
                <a:gd name="connsiteX3" fmla="*/ 1101 w 597018"/>
                <a:gd name="connsiteY3" fmla="*/ 271309 h 271309"/>
                <a:gd name="connsiteX4" fmla="*/ 0 w 597018"/>
                <a:gd name="connsiteY4" fmla="*/ 0 h 271309"/>
                <a:gd name="connsiteX0" fmla="*/ 0 w 596807"/>
                <a:gd name="connsiteY0" fmla="*/ 0 h 271309"/>
                <a:gd name="connsiteX1" fmla="*/ 591775 w 596807"/>
                <a:gd name="connsiteY1" fmla="*/ 0 h 271309"/>
                <a:gd name="connsiteX2" fmla="*/ 596807 w 596807"/>
                <a:gd name="connsiteY2" fmla="*/ 141984 h 271309"/>
                <a:gd name="connsiteX3" fmla="*/ 1101 w 596807"/>
                <a:gd name="connsiteY3" fmla="*/ 271309 h 271309"/>
                <a:gd name="connsiteX4" fmla="*/ 0 w 596807"/>
                <a:gd name="connsiteY4" fmla="*/ 0 h 271309"/>
                <a:gd name="connsiteX0" fmla="*/ 0 w 596807"/>
                <a:gd name="connsiteY0" fmla="*/ 0 h 271309"/>
                <a:gd name="connsiteX1" fmla="*/ 595708 w 596807"/>
                <a:gd name="connsiteY1" fmla="*/ 0 h 271309"/>
                <a:gd name="connsiteX2" fmla="*/ 596807 w 596807"/>
                <a:gd name="connsiteY2" fmla="*/ 141984 h 271309"/>
                <a:gd name="connsiteX3" fmla="*/ 1101 w 596807"/>
                <a:gd name="connsiteY3" fmla="*/ 271309 h 271309"/>
                <a:gd name="connsiteX4" fmla="*/ 0 w 596807"/>
                <a:gd name="connsiteY4" fmla="*/ 0 h 271309"/>
                <a:gd name="connsiteX0" fmla="*/ 0 w 595708"/>
                <a:gd name="connsiteY0" fmla="*/ 0 h 271309"/>
                <a:gd name="connsiteX1" fmla="*/ 595708 w 595708"/>
                <a:gd name="connsiteY1" fmla="*/ 0 h 271309"/>
                <a:gd name="connsiteX2" fmla="*/ 594186 w 595708"/>
                <a:gd name="connsiteY2" fmla="*/ 141985 h 271309"/>
                <a:gd name="connsiteX3" fmla="*/ 1101 w 595708"/>
                <a:gd name="connsiteY3" fmla="*/ 271309 h 271309"/>
                <a:gd name="connsiteX4" fmla="*/ 0 w 595708"/>
                <a:gd name="connsiteY4" fmla="*/ 0 h 271309"/>
                <a:gd name="connsiteX0" fmla="*/ 0 w 596439"/>
                <a:gd name="connsiteY0" fmla="*/ 109083 h 380392"/>
                <a:gd name="connsiteX1" fmla="*/ 595708 w 596439"/>
                <a:gd name="connsiteY1" fmla="*/ 109083 h 380392"/>
                <a:gd name="connsiteX2" fmla="*/ 594186 w 596439"/>
                <a:gd name="connsiteY2" fmla="*/ 251068 h 380392"/>
                <a:gd name="connsiteX3" fmla="*/ 1101 w 596439"/>
                <a:gd name="connsiteY3" fmla="*/ 380392 h 380392"/>
                <a:gd name="connsiteX4" fmla="*/ 0 w 596439"/>
                <a:gd name="connsiteY4" fmla="*/ 109083 h 380392"/>
                <a:gd name="connsiteX0" fmla="*/ 0 w 595708"/>
                <a:gd name="connsiteY0" fmla="*/ 0 h 271309"/>
                <a:gd name="connsiteX1" fmla="*/ 595708 w 595708"/>
                <a:gd name="connsiteY1" fmla="*/ 0 h 271309"/>
                <a:gd name="connsiteX2" fmla="*/ 594186 w 595708"/>
                <a:gd name="connsiteY2" fmla="*/ 141985 h 271309"/>
                <a:gd name="connsiteX3" fmla="*/ 1101 w 595708"/>
                <a:gd name="connsiteY3" fmla="*/ 271309 h 271309"/>
                <a:gd name="connsiteX4" fmla="*/ 0 w 595708"/>
                <a:gd name="connsiteY4" fmla="*/ 0 h 271309"/>
                <a:gd name="connsiteX0" fmla="*/ 0 w 596808"/>
                <a:gd name="connsiteY0" fmla="*/ 0 h 271309"/>
                <a:gd name="connsiteX1" fmla="*/ 595708 w 596808"/>
                <a:gd name="connsiteY1" fmla="*/ 0 h 271309"/>
                <a:gd name="connsiteX2" fmla="*/ 596808 w 596808"/>
                <a:gd name="connsiteY2" fmla="*/ 141985 h 271309"/>
                <a:gd name="connsiteX3" fmla="*/ 1101 w 596808"/>
                <a:gd name="connsiteY3" fmla="*/ 271309 h 271309"/>
                <a:gd name="connsiteX4" fmla="*/ 0 w 596808"/>
                <a:gd name="connsiteY4" fmla="*/ 0 h 271309"/>
                <a:gd name="connsiteX0" fmla="*/ 0 w 596808"/>
                <a:gd name="connsiteY0" fmla="*/ 0 h 271309"/>
                <a:gd name="connsiteX1" fmla="*/ 595708 w 596808"/>
                <a:gd name="connsiteY1" fmla="*/ 0 h 271309"/>
                <a:gd name="connsiteX2" fmla="*/ 596808 w 596808"/>
                <a:gd name="connsiteY2" fmla="*/ 141985 h 271309"/>
                <a:gd name="connsiteX3" fmla="*/ 1101 w 596808"/>
                <a:gd name="connsiteY3" fmla="*/ 271309 h 271309"/>
                <a:gd name="connsiteX4" fmla="*/ 0 w 596808"/>
                <a:gd name="connsiteY4" fmla="*/ 0 h 271309"/>
                <a:gd name="connsiteX0" fmla="*/ 0 w 596808"/>
                <a:gd name="connsiteY0" fmla="*/ 0 h 271309"/>
                <a:gd name="connsiteX1" fmla="*/ 595708 w 596808"/>
                <a:gd name="connsiteY1" fmla="*/ 0 h 271309"/>
                <a:gd name="connsiteX2" fmla="*/ 596808 w 596808"/>
                <a:gd name="connsiteY2" fmla="*/ 141985 h 271309"/>
                <a:gd name="connsiteX3" fmla="*/ 1101 w 596808"/>
                <a:gd name="connsiteY3" fmla="*/ 271309 h 271309"/>
                <a:gd name="connsiteX4" fmla="*/ 0 w 596808"/>
                <a:gd name="connsiteY4" fmla="*/ 0 h 271309"/>
                <a:gd name="connsiteX0" fmla="*/ 0 w 595708"/>
                <a:gd name="connsiteY0" fmla="*/ 0 h 271309"/>
                <a:gd name="connsiteX1" fmla="*/ 595708 w 595708"/>
                <a:gd name="connsiteY1" fmla="*/ 0 h 271309"/>
                <a:gd name="connsiteX2" fmla="*/ 594186 w 595708"/>
                <a:gd name="connsiteY2" fmla="*/ 141985 h 271309"/>
                <a:gd name="connsiteX3" fmla="*/ 1101 w 595708"/>
                <a:gd name="connsiteY3" fmla="*/ 271309 h 271309"/>
                <a:gd name="connsiteX4" fmla="*/ 0 w 595708"/>
                <a:gd name="connsiteY4" fmla="*/ 0 h 271309"/>
                <a:gd name="connsiteX0" fmla="*/ 0 w 595708"/>
                <a:gd name="connsiteY0" fmla="*/ 0 h 271309"/>
                <a:gd name="connsiteX1" fmla="*/ 595708 w 595708"/>
                <a:gd name="connsiteY1" fmla="*/ 0 h 271309"/>
                <a:gd name="connsiteX2" fmla="*/ 594186 w 595708"/>
                <a:gd name="connsiteY2" fmla="*/ 141985 h 271309"/>
                <a:gd name="connsiteX3" fmla="*/ 1101 w 595708"/>
                <a:gd name="connsiteY3" fmla="*/ 271309 h 271309"/>
                <a:gd name="connsiteX4" fmla="*/ 0 w 595708"/>
                <a:gd name="connsiteY4" fmla="*/ 0 h 271309"/>
                <a:gd name="connsiteX0" fmla="*/ 0 w 595936"/>
                <a:gd name="connsiteY0" fmla="*/ 0 h 271309"/>
                <a:gd name="connsiteX1" fmla="*/ 595708 w 595936"/>
                <a:gd name="connsiteY1" fmla="*/ 0 h 271309"/>
                <a:gd name="connsiteX2" fmla="*/ 594186 w 595936"/>
                <a:gd name="connsiteY2" fmla="*/ 141985 h 271309"/>
                <a:gd name="connsiteX3" fmla="*/ 1101 w 595936"/>
                <a:gd name="connsiteY3" fmla="*/ 271309 h 271309"/>
                <a:gd name="connsiteX4" fmla="*/ 0 w 595936"/>
                <a:gd name="connsiteY4" fmla="*/ 0 h 271309"/>
                <a:gd name="connsiteX0" fmla="*/ 319 w 596255"/>
                <a:gd name="connsiteY0" fmla="*/ 0 h 271309"/>
                <a:gd name="connsiteX1" fmla="*/ 596027 w 596255"/>
                <a:gd name="connsiteY1" fmla="*/ 0 h 271309"/>
                <a:gd name="connsiteX2" fmla="*/ 594505 w 596255"/>
                <a:gd name="connsiteY2" fmla="*/ 141985 h 271309"/>
                <a:gd name="connsiteX3" fmla="*/ 110 w 596255"/>
                <a:gd name="connsiteY3" fmla="*/ 271309 h 271309"/>
                <a:gd name="connsiteX4" fmla="*/ 319 w 596255"/>
                <a:gd name="connsiteY4" fmla="*/ 0 h 271309"/>
                <a:gd name="connsiteX0" fmla="*/ 0 w 595936"/>
                <a:gd name="connsiteY0" fmla="*/ 0 h 271309"/>
                <a:gd name="connsiteX1" fmla="*/ 595708 w 595936"/>
                <a:gd name="connsiteY1" fmla="*/ 0 h 271309"/>
                <a:gd name="connsiteX2" fmla="*/ 594186 w 595936"/>
                <a:gd name="connsiteY2" fmla="*/ 141985 h 271309"/>
                <a:gd name="connsiteX3" fmla="*/ 1101 w 595936"/>
                <a:gd name="connsiteY3" fmla="*/ 271309 h 271309"/>
                <a:gd name="connsiteX4" fmla="*/ 0 w 595936"/>
                <a:gd name="connsiteY4" fmla="*/ 0 h 271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5936" h="271309">
                  <a:moveTo>
                    <a:pt x="0" y="0"/>
                  </a:moveTo>
                  <a:lnTo>
                    <a:pt x="595708" y="0"/>
                  </a:lnTo>
                  <a:cubicBezTo>
                    <a:pt x="595708" y="30988"/>
                    <a:pt x="596806" y="39550"/>
                    <a:pt x="594186" y="141985"/>
                  </a:cubicBezTo>
                  <a:cubicBezTo>
                    <a:pt x="404809" y="352086"/>
                    <a:pt x="341643" y="22672"/>
                    <a:pt x="1101" y="271309"/>
                  </a:cubicBezTo>
                  <a:cubicBezTo>
                    <a:pt x="647" y="226260"/>
                    <a:pt x="454" y="45049"/>
                    <a:pt x="0" y="0"/>
                  </a:cubicBez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599" name="组合 598">
              <a:extLst>
                <a:ext uri="{FF2B5EF4-FFF2-40B4-BE49-F238E27FC236}">
                  <a16:creationId xmlns:a16="http://schemas.microsoft.com/office/drawing/2014/main" id="{886584A2-8F14-0343-BBB5-66400C61BE8D}"/>
                </a:ext>
              </a:extLst>
            </p:cNvPr>
            <p:cNvGrpSpPr/>
            <p:nvPr/>
          </p:nvGrpSpPr>
          <p:grpSpPr>
            <a:xfrm>
              <a:off x="3656357" y="6507685"/>
              <a:ext cx="621640" cy="663817"/>
              <a:chOff x="3656357" y="6507685"/>
              <a:chExt cx="621640" cy="663817"/>
            </a:xfrm>
          </p:grpSpPr>
          <p:sp>
            <p:nvSpPr>
              <p:cNvPr id="600" name="矩形 599">
                <a:extLst>
                  <a:ext uri="{FF2B5EF4-FFF2-40B4-BE49-F238E27FC236}">
                    <a16:creationId xmlns:a16="http://schemas.microsoft.com/office/drawing/2014/main" id="{2F6AB136-4DF9-AA70-40CA-8EDCA4A1FE98}"/>
                  </a:ext>
                </a:extLst>
              </p:cNvPr>
              <p:cNvSpPr/>
              <p:nvPr/>
            </p:nvSpPr>
            <p:spPr>
              <a:xfrm>
                <a:off x="3656465" y="6640950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01" name="矩形 600">
                <a:extLst>
                  <a:ext uri="{FF2B5EF4-FFF2-40B4-BE49-F238E27FC236}">
                    <a16:creationId xmlns:a16="http://schemas.microsoft.com/office/drawing/2014/main" id="{C982E763-E1FC-89BD-FB27-F448F1BC94EB}"/>
                  </a:ext>
                </a:extLst>
              </p:cNvPr>
              <p:cNvSpPr/>
              <p:nvPr/>
            </p:nvSpPr>
            <p:spPr>
              <a:xfrm>
                <a:off x="3811875" y="6640950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02" name="矩形 601">
                <a:extLst>
                  <a:ext uri="{FF2B5EF4-FFF2-40B4-BE49-F238E27FC236}">
                    <a16:creationId xmlns:a16="http://schemas.microsoft.com/office/drawing/2014/main" id="{892005E8-9890-7EEE-DF73-CF2E818B6F00}"/>
                  </a:ext>
                </a:extLst>
              </p:cNvPr>
              <p:cNvSpPr/>
              <p:nvPr/>
            </p:nvSpPr>
            <p:spPr>
              <a:xfrm>
                <a:off x="3967285" y="6640950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03" name="矩形 602">
                <a:extLst>
                  <a:ext uri="{FF2B5EF4-FFF2-40B4-BE49-F238E27FC236}">
                    <a16:creationId xmlns:a16="http://schemas.microsoft.com/office/drawing/2014/main" id="{61A23AB9-1225-584B-F902-9B329100B108}"/>
                  </a:ext>
                </a:extLst>
              </p:cNvPr>
              <p:cNvSpPr/>
              <p:nvPr/>
            </p:nvSpPr>
            <p:spPr>
              <a:xfrm>
                <a:off x="4122695" y="6640950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04" name="矩形 603">
                <a:extLst>
                  <a:ext uri="{FF2B5EF4-FFF2-40B4-BE49-F238E27FC236}">
                    <a16:creationId xmlns:a16="http://schemas.microsoft.com/office/drawing/2014/main" id="{B2BB2A90-9AC8-D6F5-61F6-B9FE661445A1}"/>
                  </a:ext>
                </a:extLst>
              </p:cNvPr>
              <p:cNvSpPr/>
              <p:nvPr/>
            </p:nvSpPr>
            <p:spPr>
              <a:xfrm>
                <a:off x="3656465" y="6773574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05" name="矩形 604">
                <a:extLst>
                  <a:ext uri="{FF2B5EF4-FFF2-40B4-BE49-F238E27FC236}">
                    <a16:creationId xmlns:a16="http://schemas.microsoft.com/office/drawing/2014/main" id="{97399F19-77FD-4D0C-89BD-177D20715424}"/>
                  </a:ext>
                </a:extLst>
              </p:cNvPr>
              <p:cNvSpPr/>
              <p:nvPr/>
            </p:nvSpPr>
            <p:spPr>
              <a:xfrm>
                <a:off x="3811875" y="6773574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06" name="矩形 605">
                <a:extLst>
                  <a:ext uri="{FF2B5EF4-FFF2-40B4-BE49-F238E27FC236}">
                    <a16:creationId xmlns:a16="http://schemas.microsoft.com/office/drawing/2014/main" id="{B3745597-7EEE-5B6E-8368-905AA95F54B2}"/>
                  </a:ext>
                </a:extLst>
              </p:cNvPr>
              <p:cNvSpPr/>
              <p:nvPr/>
            </p:nvSpPr>
            <p:spPr>
              <a:xfrm>
                <a:off x="3967285" y="6773574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07" name="矩形 606">
                <a:extLst>
                  <a:ext uri="{FF2B5EF4-FFF2-40B4-BE49-F238E27FC236}">
                    <a16:creationId xmlns:a16="http://schemas.microsoft.com/office/drawing/2014/main" id="{8AD8ADEC-A240-398B-E5E0-3602D92F07E1}"/>
                  </a:ext>
                </a:extLst>
              </p:cNvPr>
              <p:cNvSpPr/>
              <p:nvPr/>
            </p:nvSpPr>
            <p:spPr>
              <a:xfrm>
                <a:off x="4122695" y="6773574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08" name="矩形 607">
                <a:extLst>
                  <a:ext uri="{FF2B5EF4-FFF2-40B4-BE49-F238E27FC236}">
                    <a16:creationId xmlns:a16="http://schemas.microsoft.com/office/drawing/2014/main" id="{7FDACAFC-F9A5-AAD7-00BA-680264C4398C}"/>
                  </a:ext>
                </a:extLst>
              </p:cNvPr>
              <p:cNvSpPr/>
              <p:nvPr/>
            </p:nvSpPr>
            <p:spPr>
              <a:xfrm>
                <a:off x="3656357" y="690625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09" name="矩形 608">
                <a:extLst>
                  <a:ext uri="{FF2B5EF4-FFF2-40B4-BE49-F238E27FC236}">
                    <a16:creationId xmlns:a16="http://schemas.microsoft.com/office/drawing/2014/main" id="{7FD77AC2-55D6-267D-FC85-C0386F52E383}"/>
                  </a:ext>
                </a:extLst>
              </p:cNvPr>
              <p:cNvSpPr/>
              <p:nvPr/>
            </p:nvSpPr>
            <p:spPr>
              <a:xfrm>
                <a:off x="3811767" y="690625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0" name="矩形 609">
                <a:extLst>
                  <a:ext uri="{FF2B5EF4-FFF2-40B4-BE49-F238E27FC236}">
                    <a16:creationId xmlns:a16="http://schemas.microsoft.com/office/drawing/2014/main" id="{2F4429C3-A915-E5A9-AE97-B6B6310F3B74}"/>
                  </a:ext>
                </a:extLst>
              </p:cNvPr>
              <p:cNvSpPr/>
              <p:nvPr/>
            </p:nvSpPr>
            <p:spPr>
              <a:xfrm>
                <a:off x="3967177" y="690625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1" name="矩形 610">
                <a:extLst>
                  <a:ext uri="{FF2B5EF4-FFF2-40B4-BE49-F238E27FC236}">
                    <a16:creationId xmlns:a16="http://schemas.microsoft.com/office/drawing/2014/main" id="{8603E164-2A0F-0F94-7C6F-E575B286D3A4}"/>
                  </a:ext>
                </a:extLst>
              </p:cNvPr>
              <p:cNvSpPr/>
              <p:nvPr/>
            </p:nvSpPr>
            <p:spPr>
              <a:xfrm>
                <a:off x="4122587" y="690625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2" name="矩形 611">
                <a:extLst>
                  <a:ext uri="{FF2B5EF4-FFF2-40B4-BE49-F238E27FC236}">
                    <a16:creationId xmlns:a16="http://schemas.microsoft.com/office/drawing/2014/main" id="{1BC2E19B-DAAF-F176-5CD9-564B33518FB3}"/>
                  </a:ext>
                </a:extLst>
              </p:cNvPr>
              <p:cNvSpPr/>
              <p:nvPr/>
            </p:nvSpPr>
            <p:spPr>
              <a:xfrm>
                <a:off x="3656357" y="7038879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3" name="矩形 612">
                <a:extLst>
                  <a:ext uri="{FF2B5EF4-FFF2-40B4-BE49-F238E27FC236}">
                    <a16:creationId xmlns:a16="http://schemas.microsoft.com/office/drawing/2014/main" id="{9ACDC26D-3623-8362-B0F8-52BF01ACA767}"/>
                  </a:ext>
                </a:extLst>
              </p:cNvPr>
              <p:cNvSpPr/>
              <p:nvPr/>
            </p:nvSpPr>
            <p:spPr>
              <a:xfrm>
                <a:off x="3811767" y="7038879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4" name="矩形 613">
                <a:extLst>
                  <a:ext uri="{FF2B5EF4-FFF2-40B4-BE49-F238E27FC236}">
                    <a16:creationId xmlns:a16="http://schemas.microsoft.com/office/drawing/2014/main" id="{4AF5F51E-45D8-D058-0507-B6143893702C}"/>
                  </a:ext>
                </a:extLst>
              </p:cNvPr>
              <p:cNvSpPr/>
              <p:nvPr/>
            </p:nvSpPr>
            <p:spPr>
              <a:xfrm>
                <a:off x="3967177" y="7038879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5" name="矩形 614">
                <a:extLst>
                  <a:ext uri="{FF2B5EF4-FFF2-40B4-BE49-F238E27FC236}">
                    <a16:creationId xmlns:a16="http://schemas.microsoft.com/office/drawing/2014/main" id="{87DE4D0D-7583-AC0C-B789-27A568D23CDF}"/>
                  </a:ext>
                </a:extLst>
              </p:cNvPr>
              <p:cNvSpPr/>
              <p:nvPr/>
            </p:nvSpPr>
            <p:spPr>
              <a:xfrm>
                <a:off x="4122587" y="7038879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6" name="矩形 615">
                <a:extLst>
                  <a:ext uri="{FF2B5EF4-FFF2-40B4-BE49-F238E27FC236}">
                    <a16:creationId xmlns:a16="http://schemas.microsoft.com/office/drawing/2014/main" id="{24C4F8F9-5418-C8F6-71E3-7606319331C5}"/>
                  </a:ext>
                </a:extLst>
              </p:cNvPr>
              <p:cNvSpPr/>
              <p:nvPr/>
            </p:nvSpPr>
            <p:spPr>
              <a:xfrm>
                <a:off x="3656357" y="650768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7" name="矩形 616">
                <a:extLst>
                  <a:ext uri="{FF2B5EF4-FFF2-40B4-BE49-F238E27FC236}">
                    <a16:creationId xmlns:a16="http://schemas.microsoft.com/office/drawing/2014/main" id="{22A8450A-9A05-1780-BE46-D9B2B0DE9DC7}"/>
                  </a:ext>
                </a:extLst>
              </p:cNvPr>
              <p:cNvSpPr/>
              <p:nvPr/>
            </p:nvSpPr>
            <p:spPr>
              <a:xfrm>
                <a:off x="3811767" y="650768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8" name="矩形 617">
                <a:extLst>
                  <a:ext uri="{FF2B5EF4-FFF2-40B4-BE49-F238E27FC236}">
                    <a16:creationId xmlns:a16="http://schemas.microsoft.com/office/drawing/2014/main" id="{F7796BBB-1D48-96B4-B8AE-FFD73B3832BD}"/>
                  </a:ext>
                </a:extLst>
              </p:cNvPr>
              <p:cNvSpPr/>
              <p:nvPr/>
            </p:nvSpPr>
            <p:spPr>
              <a:xfrm>
                <a:off x="3967177" y="650768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9" name="矩形 618">
                <a:extLst>
                  <a:ext uri="{FF2B5EF4-FFF2-40B4-BE49-F238E27FC236}">
                    <a16:creationId xmlns:a16="http://schemas.microsoft.com/office/drawing/2014/main" id="{A70362E8-F65D-0FC6-A927-56EE86569818}"/>
                  </a:ext>
                </a:extLst>
              </p:cNvPr>
              <p:cNvSpPr/>
              <p:nvPr/>
            </p:nvSpPr>
            <p:spPr>
              <a:xfrm>
                <a:off x="4122587" y="650768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779" name="组合 778">
            <a:extLst>
              <a:ext uri="{FF2B5EF4-FFF2-40B4-BE49-F238E27FC236}">
                <a16:creationId xmlns:a16="http://schemas.microsoft.com/office/drawing/2014/main" id="{AC900855-69EC-7D36-A03A-013E1B064C62}"/>
              </a:ext>
            </a:extLst>
          </p:cNvPr>
          <p:cNvGrpSpPr/>
          <p:nvPr/>
        </p:nvGrpSpPr>
        <p:grpSpPr>
          <a:xfrm>
            <a:off x="4623775" y="6074232"/>
            <a:ext cx="621640" cy="663817"/>
            <a:chOff x="4341455" y="6517035"/>
            <a:chExt cx="621640" cy="663817"/>
          </a:xfrm>
        </p:grpSpPr>
        <p:sp>
          <p:nvSpPr>
            <p:cNvPr id="780" name="矩形 1174">
              <a:extLst>
                <a:ext uri="{FF2B5EF4-FFF2-40B4-BE49-F238E27FC236}">
                  <a16:creationId xmlns:a16="http://schemas.microsoft.com/office/drawing/2014/main" id="{0498E65D-32FE-9D0B-DB90-613DBE3457EA}"/>
                </a:ext>
              </a:extLst>
            </p:cNvPr>
            <p:cNvSpPr/>
            <p:nvPr/>
          </p:nvSpPr>
          <p:spPr>
            <a:xfrm rot="10800000">
              <a:off x="4342830" y="6886022"/>
              <a:ext cx="618706" cy="226680"/>
            </a:xfrm>
            <a:custGeom>
              <a:avLst/>
              <a:gdLst>
                <a:gd name="connsiteX0" fmla="*/ 0 w 595706"/>
                <a:gd name="connsiteY0" fmla="*/ 0 h 92965"/>
                <a:gd name="connsiteX1" fmla="*/ 595706 w 595706"/>
                <a:gd name="connsiteY1" fmla="*/ 0 h 92965"/>
                <a:gd name="connsiteX2" fmla="*/ 595706 w 595706"/>
                <a:gd name="connsiteY2" fmla="*/ 92965 h 92965"/>
                <a:gd name="connsiteX3" fmla="*/ 0 w 595706"/>
                <a:gd name="connsiteY3" fmla="*/ 92965 h 92965"/>
                <a:gd name="connsiteX4" fmla="*/ 0 w 595706"/>
                <a:gd name="connsiteY4" fmla="*/ 0 h 92965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1422 w 594406"/>
                <a:gd name="connsiteY0" fmla="*/ 21376 h 135147"/>
                <a:gd name="connsiteX1" fmla="*/ 594406 w 594406"/>
                <a:gd name="connsiteY1" fmla="*/ 0 h 135147"/>
                <a:gd name="connsiteX2" fmla="*/ 594406 w 594406"/>
                <a:gd name="connsiteY2" fmla="*/ 92965 h 135147"/>
                <a:gd name="connsiteX3" fmla="*/ 61 w 594406"/>
                <a:gd name="connsiteY3" fmla="*/ 135147 h 135147"/>
                <a:gd name="connsiteX4" fmla="*/ 1422 w 594406"/>
                <a:gd name="connsiteY4" fmla="*/ 21376 h 135147"/>
                <a:gd name="connsiteX0" fmla="*/ 1422 w 594406"/>
                <a:gd name="connsiteY0" fmla="*/ 15599 h 135147"/>
                <a:gd name="connsiteX1" fmla="*/ 594406 w 594406"/>
                <a:gd name="connsiteY1" fmla="*/ 0 h 135147"/>
                <a:gd name="connsiteX2" fmla="*/ 594406 w 594406"/>
                <a:gd name="connsiteY2" fmla="*/ 92965 h 135147"/>
                <a:gd name="connsiteX3" fmla="*/ 61 w 594406"/>
                <a:gd name="connsiteY3" fmla="*/ 135147 h 135147"/>
                <a:gd name="connsiteX4" fmla="*/ 1422 w 594406"/>
                <a:gd name="connsiteY4" fmla="*/ 15599 h 135147"/>
                <a:gd name="connsiteX0" fmla="*/ 131 w 594476"/>
                <a:gd name="connsiteY0" fmla="*/ 4622 h 135147"/>
                <a:gd name="connsiteX1" fmla="*/ 594476 w 594476"/>
                <a:gd name="connsiteY1" fmla="*/ 0 h 135147"/>
                <a:gd name="connsiteX2" fmla="*/ 594476 w 594476"/>
                <a:gd name="connsiteY2" fmla="*/ 92965 h 135147"/>
                <a:gd name="connsiteX3" fmla="*/ 131 w 594476"/>
                <a:gd name="connsiteY3" fmla="*/ 135147 h 135147"/>
                <a:gd name="connsiteX4" fmla="*/ 131 w 594476"/>
                <a:gd name="connsiteY4" fmla="*/ 4622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22423 h 139660"/>
                <a:gd name="connsiteX1" fmla="*/ 595706 w 595706"/>
                <a:gd name="connsiteY1" fmla="*/ 4513 h 139660"/>
                <a:gd name="connsiteX2" fmla="*/ 595706 w 595706"/>
                <a:gd name="connsiteY2" fmla="*/ 97478 h 139660"/>
                <a:gd name="connsiteX3" fmla="*/ 1361 w 595706"/>
                <a:gd name="connsiteY3" fmla="*/ 139660 h 139660"/>
                <a:gd name="connsiteX4" fmla="*/ 0 w 595706"/>
                <a:gd name="connsiteY4" fmla="*/ 22423 h 139660"/>
                <a:gd name="connsiteX0" fmla="*/ 0 w 595706"/>
                <a:gd name="connsiteY0" fmla="*/ 26413 h 143650"/>
                <a:gd name="connsiteX1" fmla="*/ 595706 w 595706"/>
                <a:gd name="connsiteY1" fmla="*/ 8503 h 143650"/>
                <a:gd name="connsiteX2" fmla="*/ 595706 w 595706"/>
                <a:gd name="connsiteY2" fmla="*/ 101468 h 143650"/>
                <a:gd name="connsiteX3" fmla="*/ 1361 w 595706"/>
                <a:gd name="connsiteY3" fmla="*/ 143650 h 143650"/>
                <a:gd name="connsiteX4" fmla="*/ 0 w 595706"/>
                <a:gd name="connsiteY4" fmla="*/ 26413 h 143650"/>
                <a:gd name="connsiteX0" fmla="*/ 0 w 595706"/>
                <a:gd name="connsiteY0" fmla="*/ 21286 h 138523"/>
                <a:gd name="connsiteX1" fmla="*/ 595706 w 595706"/>
                <a:gd name="connsiteY1" fmla="*/ 3376 h 138523"/>
                <a:gd name="connsiteX2" fmla="*/ 595706 w 595706"/>
                <a:gd name="connsiteY2" fmla="*/ 96341 h 138523"/>
                <a:gd name="connsiteX3" fmla="*/ 1361 w 595706"/>
                <a:gd name="connsiteY3" fmla="*/ 138523 h 138523"/>
                <a:gd name="connsiteX4" fmla="*/ 0 w 595706"/>
                <a:gd name="connsiteY4" fmla="*/ 21286 h 138523"/>
                <a:gd name="connsiteX0" fmla="*/ 0 w 595706"/>
                <a:gd name="connsiteY0" fmla="*/ 22534 h 139771"/>
                <a:gd name="connsiteX1" fmla="*/ 595706 w 595706"/>
                <a:gd name="connsiteY1" fmla="*/ 4624 h 139771"/>
                <a:gd name="connsiteX2" fmla="*/ 595706 w 595706"/>
                <a:gd name="connsiteY2" fmla="*/ 97589 h 139771"/>
                <a:gd name="connsiteX3" fmla="*/ 1361 w 595706"/>
                <a:gd name="connsiteY3" fmla="*/ 139771 h 139771"/>
                <a:gd name="connsiteX4" fmla="*/ 0 w 595706"/>
                <a:gd name="connsiteY4" fmla="*/ 22534 h 139771"/>
                <a:gd name="connsiteX0" fmla="*/ 0 w 595706"/>
                <a:gd name="connsiteY0" fmla="*/ 23494 h 140731"/>
                <a:gd name="connsiteX1" fmla="*/ 595706 w 595706"/>
                <a:gd name="connsiteY1" fmla="*/ 2118 h 140731"/>
                <a:gd name="connsiteX2" fmla="*/ 595706 w 595706"/>
                <a:gd name="connsiteY2" fmla="*/ 98549 h 140731"/>
                <a:gd name="connsiteX3" fmla="*/ 1361 w 595706"/>
                <a:gd name="connsiteY3" fmla="*/ 140731 h 140731"/>
                <a:gd name="connsiteX4" fmla="*/ 0 w 595706"/>
                <a:gd name="connsiteY4" fmla="*/ 23494 h 140731"/>
                <a:gd name="connsiteX0" fmla="*/ 0 w 595706"/>
                <a:gd name="connsiteY0" fmla="*/ 23494 h 140731"/>
                <a:gd name="connsiteX1" fmla="*/ 595706 w 595706"/>
                <a:gd name="connsiteY1" fmla="*/ 2118 h 140731"/>
                <a:gd name="connsiteX2" fmla="*/ 595706 w 595706"/>
                <a:gd name="connsiteY2" fmla="*/ 98549 h 140731"/>
                <a:gd name="connsiteX3" fmla="*/ 1361 w 595706"/>
                <a:gd name="connsiteY3" fmla="*/ 140731 h 140731"/>
                <a:gd name="connsiteX4" fmla="*/ 0 w 595706"/>
                <a:gd name="connsiteY4" fmla="*/ 23494 h 140731"/>
                <a:gd name="connsiteX0" fmla="*/ 0 w 595706"/>
                <a:gd name="connsiteY0" fmla="*/ 25030 h 142267"/>
                <a:gd name="connsiteX1" fmla="*/ 595706 w 595706"/>
                <a:gd name="connsiteY1" fmla="*/ 3654 h 142267"/>
                <a:gd name="connsiteX2" fmla="*/ 595706 w 595706"/>
                <a:gd name="connsiteY2" fmla="*/ 100085 h 142267"/>
                <a:gd name="connsiteX3" fmla="*/ 1361 w 595706"/>
                <a:gd name="connsiteY3" fmla="*/ 142267 h 142267"/>
                <a:gd name="connsiteX4" fmla="*/ 0 w 595706"/>
                <a:gd name="connsiteY4" fmla="*/ 25030 h 142267"/>
                <a:gd name="connsiteX0" fmla="*/ 0 w 595706"/>
                <a:gd name="connsiteY0" fmla="*/ 22091 h 139328"/>
                <a:gd name="connsiteX1" fmla="*/ 595706 w 595706"/>
                <a:gd name="connsiteY1" fmla="*/ 715 h 139328"/>
                <a:gd name="connsiteX2" fmla="*/ 595706 w 595706"/>
                <a:gd name="connsiteY2" fmla="*/ 97146 h 139328"/>
                <a:gd name="connsiteX3" fmla="*/ 1361 w 595706"/>
                <a:gd name="connsiteY3" fmla="*/ 139328 h 139328"/>
                <a:gd name="connsiteX4" fmla="*/ 0 w 595706"/>
                <a:gd name="connsiteY4" fmla="*/ 22091 h 139328"/>
                <a:gd name="connsiteX0" fmla="*/ 0 w 595706"/>
                <a:gd name="connsiteY0" fmla="*/ 23573 h 140810"/>
                <a:gd name="connsiteX1" fmla="*/ 595706 w 595706"/>
                <a:gd name="connsiteY1" fmla="*/ 2197 h 140810"/>
                <a:gd name="connsiteX2" fmla="*/ 595706 w 595706"/>
                <a:gd name="connsiteY2" fmla="*/ 98628 h 140810"/>
                <a:gd name="connsiteX3" fmla="*/ 1361 w 595706"/>
                <a:gd name="connsiteY3" fmla="*/ 140810 h 140810"/>
                <a:gd name="connsiteX4" fmla="*/ 0 w 595706"/>
                <a:gd name="connsiteY4" fmla="*/ 23573 h 140810"/>
                <a:gd name="connsiteX0" fmla="*/ 0 w 595706"/>
                <a:gd name="connsiteY0" fmla="*/ 21908 h 139145"/>
                <a:gd name="connsiteX1" fmla="*/ 595706 w 595706"/>
                <a:gd name="connsiteY1" fmla="*/ 532 h 139145"/>
                <a:gd name="connsiteX2" fmla="*/ 595706 w 595706"/>
                <a:gd name="connsiteY2" fmla="*/ 96963 h 139145"/>
                <a:gd name="connsiteX3" fmla="*/ 1361 w 595706"/>
                <a:gd name="connsiteY3" fmla="*/ 139145 h 139145"/>
                <a:gd name="connsiteX4" fmla="*/ 0 w 595706"/>
                <a:gd name="connsiteY4" fmla="*/ 21908 h 139145"/>
                <a:gd name="connsiteX0" fmla="*/ 0 w 595706"/>
                <a:gd name="connsiteY0" fmla="*/ 23863 h 141100"/>
                <a:gd name="connsiteX1" fmla="*/ 595706 w 595706"/>
                <a:gd name="connsiteY1" fmla="*/ 2487 h 141100"/>
                <a:gd name="connsiteX2" fmla="*/ 595706 w 595706"/>
                <a:gd name="connsiteY2" fmla="*/ 98918 h 141100"/>
                <a:gd name="connsiteX3" fmla="*/ 1361 w 595706"/>
                <a:gd name="connsiteY3" fmla="*/ 141100 h 141100"/>
                <a:gd name="connsiteX4" fmla="*/ 0 w 595706"/>
                <a:gd name="connsiteY4" fmla="*/ 23863 h 141100"/>
                <a:gd name="connsiteX0" fmla="*/ 0 w 595706"/>
                <a:gd name="connsiteY0" fmla="*/ 24472 h 141709"/>
                <a:gd name="connsiteX1" fmla="*/ 595706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0 w 595706"/>
                <a:gd name="connsiteY0" fmla="*/ 24267 h 141504"/>
                <a:gd name="connsiteX1" fmla="*/ 595706 w 595706"/>
                <a:gd name="connsiteY1" fmla="*/ 2891 h 141504"/>
                <a:gd name="connsiteX2" fmla="*/ 595706 w 595706"/>
                <a:gd name="connsiteY2" fmla="*/ 99322 h 141504"/>
                <a:gd name="connsiteX3" fmla="*/ 1361 w 595706"/>
                <a:gd name="connsiteY3" fmla="*/ 141504 h 141504"/>
                <a:gd name="connsiteX4" fmla="*/ 0 w 595706"/>
                <a:gd name="connsiteY4" fmla="*/ 24267 h 141504"/>
                <a:gd name="connsiteX0" fmla="*/ 0 w 595706"/>
                <a:gd name="connsiteY0" fmla="*/ 24472 h 141709"/>
                <a:gd name="connsiteX1" fmla="*/ 595706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0 w 595706"/>
                <a:gd name="connsiteY0" fmla="*/ 24472 h 141709"/>
                <a:gd name="connsiteX1" fmla="*/ 594353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124 w 595830"/>
                <a:gd name="connsiteY0" fmla="*/ 24472 h 141709"/>
                <a:gd name="connsiteX1" fmla="*/ 594477 w 595830"/>
                <a:gd name="connsiteY1" fmla="*/ 3096 h 141709"/>
                <a:gd name="connsiteX2" fmla="*/ 595830 w 595830"/>
                <a:gd name="connsiteY2" fmla="*/ 99527 h 141709"/>
                <a:gd name="connsiteX3" fmla="*/ 131 w 595830"/>
                <a:gd name="connsiteY3" fmla="*/ 141709 h 141709"/>
                <a:gd name="connsiteX4" fmla="*/ 124 w 595830"/>
                <a:gd name="connsiteY4" fmla="*/ 24472 h 141709"/>
                <a:gd name="connsiteX0" fmla="*/ 124 w 597179"/>
                <a:gd name="connsiteY0" fmla="*/ 25207 h 142444"/>
                <a:gd name="connsiteX1" fmla="*/ 597179 w 597179"/>
                <a:gd name="connsiteY1" fmla="*/ 481 h 142444"/>
                <a:gd name="connsiteX2" fmla="*/ 595830 w 597179"/>
                <a:gd name="connsiteY2" fmla="*/ 100262 h 142444"/>
                <a:gd name="connsiteX3" fmla="*/ 131 w 597179"/>
                <a:gd name="connsiteY3" fmla="*/ 142444 h 142444"/>
                <a:gd name="connsiteX4" fmla="*/ 124 w 597179"/>
                <a:gd name="connsiteY4" fmla="*/ 25207 h 142444"/>
                <a:gd name="connsiteX0" fmla="*/ 124 w 595889"/>
                <a:gd name="connsiteY0" fmla="*/ 25842 h 143079"/>
                <a:gd name="connsiteX1" fmla="*/ 594477 w 595889"/>
                <a:gd name="connsiteY1" fmla="*/ 0 h 143079"/>
                <a:gd name="connsiteX2" fmla="*/ 595830 w 595889"/>
                <a:gd name="connsiteY2" fmla="*/ 100897 h 143079"/>
                <a:gd name="connsiteX3" fmla="*/ 131 w 595889"/>
                <a:gd name="connsiteY3" fmla="*/ 143079 h 143079"/>
                <a:gd name="connsiteX4" fmla="*/ 124 w 595889"/>
                <a:gd name="connsiteY4" fmla="*/ 25842 h 143079"/>
                <a:gd name="connsiteX0" fmla="*/ 124 w 595889"/>
                <a:gd name="connsiteY0" fmla="*/ 24713 h 141950"/>
                <a:gd name="connsiteX1" fmla="*/ 594477 w 595889"/>
                <a:gd name="connsiteY1" fmla="*/ 2221 h 141950"/>
                <a:gd name="connsiteX2" fmla="*/ 595830 w 595889"/>
                <a:gd name="connsiteY2" fmla="*/ 99768 h 141950"/>
                <a:gd name="connsiteX3" fmla="*/ 131 w 595889"/>
                <a:gd name="connsiteY3" fmla="*/ 141950 h 141950"/>
                <a:gd name="connsiteX4" fmla="*/ 124 w 595889"/>
                <a:gd name="connsiteY4" fmla="*/ 24713 h 141950"/>
                <a:gd name="connsiteX0" fmla="*/ 124 w 595959"/>
                <a:gd name="connsiteY0" fmla="*/ 24713 h 141950"/>
                <a:gd name="connsiteX1" fmla="*/ 595828 w 595959"/>
                <a:gd name="connsiteY1" fmla="*/ 2221 h 141950"/>
                <a:gd name="connsiteX2" fmla="*/ 595830 w 595959"/>
                <a:gd name="connsiteY2" fmla="*/ 99768 h 141950"/>
                <a:gd name="connsiteX3" fmla="*/ 131 w 595959"/>
                <a:gd name="connsiteY3" fmla="*/ 141950 h 141950"/>
                <a:gd name="connsiteX4" fmla="*/ 124 w 595959"/>
                <a:gd name="connsiteY4" fmla="*/ 24713 h 141950"/>
                <a:gd name="connsiteX0" fmla="*/ 124 w 595959"/>
                <a:gd name="connsiteY0" fmla="*/ 24925 h 142162"/>
                <a:gd name="connsiteX1" fmla="*/ 595828 w 595959"/>
                <a:gd name="connsiteY1" fmla="*/ 2433 h 142162"/>
                <a:gd name="connsiteX2" fmla="*/ 595830 w 595959"/>
                <a:gd name="connsiteY2" fmla="*/ 99980 h 142162"/>
                <a:gd name="connsiteX3" fmla="*/ 131 w 595959"/>
                <a:gd name="connsiteY3" fmla="*/ 142162 h 142162"/>
                <a:gd name="connsiteX4" fmla="*/ 124 w 595959"/>
                <a:gd name="connsiteY4" fmla="*/ 24925 h 142162"/>
                <a:gd name="connsiteX0" fmla="*/ 124 w 595959"/>
                <a:gd name="connsiteY0" fmla="*/ 22492 h 139729"/>
                <a:gd name="connsiteX1" fmla="*/ 595828 w 595959"/>
                <a:gd name="connsiteY1" fmla="*/ 0 h 139729"/>
                <a:gd name="connsiteX2" fmla="*/ 595830 w 595959"/>
                <a:gd name="connsiteY2" fmla="*/ 97547 h 139729"/>
                <a:gd name="connsiteX3" fmla="*/ 131 w 595959"/>
                <a:gd name="connsiteY3" fmla="*/ 139729 h 139729"/>
                <a:gd name="connsiteX4" fmla="*/ 124 w 595959"/>
                <a:gd name="connsiteY4" fmla="*/ 22492 h 139729"/>
                <a:gd name="connsiteX0" fmla="*/ 124 w 595959"/>
                <a:gd name="connsiteY0" fmla="*/ 25585 h 142822"/>
                <a:gd name="connsiteX1" fmla="*/ 595828 w 595959"/>
                <a:gd name="connsiteY1" fmla="*/ 3093 h 142822"/>
                <a:gd name="connsiteX2" fmla="*/ 595830 w 595959"/>
                <a:gd name="connsiteY2" fmla="*/ 100640 h 142822"/>
                <a:gd name="connsiteX3" fmla="*/ 131 w 595959"/>
                <a:gd name="connsiteY3" fmla="*/ 142822 h 142822"/>
                <a:gd name="connsiteX4" fmla="*/ 124 w 595959"/>
                <a:gd name="connsiteY4" fmla="*/ 25585 h 142822"/>
                <a:gd name="connsiteX0" fmla="*/ 124 w 595959"/>
                <a:gd name="connsiteY0" fmla="*/ 25585 h 142822"/>
                <a:gd name="connsiteX1" fmla="*/ 595828 w 595959"/>
                <a:gd name="connsiteY1" fmla="*/ 3093 h 142822"/>
                <a:gd name="connsiteX2" fmla="*/ 595830 w 595959"/>
                <a:gd name="connsiteY2" fmla="*/ 100640 h 142822"/>
                <a:gd name="connsiteX3" fmla="*/ 131 w 595959"/>
                <a:gd name="connsiteY3" fmla="*/ 142822 h 142822"/>
                <a:gd name="connsiteX4" fmla="*/ 124 w 595959"/>
                <a:gd name="connsiteY4" fmla="*/ 25585 h 142822"/>
                <a:gd name="connsiteX0" fmla="*/ 124 w 595959"/>
                <a:gd name="connsiteY0" fmla="*/ 26512 h 143749"/>
                <a:gd name="connsiteX1" fmla="*/ 595828 w 595959"/>
                <a:gd name="connsiteY1" fmla="*/ 4020 h 143749"/>
                <a:gd name="connsiteX2" fmla="*/ 595830 w 595959"/>
                <a:gd name="connsiteY2" fmla="*/ 101567 h 143749"/>
                <a:gd name="connsiteX3" fmla="*/ 131 w 595959"/>
                <a:gd name="connsiteY3" fmla="*/ 143749 h 143749"/>
                <a:gd name="connsiteX4" fmla="*/ 124 w 595959"/>
                <a:gd name="connsiteY4" fmla="*/ 26512 h 143749"/>
                <a:gd name="connsiteX0" fmla="*/ 124 w 595959"/>
                <a:gd name="connsiteY0" fmla="*/ 26512 h 143749"/>
                <a:gd name="connsiteX1" fmla="*/ 595828 w 595959"/>
                <a:gd name="connsiteY1" fmla="*/ 4020 h 143749"/>
                <a:gd name="connsiteX2" fmla="*/ 595830 w 595959"/>
                <a:gd name="connsiteY2" fmla="*/ 101567 h 143749"/>
                <a:gd name="connsiteX3" fmla="*/ 131 w 595959"/>
                <a:gd name="connsiteY3" fmla="*/ 143749 h 143749"/>
                <a:gd name="connsiteX4" fmla="*/ 124 w 595959"/>
                <a:gd name="connsiteY4" fmla="*/ 26512 h 143749"/>
                <a:gd name="connsiteX0" fmla="*/ 124 w 595959"/>
                <a:gd name="connsiteY0" fmla="*/ 28496 h 145733"/>
                <a:gd name="connsiteX1" fmla="*/ 595828 w 595959"/>
                <a:gd name="connsiteY1" fmla="*/ 6004 h 145733"/>
                <a:gd name="connsiteX2" fmla="*/ 595830 w 595959"/>
                <a:gd name="connsiteY2" fmla="*/ 103551 h 145733"/>
                <a:gd name="connsiteX3" fmla="*/ 131 w 595959"/>
                <a:gd name="connsiteY3" fmla="*/ 145733 h 145733"/>
                <a:gd name="connsiteX4" fmla="*/ 124 w 595959"/>
                <a:gd name="connsiteY4" fmla="*/ 28496 h 14573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856"/>
                <a:gd name="connsiteY0" fmla="*/ 41841 h 159078"/>
                <a:gd name="connsiteX1" fmla="*/ 591261 w 595856"/>
                <a:gd name="connsiteY1" fmla="*/ 0 h 159078"/>
                <a:gd name="connsiteX2" fmla="*/ 595830 w 595856"/>
                <a:gd name="connsiteY2" fmla="*/ 116896 h 159078"/>
                <a:gd name="connsiteX3" fmla="*/ 131 w 595856"/>
                <a:gd name="connsiteY3" fmla="*/ 159078 h 159078"/>
                <a:gd name="connsiteX4" fmla="*/ 124 w 595856"/>
                <a:gd name="connsiteY4" fmla="*/ 41841 h 159078"/>
                <a:gd name="connsiteX0" fmla="*/ 124 w 595959"/>
                <a:gd name="connsiteY0" fmla="*/ 41841 h 159078"/>
                <a:gd name="connsiteX1" fmla="*/ 595828 w 595959"/>
                <a:gd name="connsiteY1" fmla="*/ 0 h 159078"/>
                <a:gd name="connsiteX2" fmla="*/ 595830 w 595959"/>
                <a:gd name="connsiteY2" fmla="*/ 116896 h 159078"/>
                <a:gd name="connsiteX3" fmla="*/ 131 w 595959"/>
                <a:gd name="connsiteY3" fmla="*/ 159078 h 159078"/>
                <a:gd name="connsiteX4" fmla="*/ 124 w 595959"/>
                <a:gd name="connsiteY4" fmla="*/ 41841 h 159078"/>
                <a:gd name="connsiteX0" fmla="*/ 124 w 597349"/>
                <a:gd name="connsiteY0" fmla="*/ 42378 h 159615"/>
                <a:gd name="connsiteX1" fmla="*/ 597349 w 597349"/>
                <a:gd name="connsiteY1" fmla="*/ 0 h 159615"/>
                <a:gd name="connsiteX2" fmla="*/ 595830 w 597349"/>
                <a:gd name="connsiteY2" fmla="*/ 117433 h 159615"/>
                <a:gd name="connsiteX3" fmla="*/ 131 w 597349"/>
                <a:gd name="connsiteY3" fmla="*/ 159615 h 159615"/>
                <a:gd name="connsiteX4" fmla="*/ 124 w 597349"/>
                <a:gd name="connsiteY4" fmla="*/ 42378 h 159615"/>
                <a:gd name="connsiteX0" fmla="*/ 124 w 600443"/>
                <a:gd name="connsiteY0" fmla="*/ 42378 h 159615"/>
                <a:gd name="connsiteX1" fmla="*/ 597349 w 600443"/>
                <a:gd name="connsiteY1" fmla="*/ 0 h 159615"/>
                <a:gd name="connsiteX2" fmla="*/ 600408 w 600443"/>
                <a:gd name="connsiteY2" fmla="*/ 117433 h 159615"/>
                <a:gd name="connsiteX3" fmla="*/ 131 w 600443"/>
                <a:gd name="connsiteY3" fmla="*/ 159615 h 159615"/>
                <a:gd name="connsiteX4" fmla="*/ 124 w 600443"/>
                <a:gd name="connsiteY4" fmla="*/ 42378 h 159615"/>
                <a:gd name="connsiteX0" fmla="*/ 124 w 600537"/>
                <a:gd name="connsiteY0" fmla="*/ 42378 h 159615"/>
                <a:gd name="connsiteX1" fmla="*/ 600401 w 600537"/>
                <a:gd name="connsiteY1" fmla="*/ 0 h 159615"/>
                <a:gd name="connsiteX2" fmla="*/ 600408 w 600537"/>
                <a:gd name="connsiteY2" fmla="*/ 117433 h 159615"/>
                <a:gd name="connsiteX3" fmla="*/ 131 w 600537"/>
                <a:gd name="connsiteY3" fmla="*/ 159615 h 159615"/>
                <a:gd name="connsiteX4" fmla="*/ 124 w 600537"/>
                <a:gd name="connsiteY4" fmla="*/ 42378 h 159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0537" h="159615">
                  <a:moveTo>
                    <a:pt x="124" y="42378"/>
                  </a:moveTo>
                  <a:cubicBezTo>
                    <a:pt x="296414" y="-50243"/>
                    <a:pt x="418111" y="75773"/>
                    <a:pt x="600401" y="0"/>
                  </a:cubicBezTo>
                  <a:cubicBezTo>
                    <a:pt x="599951" y="33260"/>
                    <a:pt x="600858" y="84173"/>
                    <a:pt x="600408" y="117433"/>
                  </a:cubicBezTo>
                  <a:cubicBezTo>
                    <a:pt x="395490" y="192726"/>
                    <a:pt x="285331" y="62551"/>
                    <a:pt x="131" y="159615"/>
                  </a:cubicBezTo>
                  <a:cubicBezTo>
                    <a:pt x="-323" y="114566"/>
                    <a:pt x="578" y="87427"/>
                    <a:pt x="124" y="42378"/>
                  </a:cubicBezTo>
                  <a:close/>
                </a:path>
              </a:pathLst>
            </a:custGeom>
            <a:solidFill>
              <a:schemeClr val="accent2">
                <a:lumMod val="40000"/>
                <a:lumOff val="6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81" name="矩形 1174">
              <a:extLst>
                <a:ext uri="{FF2B5EF4-FFF2-40B4-BE49-F238E27FC236}">
                  <a16:creationId xmlns:a16="http://schemas.microsoft.com/office/drawing/2014/main" id="{D9127187-E6D7-6B0D-E296-07FDFDC9AEEB}"/>
                </a:ext>
              </a:extLst>
            </p:cNvPr>
            <p:cNvSpPr/>
            <p:nvPr/>
          </p:nvSpPr>
          <p:spPr>
            <a:xfrm rot="10800000">
              <a:off x="4342829" y="7041272"/>
              <a:ext cx="618707" cy="139508"/>
            </a:xfrm>
            <a:custGeom>
              <a:avLst/>
              <a:gdLst>
                <a:gd name="connsiteX0" fmla="*/ 0 w 595706"/>
                <a:gd name="connsiteY0" fmla="*/ 0 h 92965"/>
                <a:gd name="connsiteX1" fmla="*/ 595706 w 595706"/>
                <a:gd name="connsiteY1" fmla="*/ 0 h 92965"/>
                <a:gd name="connsiteX2" fmla="*/ 595706 w 595706"/>
                <a:gd name="connsiteY2" fmla="*/ 92965 h 92965"/>
                <a:gd name="connsiteX3" fmla="*/ 0 w 595706"/>
                <a:gd name="connsiteY3" fmla="*/ 92965 h 92965"/>
                <a:gd name="connsiteX4" fmla="*/ 0 w 595706"/>
                <a:gd name="connsiteY4" fmla="*/ 0 h 92965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131 w 595837"/>
                <a:gd name="connsiteY0" fmla="*/ 0 h 148754"/>
                <a:gd name="connsiteX1" fmla="*/ 595837 w 595837"/>
                <a:gd name="connsiteY1" fmla="*/ 0 h 148754"/>
                <a:gd name="connsiteX2" fmla="*/ 595837 w 595837"/>
                <a:gd name="connsiteY2" fmla="*/ 92965 h 148754"/>
                <a:gd name="connsiteX3" fmla="*/ 131 w 595837"/>
                <a:gd name="connsiteY3" fmla="*/ 148754 h 148754"/>
                <a:gd name="connsiteX4" fmla="*/ 131 w 595837"/>
                <a:gd name="connsiteY4" fmla="*/ 0 h 148754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56571"/>
                <a:gd name="connsiteX1" fmla="*/ 595837 w 595837"/>
                <a:gd name="connsiteY1" fmla="*/ 0 h 156571"/>
                <a:gd name="connsiteX2" fmla="*/ 594316 w 595837"/>
                <a:gd name="connsiteY2" fmla="*/ 141984 h 156571"/>
                <a:gd name="connsiteX3" fmla="*/ 131 w 595837"/>
                <a:gd name="connsiteY3" fmla="*/ 140590 h 156571"/>
                <a:gd name="connsiteX4" fmla="*/ 131 w 595837"/>
                <a:gd name="connsiteY4" fmla="*/ 0 h 156571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0 w 600949"/>
                <a:gd name="connsiteY0" fmla="*/ 0 h 271309"/>
                <a:gd name="connsiteX1" fmla="*/ 600949 w 600949"/>
                <a:gd name="connsiteY1" fmla="*/ 0 h 271309"/>
                <a:gd name="connsiteX2" fmla="*/ 599428 w 600949"/>
                <a:gd name="connsiteY2" fmla="*/ 141984 h 271309"/>
                <a:gd name="connsiteX3" fmla="*/ 3722 w 600949"/>
                <a:gd name="connsiteY3" fmla="*/ 271309 h 271309"/>
                <a:gd name="connsiteX4" fmla="*/ 0 w 600949"/>
                <a:gd name="connsiteY4" fmla="*/ 0 h 271309"/>
                <a:gd name="connsiteX0" fmla="*/ 0 w 599639"/>
                <a:gd name="connsiteY0" fmla="*/ 0 h 271309"/>
                <a:gd name="connsiteX1" fmla="*/ 599639 w 599639"/>
                <a:gd name="connsiteY1" fmla="*/ 0 h 271309"/>
                <a:gd name="connsiteX2" fmla="*/ 599428 w 599639"/>
                <a:gd name="connsiteY2" fmla="*/ 141984 h 271309"/>
                <a:gd name="connsiteX3" fmla="*/ 3722 w 599639"/>
                <a:gd name="connsiteY3" fmla="*/ 271309 h 271309"/>
                <a:gd name="connsiteX4" fmla="*/ 0 w 599639"/>
                <a:gd name="connsiteY4" fmla="*/ 0 h 271309"/>
                <a:gd name="connsiteX0" fmla="*/ 0 w 597018"/>
                <a:gd name="connsiteY0" fmla="*/ 0 h 271309"/>
                <a:gd name="connsiteX1" fmla="*/ 597018 w 597018"/>
                <a:gd name="connsiteY1" fmla="*/ 0 h 271309"/>
                <a:gd name="connsiteX2" fmla="*/ 596807 w 597018"/>
                <a:gd name="connsiteY2" fmla="*/ 141984 h 271309"/>
                <a:gd name="connsiteX3" fmla="*/ 1101 w 597018"/>
                <a:gd name="connsiteY3" fmla="*/ 271309 h 271309"/>
                <a:gd name="connsiteX4" fmla="*/ 0 w 597018"/>
                <a:gd name="connsiteY4" fmla="*/ 0 h 271309"/>
                <a:gd name="connsiteX0" fmla="*/ 0 w 596807"/>
                <a:gd name="connsiteY0" fmla="*/ 0 h 271309"/>
                <a:gd name="connsiteX1" fmla="*/ 591775 w 596807"/>
                <a:gd name="connsiteY1" fmla="*/ 0 h 271309"/>
                <a:gd name="connsiteX2" fmla="*/ 596807 w 596807"/>
                <a:gd name="connsiteY2" fmla="*/ 141984 h 271309"/>
                <a:gd name="connsiteX3" fmla="*/ 1101 w 596807"/>
                <a:gd name="connsiteY3" fmla="*/ 271309 h 271309"/>
                <a:gd name="connsiteX4" fmla="*/ 0 w 596807"/>
                <a:gd name="connsiteY4" fmla="*/ 0 h 271309"/>
                <a:gd name="connsiteX0" fmla="*/ 0 w 596807"/>
                <a:gd name="connsiteY0" fmla="*/ 0 h 271309"/>
                <a:gd name="connsiteX1" fmla="*/ 595708 w 596807"/>
                <a:gd name="connsiteY1" fmla="*/ 0 h 271309"/>
                <a:gd name="connsiteX2" fmla="*/ 596807 w 596807"/>
                <a:gd name="connsiteY2" fmla="*/ 141984 h 271309"/>
                <a:gd name="connsiteX3" fmla="*/ 1101 w 596807"/>
                <a:gd name="connsiteY3" fmla="*/ 271309 h 271309"/>
                <a:gd name="connsiteX4" fmla="*/ 0 w 596807"/>
                <a:gd name="connsiteY4" fmla="*/ 0 h 271309"/>
                <a:gd name="connsiteX0" fmla="*/ 0 w 595708"/>
                <a:gd name="connsiteY0" fmla="*/ 0 h 271309"/>
                <a:gd name="connsiteX1" fmla="*/ 595708 w 595708"/>
                <a:gd name="connsiteY1" fmla="*/ 0 h 271309"/>
                <a:gd name="connsiteX2" fmla="*/ 594186 w 595708"/>
                <a:gd name="connsiteY2" fmla="*/ 141985 h 271309"/>
                <a:gd name="connsiteX3" fmla="*/ 1101 w 595708"/>
                <a:gd name="connsiteY3" fmla="*/ 271309 h 271309"/>
                <a:gd name="connsiteX4" fmla="*/ 0 w 595708"/>
                <a:gd name="connsiteY4" fmla="*/ 0 h 271309"/>
                <a:gd name="connsiteX0" fmla="*/ 0 w 596439"/>
                <a:gd name="connsiteY0" fmla="*/ 109083 h 380392"/>
                <a:gd name="connsiteX1" fmla="*/ 595708 w 596439"/>
                <a:gd name="connsiteY1" fmla="*/ 109083 h 380392"/>
                <a:gd name="connsiteX2" fmla="*/ 594186 w 596439"/>
                <a:gd name="connsiteY2" fmla="*/ 251068 h 380392"/>
                <a:gd name="connsiteX3" fmla="*/ 1101 w 596439"/>
                <a:gd name="connsiteY3" fmla="*/ 380392 h 380392"/>
                <a:gd name="connsiteX4" fmla="*/ 0 w 596439"/>
                <a:gd name="connsiteY4" fmla="*/ 109083 h 380392"/>
                <a:gd name="connsiteX0" fmla="*/ 0 w 595708"/>
                <a:gd name="connsiteY0" fmla="*/ 0 h 271309"/>
                <a:gd name="connsiteX1" fmla="*/ 595708 w 595708"/>
                <a:gd name="connsiteY1" fmla="*/ 0 h 271309"/>
                <a:gd name="connsiteX2" fmla="*/ 594186 w 595708"/>
                <a:gd name="connsiteY2" fmla="*/ 141985 h 271309"/>
                <a:gd name="connsiteX3" fmla="*/ 1101 w 595708"/>
                <a:gd name="connsiteY3" fmla="*/ 271309 h 271309"/>
                <a:gd name="connsiteX4" fmla="*/ 0 w 595708"/>
                <a:gd name="connsiteY4" fmla="*/ 0 h 271309"/>
                <a:gd name="connsiteX0" fmla="*/ 0 w 596808"/>
                <a:gd name="connsiteY0" fmla="*/ 0 h 271309"/>
                <a:gd name="connsiteX1" fmla="*/ 595708 w 596808"/>
                <a:gd name="connsiteY1" fmla="*/ 0 h 271309"/>
                <a:gd name="connsiteX2" fmla="*/ 596808 w 596808"/>
                <a:gd name="connsiteY2" fmla="*/ 141985 h 271309"/>
                <a:gd name="connsiteX3" fmla="*/ 1101 w 596808"/>
                <a:gd name="connsiteY3" fmla="*/ 271309 h 271309"/>
                <a:gd name="connsiteX4" fmla="*/ 0 w 596808"/>
                <a:gd name="connsiteY4" fmla="*/ 0 h 271309"/>
                <a:gd name="connsiteX0" fmla="*/ 0 w 596808"/>
                <a:gd name="connsiteY0" fmla="*/ 0 h 271309"/>
                <a:gd name="connsiteX1" fmla="*/ 595708 w 596808"/>
                <a:gd name="connsiteY1" fmla="*/ 0 h 271309"/>
                <a:gd name="connsiteX2" fmla="*/ 596808 w 596808"/>
                <a:gd name="connsiteY2" fmla="*/ 141985 h 271309"/>
                <a:gd name="connsiteX3" fmla="*/ 1101 w 596808"/>
                <a:gd name="connsiteY3" fmla="*/ 271309 h 271309"/>
                <a:gd name="connsiteX4" fmla="*/ 0 w 596808"/>
                <a:gd name="connsiteY4" fmla="*/ 0 h 271309"/>
                <a:gd name="connsiteX0" fmla="*/ 0 w 596808"/>
                <a:gd name="connsiteY0" fmla="*/ 0 h 271309"/>
                <a:gd name="connsiteX1" fmla="*/ 595708 w 596808"/>
                <a:gd name="connsiteY1" fmla="*/ 0 h 271309"/>
                <a:gd name="connsiteX2" fmla="*/ 596808 w 596808"/>
                <a:gd name="connsiteY2" fmla="*/ 141985 h 271309"/>
                <a:gd name="connsiteX3" fmla="*/ 1101 w 596808"/>
                <a:gd name="connsiteY3" fmla="*/ 271309 h 271309"/>
                <a:gd name="connsiteX4" fmla="*/ 0 w 596808"/>
                <a:gd name="connsiteY4" fmla="*/ 0 h 271309"/>
                <a:gd name="connsiteX0" fmla="*/ 0 w 595708"/>
                <a:gd name="connsiteY0" fmla="*/ 0 h 271309"/>
                <a:gd name="connsiteX1" fmla="*/ 595708 w 595708"/>
                <a:gd name="connsiteY1" fmla="*/ 0 h 271309"/>
                <a:gd name="connsiteX2" fmla="*/ 594186 w 595708"/>
                <a:gd name="connsiteY2" fmla="*/ 141985 h 271309"/>
                <a:gd name="connsiteX3" fmla="*/ 1101 w 595708"/>
                <a:gd name="connsiteY3" fmla="*/ 271309 h 271309"/>
                <a:gd name="connsiteX4" fmla="*/ 0 w 595708"/>
                <a:gd name="connsiteY4" fmla="*/ 0 h 271309"/>
                <a:gd name="connsiteX0" fmla="*/ 0 w 595708"/>
                <a:gd name="connsiteY0" fmla="*/ 0 h 271309"/>
                <a:gd name="connsiteX1" fmla="*/ 595708 w 595708"/>
                <a:gd name="connsiteY1" fmla="*/ 0 h 271309"/>
                <a:gd name="connsiteX2" fmla="*/ 594186 w 595708"/>
                <a:gd name="connsiteY2" fmla="*/ 141985 h 271309"/>
                <a:gd name="connsiteX3" fmla="*/ 1101 w 595708"/>
                <a:gd name="connsiteY3" fmla="*/ 271309 h 271309"/>
                <a:gd name="connsiteX4" fmla="*/ 0 w 595708"/>
                <a:gd name="connsiteY4" fmla="*/ 0 h 271309"/>
                <a:gd name="connsiteX0" fmla="*/ 0 w 595936"/>
                <a:gd name="connsiteY0" fmla="*/ 0 h 271309"/>
                <a:gd name="connsiteX1" fmla="*/ 595708 w 595936"/>
                <a:gd name="connsiteY1" fmla="*/ 0 h 271309"/>
                <a:gd name="connsiteX2" fmla="*/ 594186 w 595936"/>
                <a:gd name="connsiteY2" fmla="*/ 141985 h 271309"/>
                <a:gd name="connsiteX3" fmla="*/ 1101 w 595936"/>
                <a:gd name="connsiteY3" fmla="*/ 271309 h 271309"/>
                <a:gd name="connsiteX4" fmla="*/ 0 w 595936"/>
                <a:gd name="connsiteY4" fmla="*/ 0 h 271309"/>
                <a:gd name="connsiteX0" fmla="*/ 319 w 596255"/>
                <a:gd name="connsiteY0" fmla="*/ 0 h 271309"/>
                <a:gd name="connsiteX1" fmla="*/ 596027 w 596255"/>
                <a:gd name="connsiteY1" fmla="*/ 0 h 271309"/>
                <a:gd name="connsiteX2" fmla="*/ 594505 w 596255"/>
                <a:gd name="connsiteY2" fmla="*/ 141985 h 271309"/>
                <a:gd name="connsiteX3" fmla="*/ 110 w 596255"/>
                <a:gd name="connsiteY3" fmla="*/ 271309 h 271309"/>
                <a:gd name="connsiteX4" fmla="*/ 319 w 596255"/>
                <a:gd name="connsiteY4" fmla="*/ 0 h 271309"/>
                <a:gd name="connsiteX0" fmla="*/ 0 w 595936"/>
                <a:gd name="connsiteY0" fmla="*/ 0 h 271309"/>
                <a:gd name="connsiteX1" fmla="*/ 595708 w 595936"/>
                <a:gd name="connsiteY1" fmla="*/ 0 h 271309"/>
                <a:gd name="connsiteX2" fmla="*/ 594186 w 595936"/>
                <a:gd name="connsiteY2" fmla="*/ 141985 h 271309"/>
                <a:gd name="connsiteX3" fmla="*/ 1101 w 595936"/>
                <a:gd name="connsiteY3" fmla="*/ 271309 h 271309"/>
                <a:gd name="connsiteX4" fmla="*/ 0 w 595936"/>
                <a:gd name="connsiteY4" fmla="*/ 0 h 271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5936" h="271309">
                  <a:moveTo>
                    <a:pt x="0" y="0"/>
                  </a:moveTo>
                  <a:lnTo>
                    <a:pt x="595708" y="0"/>
                  </a:lnTo>
                  <a:cubicBezTo>
                    <a:pt x="595708" y="30988"/>
                    <a:pt x="596806" y="39550"/>
                    <a:pt x="594186" y="141985"/>
                  </a:cubicBezTo>
                  <a:cubicBezTo>
                    <a:pt x="404809" y="352086"/>
                    <a:pt x="341643" y="22672"/>
                    <a:pt x="1101" y="271309"/>
                  </a:cubicBezTo>
                  <a:cubicBezTo>
                    <a:pt x="647" y="226260"/>
                    <a:pt x="454" y="45049"/>
                    <a:pt x="0" y="0"/>
                  </a:cubicBez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782" name="组合 781">
              <a:extLst>
                <a:ext uri="{FF2B5EF4-FFF2-40B4-BE49-F238E27FC236}">
                  <a16:creationId xmlns:a16="http://schemas.microsoft.com/office/drawing/2014/main" id="{D38EC138-2537-F5DC-0A4F-9F8C6DD6F025}"/>
                </a:ext>
              </a:extLst>
            </p:cNvPr>
            <p:cNvGrpSpPr/>
            <p:nvPr/>
          </p:nvGrpSpPr>
          <p:grpSpPr>
            <a:xfrm>
              <a:off x="4341455" y="6517035"/>
              <a:ext cx="621640" cy="663817"/>
              <a:chOff x="3656357" y="6507685"/>
              <a:chExt cx="621640" cy="663817"/>
            </a:xfrm>
          </p:grpSpPr>
          <p:sp>
            <p:nvSpPr>
              <p:cNvPr id="783" name="矩形 782">
                <a:extLst>
                  <a:ext uri="{FF2B5EF4-FFF2-40B4-BE49-F238E27FC236}">
                    <a16:creationId xmlns:a16="http://schemas.microsoft.com/office/drawing/2014/main" id="{EB429CE9-292E-F1F0-2502-A88751E4AB1A}"/>
                  </a:ext>
                </a:extLst>
              </p:cNvPr>
              <p:cNvSpPr/>
              <p:nvPr/>
            </p:nvSpPr>
            <p:spPr>
              <a:xfrm>
                <a:off x="3656465" y="6640950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84" name="矩形 783">
                <a:extLst>
                  <a:ext uri="{FF2B5EF4-FFF2-40B4-BE49-F238E27FC236}">
                    <a16:creationId xmlns:a16="http://schemas.microsoft.com/office/drawing/2014/main" id="{C0A68D6D-529C-662D-00C5-2B53978E7C3F}"/>
                  </a:ext>
                </a:extLst>
              </p:cNvPr>
              <p:cNvSpPr/>
              <p:nvPr/>
            </p:nvSpPr>
            <p:spPr>
              <a:xfrm>
                <a:off x="3811875" y="6640950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85" name="矩形 784">
                <a:extLst>
                  <a:ext uri="{FF2B5EF4-FFF2-40B4-BE49-F238E27FC236}">
                    <a16:creationId xmlns:a16="http://schemas.microsoft.com/office/drawing/2014/main" id="{AFA37F32-D643-A3B4-F6E1-207194292102}"/>
                  </a:ext>
                </a:extLst>
              </p:cNvPr>
              <p:cNvSpPr/>
              <p:nvPr/>
            </p:nvSpPr>
            <p:spPr>
              <a:xfrm>
                <a:off x="3967285" y="6640950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86" name="矩形 785">
                <a:extLst>
                  <a:ext uri="{FF2B5EF4-FFF2-40B4-BE49-F238E27FC236}">
                    <a16:creationId xmlns:a16="http://schemas.microsoft.com/office/drawing/2014/main" id="{8D3D0C5C-B5DB-FE4E-A444-73DC1C31A4F0}"/>
                  </a:ext>
                </a:extLst>
              </p:cNvPr>
              <p:cNvSpPr/>
              <p:nvPr/>
            </p:nvSpPr>
            <p:spPr>
              <a:xfrm>
                <a:off x="4122695" y="6640950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87" name="矩形 786">
                <a:extLst>
                  <a:ext uri="{FF2B5EF4-FFF2-40B4-BE49-F238E27FC236}">
                    <a16:creationId xmlns:a16="http://schemas.microsoft.com/office/drawing/2014/main" id="{F6E9DE8F-0525-2639-32F9-74AC7885416F}"/>
                  </a:ext>
                </a:extLst>
              </p:cNvPr>
              <p:cNvSpPr/>
              <p:nvPr/>
            </p:nvSpPr>
            <p:spPr>
              <a:xfrm>
                <a:off x="3656465" y="6773574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88" name="矩形 787">
                <a:extLst>
                  <a:ext uri="{FF2B5EF4-FFF2-40B4-BE49-F238E27FC236}">
                    <a16:creationId xmlns:a16="http://schemas.microsoft.com/office/drawing/2014/main" id="{BDD97986-D6E6-AB67-0C22-F2D771BCA675}"/>
                  </a:ext>
                </a:extLst>
              </p:cNvPr>
              <p:cNvSpPr/>
              <p:nvPr/>
            </p:nvSpPr>
            <p:spPr>
              <a:xfrm>
                <a:off x="3811875" y="6773574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89" name="矩形 788">
                <a:extLst>
                  <a:ext uri="{FF2B5EF4-FFF2-40B4-BE49-F238E27FC236}">
                    <a16:creationId xmlns:a16="http://schemas.microsoft.com/office/drawing/2014/main" id="{C0FBDF0B-8ECB-3BAF-1C7D-47955022CF90}"/>
                  </a:ext>
                </a:extLst>
              </p:cNvPr>
              <p:cNvSpPr/>
              <p:nvPr/>
            </p:nvSpPr>
            <p:spPr>
              <a:xfrm>
                <a:off x="3967285" y="6773574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90" name="矩形 789">
                <a:extLst>
                  <a:ext uri="{FF2B5EF4-FFF2-40B4-BE49-F238E27FC236}">
                    <a16:creationId xmlns:a16="http://schemas.microsoft.com/office/drawing/2014/main" id="{ACBBAB36-EA99-FE9B-6566-BF04EDFA5DFB}"/>
                  </a:ext>
                </a:extLst>
              </p:cNvPr>
              <p:cNvSpPr/>
              <p:nvPr/>
            </p:nvSpPr>
            <p:spPr>
              <a:xfrm>
                <a:off x="4122695" y="6773574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91" name="矩形 790">
                <a:extLst>
                  <a:ext uri="{FF2B5EF4-FFF2-40B4-BE49-F238E27FC236}">
                    <a16:creationId xmlns:a16="http://schemas.microsoft.com/office/drawing/2014/main" id="{F24F102E-A089-C00D-C2F3-B476A48CE0FC}"/>
                  </a:ext>
                </a:extLst>
              </p:cNvPr>
              <p:cNvSpPr/>
              <p:nvPr/>
            </p:nvSpPr>
            <p:spPr>
              <a:xfrm>
                <a:off x="3656357" y="690625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92" name="矩形 791">
                <a:extLst>
                  <a:ext uri="{FF2B5EF4-FFF2-40B4-BE49-F238E27FC236}">
                    <a16:creationId xmlns:a16="http://schemas.microsoft.com/office/drawing/2014/main" id="{4CD2B1A6-FF65-C5CB-9EBA-C49F50F866A9}"/>
                  </a:ext>
                </a:extLst>
              </p:cNvPr>
              <p:cNvSpPr/>
              <p:nvPr/>
            </p:nvSpPr>
            <p:spPr>
              <a:xfrm>
                <a:off x="3811767" y="690625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93" name="矩形 792">
                <a:extLst>
                  <a:ext uri="{FF2B5EF4-FFF2-40B4-BE49-F238E27FC236}">
                    <a16:creationId xmlns:a16="http://schemas.microsoft.com/office/drawing/2014/main" id="{2913C4CE-DF64-55FF-FFDC-FA2CEF374694}"/>
                  </a:ext>
                </a:extLst>
              </p:cNvPr>
              <p:cNvSpPr/>
              <p:nvPr/>
            </p:nvSpPr>
            <p:spPr>
              <a:xfrm>
                <a:off x="3967177" y="690625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94" name="矩形 793">
                <a:extLst>
                  <a:ext uri="{FF2B5EF4-FFF2-40B4-BE49-F238E27FC236}">
                    <a16:creationId xmlns:a16="http://schemas.microsoft.com/office/drawing/2014/main" id="{DEE8AA3D-2347-B240-A0EA-8FDF55A28393}"/>
                  </a:ext>
                </a:extLst>
              </p:cNvPr>
              <p:cNvSpPr/>
              <p:nvPr/>
            </p:nvSpPr>
            <p:spPr>
              <a:xfrm>
                <a:off x="4122587" y="690625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95" name="矩形 794">
                <a:extLst>
                  <a:ext uri="{FF2B5EF4-FFF2-40B4-BE49-F238E27FC236}">
                    <a16:creationId xmlns:a16="http://schemas.microsoft.com/office/drawing/2014/main" id="{1BF5D4DB-8C5F-4410-B86C-0B155078CF4E}"/>
                  </a:ext>
                </a:extLst>
              </p:cNvPr>
              <p:cNvSpPr/>
              <p:nvPr/>
            </p:nvSpPr>
            <p:spPr>
              <a:xfrm>
                <a:off x="3656357" y="7038879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96" name="矩形 795">
                <a:extLst>
                  <a:ext uri="{FF2B5EF4-FFF2-40B4-BE49-F238E27FC236}">
                    <a16:creationId xmlns:a16="http://schemas.microsoft.com/office/drawing/2014/main" id="{C9C9A8F8-3D2E-F654-F91F-D96F42C3BAC0}"/>
                  </a:ext>
                </a:extLst>
              </p:cNvPr>
              <p:cNvSpPr/>
              <p:nvPr/>
            </p:nvSpPr>
            <p:spPr>
              <a:xfrm>
                <a:off x="3811767" y="7038879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97" name="矩形 796">
                <a:extLst>
                  <a:ext uri="{FF2B5EF4-FFF2-40B4-BE49-F238E27FC236}">
                    <a16:creationId xmlns:a16="http://schemas.microsoft.com/office/drawing/2014/main" id="{1C11802B-E28D-50DF-2301-86AC965A5499}"/>
                  </a:ext>
                </a:extLst>
              </p:cNvPr>
              <p:cNvSpPr/>
              <p:nvPr/>
            </p:nvSpPr>
            <p:spPr>
              <a:xfrm>
                <a:off x="3967177" y="7038879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98" name="矩形 797">
                <a:extLst>
                  <a:ext uri="{FF2B5EF4-FFF2-40B4-BE49-F238E27FC236}">
                    <a16:creationId xmlns:a16="http://schemas.microsoft.com/office/drawing/2014/main" id="{934504A8-09BF-FB07-8E96-10CB13E999CD}"/>
                  </a:ext>
                </a:extLst>
              </p:cNvPr>
              <p:cNvSpPr/>
              <p:nvPr/>
            </p:nvSpPr>
            <p:spPr>
              <a:xfrm>
                <a:off x="4122587" y="7038879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99" name="矩形 798">
                <a:extLst>
                  <a:ext uri="{FF2B5EF4-FFF2-40B4-BE49-F238E27FC236}">
                    <a16:creationId xmlns:a16="http://schemas.microsoft.com/office/drawing/2014/main" id="{30A3AB1B-EF22-F0C3-3167-5BB1D629BD25}"/>
                  </a:ext>
                </a:extLst>
              </p:cNvPr>
              <p:cNvSpPr/>
              <p:nvPr/>
            </p:nvSpPr>
            <p:spPr>
              <a:xfrm>
                <a:off x="3656357" y="650768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00" name="矩形 799">
                <a:extLst>
                  <a:ext uri="{FF2B5EF4-FFF2-40B4-BE49-F238E27FC236}">
                    <a16:creationId xmlns:a16="http://schemas.microsoft.com/office/drawing/2014/main" id="{C0234835-ED42-BF2D-5C66-3B960BEC1213}"/>
                  </a:ext>
                </a:extLst>
              </p:cNvPr>
              <p:cNvSpPr/>
              <p:nvPr/>
            </p:nvSpPr>
            <p:spPr>
              <a:xfrm>
                <a:off x="3811767" y="650768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01" name="矩形 800">
                <a:extLst>
                  <a:ext uri="{FF2B5EF4-FFF2-40B4-BE49-F238E27FC236}">
                    <a16:creationId xmlns:a16="http://schemas.microsoft.com/office/drawing/2014/main" id="{BBE62DFD-E8C5-38F9-36BF-E9B11ABA6791}"/>
                  </a:ext>
                </a:extLst>
              </p:cNvPr>
              <p:cNvSpPr/>
              <p:nvPr/>
            </p:nvSpPr>
            <p:spPr>
              <a:xfrm>
                <a:off x="3967177" y="650768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02" name="矩形 801">
                <a:extLst>
                  <a:ext uri="{FF2B5EF4-FFF2-40B4-BE49-F238E27FC236}">
                    <a16:creationId xmlns:a16="http://schemas.microsoft.com/office/drawing/2014/main" id="{B58F8841-7D44-73DF-AF2E-BC57C9047482}"/>
                  </a:ext>
                </a:extLst>
              </p:cNvPr>
              <p:cNvSpPr/>
              <p:nvPr/>
            </p:nvSpPr>
            <p:spPr>
              <a:xfrm>
                <a:off x="4122587" y="650768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691" name="组合 690">
            <a:extLst>
              <a:ext uri="{FF2B5EF4-FFF2-40B4-BE49-F238E27FC236}">
                <a16:creationId xmlns:a16="http://schemas.microsoft.com/office/drawing/2014/main" id="{FA3E5FB0-4356-8C29-EE19-1DC6124B1895}"/>
              </a:ext>
            </a:extLst>
          </p:cNvPr>
          <p:cNvGrpSpPr/>
          <p:nvPr/>
        </p:nvGrpSpPr>
        <p:grpSpPr>
          <a:xfrm>
            <a:off x="5787417" y="6074232"/>
            <a:ext cx="621640" cy="663817"/>
            <a:chOff x="5040167" y="6521415"/>
            <a:chExt cx="621640" cy="663817"/>
          </a:xfrm>
        </p:grpSpPr>
        <p:sp>
          <p:nvSpPr>
            <p:cNvPr id="692" name="矩形 1174">
              <a:extLst>
                <a:ext uri="{FF2B5EF4-FFF2-40B4-BE49-F238E27FC236}">
                  <a16:creationId xmlns:a16="http://schemas.microsoft.com/office/drawing/2014/main" id="{A9D82052-17EF-F950-C899-F48CA27C59D2}"/>
                </a:ext>
              </a:extLst>
            </p:cNvPr>
            <p:cNvSpPr/>
            <p:nvPr/>
          </p:nvSpPr>
          <p:spPr>
            <a:xfrm rot="10800000">
              <a:off x="5041542" y="6760560"/>
              <a:ext cx="618706" cy="201627"/>
            </a:xfrm>
            <a:custGeom>
              <a:avLst/>
              <a:gdLst>
                <a:gd name="connsiteX0" fmla="*/ 0 w 595706"/>
                <a:gd name="connsiteY0" fmla="*/ 0 h 92965"/>
                <a:gd name="connsiteX1" fmla="*/ 595706 w 595706"/>
                <a:gd name="connsiteY1" fmla="*/ 0 h 92965"/>
                <a:gd name="connsiteX2" fmla="*/ 595706 w 595706"/>
                <a:gd name="connsiteY2" fmla="*/ 92965 h 92965"/>
                <a:gd name="connsiteX3" fmla="*/ 0 w 595706"/>
                <a:gd name="connsiteY3" fmla="*/ 92965 h 92965"/>
                <a:gd name="connsiteX4" fmla="*/ 0 w 595706"/>
                <a:gd name="connsiteY4" fmla="*/ 0 h 92965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1422 w 594406"/>
                <a:gd name="connsiteY0" fmla="*/ 21376 h 135147"/>
                <a:gd name="connsiteX1" fmla="*/ 594406 w 594406"/>
                <a:gd name="connsiteY1" fmla="*/ 0 h 135147"/>
                <a:gd name="connsiteX2" fmla="*/ 594406 w 594406"/>
                <a:gd name="connsiteY2" fmla="*/ 92965 h 135147"/>
                <a:gd name="connsiteX3" fmla="*/ 61 w 594406"/>
                <a:gd name="connsiteY3" fmla="*/ 135147 h 135147"/>
                <a:gd name="connsiteX4" fmla="*/ 1422 w 594406"/>
                <a:gd name="connsiteY4" fmla="*/ 21376 h 135147"/>
                <a:gd name="connsiteX0" fmla="*/ 1422 w 594406"/>
                <a:gd name="connsiteY0" fmla="*/ 15599 h 135147"/>
                <a:gd name="connsiteX1" fmla="*/ 594406 w 594406"/>
                <a:gd name="connsiteY1" fmla="*/ 0 h 135147"/>
                <a:gd name="connsiteX2" fmla="*/ 594406 w 594406"/>
                <a:gd name="connsiteY2" fmla="*/ 92965 h 135147"/>
                <a:gd name="connsiteX3" fmla="*/ 61 w 594406"/>
                <a:gd name="connsiteY3" fmla="*/ 135147 h 135147"/>
                <a:gd name="connsiteX4" fmla="*/ 1422 w 594406"/>
                <a:gd name="connsiteY4" fmla="*/ 15599 h 135147"/>
                <a:gd name="connsiteX0" fmla="*/ 131 w 594476"/>
                <a:gd name="connsiteY0" fmla="*/ 4622 h 135147"/>
                <a:gd name="connsiteX1" fmla="*/ 594476 w 594476"/>
                <a:gd name="connsiteY1" fmla="*/ 0 h 135147"/>
                <a:gd name="connsiteX2" fmla="*/ 594476 w 594476"/>
                <a:gd name="connsiteY2" fmla="*/ 92965 h 135147"/>
                <a:gd name="connsiteX3" fmla="*/ 131 w 594476"/>
                <a:gd name="connsiteY3" fmla="*/ 135147 h 135147"/>
                <a:gd name="connsiteX4" fmla="*/ 131 w 594476"/>
                <a:gd name="connsiteY4" fmla="*/ 4622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22423 h 139660"/>
                <a:gd name="connsiteX1" fmla="*/ 595706 w 595706"/>
                <a:gd name="connsiteY1" fmla="*/ 4513 h 139660"/>
                <a:gd name="connsiteX2" fmla="*/ 595706 w 595706"/>
                <a:gd name="connsiteY2" fmla="*/ 97478 h 139660"/>
                <a:gd name="connsiteX3" fmla="*/ 1361 w 595706"/>
                <a:gd name="connsiteY3" fmla="*/ 139660 h 139660"/>
                <a:gd name="connsiteX4" fmla="*/ 0 w 595706"/>
                <a:gd name="connsiteY4" fmla="*/ 22423 h 139660"/>
                <a:gd name="connsiteX0" fmla="*/ 0 w 595706"/>
                <a:gd name="connsiteY0" fmla="*/ 26413 h 143650"/>
                <a:gd name="connsiteX1" fmla="*/ 595706 w 595706"/>
                <a:gd name="connsiteY1" fmla="*/ 8503 h 143650"/>
                <a:gd name="connsiteX2" fmla="*/ 595706 w 595706"/>
                <a:gd name="connsiteY2" fmla="*/ 101468 h 143650"/>
                <a:gd name="connsiteX3" fmla="*/ 1361 w 595706"/>
                <a:gd name="connsiteY3" fmla="*/ 143650 h 143650"/>
                <a:gd name="connsiteX4" fmla="*/ 0 w 595706"/>
                <a:gd name="connsiteY4" fmla="*/ 26413 h 143650"/>
                <a:gd name="connsiteX0" fmla="*/ 0 w 595706"/>
                <a:gd name="connsiteY0" fmla="*/ 21286 h 138523"/>
                <a:gd name="connsiteX1" fmla="*/ 595706 w 595706"/>
                <a:gd name="connsiteY1" fmla="*/ 3376 h 138523"/>
                <a:gd name="connsiteX2" fmla="*/ 595706 w 595706"/>
                <a:gd name="connsiteY2" fmla="*/ 96341 h 138523"/>
                <a:gd name="connsiteX3" fmla="*/ 1361 w 595706"/>
                <a:gd name="connsiteY3" fmla="*/ 138523 h 138523"/>
                <a:gd name="connsiteX4" fmla="*/ 0 w 595706"/>
                <a:gd name="connsiteY4" fmla="*/ 21286 h 138523"/>
                <a:gd name="connsiteX0" fmla="*/ 0 w 595706"/>
                <a:gd name="connsiteY0" fmla="*/ 22534 h 139771"/>
                <a:gd name="connsiteX1" fmla="*/ 595706 w 595706"/>
                <a:gd name="connsiteY1" fmla="*/ 4624 h 139771"/>
                <a:gd name="connsiteX2" fmla="*/ 595706 w 595706"/>
                <a:gd name="connsiteY2" fmla="*/ 97589 h 139771"/>
                <a:gd name="connsiteX3" fmla="*/ 1361 w 595706"/>
                <a:gd name="connsiteY3" fmla="*/ 139771 h 139771"/>
                <a:gd name="connsiteX4" fmla="*/ 0 w 595706"/>
                <a:gd name="connsiteY4" fmla="*/ 22534 h 139771"/>
                <a:gd name="connsiteX0" fmla="*/ 0 w 595706"/>
                <a:gd name="connsiteY0" fmla="*/ 23494 h 140731"/>
                <a:gd name="connsiteX1" fmla="*/ 595706 w 595706"/>
                <a:gd name="connsiteY1" fmla="*/ 2118 h 140731"/>
                <a:gd name="connsiteX2" fmla="*/ 595706 w 595706"/>
                <a:gd name="connsiteY2" fmla="*/ 98549 h 140731"/>
                <a:gd name="connsiteX3" fmla="*/ 1361 w 595706"/>
                <a:gd name="connsiteY3" fmla="*/ 140731 h 140731"/>
                <a:gd name="connsiteX4" fmla="*/ 0 w 595706"/>
                <a:gd name="connsiteY4" fmla="*/ 23494 h 140731"/>
                <a:gd name="connsiteX0" fmla="*/ 0 w 595706"/>
                <a:gd name="connsiteY0" fmla="*/ 23494 h 140731"/>
                <a:gd name="connsiteX1" fmla="*/ 595706 w 595706"/>
                <a:gd name="connsiteY1" fmla="*/ 2118 h 140731"/>
                <a:gd name="connsiteX2" fmla="*/ 595706 w 595706"/>
                <a:gd name="connsiteY2" fmla="*/ 98549 h 140731"/>
                <a:gd name="connsiteX3" fmla="*/ 1361 w 595706"/>
                <a:gd name="connsiteY3" fmla="*/ 140731 h 140731"/>
                <a:gd name="connsiteX4" fmla="*/ 0 w 595706"/>
                <a:gd name="connsiteY4" fmla="*/ 23494 h 140731"/>
                <a:gd name="connsiteX0" fmla="*/ 0 w 595706"/>
                <a:gd name="connsiteY0" fmla="*/ 25030 h 142267"/>
                <a:gd name="connsiteX1" fmla="*/ 595706 w 595706"/>
                <a:gd name="connsiteY1" fmla="*/ 3654 h 142267"/>
                <a:gd name="connsiteX2" fmla="*/ 595706 w 595706"/>
                <a:gd name="connsiteY2" fmla="*/ 100085 h 142267"/>
                <a:gd name="connsiteX3" fmla="*/ 1361 w 595706"/>
                <a:gd name="connsiteY3" fmla="*/ 142267 h 142267"/>
                <a:gd name="connsiteX4" fmla="*/ 0 w 595706"/>
                <a:gd name="connsiteY4" fmla="*/ 25030 h 142267"/>
                <a:gd name="connsiteX0" fmla="*/ 0 w 595706"/>
                <a:gd name="connsiteY0" fmla="*/ 22091 h 139328"/>
                <a:gd name="connsiteX1" fmla="*/ 595706 w 595706"/>
                <a:gd name="connsiteY1" fmla="*/ 715 h 139328"/>
                <a:gd name="connsiteX2" fmla="*/ 595706 w 595706"/>
                <a:gd name="connsiteY2" fmla="*/ 97146 h 139328"/>
                <a:gd name="connsiteX3" fmla="*/ 1361 w 595706"/>
                <a:gd name="connsiteY3" fmla="*/ 139328 h 139328"/>
                <a:gd name="connsiteX4" fmla="*/ 0 w 595706"/>
                <a:gd name="connsiteY4" fmla="*/ 22091 h 139328"/>
                <a:gd name="connsiteX0" fmla="*/ 0 w 595706"/>
                <a:gd name="connsiteY0" fmla="*/ 23573 h 140810"/>
                <a:gd name="connsiteX1" fmla="*/ 595706 w 595706"/>
                <a:gd name="connsiteY1" fmla="*/ 2197 h 140810"/>
                <a:gd name="connsiteX2" fmla="*/ 595706 w 595706"/>
                <a:gd name="connsiteY2" fmla="*/ 98628 h 140810"/>
                <a:gd name="connsiteX3" fmla="*/ 1361 w 595706"/>
                <a:gd name="connsiteY3" fmla="*/ 140810 h 140810"/>
                <a:gd name="connsiteX4" fmla="*/ 0 w 595706"/>
                <a:gd name="connsiteY4" fmla="*/ 23573 h 140810"/>
                <a:gd name="connsiteX0" fmla="*/ 0 w 595706"/>
                <a:gd name="connsiteY0" fmla="*/ 21908 h 139145"/>
                <a:gd name="connsiteX1" fmla="*/ 595706 w 595706"/>
                <a:gd name="connsiteY1" fmla="*/ 532 h 139145"/>
                <a:gd name="connsiteX2" fmla="*/ 595706 w 595706"/>
                <a:gd name="connsiteY2" fmla="*/ 96963 h 139145"/>
                <a:gd name="connsiteX3" fmla="*/ 1361 w 595706"/>
                <a:gd name="connsiteY3" fmla="*/ 139145 h 139145"/>
                <a:gd name="connsiteX4" fmla="*/ 0 w 595706"/>
                <a:gd name="connsiteY4" fmla="*/ 21908 h 139145"/>
                <a:gd name="connsiteX0" fmla="*/ 0 w 595706"/>
                <a:gd name="connsiteY0" fmla="*/ 23863 h 141100"/>
                <a:gd name="connsiteX1" fmla="*/ 595706 w 595706"/>
                <a:gd name="connsiteY1" fmla="*/ 2487 h 141100"/>
                <a:gd name="connsiteX2" fmla="*/ 595706 w 595706"/>
                <a:gd name="connsiteY2" fmla="*/ 98918 h 141100"/>
                <a:gd name="connsiteX3" fmla="*/ 1361 w 595706"/>
                <a:gd name="connsiteY3" fmla="*/ 141100 h 141100"/>
                <a:gd name="connsiteX4" fmla="*/ 0 w 595706"/>
                <a:gd name="connsiteY4" fmla="*/ 23863 h 141100"/>
                <a:gd name="connsiteX0" fmla="*/ 0 w 595706"/>
                <a:gd name="connsiteY0" fmla="*/ 24472 h 141709"/>
                <a:gd name="connsiteX1" fmla="*/ 595706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0 w 595706"/>
                <a:gd name="connsiteY0" fmla="*/ 24267 h 141504"/>
                <a:gd name="connsiteX1" fmla="*/ 595706 w 595706"/>
                <a:gd name="connsiteY1" fmla="*/ 2891 h 141504"/>
                <a:gd name="connsiteX2" fmla="*/ 595706 w 595706"/>
                <a:gd name="connsiteY2" fmla="*/ 99322 h 141504"/>
                <a:gd name="connsiteX3" fmla="*/ 1361 w 595706"/>
                <a:gd name="connsiteY3" fmla="*/ 141504 h 141504"/>
                <a:gd name="connsiteX4" fmla="*/ 0 w 595706"/>
                <a:gd name="connsiteY4" fmla="*/ 24267 h 141504"/>
                <a:gd name="connsiteX0" fmla="*/ 0 w 595706"/>
                <a:gd name="connsiteY0" fmla="*/ 24472 h 141709"/>
                <a:gd name="connsiteX1" fmla="*/ 595706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0 w 595706"/>
                <a:gd name="connsiteY0" fmla="*/ 24472 h 141709"/>
                <a:gd name="connsiteX1" fmla="*/ 594353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124 w 595830"/>
                <a:gd name="connsiteY0" fmla="*/ 24472 h 141709"/>
                <a:gd name="connsiteX1" fmla="*/ 594477 w 595830"/>
                <a:gd name="connsiteY1" fmla="*/ 3096 h 141709"/>
                <a:gd name="connsiteX2" fmla="*/ 595830 w 595830"/>
                <a:gd name="connsiteY2" fmla="*/ 99527 h 141709"/>
                <a:gd name="connsiteX3" fmla="*/ 131 w 595830"/>
                <a:gd name="connsiteY3" fmla="*/ 141709 h 141709"/>
                <a:gd name="connsiteX4" fmla="*/ 124 w 595830"/>
                <a:gd name="connsiteY4" fmla="*/ 24472 h 141709"/>
                <a:gd name="connsiteX0" fmla="*/ 124 w 597179"/>
                <a:gd name="connsiteY0" fmla="*/ 25207 h 142444"/>
                <a:gd name="connsiteX1" fmla="*/ 597179 w 597179"/>
                <a:gd name="connsiteY1" fmla="*/ 481 h 142444"/>
                <a:gd name="connsiteX2" fmla="*/ 595830 w 597179"/>
                <a:gd name="connsiteY2" fmla="*/ 100262 h 142444"/>
                <a:gd name="connsiteX3" fmla="*/ 131 w 597179"/>
                <a:gd name="connsiteY3" fmla="*/ 142444 h 142444"/>
                <a:gd name="connsiteX4" fmla="*/ 124 w 597179"/>
                <a:gd name="connsiteY4" fmla="*/ 25207 h 142444"/>
                <a:gd name="connsiteX0" fmla="*/ 124 w 595889"/>
                <a:gd name="connsiteY0" fmla="*/ 25842 h 143079"/>
                <a:gd name="connsiteX1" fmla="*/ 594477 w 595889"/>
                <a:gd name="connsiteY1" fmla="*/ 0 h 143079"/>
                <a:gd name="connsiteX2" fmla="*/ 595830 w 595889"/>
                <a:gd name="connsiteY2" fmla="*/ 100897 h 143079"/>
                <a:gd name="connsiteX3" fmla="*/ 131 w 595889"/>
                <a:gd name="connsiteY3" fmla="*/ 143079 h 143079"/>
                <a:gd name="connsiteX4" fmla="*/ 124 w 595889"/>
                <a:gd name="connsiteY4" fmla="*/ 25842 h 143079"/>
                <a:gd name="connsiteX0" fmla="*/ 124 w 595889"/>
                <a:gd name="connsiteY0" fmla="*/ 24713 h 141950"/>
                <a:gd name="connsiteX1" fmla="*/ 594477 w 595889"/>
                <a:gd name="connsiteY1" fmla="*/ 2221 h 141950"/>
                <a:gd name="connsiteX2" fmla="*/ 595830 w 595889"/>
                <a:gd name="connsiteY2" fmla="*/ 99768 h 141950"/>
                <a:gd name="connsiteX3" fmla="*/ 131 w 595889"/>
                <a:gd name="connsiteY3" fmla="*/ 141950 h 141950"/>
                <a:gd name="connsiteX4" fmla="*/ 124 w 595889"/>
                <a:gd name="connsiteY4" fmla="*/ 24713 h 141950"/>
                <a:gd name="connsiteX0" fmla="*/ 124 w 595959"/>
                <a:gd name="connsiteY0" fmla="*/ 24713 h 141950"/>
                <a:gd name="connsiteX1" fmla="*/ 595828 w 595959"/>
                <a:gd name="connsiteY1" fmla="*/ 2221 h 141950"/>
                <a:gd name="connsiteX2" fmla="*/ 595830 w 595959"/>
                <a:gd name="connsiteY2" fmla="*/ 99768 h 141950"/>
                <a:gd name="connsiteX3" fmla="*/ 131 w 595959"/>
                <a:gd name="connsiteY3" fmla="*/ 141950 h 141950"/>
                <a:gd name="connsiteX4" fmla="*/ 124 w 595959"/>
                <a:gd name="connsiteY4" fmla="*/ 24713 h 141950"/>
                <a:gd name="connsiteX0" fmla="*/ 124 w 595959"/>
                <a:gd name="connsiteY0" fmla="*/ 24925 h 142162"/>
                <a:gd name="connsiteX1" fmla="*/ 595828 w 595959"/>
                <a:gd name="connsiteY1" fmla="*/ 2433 h 142162"/>
                <a:gd name="connsiteX2" fmla="*/ 595830 w 595959"/>
                <a:gd name="connsiteY2" fmla="*/ 99980 h 142162"/>
                <a:gd name="connsiteX3" fmla="*/ 131 w 595959"/>
                <a:gd name="connsiteY3" fmla="*/ 142162 h 142162"/>
                <a:gd name="connsiteX4" fmla="*/ 124 w 595959"/>
                <a:gd name="connsiteY4" fmla="*/ 24925 h 142162"/>
                <a:gd name="connsiteX0" fmla="*/ 124 w 595959"/>
                <a:gd name="connsiteY0" fmla="*/ 22492 h 139729"/>
                <a:gd name="connsiteX1" fmla="*/ 595828 w 595959"/>
                <a:gd name="connsiteY1" fmla="*/ 0 h 139729"/>
                <a:gd name="connsiteX2" fmla="*/ 595830 w 595959"/>
                <a:gd name="connsiteY2" fmla="*/ 97547 h 139729"/>
                <a:gd name="connsiteX3" fmla="*/ 131 w 595959"/>
                <a:gd name="connsiteY3" fmla="*/ 139729 h 139729"/>
                <a:gd name="connsiteX4" fmla="*/ 124 w 595959"/>
                <a:gd name="connsiteY4" fmla="*/ 22492 h 139729"/>
                <a:gd name="connsiteX0" fmla="*/ 124 w 595959"/>
                <a:gd name="connsiteY0" fmla="*/ 25585 h 142822"/>
                <a:gd name="connsiteX1" fmla="*/ 595828 w 595959"/>
                <a:gd name="connsiteY1" fmla="*/ 3093 h 142822"/>
                <a:gd name="connsiteX2" fmla="*/ 595830 w 595959"/>
                <a:gd name="connsiteY2" fmla="*/ 100640 h 142822"/>
                <a:gd name="connsiteX3" fmla="*/ 131 w 595959"/>
                <a:gd name="connsiteY3" fmla="*/ 142822 h 142822"/>
                <a:gd name="connsiteX4" fmla="*/ 124 w 595959"/>
                <a:gd name="connsiteY4" fmla="*/ 25585 h 142822"/>
                <a:gd name="connsiteX0" fmla="*/ 124 w 595959"/>
                <a:gd name="connsiteY0" fmla="*/ 25585 h 142822"/>
                <a:gd name="connsiteX1" fmla="*/ 595828 w 595959"/>
                <a:gd name="connsiteY1" fmla="*/ 3093 h 142822"/>
                <a:gd name="connsiteX2" fmla="*/ 595830 w 595959"/>
                <a:gd name="connsiteY2" fmla="*/ 100640 h 142822"/>
                <a:gd name="connsiteX3" fmla="*/ 131 w 595959"/>
                <a:gd name="connsiteY3" fmla="*/ 142822 h 142822"/>
                <a:gd name="connsiteX4" fmla="*/ 124 w 595959"/>
                <a:gd name="connsiteY4" fmla="*/ 25585 h 142822"/>
                <a:gd name="connsiteX0" fmla="*/ 124 w 595959"/>
                <a:gd name="connsiteY0" fmla="*/ 26512 h 143749"/>
                <a:gd name="connsiteX1" fmla="*/ 595828 w 595959"/>
                <a:gd name="connsiteY1" fmla="*/ 4020 h 143749"/>
                <a:gd name="connsiteX2" fmla="*/ 595830 w 595959"/>
                <a:gd name="connsiteY2" fmla="*/ 101567 h 143749"/>
                <a:gd name="connsiteX3" fmla="*/ 131 w 595959"/>
                <a:gd name="connsiteY3" fmla="*/ 143749 h 143749"/>
                <a:gd name="connsiteX4" fmla="*/ 124 w 595959"/>
                <a:gd name="connsiteY4" fmla="*/ 26512 h 143749"/>
                <a:gd name="connsiteX0" fmla="*/ 124 w 595959"/>
                <a:gd name="connsiteY0" fmla="*/ 26512 h 143749"/>
                <a:gd name="connsiteX1" fmla="*/ 595828 w 595959"/>
                <a:gd name="connsiteY1" fmla="*/ 4020 h 143749"/>
                <a:gd name="connsiteX2" fmla="*/ 595830 w 595959"/>
                <a:gd name="connsiteY2" fmla="*/ 101567 h 143749"/>
                <a:gd name="connsiteX3" fmla="*/ 131 w 595959"/>
                <a:gd name="connsiteY3" fmla="*/ 143749 h 143749"/>
                <a:gd name="connsiteX4" fmla="*/ 124 w 595959"/>
                <a:gd name="connsiteY4" fmla="*/ 26512 h 143749"/>
                <a:gd name="connsiteX0" fmla="*/ 124 w 595959"/>
                <a:gd name="connsiteY0" fmla="*/ 28496 h 145733"/>
                <a:gd name="connsiteX1" fmla="*/ 595828 w 595959"/>
                <a:gd name="connsiteY1" fmla="*/ 6004 h 145733"/>
                <a:gd name="connsiteX2" fmla="*/ 595830 w 595959"/>
                <a:gd name="connsiteY2" fmla="*/ 103551 h 145733"/>
                <a:gd name="connsiteX3" fmla="*/ 131 w 595959"/>
                <a:gd name="connsiteY3" fmla="*/ 145733 h 145733"/>
                <a:gd name="connsiteX4" fmla="*/ 124 w 595959"/>
                <a:gd name="connsiteY4" fmla="*/ 28496 h 14573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856"/>
                <a:gd name="connsiteY0" fmla="*/ 41841 h 159078"/>
                <a:gd name="connsiteX1" fmla="*/ 591261 w 595856"/>
                <a:gd name="connsiteY1" fmla="*/ 0 h 159078"/>
                <a:gd name="connsiteX2" fmla="*/ 595830 w 595856"/>
                <a:gd name="connsiteY2" fmla="*/ 116896 h 159078"/>
                <a:gd name="connsiteX3" fmla="*/ 131 w 595856"/>
                <a:gd name="connsiteY3" fmla="*/ 159078 h 159078"/>
                <a:gd name="connsiteX4" fmla="*/ 124 w 595856"/>
                <a:gd name="connsiteY4" fmla="*/ 41841 h 159078"/>
                <a:gd name="connsiteX0" fmla="*/ 124 w 595959"/>
                <a:gd name="connsiteY0" fmla="*/ 41841 h 159078"/>
                <a:gd name="connsiteX1" fmla="*/ 595828 w 595959"/>
                <a:gd name="connsiteY1" fmla="*/ 0 h 159078"/>
                <a:gd name="connsiteX2" fmla="*/ 595830 w 595959"/>
                <a:gd name="connsiteY2" fmla="*/ 116896 h 159078"/>
                <a:gd name="connsiteX3" fmla="*/ 131 w 595959"/>
                <a:gd name="connsiteY3" fmla="*/ 159078 h 159078"/>
                <a:gd name="connsiteX4" fmla="*/ 124 w 595959"/>
                <a:gd name="connsiteY4" fmla="*/ 41841 h 159078"/>
                <a:gd name="connsiteX0" fmla="*/ 124 w 597349"/>
                <a:gd name="connsiteY0" fmla="*/ 42378 h 159615"/>
                <a:gd name="connsiteX1" fmla="*/ 597349 w 597349"/>
                <a:gd name="connsiteY1" fmla="*/ 0 h 159615"/>
                <a:gd name="connsiteX2" fmla="*/ 595830 w 597349"/>
                <a:gd name="connsiteY2" fmla="*/ 117433 h 159615"/>
                <a:gd name="connsiteX3" fmla="*/ 131 w 597349"/>
                <a:gd name="connsiteY3" fmla="*/ 159615 h 159615"/>
                <a:gd name="connsiteX4" fmla="*/ 124 w 597349"/>
                <a:gd name="connsiteY4" fmla="*/ 42378 h 159615"/>
                <a:gd name="connsiteX0" fmla="*/ 124 w 600443"/>
                <a:gd name="connsiteY0" fmla="*/ 42378 h 159615"/>
                <a:gd name="connsiteX1" fmla="*/ 597349 w 600443"/>
                <a:gd name="connsiteY1" fmla="*/ 0 h 159615"/>
                <a:gd name="connsiteX2" fmla="*/ 600408 w 600443"/>
                <a:gd name="connsiteY2" fmla="*/ 117433 h 159615"/>
                <a:gd name="connsiteX3" fmla="*/ 131 w 600443"/>
                <a:gd name="connsiteY3" fmla="*/ 159615 h 159615"/>
                <a:gd name="connsiteX4" fmla="*/ 124 w 600443"/>
                <a:gd name="connsiteY4" fmla="*/ 42378 h 159615"/>
                <a:gd name="connsiteX0" fmla="*/ 124 w 600537"/>
                <a:gd name="connsiteY0" fmla="*/ 42378 h 159615"/>
                <a:gd name="connsiteX1" fmla="*/ 600401 w 600537"/>
                <a:gd name="connsiteY1" fmla="*/ 0 h 159615"/>
                <a:gd name="connsiteX2" fmla="*/ 600408 w 600537"/>
                <a:gd name="connsiteY2" fmla="*/ 117433 h 159615"/>
                <a:gd name="connsiteX3" fmla="*/ 131 w 600537"/>
                <a:gd name="connsiteY3" fmla="*/ 159615 h 159615"/>
                <a:gd name="connsiteX4" fmla="*/ 124 w 600537"/>
                <a:gd name="connsiteY4" fmla="*/ 42378 h 159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0537" h="159615">
                  <a:moveTo>
                    <a:pt x="124" y="42378"/>
                  </a:moveTo>
                  <a:cubicBezTo>
                    <a:pt x="296414" y="-50243"/>
                    <a:pt x="418111" y="75773"/>
                    <a:pt x="600401" y="0"/>
                  </a:cubicBezTo>
                  <a:cubicBezTo>
                    <a:pt x="599951" y="33260"/>
                    <a:pt x="600858" y="84173"/>
                    <a:pt x="600408" y="117433"/>
                  </a:cubicBezTo>
                  <a:cubicBezTo>
                    <a:pt x="395490" y="192726"/>
                    <a:pt x="285331" y="62551"/>
                    <a:pt x="131" y="159615"/>
                  </a:cubicBezTo>
                  <a:cubicBezTo>
                    <a:pt x="-323" y="114566"/>
                    <a:pt x="578" y="87427"/>
                    <a:pt x="124" y="42378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93" name="矩形 1174">
              <a:extLst>
                <a:ext uri="{FF2B5EF4-FFF2-40B4-BE49-F238E27FC236}">
                  <a16:creationId xmlns:a16="http://schemas.microsoft.com/office/drawing/2014/main" id="{09144DBE-A832-0E0F-07AE-92C36A54707D}"/>
                </a:ext>
              </a:extLst>
            </p:cNvPr>
            <p:cNvSpPr/>
            <p:nvPr/>
          </p:nvSpPr>
          <p:spPr>
            <a:xfrm rot="10800000">
              <a:off x="5041542" y="6890402"/>
              <a:ext cx="618706" cy="226680"/>
            </a:xfrm>
            <a:custGeom>
              <a:avLst/>
              <a:gdLst>
                <a:gd name="connsiteX0" fmla="*/ 0 w 595706"/>
                <a:gd name="connsiteY0" fmla="*/ 0 h 92965"/>
                <a:gd name="connsiteX1" fmla="*/ 595706 w 595706"/>
                <a:gd name="connsiteY1" fmla="*/ 0 h 92965"/>
                <a:gd name="connsiteX2" fmla="*/ 595706 w 595706"/>
                <a:gd name="connsiteY2" fmla="*/ 92965 h 92965"/>
                <a:gd name="connsiteX3" fmla="*/ 0 w 595706"/>
                <a:gd name="connsiteY3" fmla="*/ 92965 h 92965"/>
                <a:gd name="connsiteX4" fmla="*/ 0 w 595706"/>
                <a:gd name="connsiteY4" fmla="*/ 0 h 92965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1422 w 594406"/>
                <a:gd name="connsiteY0" fmla="*/ 21376 h 135147"/>
                <a:gd name="connsiteX1" fmla="*/ 594406 w 594406"/>
                <a:gd name="connsiteY1" fmla="*/ 0 h 135147"/>
                <a:gd name="connsiteX2" fmla="*/ 594406 w 594406"/>
                <a:gd name="connsiteY2" fmla="*/ 92965 h 135147"/>
                <a:gd name="connsiteX3" fmla="*/ 61 w 594406"/>
                <a:gd name="connsiteY3" fmla="*/ 135147 h 135147"/>
                <a:gd name="connsiteX4" fmla="*/ 1422 w 594406"/>
                <a:gd name="connsiteY4" fmla="*/ 21376 h 135147"/>
                <a:gd name="connsiteX0" fmla="*/ 1422 w 594406"/>
                <a:gd name="connsiteY0" fmla="*/ 15599 h 135147"/>
                <a:gd name="connsiteX1" fmla="*/ 594406 w 594406"/>
                <a:gd name="connsiteY1" fmla="*/ 0 h 135147"/>
                <a:gd name="connsiteX2" fmla="*/ 594406 w 594406"/>
                <a:gd name="connsiteY2" fmla="*/ 92965 h 135147"/>
                <a:gd name="connsiteX3" fmla="*/ 61 w 594406"/>
                <a:gd name="connsiteY3" fmla="*/ 135147 h 135147"/>
                <a:gd name="connsiteX4" fmla="*/ 1422 w 594406"/>
                <a:gd name="connsiteY4" fmla="*/ 15599 h 135147"/>
                <a:gd name="connsiteX0" fmla="*/ 131 w 594476"/>
                <a:gd name="connsiteY0" fmla="*/ 4622 h 135147"/>
                <a:gd name="connsiteX1" fmla="*/ 594476 w 594476"/>
                <a:gd name="connsiteY1" fmla="*/ 0 h 135147"/>
                <a:gd name="connsiteX2" fmla="*/ 594476 w 594476"/>
                <a:gd name="connsiteY2" fmla="*/ 92965 h 135147"/>
                <a:gd name="connsiteX3" fmla="*/ 131 w 594476"/>
                <a:gd name="connsiteY3" fmla="*/ 135147 h 135147"/>
                <a:gd name="connsiteX4" fmla="*/ 131 w 594476"/>
                <a:gd name="connsiteY4" fmla="*/ 4622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22423 h 139660"/>
                <a:gd name="connsiteX1" fmla="*/ 595706 w 595706"/>
                <a:gd name="connsiteY1" fmla="*/ 4513 h 139660"/>
                <a:gd name="connsiteX2" fmla="*/ 595706 w 595706"/>
                <a:gd name="connsiteY2" fmla="*/ 97478 h 139660"/>
                <a:gd name="connsiteX3" fmla="*/ 1361 w 595706"/>
                <a:gd name="connsiteY3" fmla="*/ 139660 h 139660"/>
                <a:gd name="connsiteX4" fmla="*/ 0 w 595706"/>
                <a:gd name="connsiteY4" fmla="*/ 22423 h 139660"/>
                <a:gd name="connsiteX0" fmla="*/ 0 w 595706"/>
                <a:gd name="connsiteY0" fmla="*/ 26413 h 143650"/>
                <a:gd name="connsiteX1" fmla="*/ 595706 w 595706"/>
                <a:gd name="connsiteY1" fmla="*/ 8503 h 143650"/>
                <a:gd name="connsiteX2" fmla="*/ 595706 w 595706"/>
                <a:gd name="connsiteY2" fmla="*/ 101468 h 143650"/>
                <a:gd name="connsiteX3" fmla="*/ 1361 w 595706"/>
                <a:gd name="connsiteY3" fmla="*/ 143650 h 143650"/>
                <a:gd name="connsiteX4" fmla="*/ 0 w 595706"/>
                <a:gd name="connsiteY4" fmla="*/ 26413 h 143650"/>
                <a:gd name="connsiteX0" fmla="*/ 0 w 595706"/>
                <a:gd name="connsiteY0" fmla="*/ 21286 h 138523"/>
                <a:gd name="connsiteX1" fmla="*/ 595706 w 595706"/>
                <a:gd name="connsiteY1" fmla="*/ 3376 h 138523"/>
                <a:gd name="connsiteX2" fmla="*/ 595706 w 595706"/>
                <a:gd name="connsiteY2" fmla="*/ 96341 h 138523"/>
                <a:gd name="connsiteX3" fmla="*/ 1361 w 595706"/>
                <a:gd name="connsiteY3" fmla="*/ 138523 h 138523"/>
                <a:gd name="connsiteX4" fmla="*/ 0 w 595706"/>
                <a:gd name="connsiteY4" fmla="*/ 21286 h 138523"/>
                <a:gd name="connsiteX0" fmla="*/ 0 w 595706"/>
                <a:gd name="connsiteY0" fmla="*/ 22534 h 139771"/>
                <a:gd name="connsiteX1" fmla="*/ 595706 w 595706"/>
                <a:gd name="connsiteY1" fmla="*/ 4624 h 139771"/>
                <a:gd name="connsiteX2" fmla="*/ 595706 w 595706"/>
                <a:gd name="connsiteY2" fmla="*/ 97589 h 139771"/>
                <a:gd name="connsiteX3" fmla="*/ 1361 w 595706"/>
                <a:gd name="connsiteY3" fmla="*/ 139771 h 139771"/>
                <a:gd name="connsiteX4" fmla="*/ 0 w 595706"/>
                <a:gd name="connsiteY4" fmla="*/ 22534 h 139771"/>
                <a:gd name="connsiteX0" fmla="*/ 0 w 595706"/>
                <a:gd name="connsiteY0" fmla="*/ 23494 h 140731"/>
                <a:gd name="connsiteX1" fmla="*/ 595706 w 595706"/>
                <a:gd name="connsiteY1" fmla="*/ 2118 h 140731"/>
                <a:gd name="connsiteX2" fmla="*/ 595706 w 595706"/>
                <a:gd name="connsiteY2" fmla="*/ 98549 h 140731"/>
                <a:gd name="connsiteX3" fmla="*/ 1361 w 595706"/>
                <a:gd name="connsiteY3" fmla="*/ 140731 h 140731"/>
                <a:gd name="connsiteX4" fmla="*/ 0 w 595706"/>
                <a:gd name="connsiteY4" fmla="*/ 23494 h 140731"/>
                <a:gd name="connsiteX0" fmla="*/ 0 w 595706"/>
                <a:gd name="connsiteY0" fmla="*/ 23494 h 140731"/>
                <a:gd name="connsiteX1" fmla="*/ 595706 w 595706"/>
                <a:gd name="connsiteY1" fmla="*/ 2118 h 140731"/>
                <a:gd name="connsiteX2" fmla="*/ 595706 w 595706"/>
                <a:gd name="connsiteY2" fmla="*/ 98549 h 140731"/>
                <a:gd name="connsiteX3" fmla="*/ 1361 w 595706"/>
                <a:gd name="connsiteY3" fmla="*/ 140731 h 140731"/>
                <a:gd name="connsiteX4" fmla="*/ 0 w 595706"/>
                <a:gd name="connsiteY4" fmla="*/ 23494 h 140731"/>
                <a:gd name="connsiteX0" fmla="*/ 0 w 595706"/>
                <a:gd name="connsiteY0" fmla="*/ 25030 h 142267"/>
                <a:gd name="connsiteX1" fmla="*/ 595706 w 595706"/>
                <a:gd name="connsiteY1" fmla="*/ 3654 h 142267"/>
                <a:gd name="connsiteX2" fmla="*/ 595706 w 595706"/>
                <a:gd name="connsiteY2" fmla="*/ 100085 h 142267"/>
                <a:gd name="connsiteX3" fmla="*/ 1361 w 595706"/>
                <a:gd name="connsiteY3" fmla="*/ 142267 h 142267"/>
                <a:gd name="connsiteX4" fmla="*/ 0 w 595706"/>
                <a:gd name="connsiteY4" fmla="*/ 25030 h 142267"/>
                <a:gd name="connsiteX0" fmla="*/ 0 w 595706"/>
                <a:gd name="connsiteY0" fmla="*/ 22091 h 139328"/>
                <a:gd name="connsiteX1" fmla="*/ 595706 w 595706"/>
                <a:gd name="connsiteY1" fmla="*/ 715 h 139328"/>
                <a:gd name="connsiteX2" fmla="*/ 595706 w 595706"/>
                <a:gd name="connsiteY2" fmla="*/ 97146 h 139328"/>
                <a:gd name="connsiteX3" fmla="*/ 1361 w 595706"/>
                <a:gd name="connsiteY3" fmla="*/ 139328 h 139328"/>
                <a:gd name="connsiteX4" fmla="*/ 0 w 595706"/>
                <a:gd name="connsiteY4" fmla="*/ 22091 h 139328"/>
                <a:gd name="connsiteX0" fmla="*/ 0 w 595706"/>
                <a:gd name="connsiteY0" fmla="*/ 23573 h 140810"/>
                <a:gd name="connsiteX1" fmla="*/ 595706 w 595706"/>
                <a:gd name="connsiteY1" fmla="*/ 2197 h 140810"/>
                <a:gd name="connsiteX2" fmla="*/ 595706 w 595706"/>
                <a:gd name="connsiteY2" fmla="*/ 98628 h 140810"/>
                <a:gd name="connsiteX3" fmla="*/ 1361 w 595706"/>
                <a:gd name="connsiteY3" fmla="*/ 140810 h 140810"/>
                <a:gd name="connsiteX4" fmla="*/ 0 w 595706"/>
                <a:gd name="connsiteY4" fmla="*/ 23573 h 140810"/>
                <a:gd name="connsiteX0" fmla="*/ 0 w 595706"/>
                <a:gd name="connsiteY0" fmla="*/ 21908 h 139145"/>
                <a:gd name="connsiteX1" fmla="*/ 595706 w 595706"/>
                <a:gd name="connsiteY1" fmla="*/ 532 h 139145"/>
                <a:gd name="connsiteX2" fmla="*/ 595706 w 595706"/>
                <a:gd name="connsiteY2" fmla="*/ 96963 h 139145"/>
                <a:gd name="connsiteX3" fmla="*/ 1361 w 595706"/>
                <a:gd name="connsiteY3" fmla="*/ 139145 h 139145"/>
                <a:gd name="connsiteX4" fmla="*/ 0 w 595706"/>
                <a:gd name="connsiteY4" fmla="*/ 21908 h 139145"/>
                <a:gd name="connsiteX0" fmla="*/ 0 w 595706"/>
                <a:gd name="connsiteY0" fmla="*/ 23863 h 141100"/>
                <a:gd name="connsiteX1" fmla="*/ 595706 w 595706"/>
                <a:gd name="connsiteY1" fmla="*/ 2487 h 141100"/>
                <a:gd name="connsiteX2" fmla="*/ 595706 w 595706"/>
                <a:gd name="connsiteY2" fmla="*/ 98918 h 141100"/>
                <a:gd name="connsiteX3" fmla="*/ 1361 w 595706"/>
                <a:gd name="connsiteY3" fmla="*/ 141100 h 141100"/>
                <a:gd name="connsiteX4" fmla="*/ 0 w 595706"/>
                <a:gd name="connsiteY4" fmla="*/ 23863 h 141100"/>
                <a:gd name="connsiteX0" fmla="*/ 0 w 595706"/>
                <a:gd name="connsiteY0" fmla="*/ 24472 h 141709"/>
                <a:gd name="connsiteX1" fmla="*/ 595706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0 w 595706"/>
                <a:gd name="connsiteY0" fmla="*/ 24267 h 141504"/>
                <a:gd name="connsiteX1" fmla="*/ 595706 w 595706"/>
                <a:gd name="connsiteY1" fmla="*/ 2891 h 141504"/>
                <a:gd name="connsiteX2" fmla="*/ 595706 w 595706"/>
                <a:gd name="connsiteY2" fmla="*/ 99322 h 141504"/>
                <a:gd name="connsiteX3" fmla="*/ 1361 w 595706"/>
                <a:gd name="connsiteY3" fmla="*/ 141504 h 141504"/>
                <a:gd name="connsiteX4" fmla="*/ 0 w 595706"/>
                <a:gd name="connsiteY4" fmla="*/ 24267 h 141504"/>
                <a:gd name="connsiteX0" fmla="*/ 0 w 595706"/>
                <a:gd name="connsiteY0" fmla="*/ 24472 h 141709"/>
                <a:gd name="connsiteX1" fmla="*/ 595706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0 w 595706"/>
                <a:gd name="connsiteY0" fmla="*/ 24472 h 141709"/>
                <a:gd name="connsiteX1" fmla="*/ 594353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124 w 595830"/>
                <a:gd name="connsiteY0" fmla="*/ 24472 h 141709"/>
                <a:gd name="connsiteX1" fmla="*/ 594477 w 595830"/>
                <a:gd name="connsiteY1" fmla="*/ 3096 h 141709"/>
                <a:gd name="connsiteX2" fmla="*/ 595830 w 595830"/>
                <a:gd name="connsiteY2" fmla="*/ 99527 h 141709"/>
                <a:gd name="connsiteX3" fmla="*/ 131 w 595830"/>
                <a:gd name="connsiteY3" fmla="*/ 141709 h 141709"/>
                <a:gd name="connsiteX4" fmla="*/ 124 w 595830"/>
                <a:gd name="connsiteY4" fmla="*/ 24472 h 141709"/>
                <a:gd name="connsiteX0" fmla="*/ 124 w 597179"/>
                <a:gd name="connsiteY0" fmla="*/ 25207 h 142444"/>
                <a:gd name="connsiteX1" fmla="*/ 597179 w 597179"/>
                <a:gd name="connsiteY1" fmla="*/ 481 h 142444"/>
                <a:gd name="connsiteX2" fmla="*/ 595830 w 597179"/>
                <a:gd name="connsiteY2" fmla="*/ 100262 h 142444"/>
                <a:gd name="connsiteX3" fmla="*/ 131 w 597179"/>
                <a:gd name="connsiteY3" fmla="*/ 142444 h 142444"/>
                <a:gd name="connsiteX4" fmla="*/ 124 w 597179"/>
                <a:gd name="connsiteY4" fmla="*/ 25207 h 142444"/>
                <a:gd name="connsiteX0" fmla="*/ 124 w 595889"/>
                <a:gd name="connsiteY0" fmla="*/ 25842 h 143079"/>
                <a:gd name="connsiteX1" fmla="*/ 594477 w 595889"/>
                <a:gd name="connsiteY1" fmla="*/ 0 h 143079"/>
                <a:gd name="connsiteX2" fmla="*/ 595830 w 595889"/>
                <a:gd name="connsiteY2" fmla="*/ 100897 h 143079"/>
                <a:gd name="connsiteX3" fmla="*/ 131 w 595889"/>
                <a:gd name="connsiteY3" fmla="*/ 143079 h 143079"/>
                <a:gd name="connsiteX4" fmla="*/ 124 w 595889"/>
                <a:gd name="connsiteY4" fmla="*/ 25842 h 143079"/>
                <a:gd name="connsiteX0" fmla="*/ 124 w 595889"/>
                <a:gd name="connsiteY0" fmla="*/ 24713 h 141950"/>
                <a:gd name="connsiteX1" fmla="*/ 594477 w 595889"/>
                <a:gd name="connsiteY1" fmla="*/ 2221 h 141950"/>
                <a:gd name="connsiteX2" fmla="*/ 595830 w 595889"/>
                <a:gd name="connsiteY2" fmla="*/ 99768 h 141950"/>
                <a:gd name="connsiteX3" fmla="*/ 131 w 595889"/>
                <a:gd name="connsiteY3" fmla="*/ 141950 h 141950"/>
                <a:gd name="connsiteX4" fmla="*/ 124 w 595889"/>
                <a:gd name="connsiteY4" fmla="*/ 24713 h 141950"/>
                <a:gd name="connsiteX0" fmla="*/ 124 w 595959"/>
                <a:gd name="connsiteY0" fmla="*/ 24713 h 141950"/>
                <a:gd name="connsiteX1" fmla="*/ 595828 w 595959"/>
                <a:gd name="connsiteY1" fmla="*/ 2221 h 141950"/>
                <a:gd name="connsiteX2" fmla="*/ 595830 w 595959"/>
                <a:gd name="connsiteY2" fmla="*/ 99768 h 141950"/>
                <a:gd name="connsiteX3" fmla="*/ 131 w 595959"/>
                <a:gd name="connsiteY3" fmla="*/ 141950 h 141950"/>
                <a:gd name="connsiteX4" fmla="*/ 124 w 595959"/>
                <a:gd name="connsiteY4" fmla="*/ 24713 h 141950"/>
                <a:gd name="connsiteX0" fmla="*/ 124 w 595959"/>
                <a:gd name="connsiteY0" fmla="*/ 24925 h 142162"/>
                <a:gd name="connsiteX1" fmla="*/ 595828 w 595959"/>
                <a:gd name="connsiteY1" fmla="*/ 2433 h 142162"/>
                <a:gd name="connsiteX2" fmla="*/ 595830 w 595959"/>
                <a:gd name="connsiteY2" fmla="*/ 99980 h 142162"/>
                <a:gd name="connsiteX3" fmla="*/ 131 w 595959"/>
                <a:gd name="connsiteY3" fmla="*/ 142162 h 142162"/>
                <a:gd name="connsiteX4" fmla="*/ 124 w 595959"/>
                <a:gd name="connsiteY4" fmla="*/ 24925 h 142162"/>
                <a:gd name="connsiteX0" fmla="*/ 124 w 595959"/>
                <a:gd name="connsiteY0" fmla="*/ 22492 h 139729"/>
                <a:gd name="connsiteX1" fmla="*/ 595828 w 595959"/>
                <a:gd name="connsiteY1" fmla="*/ 0 h 139729"/>
                <a:gd name="connsiteX2" fmla="*/ 595830 w 595959"/>
                <a:gd name="connsiteY2" fmla="*/ 97547 h 139729"/>
                <a:gd name="connsiteX3" fmla="*/ 131 w 595959"/>
                <a:gd name="connsiteY3" fmla="*/ 139729 h 139729"/>
                <a:gd name="connsiteX4" fmla="*/ 124 w 595959"/>
                <a:gd name="connsiteY4" fmla="*/ 22492 h 139729"/>
                <a:gd name="connsiteX0" fmla="*/ 124 w 595959"/>
                <a:gd name="connsiteY0" fmla="*/ 25585 h 142822"/>
                <a:gd name="connsiteX1" fmla="*/ 595828 w 595959"/>
                <a:gd name="connsiteY1" fmla="*/ 3093 h 142822"/>
                <a:gd name="connsiteX2" fmla="*/ 595830 w 595959"/>
                <a:gd name="connsiteY2" fmla="*/ 100640 h 142822"/>
                <a:gd name="connsiteX3" fmla="*/ 131 w 595959"/>
                <a:gd name="connsiteY3" fmla="*/ 142822 h 142822"/>
                <a:gd name="connsiteX4" fmla="*/ 124 w 595959"/>
                <a:gd name="connsiteY4" fmla="*/ 25585 h 142822"/>
                <a:gd name="connsiteX0" fmla="*/ 124 w 595959"/>
                <a:gd name="connsiteY0" fmla="*/ 25585 h 142822"/>
                <a:gd name="connsiteX1" fmla="*/ 595828 w 595959"/>
                <a:gd name="connsiteY1" fmla="*/ 3093 h 142822"/>
                <a:gd name="connsiteX2" fmla="*/ 595830 w 595959"/>
                <a:gd name="connsiteY2" fmla="*/ 100640 h 142822"/>
                <a:gd name="connsiteX3" fmla="*/ 131 w 595959"/>
                <a:gd name="connsiteY3" fmla="*/ 142822 h 142822"/>
                <a:gd name="connsiteX4" fmla="*/ 124 w 595959"/>
                <a:gd name="connsiteY4" fmla="*/ 25585 h 142822"/>
                <a:gd name="connsiteX0" fmla="*/ 124 w 595959"/>
                <a:gd name="connsiteY0" fmla="*/ 26512 h 143749"/>
                <a:gd name="connsiteX1" fmla="*/ 595828 w 595959"/>
                <a:gd name="connsiteY1" fmla="*/ 4020 h 143749"/>
                <a:gd name="connsiteX2" fmla="*/ 595830 w 595959"/>
                <a:gd name="connsiteY2" fmla="*/ 101567 h 143749"/>
                <a:gd name="connsiteX3" fmla="*/ 131 w 595959"/>
                <a:gd name="connsiteY3" fmla="*/ 143749 h 143749"/>
                <a:gd name="connsiteX4" fmla="*/ 124 w 595959"/>
                <a:gd name="connsiteY4" fmla="*/ 26512 h 143749"/>
                <a:gd name="connsiteX0" fmla="*/ 124 w 595959"/>
                <a:gd name="connsiteY0" fmla="*/ 26512 h 143749"/>
                <a:gd name="connsiteX1" fmla="*/ 595828 w 595959"/>
                <a:gd name="connsiteY1" fmla="*/ 4020 h 143749"/>
                <a:gd name="connsiteX2" fmla="*/ 595830 w 595959"/>
                <a:gd name="connsiteY2" fmla="*/ 101567 h 143749"/>
                <a:gd name="connsiteX3" fmla="*/ 131 w 595959"/>
                <a:gd name="connsiteY3" fmla="*/ 143749 h 143749"/>
                <a:gd name="connsiteX4" fmla="*/ 124 w 595959"/>
                <a:gd name="connsiteY4" fmla="*/ 26512 h 143749"/>
                <a:gd name="connsiteX0" fmla="*/ 124 w 595959"/>
                <a:gd name="connsiteY0" fmla="*/ 28496 h 145733"/>
                <a:gd name="connsiteX1" fmla="*/ 595828 w 595959"/>
                <a:gd name="connsiteY1" fmla="*/ 6004 h 145733"/>
                <a:gd name="connsiteX2" fmla="*/ 595830 w 595959"/>
                <a:gd name="connsiteY2" fmla="*/ 103551 h 145733"/>
                <a:gd name="connsiteX3" fmla="*/ 131 w 595959"/>
                <a:gd name="connsiteY3" fmla="*/ 145733 h 145733"/>
                <a:gd name="connsiteX4" fmla="*/ 124 w 595959"/>
                <a:gd name="connsiteY4" fmla="*/ 28496 h 14573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856"/>
                <a:gd name="connsiteY0" fmla="*/ 41841 h 159078"/>
                <a:gd name="connsiteX1" fmla="*/ 591261 w 595856"/>
                <a:gd name="connsiteY1" fmla="*/ 0 h 159078"/>
                <a:gd name="connsiteX2" fmla="*/ 595830 w 595856"/>
                <a:gd name="connsiteY2" fmla="*/ 116896 h 159078"/>
                <a:gd name="connsiteX3" fmla="*/ 131 w 595856"/>
                <a:gd name="connsiteY3" fmla="*/ 159078 h 159078"/>
                <a:gd name="connsiteX4" fmla="*/ 124 w 595856"/>
                <a:gd name="connsiteY4" fmla="*/ 41841 h 159078"/>
                <a:gd name="connsiteX0" fmla="*/ 124 w 595959"/>
                <a:gd name="connsiteY0" fmla="*/ 41841 h 159078"/>
                <a:gd name="connsiteX1" fmla="*/ 595828 w 595959"/>
                <a:gd name="connsiteY1" fmla="*/ 0 h 159078"/>
                <a:gd name="connsiteX2" fmla="*/ 595830 w 595959"/>
                <a:gd name="connsiteY2" fmla="*/ 116896 h 159078"/>
                <a:gd name="connsiteX3" fmla="*/ 131 w 595959"/>
                <a:gd name="connsiteY3" fmla="*/ 159078 h 159078"/>
                <a:gd name="connsiteX4" fmla="*/ 124 w 595959"/>
                <a:gd name="connsiteY4" fmla="*/ 41841 h 159078"/>
                <a:gd name="connsiteX0" fmla="*/ 124 w 597349"/>
                <a:gd name="connsiteY0" fmla="*/ 42378 h 159615"/>
                <a:gd name="connsiteX1" fmla="*/ 597349 w 597349"/>
                <a:gd name="connsiteY1" fmla="*/ 0 h 159615"/>
                <a:gd name="connsiteX2" fmla="*/ 595830 w 597349"/>
                <a:gd name="connsiteY2" fmla="*/ 117433 h 159615"/>
                <a:gd name="connsiteX3" fmla="*/ 131 w 597349"/>
                <a:gd name="connsiteY3" fmla="*/ 159615 h 159615"/>
                <a:gd name="connsiteX4" fmla="*/ 124 w 597349"/>
                <a:gd name="connsiteY4" fmla="*/ 42378 h 159615"/>
                <a:gd name="connsiteX0" fmla="*/ 124 w 600443"/>
                <a:gd name="connsiteY0" fmla="*/ 42378 h 159615"/>
                <a:gd name="connsiteX1" fmla="*/ 597349 w 600443"/>
                <a:gd name="connsiteY1" fmla="*/ 0 h 159615"/>
                <a:gd name="connsiteX2" fmla="*/ 600408 w 600443"/>
                <a:gd name="connsiteY2" fmla="*/ 117433 h 159615"/>
                <a:gd name="connsiteX3" fmla="*/ 131 w 600443"/>
                <a:gd name="connsiteY3" fmla="*/ 159615 h 159615"/>
                <a:gd name="connsiteX4" fmla="*/ 124 w 600443"/>
                <a:gd name="connsiteY4" fmla="*/ 42378 h 159615"/>
                <a:gd name="connsiteX0" fmla="*/ 124 w 600537"/>
                <a:gd name="connsiteY0" fmla="*/ 42378 h 159615"/>
                <a:gd name="connsiteX1" fmla="*/ 600401 w 600537"/>
                <a:gd name="connsiteY1" fmla="*/ 0 h 159615"/>
                <a:gd name="connsiteX2" fmla="*/ 600408 w 600537"/>
                <a:gd name="connsiteY2" fmla="*/ 117433 h 159615"/>
                <a:gd name="connsiteX3" fmla="*/ 131 w 600537"/>
                <a:gd name="connsiteY3" fmla="*/ 159615 h 159615"/>
                <a:gd name="connsiteX4" fmla="*/ 124 w 600537"/>
                <a:gd name="connsiteY4" fmla="*/ 42378 h 159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0537" h="159615">
                  <a:moveTo>
                    <a:pt x="124" y="42378"/>
                  </a:moveTo>
                  <a:cubicBezTo>
                    <a:pt x="296414" y="-50243"/>
                    <a:pt x="418111" y="75773"/>
                    <a:pt x="600401" y="0"/>
                  </a:cubicBezTo>
                  <a:cubicBezTo>
                    <a:pt x="599951" y="33260"/>
                    <a:pt x="600858" y="84173"/>
                    <a:pt x="600408" y="117433"/>
                  </a:cubicBezTo>
                  <a:cubicBezTo>
                    <a:pt x="395490" y="192726"/>
                    <a:pt x="285331" y="62551"/>
                    <a:pt x="131" y="159615"/>
                  </a:cubicBezTo>
                  <a:cubicBezTo>
                    <a:pt x="-323" y="114566"/>
                    <a:pt x="578" y="87427"/>
                    <a:pt x="124" y="42378"/>
                  </a:cubicBezTo>
                  <a:close/>
                </a:path>
              </a:pathLst>
            </a:custGeom>
            <a:solidFill>
              <a:schemeClr val="accent2">
                <a:lumMod val="40000"/>
                <a:lumOff val="6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94" name="矩形 1174">
              <a:extLst>
                <a:ext uri="{FF2B5EF4-FFF2-40B4-BE49-F238E27FC236}">
                  <a16:creationId xmlns:a16="http://schemas.microsoft.com/office/drawing/2014/main" id="{04D438FE-A41D-4D6E-EACD-AE8F9526E406}"/>
                </a:ext>
              </a:extLst>
            </p:cNvPr>
            <p:cNvSpPr/>
            <p:nvPr/>
          </p:nvSpPr>
          <p:spPr>
            <a:xfrm rot="10800000">
              <a:off x="5041541" y="7045652"/>
              <a:ext cx="618707" cy="139508"/>
            </a:xfrm>
            <a:custGeom>
              <a:avLst/>
              <a:gdLst>
                <a:gd name="connsiteX0" fmla="*/ 0 w 595706"/>
                <a:gd name="connsiteY0" fmla="*/ 0 h 92965"/>
                <a:gd name="connsiteX1" fmla="*/ 595706 w 595706"/>
                <a:gd name="connsiteY1" fmla="*/ 0 h 92965"/>
                <a:gd name="connsiteX2" fmla="*/ 595706 w 595706"/>
                <a:gd name="connsiteY2" fmla="*/ 92965 h 92965"/>
                <a:gd name="connsiteX3" fmla="*/ 0 w 595706"/>
                <a:gd name="connsiteY3" fmla="*/ 92965 h 92965"/>
                <a:gd name="connsiteX4" fmla="*/ 0 w 595706"/>
                <a:gd name="connsiteY4" fmla="*/ 0 h 92965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131 w 595837"/>
                <a:gd name="connsiteY0" fmla="*/ 0 h 148754"/>
                <a:gd name="connsiteX1" fmla="*/ 595837 w 595837"/>
                <a:gd name="connsiteY1" fmla="*/ 0 h 148754"/>
                <a:gd name="connsiteX2" fmla="*/ 595837 w 595837"/>
                <a:gd name="connsiteY2" fmla="*/ 92965 h 148754"/>
                <a:gd name="connsiteX3" fmla="*/ 131 w 595837"/>
                <a:gd name="connsiteY3" fmla="*/ 148754 h 148754"/>
                <a:gd name="connsiteX4" fmla="*/ 131 w 595837"/>
                <a:gd name="connsiteY4" fmla="*/ 0 h 148754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56571"/>
                <a:gd name="connsiteX1" fmla="*/ 595837 w 595837"/>
                <a:gd name="connsiteY1" fmla="*/ 0 h 156571"/>
                <a:gd name="connsiteX2" fmla="*/ 594316 w 595837"/>
                <a:gd name="connsiteY2" fmla="*/ 141984 h 156571"/>
                <a:gd name="connsiteX3" fmla="*/ 131 w 595837"/>
                <a:gd name="connsiteY3" fmla="*/ 140590 h 156571"/>
                <a:gd name="connsiteX4" fmla="*/ 131 w 595837"/>
                <a:gd name="connsiteY4" fmla="*/ 0 h 156571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0 w 600949"/>
                <a:gd name="connsiteY0" fmla="*/ 0 h 271309"/>
                <a:gd name="connsiteX1" fmla="*/ 600949 w 600949"/>
                <a:gd name="connsiteY1" fmla="*/ 0 h 271309"/>
                <a:gd name="connsiteX2" fmla="*/ 599428 w 600949"/>
                <a:gd name="connsiteY2" fmla="*/ 141984 h 271309"/>
                <a:gd name="connsiteX3" fmla="*/ 3722 w 600949"/>
                <a:gd name="connsiteY3" fmla="*/ 271309 h 271309"/>
                <a:gd name="connsiteX4" fmla="*/ 0 w 600949"/>
                <a:gd name="connsiteY4" fmla="*/ 0 h 271309"/>
                <a:gd name="connsiteX0" fmla="*/ 0 w 599639"/>
                <a:gd name="connsiteY0" fmla="*/ 0 h 271309"/>
                <a:gd name="connsiteX1" fmla="*/ 599639 w 599639"/>
                <a:gd name="connsiteY1" fmla="*/ 0 h 271309"/>
                <a:gd name="connsiteX2" fmla="*/ 599428 w 599639"/>
                <a:gd name="connsiteY2" fmla="*/ 141984 h 271309"/>
                <a:gd name="connsiteX3" fmla="*/ 3722 w 599639"/>
                <a:gd name="connsiteY3" fmla="*/ 271309 h 271309"/>
                <a:gd name="connsiteX4" fmla="*/ 0 w 599639"/>
                <a:gd name="connsiteY4" fmla="*/ 0 h 271309"/>
                <a:gd name="connsiteX0" fmla="*/ 0 w 597018"/>
                <a:gd name="connsiteY0" fmla="*/ 0 h 271309"/>
                <a:gd name="connsiteX1" fmla="*/ 597018 w 597018"/>
                <a:gd name="connsiteY1" fmla="*/ 0 h 271309"/>
                <a:gd name="connsiteX2" fmla="*/ 596807 w 597018"/>
                <a:gd name="connsiteY2" fmla="*/ 141984 h 271309"/>
                <a:gd name="connsiteX3" fmla="*/ 1101 w 597018"/>
                <a:gd name="connsiteY3" fmla="*/ 271309 h 271309"/>
                <a:gd name="connsiteX4" fmla="*/ 0 w 597018"/>
                <a:gd name="connsiteY4" fmla="*/ 0 h 271309"/>
                <a:gd name="connsiteX0" fmla="*/ 0 w 596807"/>
                <a:gd name="connsiteY0" fmla="*/ 0 h 271309"/>
                <a:gd name="connsiteX1" fmla="*/ 591775 w 596807"/>
                <a:gd name="connsiteY1" fmla="*/ 0 h 271309"/>
                <a:gd name="connsiteX2" fmla="*/ 596807 w 596807"/>
                <a:gd name="connsiteY2" fmla="*/ 141984 h 271309"/>
                <a:gd name="connsiteX3" fmla="*/ 1101 w 596807"/>
                <a:gd name="connsiteY3" fmla="*/ 271309 h 271309"/>
                <a:gd name="connsiteX4" fmla="*/ 0 w 596807"/>
                <a:gd name="connsiteY4" fmla="*/ 0 h 271309"/>
                <a:gd name="connsiteX0" fmla="*/ 0 w 596807"/>
                <a:gd name="connsiteY0" fmla="*/ 0 h 271309"/>
                <a:gd name="connsiteX1" fmla="*/ 595708 w 596807"/>
                <a:gd name="connsiteY1" fmla="*/ 0 h 271309"/>
                <a:gd name="connsiteX2" fmla="*/ 596807 w 596807"/>
                <a:gd name="connsiteY2" fmla="*/ 141984 h 271309"/>
                <a:gd name="connsiteX3" fmla="*/ 1101 w 596807"/>
                <a:gd name="connsiteY3" fmla="*/ 271309 h 271309"/>
                <a:gd name="connsiteX4" fmla="*/ 0 w 596807"/>
                <a:gd name="connsiteY4" fmla="*/ 0 h 271309"/>
                <a:gd name="connsiteX0" fmla="*/ 0 w 595708"/>
                <a:gd name="connsiteY0" fmla="*/ 0 h 271309"/>
                <a:gd name="connsiteX1" fmla="*/ 595708 w 595708"/>
                <a:gd name="connsiteY1" fmla="*/ 0 h 271309"/>
                <a:gd name="connsiteX2" fmla="*/ 594186 w 595708"/>
                <a:gd name="connsiteY2" fmla="*/ 141985 h 271309"/>
                <a:gd name="connsiteX3" fmla="*/ 1101 w 595708"/>
                <a:gd name="connsiteY3" fmla="*/ 271309 h 271309"/>
                <a:gd name="connsiteX4" fmla="*/ 0 w 595708"/>
                <a:gd name="connsiteY4" fmla="*/ 0 h 271309"/>
                <a:gd name="connsiteX0" fmla="*/ 0 w 596439"/>
                <a:gd name="connsiteY0" fmla="*/ 109083 h 380392"/>
                <a:gd name="connsiteX1" fmla="*/ 595708 w 596439"/>
                <a:gd name="connsiteY1" fmla="*/ 109083 h 380392"/>
                <a:gd name="connsiteX2" fmla="*/ 594186 w 596439"/>
                <a:gd name="connsiteY2" fmla="*/ 251068 h 380392"/>
                <a:gd name="connsiteX3" fmla="*/ 1101 w 596439"/>
                <a:gd name="connsiteY3" fmla="*/ 380392 h 380392"/>
                <a:gd name="connsiteX4" fmla="*/ 0 w 596439"/>
                <a:gd name="connsiteY4" fmla="*/ 109083 h 380392"/>
                <a:gd name="connsiteX0" fmla="*/ 0 w 595708"/>
                <a:gd name="connsiteY0" fmla="*/ 0 h 271309"/>
                <a:gd name="connsiteX1" fmla="*/ 595708 w 595708"/>
                <a:gd name="connsiteY1" fmla="*/ 0 h 271309"/>
                <a:gd name="connsiteX2" fmla="*/ 594186 w 595708"/>
                <a:gd name="connsiteY2" fmla="*/ 141985 h 271309"/>
                <a:gd name="connsiteX3" fmla="*/ 1101 w 595708"/>
                <a:gd name="connsiteY3" fmla="*/ 271309 h 271309"/>
                <a:gd name="connsiteX4" fmla="*/ 0 w 595708"/>
                <a:gd name="connsiteY4" fmla="*/ 0 h 271309"/>
                <a:gd name="connsiteX0" fmla="*/ 0 w 596808"/>
                <a:gd name="connsiteY0" fmla="*/ 0 h 271309"/>
                <a:gd name="connsiteX1" fmla="*/ 595708 w 596808"/>
                <a:gd name="connsiteY1" fmla="*/ 0 h 271309"/>
                <a:gd name="connsiteX2" fmla="*/ 596808 w 596808"/>
                <a:gd name="connsiteY2" fmla="*/ 141985 h 271309"/>
                <a:gd name="connsiteX3" fmla="*/ 1101 w 596808"/>
                <a:gd name="connsiteY3" fmla="*/ 271309 h 271309"/>
                <a:gd name="connsiteX4" fmla="*/ 0 w 596808"/>
                <a:gd name="connsiteY4" fmla="*/ 0 h 271309"/>
                <a:gd name="connsiteX0" fmla="*/ 0 w 596808"/>
                <a:gd name="connsiteY0" fmla="*/ 0 h 271309"/>
                <a:gd name="connsiteX1" fmla="*/ 595708 w 596808"/>
                <a:gd name="connsiteY1" fmla="*/ 0 h 271309"/>
                <a:gd name="connsiteX2" fmla="*/ 596808 w 596808"/>
                <a:gd name="connsiteY2" fmla="*/ 141985 h 271309"/>
                <a:gd name="connsiteX3" fmla="*/ 1101 w 596808"/>
                <a:gd name="connsiteY3" fmla="*/ 271309 h 271309"/>
                <a:gd name="connsiteX4" fmla="*/ 0 w 596808"/>
                <a:gd name="connsiteY4" fmla="*/ 0 h 271309"/>
                <a:gd name="connsiteX0" fmla="*/ 0 w 596808"/>
                <a:gd name="connsiteY0" fmla="*/ 0 h 271309"/>
                <a:gd name="connsiteX1" fmla="*/ 595708 w 596808"/>
                <a:gd name="connsiteY1" fmla="*/ 0 h 271309"/>
                <a:gd name="connsiteX2" fmla="*/ 596808 w 596808"/>
                <a:gd name="connsiteY2" fmla="*/ 141985 h 271309"/>
                <a:gd name="connsiteX3" fmla="*/ 1101 w 596808"/>
                <a:gd name="connsiteY3" fmla="*/ 271309 h 271309"/>
                <a:gd name="connsiteX4" fmla="*/ 0 w 596808"/>
                <a:gd name="connsiteY4" fmla="*/ 0 h 271309"/>
                <a:gd name="connsiteX0" fmla="*/ 0 w 595708"/>
                <a:gd name="connsiteY0" fmla="*/ 0 h 271309"/>
                <a:gd name="connsiteX1" fmla="*/ 595708 w 595708"/>
                <a:gd name="connsiteY1" fmla="*/ 0 h 271309"/>
                <a:gd name="connsiteX2" fmla="*/ 594186 w 595708"/>
                <a:gd name="connsiteY2" fmla="*/ 141985 h 271309"/>
                <a:gd name="connsiteX3" fmla="*/ 1101 w 595708"/>
                <a:gd name="connsiteY3" fmla="*/ 271309 h 271309"/>
                <a:gd name="connsiteX4" fmla="*/ 0 w 595708"/>
                <a:gd name="connsiteY4" fmla="*/ 0 h 271309"/>
                <a:gd name="connsiteX0" fmla="*/ 0 w 595708"/>
                <a:gd name="connsiteY0" fmla="*/ 0 h 271309"/>
                <a:gd name="connsiteX1" fmla="*/ 595708 w 595708"/>
                <a:gd name="connsiteY1" fmla="*/ 0 h 271309"/>
                <a:gd name="connsiteX2" fmla="*/ 594186 w 595708"/>
                <a:gd name="connsiteY2" fmla="*/ 141985 h 271309"/>
                <a:gd name="connsiteX3" fmla="*/ 1101 w 595708"/>
                <a:gd name="connsiteY3" fmla="*/ 271309 h 271309"/>
                <a:gd name="connsiteX4" fmla="*/ 0 w 595708"/>
                <a:gd name="connsiteY4" fmla="*/ 0 h 271309"/>
                <a:gd name="connsiteX0" fmla="*/ 0 w 595936"/>
                <a:gd name="connsiteY0" fmla="*/ 0 h 271309"/>
                <a:gd name="connsiteX1" fmla="*/ 595708 w 595936"/>
                <a:gd name="connsiteY1" fmla="*/ 0 h 271309"/>
                <a:gd name="connsiteX2" fmla="*/ 594186 w 595936"/>
                <a:gd name="connsiteY2" fmla="*/ 141985 h 271309"/>
                <a:gd name="connsiteX3" fmla="*/ 1101 w 595936"/>
                <a:gd name="connsiteY3" fmla="*/ 271309 h 271309"/>
                <a:gd name="connsiteX4" fmla="*/ 0 w 595936"/>
                <a:gd name="connsiteY4" fmla="*/ 0 h 271309"/>
                <a:gd name="connsiteX0" fmla="*/ 319 w 596255"/>
                <a:gd name="connsiteY0" fmla="*/ 0 h 271309"/>
                <a:gd name="connsiteX1" fmla="*/ 596027 w 596255"/>
                <a:gd name="connsiteY1" fmla="*/ 0 h 271309"/>
                <a:gd name="connsiteX2" fmla="*/ 594505 w 596255"/>
                <a:gd name="connsiteY2" fmla="*/ 141985 h 271309"/>
                <a:gd name="connsiteX3" fmla="*/ 110 w 596255"/>
                <a:gd name="connsiteY3" fmla="*/ 271309 h 271309"/>
                <a:gd name="connsiteX4" fmla="*/ 319 w 596255"/>
                <a:gd name="connsiteY4" fmla="*/ 0 h 271309"/>
                <a:gd name="connsiteX0" fmla="*/ 0 w 595936"/>
                <a:gd name="connsiteY0" fmla="*/ 0 h 271309"/>
                <a:gd name="connsiteX1" fmla="*/ 595708 w 595936"/>
                <a:gd name="connsiteY1" fmla="*/ 0 h 271309"/>
                <a:gd name="connsiteX2" fmla="*/ 594186 w 595936"/>
                <a:gd name="connsiteY2" fmla="*/ 141985 h 271309"/>
                <a:gd name="connsiteX3" fmla="*/ 1101 w 595936"/>
                <a:gd name="connsiteY3" fmla="*/ 271309 h 271309"/>
                <a:gd name="connsiteX4" fmla="*/ 0 w 595936"/>
                <a:gd name="connsiteY4" fmla="*/ 0 h 271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5936" h="271309">
                  <a:moveTo>
                    <a:pt x="0" y="0"/>
                  </a:moveTo>
                  <a:lnTo>
                    <a:pt x="595708" y="0"/>
                  </a:lnTo>
                  <a:cubicBezTo>
                    <a:pt x="595708" y="30988"/>
                    <a:pt x="596806" y="39550"/>
                    <a:pt x="594186" y="141985"/>
                  </a:cubicBezTo>
                  <a:cubicBezTo>
                    <a:pt x="404809" y="352086"/>
                    <a:pt x="341643" y="22672"/>
                    <a:pt x="1101" y="271309"/>
                  </a:cubicBezTo>
                  <a:cubicBezTo>
                    <a:pt x="647" y="226260"/>
                    <a:pt x="454" y="45049"/>
                    <a:pt x="0" y="0"/>
                  </a:cubicBez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696" name="组合 695">
              <a:extLst>
                <a:ext uri="{FF2B5EF4-FFF2-40B4-BE49-F238E27FC236}">
                  <a16:creationId xmlns:a16="http://schemas.microsoft.com/office/drawing/2014/main" id="{C021C280-4CEE-1C54-3FAB-013FDDAD87C0}"/>
                </a:ext>
              </a:extLst>
            </p:cNvPr>
            <p:cNvGrpSpPr/>
            <p:nvPr/>
          </p:nvGrpSpPr>
          <p:grpSpPr>
            <a:xfrm>
              <a:off x="5040167" y="6521415"/>
              <a:ext cx="621640" cy="663817"/>
              <a:chOff x="3656357" y="6507685"/>
              <a:chExt cx="621640" cy="663817"/>
            </a:xfrm>
          </p:grpSpPr>
          <p:sp>
            <p:nvSpPr>
              <p:cNvPr id="704" name="矩形 703">
                <a:extLst>
                  <a:ext uri="{FF2B5EF4-FFF2-40B4-BE49-F238E27FC236}">
                    <a16:creationId xmlns:a16="http://schemas.microsoft.com/office/drawing/2014/main" id="{0925CB65-BB1C-1AA8-04E0-F30934F933A3}"/>
                  </a:ext>
                </a:extLst>
              </p:cNvPr>
              <p:cNvSpPr/>
              <p:nvPr/>
            </p:nvSpPr>
            <p:spPr>
              <a:xfrm>
                <a:off x="3656465" y="6640950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05" name="矩形 704">
                <a:extLst>
                  <a:ext uri="{FF2B5EF4-FFF2-40B4-BE49-F238E27FC236}">
                    <a16:creationId xmlns:a16="http://schemas.microsoft.com/office/drawing/2014/main" id="{0EEF1A3D-CDEA-0190-ABC5-85AA05116C74}"/>
                  </a:ext>
                </a:extLst>
              </p:cNvPr>
              <p:cNvSpPr/>
              <p:nvPr/>
            </p:nvSpPr>
            <p:spPr>
              <a:xfrm>
                <a:off x="3811875" y="6640950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06" name="矩形 705">
                <a:extLst>
                  <a:ext uri="{FF2B5EF4-FFF2-40B4-BE49-F238E27FC236}">
                    <a16:creationId xmlns:a16="http://schemas.microsoft.com/office/drawing/2014/main" id="{104A2DBE-2E3C-1CF9-25A9-FF2BC4D85C17}"/>
                  </a:ext>
                </a:extLst>
              </p:cNvPr>
              <p:cNvSpPr/>
              <p:nvPr/>
            </p:nvSpPr>
            <p:spPr>
              <a:xfrm>
                <a:off x="3967285" y="6640950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07" name="矩形 706">
                <a:extLst>
                  <a:ext uri="{FF2B5EF4-FFF2-40B4-BE49-F238E27FC236}">
                    <a16:creationId xmlns:a16="http://schemas.microsoft.com/office/drawing/2014/main" id="{3B017BC9-0618-A245-A422-D1137A690B20}"/>
                  </a:ext>
                </a:extLst>
              </p:cNvPr>
              <p:cNvSpPr/>
              <p:nvPr/>
            </p:nvSpPr>
            <p:spPr>
              <a:xfrm>
                <a:off x="4122695" y="6640950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08" name="矩形 707">
                <a:extLst>
                  <a:ext uri="{FF2B5EF4-FFF2-40B4-BE49-F238E27FC236}">
                    <a16:creationId xmlns:a16="http://schemas.microsoft.com/office/drawing/2014/main" id="{A5541330-883F-09A0-DDFB-23BDF9D5DD74}"/>
                  </a:ext>
                </a:extLst>
              </p:cNvPr>
              <p:cNvSpPr/>
              <p:nvPr/>
            </p:nvSpPr>
            <p:spPr>
              <a:xfrm>
                <a:off x="3656465" y="6773574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09" name="矩形 708">
                <a:extLst>
                  <a:ext uri="{FF2B5EF4-FFF2-40B4-BE49-F238E27FC236}">
                    <a16:creationId xmlns:a16="http://schemas.microsoft.com/office/drawing/2014/main" id="{B5BF7C6B-8776-B45F-1F8B-2A5C8B074048}"/>
                  </a:ext>
                </a:extLst>
              </p:cNvPr>
              <p:cNvSpPr/>
              <p:nvPr/>
            </p:nvSpPr>
            <p:spPr>
              <a:xfrm>
                <a:off x="3811875" y="6773574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10" name="矩形 709">
                <a:extLst>
                  <a:ext uri="{FF2B5EF4-FFF2-40B4-BE49-F238E27FC236}">
                    <a16:creationId xmlns:a16="http://schemas.microsoft.com/office/drawing/2014/main" id="{91F472D2-F07A-DFF6-BD88-BC8BD19D31A6}"/>
                  </a:ext>
                </a:extLst>
              </p:cNvPr>
              <p:cNvSpPr/>
              <p:nvPr/>
            </p:nvSpPr>
            <p:spPr>
              <a:xfrm>
                <a:off x="3967285" y="6773574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11" name="矩形 710">
                <a:extLst>
                  <a:ext uri="{FF2B5EF4-FFF2-40B4-BE49-F238E27FC236}">
                    <a16:creationId xmlns:a16="http://schemas.microsoft.com/office/drawing/2014/main" id="{18DB2E74-869C-D7F1-C503-33FD2BC50E09}"/>
                  </a:ext>
                </a:extLst>
              </p:cNvPr>
              <p:cNvSpPr/>
              <p:nvPr/>
            </p:nvSpPr>
            <p:spPr>
              <a:xfrm>
                <a:off x="4122695" y="6773574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12" name="矩形 711">
                <a:extLst>
                  <a:ext uri="{FF2B5EF4-FFF2-40B4-BE49-F238E27FC236}">
                    <a16:creationId xmlns:a16="http://schemas.microsoft.com/office/drawing/2014/main" id="{DB019D52-4825-F2EA-5D9D-5CB1E48F65C6}"/>
                  </a:ext>
                </a:extLst>
              </p:cNvPr>
              <p:cNvSpPr/>
              <p:nvPr/>
            </p:nvSpPr>
            <p:spPr>
              <a:xfrm>
                <a:off x="3656357" y="690625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13" name="矩形 712">
                <a:extLst>
                  <a:ext uri="{FF2B5EF4-FFF2-40B4-BE49-F238E27FC236}">
                    <a16:creationId xmlns:a16="http://schemas.microsoft.com/office/drawing/2014/main" id="{119144CC-73AB-F977-F02E-D22AA4B8C52D}"/>
                  </a:ext>
                </a:extLst>
              </p:cNvPr>
              <p:cNvSpPr/>
              <p:nvPr/>
            </p:nvSpPr>
            <p:spPr>
              <a:xfrm>
                <a:off x="3811767" y="690625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14" name="矩形 713">
                <a:extLst>
                  <a:ext uri="{FF2B5EF4-FFF2-40B4-BE49-F238E27FC236}">
                    <a16:creationId xmlns:a16="http://schemas.microsoft.com/office/drawing/2014/main" id="{9749B7A1-E929-BD3D-2844-26AC403D34AC}"/>
                  </a:ext>
                </a:extLst>
              </p:cNvPr>
              <p:cNvSpPr/>
              <p:nvPr/>
            </p:nvSpPr>
            <p:spPr>
              <a:xfrm>
                <a:off x="3967177" y="690625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15" name="矩形 714">
                <a:extLst>
                  <a:ext uri="{FF2B5EF4-FFF2-40B4-BE49-F238E27FC236}">
                    <a16:creationId xmlns:a16="http://schemas.microsoft.com/office/drawing/2014/main" id="{DA321C66-E38B-5A7C-4F9C-A4C390A2A3F3}"/>
                  </a:ext>
                </a:extLst>
              </p:cNvPr>
              <p:cNvSpPr/>
              <p:nvPr/>
            </p:nvSpPr>
            <p:spPr>
              <a:xfrm>
                <a:off x="4122587" y="690625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16" name="矩形 715">
                <a:extLst>
                  <a:ext uri="{FF2B5EF4-FFF2-40B4-BE49-F238E27FC236}">
                    <a16:creationId xmlns:a16="http://schemas.microsoft.com/office/drawing/2014/main" id="{367B639E-DE5A-9194-8BC8-7A4BD3E645C7}"/>
                  </a:ext>
                </a:extLst>
              </p:cNvPr>
              <p:cNvSpPr/>
              <p:nvPr/>
            </p:nvSpPr>
            <p:spPr>
              <a:xfrm>
                <a:off x="3656357" y="7038879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24" name="矩形 723">
                <a:extLst>
                  <a:ext uri="{FF2B5EF4-FFF2-40B4-BE49-F238E27FC236}">
                    <a16:creationId xmlns:a16="http://schemas.microsoft.com/office/drawing/2014/main" id="{F87F7574-D6E1-50F6-BE18-D5B8F1AA20E7}"/>
                  </a:ext>
                </a:extLst>
              </p:cNvPr>
              <p:cNvSpPr/>
              <p:nvPr/>
            </p:nvSpPr>
            <p:spPr>
              <a:xfrm>
                <a:off x="3811767" y="7038879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25" name="矩形 724">
                <a:extLst>
                  <a:ext uri="{FF2B5EF4-FFF2-40B4-BE49-F238E27FC236}">
                    <a16:creationId xmlns:a16="http://schemas.microsoft.com/office/drawing/2014/main" id="{8D8E660A-5468-698F-DB29-E2A5267A1B24}"/>
                  </a:ext>
                </a:extLst>
              </p:cNvPr>
              <p:cNvSpPr/>
              <p:nvPr/>
            </p:nvSpPr>
            <p:spPr>
              <a:xfrm>
                <a:off x="3967177" y="7038879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26" name="矩形 725">
                <a:extLst>
                  <a:ext uri="{FF2B5EF4-FFF2-40B4-BE49-F238E27FC236}">
                    <a16:creationId xmlns:a16="http://schemas.microsoft.com/office/drawing/2014/main" id="{4CEEF568-C707-6FB5-5BCD-D067E1F7E167}"/>
                  </a:ext>
                </a:extLst>
              </p:cNvPr>
              <p:cNvSpPr/>
              <p:nvPr/>
            </p:nvSpPr>
            <p:spPr>
              <a:xfrm>
                <a:off x="4122587" y="7038879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27" name="矩形 726">
                <a:extLst>
                  <a:ext uri="{FF2B5EF4-FFF2-40B4-BE49-F238E27FC236}">
                    <a16:creationId xmlns:a16="http://schemas.microsoft.com/office/drawing/2014/main" id="{3F5E0304-0DAE-4FE6-8BCA-CABACD65FDF0}"/>
                  </a:ext>
                </a:extLst>
              </p:cNvPr>
              <p:cNvSpPr/>
              <p:nvPr/>
            </p:nvSpPr>
            <p:spPr>
              <a:xfrm>
                <a:off x="3656357" y="650768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28" name="矩形 727">
                <a:extLst>
                  <a:ext uri="{FF2B5EF4-FFF2-40B4-BE49-F238E27FC236}">
                    <a16:creationId xmlns:a16="http://schemas.microsoft.com/office/drawing/2014/main" id="{3C379674-0092-40BB-1636-3CC7D8DD7694}"/>
                  </a:ext>
                </a:extLst>
              </p:cNvPr>
              <p:cNvSpPr/>
              <p:nvPr/>
            </p:nvSpPr>
            <p:spPr>
              <a:xfrm>
                <a:off x="3811767" y="650768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29" name="矩形 728">
                <a:extLst>
                  <a:ext uri="{FF2B5EF4-FFF2-40B4-BE49-F238E27FC236}">
                    <a16:creationId xmlns:a16="http://schemas.microsoft.com/office/drawing/2014/main" id="{5C405B80-EC6B-8B7C-EA33-480ECC9F1A16}"/>
                  </a:ext>
                </a:extLst>
              </p:cNvPr>
              <p:cNvSpPr/>
              <p:nvPr/>
            </p:nvSpPr>
            <p:spPr>
              <a:xfrm>
                <a:off x="3967177" y="650768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30" name="矩形 729">
                <a:extLst>
                  <a:ext uri="{FF2B5EF4-FFF2-40B4-BE49-F238E27FC236}">
                    <a16:creationId xmlns:a16="http://schemas.microsoft.com/office/drawing/2014/main" id="{9F63CC71-5E3C-B338-C352-FC38EFAE2557}"/>
                  </a:ext>
                </a:extLst>
              </p:cNvPr>
              <p:cNvSpPr/>
              <p:nvPr/>
            </p:nvSpPr>
            <p:spPr>
              <a:xfrm>
                <a:off x="4122587" y="650768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53" name="组合 52">
            <a:extLst>
              <a:ext uri="{FF2B5EF4-FFF2-40B4-BE49-F238E27FC236}">
                <a16:creationId xmlns:a16="http://schemas.microsoft.com/office/drawing/2014/main" id="{D4727E77-57A4-3A43-CE4C-72B04FF05925}"/>
              </a:ext>
            </a:extLst>
          </p:cNvPr>
          <p:cNvGrpSpPr/>
          <p:nvPr/>
        </p:nvGrpSpPr>
        <p:grpSpPr>
          <a:xfrm>
            <a:off x="6951059" y="6074232"/>
            <a:ext cx="621640" cy="663817"/>
            <a:chOff x="5040167" y="6521415"/>
            <a:chExt cx="621640" cy="663817"/>
          </a:xfrm>
        </p:grpSpPr>
        <p:sp>
          <p:nvSpPr>
            <p:cNvPr id="54" name="矩形 1174">
              <a:extLst>
                <a:ext uri="{FF2B5EF4-FFF2-40B4-BE49-F238E27FC236}">
                  <a16:creationId xmlns:a16="http://schemas.microsoft.com/office/drawing/2014/main" id="{C0F275F7-BBEA-AD92-9115-BB1C5EE61543}"/>
                </a:ext>
              </a:extLst>
            </p:cNvPr>
            <p:cNvSpPr/>
            <p:nvPr/>
          </p:nvSpPr>
          <p:spPr>
            <a:xfrm rot="10800000">
              <a:off x="5041542" y="6760560"/>
              <a:ext cx="618706" cy="201627"/>
            </a:xfrm>
            <a:custGeom>
              <a:avLst/>
              <a:gdLst>
                <a:gd name="connsiteX0" fmla="*/ 0 w 595706"/>
                <a:gd name="connsiteY0" fmla="*/ 0 h 92965"/>
                <a:gd name="connsiteX1" fmla="*/ 595706 w 595706"/>
                <a:gd name="connsiteY1" fmla="*/ 0 h 92965"/>
                <a:gd name="connsiteX2" fmla="*/ 595706 w 595706"/>
                <a:gd name="connsiteY2" fmla="*/ 92965 h 92965"/>
                <a:gd name="connsiteX3" fmla="*/ 0 w 595706"/>
                <a:gd name="connsiteY3" fmla="*/ 92965 h 92965"/>
                <a:gd name="connsiteX4" fmla="*/ 0 w 595706"/>
                <a:gd name="connsiteY4" fmla="*/ 0 h 92965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1422 w 594406"/>
                <a:gd name="connsiteY0" fmla="*/ 21376 h 135147"/>
                <a:gd name="connsiteX1" fmla="*/ 594406 w 594406"/>
                <a:gd name="connsiteY1" fmla="*/ 0 h 135147"/>
                <a:gd name="connsiteX2" fmla="*/ 594406 w 594406"/>
                <a:gd name="connsiteY2" fmla="*/ 92965 h 135147"/>
                <a:gd name="connsiteX3" fmla="*/ 61 w 594406"/>
                <a:gd name="connsiteY3" fmla="*/ 135147 h 135147"/>
                <a:gd name="connsiteX4" fmla="*/ 1422 w 594406"/>
                <a:gd name="connsiteY4" fmla="*/ 21376 h 135147"/>
                <a:gd name="connsiteX0" fmla="*/ 1422 w 594406"/>
                <a:gd name="connsiteY0" fmla="*/ 15599 h 135147"/>
                <a:gd name="connsiteX1" fmla="*/ 594406 w 594406"/>
                <a:gd name="connsiteY1" fmla="*/ 0 h 135147"/>
                <a:gd name="connsiteX2" fmla="*/ 594406 w 594406"/>
                <a:gd name="connsiteY2" fmla="*/ 92965 h 135147"/>
                <a:gd name="connsiteX3" fmla="*/ 61 w 594406"/>
                <a:gd name="connsiteY3" fmla="*/ 135147 h 135147"/>
                <a:gd name="connsiteX4" fmla="*/ 1422 w 594406"/>
                <a:gd name="connsiteY4" fmla="*/ 15599 h 135147"/>
                <a:gd name="connsiteX0" fmla="*/ 131 w 594476"/>
                <a:gd name="connsiteY0" fmla="*/ 4622 h 135147"/>
                <a:gd name="connsiteX1" fmla="*/ 594476 w 594476"/>
                <a:gd name="connsiteY1" fmla="*/ 0 h 135147"/>
                <a:gd name="connsiteX2" fmla="*/ 594476 w 594476"/>
                <a:gd name="connsiteY2" fmla="*/ 92965 h 135147"/>
                <a:gd name="connsiteX3" fmla="*/ 131 w 594476"/>
                <a:gd name="connsiteY3" fmla="*/ 135147 h 135147"/>
                <a:gd name="connsiteX4" fmla="*/ 131 w 594476"/>
                <a:gd name="connsiteY4" fmla="*/ 4622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22423 h 139660"/>
                <a:gd name="connsiteX1" fmla="*/ 595706 w 595706"/>
                <a:gd name="connsiteY1" fmla="*/ 4513 h 139660"/>
                <a:gd name="connsiteX2" fmla="*/ 595706 w 595706"/>
                <a:gd name="connsiteY2" fmla="*/ 97478 h 139660"/>
                <a:gd name="connsiteX3" fmla="*/ 1361 w 595706"/>
                <a:gd name="connsiteY3" fmla="*/ 139660 h 139660"/>
                <a:gd name="connsiteX4" fmla="*/ 0 w 595706"/>
                <a:gd name="connsiteY4" fmla="*/ 22423 h 139660"/>
                <a:gd name="connsiteX0" fmla="*/ 0 w 595706"/>
                <a:gd name="connsiteY0" fmla="*/ 26413 h 143650"/>
                <a:gd name="connsiteX1" fmla="*/ 595706 w 595706"/>
                <a:gd name="connsiteY1" fmla="*/ 8503 h 143650"/>
                <a:gd name="connsiteX2" fmla="*/ 595706 w 595706"/>
                <a:gd name="connsiteY2" fmla="*/ 101468 h 143650"/>
                <a:gd name="connsiteX3" fmla="*/ 1361 w 595706"/>
                <a:gd name="connsiteY3" fmla="*/ 143650 h 143650"/>
                <a:gd name="connsiteX4" fmla="*/ 0 w 595706"/>
                <a:gd name="connsiteY4" fmla="*/ 26413 h 143650"/>
                <a:gd name="connsiteX0" fmla="*/ 0 w 595706"/>
                <a:gd name="connsiteY0" fmla="*/ 21286 h 138523"/>
                <a:gd name="connsiteX1" fmla="*/ 595706 w 595706"/>
                <a:gd name="connsiteY1" fmla="*/ 3376 h 138523"/>
                <a:gd name="connsiteX2" fmla="*/ 595706 w 595706"/>
                <a:gd name="connsiteY2" fmla="*/ 96341 h 138523"/>
                <a:gd name="connsiteX3" fmla="*/ 1361 w 595706"/>
                <a:gd name="connsiteY3" fmla="*/ 138523 h 138523"/>
                <a:gd name="connsiteX4" fmla="*/ 0 w 595706"/>
                <a:gd name="connsiteY4" fmla="*/ 21286 h 138523"/>
                <a:gd name="connsiteX0" fmla="*/ 0 w 595706"/>
                <a:gd name="connsiteY0" fmla="*/ 22534 h 139771"/>
                <a:gd name="connsiteX1" fmla="*/ 595706 w 595706"/>
                <a:gd name="connsiteY1" fmla="*/ 4624 h 139771"/>
                <a:gd name="connsiteX2" fmla="*/ 595706 w 595706"/>
                <a:gd name="connsiteY2" fmla="*/ 97589 h 139771"/>
                <a:gd name="connsiteX3" fmla="*/ 1361 w 595706"/>
                <a:gd name="connsiteY3" fmla="*/ 139771 h 139771"/>
                <a:gd name="connsiteX4" fmla="*/ 0 w 595706"/>
                <a:gd name="connsiteY4" fmla="*/ 22534 h 139771"/>
                <a:gd name="connsiteX0" fmla="*/ 0 w 595706"/>
                <a:gd name="connsiteY0" fmla="*/ 23494 h 140731"/>
                <a:gd name="connsiteX1" fmla="*/ 595706 w 595706"/>
                <a:gd name="connsiteY1" fmla="*/ 2118 h 140731"/>
                <a:gd name="connsiteX2" fmla="*/ 595706 w 595706"/>
                <a:gd name="connsiteY2" fmla="*/ 98549 h 140731"/>
                <a:gd name="connsiteX3" fmla="*/ 1361 w 595706"/>
                <a:gd name="connsiteY3" fmla="*/ 140731 h 140731"/>
                <a:gd name="connsiteX4" fmla="*/ 0 w 595706"/>
                <a:gd name="connsiteY4" fmla="*/ 23494 h 140731"/>
                <a:gd name="connsiteX0" fmla="*/ 0 w 595706"/>
                <a:gd name="connsiteY0" fmla="*/ 23494 h 140731"/>
                <a:gd name="connsiteX1" fmla="*/ 595706 w 595706"/>
                <a:gd name="connsiteY1" fmla="*/ 2118 h 140731"/>
                <a:gd name="connsiteX2" fmla="*/ 595706 w 595706"/>
                <a:gd name="connsiteY2" fmla="*/ 98549 h 140731"/>
                <a:gd name="connsiteX3" fmla="*/ 1361 w 595706"/>
                <a:gd name="connsiteY3" fmla="*/ 140731 h 140731"/>
                <a:gd name="connsiteX4" fmla="*/ 0 w 595706"/>
                <a:gd name="connsiteY4" fmla="*/ 23494 h 140731"/>
                <a:gd name="connsiteX0" fmla="*/ 0 w 595706"/>
                <a:gd name="connsiteY0" fmla="*/ 25030 h 142267"/>
                <a:gd name="connsiteX1" fmla="*/ 595706 w 595706"/>
                <a:gd name="connsiteY1" fmla="*/ 3654 h 142267"/>
                <a:gd name="connsiteX2" fmla="*/ 595706 w 595706"/>
                <a:gd name="connsiteY2" fmla="*/ 100085 h 142267"/>
                <a:gd name="connsiteX3" fmla="*/ 1361 w 595706"/>
                <a:gd name="connsiteY3" fmla="*/ 142267 h 142267"/>
                <a:gd name="connsiteX4" fmla="*/ 0 w 595706"/>
                <a:gd name="connsiteY4" fmla="*/ 25030 h 142267"/>
                <a:gd name="connsiteX0" fmla="*/ 0 w 595706"/>
                <a:gd name="connsiteY0" fmla="*/ 22091 h 139328"/>
                <a:gd name="connsiteX1" fmla="*/ 595706 w 595706"/>
                <a:gd name="connsiteY1" fmla="*/ 715 h 139328"/>
                <a:gd name="connsiteX2" fmla="*/ 595706 w 595706"/>
                <a:gd name="connsiteY2" fmla="*/ 97146 h 139328"/>
                <a:gd name="connsiteX3" fmla="*/ 1361 w 595706"/>
                <a:gd name="connsiteY3" fmla="*/ 139328 h 139328"/>
                <a:gd name="connsiteX4" fmla="*/ 0 w 595706"/>
                <a:gd name="connsiteY4" fmla="*/ 22091 h 139328"/>
                <a:gd name="connsiteX0" fmla="*/ 0 w 595706"/>
                <a:gd name="connsiteY0" fmla="*/ 23573 h 140810"/>
                <a:gd name="connsiteX1" fmla="*/ 595706 w 595706"/>
                <a:gd name="connsiteY1" fmla="*/ 2197 h 140810"/>
                <a:gd name="connsiteX2" fmla="*/ 595706 w 595706"/>
                <a:gd name="connsiteY2" fmla="*/ 98628 h 140810"/>
                <a:gd name="connsiteX3" fmla="*/ 1361 w 595706"/>
                <a:gd name="connsiteY3" fmla="*/ 140810 h 140810"/>
                <a:gd name="connsiteX4" fmla="*/ 0 w 595706"/>
                <a:gd name="connsiteY4" fmla="*/ 23573 h 140810"/>
                <a:gd name="connsiteX0" fmla="*/ 0 w 595706"/>
                <a:gd name="connsiteY0" fmla="*/ 21908 h 139145"/>
                <a:gd name="connsiteX1" fmla="*/ 595706 w 595706"/>
                <a:gd name="connsiteY1" fmla="*/ 532 h 139145"/>
                <a:gd name="connsiteX2" fmla="*/ 595706 w 595706"/>
                <a:gd name="connsiteY2" fmla="*/ 96963 h 139145"/>
                <a:gd name="connsiteX3" fmla="*/ 1361 w 595706"/>
                <a:gd name="connsiteY3" fmla="*/ 139145 h 139145"/>
                <a:gd name="connsiteX4" fmla="*/ 0 w 595706"/>
                <a:gd name="connsiteY4" fmla="*/ 21908 h 139145"/>
                <a:gd name="connsiteX0" fmla="*/ 0 w 595706"/>
                <a:gd name="connsiteY0" fmla="*/ 23863 h 141100"/>
                <a:gd name="connsiteX1" fmla="*/ 595706 w 595706"/>
                <a:gd name="connsiteY1" fmla="*/ 2487 h 141100"/>
                <a:gd name="connsiteX2" fmla="*/ 595706 w 595706"/>
                <a:gd name="connsiteY2" fmla="*/ 98918 h 141100"/>
                <a:gd name="connsiteX3" fmla="*/ 1361 w 595706"/>
                <a:gd name="connsiteY3" fmla="*/ 141100 h 141100"/>
                <a:gd name="connsiteX4" fmla="*/ 0 w 595706"/>
                <a:gd name="connsiteY4" fmla="*/ 23863 h 141100"/>
                <a:gd name="connsiteX0" fmla="*/ 0 w 595706"/>
                <a:gd name="connsiteY0" fmla="*/ 24472 h 141709"/>
                <a:gd name="connsiteX1" fmla="*/ 595706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0 w 595706"/>
                <a:gd name="connsiteY0" fmla="*/ 24267 h 141504"/>
                <a:gd name="connsiteX1" fmla="*/ 595706 w 595706"/>
                <a:gd name="connsiteY1" fmla="*/ 2891 h 141504"/>
                <a:gd name="connsiteX2" fmla="*/ 595706 w 595706"/>
                <a:gd name="connsiteY2" fmla="*/ 99322 h 141504"/>
                <a:gd name="connsiteX3" fmla="*/ 1361 w 595706"/>
                <a:gd name="connsiteY3" fmla="*/ 141504 h 141504"/>
                <a:gd name="connsiteX4" fmla="*/ 0 w 595706"/>
                <a:gd name="connsiteY4" fmla="*/ 24267 h 141504"/>
                <a:gd name="connsiteX0" fmla="*/ 0 w 595706"/>
                <a:gd name="connsiteY0" fmla="*/ 24472 h 141709"/>
                <a:gd name="connsiteX1" fmla="*/ 595706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0 w 595706"/>
                <a:gd name="connsiteY0" fmla="*/ 24472 h 141709"/>
                <a:gd name="connsiteX1" fmla="*/ 594353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124 w 595830"/>
                <a:gd name="connsiteY0" fmla="*/ 24472 h 141709"/>
                <a:gd name="connsiteX1" fmla="*/ 594477 w 595830"/>
                <a:gd name="connsiteY1" fmla="*/ 3096 h 141709"/>
                <a:gd name="connsiteX2" fmla="*/ 595830 w 595830"/>
                <a:gd name="connsiteY2" fmla="*/ 99527 h 141709"/>
                <a:gd name="connsiteX3" fmla="*/ 131 w 595830"/>
                <a:gd name="connsiteY3" fmla="*/ 141709 h 141709"/>
                <a:gd name="connsiteX4" fmla="*/ 124 w 595830"/>
                <a:gd name="connsiteY4" fmla="*/ 24472 h 141709"/>
                <a:gd name="connsiteX0" fmla="*/ 124 w 597179"/>
                <a:gd name="connsiteY0" fmla="*/ 25207 h 142444"/>
                <a:gd name="connsiteX1" fmla="*/ 597179 w 597179"/>
                <a:gd name="connsiteY1" fmla="*/ 481 h 142444"/>
                <a:gd name="connsiteX2" fmla="*/ 595830 w 597179"/>
                <a:gd name="connsiteY2" fmla="*/ 100262 h 142444"/>
                <a:gd name="connsiteX3" fmla="*/ 131 w 597179"/>
                <a:gd name="connsiteY3" fmla="*/ 142444 h 142444"/>
                <a:gd name="connsiteX4" fmla="*/ 124 w 597179"/>
                <a:gd name="connsiteY4" fmla="*/ 25207 h 142444"/>
                <a:gd name="connsiteX0" fmla="*/ 124 w 595889"/>
                <a:gd name="connsiteY0" fmla="*/ 25842 h 143079"/>
                <a:gd name="connsiteX1" fmla="*/ 594477 w 595889"/>
                <a:gd name="connsiteY1" fmla="*/ 0 h 143079"/>
                <a:gd name="connsiteX2" fmla="*/ 595830 w 595889"/>
                <a:gd name="connsiteY2" fmla="*/ 100897 h 143079"/>
                <a:gd name="connsiteX3" fmla="*/ 131 w 595889"/>
                <a:gd name="connsiteY3" fmla="*/ 143079 h 143079"/>
                <a:gd name="connsiteX4" fmla="*/ 124 w 595889"/>
                <a:gd name="connsiteY4" fmla="*/ 25842 h 143079"/>
                <a:gd name="connsiteX0" fmla="*/ 124 w 595889"/>
                <a:gd name="connsiteY0" fmla="*/ 24713 h 141950"/>
                <a:gd name="connsiteX1" fmla="*/ 594477 w 595889"/>
                <a:gd name="connsiteY1" fmla="*/ 2221 h 141950"/>
                <a:gd name="connsiteX2" fmla="*/ 595830 w 595889"/>
                <a:gd name="connsiteY2" fmla="*/ 99768 h 141950"/>
                <a:gd name="connsiteX3" fmla="*/ 131 w 595889"/>
                <a:gd name="connsiteY3" fmla="*/ 141950 h 141950"/>
                <a:gd name="connsiteX4" fmla="*/ 124 w 595889"/>
                <a:gd name="connsiteY4" fmla="*/ 24713 h 141950"/>
                <a:gd name="connsiteX0" fmla="*/ 124 w 595959"/>
                <a:gd name="connsiteY0" fmla="*/ 24713 h 141950"/>
                <a:gd name="connsiteX1" fmla="*/ 595828 w 595959"/>
                <a:gd name="connsiteY1" fmla="*/ 2221 h 141950"/>
                <a:gd name="connsiteX2" fmla="*/ 595830 w 595959"/>
                <a:gd name="connsiteY2" fmla="*/ 99768 h 141950"/>
                <a:gd name="connsiteX3" fmla="*/ 131 w 595959"/>
                <a:gd name="connsiteY3" fmla="*/ 141950 h 141950"/>
                <a:gd name="connsiteX4" fmla="*/ 124 w 595959"/>
                <a:gd name="connsiteY4" fmla="*/ 24713 h 141950"/>
                <a:gd name="connsiteX0" fmla="*/ 124 w 595959"/>
                <a:gd name="connsiteY0" fmla="*/ 24925 h 142162"/>
                <a:gd name="connsiteX1" fmla="*/ 595828 w 595959"/>
                <a:gd name="connsiteY1" fmla="*/ 2433 h 142162"/>
                <a:gd name="connsiteX2" fmla="*/ 595830 w 595959"/>
                <a:gd name="connsiteY2" fmla="*/ 99980 h 142162"/>
                <a:gd name="connsiteX3" fmla="*/ 131 w 595959"/>
                <a:gd name="connsiteY3" fmla="*/ 142162 h 142162"/>
                <a:gd name="connsiteX4" fmla="*/ 124 w 595959"/>
                <a:gd name="connsiteY4" fmla="*/ 24925 h 142162"/>
                <a:gd name="connsiteX0" fmla="*/ 124 w 595959"/>
                <a:gd name="connsiteY0" fmla="*/ 22492 h 139729"/>
                <a:gd name="connsiteX1" fmla="*/ 595828 w 595959"/>
                <a:gd name="connsiteY1" fmla="*/ 0 h 139729"/>
                <a:gd name="connsiteX2" fmla="*/ 595830 w 595959"/>
                <a:gd name="connsiteY2" fmla="*/ 97547 h 139729"/>
                <a:gd name="connsiteX3" fmla="*/ 131 w 595959"/>
                <a:gd name="connsiteY3" fmla="*/ 139729 h 139729"/>
                <a:gd name="connsiteX4" fmla="*/ 124 w 595959"/>
                <a:gd name="connsiteY4" fmla="*/ 22492 h 139729"/>
                <a:gd name="connsiteX0" fmla="*/ 124 w 595959"/>
                <a:gd name="connsiteY0" fmla="*/ 25585 h 142822"/>
                <a:gd name="connsiteX1" fmla="*/ 595828 w 595959"/>
                <a:gd name="connsiteY1" fmla="*/ 3093 h 142822"/>
                <a:gd name="connsiteX2" fmla="*/ 595830 w 595959"/>
                <a:gd name="connsiteY2" fmla="*/ 100640 h 142822"/>
                <a:gd name="connsiteX3" fmla="*/ 131 w 595959"/>
                <a:gd name="connsiteY3" fmla="*/ 142822 h 142822"/>
                <a:gd name="connsiteX4" fmla="*/ 124 w 595959"/>
                <a:gd name="connsiteY4" fmla="*/ 25585 h 142822"/>
                <a:gd name="connsiteX0" fmla="*/ 124 w 595959"/>
                <a:gd name="connsiteY0" fmla="*/ 25585 h 142822"/>
                <a:gd name="connsiteX1" fmla="*/ 595828 w 595959"/>
                <a:gd name="connsiteY1" fmla="*/ 3093 h 142822"/>
                <a:gd name="connsiteX2" fmla="*/ 595830 w 595959"/>
                <a:gd name="connsiteY2" fmla="*/ 100640 h 142822"/>
                <a:gd name="connsiteX3" fmla="*/ 131 w 595959"/>
                <a:gd name="connsiteY3" fmla="*/ 142822 h 142822"/>
                <a:gd name="connsiteX4" fmla="*/ 124 w 595959"/>
                <a:gd name="connsiteY4" fmla="*/ 25585 h 142822"/>
                <a:gd name="connsiteX0" fmla="*/ 124 w 595959"/>
                <a:gd name="connsiteY0" fmla="*/ 26512 h 143749"/>
                <a:gd name="connsiteX1" fmla="*/ 595828 w 595959"/>
                <a:gd name="connsiteY1" fmla="*/ 4020 h 143749"/>
                <a:gd name="connsiteX2" fmla="*/ 595830 w 595959"/>
                <a:gd name="connsiteY2" fmla="*/ 101567 h 143749"/>
                <a:gd name="connsiteX3" fmla="*/ 131 w 595959"/>
                <a:gd name="connsiteY3" fmla="*/ 143749 h 143749"/>
                <a:gd name="connsiteX4" fmla="*/ 124 w 595959"/>
                <a:gd name="connsiteY4" fmla="*/ 26512 h 143749"/>
                <a:gd name="connsiteX0" fmla="*/ 124 w 595959"/>
                <a:gd name="connsiteY0" fmla="*/ 26512 h 143749"/>
                <a:gd name="connsiteX1" fmla="*/ 595828 w 595959"/>
                <a:gd name="connsiteY1" fmla="*/ 4020 h 143749"/>
                <a:gd name="connsiteX2" fmla="*/ 595830 w 595959"/>
                <a:gd name="connsiteY2" fmla="*/ 101567 h 143749"/>
                <a:gd name="connsiteX3" fmla="*/ 131 w 595959"/>
                <a:gd name="connsiteY3" fmla="*/ 143749 h 143749"/>
                <a:gd name="connsiteX4" fmla="*/ 124 w 595959"/>
                <a:gd name="connsiteY4" fmla="*/ 26512 h 143749"/>
                <a:gd name="connsiteX0" fmla="*/ 124 w 595959"/>
                <a:gd name="connsiteY0" fmla="*/ 28496 h 145733"/>
                <a:gd name="connsiteX1" fmla="*/ 595828 w 595959"/>
                <a:gd name="connsiteY1" fmla="*/ 6004 h 145733"/>
                <a:gd name="connsiteX2" fmla="*/ 595830 w 595959"/>
                <a:gd name="connsiteY2" fmla="*/ 103551 h 145733"/>
                <a:gd name="connsiteX3" fmla="*/ 131 w 595959"/>
                <a:gd name="connsiteY3" fmla="*/ 145733 h 145733"/>
                <a:gd name="connsiteX4" fmla="*/ 124 w 595959"/>
                <a:gd name="connsiteY4" fmla="*/ 28496 h 14573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856"/>
                <a:gd name="connsiteY0" fmla="*/ 41841 h 159078"/>
                <a:gd name="connsiteX1" fmla="*/ 591261 w 595856"/>
                <a:gd name="connsiteY1" fmla="*/ 0 h 159078"/>
                <a:gd name="connsiteX2" fmla="*/ 595830 w 595856"/>
                <a:gd name="connsiteY2" fmla="*/ 116896 h 159078"/>
                <a:gd name="connsiteX3" fmla="*/ 131 w 595856"/>
                <a:gd name="connsiteY3" fmla="*/ 159078 h 159078"/>
                <a:gd name="connsiteX4" fmla="*/ 124 w 595856"/>
                <a:gd name="connsiteY4" fmla="*/ 41841 h 159078"/>
                <a:gd name="connsiteX0" fmla="*/ 124 w 595959"/>
                <a:gd name="connsiteY0" fmla="*/ 41841 h 159078"/>
                <a:gd name="connsiteX1" fmla="*/ 595828 w 595959"/>
                <a:gd name="connsiteY1" fmla="*/ 0 h 159078"/>
                <a:gd name="connsiteX2" fmla="*/ 595830 w 595959"/>
                <a:gd name="connsiteY2" fmla="*/ 116896 h 159078"/>
                <a:gd name="connsiteX3" fmla="*/ 131 w 595959"/>
                <a:gd name="connsiteY3" fmla="*/ 159078 h 159078"/>
                <a:gd name="connsiteX4" fmla="*/ 124 w 595959"/>
                <a:gd name="connsiteY4" fmla="*/ 41841 h 159078"/>
                <a:gd name="connsiteX0" fmla="*/ 124 w 597349"/>
                <a:gd name="connsiteY0" fmla="*/ 42378 h 159615"/>
                <a:gd name="connsiteX1" fmla="*/ 597349 w 597349"/>
                <a:gd name="connsiteY1" fmla="*/ 0 h 159615"/>
                <a:gd name="connsiteX2" fmla="*/ 595830 w 597349"/>
                <a:gd name="connsiteY2" fmla="*/ 117433 h 159615"/>
                <a:gd name="connsiteX3" fmla="*/ 131 w 597349"/>
                <a:gd name="connsiteY3" fmla="*/ 159615 h 159615"/>
                <a:gd name="connsiteX4" fmla="*/ 124 w 597349"/>
                <a:gd name="connsiteY4" fmla="*/ 42378 h 159615"/>
                <a:gd name="connsiteX0" fmla="*/ 124 w 600443"/>
                <a:gd name="connsiteY0" fmla="*/ 42378 h 159615"/>
                <a:gd name="connsiteX1" fmla="*/ 597349 w 600443"/>
                <a:gd name="connsiteY1" fmla="*/ 0 h 159615"/>
                <a:gd name="connsiteX2" fmla="*/ 600408 w 600443"/>
                <a:gd name="connsiteY2" fmla="*/ 117433 h 159615"/>
                <a:gd name="connsiteX3" fmla="*/ 131 w 600443"/>
                <a:gd name="connsiteY3" fmla="*/ 159615 h 159615"/>
                <a:gd name="connsiteX4" fmla="*/ 124 w 600443"/>
                <a:gd name="connsiteY4" fmla="*/ 42378 h 159615"/>
                <a:gd name="connsiteX0" fmla="*/ 124 w 600537"/>
                <a:gd name="connsiteY0" fmla="*/ 42378 h 159615"/>
                <a:gd name="connsiteX1" fmla="*/ 600401 w 600537"/>
                <a:gd name="connsiteY1" fmla="*/ 0 h 159615"/>
                <a:gd name="connsiteX2" fmla="*/ 600408 w 600537"/>
                <a:gd name="connsiteY2" fmla="*/ 117433 h 159615"/>
                <a:gd name="connsiteX3" fmla="*/ 131 w 600537"/>
                <a:gd name="connsiteY3" fmla="*/ 159615 h 159615"/>
                <a:gd name="connsiteX4" fmla="*/ 124 w 600537"/>
                <a:gd name="connsiteY4" fmla="*/ 42378 h 159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0537" h="159615">
                  <a:moveTo>
                    <a:pt x="124" y="42378"/>
                  </a:moveTo>
                  <a:cubicBezTo>
                    <a:pt x="296414" y="-50243"/>
                    <a:pt x="418111" y="75773"/>
                    <a:pt x="600401" y="0"/>
                  </a:cubicBezTo>
                  <a:cubicBezTo>
                    <a:pt x="599951" y="33260"/>
                    <a:pt x="600858" y="84173"/>
                    <a:pt x="600408" y="117433"/>
                  </a:cubicBezTo>
                  <a:cubicBezTo>
                    <a:pt x="395490" y="192726"/>
                    <a:pt x="285331" y="62551"/>
                    <a:pt x="131" y="159615"/>
                  </a:cubicBezTo>
                  <a:cubicBezTo>
                    <a:pt x="-323" y="114566"/>
                    <a:pt x="578" y="87427"/>
                    <a:pt x="124" y="42378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5" name="矩形 1174">
              <a:extLst>
                <a:ext uri="{FF2B5EF4-FFF2-40B4-BE49-F238E27FC236}">
                  <a16:creationId xmlns:a16="http://schemas.microsoft.com/office/drawing/2014/main" id="{C8682012-ED77-363F-B90A-F668D851D3A6}"/>
                </a:ext>
              </a:extLst>
            </p:cNvPr>
            <p:cNvSpPr/>
            <p:nvPr/>
          </p:nvSpPr>
          <p:spPr>
            <a:xfrm rot="10800000">
              <a:off x="5041542" y="6890402"/>
              <a:ext cx="618706" cy="226680"/>
            </a:xfrm>
            <a:custGeom>
              <a:avLst/>
              <a:gdLst>
                <a:gd name="connsiteX0" fmla="*/ 0 w 595706"/>
                <a:gd name="connsiteY0" fmla="*/ 0 h 92965"/>
                <a:gd name="connsiteX1" fmla="*/ 595706 w 595706"/>
                <a:gd name="connsiteY1" fmla="*/ 0 h 92965"/>
                <a:gd name="connsiteX2" fmla="*/ 595706 w 595706"/>
                <a:gd name="connsiteY2" fmla="*/ 92965 h 92965"/>
                <a:gd name="connsiteX3" fmla="*/ 0 w 595706"/>
                <a:gd name="connsiteY3" fmla="*/ 92965 h 92965"/>
                <a:gd name="connsiteX4" fmla="*/ 0 w 595706"/>
                <a:gd name="connsiteY4" fmla="*/ 0 h 92965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1422 w 594406"/>
                <a:gd name="connsiteY0" fmla="*/ 21376 h 135147"/>
                <a:gd name="connsiteX1" fmla="*/ 594406 w 594406"/>
                <a:gd name="connsiteY1" fmla="*/ 0 h 135147"/>
                <a:gd name="connsiteX2" fmla="*/ 594406 w 594406"/>
                <a:gd name="connsiteY2" fmla="*/ 92965 h 135147"/>
                <a:gd name="connsiteX3" fmla="*/ 61 w 594406"/>
                <a:gd name="connsiteY3" fmla="*/ 135147 h 135147"/>
                <a:gd name="connsiteX4" fmla="*/ 1422 w 594406"/>
                <a:gd name="connsiteY4" fmla="*/ 21376 h 135147"/>
                <a:gd name="connsiteX0" fmla="*/ 1422 w 594406"/>
                <a:gd name="connsiteY0" fmla="*/ 15599 h 135147"/>
                <a:gd name="connsiteX1" fmla="*/ 594406 w 594406"/>
                <a:gd name="connsiteY1" fmla="*/ 0 h 135147"/>
                <a:gd name="connsiteX2" fmla="*/ 594406 w 594406"/>
                <a:gd name="connsiteY2" fmla="*/ 92965 h 135147"/>
                <a:gd name="connsiteX3" fmla="*/ 61 w 594406"/>
                <a:gd name="connsiteY3" fmla="*/ 135147 h 135147"/>
                <a:gd name="connsiteX4" fmla="*/ 1422 w 594406"/>
                <a:gd name="connsiteY4" fmla="*/ 15599 h 135147"/>
                <a:gd name="connsiteX0" fmla="*/ 131 w 594476"/>
                <a:gd name="connsiteY0" fmla="*/ 4622 h 135147"/>
                <a:gd name="connsiteX1" fmla="*/ 594476 w 594476"/>
                <a:gd name="connsiteY1" fmla="*/ 0 h 135147"/>
                <a:gd name="connsiteX2" fmla="*/ 594476 w 594476"/>
                <a:gd name="connsiteY2" fmla="*/ 92965 h 135147"/>
                <a:gd name="connsiteX3" fmla="*/ 131 w 594476"/>
                <a:gd name="connsiteY3" fmla="*/ 135147 h 135147"/>
                <a:gd name="connsiteX4" fmla="*/ 131 w 594476"/>
                <a:gd name="connsiteY4" fmla="*/ 4622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22423 h 139660"/>
                <a:gd name="connsiteX1" fmla="*/ 595706 w 595706"/>
                <a:gd name="connsiteY1" fmla="*/ 4513 h 139660"/>
                <a:gd name="connsiteX2" fmla="*/ 595706 w 595706"/>
                <a:gd name="connsiteY2" fmla="*/ 97478 h 139660"/>
                <a:gd name="connsiteX3" fmla="*/ 1361 w 595706"/>
                <a:gd name="connsiteY3" fmla="*/ 139660 h 139660"/>
                <a:gd name="connsiteX4" fmla="*/ 0 w 595706"/>
                <a:gd name="connsiteY4" fmla="*/ 22423 h 139660"/>
                <a:gd name="connsiteX0" fmla="*/ 0 w 595706"/>
                <a:gd name="connsiteY0" fmla="*/ 26413 h 143650"/>
                <a:gd name="connsiteX1" fmla="*/ 595706 w 595706"/>
                <a:gd name="connsiteY1" fmla="*/ 8503 h 143650"/>
                <a:gd name="connsiteX2" fmla="*/ 595706 w 595706"/>
                <a:gd name="connsiteY2" fmla="*/ 101468 h 143650"/>
                <a:gd name="connsiteX3" fmla="*/ 1361 w 595706"/>
                <a:gd name="connsiteY3" fmla="*/ 143650 h 143650"/>
                <a:gd name="connsiteX4" fmla="*/ 0 w 595706"/>
                <a:gd name="connsiteY4" fmla="*/ 26413 h 143650"/>
                <a:gd name="connsiteX0" fmla="*/ 0 w 595706"/>
                <a:gd name="connsiteY0" fmla="*/ 21286 h 138523"/>
                <a:gd name="connsiteX1" fmla="*/ 595706 w 595706"/>
                <a:gd name="connsiteY1" fmla="*/ 3376 h 138523"/>
                <a:gd name="connsiteX2" fmla="*/ 595706 w 595706"/>
                <a:gd name="connsiteY2" fmla="*/ 96341 h 138523"/>
                <a:gd name="connsiteX3" fmla="*/ 1361 w 595706"/>
                <a:gd name="connsiteY3" fmla="*/ 138523 h 138523"/>
                <a:gd name="connsiteX4" fmla="*/ 0 w 595706"/>
                <a:gd name="connsiteY4" fmla="*/ 21286 h 138523"/>
                <a:gd name="connsiteX0" fmla="*/ 0 w 595706"/>
                <a:gd name="connsiteY0" fmla="*/ 22534 h 139771"/>
                <a:gd name="connsiteX1" fmla="*/ 595706 w 595706"/>
                <a:gd name="connsiteY1" fmla="*/ 4624 h 139771"/>
                <a:gd name="connsiteX2" fmla="*/ 595706 w 595706"/>
                <a:gd name="connsiteY2" fmla="*/ 97589 h 139771"/>
                <a:gd name="connsiteX3" fmla="*/ 1361 w 595706"/>
                <a:gd name="connsiteY3" fmla="*/ 139771 h 139771"/>
                <a:gd name="connsiteX4" fmla="*/ 0 w 595706"/>
                <a:gd name="connsiteY4" fmla="*/ 22534 h 139771"/>
                <a:gd name="connsiteX0" fmla="*/ 0 w 595706"/>
                <a:gd name="connsiteY0" fmla="*/ 23494 h 140731"/>
                <a:gd name="connsiteX1" fmla="*/ 595706 w 595706"/>
                <a:gd name="connsiteY1" fmla="*/ 2118 h 140731"/>
                <a:gd name="connsiteX2" fmla="*/ 595706 w 595706"/>
                <a:gd name="connsiteY2" fmla="*/ 98549 h 140731"/>
                <a:gd name="connsiteX3" fmla="*/ 1361 w 595706"/>
                <a:gd name="connsiteY3" fmla="*/ 140731 h 140731"/>
                <a:gd name="connsiteX4" fmla="*/ 0 w 595706"/>
                <a:gd name="connsiteY4" fmla="*/ 23494 h 140731"/>
                <a:gd name="connsiteX0" fmla="*/ 0 w 595706"/>
                <a:gd name="connsiteY0" fmla="*/ 23494 h 140731"/>
                <a:gd name="connsiteX1" fmla="*/ 595706 w 595706"/>
                <a:gd name="connsiteY1" fmla="*/ 2118 h 140731"/>
                <a:gd name="connsiteX2" fmla="*/ 595706 w 595706"/>
                <a:gd name="connsiteY2" fmla="*/ 98549 h 140731"/>
                <a:gd name="connsiteX3" fmla="*/ 1361 w 595706"/>
                <a:gd name="connsiteY3" fmla="*/ 140731 h 140731"/>
                <a:gd name="connsiteX4" fmla="*/ 0 w 595706"/>
                <a:gd name="connsiteY4" fmla="*/ 23494 h 140731"/>
                <a:gd name="connsiteX0" fmla="*/ 0 w 595706"/>
                <a:gd name="connsiteY0" fmla="*/ 25030 h 142267"/>
                <a:gd name="connsiteX1" fmla="*/ 595706 w 595706"/>
                <a:gd name="connsiteY1" fmla="*/ 3654 h 142267"/>
                <a:gd name="connsiteX2" fmla="*/ 595706 w 595706"/>
                <a:gd name="connsiteY2" fmla="*/ 100085 h 142267"/>
                <a:gd name="connsiteX3" fmla="*/ 1361 w 595706"/>
                <a:gd name="connsiteY3" fmla="*/ 142267 h 142267"/>
                <a:gd name="connsiteX4" fmla="*/ 0 w 595706"/>
                <a:gd name="connsiteY4" fmla="*/ 25030 h 142267"/>
                <a:gd name="connsiteX0" fmla="*/ 0 w 595706"/>
                <a:gd name="connsiteY0" fmla="*/ 22091 h 139328"/>
                <a:gd name="connsiteX1" fmla="*/ 595706 w 595706"/>
                <a:gd name="connsiteY1" fmla="*/ 715 h 139328"/>
                <a:gd name="connsiteX2" fmla="*/ 595706 w 595706"/>
                <a:gd name="connsiteY2" fmla="*/ 97146 h 139328"/>
                <a:gd name="connsiteX3" fmla="*/ 1361 w 595706"/>
                <a:gd name="connsiteY3" fmla="*/ 139328 h 139328"/>
                <a:gd name="connsiteX4" fmla="*/ 0 w 595706"/>
                <a:gd name="connsiteY4" fmla="*/ 22091 h 139328"/>
                <a:gd name="connsiteX0" fmla="*/ 0 w 595706"/>
                <a:gd name="connsiteY0" fmla="*/ 23573 h 140810"/>
                <a:gd name="connsiteX1" fmla="*/ 595706 w 595706"/>
                <a:gd name="connsiteY1" fmla="*/ 2197 h 140810"/>
                <a:gd name="connsiteX2" fmla="*/ 595706 w 595706"/>
                <a:gd name="connsiteY2" fmla="*/ 98628 h 140810"/>
                <a:gd name="connsiteX3" fmla="*/ 1361 w 595706"/>
                <a:gd name="connsiteY3" fmla="*/ 140810 h 140810"/>
                <a:gd name="connsiteX4" fmla="*/ 0 w 595706"/>
                <a:gd name="connsiteY4" fmla="*/ 23573 h 140810"/>
                <a:gd name="connsiteX0" fmla="*/ 0 w 595706"/>
                <a:gd name="connsiteY0" fmla="*/ 21908 h 139145"/>
                <a:gd name="connsiteX1" fmla="*/ 595706 w 595706"/>
                <a:gd name="connsiteY1" fmla="*/ 532 h 139145"/>
                <a:gd name="connsiteX2" fmla="*/ 595706 w 595706"/>
                <a:gd name="connsiteY2" fmla="*/ 96963 h 139145"/>
                <a:gd name="connsiteX3" fmla="*/ 1361 w 595706"/>
                <a:gd name="connsiteY3" fmla="*/ 139145 h 139145"/>
                <a:gd name="connsiteX4" fmla="*/ 0 w 595706"/>
                <a:gd name="connsiteY4" fmla="*/ 21908 h 139145"/>
                <a:gd name="connsiteX0" fmla="*/ 0 w 595706"/>
                <a:gd name="connsiteY0" fmla="*/ 23863 h 141100"/>
                <a:gd name="connsiteX1" fmla="*/ 595706 w 595706"/>
                <a:gd name="connsiteY1" fmla="*/ 2487 h 141100"/>
                <a:gd name="connsiteX2" fmla="*/ 595706 w 595706"/>
                <a:gd name="connsiteY2" fmla="*/ 98918 h 141100"/>
                <a:gd name="connsiteX3" fmla="*/ 1361 w 595706"/>
                <a:gd name="connsiteY3" fmla="*/ 141100 h 141100"/>
                <a:gd name="connsiteX4" fmla="*/ 0 w 595706"/>
                <a:gd name="connsiteY4" fmla="*/ 23863 h 141100"/>
                <a:gd name="connsiteX0" fmla="*/ 0 w 595706"/>
                <a:gd name="connsiteY0" fmla="*/ 24472 h 141709"/>
                <a:gd name="connsiteX1" fmla="*/ 595706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0 w 595706"/>
                <a:gd name="connsiteY0" fmla="*/ 24267 h 141504"/>
                <a:gd name="connsiteX1" fmla="*/ 595706 w 595706"/>
                <a:gd name="connsiteY1" fmla="*/ 2891 h 141504"/>
                <a:gd name="connsiteX2" fmla="*/ 595706 w 595706"/>
                <a:gd name="connsiteY2" fmla="*/ 99322 h 141504"/>
                <a:gd name="connsiteX3" fmla="*/ 1361 w 595706"/>
                <a:gd name="connsiteY3" fmla="*/ 141504 h 141504"/>
                <a:gd name="connsiteX4" fmla="*/ 0 w 595706"/>
                <a:gd name="connsiteY4" fmla="*/ 24267 h 141504"/>
                <a:gd name="connsiteX0" fmla="*/ 0 w 595706"/>
                <a:gd name="connsiteY0" fmla="*/ 24472 h 141709"/>
                <a:gd name="connsiteX1" fmla="*/ 595706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0 w 595706"/>
                <a:gd name="connsiteY0" fmla="*/ 24472 h 141709"/>
                <a:gd name="connsiteX1" fmla="*/ 594353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124 w 595830"/>
                <a:gd name="connsiteY0" fmla="*/ 24472 h 141709"/>
                <a:gd name="connsiteX1" fmla="*/ 594477 w 595830"/>
                <a:gd name="connsiteY1" fmla="*/ 3096 h 141709"/>
                <a:gd name="connsiteX2" fmla="*/ 595830 w 595830"/>
                <a:gd name="connsiteY2" fmla="*/ 99527 h 141709"/>
                <a:gd name="connsiteX3" fmla="*/ 131 w 595830"/>
                <a:gd name="connsiteY3" fmla="*/ 141709 h 141709"/>
                <a:gd name="connsiteX4" fmla="*/ 124 w 595830"/>
                <a:gd name="connsiteY4" fmla="*/ 24472 h 141709"/>
                <a:gd name="connsiteX0" fmla="*/ 124 w 597179"/>
                <a:gd name="connsiteY0" fmla="*/ 25207 h 142444"/>
                <a:gd name="connsiteX1" fmla="*/ 597179 w 597179"/>
                <a:gd name="connsiteY1" fmla="*/ 481 h 142444"/>
                <a:gd name="connsiteX2" fmla="*/ 595830 w 597179"/>
                <a:gd name="connsiteY2" fmla="*/ 100262 h 142444"/>
                <a:gd name="connsiteX3" fmla="*/ 131 w 597179"/>
                <a:gd name="connsiteY3" fmla="*/ 142444 h 142444"/>
                <a:gd name="connsiteX4" fmla="*/ 124 w 597179"/>
                <a:gd name="connsiteY4" fmla="*/ 25207 h 142444"/>
                <a:gd name="connsiteX0" fmla="*/ 124 w 595889"/>
                <a:gd name="connsiteY0" fmla="*/ 25842 h 143079"/>
                <a:gd name="connsiteX1" fmla="*/ 594477 w 595889"/>
                <a:gd name="connsiteY1" fmla="*/ 0 h 143079"/>
                <a:gd name="connsiteX2" fmla="*/ 595830 w 595889"/>
                <a:gd name="connsiteY2" fmla="*/ 100897 h 143079"/>
                <a:gd name="connsiteX3" fmla="*/ 131 w 595889"/>
                <a:gd name="connsiteY3" fmla="*/ 143079 h 143079"/>
                <a:gd name="connsiteX4" fmla="*/ 124 w 595889"/>
                <a:gd name="connsiteY4" fmla="*/ 25842 h 143079"/>
                <a:gd name="connsiteX0" fmla="*/ 124 w 595889"/>
                <a:gd name="connsiteY0" fmla="*/ 24713 h 141950"/>
                <a:gd name="connsiteX1" fmla="*/ 594477 w 595889"/>
                <a:gd name="connsiteY1" fmla="*/ 2221 h 141950"/>
                <a:gd name="connsiteX2" fmla="*/ 595830 w 595889"/>
                <a:gd name="connsiteY2" fmla="*/ 99768 h 141950"/>
                <a:gd name="connsiteX3" fmla="*/ 131 w 595889"/>
                <a:gd name="connsiteY3" fmla="*/ 141950 h 141950"/>
                <a:gd name="connsiteX4" fmla="*/ 124 w 595889"/>
                <a:gd name="connsiteY4" fmla="*/ 24713 h 141950"/>
                <a:gd name="connsiteX0" fmla="*/ 124 w 595959"/>
                <a:gd name="connsiteY0" fmla="*/ 24713 h 141950"/>
                <a:gd name="connsiteX1" fmla="*/ 595828 w 595959"/>
                <a:gd name="connsiteY1" fmla="*/ 2221 h 141950"/>
                <a:gd name="connsiteX2" fmla="*/ 595830 w 595959"/>
                <a:gd name="connsiteY2" fmla="*/ 99768 h 141950"/>
                <a:gd name="connsiteX3" fmla="*/ 131 w 595959"/>
                <a:gd name="connsiteY3" fmla="*/ 141950 h 141950"/>
                <a:gd name="connsiteX4" fmla="*/ 124 w 595959"/>
                <a:gd name="connsiteY4" fmla="*/ 24713 h 141950"/>
                <a:gd name="connsiteX0" fmla="*/ 124 w 595959"/>
                <a:gd name="connsiteY0" fmla="*/ 24925 h 142162"/>
                <a:gd name="connsiteX1" fmla="*/ 595828 w 595959"/>
                <a:gd name="connsiteY1" fmla="*/ 2433 h 142162"/>
                <a:gd name="connsiteX2" fmla="*/ 595830 w 595959"/>
                <a:gd name="connsiteY2" fmla="*/ 99980 h 142162"/>
                <a:gd name="connsiteX3" fmla="*/ 131 w 595959"/>
                <a:gd name="connsiteY3" fmla="*/ 142162 h 142162"/>
                <a:gd name="connsiteX4" fmla="*/ 124 w 595959"/>
                <a:gd name="connsiteY4" fmla="*/ 24925 h 142162"/>
                <a:gd name="connsiteX0" fmla="*/ 124 w 595959"/>
                <a:gd name="connsiteY0" fmla="*/ 22492 h 139729"/>
                <a:gd name="connsiteX1" fmla="*/ 595828 w 595959"/>
                <a:gd name="connsiteY1" fmla="*/ 0 h 139729"/>
                <a:gd name="connsiteX2" fmla="*/ 595830 w 595959"/>
                <a:gd name="connsiteY2" fmla="*/ 97547 h 139729"/>
                <a:gd name="connsiteX3" fmla="*/ 131 w 595959"/>
                <a:gd name="connsiteY3" fmla="*/ 139729 h 139729"/>
                <a:gd name="connsiteX4" fmla="*/ 124 w 595959"/>
                <a:gd name="connsiteY4" fmla="*/ 22492 h 139729"/>
                <a:gd name="connsiteX0" fmla="*/ 124 w 595959"/>
                <a:gd name="connsiteY0" fmla="*/ 25585 h 142822"/>
                <a:gd name="connsiteX1" fmla="*/ 595828 w 595959"/>
                <a:gd name="connsiteY1" fmla="*/ 3093 h 142822"/>
                <a:gd name="connsiteX2" fmla="*/ 595830 w 595959"/>
                <a:gd name="connsiteY2" fmla="*/ 100640 h 142822"/>
                <a:gd name="connsiteX3" fmla="*/ 131 w 595959"/>
                <a:gd name="connsiteY3" fmla="*/ 142822 h 142822"/>
                <a:gd name="connsiteX4" fmla="*/ 124 w 595959"/>
                <a:gd name="connsiteY4" fmla="*/ 25585 h 142822"/>
                <a:gd name="connsiteX0" fmla="*/ 124 w 595959"/>
                <a:gd name="connsiteY0" fmla="*/ 25585 h 142822"/>
                <a:gd name="connsiteX1" fmla="*/ 595828 w 595959"/>
                <a:gd name="connsiteY1" fmla="*/ 3093 h 142822"/>
                <a:gd name="connsiteX2" fmla="*/ 595830 w 595959"/>
                <a:gd name="connsiteY2" fmla="*/ 100640 h 142822"/>
                <a:gd name="connsiteX3" fmla="*/ 131 w 595959"/>
                <a:gd name="connsiteY3" fmla="*/ 142822 h 142822"/>
                <a:gd name="connsiteX4" fmla="*/ 124 w 595959"/>
                <a:gd name="connsiteY4" fmla="*/ 25585 h 142822"/>
                <a:gd name="connsiteX0" fmla="*/ 124 w 595959"/>
                <a:gd name="connsiteY0" fmla="*/ 26512 h 143749"/>
                <a:gd name="connsiteX1" fmla="*/ 595828 w 595959"/>
                <a:gd name="connsiteY1" fmla="*/ 4020 h 143749"/>
                <a:gd name="connsiteX2" fmla="*/ 595830 w 595959"/>
                <a:gd name="connsiteY2" fmla="*/ 101567 h 143749"/>
                <a:gd name="connsiteX3" fmla="*/ 131 w 595959"/>
                <a:gd name="connsiteY3" fmla="*/ 143749 h 143749"/>
                <a:gd name="connsiteX4" fmla="*/ 124 w 595959"/>
                <a:gd name="connsiteY4" fmla="*/ 26512 h 143749"/>
                <a:gd name="connsiteX0" fmla="*/ 124 w 595959"/>
                <a:gd name="connsiteY0" fmla="*/ 26512 h 143749"/>
                <a:gd name="connsiteX1" fmla="*/ 595828 w 595959"/>
                <a:gd name="connsiteY1" fmla="*/ 4020 h 143749"/>
                <a:gd name="connsiteX2" fmla="*/ 595830 w 595959"/>
                <a:gd name="connsiteY2" fmla="*/ 101567 h 143749"/>
                <a:gd name="connsiteX3" fmla="*/ 131 w 595959"/>
                <a:gd name="connsiteY3" fmla="*/ 143749 h 143749"/>
                <a:gd name="connsiteX4" fmla="*/ 124 w 595959"/>
                <a:gd name="connsiteY4" fmla="*/ 26512 h 143749"/>
                <a:gd name="connsiteX0" fmla="*/ 124 w 595959"/>
                <a:gd name="connsiteY0" fmla="*/ 28496 h 145733"/>
                <a:gd name="connsiteX1" fmla="*/ 595828 w 595959"/>
                <a:gd name="connsiteY1" fmla="*/ 6004 h 145733"/>
                <a:gd name="connsiteX2" fmla="*/ 595830 w 595959"/>
                <a:gd name="connsiteY2" fmla="*/ 103551 h 145733"/>
                <a:gd name="connsiteX3" fmla="*/ 131 w 595959"/>
                <a:gd name="connsiteY3" fmla="*/ 145733 h 145733"/>
                <a:gd name="connsiteX4" fmla="*/ 124 w 595959"/>
                <a:gd name="connsiteY4" fmla="*/ 28496 h 14573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856"/>
                <a:gd name="connsiteY0" fmla="*/ 41841 h 159078"/>
                <a:gd name="connsiteX1" fmla="*/ 591261 w 595856"/>
                <a:gd name="connsiteY1" fmla="*/ 0 h 159078"/>
                <a:gd name="connsiteX2" fmla="*/ 595830 w 595856"/>
                <a:gd name="connsiteY2" fmla="*/ 116896 h 159078"/>
                <a:gd name="connsiteX3" fmla="*/ 131 w 595856"/>
                <a:gd name="connsiteY3" fmla="*/ 159078 h 159078"/>
                <a:gd name="connsiteX4" fmla="*/ 124 w 595856"/>
                <a:gd name="connsiteY4" fmla="*/ 41841 h 159078"/>
                <a:gd name="connsiteX0" fmla="*/ 124 w 595959"/>
                <a:gd name="connsiteY0" fmla="*/ 41841 h 159078"/>
                <a:gd name="connsiteX1" fmla="*/ 595828 w 595959"/>
                <a:gd name="connsiteY1" fmla="*/ 0 h 159078"/>
                <a:gd name="connsiteX2" fmla="*/ 595830 w 595959"/>
                <a:gd name="connsiteY2" fmla="*/ 116896 h 159078"/>
                <a:gd name="connsiteX3" fmla="*/ 131 w 595959"/>
                <a:gd name="connsiteY3" fmla="*/ 159078 h 159078"/>
                <a:gd name="connsiteX4" fmla="*/ 124 w 595959"/>
                <a:gd name="connsiteY4" fmla="*/ 41841 h 159078"/>
                <a:gd name="connsiteX0" fmla="*/ 124 w 597349"/>
                <a:gd name="connsiteY0" fmla="*/ 42378 h 159615"/>
                <a:gd name="connsiteX1" fmla="*/ 597349 w 597349"/>
                <a:gd name="connsiteY1" fmla="*/ 0 h 159615"/>
                <a:gd name="connsiteX2" fmla="*/ 595830 w 597349"/>
                <a:gd name="connsiteY2" fmla="*/ 117433 h 159615"/>
                <a:gd name="connsiteX3" fmla="*/ 131 w 597349"/>
                <a:gd name="connsiteY3" fmla="*/ 159615 h 159615"/>
                <a:gd name="connsiteX4" fmla="*/ 124 w 597349"/>
                <a:gd name="connsiteY4" fmla="*/ 42378 h 159615"/>
                <a:gd name="connsiteX0" fmla="*/ 124 w 600443"/>
                <a:gd name="connsiteY0" fmla="*/ 42378 h 159615"/>
                <a:gd name="connsiteX1" fmla="*/ 597349 w 600443"/>
                <a:gd name="connsiteY1" fmla="*/ 0 h 159615"/>
                <a:gd name="connsiteX2" fmla="*/ 600408 w 600443"/>
                <a:gd name="connsiteY2" fmla="*/ 117433 h 159615"/>
                <a:gd name="connsiteX3" fmla="*/ 131 w 600443"/>
                <a:gd name="connsiteY3" fmla="*/ 159615 h 159615"/>
                <a:gd name="connsiteX4" fmla="*/ 124 w 600443"/>
                <a:gd name="connsiteY4" fmla="*/ 42378 h 159615"/>
                <a:gd name="connsiteX0" fmla="*/ 124 w 600537"/>
                <a:gd name="connsiteY0" fmla="*/ 42378 h 159615"/>
                <a:gd name="connsiteX1" fmla="*/ 600401 w 600537"/>
                <a:gd name="connsiteY1" fmla="*/ 0 h 159615"/>
                <a:gd name="connsiteX2" fmla="*/ 600408 w 600537"/>
                <a:gd name="connsiteY2" fmla="*/ 117433 h 159615"/>
                <a:gd name="connsiteX3" fmla="*/ 131 w 600537"/>
                <a:gd name="connsiteY3" fmla="*/ 159615 h 159615"/>
                <a:gd name="connsiteX4" fmla="*/ 124 w 600537"/>
                <a:gd name="connsiteY4" fmla="*/ 42378 h 159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0537" h="159615">
                  <a:moveTo>
                    <a:pt x="124" y="42378"/>
                  </a:moveTo>
                  <a:cubicBezTo>
                    <a:pt x="296414" y="-50243"/>
                    <a:pt x="418111" y="75773"/>
                    <a:pt x="600401" y="0"/>
                  </a:cubicBezTo>
                  <a:cubicBezTo>
                    <a:pt x="599951" y="33260"/>
                    <a:pt x="600858" y="84173"/>
                    <a:pt x="600408" y="117433"/>
                  </a:cubicBezTo>
                  <a:cubicBezTo>
                    <a:pt x="395490" y="192726"/>
                    <a:pt x="285331" y="62551"/>
                    <a:pt x="131" y="159615"/>
                  </a:cubicBezTo>
                  <a:cubicBezTo>
                    <a:pt x="-323" y="114566"/>
                    <a:pt x="578" y="87427"/>
                    <a:pt x="124" y="42378"/>
                  </a:cubicBezTo>
                  <a:close/>
                </a:path>
              </a:pathLst>
            </a:custGeom>
            <a:solidFill>
              <a:schemeClr val="accent2">
                <a:lumMod val="40000"/>
                <a:lumOff val="6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6" name="矩形 1174">
              <a:extLst>
                <a:ext uri="{FF2B5EF4-FFF2-40B4-BE49-F238E27FC236}">
                  <a16:creationId xmlns:a16="http://schemas.microsoft.com/office/drawing/2014/main" id="{C6B5F08D-52EC-D18D-BCB0-E8FA0849CFA0}"/>
                </a:ext>
              </a:extLst>
            </p:cNvPr>
            <p:cNvSpPr/>
            <p:nvPr/>
          </p:nvSpPr>
          <p:spPr>
            <a:xfrm rot="10800000">
              <a:off x="5041541" y="7045652"/>
              <a:ext cx="618707" cy="139508"/>
            </a:xfrm>
            <a:custGeom>
              <a:avLst/>
              <a:gdLst>
                <a:gd name="connsiteX0" fmla="*/ 0 w 595706"/>
                <a:gd name="connsiteY0" fmla="*/ 0 h 92965"/>
                <a:gd name="connsiteX1" fmla="*/ 595706 w 595706"/>
                <a:gd name="connsiteY1" fmla="*/ 0 h 92965"/>
                <a:gd name="connsiteX2" fmla="*/ 595706 w 595706"/>
                <a:gd name="connsiteY2" fmla="*/ 92965 h 92965"/>
                <a:gd name="connsiteX3" fmla="*/ 0 w 595706"/>
                <a:gd name="connsiteY3" fmla="*/ 92965 h 92965"/>
                <a:gd name="connsiteX4" fmla="*/ 0 w 595706"/>
                <a:gd name="connsiteY4" fmla="*/ 0 h 92965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131 w 595837"/>
                <a:gd name="connsiteY0" fmla="*/ 0 h 148754"/>
                <a:gd name="connsiteX1" fmla="*/ 595837 w 595837"/>
                <a:gd name="connsiteY1" fmla="*/ 0 h 148754"/>
                <a:gd name="connsiteX2" fmla="*/ 595837 w 595837"/>
                <a:gd name="connsiteY2" fmla="*/ 92965 h 148754"/>
                <a:gd name="connsiteX3" fmla="*/ 131 w 595837"/>
                <a:gd name="connsiteY3" fmla="*/ 148754 h 148754"/>
                <a:gd name="connsiteX4" fmla="*/ 131 w 595837"/>
                <a:gd name="connsiteY4" fmla="*/ 0 h 148754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56571"/>
                <a:gd name="connsiteX1" fmla="*/ 595837 w 595837"/>
                <a:gd name="connsiteY1" fmla="*/ 0 h 156571"/>
                <a:gd name="connsiteX2" fmla="*/ 594316 w 595837"/>
                <a:gd name="connsiteY2" fmla="*/ 141984 h 156571"/>
                <a:gd name="connsiteX3" fmla="*/ 131 w 595837"/>
                <a:gd name="connsiteY3" fmla="*/ 140590 h 156571"/>
                <a:gd name="connsiteX4" fmla="*/ 131 w 595837"/>
                <a:gd name="connsiteY4" fmla="*/ 0 h 156571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0 w 600949"/>
                <a:gd name="connsiteY0" fmla="*/ 0 h 271309"/>
                <a:gd name="connsiteX1" fmla="*/ 600949 w 600949"/>
                <a:gd name="connsiteY1" fmla="*/ 0 h 271309"/>
                <a:gd name="connsiteX2" fmla="*/ 599428 w 600949"/>
                <a:gd name="connsiteY2" fmla="*/ 141984 h 271309"/>
                <a:gd name="connsiteX3" fmla="*/ 3722 w 600949"/>
                <a:gd name="connsiteY3" fmla="*/ 271309 h 271309"/>
                <a:gd name="connsiteX4" fmla="*/ 0 w 600949"/>
                <a:gd name="connsiteY4" fmla="*/ 0 h 271309"/>
                <a:gd name="connsiteX0" fmla="*/ 0 w 599639"/>
                <a:gd name="connsiteY0" fmla="*/ 0 h 271309"/>
                <a:gd name="connsiteX1" fmla="*/ 599639 w 599639"/>
                <a:gd name="connsiteY1" fmla="*/ 0 h 271309"/>
                <a:gd name="connsiteX2" fmla="*/ 599428 w 599639"/>
                <a:gd name="connsiteY2" fmla="*/ 141984 h 271309"/>
                <a:gd name="connsiteX3" fmla="*/ 3722 w 599639"/>
                <a:gd name="connsiteY3" fmla="*/ 271309 h 271309"/>
                <a:gd name="connsiteX4" fmla="*/ 0 w 599639"/>
                <a:gd name="connsiteY4" fmla="*/ 0 h 271309"/>
                <a:gd name="connsiteX0" fmla="*/ 0 w 597018"/>
                <a:gd name="connsiteY0" fmla="*/ 0 h 271309"/>
                <a:gd name="connsiteX1" fmla="*/ 597018 w 597018"/>
                <a:gd name="connsiteY1" fmla="*/ 0 h 271309"/>
                <a:gd name="connsiteX2" fmla="*/ 596807 w 597018"/>
                <a:gd name="connsiteY2" fmla="*/ 141984 h 271309"/>
                <a:gd name="connsiteX3" fmla="*/ 1101 w 597018"/>
                <a:gd name="connsiteY3" fmla="*/ 271309 h 271309"/>
                <a:gd name="connsiteX4" fmla="*/ 0 w 597018"/>
                <a:gd name="connsiteY4" fmla="*/ 0 h 271309"/>
                <a:gd name="connsiteX0" fmla="*/ 0 w 596807"/>
                <a:gd name="connsiteY0" fmla="*/ 0 h 271309"/>
                <a:gd name="connsiteX1" fmla="*/ 591775 w 596807"/>
                <a:gd name="connsiteY1" fmla="*/ 0 h 271309"/>
                <a:gd name="connsiteX2" fmla="*/ 596807 w 596807"/>
                <a:gd name="connsiteY2" fmla="*/ 141984 h 271309"/>
                <a:gd name="connsiteX3" fmla="*/ 1101 w 596807"/>
                <a:gd name="connsiteY3" fmla="*/ 271309 h 271309"/>
                <a:gd name="connsiteX4" fmla="*/ 0 w 596807"/>
                <a:gd name="connsiteY4" fmla="*/ 0 h 271309"/>
                <a:gd name="connsiteX0" fmla="*/ 0 w 596807"/>
                <a:gd name="connsiteY0" fmla="*/ 0 h 271309"/>
                <a:gd name="connsiteX1" fmla="*/ 595708 w 596807"/>
                <a:gd name="connsiteY1" fmla="*/ 0 h 271309"/>
                <a:gd name="connsiteX2" fmla="*/ 596807 w 596807"/>
                <a:gd name="connsiteY2" fmla="*/ 141984 h 271309"/>
                <a:gd name="connsiteX3" fmla="*/ 1101 w 596807"/>
                <a:gd name="connsiteY3" fmla="*/ 271309 h 271309"/>
                <a:gd name="connsiteX4" fmla="*/ 0 w 596807"/>
                <a:gd name="connsiteY4" fmla="*/ 0 h 271309"/>
                <a:gd name="connsiteX0" fmla="*/ 0 w 595708"/>
                <a:gd name="connsiteY0" fmla="*/ 0 h 271309"/>
                <a:gd name="connsiteX1" fmla="*/ 595708 w 595708"/>
                <a:gd name="connsiteY1" fmla="*/ 0 h 271309"/>
                <a:gd name="connsiteX2" fmla="*/ 594186 w 595708"/>
                <a:gd name="connsiteY2" fmla="*/ 141985 h 271309"/>
                <a:gd name="connsiteX3" fmla="*/ 1101 w 595708"/>
                <a:gd name="connsiteY3" fmla="*/ 271309 h 271309"/>
                <a:gd name="connsiteX4" fmla="*/ 0 w 595708"/>
                <a:gd name="connsiteY4" fmla="*/ 0 h 271309"/>
                <a:gd name="connsiteX0" fmla="*/ 0 w 596439"/>
                <a:gd name="connsiteY0" fmla="*/ 109083 h 380392"/>
                <a:gd name="connsiteX1" fmla="*/ 595708 w 596439"/>
                <a:gd name="connsiteY1" fmla="*/ 109083 h 380392"/>
                <a:gd name="connsiteX2" fmla="*/ 594186 w 596439"/>
                <a:gd name="connsiteY2" fmla="*/ 251068 h 380392"/>
                <a:gd name="connsiteX3" fmla="*/ 1101 w 596439"/>
                <a:gd name="connsiteY3" fmla="*/ 380392 h 380392"/>
                <a:gd name="connsiteX4" fmla="*/ 0 w 596439"/>
                <a:gd name="connsiteY4" fmla="*/ 109083 h 380392"/>
                <a:gd name="connsiteX0" fmla="*/ 0 w 595708"/>
                <a:gd name="connsiteY0" fmla="*/ 0 h 271309"/>
                <a:gd name="connsiteX1" fmla="*/ 595708 w 595708"/>
                <a:gd name="connsiteY1" fmla="*/ 0 h 271309"/>
                <a:gd name="connsiteX2" fmla="*/ 594186 w 595708"/>
                <a:gd name="connsiteY2" fmla="*/ 141985 h 271309"/>
                <a:gd name="connsiteX3" fmla="*/ 1101 w 595708"/>
                <a:gd name="connsiteY3" fmla="*/ 271309 h 271309"/>
                <a:gd name="connsiteX4" fmla="*/ 0 w 595708"/>
                <a:gd name="connsiteY4" fmla="*/ 0 h 271309"/>
                <a:gd name="connsiteX0" fmla="*/ 0 w 596808"/>
                <a:gd name="connsiteY0" fmla="*/ 0 h 271309"/>
                <a:gd name="connsiteX1" fmla="*/ 595708 w 596808"/>
                <a:gd name="connsiteY1" fmla="*/ 0 h 271309"/>
                <a:gd name="connsiteX2" fmla="*/ 596808 w 596808"/>
                <a:gd name="connsiteY2" fmla="*/ 141985 h 271309"/>
                <a:gd name="connsiteX3" fmla="*/ 1101 w 596808"/>
                <a:gd name="connsiteY3" fmla="*/ 271309 h 271309"/>
                <a:gd name="connsiteX4" fmla="*/ 0 w 596808"/>
                <a:gd name="connsiteY4" fmla="*/ 0 h 271309"/>
                <a:gd name="connsiteX0" fmla="*/ 0 w 596808"/>
                <a:gd name="connsiteY0" fmla="*/ 0 h 271309"/>
                <a:gd name="connsiteX1" fmla="*/ 595708 w 596808"/>
                <a:gd name="connsiteY1" fmla="*/ 0 h 271309"/>
                <a:gd name="connsiteX2" fmla="*/ 596808 w 596808"/>
                <a:gd name="connsiteY2" fmla="*/ 141985 h 271309"/>
                <a:gd name="connsiteX3" fmla="*/ 1101 w 596808"/>
                <a:gd name="connsiteY3" fmla="*/ 271309 h 271309"/>
                <a:gd name="connsiteX4" fmla="*/ 0 w 596808"/>
                <a:gd name="connsiteY4" fmla="*/ 0 h 271309"/>
                <a:gd name="connsiteX0" fmla="*/ 0 w 596808"/>
                <a:gd name="connsiteY0" fmla="*/ 0 h 271309"/>
                <a:gd name="connsiteX1" fmla="*/ 595708 w 596808"/>
                <a:gd name="connsiteY1" fmla="*/ 0 h 271309"/>
                <a:gd name="connsiteX2" fmla="*/ 596808 w 596808"/>
                <a:gd name="connsiteY2" fmla="*/ 141985 h 271309"/>
                <a:gd name="connsiteX3" fmla="*/ 1101 w 596808"/>
                <a:gd name="connsiteY3" fmla="*/ 271309 h 271309"/>
                <a:gd name="connsiteX4" fmla="*/ 0 w 596808"/>
                <a:gd name="connsiteY4" fmla="*/ 0 h 271309"/>
                <a:gd name="connsiteX0" fmla="*/ 0 w 595708"/>
                <a:gd name="connsiteY0" fmla="*/ 0 h 271309"/>
                <a:gd name="connsiteX1" fmla="*/ 595708 w 595708"/>
                <a:gd name="connsiteY1" fmla="*/ 0 h 271309"/>
                <a:gd name="connsiteX2" fmla="*/ 594186 w 595708"/>
                <a:gd name="connsiteY2" fmla="*/ 141985 h 271309"/>
                <a:gd name="connsiteX3" fmla="*/ 1101 w 595708"/>
                <a:gd name="connsiteY3" fmla="*/ 271309 h 271309"/>
                <a:gd name="connsiteX4" fmla="*/ 0 w 595708"/>
                <a:gd name="connsiteY4" fmla="*/ 0 h 271309"/>
                <a:gd name="connsiteX0" fmla="*/ 0 w 595708"/>
                <a:gd name="connsiteY0" fmla="*/ 0 h 271309"/>
                <a:gd name="connsiteX1" fmla="*/ 595708 w 595708"/>
                <a:gd name="connsiteY1" fmla="*/ 0 h 271309"/>
                <a:gd name="connsiteX2" fmla="*/ 594186 w 595708"/>
                <a:gd name="connsiteY2" fmla="*/ 141985 h 271309"/>
                <a:gd name="connsiteX3" fmla="*/ 1101 w 595708"/>
                <a:gd name="connsiteY3" fmla="*/ 271309 h 271309"/>
                <a:gd name="connsiteX4" fmla="*/ 0 w 595708"/>
                <a:gd name="connsiteY4" fmla="*/ 0 h 271309"/>
                <a:gd name="connsiteX0" fmla="*/ 0 w 595936"/>
                <a:gd name="connsiteY0" fmla="*/ 0 h 271309"/>
                <a:gd name="connsiteX1" fmla="*/ 595708 w 595936"/>
                <a:gd name="connsiteY1" fmla="*/ 0 h 271309"/>
                <a:gd name="connsiteX2" fmla="*/ 594186 w 595936"/>
                <a:gd name="connsiteY2" fmla="*/ 141985 h 271309"/>
                <a:gd name="connsiteX3" fmla="*/ 1101 w 595936"/>
                <a:gd name="connsiteY3" fmla="*/ 271309 h 271309"/>
                <a:gd name="connsiteX4" fmla="*/ 0 w 595936"/>
                <a:gd name="connsiteY4" fmla="*/ 0 h 271309"/>
                <a:gd name="connsiteX0" fmla="*/ 319 w 596255"/>
                <a:gd name="connsiteY0" fmla="*/ 0 h 271309"/>
                <a:gd name="connsiteX1" fmla="*/ 596027 w 596255"/>
                <a:gd name="connsiteY1" fmla="*/ 0 h 271309"/>
                <a:gd name="connsiteX2" fmla="*/ 594505 w 596255"/>
                <a:gd name="connsiteY2" fmla="*/ 141985 h 271309"/>
                <a:gd name="connsiteX3" fmla="*/ 110 w 596255"/>
                <a:gd name="connsiteY3" fmla="*/ 271309 h 271309"/>
                <a:gd name="connsiteX4" fmla="*/ 319 w 596255"/>
                <a:gd name="connsiteY4" fmla="*/ 0 h 271309"/>
                <a:gd name="connsiteX0" fmla="*/ 0 w 595936"/>
                <a:gd name="connsiteY0" fmla="*/ 0 h 271309"/>
                <a:gd name="connsiteX1" fmla="*/ 595708 w 595936"/>
                <a:gd name="connsiteY1" fmla="*/ 0 h 271309"/>
                <a:gd name="connsiteX2" fmla="*/ 594186 w 595936"/>
                <a:gd name="connsiteY2" fmla="*/ 141985 h 271309"/>
                <a:gd name="connsiteX3" fmla="*/ 1101 w 595936"/>
                <a:gd name="connsiteY3" fmla="*/ 271309 h 271309"/>
                <a:gd name="connsiteX4" fmla="*/ 0 w 595936"/>
                <a:gd name="connsiteY4" fmla="*/ 0 h 271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5936" h="271309">
                  <a:moveTo>
                    <a:pt x="0" y="0"/>
                  </a:moveTo>
                  <a:lnTo>
                    <a:pt x="595708" y="0"/>
                  </a:lnTo>
                  <a:cubicBezTo>
                    <a:pt x="595708" y="30988"/>
                    <a:pt x="596806" y="39550"/>
                    <a:pt x="594186" y="141985"/>
                  </a:cubicBezTo>
                  <a:cubicBezTo>
                    <a:pt x="404809" y="352086"/>
                    <a:pt x="341643" y="22672"/>
                    <a:pt x="1101" y="271309"/>
                  </a:cubicBezTo>
                  <a:cubicBezTo>
                    <a:pt x="647" y="226260"/>
                    <a:pt x="454" y="45049"/>
                    <a:pt x="0" y="0"/>
                  </a:cubicBez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7" name="矩形 1174">
              <a:extLst>
                <a:ext uri="{FF2B5EF4-FFF2-40B4-BE49-F238E27FC236}">
                  <a16:creationId xmlns:a16="http://schemas.microsoft.com/office/drawing/2014/main" id="{B02A69AF-DC58-B700-30E1-F70D1879F85E}"/>
                </a:ext>
              </a:extLst>
            </p:cNvPr>
            <p:cNvSpPr/>
            <p:nvPr/>
          </p:nvSpPr>
          <p:spPr>
            <a:xfrm rot="10800000">
              <a:off x="5041542" y="6594252"/>
              <a:ext cx="618706" cy="226680"/>
            </a:xfrm>
            <a:custGeom>
              <a:avLst/>
              <a:gdLst>
                <a:gd name="connsiteX0" fmla="*/ 0 w 595706"/>
                <a:gd name="connsiteY0" fmla="*/ 0 h 92965"/>
                <a:gd name="connsiteX1" fmla="*/ 595706 w 595706"/>
                <a:gd name="connsiteY1" fmla="*/ 0 h 92965"/>
                <a:gd name="connsiteX2" fmla="*/ 595706 w 595706"/>
                <a:gd name="connsiteY2" fmla="*/ 92965 h 92965"/>
                <a:gd name="connsiteX3" fmla="*/ 0 w 595706"/>
                <a:gd name="connsiteY3" fmla="*/ 92965 h 92965"/>
                <a:gd name="connsiteX4" fmla="*/ 0 w 595706"/>
                <a:gd name="connsiteY4" fmla="*/ 0 h 92965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1422 w 594406"/>
                <a:gd name="connsiteY0" fmla="*/ 21376 h 135147"/>
                <a:gd name="connsiteX1" fmla="*/ 594406 w 594406"/>
                <a:gd name="connsiteY1" fmla="*/ 0 h 135147"/>
                <a:gd name="connsiteX2" fmla="*/ 594406 w 594406"/>
                <a:gd name="connsiteY2" fmla="*/ 92965 h 135147"/>
                <a:gd name="connsiteX3" fmla="*/ 61 w 594406"/>
                <a:gd name="connsiteY3" fmla="*/ 135147 h 135147"/>
                <a:gd name="connsiteX4" fmla="*/ 1422 w 594406"/>
                <a:gd name="connsiteY4" fmla="*/ 21376 h 135147"/>
                <a:gd name="connsiteX0" fmla="*/ 1422 w 594406"/>
                <a:gd name="connsiteY0" fmla="*/ 15599 h 135147"/>
                <a:gd name="connsiteX1" fmla="*/ 594406 w 594406"/>
                <a:gd name="connsiteY1" fmla="*/ 0 h 135147"/>
                <a:gd name="connsiteX2" fmla="*/ 594406 w 594406"/>
                <a:gd name="connsiteY2" fmla="*/ 92965 h 135147"/>
                <a:gd name="connsiteX3" fmla="*/ 61 w 594406"/>
                <a:gd name="connsiteY3" fmla="*/ 135147 h 135147"/>
                <a:gd name="connsiteX4" fmla="*/ 1422 w 594406"/>
                <a:gd name="connsiteY4" fmla="*/ 15599 h 135147"/>
                <a:gd name="connsiteX0" fmla="*/ 131 w 594476"/>
                <a:gd name="connsiteY0" fmla="*/ 4622 h 135147"/>
                <a:gd name="connsiteX1" fmla="*/ 594476 w 594476"/>
                <a:gd name="connsiteY1" fmla="*/ 0 h 135147"/>
                <a:gd name="connsiteX2" fmla="*/ 594476 w 594476"/>
                <a:gd name="connsiteY2" fmla="*/ 92965 h 135147"/>
                <a:gd name="connsiteX3" fmla="*/ 131 w 594476"/>
                <a:gd name="connsiteY3" fmla="*/ 135147 h 135147"/>
                <a:gd name="connsiteX4" fmla="*/ 131 w 594476"/>
                <a:gd name="connsiteY4" fmla="*/ 4622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22423 h 139660"/>
                <a:gd name="connsiteX1" fmla="*/ 595706 w 595706"/>
                <a:gd name="connsiteY1" fmla="*/ 4513 h 139660"/>
                <a:gd name="connsiteX2" fmla="*/ 595706 w 595706"/>
                <a:gd name="connsiteY2" fmla="*/ 97478 h 139660"/>
                <a:gd name="connsiteX3" fmla="*/ 1361 w 595706"/>
                <a:gd name="connsiteY3" fmla="*/ 139660 h 139660"/>
                <a:gd name="connsiteX4" fmla="*/ 0 w 595706"/>
                <a:gd name="connsiteY4" fmla="*/ 22423 h 139660"/>
                <a:gd name="connsiteX0" fmla="*/ 0 w 595706"/>
                <a:gd name="connsiteY0" fmla="*/ 26413 h 143650"/>
                <a:gd name="connsiteX1" fmla="*/ 595706 w 595706"/>
                <a:gd name="connsiteY1" fmla="*/ 8503 h 143650"/>
                <a:gd name="connsiteX2" fmla="*/ 595706 w 595706"/>
                <a:gd name="connsiteY2" fmla="*/ 101468 h 143650"/>
                <a:gd name="connsiteX3" fmla="*/ 1361 w 595706"/>
                <a:gd name="connsiteY3" fmla="*/ 143650 h 143650"/>
                <a:gd name="connsiteX4" fmla="*/ 0 w 595706"/>
                <a:gd name="connsiteY4" fmla="*/ 26413 h 143650"/>
                <a:gd name="connsiteX0" fmla="*/ 0 w 595706"/>
                <a:gd name="connsiteY0" fmla="*/ 21286 h 138523"/>
                <a:gd name="connsiteX1" fmla="*/ 595706 w 595706"/>
                <a:gd name="connsiteY1" fmla="*/ 3376 h 138523"/>
                <a:gd name="connsiteX2" fmla="*/ 595706 w 595706"/>
                <a:gd name="connsiteY2" fmla="*/ 96341 h 138523"/>
                <a:gd name="connsiteX3" fmla="*/ 1361 w 595706"/>
                <a:gd name="connsiteY3" fmla="*/ 138523 h 138523"/>
                <a:gd name="connsiteX4" fmla="*/ 0 w 595706"/>
                <a:gd name="connsiteY4" fmla="*/ 21286 h 138523"/>
                <a:gd name="connsiteX0" fmla="*/ 0 w 595706"/>
                <a:gd name="connsiteY0" fmla="*/ 22534 h 139771"/>
                <a:gd name="connsiteX1" fmla="*/ 595706 w 595706"/>
                <a:gd name="connsiteY1" fmla="*/ 4624 h 139771"/>
                <a:gd name="connsiteX2" fmla="*/ 595706 w 595706"/>
                <a:gd name="connsiteY2" fmla="*/ 97589 h 139771"/>
                <a:gd name="connsiteX3" fmla="*/ 1361 w 595706"/>
                <a:gd name="connsiteY3" fmla="*/ 139771 h 139771"/>
                <a:gd name="connsiteX4" fmla="*/ 0 w 595706"/>
                <a:gd name="connsiteY4" fmla="*/ 22534 h 139771"/>
                <a:gd name="connsiteX0" fmla="*/ 0 w 595706"/>
                <a:gd name="connsiteY0" fmla="*/ 23494 h 140731"/>
                <a:gd name="connsiteX1" fmla="*/ 595706 w 595706"/>
                <a:gd name="connsiteY1" fmla="*/ 2118 h 140731"/>
                <a:gd name="connsiteX2" fmla="*/ 595706 w 595706"/>
                <a:gd name="connsiteY2" fmla="*/ 98549 h 140731"/>
                <a:gd name="connsiteX3" fmla="*/ 1361 w 595706"/>
                <a:gd name="connsiteY3" fmla="*/ 140731 h 140731"/>
                <a:gd name="connsiteX4" fmla="*/ 0 w 595706"/>
                <a:gd name="connsiteY4" fmla="*/ 23494 h 140731"/>
                <a:gd name="connsiteX0" fmla="*/ 0 w 595706"/>
                <a:gd name="connsiteY0" fmla="*/ 23494 h 140731"/>
                <a:gd name="connsiteX1" fmla="*/ 595706 w 595706"/>
                <a:gd name="connsiteY1" fmla="*/ 2118 h 140731"/>
                <a:gd name="connsiteX2" fmla="*/ 595706 w 595706"/>
                <a:gd name="connsiteY2" fmla="*/ 98549 h 140731"/>
                <a:gd name="connsiteX3" fmla="*/ 1361 w 595706"/>
                <a:gd name="connsiteY3" fmla="*/ 140731 h 140731"/>
                <a:gd name="connsiteX4" fmla="*/ 0 w 595706"/>
                <a:gd name="connsiteY4" fmla="*/ 23494 h 140731"/>
                <a:gd name="connsiteX0" fmla="*/ 0 w 595706"/>
                <a:gd name="connsiteY0" fmla="*/ 25030 h 142267"/>
                <a:gd name="connsiteX1" fmla="*/ 595706 w 595706"/>
                <a:gd name="connsiteY1" fmla="*/ 3654 h 142267"/>
                <a:gd name="connsiteX2" fmla="*/ 595706 w 595706"/>
                <a:gd name="connsiteY2" fmla="*/ 100085 h 142267"/>
                <a:gd name="connsiteX3" fmla="*/ 1361 w 595706"/>
                <a:gd name="connsiteY3" fmla="*/ 142267 h 142267"/>
                <a:gd name="connsiteX4" fmla="*/ 0 w 595706"/>
                <a:gd name="connsiteY4" fmla="*/ 25030 h 142267"/>
                <a:gd name="connsiteX0" fmla="*/ 0 w 595706"/>
                <a:gd name="connsiteY0" fmla="*/ 22091 h 139328"/>
                <a:gd name="connsiteX1" fmla="*/ 595706 w 595706"/>
                <a:gd name="connsiteY1" fmla="*/ 715 h 139328"/>
                <a:gd name="connsiteX2" fmla="*/ 595706 w 595706"/>
                <a:gd name="connsiteY2" fmla="*/ 97146 h 139328"/>
                <a:gd name="connsiteX3" fmla="*/ 1361 w 595706"/>
                <a:gd name="connsiteY3" fmla="*/ 139328 h 139328"/>
                <a:gd name="connsiteX4" fmla="*/ 0 w 595706"/>
                <a:gd name="connsiteY4" fmla="*/ 22091 h 139328"/>
                <a:gd name="connsiteX0" fmla="*/ 0 w 595706"/>
                <a:gd name="connsiteY0" fmla="*/ 23573 h 140810"/>
                <a:gd name="connsiteX1" fmla="*/ 595706 w 595706"/>
                <a:gd name="connsiteY1" fmla="*/ 2197 h 140810"/>
                <a:gd name="connsiteX2" fmla="*/ 595706 w 595706"/>
                <a:gd name="connsiteY2" fmla="*/ 98628 h 140810"/>
                <a:gd name="connsiteX3" fmla="*/ 1361 w 595706"/>
                <a:gd name="connsiteY3" fmla="*/ 140810 h 140810"/>
                <a:gd name="connsiteX4" fmla="*/ 0 w 595706"/>
                <a:gd name="connsiteY4" fmla="*/ 23573 h 140810"/>
                <a:gd name="connsiteX0" fmla="*/ 0 w 595706"/>
                <a:gd name="connsiteY0" fmla="*/ 21908 h 139145"/>
                <a:gd name="connsiteX1" fmla="*/ 595706 w 595706"/>
                <a:gd name="connsiteY1" fmla="*/ 532 h 139145"/>
                <a:gd name="connsiteX2" fmla="*/ 595706 w 595706"/>
                <a:gd name="connsiteY2" fmla="*/ 96963 h 139145"/>
                <a:gd name="connsiteX3" fmla="*/ 1361 w 595706"/>
                <a:gd name="connsiteY3" fmla="*/ 139145 h 139145"/>
                <a:gd name="connsiteX4" fmla="*/ 0 w 595706"/>
                <a:gd name="connsiteY4" fmla="*/ 21908 h 139145"/>
                <a:gd name="connsiteX0" fmla="*/ 0 w 595706"/>
                <a:gd name="connsiteY0" fmla="*/ 23863 h 141100"/>
                <a:gd name="connsiteX1" fmla="*/ 595706 w 595706"/>
                <a:gd name="connsiteY1" fmla="*/ 2487 h 141100"/>
                <a:gd name="connsiteX2" fmla="*/ 595706 w 595706"/>
                <a:gd name="connsiteY2" fmla="*/ 98918 h 141100"/>
                <a:gd name="connsiteX3" fmla="*/ 1361 w 595706"/>
                <a:gd name="connsiteY3" fmla="*/ 141100 h 141100"/>
                <a:gd name="connsiteX4" fmla="*/ 0 w 595706"/>
                <a:gd name="connsiteY4" fmla="*/ 23863 h 141100"/>
                <a:gd name="connsiteX0" fmla="*/ 0 w 595706"/>
                <a:gd name="connsiteY0" fmla="*/ 24472 h 141709"/>
                <a:gd name="connsiteX1" fmla="*/ 595706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0 w 595706"/>
                <a:gd name="connsiteY0" fmla="*/ 24267 h 141504"/>
                <a:gd name="connsiteX1" fmla="*/ 595706 w 595706"/>
                <a:gd name="connsiteY1" fmla="*/ 2891 h 141504"/>
                <a:gd name="connsiteX2" fmla="*/ 595706 w 595706"/>
                <a:gd name="connsiteY2" fmla="*/ 99322 h 141504"/>
                <a:gd name="connsiteX3" fmla="*/ 1361 w 595706"/>
                <a:gd name="connsiteY3" fmla="*/ 141504 h 141504"/>
                <a:gd name="connsiteX4" fmla="*/ 0 w 595706"/>
                <a:gd name="connsiteY4" fmla="*/ 24267 h 141504"/>
                <a:gd name="connsiteX0" fmla="*/ 0 w 595706"/>
                <a:gd name="connsiteY0" fmla="*/ 24472 h 141709"/>
                <a:gd name="connsiteX1" fmla="*/ 595706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0 w 595706"/>
                <a:gd name="connsiteY0" fmla="*/ 24472 h 141709"/>
                <a:gd name="connsiteX1" fmla="*/ 594353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124 w 595830"/>
                <a:gd name="connsiteY0" fmla="*/ 24472 h 141709"/>
                <a:gd name="connsiteX1" fmla="*/ 594477 w 595830"/>
                <a:gd name="connsiteY1" fmla="*/ 3096 h 141709"/>
                <a:gd name="connsiteX2" fmla="*/ 595830 w 595830"/>
                <a:gd name="connsiteY2" fmla="*/ 99527 h 141709"/>
                <a:gd name="connsiteX3" fmla="*/ 131 w 595830"/>
                <a:gd name="connsiteY3" fmla="*/ 141709 h 141709"/>
                <a:gd name="connsiteX4" fmla="*/ 124 w 595830"/>
                <a:gd name="connsiteY4" fmla="*/ 24472 h 141709"/>
                <a:gd name="connsiteX0" fmla="*/ 124 w 597179"/>
                <a:gd name="connsiteY0" fmla="*/ 25207 h 142444"/>
                <a:gd name="connsiteX1" fmla="*/ 597179 w 597179"/>
                <a:gd name="connsiteY1" fmla="*/ 481 h 142444"/>
                <a:gd name="connsiteX2" fmla="*/ 595830 w 597179"/>
                <a:gd name="connsiteY2" fmla="*/ 100262 h 142444"/>
                <a:gd name="connsiteX3" fmla="*/ 131 w 597179"/>
                <a:gd name="connsiteY3" fmla="*/ 142444 h 142444"/>
                <a:gd name="connsiteX4" fmla="*/ 124 w 597179"/>
                <a:gd name="connsiteY4" fmla="*/ 25207 h 142444"/>
                <a:gd name="connsiteX0" fmla="*/ 124 w 595889"/>
                <a:gd name="connsiteY0" fmla="*/ 25842 h 143079"/>
                <a:gd name="connsiteX1" fmla="*/ 594477 w 595889"/>
                <a:gd name="connsiteY1" fmla="*/ 0 h 143079"/>
                <a:gd name="connsiteX2" fmla="*/ 595830 w 595889"/>
                <a:gd name="connsiteY2" fmla="*/ 100897 h 143079"/>
                <a:gd name="connsiteX3" fmla="*/ 131 w 595889"/>
                <a:gd name="connsiteY3" fmla="*/ 143079 h 143079"/>
                <a:gd name="connsiteX4" fmla="*/ 124 w 595889"/>
                <a:gd name="connsiteY4" fmla="*/ 25842 h 143079"/>
                <a:gd name="connsiteX0" fmla="*/ 124 w 595889"/>
                <a:gd name="connsiteY0" fmla="*/ 24713 h 141950"/>
                <a:gd name="connsiteX1" fmla="*/ 594477 w 595889"/>
                <a:gd name="connsiteY1" fmla="*/ 2221 h 141950"/>
                <a:gd name="connsiteX2" fmla="*/ 595830 w 595889"/>
                <a:gd name="connsiteY2" fmla="*/ 99768 h 141950"/>
                <a:gd name="connsiteX3" fmla="*/ 131 w 595889"/>
                <a:gd name="connsiteY3" fmla="*/ 141950 h 141950"/>
                <a:gd name="connsiteX4" fmla="*/ 124 w 595889"/>
                <a:gd name="connsiteY4" fmla="*/ 24713 h 141950"/>
                <a:gd name="connsiteX0" fmla="*/ 124 w 595959"/>
                <a:gd name="connsiteY0" fmla="*/ 24713 h 141950"/>
                <a:gd name="connsiteX1" fmla="*/ 595828 w 595959"/>
                <a:gd name="connsiteY1" fmla="*/ 2221 h 141950"/>
                <a:gd name="connsiteX2" fmla="*/ 595830 w 595959"/>
                <a:gd name="connsiteY2" fmla="*/ 99768 h 141950"/>
                <a:gd name="connsiteX3" fmla="*/ 131 w 595959"/>
                <a:gd name="connsiteY3" fmla="*/ 141950 h 141950"/>
                <a:gd name="connsiteX4" fmla="*/ 124 w 595959"/>
                <a:gd name="connsiteY4" fmla="*/ 24713 h 141950"/>
                <a:gd name="connsiteX0" fmla="*/ 124 w 595959"/>
                <a:gd name="connsiteY0" fmla="*/ 24925 h 142162"/>
                <a:gd name="connsiteX1" fmla="*/ 595828 w 595959"/>
                <a:gd name="connsiteY1" fmla="*/ 2433 h 142162"/>
                <a:gd name="connsiteX2" fmla="*/ 595830 w 595959"/>
                <a:gd name="connsiteY2" fmla="*/ 99980 h 142162"/>
                <a:gd name="connsiteX3" fmla="*/ 131 w 595959"/>
                <a:gd name="connsiteY3" fmla="*/ 142162 h 142162"/>
                <a:gd name="connsiteX4" fmla="*/ 124 w 595959"/>
                <a:gd name="connsiteY4" fmla="*/ 24925 h 142162"/>
                <a:gd name="connsiteX0" fmla="*/ 124 w 595959"/>
                <a:gd name="connsiteY0" fmla="*/ 22492 h 139729"/>
                <a:gd name="connsiteX1" fmla="*/ 595828 w 595959"/>
                <a:gd name="connsiteY1" fmla="*/ 0 h 139729"/>
                <a:gd name="connsiteX2" fmla="*/ 595830 w 595959"/>
                <a:gd name="connsiteY2" fmla="*/ 97547 h 139729"/>
                <a:gd name="connsiteX3" fmla="*/ 131 w 595959"/>
                <a:gd name="connsiteY3" fmla="*/ 139729 h 139729"/>
                <a:gd name="connsiteX4" fmla="*/ 124 w 595959"/>
                <a:gd name="connsiteY4" fmla="*/ 22492 h 139729"/>
                <a:gd name="connsiteX0" fmla="*/ 124 w 595959"/>
                <a:gd name="connsiteY0" fmla="*/ 25585 h 142822"/>
                <a:gd name="connsiteX1" fmla="*/ 595828 w 595959"/>
                <a:gd name="connsiteY1" fmla="*/ 3093 h 142822"/>
                <a:gd name="connsiteX2" fmla="*/ 595830 w 595959"/>
                <a:gd name="connsiteY2" fmla="*/ 100640 h 142822"/>
                <a:gd name="connsiteX3" fmla="*/ 131 w 595959"/>
                <a:gd name="connsiteY3" fmla="*/ 142822 h 142822"/>
                <a:gd name="connsiteX4" fmla="*/ 124 w 595959"/>
                <a:gd name="connsiteY4" fmla="*/ 25585 h 142822"/>
                <a:gd name="connsiteX0" fmla="*/ 124 w 595959"/>
                <a:gd name="connsiteY0" fmla="*/ 25585 h 142822"/>
                <a:gd name="connsiteX1" fmla="*/ 595828 w 595959"/>
                <a:gd name="connsiteY1" fmla="*/ 3093 h 142822"/>
                <a:gd name="connsiteX2" fmla="*/ 595830 w 595959"/>
                <a:gd name="connsiteY2" fmla="*/ 100640 h 142822"/>
                <a:gd name="connsiteX3" fmla="*/ 131 w 595959"/>
                <a:gd name="connsiteY3" fmla="*/ 142822 h 142822"/>
                <a:gd name="connsiteX4" fmla="*/ 124 w 595959"/>
                <a:gd name="connsiteY4" fmla="*/ 25585 h 142822"/>
                <a:gd name="connsiteX0" fmla="*/ 124 w 595959"/>
                <a:gd name="connsiteY0" fmla="*/ 26512 h 143749"/>
                <a:gd name="connsiteX1" fmla="*/ 595828 w 595959"/>
                <a:gd name="connsiteY1" fmla="*/ 4020 h 143749"/>
                <a:gd name="connsiteX2" fmla="*/ 595830 w 595959"/>
                <a:gd name="connsiteY2" fmla="*/ 101567 h 143749"/>
                <a:gd name="connsiteX3" fmla="*/ 131 w 595959"/>
                <a:gd name="connsiteY3" fmla="*/ 143749 h 143749"/>
                <a:gd name="connsiteX4" fmla="*/ 124 w 595959"/>
                <a:gd name="connsiteY4" fmla="*/ 26512 h 143749"/>
                <a:gd name="connsiteX0" fmla="*/ 124 w 595959"/>
                <a:gd name="connsiteY0" fmla="*/ 26512 h 143749"/>
                <a:gd name="connsiteX1" fmla="*/ 595828 w 595959"/>
                <a:gd name="connsiteY1" fmla="*/ 4020 h 143749"/>
                <a:gd name="connsiteX2" fmla="*/ 595830 w 595959"/>
                <a:gd name="connsiteY2" fmla="*/ 101567 h 143749"/>
                <a:gd name="connsiteX3" fmla="*/ 131 w 595959"/>
                <a:gd name="connsiteY3" fmla="*/ 143749 h 143749"/>
                <a:gd name="connsiteX4" fmla="*/ 124 w 595959"/>
                <a:gd name="connsiteY4" fmla="*/ 26512 h 143749"/>
                <a:gd name="connsiteX0" fmla="*/ 124 w 595959"/>
                <a:gd name="connsiteY0" fmla="*/ 28496 h 145733"/>
                <a:gd name="connsiteX1" fmla="*/ 595828 w 595959"/>
                <a:gd name="connsiteY1" fmla="*/ 6004 h 145733"/>
                <a:gd name="connsiteX2" fmla="*/ 595830 w 595959"/>
                <a:gd name="connsiteY2" fmla="*/ 103551 h 145733"/>
                <a:gd name="connsiteX3" fmla="*/ 131 w 595959"/>
                <a:gd name="connsiteY3" fmla="*/ 145733 h 145733"/>
                <a:gd name="connsiteX4" fmla="*/ 124 w 595959"/>
                <a:gd name="connsiteY4" fmla="*/ 28496 h 14573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856"/>
                <a:gd name="connsiteY0" fmla="*/ 41841 h 159078"/>
                <a:gd name="connsiteX1" fmla="*/ 591261 w 595856"/>
                <a:gd name="connsiteY1" fmla="*/ 0 h 159078"/>
                <a:gd name="connsiteX2" fmla="*/ 595830 w 595856"/>
                <a:gd name="connsiteY2" fmla="*/ 116896 h 159078"/>
                <a:gd name="connsiteX3" fmla="*/ 131 w 595856"/>
                <a:gd name="connsiteY3" fmla="*/ 159078 h 159078"/>
                <a:gd name="connsiteX4" fmla="*/ 124 w 595856"/>
                <a:gd name="connsiteY4" fmla="*/ 41841 h 159078"/>
                <a:gd name="connsiteX0" fmla="*/ 124 w 595959"/>
                <a:gd name="connsiteY0" fmla="*/ 41841 h 159078"/>
                <a:gd name="connsiteX1" fmla="*/ 595828 w 595959"/>
                <a:gd name="connsiteY1" fmla="*/ 0 h 159078"/>
                <a:gd name="connsiteX2" fmla="*/ 595830 w 595959"/>
                <a:gd name="connsiteY2" fmla="*/ 116896 h 159078"/>
                <a:gd name="connsiteX3" fmla="*/ 131 w 595959"/>
                <a:gd name="connsiteY3" fmla="*/ 159078 h 159078"/>
                <a:gd name="connsiteX4" fmla="*/ 124 w 595959"/>
                <a:gd name="connsiteY4" fmla="*/ 41841 h 159078"/>
                <a:gd name="connsiteX0" fmla="*/ 124 w 597349"/>
                <a:gd name="connsiteY0" fmla="*/ 42378 h 159615"/>
                <a:gd name="connsiteX1" fmla="*/ 597349 w 597349"/>
                <a:gd name="connsiteY1" fmla="*/ 0 h 159615"/>
                <a:gd name="connsiteX2" fmla="*/ 595830 w 597349"/>
                <a:gd name="connsiteY2" fmla="*/ 117433 h 159615"/>
                <a:gd name="connsiteX3" fmla="*/ 131 w 597349"/>
                <a:gd name="connsiteY3" fmla="*/ 159615 h 159615"/>
                <a:gd name="connsiteX4" fmla="*/ 124 w 597349"/>
                <a:gd name="connsiteY4" fmla="*/ 42378 h 159615"/>
                <a:gd name="connsiteX0" fmla="*/ 124 w 600443"/>
                <a:gd name="connsiteY0" fmla="*/ 42378 h 159615"/>
                <a:gd name="connsiteX1" fmla="*/ 597349 w 600443"/>
                <a:gd name="connsiteY1" fmla="*/ 0 h 159615"/>
                <a:gd name="connsiteX2" fmla="*/ 600408 w 600443"/>
                <a:gd name="connsiteY2" fmla="*/ 117433 h 159615"/>
                <a:gd name="connsiteX3" fmla="*/ 131 w 600443"/>
                <a:gd name="connsiteY3" fmla="*/ 159615 h 159615"/>
                <a:gd name="connsiteX4" fmla="*/ 124 w 600443"/>
                <a:gd name="connsiteY4" fmla="*/ 42378 h 159615"/>
                <a:gd name="connsiteX0" fmla="*/ 124 w 600537"/>
                <a:gd name="connsiteY0" fmla="*/ 42378 h 159615"/>
                <a:gd name="connsiteX1" fmla="*/ 600401 w 600537"/>
                <a:gd name="connsiteY1" fmla="*/ 0 h 159615"/>
                <a:gd name="connsiteX2" fmla="*/ 600408 w 600537"/>
                <a:gd name="connsiteY2" fmla="*/ 117433 h 159615"/>
                <a:gd name="connsiteX3" fmla="*/ 131 w 600537"/>
                <a:gd name="connsiteY3" fmla="*/ 159615 h 159615"/>
                <a:gd name="connsiteX4" fmla="*/ 124 w 600537"/>
                <a:gd name="connsiteY4" fmla="*/ 42378 h 159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0537" h="159615">
                  <a:moveTo>
                    <a:pt x="124" y="42378"/>
                  </a:moveTo>
                  <a:cubicBezTo>
                    <a:pt x="296414" y="-50243"/>
                    <a:pt x="418111" y="75773"/>
                    <a:pt x="600401" y="0"/>
                  </a:cubicBezTo>
                  <a:cubicBezTo>
                    <a:pt x="599951" y="33260"/>
                    <a:pt x="600858" y="84173"/>
                    <a:pt x="600408" y="117433"/>
                  </a:cubicBezTo>
                  <a:cubicBezTo>
                    <a:pt x="395490" y="192726"/>
                    <a:pt x="285331" y="62551"/>
                    <a:pt x="131" y="159615"/>
                  </a:cubicBezTo>
                  <a:cubicBezTo>
                    <a:pt x="-323" y="114566"/>
                    <a:pt x="578" y="87427"/>
                    <a:pt x="124" y="42378"/>
                  </a:cubicBezTo>
                  <a:close/>
                </a:path>
              </a:pathLst>
            </a:custGeom>
            <a:solidFill>
              <a:schemeClr val="accent5">
                <a:lumMod val="40000"/>
                <a:lumOff val="6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58" name="组合 57">
              <a:extLst>
                <a:ext uri="{FF2B5EF4-FFF2-40B4-BE49-F238E27FC236}">
                  <a16:creationId xmlns:a16="http://schemas.microsoft.com/office/drawing/2014/main" id="{060CF41F-93D2-C061-196D-97B843814087}"/>
                </a:ext>
              </a:extLst>
            </p:cNvPr>
            <p:cNvGrpSpPr/>
            <p:nvPr/>
          </p:nvGrpSpPr>
          <p:grpSpPr>
            <a:xfrm>
              <a:off x="5040167" y="6521415"/>
              <a:ext cx="621640" cy="663817"/>
              <a:chOff x="3656357" y="6507685"/>
              <a:chExt cx="621640" cy="663817"/>
            </a:xfrm>
          </p:grpSpPr>
          <p:sp>
            <p:nvSpPr>
              <p:cNvPr id="59" name="矩形 58">
                <a:extLst>
                  <a:ext uri="{FF2B5EF4-FFF2-40B4-BE49-F238E27FC236}">
                    <a16:creationId xmlns:a16="http://schemas.microsoft.com/office/drawing/2014/main" id="{024FEA7C-20F4-7197-7BE9-E1B8BFF3874D}"/>
                  </a:ext>
                </a:extLst>
              </p:cNvPr>
              <p:cNvSpPr/>
              <p:nvPr/>
            </p:nvSpPr>
            <p:spPr>
              <a:xfrm>
                <a:off x="3656465" y="6640950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0" name="矩形 59">
                <a:extLst>
                  <a:ext uri="{FF2B5EF4-FFF2-40B4-BE49-F238E27FC236}">
                    <a16:creationId xmlns:a16="http://schemas.microsoft.com/office/drawing/2014/main" id="{A67E75BB-3F05-8B91-6DE2-DAD283D09EDD}"/>
                  </a:ext>
                </a:extLst>
              </p:cNvPr>
              <p:cNvSpPr/>
              <p:nvPr/>
            </p:nvSpPr>
            <p:spPr>
              <a:xfrm>
                <a:off x="3811875" y="6640950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" name="矩形 60">
                <a:extLst>
                  <a:ext uri="{FF2B5EF4-FFF2-40B4-BE49-F238E27FC236}">
                    <a16:creationId xmlns:a16="http://schemas.microsoft.com/office/drawing/2014/main" id="{6CD29B4A-5416-F9E4-3D2A-E40715CEF429}"/>
                  </a:ext>
                </a:extLst>
              </p:cNvPr>
              <p:cNvSpPr/>
              <p:nvPr/>
            </p:nvSpPr>
            <p:spPr>
              <a:xfrm>
                <a:off x="3967285" y="6640950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2" name="矩形 61">
                <a:extLst>
                  <a:ext uri="{FF2B5EF4-FFF2-40B4-BE49-F238E27FC236}">
                    <a16:creationId xmlns:a16="http://schemas.microsoft.com/office/drawing/2014/main" id="{94938878-9FFE-1628-EDEC-DB3DB0F99ED2}"/>
                  </a:ext>
                </a:extLst>
              </p:cNvPr>
              <p:cNvSpPr/>
              <p:nvPr/>
            </p:nvSpPr>
            <p:spPr>
              <a:xfrm>
                <a:off x="4122695" y="6640950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04" name="矩形 903">
                <a:extLst>
                  <a:ext uri="{FF2B5EF4-FFF2-40B4-BE49-F238E27FC236}">
                    <a16:creationId xmlns:a16="http://schemas.microsoft.com/office/drawing/2014/main" id="{10731FCC-49DC-F18F-12B6-CDBBE8F1D68A}"/>
                  </a:ext>
                </a:extLst>
              </p:cNvPr>
              <p:cNvSpPr/>
              <p:nvPr/>
            </p:nvSpPr>
            <p:spPr>
              <a:xfrm>
                <a:off x="3656465" y="6773574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05" name="矩形 904">
                <a:extLst>
                  <a:ext uri="{FF2B5EF4-FFF2-40B4-BE49-F238E27FC236}">
                    <a16:creationId xmlns:a16="http://schemas.microsoft.com/office/drawing/2014/main" id="{884D5049-3DBA-B281-8868-694C777EF086}"/>
                  </a:ext>
                </a:extLst>
              </p:cNvPr>
              <p:cNvSpPr/>
              <p:nvPr/>
            </p:nvSpPr>
            <p:spPr>
              <a:xfrm>
                <a:off x="3811875" y="6773574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06" name="矩形 905">
                <a:extLst>
                  <a:ext uri="{FF2B5EF4-FFF2-40B4-BE49-F238E27FC236}">
                    <a16:creationId xmlns:a16="http://schemas.microsoft.com/office/drawing/2014/main" id="{C92C0487-67DB-3741-0A69-9AA032826E85}"/>
                  </a:ext>
                </a:extLst>
              </p:cNvPr>
              <p:cNvSpPr/>
              <p:nvPr/>
            </p:nvSpPr>
            <p:spPr>
              <a:xfrm>
                <a:off x="3967285" y="6773574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07" name="矩形 906">
                <a:extLst>
                  <a:ext uri="{FF2B5EF4-FFF2-40B4-BE49-F238E27FC236}">
                    <a16:creationId xmlns:a16="http://schemas.microsoft.com/office/drawing/2014/main" id="{C28C8031-37F2-AD65-4FC1-EF92D22FB3FB}"/>
                  </a:ext>
                </a:extLst>
              </p:cNvPr>
              <p:cNvSpPr/>
              <p:nvPr/>
            </p:nvSpPr>
            <p:spPr>
              <a:xfrm>
                <a:off x="4122695" y="6773574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08" name="矩形 907">
                <a:extLst>
                  <a:ext uri="{FF2B5EF4-FFF2-40B4-BE49-F238E27FC236}">
                    <a16:creationId xmlns:a16="http://schemas.microsoft.com/office/drawing/2014/main" id="{B7779E3D-39CA-697A-4773-8C3B947DB8AD}"/>
                  </a:ext>
                </a:extLst>
              </p:cNvPr>
              <p:cNvSpPr/>
              <p:nvPr/>
            </p:nvSpPr>
            <p:spPr>
              <a:xfrm>
                <a:off x="3656357" y="690625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09" name="矩形 908">
                <a:extLst>
                  <a:ext uri="{FF2B5EF4-FFF2-40B4-BE49-F238E27FC236}">
                    <a16:creationId xmlns:a16="http://schemas.microsoft.com/office/drawing/2014/main" id="{EFA6DB75-CA01-2F26-4C65-7E0DC26AF626}"/>
                  </a:ext>
                </a:extLst>
              </p:cNvPr>
              <p:cNvSpPr/>
              <p:nvPr/>
            </p:nvSpPr>
            <p:spPr>
              <a:xfrm>
                <a:off x="3811767" y="690625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10" name="矩形 909">
                <a:extLst>
                  <a:ext uri="{FF2B5EF4-FFF2-40B4-BE49-F238E27FC236}">
                    <a16:creationId xmlns:a16="http://schemas.microsoft.com/office/drawing/2014/main" id="{039BE8A1-616D-62CD-93A6-1A32E1775EDD}"/>
                  </a:ext>
                </a:extLst>
              </p:cNvPr>
              <p:cNvSpPr/>
              <p:nvPr/>
            </p:nvSpPr>
            <p:spPr>
              <a:xfrm>
                <a:off x="3967177" y="690625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11" name="矩形 910">
                <a:extLst>
                  <a:ext uri="{FF2B5EF4-FFF2-40B4-BE49-F238E27FC236}">
                    <a16:creationId xmlns:a16="http://schemas.microsoft.com/office/drawing/2014/main" id="{7FDC3155-63C0-9D26-9970-2461F472E39E}"/>
                  </a:ext>
                </a:extLst>
              </p:cNvPr>
              <p:cNvSpPr/>
              <p:nvPr/>
            </p:nvSpPr>
            <p:spPr>
              <a:xfrm>
                <a:off x="4122587" y="690625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12" name="矩形 911">
                <a:extLst>
                  <a:ext uri="{FF2B5EF4-FFF2-40B4-BE49-F238E27FC236}">
                    <a16:creationId xmlns:a16="http://schemas.microsoft.com/office/drawing/2014/main" id="{9244DA77-5907-B838-C572-C3A0FA180BCA}"/>
                  </a:ext>
                </a:extLst>
              </p:cNvPr>
              <p:cNvSpPr/>
              <p:nvPr/>
            </p:nvSpPr>
            <p:spPr>
              <a:xfrm>
                <a:off x="3656357" y="7038879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13" name="矩形 912">
                <a:extLst>
                  <a:ext uri="{FF2B5EF4-FFF2-40B4-BE49-F238E27FC236}">
                    <a16:creationId xmlns:a16="http://schemas.microsoft.com/office/drawing/2014/main" id="{6207B73F-80C5-A55E-06C0-617D7040C006}"/>
                  </a:ext>
                </a:extLst>
              </p:cNvPr>
              <p:cNvSpPr/>
              <p:nvPr/>
            </p:nvSpPr>
            <p:spPr>
              <a:xfrm>
                <a:off x="3811767" y="7038879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14" name="矩形 913">
                <a:extLst>
                  <a:ext uri="{FF2B5EF4-FFF2-40B4-BE49-F238E27FC236}">
                    <a16:creationId xmlns:a16="http://schemas.microsoft.com/office/drawing/2014/main" id="{C7AEECA8-B318-C03A-BA41-C1AB70ADDDA0}"/>
                  </a:ext>
                </a:extLst>
              </p:cNvPr>
              <p:cNvSpPr/>
              <p:nvPr/>
            </p:nvSpPr>
            <p:spPr>
              <a:xfrm>
                <a:off x="3967177" y="7038879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15" name="矩形 914">
                <a:extLst>
                  <a:ext uri="{FF2B5EF4-FFF2-40B4-BE49-F238E27FC236}">
                    <a16:creationId xmlns:a16="http://schemas.microsoft.com/office/drawing/2014/main" id="{796797A8-7958-4B77-BAAE-38E38190F7D4}"/>
                  </a:ext>
                </a:extLst>
              </p:cNvPr>
              <p:cNvSpPr/>
              <p:nvPr/>
            </p:nvSpPr>
            <p:spPr>
              <a:xfrm>
                <a:off x="4122587" y="7038879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16" name="矩形 915">
                <a:extLst>
                  <a:ext uri="{FF2B5EF4-FFF2-40B4-BE49-F238E27FC236}">
                    <a16:creationId xmlns:a16="http://schemas.microsoft.com/office/drawing/2014/main" id="{83548880-EAB8-B070-8E17-3BFBAA2ED52C}"/>
                  </a:ext>
                </a:extLst>
              </p:cNvPr>
              <p:cNvSpPr/>
              <p:nvPr/>
            </p:nvSpPr>
            <p:spPr>
              <a:xfrm>
                <a:off x="3656357" y="650768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17" name="矩形 916">
                <a:extLst>
                  <a:ext uri="{FF2B5EF4-FFF2-40B4-BE49-F238E27FC236}">
                    <a16:creationId xmlns:a16="http://schemas.microsoft.com/office/drawing/2014/main" id="{890EB0EF-9E25-7F77-830A-0A9E4E511972}"/>
                  </a:ext>
                </a:extLst>
              </p:cNvPr>
              <p:cNvSpPr/>
              <p:nvPr/>
            </p:nvSpPr>
            <p:spPr>
              <a:xfrm>
                <a:off x="3811767" y="650768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18" name="矩形 917">
                <a:extLst>
                  <a:ext uri="{FF2B5EF4-FFF2-40B4-BE49-F238E27FC236}">
                    <a16:creationId xmlns:a16="http://schemas.microsoft.com/office/drawing/2014/main" id="{9BB706D8-D317-67A2-5032-BCBE48EEE17C}"/>
                  </a:ext>
                </a:extLst>
              </p:cNvPr>
              <p:cNvSpPr/>
              <p:nvPr/>
            </p:nvSpPr>
            <p:spPr>
              <a:xfrm>
                <a:off x="3967177" y="650768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19" name="矩形 918">
                <a:extLst>
                  <a:ext uri="{FF2B5EF4-FFF2-40B4-BE49-F238E27FC236}">
                    <a16:creationId xmlns:a16="http://schemas.microsoft.com/office/drawing/2014/main" id="{258BCCB6-8D6E-CB71-85F6-DF1BE801B167}"/>
                  </a:ext>
                </a:extLst>
              </p:cNvPr>
              <p:cNvSpPr/>
              <p:nvPr/>
            </p:nvSpPr>
            <p:spPr>
              <a:xfrm>
                <a:off x="4122587" y="650768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938" name="组合 937">
            <a:extLst>
              <a:ext uri="{FF2B5EF4-FFF2-40B4-BE49-F238E27FC236}">
                <a16:creationId xmlns:a16="http://schemas.microsoft.com/office/drawing/2014/main" id="{391FB3D2-08DA-4792-8F06-8A9F35F509F2}"/>
              </a:ext>
            </a:extLst>
          </p:cNvPr>
          <p:cNvGrpSpPr/>
          <p:nvPr/>
        </p:nvGrpSpPr>
        <p:grpSpPr>
          <a:xfrm>
            <a:off x="3041171" y="2236284"/>
            <a:ext cx="734881" cy="457486"/>
            <a:chOff x="3262267" y="3927547"/>
            <a:chExt cx="599802" cy="343893"/>
          </a:xfrm>
        </p:grpSpPr>
        <p:sp>
          <p:nvSpPr>
            <p:cNvPr id="939" name="矩形: 圆角 938">
              <a:extLst>
                <a:ext uri="{FF2B5EF4-FFF2-40B4-BE49-F238E27FC236}">
                  <a16:creationId xmlns:a16="http://schemas.microsoft.com/office/drawing/2014/main" id="{DBD26964-4080-5F1E-62BC-149FB5913F77}"/>
                </a:ext>
              </a:extLst>
            </p:cNvPr>
            <p:cNvSpPr/>
            <p:nvPr/>
          </p:nvSpPr>
          <p:spPr>
            <a:xfrm>
              <a:off x="3337478" y="3927547"/>
              <a:ext cx="393114" cy="343893"/>
            </a:xfrm>
            <a:prstGeom prst="roundRect">
              <a:avLst>
                <a:gd name="adj" fmla="val 31589"/>
              </a:avLst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40" name="矩形 939">
                  <a:extLst>
                    <a:ext uri="{FF2B5EF4-FFF2-40B4-BE49-F238E27FC236}">
                      <a16:creationId xmlns:a16="http://schemas.microsoft.com/office/drawing/2014/main" id="{0D870B33-4F24-B64D-F4B5-9EFE6A4FB429}"/>
                    </a:ext>
                  </a:extLst>
                </p:cNvPr>
                <p:cNvSpPr/>
                <p:nvPr/>
              </p:nvSpPr>
              <p:spPr>
                <a:xfrm>
                  <a:off x="3262267" y="3956287"/>
                  <a:ext cx="599802" cy="27762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dirty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altLang="zh-CN" i="1" dirty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𝑊</m:t>
                            </m:r>
                          </m:sub>
                        </m:s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()</m:t>
                        </m:r>
                      </m:oMath>
                    </m:oMathPara>
                  </a14:m>
                  <a:endParaRPr lang="zh-CN" altLang="en-US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744" name="矩形 743">
                  <a:extLst>
                    <a:ext uri="{FF2B5EF4-FFF2-40B4-BE49-F238E27FC236}">
                      <a16:creationId xmlns:a16="http://schemas.microsoft.com/office/drawing/2014/main" id="{6DD87F4D-7CF6-EBAE-A2AB-0D441457B57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62267" y="3956287"/>
                  <a:ext cx="599802" cy="277627"/>
                </a:xfrm>
                <a:prstGeom prst="rect">
                  <a:avLst/>
                </a:prstGeom>
                <a:blipFill>
                  <a:blip r:embed="rId4"/>
                  <a:stretch>
                    <a:fillRect b="-1475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41" name="组合 940">
            <a:extLst>
              <a:ext uri="{FF2B5EF4-FFF2-40B4-BE49-F238E27FC236}">
                <a16:creationId xmlns:a16="http://schemas.microsoft.com/office/drawing/2014/main" id="{F35EEFFF-D27D-DA1C-94C2-5B4FCF71B15E}"/>
              </a:ext>
            </a:extLst>
          </p:cNvPr>
          <p:cNvGrpSpPr/>
          <p:nvPr/>
        </p:nvGrpSpPr>
        <p:grpSpPr>
          <a:xfrm>
            <a:off x="2145112" y="2208160"/>
            <a:ext cx="723869" cy="479642"/>
            <a:chOff x="2692563" y="3943241"/>
            <a:chExt cx="523260" cy="289098"/>
          </a:xfrm>
        </p:grpSpPr>
        <p:sp>
          <p:nvSpPr>
            <p:cNvPr id="942" name="椭圆 941">
              <a:extLst>
                <a:ext uri="{FF2B5EF4-FFF2-40B4-BE49-F238E27FC236}">
                  <a16:creationId xmlns:a16="http://schemas.microsoft.com/office/drawing/2014/main" id="{99C5B602-D463-7425-87B2-15B83B77141B}"/>
                </a:ext>
              </a:extLst>
            </p:cNvPr>
            <p:cNvSpPr/>
            <p:nvPr/>
          </p:nvSpPr>
          <p:spPr>
            <a:xfrm>
              <a:off x="2692563" y="3963677"/>
              <a:ext cx="477615" cy="268662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43" name="矩形 942">
                  <a:extLst>
                    <a:ext uri="{FF2B5EF4-FFF2-40B4-BE49-F238E27FC236}">
                      <a16:creationId xmlns:a16="http://schemas.microsoft.com/office/drawing/2014/main" id="{122D247E-8F33-1B80-8EF0-A4A93051E698}"/>
                    </a:ext>
                  </a:extLst>
                </p:cNvPr>
                <p:cNvSpPr/>
                <p:nvPr/>
              </p:nvSpPr>
              <p:spPr>
                <a:xfrm>
                  <a:off x="2760246" y="3943241"/>
                  <a:ext cx="455577" cy="27826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70AD47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altLang="zh-CN" sz="2400" b="1" i="1" dirty="0">
                                <a:solidFill>
                                  <a:srgbClr val="70AD47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𝑿</m:t>
                            </m:r>
                          </m:e>
                          <m:sub>
                            <m:r>
                              <a:rPr lang="en-US" altLang="zh-CN" sz="2400" b="1" i="1" dirty="0">
                                <a:solidFill>
                                  <a:srgbClr val="70AD47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𝟎</m:t>
                            </m:r>
                          </m:sub>
                        </m:sSub>
                      </m:oMath>
                    </m:oMathPara>
                  </a14:m>
                  <a:endParaRPr lang="zh-CN" altLang="en-US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943" name="矩形 942">
                  <a:extLst>
                    <a:ext uri="{FF2B5EF4-FFF2-40B4-BE49-F238E27FC236}">
                      <a16:creationId xmlns:a16="http://schemas.microsoft.com/office/drawing/2014/main" id="{122D247E-8F33-1B80-8EF0-A4A93051E69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60246" y="3943241"/>
                  <a:ext cx="455577" cy="278262"/>
                </a:xfrm>
                <a:prstGeom prst="rect">
                  <a:avLst/>
                </a:prstGeom>
                <a:blipFill>
                  <a:blip r:embed="rId5"/>
                  <a:stretch>
                    <a:fillRect l="-1923" b="-526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944" name="矩形 943">
            <a:extLst>
              <a:ext uri="{FF2B5EF4-FFF2-40B4-BE49-F238E27FC236}">
                <a16:creationId xmlns:a16="http://schemas.microsoft.com/office/drawing/2014/main" id="{ED0ACBB3-5769-6CC8-8107-CF60C4B0E0CE}"/>
              </a:ext>
            </a:extLst>
          </p:cNvPr>
          <p:cNvSpPr/>
          <p:nvPr/>
        </p:nvSpPr>
        <p:spPr>
          <a:xfrm>
            <a:off x="1162176" y="2286520"/>
            <a:ext cx="10310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i="0" dirty="0">
                <a:latin typeface="Arial" panose="020B0604020202020204" pitchFamily="34" charset="0"/>
                <a:cs typeface="Arial" panose="020B0604020202020204" pitchFamily="34" charset="0"/>
              </a:rPr>
              <a:t>Forward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47" name="矩形 946">
            <a:extLst>
              <a:ext uri="{FF2B5EF4-FFF2-40B4-BE49-F238E27FC236}">
                <a16:creationId xmlns:a16="http://schemas.microsoft.com/office/drawing/2014/main" id="{F7C6E80A-4697-E4C6-DBD5-09F43A555DAD}"/>
              </a:ext>
            </a:extLst>
          </p:cNvPr>
          <p:cNvSpPr/>
          <p:nvPr/>
        </p:nvSpPr>
        <p:spPr>
          <a:xfrm>
            <a:off x="3764217" y="1451132"/>
            <a:ext cx="852774" cy="3684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200" dirty="0">
                <a:latin typeface="Arial" panose="020B0604020202020204" pitchFamily="34" charset="0"/>
                <a:cs typeface="Arial" panose="020B0604020202020204" pitchFamily="34" charset="0"/>
              </a:rPr>
              <a:t>Layer 1</a:t>
            </a:r>
            <a:endParaRPr lang="zh-CN" alt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49" name="椭圆 948">
            <a:extLst>
              <a:ext uri="{FF2B5EF4-FFF2-40B4-BE49-F238E27FC236}">
                <a16:creationId xmlns:a16="http://schemas.microsoft.com/office/drawing/2014/main" id="{818AD21A-CAE0-D4BC-9C80-6E067A23187D}"/>
              </a:ext>
            </a:extLst>
          </p:cNvPr>
          <p:cNvSpPr/>
          <p:nvPr/>
        </p:nvSpPr>
        <p:spPr>
          <a:xfrm>
            <a:off x="3948243" y="2242432"/>
            <a:ext cx="660722" cy="44573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951" name="组合 950">
            <a:extLst>
              <a:ext uri="{FF2B5EF4-FFF2-40B4-BE49-F238E27FC236}">
                <a16:creationId xmlns:a16="http://schemas.microsoft.com/office/drawing/2014/main" id="{E5E75A57-6557-9A66-C5AA-7EB86C98D168}"/>
              </a:ext>
            </a:extLst>
          </p:cNvPr>
          <p:cNvGrpSpPr/>
          <p:nvPr/>
        </p:nvGrpSpPr>
        <p:grpSpPr>
          <a:xfrm>
            <a:off x="4936437" y="2238788"/>
            <a:ext cx="481646" cy="457486"/>
            <a:chOff x="4842156" y="3773497"/>
            <a:chExt cx="393114" cy="343893"/>
          </a:xfrm>
        </p:grpSpPr>
        <p:grpSp>
          <p:nvGrpSpPr>
            <p:cNvPr id="952" name="组合 951">
              <a:extLst>
                <a:ext uri="{FF2B5EF4-FFF2-40B4-BE49-F238E27FC236}">
                  <a16:creationId xmlns:a16="http://schemas.microsoft.com/office/drawing/2014/main" id="{791A5E5C-9CA9-F511-2A17-8783E84B22AC}"/>
                </a:ext>
              </a:extLst>
            </p:cNvPr>
            <p:cNvGrpSpPr/>
            <p:nvPr/>
          </p:nvGrpSpPr>
          <p:grpSpPr>
            <a:xfrm>
              <a:off x="4937067" y="3821336"/>
              <a:ext cx="261952" cy="260359"/>
              <a:chOff x="5436287" y="3505571"/>
              <a:chExt cx="336942" cy="321770"/>
            </a:xfrm>
          </p:grpSpPr>
          <p:sp>
            <p:nvSpPr>
              <p:cNvPr id="954" name="流程图: 接点 953">
                <a:extLst>
                  <a:ext uri="{FF2B5EF4-FFF2-40B4-BE49-F238E27FC236}">
                    <a16:creationId xmlns:a16="http://schemas.microsoft.com/office/drawing/2014/main" id="{F4545866-31AE-9193-9A44-B42755D8A1BE}"/>
                  </a:ext>
                </a:extLst>
              </p:cNvPr>
              <p:cNvSpPr/>
              <p:nvPr/>
            </p:nvSpPr>
            <p:spPr>
              <a:xfrm>
                <a:off x="5436288" y="3505571"/>
                <a:ext cx="96883" cy="88611"/>
              </a:xfrm>
              <a:prstGeom prst="flowChartConnector">
                <a:avLst/>
              </a:prstGeom>
              <a:noFill/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500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955" name="流程图: 接点 954">
                <a:extLst>
                  <a:ext uri="{FF2B5EF4-FFF2-40B4-BE49-F238E27FC236}">
                    <a16:creationId xmlns:a16="http://schemas.microsoft.com/office/drawing/2014/main" id="{E25326A8-31B9-88B7-6260-B33F7FA7B91E}"/>
                  </a:ext>
                </a:extLst>
              </p:cNvPr>
              <p:cNvSpPr/>
              <p:nvPr/>
            </p:nvSpPr>
            <p:spPr>
              <a:xfrm>
                <a:off x="5436288" y="3623512"/>
                <a:ext cx="96883" cy="88611"/>
              </a:xfrm>
              <a:prstGeom prst="flowChartConnector">
                <a:avLst/>
              </a:prstGeom>
              <a:noFill/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500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956" name="流程图: 接点 955">
                <a:extLst>
                  <a:ext uri="{FF2B5EF4-FFF2-40B4-BE49-F238E27FC236}">
                    <a16:creationId xmlns:a16="http://schemas.microsoft.com/office/drawing/2014/main" id="{47AAA29F-B7A0-6CFB-C948-983EB10D0626}"/>
                  </a:ext>
                </a:extLst>
              </p:cNvPr>
              <p:cNvSpPr/>
              <p:nvPr/>
            </p:nvSpPr>
            <p:spPr>
              <a:xfrm>
                <a:off x="5436287" y="3738730"/>
                <a:ext cx="96883" cy="88611"/>
              </a:xfrm>
              <a:prstGeom prst="flowChartConnector">
                <a:avLst/>
              </a:prstGeom>
              <a:noFill/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500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957" name="流程图: 接点 956">
                <a:extLst>
                  <a:ext uri="{FF2B5EF4-FFF2-40B4-BE49-F238E27FC236}">
                    <a16:creationId xmlns:a16="http://schemas.microsoft.com/office/drawing/2014/main" id="{EA45D55B-3E07-1767-5FCB-0B9BCF00F861}"/>
                  </a:ext>
                </a:extLst>
              </p:cNvPr>
              <p:cNvSpPr/>
              <p:nvPr/>
            </p:nvSpPr>
            <p:spPr>
              <a:xfrm>
                <a:off x="5676346" y="3623512"/>
                <a:ext cx="96883" cy="88611"/>
              </a:xfrm>
              <a:prstGeom prst="flowChartConnector">
                <a:avLst/>
              </a:prstGeom>
              <a:noFill/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500" dirty="0">
                  <a:solidFill>
                    <a:sysClr val="windowText" lastClr="000000"/>
                  </a:solidFill>
                </a:endParaRPr>
              </a:p>
            </p:txBody>
          </p:sp>
          <p:cxnSp>
            <p:nvCxnSpPr>
              <p:cNvPr id="958" name="直接箭头连接符 957">
                <a:extLst>
                  <a:ext uri="{FF2B5EF4-FFF2-40B4-BE49-F238E27FC236}">
                    <a16:creationId xmlns:a16="http://schemas.microsoft.com/office/drawing/2014/main" id="{428BE267-E236-F160-E1E0-E23A2DB1A5A2}"/>
                  </a:ext>
                </a:extLst>
              </p:cNvPr>
              <p:cNvCxnSpPr>
                <a:cxnSpLocks/>
                <a:stCxn id="954" idx="6"/>
                <a:endCxn id="957" idx="2"/>
              </p:cNvCxnSpPr>
              <p:nvPr/>
            </p:nvCxnSpPr>
            <p:spPr>
              <a:xfrm>
                <a:off x="5533171" y="3549877"/>
                <a:ext cx="143175" cy="117941"/>
              </a:xfrm>
              <a:prstGeom prst="straightConnector1">
                <a:avLst/>
              </a:prstGeom>
              <a:ln w="12700">
                <a:tailEnd type="triangle" w="sm" len="sm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59" name="直接箭头连接符 958">
                <a:extLst>
                  <a:ext uri="{FF2B5EF4-FFF2-40B4-BE49-F238E27FC236}">
                    <a16:creationId xmlns:a16="http://schemas.microsoft.com/office/drawing/2014/main" id="{BB0168F8-4653-0BEF-0658-BE386BF8550F}"/>
                  </a:ext>
                </a:extLst>
              </p:cNvPr>
              <p:cNvCxnSpPr>
                <a:cxnSpLocks/>
                <a:stCxn id="955" idx="6"/>
                <a:endCxn id="957" idx="2"/>
              </p:cNvCxnSpPr>
              <p:nvPr/>
            </p:nvCxnSpPr>
            <p:spPr>
              <a:xfrm>
                <a:off x="5533171" y="3667818"/>
                <a:ext cx="143175" cy="0"/>
              </a:xfrm>
              <a:prstGeom prst="straightConnector1">
                <a:avLst/>
              </a:prstGeom>
              <a:ln w="12700">
                <a:tailEnd type="triangle" w="sm" len="sm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91" name="直接箭头连接符 590">
                <a:extLst>
                  <a:ext uri="{FF2B5EF4-FFF2-40B4-BE49-F238E27FC236}">
                    <a16:creationId xmlns:a16="http://schemas.microsoft.com/office/drawing/2014/main" id="{2293BBB7-B187-B99B-F16B-5BCF59A35116}"/>
                  </a:ext>
                </a:extLst>
              </p:cNvPr>
              <p:cNvCxnSpPr>
                <a:cxnSpLocks/>
                <a:stCxn id="956" idx="6"/>
                <a:endCxn id="957" idx="2"/>
              </p:cNvCxnSpPr>
              <p:nvPr/>
            </p:nvCxnSpPr>
            <p:spPr>
              <a:xfrm flipV="1">
                <a:off x="5533170" y="3667818"/>
                <a:ext cx="143176" cy="115218"/>
              </a:xfrm>
              <a:prstGeom prst="straightConnector1">
                <a:avLst/>
              </a:prstGeom>
              <a:ln w="12700">
                <a:tailEnd type="triangle" w="sm" len="sm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953" name="矩形: 圆角 952">
              <a:extLst>
                <a:ext uri="{FF2B5EF4-FFF2-40B4-BE49-F238E27FC236}">
                  <a16:creationId xmlns:a16="http://schemas.microsoft.com/office/drawing/2014/main" id="{005CC2A4-3AC6-92D0-8491-ED17CE3C584B}"/>
                </a:ext>
              </a:extLst>
            </p:cNvPr>
            <p:cNvSpPr/>
            <p:nvPr/>
          </p:nvSpPr>
          <p:spPr>
            <a:xfrm>
              <a:off x="4842156" y="3773497"/>
              <a:ext cx="393114" cy="343893"/>
            </a:xfrm>
            <a:prstGeom prst="roundRect">
              <a:avLst>
                <a:gd name="adj" fmla="val 31589"/>
              </a:avLst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593" name="椭圆 592">
            <a:extLst>
              <a:ext uri="{FF2B5EF4-FFF2-40B4-BE49-F238E27FC236}">
                <a16:creationId xmlns:a16="http://schemas.microsoft.com/office/drawing/2014/main" id="{71D04AB9-B73E-5324-6191-7A6D0120FF8F}"/>
              </a:ext>
            </a:extLst>
          </p:cNvPr>
          <p:cNvSpPr/>
          <p:nvPr/>
        </p:nvSpPr>
        <p:spPr>
          <a:xfrm>
            <a:off x="5750164" y="2247480"/>
            <a:ext cx="660724" cy="44573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595" name="组合 594">
            <a:extLst>
              <a:ext uri="{FF2B5EF4-FFF2-40B4-BE49-F238E27FC236}">
                <a16:creationId xmlns:a16="http://schemas.microsoft.com/office/drawing/2014/main" id="{9FC51C82-3821-42E6-8D8D-809604E65E0B}"/>
              </a:ext>
            </a:extLst>
          </p:cNvPr>
          <p:cNvGrpSpPr/>
          <p:nvPr/>
        </p:nvGrpSpPr>
        <p:grpSpPr>
          <a:xfrm>
            <a:off x="6658518" y="2249670"/>
            <a:ext cx="734881" cy="457486"/>
            <a:chOff x="3262267" y="3927547"/>
            <a:chExt cx="599802" cy="343893"/>
          </a:xfrm>
        </p:grpSpPr>
        <p:sp>
          <p:nvSpPr>
            <p:cNvPr id="596" name="矩形: 圆角 595">
              <a:extLst>
                <a:ext uri="{FF2B5EF4-FFF2-40B4-BE49-F238E27FC236}">
                  <a16:creationId xmlns:a16="http://schemas.microsoft.com/office/drawing/2014/main" id="{16F99BF4-1C95-CD83-7EAB-9E8A6423AF3A}"/>
                </a:ext>
              </a:extLst>
            </p:cNvPr>
            <p:cNvSpPr/>
            <p:nvPr/>
          </p:nvSpPr>
          <p:spPr>
            <a:xfrm>
              <a:off x="3337478" y="3927547"/>
              <a:ext cx="393114" cy="343893"/>
            </a:xfrm>
            <a:prstGeom prst="roundRect">
              <a:avLst>
                <a:gd name="adj" fmla="val 31589"/>
              </a:avLst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8" name="矩形 627">
                  <a:extLst>
                    <a:ext uri="{FF2B5EF4-FFF2-40B4-BE49-F238E27FC236}">
                      <a16:creationId xmlns:a16="http://schemas.microsoft.com/office/drawing/2014/main" id="{AEFC0BF3-2086-2A8B-C8F7-4A98B8CB03D2}"/>
                    </a:ext>
                  </a:extLst>
                </p:cNvPr>
                <p:cNvSpPr/>
                <p:nvPr/>
              </p:nvSpPr>
              <p:spPr>
                <a:xfrm>
                  <a:off x="3262267" y="3956287"/>
                  <a:ext cx="599802" cy="27762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dirty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altLang="zh-CN" i="1" dirty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𝑊</m:t>
                            </m:r>
                          </m:sub>
                        </m:s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()</m:t>
                        </m:r>
                      </m:oMath>
                    </m:oMathPara>
                  </a14:m>
                  <a:endParaRPr lang="zh-CN" altLang="en-US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727" name="矩形 726">
                  <a:extLst>
                    <a:ext uri="{FF2B5EF4-FFF2-40B4-BE49-F238E27FC236}">
                      <a16:creationId xmlns:a16="http://schemas.microsoft.com/office/drawing/2014/main" id="{C93EC40D-74C7-130C-25BA-67268259231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62267" y="3956287"/>
                  <a:ext cx="599802" cy="277627"/>
                </a:xfrm>
                <a:prstGeom prst="rect">
                  <a:avLst/>
                </a:prstGeom>
                <a:blipFill>
                  <a:blip r:embed="rId8"/>
                  <a:stretch>
                    <a:fillRect b="-1475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631" name="椭圆 630">
            <a:extLst>
              <a:ext uri="{FF2B5EF4-FFF2-40B4-BE49-F238E27FC236}">
                <a16:creationId xmlns:a16="http://schemas.microsoft.com/office/drawing/2014/main" id="{AF060704-C7F1-8D1C-4B1A-F76477ED719A}"/>
              </a:ext>
            </a:extLst>
          </p:cNvPr>
          <p:cNvSpPr/>
          <p:nvPr/>
        </p:nvSpPr>
        <p:spPr>
          <a:xfrm>
            <a:off x="7565590" y="2255817"/>
            <a:ext cx="660722" cy="44573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633" name="组合 632">
            <a:extLst>
              <a:ext uri="{FF2B5EF4-FFF2-40B4-BE49-F238E27FC236}">
                <a16:creationId xmlns:a16="http://schemas.microsoft.com/office/drawing/2014/main" id="{AFECA9DB-73BA-EFB6-9994-2CEFAB1500CE}"/>
              </a:ext>
            </a:extLst>
          </p:cNvPr>
          <p:cNvGrpSpPr/>
          <p:nvPr/>
        </p:nvGrpSpPr>
        <p:grpSpPr>
          <a:xfrm>
            <a:off x="8553784" y="2252174"/>
            <a:ext cx="481646" cy="457486"/>
            <a:chOff x="4842156" y="3773497"/>
            <a:chExt cx="393114" cy="343893"/>
          </a:xfrm>
        </p:grpSpPr>
        <p:grpSp>
          <p:nvGrpSpPr>
            <p:cNvPr id="634" name="组合 633">
              <a:extLst>
                <a:ext uri="{FF2B5EF4-FFF2-40B4-BE49-F238E27FC236}">
                  <a16:creationId xmlns:a16="http://schemas.microsoft.com/office/drawing/2014/main" id="{D60DB2A4-2836-3205-7C2D-758AE6ECDD20}"/>
                </a:ext>
              </a:extLst>
            </p:cNvPr>
            <p:cNvGrpSpPr/>
            <p:nvPr/>
          </p:nvGrpSpPr>
          <p:grpSpPr>
            <a:xfrm>
              <a:off x="4937067" y="3821336"/>
              <a:ext cx="261952" cy="260359"/>
              <a:chOff x="5436287" y="3505571"/>
              <a:chExt cx="336942" cy="321770"/>
            </a:xfrm>
          </p:grpSpPr>
          <p:sp>
            <p:nvSpPr>
              <p:cNvPr id="636" name="流程图: 接点 635">
                <a:extLst>
                  <a:ext uri="{FF2B5EF4-FFF2-40B4-BE49-F238E27FC236}">
                    <a16:creationId xmlns:a16="http://schemas.microsoft.com/office/drawing/2014/main" id="{A0D79A93-37FD-B8BF-F952-5AD3D4BC84DC}"/>
                  </a:ext>
                </a:extLst>
              </p:cNvPr>
              <p:cNvSpPr/>
              <p:nvPr/>
            </p:nvSpPr>
            <p:spPr>
              <a:xfrm>
                <a:off x="5436288" y="3505571"/>
                <a:ext cx="96883" cy="88611"/>
              </a:xfrm>
              <a:prstGeom prst="flowChartConnector">
                <a:avLst/>
              </a:prstGeom>
              <a:noFill/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500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637" name="流程图: 接点 636">
                <a:extLst>
                  <a:ext uri="{FF2B5EF4-FFF2-40B4-BE49-F238E27FC236}">
                    <a16:creationId xmlns:a16="http://schemas.microsoft.com/office/drawing/2014/main" id="{168BF05F-5639-D16A-388A-CCC459FF5449}"/>
                  </a:ext>
                </a:extLst>
              </p:cNvPr>
              <p:cNvSpPr/>
              <p:nvPr/>
            </p:nvSpPr>
            <p:spPr>
              <a:xfrm>
                <a:off x="5436288" y="3623512"/>
                <a:ext cx="96883" cy="88611"/>
              </a:xfrm>
              <a:prstGeom prst="flowChartConnector">
                <a:avLst/>
              </a:prstGeom>
              <a:noFill/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500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638" name="流程图: 接点 637">
                <a:extLst>
                  <a:ext uri="{FF2B5EF4-FFF2-40B4-BE49-F238E27FC236}">
                    <a16:creationId xmlns:a16="http://schemas.microsoft.com/office/drawing/2014/main" id="{5B1BD912-022A-F8DF-538D-CC6C8131FCDA}"/>
                  </a:ext>
                </a:extLst>
              </p:cNvPr>
              <p:cNvSpPr/>
              <p:nvPr/>
            </p:nvSpPr>
            <p:spPr>
              <a:xfrm>
                <a:off x="5436287" y="3738730"/>
                <a:ext cx="96883" cy="88611"/>
              </a:xfrm>
              <a:prstGeom prst="flowChartConnector">
                <a:avLst/>
              </a:prstGeom>
              <a:noFill/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500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639" name="流程图: 接点 638">
                <a:extLst>
                  <a:ext uri="{FF2B5EF4-FFF2-40B4-BE49-F238E27FC236}">
                    <a16:creationId xmlns:a16="http://schemas.microsoft.com/office/drawing/2014/main" id="{7F73837D-B587-CD5F-2A9B-FFFB45E37C1A}"/>
                  </a:ext>
                </a:extLst>
              </p:cNvPr>
              <p:cNvSpPr/>
              <p:nvPr/>
            </p:nvSpPr>
            <p:spPr>
              <a:xfrm>
                <a:off x="5676346" y="3623512"/>
                <a:ext cx="96883" cy="88611"/>
              </a:xfrm>
              <a:prstGeom prst="flowChartConnector">
                <a:avLst/>
              </a:prstGeom>
              <a:noFill/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500" dirty="0">
                  <a:solidFill>
                    <a:sysClr val="windowText" lastClr="000000"/>
                  </a:solidFill>
                </a:endParaRPr>
              </a:p>
            </p:txBody>
          </p:sp>
          <p:cxnSp>
            <p:nvCxnSpPr>
              <p:cNvPr id="640" name="直接箭头连接符 639">
                <a:extLst>
                  <a:ext uri="{FF2B5EF4-FFF2-40B4-BE49-F238E27FC236}">
                    <a16:creationId xmlns:a16="http://schemas.microsoft.com/office/drawing/2014/main" id="{363F39EE-AB2F-412F-D228-04E8AA6A7E7C}"/>
                  </a:ext>
                </a:extLst>
              </p:cNvPr>
              <p:cNvCxnSpPr>
                <a:cxnSpLocks/>
                <a:stCxn id="636" idx="6"/>
                <a:endCxn id="639" idx="2"/>
              </p:cNvCxnSpPr>
              <p:nvPr/>
            </p:nvCxnSpPr>
            <p:spPr>
              <a:xfrm>
                <a:off x="5533171" y="3549877"/>
                <a:ext cx="143175" cy="117941"/>
              </a:xfrm>
              <a:prstGeom prst="straightConnector1">
                <a:avLst/>
              </a:prstGeom>
              <a:ln w="12700">
                <a:tailEnd type="triangle" w="sm" len="sm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41" name="直接箭头连接符 640">
                <a:extLst>
                  <a:ext uri="{FF2B5EF4-FFF2-40B4-BE49-F238E27FC236}">
                    <a16:creationId xmlns:a16="http://schemas.microsoft.com/office/drawing/2014/main" id="{9829A5DC-26F2-D341-A7E6-08B461D1E4EC}"/>
                  </a:ext>
                </a:extLst>
              </p:cNvPr>
              <p:cNvCxnSpPr>
                <a:cxnSpLocks/>
                <a:stCxn id="637" idx="6"/>
                <a:endCxn id="639" idx="2"/>
              </p:cNvCxnSpPr>
              <p:nvPr/>
            </p:nvCxnSpPr>
            <p:spPr>
              <a:xfrm>
                <a:off x="5533171" y="3667818"/>
                <a:ext cx="143175" cy="0"/>
              </a:xfrm>
              <a:prstGeom prst="straightConnector1">
                <a:avLst/>
              </a:prstGeom>
              <a:ln w="12700">
                <a:tailEnd type="triangle" w="sm" len="sm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42" name="直接箭头连接符 641">
                <a:extLst>
                  <a:ext uri="{FF2B5EF4-FFF2-40B4-BE49-F238E27FC236}">
                    <a16:creationId xmlns:a16="http://schemas.microsoft.com/office/drawing/2014/main" id="{43CB39C9-DE06-93DF-60DD-F7DE9CEF12AE}"/>
                  </a:ext>
                </a:extLst>
              </p:cNvPr>
              <p:cNvCxnSpPr>
                <a:cxnSpLocks/>
                <a:stCxn id="638" idx="6"/>
                <a:endCxn id="639" idx="2"/>
              </p:cNvCxnSpPr>
              <p:nvPr/>
            </p:nvCxnSpPr>
            <p:spPr>
              <a:xfrm flipV="1">
                <a:off x="5533170" y="3667818"/>
                <a:ext cx="143176" cy="115218"/>
              </a:xfrm>
              <a:prstGeom prst="straightConnector1">
                <a:avLst/>
              </a:prstGeom>
              <a:ln w="12700">
                <a:tailEnd type="triangle" w="sm" len="sm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635" name="矩形: 圆角 634">
              <a:extLst>
                <a:ext uri="{FF2B5EF4-FFF2-40B4-BE49-F238E27FC236}">
                  <a16:creationId xmlns:a16="http://schemas.microsoft.com/office/drawing/2014/main" id="{9316CFCA-7977-2493-4590-83ABF7952FB7}"/>
                </a:ext>
              </a:extLst>
            </p:cNvPr>
            <p:cNvSpPr/>
            <p:nvPr/>
          </p:nvSpPr>
          <p:spPr>
            <a:xfrm>
              <a:off x="4842156" y="3773497"/>
              <a:ext cx="393114" cy="343893"/>
            </a:xfrm>
            <a:prstGeom prst="roundRect">
              <a:avLst>
                <a:gd name="adj" fmla="val 31589"/>
              </a:avLst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658" name="椭圆 657">
            <a:extLst>
              <a:ext uri="{FF2B5EF4-FFF2-40B4-BE49-F238E27FC236}">
                <a16:creationId xmlns:a16="http://schemas.microsoft.com/office/drawing/2014/main" id="{0313ED1B-D6DC-96A2-9B12-D7B3528CA3D6}"/>
              </a:ext>
            </a:extLst>
          </p:cNvPr>
          <p:cNvSpPr/>
          <p:nvPr/>
        </p:nvSpPr>
        <p:spPr>
          <a:xfrm>
            <a:off x="9367511" y="2260866"/>
            <a:ext cx="660724" cy="44573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88" name="矩形 687">
            <a:extLst>
              <a:ext uri="{FF2B5EF4-FFF2-40B4-BE49-F238E27FC236}">
                <a16:creationId xmlns:a16="http://schemas.microsoft.com/office/drawing/2014/main" id="{771B9DCA-8E62-7E7A-443B-5301EB34126E}"/>
              </a:ext>
            </a:extLst>
          </p:cNvPr>
          <p:cNvSpPr/>
          <p:nvPr/>
        </p:nvSpPr>
        <p:spPr>
          <a:xfrm>
            <a:off x="7697258" y="1444382"/>
            <a:ext cx="852774" cy="3684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200" dirty="0">
                <a:latin typeface="Arial" panose="020B0604020202020204" pitchFamily="34" charset="0"/>
                <a:cs typeface="Arial" panose="020B0604020202020204" pitchFamily="34" charset="0"/>
              </a:rPr>
              <a:t>Layer 2</a:t>
            </a:r>
            <a:endParaRPr lang="zh-CN" alt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89" name="直接箭头连接符 688">
            <a:extLst>
              <a:ext uri="{FF2B5EF4-FFF2-40B4-BE49-F238E27FC236}">
                <a16:creationId xmlns:a16="http://schemas.microsoft.com/office/drawing/2014/main" id="{CE2B0B79-8453-7E79-C90B-AFE03C8B1F73}"/>
              </a:ext>
            </a:extLst>
          </p:cNvPr>
          <p:cNvCxnSpPr>
            <a:cxnSpLocks/>
            <a:stCxn id="942" idx="6"/>
            <a:endCxn id="939" idx="1"/>
          </p:cNvCxnSpPr>
          <p:nvPr/>
        </p:nvCxnSpPr>
        <p:spPr>
          <a:xfrm>
            <a:off x="2805827" y="2464946"/>
            <a:ext cx="327498" cy="82"/>
          </a:xfrm>
          <a:prstGeom prst="straightConnector1">
            <a:avLst/>
          </a:prstGeom>
          <a:ln w="19050"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90" name="直接箭头连接符 689">
            <a:extLst>
              <a:ext uri="{FF2B5EF4-FFF2-40B4-BE49-F238E27FC236}">
                <a16:creationId xmlns:a16="http://schemas.microsoft.com/office/drawing/2014/main" id="{3D9F5547-9B67-71D1-C0DD-6152FF23CB9B}"/>
              </a:ext>
            </a:extLst>
          </p:cNvPr>
          <p:cNvCxnSpPr>
            <a:cxnSpLocks/>
            <a:stCxn id="949" idx="6"/>
            <a:endCxn id="953" idx="1"/>
          </p:cNvCxnSpPr>
          <p:nvPr/>
        </p:nvCxnSpPr>
        <p:spPr>
          <a:xfrm>
            <a:off x="4608974" y="2465308"/>
            <a:ext cx="327462" cy="2224"/>
          </a:xfrm>
          <a:prstGeom prst="straightConnector1">
            <a:avLst/>
          </a:prstGeom>
          <a:ln w="19050"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95" name="直接箭头连接符 694">
            <a:extLst>
              <a:ext uri="{FF2B5EF4-FFF2-40B4-BE49-F238E27FC236}">
                <a16:creationId xmlns:a16="http://schemas.microsoft.com/office/drawing/2014/main" id="{602CDC0C-FD33-219A-3FAC-0D449DB8FA24}"/>
              </a:ext>
            </a:extLst>
          </p:cNvPr>
          <p:cNvCxnSpPr>
            <a:cxnSpLocks/>
            <a:stCxn id="947" idx="1"/>
          </p:cNvCxnSpPr>
          <p:nvPr/>
        </p:nvCxnSpPr>
        <p:spPr>
          <a:xfrm flipH="1">
            <a:off x="2194750" y="1635381"/>
            <a:ext cx="1569467" cy="0"/>
          </a:xfrm>
          <a:prstGeom prst="straightConnector1">
            <a:avLst/>
          </a:prstGeom>
          <a:ln w="19050"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97" name="直接箭头连接符 696">
            <a:extLst>
              <a:ext uri="{FF2B5EF4-FFF2-40B4-BE49-F238E27FC236}">
                <a16:creationId xmlns:a16="http://schemas.microsoft.com/office/drawing/2014/main" id="{53241C87-5BAC-604A-A6BA-ADD40D8A312E}"/>
              </a:ext>
            </a:extLst>
          </p:cNvPr>
          <p:cNvCxnSpPr>
            <a:cxnSpLocks/>
            <a:stCxn id="947" idx="3"/>
          </p:cNvCxnSpPr>
          <p:nvPr/>
        </p:nvCxnSpPr>
        <p:spPr>
          <a:xfrm>
            <a:off x="4616991" y="1635381"/>
            <a:ext cx="1448335" cy="0"/>
          </a:xfrm>
          <a:prstGeom prst="straightConnector1">
            <a:avLst/>
          </a:prstGeom>
          <a:ln w="19050"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98" name="直接箭头连接符 697">
            <a:extLst>
              <a:ext uri="{FF2B5EF4-FFF2-40B4-BE49-F238E27FC236}">
                <a16:creationId xmlns:a16="http://schemas.microsoft.com/office/drawing/2014/main" id="{2235710B-E4A4-5B15-B829-8BF511436A42}"/>
              </a:ext>
            </a:extLst>
          </p:cNvPr>
          <p:cNvCxnSpPr>
            <a:cxnSpLocks/>
            <a:stCxn id="939" idx="3"/>
            <a:endCxn id="949" idx="2"/>
          </p:cNvCxnSpPr>
          <p:nvPr/>
        </p:nvCxnSpPr>
        <p:spPr>
          <a:xfrm>
            <a:off x="3614971" y="2465028"/>
            <a:ext cx="333280" cy="279"/>
          </a:xfrm>
          <a:prstGeom prst="straightConnector1">
            <a:avLst/>
          </a:prstGeom>
          <a:ln w="19050"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99" name="直接箭头连接符 698">
            <a:extLst>
              <a:ext uri="{FF2B5EF4-FFF2-40B4-BE49-F238E27FC236}">
                <a16:creationId xmlns:a16="http://schemas.microsoft.com/office/drawing/2014/main" id="{32B78F36-B604-C7A3-518C-26E499D54BB1}"/>
              </a:ext>
            </a:extLst>
          </p:cNvPr>
          <p:cNvCxnSpPr>
            <a:cxnSpLocks/>
            <a:stCxn id="953" idx="3"/>
            <a:endCxn id="593" idx="2"/>
          </p:cNvCxnSpPr>
          <p:nvPr/>
        </p:nvCxnSpPr>
        <p:spPr>
          <a:xfrm>
            <a:off x="5418083" y="2467532"/>
            <a:ext cx="332075" cy="2818"/>
          </a:xfrm>
          <a:prstGeom prst="straightConnector1">
            <a:avLst/>
          </a:prstGeom>
          <a:ln w="19050"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00" name="直接箭头连接符 699">
            <a:extLst>
              <a:ext uri="{FF2B5EF4-FFF2-40B4-BE49-F238E27FC236}">
                <a16:creationId xmlns:a16="http://schemas.microsoft.com/office/drawing/2014/main" id="{D8873C8D-72C9-DC8E-9929-0D8AC5C42C6C}"/>
              </a:ext>
            </a:extLst>
          </p:cNvPr>
          <p:cNvCxnSpPr>
            <a:cxnSpLocks/>
            <a:stCxn id="631" idx="6"/>
            <a:endCxn id="635" idx="1"/>
          </p:cNvCxnSpPr>
          <p:nvPr/>
        </p:nvCxnSpPr>
        <p:spPr>
          <a:xfrm>
            <a:off x="8226322" y="2478693"/>
            <a:ext cx="327462" cy="2224"/>
          </a:xfrm>
          <a:prstGeom prst="straightConnector1">
            <a:avLst/>
          </a:prstGeom>
          <a:ln w="19050"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01" name="直接箭头连接符 700">
            <a:extLst>
              <a:ext uri="{FF2B5EF4-FFF2-40B4-BE49-F238E27FC236}">
                <a16:creationId xmlns:a16="http://schemas.microsoft.com/office/drawing/2014/main" id="{BE62346D-C77A-5CF6-8C08-48378F9293B1}"/>
              </a:ext>
            </a:extLst>
          </p:cNvPr>
          <p:cNvCxnSpPr>
            <a:cxnSpLocks/>
            <a:stCxn id="596" idx="3"/>
            <a:endCxn id="631" idx="2"/>
          </p:cNvCxnSpPr>
          <p:nvPr/>
        </p:nvCxnSpPr>
        <p:spPr>
          <a:xfrm>
            <a:off x="7232318" y="2478414"/>
            <a:ext cx="333280" cy="279"/>
          </a:xfrm>
          <a:prstGeom prst="straightConnector1">
            <a:avLst/>
          </a:prstGeom>
          <a:ln w="19050"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02" name="直接箭头连接符 701">
            <a:extLst>
              <a:ext uri="{FF2B5EF4-FFF2-40B4-BE49-F238E27FC236}">
                <a16:creationId xmlns:a16="http://schemas.microsoft.com/office/drawing/2014/main" id="{0F7D6FF3-DE41-F429-EACE-1AFE8E7E7C2F}"/>
              </a:ext>
            </a:extLst>
          </p:cNvPr>
          <p:cNvCxnSpPr>
            <a:cxnSpLocks/>
            <a:stCxn id="635" idx="3"/>
            <a:endCxn id="658" idx="2"/>
          </p:cNvCxnSpPr>
          <p:nvPr/>
        </p:nvCxnSpPr>
        <p:spPr>
          <a:xfrm>
            <a:off x="9035430" y="2480918"/>
            <a:ext cx="332075" cy="2818"/>
          </a:xfrm>
          <a:prstGeom prst="straightConnector1">
            <a:avLst/>
          </a:prstGeom>
          <a:ln w="19050"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03" name="直接箭头连接符 702">
            <a:extLst>
              <a:ext uri="{FF2B5EF4-FFF2-40B4-BE49-F238E27FC236}">
                <a16:creationId xmlns:a16="http://schemas.microsoft.com/office/drawing/2014/main" id="{DB5F739F-3C0B-48C9-78BE-C53228032CBE}"/>
              </a:ext>
            </a:extLst>
          </p:cNvPr>
          <p:cNvCxnSpPr>
            <a:cxnSpLocks/>
            <a:stCxn id="593" idx="6"/>
            <a:endCxn id="596" idx="1"/>
          </p:cNvCxnSpPr>
          <p:nvPr/>
        </p:nvCxnSpPr>
        <p:spPr>
          <a:xfrm>
            <a:off x="6410882" y="2470350"/>
            <a:ext cx="339790" cy="8064"/>
          </a:xfrm>
          <a:prstGeom prst="straightConnector1">
            <a:avLst/>
          </a:prstGeom>
          <a:ln w="19050"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18" name="直接箭头连接符 717">
            <a:extLst>
              <a:ext uri="{FF2B5EF4-FFF2-40B4-BE49-F238E27FC236}">
                <a16:creationId xmlns:a16="http://schemas.microsoft.com/office/drawing/2014/main" id="{297DAA03-5651-4DBC-5ABE-85F6A453FF91}"/>
              </a:ext>
            </a:extLst>
          </p:cNvPr>
          <p:cNvCxnSpPr>
            <a:cxnSpLocks/>
            <a:stCxn id="688" idx="1"/>
          </p:cNvCxnSpPr>
          <p:nvPr/>
        </p:nvCxnSpPr>
        <p:spPr>
          <a:xfrm flipH="1">
            <a:off x="6127790" y="1628631"/>
            <a:ext cx="1569467" cy="0"/>
          </a:xfrm>
          <a:prstGeom prst="straightConnector1">
            <a:avLst/>
          </a:prstGeom>
          <a:ln w="19050"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19" name="直接箭头连接符 718">
            <a:extLst>
              <a:ext uri="{FF2B5EF4-FFF2-40B4-BE49-F238E27FC236}">
                <a16:creationId xmlns:a16="http://schemas.microsoft.com/office/drawing/2014/main" id="{7543D4AF-2919-D2AE-929C-1B8EEE95B49B}"/>
              </a:ext>
            </a:extLst>
          </p:cNvPr>
          <p:cNvCxnSpPr>
            <a:cxnSpLocks/>
            <a:stCxn id="688" idx="3"/>
          </p:cNvCxnSpPr>
          <p:nvPr/>
        </p:nvCxnSpPr>
        <p:spPr>
          <a:xfrm>
            <a:off x="8550031" y="1628631"/>
            <a:ext cx="1448335" cy="0"/>
          </a:xfrm>
          <a:prstGeom prst="straightConnector1">
            <a:avLst/>
          </a:prstGeom>
          <a:ln w="19050"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23" name="文本框 722">
                <a:extLst>
                  <a:ext uri="{FF2B5EF4-FFF2-40B4-BE49-F238E27FC236}">
                    <a16:creationId xmlns:a16="http://schemas.microsoft.com/office/drawing/2014/main" id="{5025BB57-FAAF-4B61-7BB9-29663CE28B41}"/>
                  </a:ext>
                </a:extLst>
              </p:cNvPr>
              <p:cNvSpPr txBox="1"/>
              <p:nvPr/>
            </p:nvSpPr>
            <p:spPr>
              <a:xfrm>
                <a:off x="3774833" y="2231552"/>
                <a:ext cx="1071288" cy="461665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1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altLang="zh-CN" sz="2400" b="1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𝑿</m:t>
                          </m:r>
                        </m:e>
                        <m:sub>
                          <m:r>
                            <a:rPr lang="en-US" altLang="zh-CN" sz="2400" b="1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zh-CN" altLang="en-US" sz="2400" b="1" dirty="0">
                  <a:solidFill>
                    <a:schemeClr val="accent6"/>
                  </a:solidFill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723" name="文本框 722">
                <a:extLst>
                  <a:ext uri="{FF2B5EF4-FFF2-40B4-BE49-F238E27FC236}">
                    <a16:creationId xmlns:a16="http://schemas.microsoft.com/office/drawing/2014/main" id="{5025BB57-FAAF-4B61-7BB9-29663CE28B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4833" y="2231552"/>
                <a:ext cx="1071288" cy="461665"/>
              </a:xfrm>
              <a:prstGeom prst="rect">
                <a:avLst/>
              </a:prstGeom>
              <a:blipFill>
                <a:blip r:embed="rId9"/>
                <a:stretch>
                  <a:fillRect b="-2632"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1" name="文本框 730">
                <a:extLst>
                  <a:ext uri="{FF2B5EF4-FFF2-40B4-BE49-F238E27FC236}">
                    <a16:creationId xmlns:a16="http://schemas.microsoft.com/office/drawing/2014/main" id="{B267F1F4-1244-17C0-277E-74E9C8D7AEB9}"/>
                  </a:ext>
                </a:extLst>
              </p:cNvPr>
              <p:cNvSpPr txBox="1"/>
              <p:nvPr/>
            </p:nvSpPr>
            <p:spPr>
              <a:xfrm>
                <a:off x="5562214" y="2221549"/>
                <a:ext cx="1071288" cy="461665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1" i="1" dirty="0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altLang="zh-CN" sz="2400" b="1" i="1" dirty="0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𝑯</m:t>
                          </m:r>
                        </m:e>
                        <m:sub>
                          <m:r>
                            <a:rPr lang="en-US" altLang="zh-CN" sz="2400" b="1" i="1" dirty="0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zh-CN" altLang="en-US" sz="2400" b="1" dirty="0">
                  <a:solidFill>
                    <a:schemeClr val="accent5"/>
                  </a:solidFill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731" name="文本框 730">
                <a:extLst>
                  <a:ext uri="{FF2B5EF4-FFF2-40B4-BE49-F238E27FC236}">
                    <a16:creationId xmlns:a16="http://schemas.microsoft.com/office/drawing/2014/main" id="{B267F1F4-1244-17C0-277E-74E9C8D7AE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2214" y="2221549"/>
                <a:ext cx="1071288" cy="461665"/>
              </a:xfrm>
              <a:prstGeom prst="rect">
                <a:avLst/>
              </a:prstGeom>
              <a:blipFill>
                <a:blip r:embed="rId10"/>
                <a:stretch>
                  <a:fillRect b="-2632"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2" name="文本框 731">
                <a:extLst>
                  <a:ext uri="{FF2B5EF4-FFF2-40B4-BE49-F238E27FC236}">
                    <a16:creationId xmlns:a16="http://schemas.microsoft.com/office/drawing/2014/main" id="{CCE7606F-93DA-0F8E-2985-B287AA770876}"/>
                  </a:ext>
                </a:extLst>
              </p:cNvPr>
              <p:cNvSpPr txBox="1"/>
              <p:nvPr/>
            </p:nvSpPr>
            <p:spPr>
              <a:xfrm>
                <a:off x="7403462" y="2238788"/>
                <a:ext cx="1071288" cy="461665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1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altLang="zh-CN" sz="2400" b="1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𝑿</m:t>
                          </m:r>
                        </m:e>
                        <m:sub>
                          <m:r>
                            <a:rPr lang="en-US" altLang="zh-CN" sz="2400" b="1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zh-CN" altLang="en-US" sz="2400" b="1" dirty="0">
                  <a:solidFill>
                    <a:schemeClr val="accent6"/>
                  </a:solidFill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732" name="文本框 731">
                <a:extLst>
                  <a:ext uri="{FF2B5EF4-FFF2-40B4-BE49-F238E27FC236}">
                    <a16:creationId xmlns:a16="http://schemas.microsoft.com/office/drawing/2014/main" id="{CCE7606F-93DA-0F8E-2985-B287AA7708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03462" y="2238788"/>
                <a:ext cx="1071288" cy="461665"/>
              </a:xfrm>
              <a:prstGeom prst="rect">
                <a:avLst/>
              </a:prstGeom>
              <a:blipFill>
                <a:blip r:embed="rId11"/>
                <a:stretch>
                  <a:fillRect b="-2632"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3" name="文本框 732">
                <a:extLst>
                  <a:ext uri="{FF2B5EF4-FFF2-40B4-BE49-F238E27FC236}">
                    <a16:creationId xmlns:a16="http://schemas.microsoft.com/office/drawing/2014/main" id="{38625109-3FFF-3160-5BF0-3E232EF17847}"/>
                  </a:ext>
                </a:extLst>
              </p:cNvPr>
              <p:cNvSpPr txBox="1"/>
              <p:nvPr/>
            </p:nvSpPr>
            <p:spPr>
              <a:xfrm>
                <a:off x="9179561" y="2243549"/>
                <a:ext cx="1071288" cy="461665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1" i="1" dirty="0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altLang="zh-CN" sz="2400" b="1" i="1" dirty="0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𝑯</m:t>
                          </m:r>
                        </m:e>
                        <m:sub>
                          <m:r>
                            <a:rPr lang="en-US" altLang="zh-CN" sz="2400" b="1" i="1" dirty="0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zh-CN" altLang="en-US" sz="2400" b="1" dirty="0">
                  <a:solidFill>
                    <a:schemeClr val="accent5"/>
                  </a:solidFill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733" name="文本框 732">
                <a:extLst>
                  <a:ext uri="{FF2B5EF4-FFF2-40B4-BE49-F238E27FC236}">
                    <a16:creationId xmlns:a16="http://schemas.microsoft.com/office/drawing/2014/main" id="{38625109-3FFF-3160-5BF0-3E232EF178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79561" y="2243549"/>
                <a:ext cx="1071288" cy="461665"/>
              </a:xfrm>
              <a:prstGeom prst="rect">
                <a:avLst/>
              </a:prstGeom>
              <a:blipFill>
                <a:blip r:embed="rId12"/>
                <a:stretch>
                  <a:fillRect b="-2632"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34" name="组合 733">
            <a:extLst>
              <a:ext uri="{FF2B5EF4-FFF2-40B4-BE49-F238E27FC236}">
                <a16:creationId xmlns:a16="http://schemas.microsoft.com/office/drawing/2014/main" id="{07DE8C35-A87C-E22C-485E-A926497315A0}"/>
              </a:ext>
            </a:extLst>
          </p:cNvPr>
          <p:cNvGrpSpPr/>
          <p:nvPr/>
        </p:nvGrpSpPr>
        <p:grpSpPr>
          <a:xfrm>
            <a:off x="8114701" y="6002924"/>
            <a:ext cx="621640" cy="735125"/>
            <a:chOff x="5766806" y="6445933"/>
            <a:chExt cx="621640" cy="735125"/>
          </a:xfrm>
        </p:grpSpPr>
        <p:sp>
          <p:nvSpPr>
            <p:cNvPr id="735" name="矩形 1174">
              <a:extLst>
                <a:ext uri="{FF2B5EF4-FFF2-40B4-BE49-F238E27FC236}">
                  <a16:creationId xmlns:a16="http://schemas.microsoft.com/office/drawing/2014/main" id="{A967C7DD-3494-F2C5-E139-3CCEFDF6652A}"/>
                </a:ext>
              </a:extLst>
            </p:cNvPr>
            <p:cNvSpPr/>
            <p:nvPr/>
          </p:nvSpPr>
          <p:spPr>
            <a:xfrm rot="10800000">
              <a:off x="5768235" y="6445933"/>
              <a:ext cx="618706" cy="226680"/>
            </a:xfrm>
            <a:custGeom>
              <a:avLst/>
              <a:gdLst>
                <a:gd name="connsiteX0" fmla="*/ 0 w 595706"/>
                <a:gd name="connsiteY0" fmla="*/ 0 h 92965"/>
                <a:gd name="connsiteX1" fmla="*/ 595706 w 595706"/>
                <a:gd name="connsiteY1" fmla="*/ 0 h 92965"/>
                <a:gd name="connsiteX2" fmla="*/ 595706 w 595706"/>
                <a:gd name="connsiteY2" fmla="*/ 92965 h 92965"/>
                <a:gd name="connsiteX3" fmla="*/ 0 w 595706"/>
                <a:gd name="connsiteY3" fmla="*/ 92965 h 92965"/>
                <a:gd name="connsiteX4" fmla="*/ 0 w 595706"/>
                <a:gd name="connsiteY4" fmla="*/ 0 h 92965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1422 w 594406"/>
                <a:gd name="connsiteY0" fmla="*/ 21376 h 135147"/>
                <a:gd name="connsiteX1" fmla="*/ 594406 w 594406"/>
                <a:gd name="connsiteY1" fmla="*/ 0 h 135147"/>
                <a:gd name="connsiteX2" fmla="*/ 594406 w 594406"/>
                <a:gd name="connsiteY2" fmla="*/ 92965 h 135147"/>
                <a:gd name="connsiteX3" fmla="*/ 61 w 594406"/>
                <a:gd name="connsiteY3" fmla="*/ 135147 h 135147"/>
                <a:gd name="connsiteX4" fmla="*/ 1422 w 594406"/>
                <a:gd name="connsiteY4" fmla="*/ 21376 h 135147"/>
                <a:gd name="connsiteX0" fmla="*/ 1422 w 594406"/>
                <a:gd name="connsiteY0" fmla="*/ 15599 h 135147"/>
                <a:gd name="connsiteX1" fmla="*/ 594406 w 594406"/>
                <a:gd name="connsiteY1" fmla="*/ 0 h 135147"/>
                <a:gd name="connsiteX2" fmla="*/ 594406 w 594406"/>
                <a:gd name="connsiteY2" fmla="*/ 92965 h 135147"/>
                <a:gd name="connsiteX3" fmla="*/ 61 w 594406"/>
                <a:gd name="connsiteY3" fmla="*/ 135147 h 135147"/>
                <a:gd name="connsiteX4" fmla="*/ 1422 w 594406"/>
                <a:gd name="connsiteY4" fmla="*/ 15599 h 135147"/>
                <a:gd name="connsiteX0" fmla="*/ 131 w 594476"/>
                <a:gd name="connsiteY0" fmla="*/ 4622 h 135147"/>
                <a:gd name="connsiteX1" fmla="*/ 594476 w 594476"/>
                <a:gd name="connsiteY1" fmla="*/ 0 h 135147"/>
                <a:gd name="connsiteX2" fmla="*/ 594476 w 594476"/>
                <a:gd name="connsiteY2" fmla="*/ 92965 h 135147"/>
                <a:gd name="connsiteX3" fmla="*/ 131 w 594476"/>
                <a:gd name="connsiteY3" fmla="*/ 135147 h 135147"/>
                <a:gd name="connsiteX4" fmla="*/ 131 w 594476"/>
                <a:gd name="connsiteY4" fmla="*/ 4622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22423 h 139660"/>
                <a:gd name="connsiteX1" fmla="*/ 595706 w 595706"/>
                <a:gd name="connsiteY1" fmla="*/ 4513 h 139660"/>
                <a:gd name="connsiteX2" fmla="*/ 595706 w 595706"/>
                <a:gd name="connsiteY2" fmla="*/ 97478 h 139660"/>
                <a:gd name="connsiteX3" fmla="*/ 1361 w 595706"/>
                <a:gd name="connsiteY3" fmla="*/ 139660 h 139660"/>
                <a:gd name="connsiteX4" fmla="*/ 0 w 595706"/>
                <a:gd name="connsiteY4" fmla="*/ 22423 h 139660"/>
                <a:gd name="connsiteX0" fmla="*/ 0 w 595706"/>
                <a:gd name="connsiteY0" fmla="*/ 26413 h 143650"/>
                <a:gd name="connsiteX1" fmla="*/ 595706 w 595706"/>
                <a:gd name="connsiteY1" fmla="*/ 8503 h 143650"/>
                <a:gd name="connsiteX2" fmla="*/ 595706 w 595706"/>
                <a:gd name="connsiteY2" fmla="*/ 101468 h 143650"/>
                <a:gd name="connsiteX3" fmla="*/ 1361 w 595706"/>
                <a:gd name="connsiteY3" fmla="*/ 143650 h 143650"/>
                <a:gd name="connsiteX4" fmla="*/ 0 w 595706"/>
                <a:gd name="connsiteY4" fmla="*/ 26413 h 143650"/>
                <a:gd name="connsiteX0" fmla="*/ 0 w 595706"/>
                <a:gd name="connsiteY0" fmla="*/ 21286 h 138523"/>
                <a:gd name="connsiteX1" fmla="*/ 595706 w 595706"/>
                <a:gd name="connsiteY1" fmla="*/ 3376 h 138523"/>
                <a:gd name="connsiteX2" fmla="*/ 595706 w 595706"/>
                <a:gd name="connsiteY2" fmla="*/ 96341 h 138523"/>
                <a:gd name="connsiteX3" fmla="*/ 1361 w 595706"/>
                <a:gd name="connsiteY3" fmla="*/ 138523 h 138523"/>
                <a:gd name="connsiteX4" fmla="*/ 0 w 595706"/>
                <a:gd name="connsiteY4" fmla="*/ 21286 h 138523"/>
                <a:gd name="connsiteX0" fmla="*/ 0 w 595706"/>
                <a:gd name="connsiteY0" fmla="*/ 22534 h 139771"/>
                <a:gd name="connsiteX1" fmla="*/ 595706 w 595706"/>
                <a:gd name="connsiteY1" fmla="*/ 4624 h 139771"/>
                <a:gd name="connsiteX2" fmla="*/ 595706 w 595706"/>
                <a:gd name="connsiteY2" fmla="*/ 97589 h 139771"/>
                <a:gd name="connsiteX3" fmla="*/ 1361 w 595706"/>
                <a:gd name="connsiteY3" fmla="*/ 139771 h 139771"/>
                <a:gd name="connsiteX4" fmla="*/ 0 w 595706"/>
                <a:gd name="connsiteY4" fmla="*/ 22534 h 139771"/>
                <a:gd name="connsiteX0" fmla="*/ 0 w 595706"/>
                <a:gd name="connsiteY0" fmla="*/ 23494 h 140731"/>
                <a:gd name="connsiteX1" fmla="*/ 595706 w 595706"/>
                <a:gd name="connsiteY1" fmla="*/ 2118 h 140731"/>
                <a:gd name="connsiteX2" fmla="*/ 595706 w 595706"/>
                <a:gd name="connsiteY2" fmla="*/ 98549 h 140731"/>
                <a:gd name="connsiteX3" fmla="*/ 1361 w 595706"/>
                <a:gd name="connsiteY3" fmla="*/ 140731 h 140731"/>
                <a:gd name="connsiteX4" fmla="*/ 0 w 595706"/>
                <a:gd name="connsiteY4" fmla="*/ 23494 h 140731"/>
                <a:gd name="connsiteX0" fmla="*/ 0 w 595706"/>
                <a:gd name="connsiteY0" fmla="*/ 23494 h 140731"/>
                <a:gd name="connsiteX1" fmla="*/ 595706 w 595706"/>
                <a:gd name="connsiteY1" fmla="*/ 2118 h 140731"/>
                <a:gd name="connsiteX2" fmla="*/ 595706 w 595706"/>
                <a:gd name="connsiteY2" fmla="*/ 98549 h 140731"/>
                <a:gd name="connsiteX3" fmla="*/ 1361 w 595706"/>
                <a:gd name="connsiteY3" fmla="*/ 140731 h 140731"/>
                <a:gd name="connsiteX4" fmla="*/ 0 w 595706"/>
                <a:gd name="connsiteY4" fmla="*/ 23494 h 140731"/>
                <a:gd name="connsiteX0" fmla="*/ 0 w 595706"/>
                <a:gd name="connsiteY0" fmla="*/ 25030 h 142267"/>
                <a:gd name="connsiteX1" fmla="*/ 595706 w 595706"/>
                <a:gd name="connsiteY1" fmla="*/ 3654 h 142267"/>
                <a:gd name="connsiteX2" fmla="*/ 595706 w 595706"/>
                <a:gd name="connsiteY2" fmla="*/ 100085 h 142267"/>
                <a:gd name="connsiteX3" fmla="*/ 1361 w 595706"/>
                <a:gd name="connsiteY3" fmla="*/ 142267 h 142267"/>
                <a:gd name="connsiteX4" fmla="*/ 0 w 595706"/>
                <a:gd name="connsiteY4" fmla="*/ 25030 h 142267"/>
                <a:gd name="connsiteX0" fmla="*/ 0 w 595706"/>
                <a:gd name="connsiteY0" fmla="*/ 22091 h 139328"/>
                <a:gd name="connsiteX1" fmla="*/ 595706 w 595706"/>
                <a:gd name="connsiteY1" fmla="*/ 715 h 139328"/>
                <a:gd name="connsiteX2" fmla="*/ 595706 w 595706"/>
                <a:gd name="connsiteY2" fmla="*/ 97146 h 139328"/>
                <a:gd name="connsiteX3" fmla="*/ 1361 w 595706"/>
                <a:gd name="connsiteY3" fmla="*/ 139328 h 139328"/>
                <a:gd name="connsiteX4" fmla="*/ 0 w 595706"/>
                <a:gd name="connsiteY4" fmla="*/ 22091 h 139328"/>
                <a:gd name="connsiteX0" fmla="*/ 0 w 595706"/>
                <a:gd name="connsiteY0" fmla="*/ 23573 h 140810"/>
                <a:gd name="connsiteX1" fmla="*/ 595706 w 595706"/>
                <a:gd name="connsiteY1" fmla="*/ 2197 h 140810"/>
                <a:gd name="connsiteX2" fmla="*/ 595706 w 595706"/>
                <a:gd name="connsiteY2" fmla="*/ 98628 h 140810"/>
                <a:gd name="connsiteX3" fmla="*/ 1361 w 595706"/>
                <a:gd name="connsiteY3" fmla="*/ 140810 h 140810"/>
                <a:gd name="connsiteX4" fmla="*/ 0 w 595706"/>
                <a:gd name="connsiteY4" fmla="*/ 23573 h 140810"/>
                <a:gd name="connsiteX0" fmla="*/ 0 w 595706"/>
                <a:gd name="connsiteY0" fmla="*/ 21908 h 139145"/>
                <a:gd name="connsiteX1" fmla="*/ 595706 w 595706"/>
                <a:gd name="connsiteY1" fmla="*/ 532 h 139145"/>
                <a:gd name="connsiteX2" fmla="*/ 595706 w 595706"/>
                <a:gd name="connsiteY2" fmla="*/ 96963 h 139145"/>
                <a:gd name="connsiteX3" fmla="*/ 1361 w 595706"/>
                <a:gd name="connsiteY3" fmla="*/ 139145 h 139145"/>
                <a:gd name="connsiteX4" fmla="*/ 0 w 595706"/>
                <a:gd name="connsiteY4" fmla="*/ 21908 h 139145"/>
                <a:gd name="connsiteX0" fmla="*/ 0 w 595706"/>
                <a:gd name="connsiteY0" fmla="*/ 23863 h 141100"/>
                <a:gd name="connsiteX1" fmla="*/ 595706 w 595706"/>
                <a:gd name="connsiteY1" fmla="*/ 2487 h 141100"/>
                <a:gd name="connsiteX2" fmla="*/ 595706 w 595706"/>
                <a:gd name="connsiteY2" fmla="*/ 98918 h 141100"/>
                <a:gd name="connsiteX3" fmla="*/ 1361 w 595706"/>
                <a:gd name="connsiteY3" fmla="*/ 141100 h 141100"/>
                <a:gd name="connsiteX4" fmla="*/ 0 w 595706"/>
                <a:gd name="connsiteY4" fmla="*/ 23863 h 141100"/>
                <a:gd name="connsiteX0" fmla="*/ 0 w 595706"/>
                <a:gd name="connsiteY0" fmla="*/ 24472 h 141709"/>
                <a:gd name="connsiteX1" fmla="*/ 595706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0 w 595706"/>
                <a:gd name="connsiteY0" fmla="*/ 24267 h 141504"/>
                <a:gd name="connsiteX1" fmla="*/ 595706 w 595706"/>
                <a:gd name="connsiteY1" fmla="*/ 2891 h 141504"/>
                <a:gd name="connsiteX2" fmla="*/ 595706 w 595706"/>
                <a:gd name="connsiteY2" fmla="*/ 99322 h 141504"/>
                <a:gd name="connsiteX3" fmla="*/ 1361 w 595706"/>
                <a:gd name="connsiteY3" fmla="*/ 141504 h 141504"/>
                <a:gd name="connsiteX4" fmla="*/ 0 w 595706"/>
                <a:gd name="connsiteY4" fmla="*/ 24267 h 141504"/>
                <a:gd name="connsiteX0" fmla="*/ 0 w 595706"/>
                <a:gd name="connsiteY0" fmla="*/ 24472 h 141709"/>
                <a:gd name="connsiteX1" fmla="*/ 595706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0 w 595706"/>
                <a:gd name="connsiteY0" fmla="*/ 24472 h 141709"/>
                <a:gd name="connsiteX1" fmla="*/ 594353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124 w 595830"/>
                <a:gd name="connsiteY0" fmla="*/ 24472 h 141709"/>
                <a:gd name="connsiteX1" fmla="*/ 594477 w 595830"/>
                <a:gd name="connsiteY1" fmla="*/ 3096 h 141709"/>
                <a:gd name="connsiteX2" fmla="*/ 595830 w 595830"/>
                <a:gd name="connsiteY2" fmla="*/ 99527 h 141709"/>
                <a:gd name="connsiteX3" fmla="*/ 131 w 595830"/>
                <a:gd name="connsiteY3" fmla="*/ 141709 h 141709"/>
                <a:gd name="connsiteX4" fmla="*/ 124 w 595830"/>
                <a:gd name="connsiteY4" fmla="*/ 24472 h 141709"/>
                <a:gd name="connsiteX0" fmla="*/ 124 w 597179"/>
                <a:gd name="connsiteY0" fmla="*/ 25207 h 142444"/>
                <a:gd name="connsiteX1" fmla="*/ 597179 w 597179"/>
                <a:gd name="connsiteY1" fmla="*/ 481 h 142444"/>
                <a:gd name="connsiteX2" fmla="*/ 595830 w 597179"/>
                <a:gd name="connsiteY2" fmla="*/ 100262 h 142444"/>
                <a:gd name="connsiteX3" fmla="*/ 131 w 597179"/>
                <a:gd name="connsiteY3" fmla="*/ 142444 h 142444"/>
                <a:gd name="connsiteX4" fmla="*/ 124 w 597179"/>
                <a:gd name="connsiteY4" fmla="*/ 25207 h 142444"/>
                <a:gd name="connsiteX0" fmla="*/ 124 w 595889"/>
                <a:gd name="connsiteY0" fmla="*/ 25842 h 143079"/>
                <a:gd name="connsiteX1" fmla="*/ 594477 w 595889"/>
                <a:gd name="connsiteY1" fmla="*/ 0 h 143079"/>
                <a:gd name="connsiteX2" fmla="*/ 595830 w 595889"/>
                <a:gd name="connsiteY2" fmla="*/ 100897 h 143079"/>
                <a:gd name="connsiteX3" fmla="*/ 131 w 595889"/>
                <a:gd name="connsiteY3" fmla="*/ 143079 h 143079"/>
                <a:gd name="connsiteX4" fmla="*/ 124 w 595889"/>
                <a:gd name="connsiteY4" fmla="*/ 25842 h 143079"/>
                <a:gd name="connsiteX0" fmla="*/ 124 w 595889"/>
                <a:gd name="connsiteY0" fmla="*/ 24713 h 141950"/>
                <a:gd name="connsiteX1" fmla="*/ 594477 w 595889"/>
                <a:gd name="connsiteY1" fmla="*/ 2221 h 141950"/>
                <a:gd name="connsiteX2" fmla="*/ 595830 w 595889"/>
                <a:gd name="connsiteY2" fmla="*/ 99768 h 141950"/>
                <a:gd name="connsiteX3" fmla="*/ 131 w 595889"/>
                <a:gd name="connsiteY3" fmla="*/ 141950 h 141950"/>
                <a:gd name="connsiteX4" fmla="*/ 124 w 595889"/>
                <a:gd name="connsiteY4" fmla="*/ 24713 h 141950"/>
                <a:gd name="connsiteX0" fmla="*/ 124 w 595959"/>
                <a:gd name="connsiteY0" fmla="*/ 24713 h 141950"/>
                <a:gd name="connsiteX1" fmla="*/ 595828 w 595959"/>
                <a:gd name="connsiteY1" fmla="*/ 2221 h 141950"/>
                <a:gd name="connsiteX2" fmla="*/ 595830 w 595959"/>
                <a:gd name="connsiteY2" fmla="*/ 99768 h 141950"/>
                <a:gd name="connsiteX3" fmla="*/ 131 w 595959"/>
                <a:gd name="connsiteY3" fmla="*/ 141950 h 141950"/>
                <a:gd name="connsiteX4" fmla="*/ 124 w 595959"/>
                <a:gd name="connsiteY4" fmla="*/ 24713 h 141950"/>
                <a:gd name="connsiteX0" fmla="*/ 124 w 595959"/>
                <a:gd name="connsiteY0" fmla="*/ 24925 h 142162"/>
                <a:gd name="connsiteX1" fmla="*/ 595828 w 595959"/>
                <a:gd name="connsiteY1" fmla="*/ 2433 h 142162"/>
                <a:gd name="connsiteX2" fmla="*/ 595830 w 595959"/>
                <a:gd name="connsiteY2" fmla="*/ 99980 h 142162"/>
                <a:gd name="connsiteX3" fmla="*/ 131 w 595959"/>
                <a:gd name="connsiteY3" fmla="*/ 142162 h 142162"/>
                <a:gd name="connsiteX4" fmla="*/ 124 w 595959"/>
                <a:gd name="connsiteY4" fmla="*/ 24925 h 142162"/>
                <a:gd name="connsiteX0" fmla="*/ 124 w 595959"/>
                <a:gd name="connsiteY0" fmla="*/ 22492 h 139729"/>
                <a:gd name="connsiteX1" fmla="*/ 595828 w 595959"/>
                <a:gd name="connsiteY1" fmla="*/ 0 h 139729"/>
                <a:gd name="connsiteX2" fmla="*/ 595830 w 595959"/>
                <a:gd name="connsiteY2" fmla="*/ 97547 h 139729"/>
                <a:gd name="connsiteX3" fmla="*/ 131 w 595959"/>
                <a:gd name="connsiteY3" fmla="*/ 139729 h 139729"/>
                <a:gd name="connsiteX4" fmla="*/ 124 w 595959"/>
                <a:gd name="connsiteY4" fmla="*/ 22492 h 139729"/>
                <a:gd name="connsiteX0" fmla="*/ 124 w 595959"/>
                <a:gd name="connsiteY0" fmla="*/ 25585 h 142822"/>
                <a:gd name="connsiteX1" fmla="*/ 595828 w 595959"/>
                <a:gd name="connsiteY1" fmla="*/ 3093 h 142822"/>
                <a:gd name="connsiteX2" fmla="*/ 595830 w 595959"/>
                <a:gd name="connsiteY2" fmla="*/ 100640 h 142822"/>
                <a:gd name="connsiteX3" fmla="*/ 131 w 595959"/>
                <a:gd name="connsiteY3" fmla="*/ 142822 h 142822"/>
                <a:gd name="connsiteX4" fmla="*/ 124 w 595959"/>
                <a:gd name="connsiteY4" fmla="*/ 25585 h 142822"/>
                <a:gd name="connsiteX0" fmla="*/ 124 w 595959"/>
                <a:gd name="connsiteY0" fmla="*/ 25585 h 142822"/>
                <a:gd name="connsiteX1" fmla="*/ 595828 w 595959"/>
                <a:gd name="connsiteY1" fmla="*/ 3093 h 142822"/>
                <a:gd name="connsiteX2" fmla="*/ 595830 w 595959"/>
                <a:gd name="connsiteY2" fmla="*/ 100640 h 142822"/>
                <a:gd name="connsiteX3" fmla="*/ 131 w 595959"/>
                <a:gd name="connsiteY3" fmla="*/ 142822 h 142822"/>
                <a:gd name="connsiteX4" fmla="*/ 124 w 595959"/>
                <a:gd name="connsiteY4" fmla="*/ 25585 h 142822"/>
                <a:gd name="connsiteX0" fmla="*/ 124 w 595959"/>
                <a:gd name="connsiteY0" fmla="*/ 26512 h 143749"/>
                <a:gd name="connsiteX1" fmla="*/ 595828 w 595959"/>
                <a:gd name="connsiteY1" fmla="*/ 4020 h 143749"/>
                <a:gd name="connsiteX2" fmla="*/ 595830 w 595959"/>
                <a:gd name="connsiteY2" fmla="*/ 101567 h 143749"/>
                <a:gd name="connsiteX3" fmla="*/ 131 w 595959"/>
                <a:gd name="connsiteY3" fmla="*/ 143749 h 143749"/>
                <a:gd name="connsiteX4" fmla="*/ 124 w 595959"/>
                <a:gd name="connsiteY4" fmla="*/ 26512 h 143749"/>
                <a:gd name="connsiteX0" fmla="*/ 124 w 595959"/>
                <a:gd name="connsiteY0" fmla="*/ 26512 h 143749"/>
                <a:gd name="connsiteX1" fmla="*/ 595828 w 595959"/>
                <a:gd name="connsiteY1" fmla="*/ 4020 h 143749"/>
                <a:gd name="connsiteX2" fmla="*/ 595830 w 595959"/>
                <a:gd name="connsiteY2" fmla="*/ 101567 h 143749"/>
                <a:gd name="connsiteX3" fmla="*/ 131 w 595959"/>
                <a:gd name="connsiteY3" fmla="*/ 143749 h 143749"/>
                <a:gd name="connsiteX4" fmla="*/ 124 w 595959"/>
                <a:gd name="connsiteY4" fmla="*/ 26512 h 143749"/>
                <a:gd name="connsiteX0" fmla="*/ 124 w 595959"/>
                <a:gd name="connsiteY0" fmla="*/ 28496 h 145733"/>
                <a:gd name="connsiteX1" fmla="*/ 595828 w 595959"/>
                <a:gd name="connsiteY1" fmla="*/ 6004 h 145733"/>
                <a:gd name="connsiteX2" fmla="*/ 595830 w 595959"/>
                <a:gd name="connsiteY2" fmla="*/ 103551 h 145733"/>
                <a:gd name="connsiteX3" fmla="*/ 131 w 595959"/>
                <a:gd name="connsiteY3" fmla="*/ 145733 h 145733"/>
                <a:gd name="connsiteX4" fmla="*/ 124 w 595959"/>
                <a:gd name="connsiteY4" fmla="*/ 28496 h 14573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856"/>
                <a:gd name="connsiteY0" fmla="*/ 41841 h 159078"/>
                <a:gd name="connsiteX1" fmla="*/ 591261 w 595856"/>
                <a:gd name="connsiteY1" fmla="*/ 0 h 159078"/>
                <a:gd name="connsiteX2" fmla="*/ 595830 w 595856"/>
                <a:gd name="connsiteY2" fmla="*/ 116896 h 159078"/>
                <a:gd name="connsiteX3" fmla="*/ 131 w 595856"/>
                <a:gd name="connsiteY3" fmla="*/ 159078 h 159078"/>
                <a:gd name="connsiteX4" fmla="*/ 124 w 595856"/>
                <a:gd name="connsiteY4" fmla="*/ 41841 h 159078"/>
                <a:gd name="connsiteX0" fmla="*/ 124 w 595959"/>
                <a:gd name="connsiteY0" fmla="*/ 41841 h 159078"/>
                <a:gd name="connsiteX1" fmla="*/ 595828 w 595959"/>
                <a:gd name="connsiteY1" fmla="*/ 0 h 159078"/>
                <a:gd name="connsiteX2" fmla="*/ 595830 w 595959"/>
                <a:gd name="connsiteY2" fmla="*/ 116896 h 159078"/>
                <a:gd name="connsiteX3" fmla="*/ 131 w 595959"/>
                <a:gd name="connsiteY3" fmla="*/ 159078 h 159078"/>
                <a:gd name="connsiteX4" fmla="*/ 124 w 595959"/>
                <a:gd name="connsiteY4" fmla="*/ 41841 h 159078"/>
                <a:gd name="connsiteX0" fmla="*/ 124 w 597349"/>
                <a:gd name="connsiteY0" fmla="*/ 42378 h 159615"/>
                <a:gd name="connsiteX1" fmla="*/ 597349 w 597349"/>
                <a:gd name="connsiteY1" fmla="*/ 0 h 159615"/>
                <a:gd name="connsiteX2" fmla="*/ 595830 w 597349"/>
                <a:gd name="connsiteY2" fmla="*/ 117433 h 159615"/>
                <a:gd name="connsiteX3" fmla="*/ 131 w 597349"/>
                <a:gd name="connsiteY3" fmla="*/ 159615 h 159615"/>
                <a:gd name="connsiteX4" fmla="*/ 124 w 597349"/>
                <a:gd name="connsiteY4" fmla="*/ 42378 h 159615"/>
                <a:gd name="connsiteX0" fmla="*/ 124 w 600443"/>
                <a:gd name="connsiteY0" fmla="*/ 42378 h 159615"/>
                <a:gd name="connsiteX1" fmla="*/ 597349 w 600443"/>
                <a:gd name="connsiteY1" fmla="*/ 0 h 159615"/>
                <a:gd name="connsiteX2" fmla="*/ 600408 w 600443"/>
                <a:gd name="connsiteY2" fmla="*/ 117433 h 159615"/>
                <a:gd name="connsiteX3" fmla="*/ 131 w 600443"/>
                <a:gd name="connsiteY3" fmla="*/ 159615 h 159615"/>
                <a:gd name="connsiteX4" fmla="*/ 124 w 600443"/>
                <a:gd name="connsiteY4" fmla="*/ 42378 h 159615"/>
                <a:gd name="connsiteX0" fmla="*/ 124 w 600537"/>
                <a:gd name="connsiteY0" fmla="*/ 42378 h 159615"/>
                <a:gd name="connsiteX1" fmla="*/ 600401 w 600537"/>
                <a:gd name="connsiteY1" fmla="*/ 0 h 159615"/>
                <a:gd name="connsiteX2" fmla="*/ 600408 w 600537"/>
                <a:gd name="connsiteY2" fmla="*/ 117433 h 159615"/>
                <a:gd name="connsiteX3" fmla="*/ 131 w 600537"/>
                <a:gd name="connsiteY3" fmla="*/ 159615 h 159615"/>
                <a:gd name="connsiteX4" fmla="*/ 124 w 600537"/>
                <a:gd name="connsiteY4" fmla="*/ 42378 h 159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0537" h="159615">
                  <a:moveTo>
                    <a:pt x="124" y="42378"/>
                  </a:moveTo>
                  <a:cubicBezTo>
                    <a:pt x="296414" y="-50243"/>
                    <a:pt x="418111" y="75773"/>
                    <a:pt x="600401" y="0"/>
                  </a:cubicBezTo>
                  <a:cubicBezTo>
                    <a:pt x="599951" y="33260"/>
                    <a:pt x="600858" y="84173"/>
                    <a:pt x="600408" y="117433"/>
                  </a:cubicBezTo>
                  <a:cubicBezTo>
                    <a:pt x="395490" y="192726"/>
                    <a:pt x="285331" y="62551"/>
                    <a:pt x="131" y="159615"/>
                  </a:cubicBezTo>
                  <a:cubicBezTo>
                    <a:pt x="-323" y="114566"/>
                    <a:pt x="578" y="87427"/>
                    <a:pt x="124" y="42378"/>
                  </a:cubicBezTo>
                  <a:close/>
                </a:path>
              </a:pathLst>
            </a:custGeom>
            <a:solidFill>
              <a:schemeClr val="accent2">
                <a:lumMod val="40000"/>
                <a:lumOff val="6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736" name="组合 735">
              <a:extLst>
                <a:ext uri="{FF2B5EF4-FFF2-40B4-BE49-F238E27FC236}">
                  <a16:creationId xmlns:a16="http://schemas.microsoft.com/office/drawing/2014/main" id="{B71A8AC7-7811-AF76-486E-2E2EA239EBBA}"/>
                </a:ext>
              </a:extLst>
            </p:cNvPr>
            <p:cNvGrpSpPr/>
            <p:nvPr/>
          </p:nvGrpSpPr>
          <p:grpSpPr>
            <a:xfrm>
              <a:off x="5766806" y="6517241"/>
              <a:ext cx="621640" cy="663817"/>
              <a:chOff x="5040167" y="6521415"/>
              <a:chExt cx="621640" cy="663817"/>
            </a:xfrm>
          </p:grpSpPr>
          <p:sp>
            <p:nvSpPr>
              <p:cNvPr id="737" name="矩形 1174">
                <a:extLst>
                  <a:ext uri="{FF2B5EF4-FFF2-40B4-BE49-F238E27FC236}">
                    <a16:creationId xmlns:a16="http://schemas.microsoft.com/office/drawing/2014/main" id="{FD5CA058-D9E5-B1EE-C732-9AAA840594C0}"/>
                  </a:ext>
                </a:extLst>
              </p:cNvPr>
              <p:cNvSpPr/>
              <p:nvPr/>
            </p:nvSpPr>
            <p:spPr>
              <a:xfrm rot="10800000">
                <a:off x="5041542" y="6760560"/>
                <a:ext cx="618706" cy="201627"/>
              </a:xfrm>
              <a:custGeom>
                <a:avLst/>
                <a:gdLst>
                  <a:gd name="connsiteX0" fmla="*/ 0 w 595706"/>
                  <a:gd name="connsiteY0" fmla="*/ 0 h 92965"/>
                  <a:gd name="connsiteX1" fmla="*/ 595706 w 595706"/>
                  <a:gd name="connsiteY1" fmla="*/ 0 h 92965"/>
                  <a:gd name="connsiteX2" fmla="*/ 595706 w 595706"/>
                  <a:gd name="connsiteY2" fmla="*/ 92965 h 92965"/>
                  <a:gd name="connsiteX3" fmla="*/ 0 w 595706"/>
                  <a:gd name="connsiteY3" fmla="*/ 92965 h 92965"/>
                  <a:gd name="connsiteX4" fmla="*/ 0 w 595706"/>
                  <a:gd name="connsiteY4" fmla="*/ 0 h 92965"/>
                  <a:gd name="connsiteX0" fmla="*/ 0 w 595706"/>
                  <a:gd name="connsiteY0" fmla="*/ 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0 h 135147"/>
                  <a:gd name="connsiteX0" fmla="*/ 0 w 595706"/>
                  <a:gd name="connsiteY0" fmla="*/ 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0 h 135147"/>
                  <a:gd name="connsiteX0" fmla="*/ 0 w 595706"/>
                  <a:gd name="connsiteY0" fmla="*/ 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0 h 135147"/>
                  <a:gd name="connsiteX0" fmla="*/ 0 w 595706"/>
                  <a:gd name="connsiteY0" fmla="*/ 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0 h 135147"/>
                  <a:gd name="connsiteX0" fmla="*/ 1422 w 594406"/>
                  <a:gd name="connsiteY0" fmla="*/ 21376 h 135147"/>
                  <a:gd name="connsiteX1" fmla="*/ 594406 w 594406"/>
                  <a:gd name="connsiteY1" fmla="*/ 0 h 135147"/>
                  <a:gd name="connsiteX2" fmla="*/ 594406 w 594406"/>
                  <a:gd name="connsiteY2" fmla="*/ 92965 h 135147"/>
                  <a:gd name="connsiteX3" fmla="*/ 61 w 594406"/>
                  <a:gd name="connsiteY3" fmla="*/ 135147 h 135147"/>
                  <a:gd name="connsiteX4" fmla="*/ 1422 w 594406"/>
                  <a:gd name="connsiteY4" fmla="*/ 21376 h 135147"/>
                  <a:gd name="connsiteX0" fmla="*/ 1422 w 594406"/>
                  <a:gd name="connsiteY0" fmla="*/ 15599 h 135147"/>
                  <a:gd name="connsiteX1" fmla="*/ 594406 w 594406"/>
                  <a:gd name="connsiteY1" fmla="*/ 0 h 135147"/>
                  <a:gd name="connsiteX2" fmla="*/ 594406 w 594406"/>
                  <a:gd name="connsiteY2" fmla="*/ 92965 h 135147"/>
                  <a:gd name="connsiteX3" fmla="*/ 61 w 594406"/>
                  <a:gd name="connsiteY3" fmla="*/ 135147 h 135147"/>
                  <a:gd name="connsiteX4" fmla="*/ 1422 w 594406"/>
                  <a:gd name="connsiteY4" fmla="*/ 15599 h 135147"/>
                  <a:gd name="connsiteX0" fmla="*/ 131 w 594476"/>
                  <a:gd name="connsiteY0" fmla="*/ 4622 h 135147"/>
                  <a:gd name="connsiteX1" fmla="*/ 594476 w 594476"/>
                  <a:gd name="connsiteY1" fmla="*/ 0 h 135147"/>
                  <a:gd name="connsiteX2" fmla="*/ 594476 w 594476"/>
                  <a:gd name="connsiteY2" fmla="*/ 92965 h 135147"/>
                  <a:gd name="connsiteX3" fmla="*/ 131 w 594476"/>
                  <a:gd name="connsiteY3" fmla="*/ 135147 h 135147"/>
                  <a:gd name="connsiteX4" fmla="*/ 131 w 594476"/>
                  <a:gd name="connsiteY4" fmla="*/ 4622 h 135147"/>
                  <a:gd name="connsiteX0" fmla="*/ 0 w 595706"/>
                  <a:gd name="connsiteY0" fmla="*/ 1791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17910 h 135147"/>
                  <a:gd name="connsiteX0" fmla="*/ 0 w 595706"/>
                  <a:gd name="connsiteY0" fmla="*/ 1791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17910 h 135147"/>
                  <a:gd name="connsiteX0" fmla="*/ 0 w 595706"/>
                  <a:gd name="connsiteY0" fmla="*/ 1791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17910 h 135147"/>
                  <a:gd name="connsiteX0" fmla="*/ 0 w 595706"/>
                  <a:gd name="connsiteY0" fmla="*/ 1791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17910 h 135147"/>
                  <a:gd name="connsiteX0" fmla="*/ 0 w 595706"/>
                  <a:gd name="connsiteY0" fmla="*/ 22423 h 139660"/>
                  <a:gd name="connsiteX1" fmla="*/ 595706 w 595706"/>
                  <a:gd name="connsiteY1" fmla="*/ 4513 h 139660"/>
                  <a:gd name="connsiteX2" fmla="*/ 595706 w 595706"/>
                  <a:gd name="connsiteY2" fmla="*/ 97478 h 139660"/>
                  <a:gd name="connsiteX3" fmla="*/ 1361 w 595706"/>
                  <a:gd name="connsiteY3" fmla="*/ 139660 h 139660"/>
                  <a:gd name="connsiteX4" fmla="*/ 0 w 595706"/>
                  <a:gd name="connsiteY4" fmla="*/ 22423 h 139660"/>
                  <a:gd name="connsiteX0" fmla="*/ 0 w 595706"/>
                  <a:gd name="connsiteY0" fmla="*/ 26413 h 143650"/>
                  <a:gd name="connsiteX1" fmla="*/ 595706 w 595706"/>
                  <a:gd name="connsiteY1" fmla="*/ 8503 h 143650"/>
                  <a:gd name="connsiteX2" fmla="*/ 595706 w 595706"/>
                  <a:gd name="connsiteY2" fmla="*/ 101468 h 143650"/>
                  <a:gd name="connsiteX3" fmla="*/ 1361 w 595706"/>
                  <a:gd name="connsiteY3" fmla="*/ 143650 h 143650"/>
                  <a:gd name="connsiteX4" fmla="*/ 0 w 595706"/>
                  <a:gd name="connsiteY4" fmla="*/ 26413 h 143650"/>
                  <a:gd name="connsiteX0" fmla="*/ 0 w 595706"/>
                  <a:gd name="connsiteY0" fmla="*/ 21286 h 138523"/>
                  <a:gd name="connsiteX1" fmla="*/ 595706 w 595706"/>
                  <a:gd name="connsiteY1" fmla="*/ 3376 h 138523"/>
                  <a:gd name="connsiteX2" fmla="*/ 595706 w 595706"/>
                  <a:gd name="connsiteY2" fmla="*/ 96341 h 138523"/>
                  <a:gd name="connsiteX3" fmla="*/ 1361 w 595706"/>
                  <a:gd name="connsiteY3" fmla="*/ 138523 h 138523"/>
                  <a:gd name="connsiteX4" fmla="*/ 0 w 595706"/>
                  <a:gd name="connsiteY4" fmla="*/ 21286 h 138523"/>
                  <a:gd name="connsiteX0" fmla="*/ 0 w 595706"/>
                  <a:gd name="connsiteY0" fmla="*/ 22534 h 139771"/>
                  <a:gd name="connsiteX1" fmla="*/ 595706 w 595706"/>
                  <a:gd name="connsiteY1" fmla="*/ 4624 h 139771"/>
                  <a:gd name="connsiteX2" fmla="*/ 595706 w 595706"/>
                  <a:gd name="connsiteY2" fmla="*/ 97589 h 139771"/>
                  <a:gd name="connsiteX3" fmla="*/ 1361 w 595706"/>
                  <a:gd name="connsiteY3" fmla="*/ 139771 h 139771"/>
                  <a:gd name="connsiteX4" fmla="*/ 0 w 595706"/>
                  <a:gd name="connsiteY4" fmla="*/ 22534 h 139771"/>
                  <a:gd name="connsiteX0" fmla="*/ 0 w 595706"/>
                  <a:gd name="connsiteY0" fmla="*/ 23494 h 140731"/>
                  <a:gd name="connsiteX1" fmla="*/ 595706 w 595706"/>
                  <a:gd name="connsiteY1" fmla="*/ 2118 h 140731"/>
                  <a:gd name="connsiteX2" fmla="*/ 595706 w 595706"/>
                  <a:gd name="connsiteY2" fmla="*/ 98549 h 140731"/>
                  <a:gd name="connsiteX3" fmla="*/ 1361 w 595706"/>
                  <a:gd name="connsiteY3" fmla="*/ 140731 h 140731"/>
                  <a:gd name="connsiteX4" fmla="*/ 0 w 595706"/>
                  <a:gd name="connsiteY4" fmla="*/ 23494 h 140731"/>
                  <a:gd name="connsiteX0" fmla="*/ 0 w 595706"/>
                  <a:gd name="connsiteY0" fmla="*/ 23494 h 140731"/>
                  <a:gd name="connsiteX1" fmla="*/ 595706 w 595706"/>
                  <a:gd name="connsiteY1" fmla="*/ 2118 h 140731"/>
                  <a:gd name="connsiteX2" fmla="*/ 595706 w 595706"/>
                  <a:gd name="connsiteY2" fmla="*/ 98549 h 140731"/>
                  <a:gd name="connsiteX3" fmla="*/ 1361 w 595706"/>
                  <a:gd name="connsiteY3" fmla="*/ 140731 h 140731"/>
                  <a:gd name="connsiteX4" fmla="*/ 0 w 595706"/>
                  <a:gd name="connsiteY4" fmla="*/ 23494 h 140731"/>
                  <a:gd name="connsiteX0" fmla="*/ 0 w 595706"/>
                  <a:gd name="connsiteY0" fmla="*/ 25030 h 142267"/>
                  <a:gd name="connsiteX1" fmla="*/ 595706 w 595706"/>
                  <a:gd name="connsiteY1" fmla="*/ 3654 h 142267"/>
                  <a:gd name="connsiteX2" fmla="*/ 595706 w 595706"/>
                  <a:gd name="connsiteY2" fmla="*/ 100085 h 142267"/>
                  <a:gd name="connsiteX3" fmla="*/ 1361 w 595706"/>
                  <a:gd name="connsiteY3" fmla="*/ 142267 h 142267"/>
                  <a:gd name="connsiteX4" fmla="*/ 0 w 595706"/>
                  <a:gd name="connsiteY4" fmla="*/ 25030 h 142267"/>
                  <a:gd name="connsiteX0" fmla="*/ 0 w 595706"/>
                  <a:gd name="connsiteY0" fmla="*/ 22091 h 139328"/>
                  <a:gd name="connsiteX1" fmla="*/ 595706 w 595706"/>
                  <a:gd name="connsiteY1" fmla="*/ 715 h 139328"/>
                  <a:gd name="connsiteX2" fmla="*/ 595706 w 595706"/>
                  <a:gd name="connsiteY2" fmla="*/ 97146 h 139328"/>
                  <a:gd name="connsiteX3" fmla="*/ 1361 w 595706"/>
                  <a:gd name="connsiteY3" fmla="*/ 139328 h 139328"/>
                  <a:gd name="connsiteX4" fmla="*/ 0 w 595706"/>
                  <a:gd name="connsiteY4" fmla="*/ 22091 h 139328"/>
                  <a:gd name="connsiteX0" fmla="*/ 0 w 595706"/>
                  <a:gd name="connsiteY0" fmla="*/ 23573 h 140810"/>
                  <a:gd name="connsiteX1" fmla="*/ 595706 w 595706"/>
                  <a:gd name="connsiteY1" fmla="*/ 2197 h 140810"/>
                  <a:gd name="connsiteX2" fmla="*/ 595706 w 595706"/>
                  <a:gd name="connsiteY2" fmla="*/ 98628 h 140810"/>
                  <a:gd name="connsiteX3" fmla="*/ 1361 w 595706"/>
                  <a:gd name="connsiteY3" fmla="*/ 140810 h 140810"/>
                  <a:gd name="connsiteX4" fmla="*/ 0 w 595706"/>
                  <a:gd name="connsiteY4" fmla="*/ 23573 h 140810"/>
                  <a:gd name="connsiteX0" fmla="*/ 0 w 595706"/>
                  <a:gd name="connsiteY0" fmla="*/ 21908 h 139145"/>
                  <a:gd name="connsiteX1" fmla="*/ 595706 w 595706"/>
                  <a:gd name="connsiteY1" fmla="*/ 532 h 139145"/>
                  <a:gd name="connsiteX2" fmla="*/ 595706 w 595706"/>
                  <a:gd name="connsiteY2" fmla="*/ 96963 h 139145"/>
                  <a:gd name="connsiteX3" fmla="*/ 1361 w 595706"/>
                  <a:gd name="connsiteY3" fmla="*/ 139145 h 139145"/>
                  <a:gd name="connsiteX4" fmla="*/ 0 w 595706"/>
                  <a:gd name="connsiteY4" fmla="*/ 21908 h 139145"/>
                  <a:gd name="connsiteX0" fmla="*/ 0 w 595706"/>
                  <a:gd name="connsiteY0" fmla="*/ 23863 h 141100"/>
                  <a:gd name="connsiteX1" fmla="*/ 595706 w 595706"/>
                  <a:gd name="connsiteY1" fmla="*/ 2487 h 141100"/>
                  <a:gd name="connsiteX2" fmla="*/ 595706 w 595706"/>
                  <a:gd name="connsiteY2" fmla="*/ 98918 h 141100"/>
                  <a:gd name="connsiteX3" fmla="*/ 1361 w 595706"/>
                  <a:gd name="connsiteY3" fmla="*/ 141100 h 141100"/>
                  <a:gd name="connsiteX4" fmla="*/ 0 w 595706"/>
                  <a:gd name="connsiteY4" fmla="*/ 23863 h 141100"/>
                  <a:gd name="connsiteX0" fmla="*/ 0 w 595706"/>
                  <a:gd name="connsiteY0" fmla="*/ 24472 h 141709"/>
                  <a:gd name="connsiteX1" fmla="*/ 595706 w 595706"/>
                  <a:gd name="connsiteY1" fmla="*/ 3096 h 141709"/>
                  <a:gd name="connsiteX2" fmla="*/ 595706 w 595706"/>
                  <a:gd name="connsiteY2" fmla="*/ 99527 h 141709"/>
                  <a:gd name="connsiteX3" fmla="*/ 1361 w 595706"/>
                  <a:gd name="connsiteY3" fmla="*/ 141709 h 141709"/>
                  <a:gd name="connsiteX4" fmla="*/ 0 w 595706"/>
                  <a:gd name="connsiteY4" fmla="*/ 24472 h 141709"/>
                  <a:gd name="connsiteX0" fmla="*/ 0 w 595706"/>
                  <a:gd name="connsiteY0" fmla="*/ 24267 h 141504"/>
                  <a:gd name="connsiteX1" fmla="*/ 595706 w 595706"/>
                  <a:gd name="connsiteY1" fmla="*/ 2891 h 141504"/>
                  <a:gd name="connsiteX2" fmla="*/ 595706 w 595706"/>
                  <a:gd name="connsiteY2" fmla="*/ 99322 h 141504"/>
                  <a:gd name="connsiteX3" fmla="*/ 1361 w 595706"/>
                  <a:gd name="connsiteY3" fmla="*/ 141504 h 141504"/>
                  <a:gd name="connsiteX4" fmla="*/ 0 w 595706"/>
                  <a:gd name="connsiteY4" fmla="*/ 24267 h 141504"/>
                  <a:gd name="connsiteX0" fmla="*/ 0 w 595706"/>
                  <a:gd name="connsiteY0" fmla="*/ 24472 h 141709"/>
                  <a:gd name="connsiteX1" fmla="*/ 595706 w 595706"/>
                  <a:gd name="connsiteY1" fmla="*/ 3096 h 141709"/>
                  <a:gd name="connsiteX2" fmla="*/ 595706 w 595706"/>
                  <a:gd name="connsiteY2" fmla="*/ 99527 h 141709"/>
                  <a:gd name="connsiteX3" fmla="*/ 1361 w 595706"/>
                  <a:gd name="connsiteY3" fmla="*/ 141709 h 141709"/>
                  <a:gd name="connsiteX4" fmla="*/ 0 w 595706"/>
                  <a:gd name="connsiteY4" fmla="*/ 24472 h 141709"/>
                  <a:gd name="connsiteX0" fmla="*/ 0 w 595706"/>
                  <a:gd name="connsiteY0" fmla="*/ 24472 h 141709"/>
                  <a:gd name="connsiteX1" fmla="*/ 594353 w 595706"/>
                  <a:gd name="connsiteY1" fmla="*/ 3096 h 141709"/>
                  <a:gd name="connsiteX2" fmla="*/ 595706 w 595706"/>
                  <a:gd name="connsiteY2" fmla="*/ 99527 h 141709"/>
                  <a:gd name="connsiteX3" fmla="*/ 1361 w 595706"/>
                  <a:gd name="connsiteY3" fmla="*/ 141709 h 141709"/>
                  <a:gd name="connsiteX4" fmla="*/ 0 w 595706"/>
                  <a:gd name="connsiteY4" fmla="*/ 24472 h 141709"/>
                  <a:gd name="connsiteX0" fmla="*/ 124 w 595830"/>
                  <a:gd name="connsiteY0" fmla="*/ 24472 h 141709"/>
                  <a:gd name="connsiteX1" fmla="*/ 594477 w 595830"/>
                  <a:gd name="connsiteY1" fmla="*/ 3096 h 141709"/>
                  <a:gd name="connsiteX2" fmla="*/ 595830 w 595830"/>
                  <a:gd name="connsiteY2" fmla="*/ 99527 h 141709"/>
                  <a:gd name="connsiteX3" fmla="*/ 131 w 595830"/>
                  <a:gd name="connsiteY3" fmla="*/ 141709 h 141709"/>
                  <a:gd name="connsiteX4" fmla="*/ 124 w 595830"/>
                  <a:gd name="connsiteY4" fmla="*/ 24472 h 141709"/>
                  <a:gd name="connsiteX0" fmla="*/ 124 w 597179"/>
                  <a:gd name="connsiteY0" fmla="*/ 25207 h 142444"/>
                  <a:gd name="connsiteX1" fmla="*/ 597179 w 597179"/>
                  <a:gd name="connsiteY1" fmla="*/ 481 h 142444"/>
                  <a:gd name="connsiteX2" fmla="*/ 595830 w 597179"/>
                  <a:gd name="connsiteY2" fmla="*/ 100262 h 142444"/>
                  <a:gd name="connsiteX3" fmla="*/ 131 w 597179"/>
                  <a:gd name="connsiteY3" fmla="*/ 142444 h 142444"/>
                  <a:gd name="connsiteX4" fmla="*/ 124 w 597179"/>
                  <a:gd name="connsiteY4" fmla="*/ 25207 h 142444"/>
                  <a:gd name="connsiteX0" fmla="*/ 124 w 595889"/>
                  <a:gd name="connsiteY0" fmla="*/ 25842 h 143079"/>
                  <a:gd name="connsiteX1" fmla="*/ 594477 w 595889"/>
                  <a:gd name="connsiteY1" fmla="*/ 0 h 143079"/>
                  <a:gd name="connsiteX2" fmla="*/ 595830 w 595889"/>
                  <a:gd name="connsiteY2" fmla="*/ 100897 h 143079"/>
                  <a:gd name="connsiteX3" fmla="*/ 131 w 595889"/>
                  <a:gd name="connsiteY3" fmla="*/ 143079 h 143079"/>
                  <a:gd name="connsiteX4" fmla="*/ 124 w 595889"/>
                  <a:gd name="connsiteY4" fmla="*/ 25842 h 143079"/>
                  <a:gd name="connsiteX0" fmla="*/ 124 w 595889"/>
                  <a:gd name="connsiteY0" fmla="*/ 24713 h 141950"/>
                  <a:gd name="connsiteX1" fmla="*/ 594477 w 595889"/>
                  <a:gd name="connsiteY1" fmla="*/ 2221 h 141950"/>
                  <a:gd name="connsiteX2" fmla="*/ 595830 w 595889"/>
                  <a:gd name="connsiteY2" fmla="*/ 99768 h 141950"/>
                  <a:gd name="connsiteX3" fmla="*/ 131 w 595889"/>
                  <a:gd name="connsiteY3" fmla="*/ 141950 h 141950"/>
                  <a:gd name="connsiteX4" fmla="*/ 124 w 595889"/>
                  <a:gd name="connsiteY4" fmla="*/ 24713 h 141950"/>
                  <a:gd name="connsiteX0" fmla="*/ 124 w 595959"/>
                  <a:gd name="connsiteY0" fmla="*/ 24713 h 141950"/>
                  <a:gd name="connsiteX1" fmla="*/ 595828 w 595959"/>
                  <a:gd name="connsiteY1" fmla="*/ 2221 h 141950"/>
                  <a:gd name="connsiteX2" fmla="*/ 595830 w 595959"/>
                  <a:gd name="connsiteY2" fmla="*/ 99768 h 141950"/>
                  <a:gd name="connsiteX3" fmla="*/ 131 w 595959"/>
                  <a:gd name="connsiteY3" fmla="*/ 141950 h 141950"/>
                  <a:gd name="connsiteX4" fmla="*/ 124 w 595959"/>
                  <a:gd name="connsiteY4" fmla="*/ 24713 h 141950"/>
                  <a:gd name="connsiteX0" fmla="*/ 124 w 595959"/>
                  <a:gd name="connsiteY0" fmla="*/ 24925 h 142162"/>
                  <a:gd name="connsiteX1" fmla="*/ 595828 w 595959"/>
                  <a:gd name="connsiteY1" fmla="*/ 2433 h 142162"/>
                  <a:gd name="connsiteX2" fmla="*/ 595830 w 595959"/>
                  <a:gd name="connsiteY2" fmla="*/ 99980 h 142162"/>
                  <a:gd name="connsiteX3" fmla="*/ 131 w 595959"/>
                  <a:gd name="connsiteY3" fmla="*/ 142162 h 142162"/>
                  <a:gd name="connsiteX4" fmla="*/ 124 w 595959"/>
                  <a:gd name="connsiteY4" fmla="*/ 24925 h 142162"/>
                  <a:gd name="connsiteX0" fmla="*/ 124 w 595959"/>
                  <a:gd name="connsiteY0" fmla="*/ 22492 h 139729"/>
                  <a:gd name="connsiteX1" fmla="*/ 595828 w 595959"/>
                  <a:gd name="connsiteY1" fmla="*/ 0 h 139729"/>
                  <a:gd name="connsiteX2" fmla="*/ 595830 w 595959"/>
                  <a:gd name="connsiteY2" fmla="*/ 97547 h 139729"/>
                  <a:gd name="connsiteX3" fmla="*/ 131 w 595959"/>
                  <a:gd name="connsiteY3" fmla="*/ 139729 h 139729"/>
                  <a:gd name="connsiteX4" fmla="*/ 124 w 595959"/>
                  <a:gd name="connsiteY4" fmla="*/ 22492 h 139729"/>
                  <a:gd name="connsiteX0" fmla="*/ 124 w 595959"/>
                  <a:gd name="connsiteY0" fmla="*/ 25585 h 142822"/>
                  <a:gd name="connsiteX1" fmla="*/ 595828 w 595959"/>
                  <a:gd name="connsiteY1" fmla="*/ 3093 h 142822"/>
                  <a:gd name="connsiteX2" fmla="*/ 595830 w 595959"/>
                  <a:gd name="connsiteY2" fmla="*/ 100640 h 142822"/>
                  <a:gd name="connsiteX3" fmla="*/ 131 w 595959"/>
                  <a:gd name="connsiteY3" fmla="*/ 142822 h 142822"/>
                  <a:gd name="connsiteX4" fmla="*/ 124 w 595959"/>
                  <a:gd name="connsiteY4" fmla="*/ 25585 h 142822"/>
                  <a:gd name="connsiteX0" fmla="*/ 124 w 595959"/>
                  <a:gd name="connsiteY0" fmla="*/ 25585 h 142822"/>
                  <a:gd name="connsiteX1" fmla="*/ 595828 w 595959"/>
                  <a:gd name="connsiteY1" fmla="*/ 3093 h 142822"/>
                  <a:gd name="connsiteX2" fmla="*/ 595830 w 595959"/>
                  <a:gd name="connsiteY2" fmla="*/ 100640 h 142822"/>
                  <a:gd name="connsiteX3" fmla="*/ 131 w 595959"/>
                  <a:gd name="connsiteY3" fmla="*/ 142822 h 142822"/>
                  <a:gd name="connsiteX4" fmla="*/ 124 w 595959"/>
                  <a:gd name="connsiteY4" fmla="*/ 25585 h 142822"/>
                  <a:gd name="connsiteX0" fmla="*/ 124 w 595959"/>
                  <a:gd name="connsiteY0" fmla="*/ 26512 h 143749"/>
                  <a:gd name="connsiteX1" fmla="*/ 595828 w 595959"/>
                  <a:gd name="connsiteY1" fmla="*/ 4020 h 143749"/>
                  <a:gd name="connsiteX2" fmla="*/ 595830 w 595959"/>
                  <a:gd name="connsiteY2" fmla="*/ 101567 h 143749"/>
                  <a:gd name="connsiteX3" fmla="*/ 131 w 595959"/>
                  <a:gd name="connsiteY3" fmla="*/ 143749 h 143749"/>
                  <a:gd name="connsiteX4" fmla="*/ 124 w 595959"/>
                  <a:gd name="connsiteY4" fmla="*/ 26512 h 143749"/>
                  <a:gd name="connsiteX0" fmla="*/ 124 w 595959"/>
                  <a:gd name="connsiteY0" fmla="*/ 26512 h 143749"/>
                  <a:gd name="connsiteX1" fmla="*/ 595828 w 595959"/>
                  <a:gd name="connsiteY1" fmla="*/ 4020 h 143749"/>
                  <a:gd name="connsiteX2" fmla="*/ 595830 w 595959"/>
                  <a:gd name="connsiteY2" fmla="*/ 101567 h 143749"/>
                  <a:gd name="connsiteX3" fmla="*/ 131 w 595959"/>
                  <a:gd name="connsiteY3" fmla="*/ 143749 h 143749"/>
                  <a:gd name="connsiteX4" fmla="*/ 124 w 595959"/>
                  <a:gd name="connsiteY4" fmla="*/ 26512 h 143749"/>
                  <a:gd name="connsiteX0" fmla="*/ 124 w 595959"/>
                  <a:gd name="connsiteY0" fmla="*/ 28496 h 145733"/>
                  <a:gd name="connsiteX1" fmla="*/ 595828 w 595959"/>
                  <a:gd name="connsiteY1" fmla="*/ 6004 h 145733"/>
                  <a:gd name="connsiteX2" fmla="*/ 595830 w 595959"/>
                  <a:gd name="connsiteY2" fmla="*/ 103551 h 145733"/>
                  <a:gd name="connsiteX3" fmla="*/ 131 w 595959"/>
                  <a:gd name="connsiteY3" fmla="*/ 145733 h 145733"/>
                  <a:gd name="connsiteX4" fmla="*/ 124 w 595959"/>
                  <a:gd name="connsiteY4" fmla="*/ 28496 h 14573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856"/>
                  <a:gd name="connsiteY0" fmla="*/ 41841 h 159078"/>
                  <a:gd name="connsiteX1" fmla="*/ 591261 w 595856"/>
                  <a:gd name="connsiteY1" fmla="*/ 0 h 159078"/>
                  <a:gd name="connsiteX2" fmla="*/ 595830 w 595856"/>
                  <a:gd name="connsiteY2" fmla="*/ 116896 h 159078"/>
                  <a:gd name="connsiteX3" fmla="*/ 131 w 595856"/>
                  <a:gd name="connsiteY3" fmla="*/ 159078 h 159078"/>
                  <a:gd name="connsiteX4" fmla="*/ 124 w 595856"/>
                  <a:gd name="connsiteY4" fmla="*/ 41841 h 159078"/>
                  <a:gd name="connsiteX0" fmla="*/ 124 w 595959"/>
                  <a:gd name="connsiteY0" fmla="*/ 41841 h 159078"/>
                  <a:gd name="connsiteX1" fmla="*/ 595828 w 595959"/>
                  <a:gd name="connsiteY1" fmla="*/ 0 h 159078"/>
                  <a:gd name="connsiteX2" fmla="*/ 595830 w 595959"/>
                  <a:gd name="connsiteY2" fmla="*/ 116896 h 159078"/>
                  <a:gd name="connsiteX3" fmla="*/ 131 w 595959"/>
                  <a:gd name="connsiteY3" fmla="*/ 159078 h 159078"/>
                  <a:gd name="connsiteX4" fmla="*/ 124 w 595959"/>
                  <a:gd name="connsiteY4" fmla="*/ 41841 h 159078"/>
                  <a:gd name="connsiteX0" fmla="*/ 124 w 597349"/>
                  <a:gd name="connsiteY0" fmla="*/ 42378 h 159615"/>
                  <a:gd name="connsiteX1" fmla="*/ 597349 w 597349"/>
                  <a:gd name="connsiteY1" fmla="*/ 0 h 159615"/>
                  <a:gd name="connsiteX2" fmla="*/ 595830 w 597349"/>
                  <a:gd name="connsiteY2" fmla="*/ 117433 h 159615"/>
                  <a:gd name="connsiteX3" fmla="*/ 131 w 597349"/>
                  <a:gd name="connsiteY3" fmla="*/ 159615 h 159615"/>
                  <a:gd name="connsiteX4" fmla="*/ 124 w 597349"/>
                  <a:gd name="connsiteY4" fmla="*/ 42378 h 159615"/>
                  <a:gd name="connsiteX0" fmla="*/ 124 w 600443"/>
                  <a:gd name="connsiteY0" fmla="*/ 42378 h 159615"/>
                  <a:gd name="connsiteX1" fmla="*/ 597349 w 600443"/>
                  <a:gd name="connsiteY1" fmla="*/ 0 h 159615"/>
                  <a:gd name="connsiteX2" fmla="*/ 600408 w 600443"/>
                  <a:gd name="connsiteY2" fmla="*/ 117433 h 159615"/>
                  <a:gd name="connsiteX3" fmla="*/ 131 w 600443"/>
                  <a:gd name="connsiteY3" fmla="*/ 159615 h 159615"/>
                  <a:gd name="connsiteX4" fmla="*/ 124 w 600443"/>
                  <a:gd name="connsiteY4" fmla="*/ 42378 h 159615"/>
                  <a:gd name="connsiteX0" fmla="*/ 124 w 600537"/>
                  <a:gd name="connsiteY0" fmla="*/ 42378 h 159615"/>
                  <a:gd name="connsiteX1" fmla="*/ 600401 w 600537"/>
                  <a:gd name="connsiteY1" fmla="*/ 0 h 159615"/>
                  <a:gd name="connsiteX2" fmla="*/ 600408 w 600537"/>
                  <a:gd name="connsiteY2" fmla="*/ 117433 h 159615"/>
                  <a:gd name="connsiteX3" fmla="*/ 131 w 600537"/>
                  <a:gd name="connsiteY3" fmla="*/ 159615 h 159615"/>
                  <a:gd name="connsiteX4" fmla="*/ 124 w 600537"/>
                  <a:gd name="connsiteY4" fmla="*/ 42378 h 1596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00537" h="159615">
                    <a:moveTo>
                      <a:pt x="124" y="42378"/>
                    </a:moveTo>
                    <a:cubicBezTo>
                      <a:pt x="296414" y="-50243"/>
                      <a:pt x="418111" y="75773"/>
                      <a:pt x="600401" y="0"/>
                    </a:cubicBezTo>
                    <a:cubicBezTo>
                      <a:pt x="599951" y="33260"/>
                      <a:pt x="600858" y="84173"/>
                      <a:pt x="600408" y="117433"/>
                    </a:cubicBezTo>
                    <a:cubicBezTo>
                      <a:pt x="395490" y="192726"/>
                      <a:pt x="285331" y="62551"/>
                      <a:pt x="131" y="159615"/>
                    </a:cubicBezTo>
                    <a:cubicBezTo>
                      <a:pt x="-323" y="114566"/>
                      <a:pt x="578" y="87427"/>
                      <a:pt x="124" y="42378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</a:schemeClr>
              </a:solidFill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38" name="矩形 1174">
                <a:extLst>
                  <a:ext uri="{FF2B5EF4-FFF2-40B4-BE49-F238E27FC236}">
                    <a16:creationId xmlns:a16="http://schemas.microsoft.com/office/drawing/2014/main" id="{74CB673C-C0D4-7EDF-FB01-710931A7A813}"/>
                  </a:ext>
                </a:extLst>
              </p:cNvPr>
              <p:cNvSpPr/>
              <p:nvPr/>
            </p:nvSpPr>
            <p:spPr>
              <a:xfrm rot="10800000">
                <a:off x="5041542" y="6890402"/>
                <a:ext cx="618706" cy="226680"/>
              </a:xfrm>
              <a:custGeom>
                <a:avLst/>
                <a:gdLst>
                  <a:gd name="connsiteX0" fmla="*/ 0 w 595706"/>
                  <a:gd name="connsiteY0" fmla="*/ 0 h 92965"/>
                  <a:gd name="connsiteX1" fmla="*/ 595706 w 595706"/>
                  <a:gd name="connsiteY1" fmla="*/ 0 h 92965"/>
                  <a:gd name="connsiteX2" fmla="*/ 595706 w 595706"/>
                  <a:gd name="connsiteY2" fmla="*/ 92965 h 92965"/>
                  <a:gd name="connsiteX3" fmla="*/ 0 w 595706"/>
                  <a:gd name="connsiteY3" fmla="*/ 92965 h 92965"/>
                  <a:gd name="connsiteX4" fmla="*/ 0 w 595706"/>
                  <a:gd name="connsiteY4" fmla="*/ 0 h 92965"/>
                  <a:gd name="connsiteX0" fmla="*/ 0 w 595706"/>
                  <a:gd name="connsiteY0" fmla="*/ 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0 h 135147"/>
                  <a:gd name="connsiteX0" fmla="*/ 0 w 595706"/>
                  <a:gd name="connsiteY0" fmla="*/ 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0 h 135147"/>
                  <a:gd name="connsiteX0" fmla="*/ 0 w 595706"/>
                  <a:gd name="connsiteY0" fmla="*/ 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0 h 135147"/>
                  <a:gd name="connsiteX0" fmla="*/ 0 w 595706"/>
                  <a:gd name="connsiteY0" fmla="*/ 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0 h 135147"/>
                  <a:gd name="connsiteX0" fmla="*/ 1422 w 594406"/>
                  <a:gd name="connsiteY0" fmla="*/ 21376 h 135147"/>
                  <a:gd name="connsiteX1" fmla="*/ 594406 w 594406"/>
                  <a:gd name="connsiteY1" fmla="*/ 0 h 135147"/>
                  <a:gd name="connsiteX2" fmla="*/ 594406 w 594406"/>
                  <a:gd name="connsiteY2" fmla="*/ 92965 h 135147"/>
                  <a:gd name="connsiteX3" fmla="*/ 61 w 594406"/>
                  <a:gd name="connsiteY3" fmla="*/ 135147 h 135147"/>
                  <a:gd name="connsiteX4" fmla="*/ 1422 w 594406"/>
                  <a:gd name="connsiteY4" fmla="*/ 21376 h 135147"/>
                  <a:gd name="connsiteX0" fmla="*/ 1422 w 594406"/>
                  <a:gd name="connsiteY0" fmla="*/ 15599 h 135147"/>
                  <a:gd name="connsiteX1" fmla="*/ 594406 w 594406"/>
                  <a:gd name="connsiteY1" fmla="*/ 0 h 135147"/>
                  <a:gd name="connsiteX2" fmla="*/ 594406 w 594406"/>
                  <a:gd name="connsiteY2" fmla="*/ 92965 h 135147"/>
                  <a:gd name="connsiteX3" fmla="*/ 61 w 594406"/>
                  <a:gd name="connsiteY3" fmla="*/ 135147 h 135147"/>
                  <a:gd name="connsiteX4" fmla="*/ 1422 w 594406"/>
                  <a:gd name="connsiteY4" fmla="*/ 15599 h 135147"/>
                  <a:gd name="connsiteX0" fmla="*/ 131 w 594476"/>
                  <a:gd name="connsiteY0" fmla="*/ 4622 h 135147"/>
                  <a:gd name="connsiteX1" fmla="*/ 594476 w 594476"/>
                  <a:gd name="connsiteY1" fmla="*/ 0 h 135147"/>
                  <a:gd name="connsiteX2" fmla="*/ 594476 w 594476"/>
                  <a:gd name="connsiteY2" fmla="*/ 92965 h 135147"/>
                  <a:gd name="connsiteX3" fmla="*/ 131 w 594476"/>
                  <a:gd name="connsiteY3" fmla="*/ 135147 h 135147"/>
                  <a:gd name="connsiteX4" fmla="*/ 131 w 594476"/>
                  <a:gd name="connsiteY4" fmla="*/ 4622 h 135147"/>
                  <a:gd name="connsiteX0" fmla="*/ 0 w 595706"/>
                  <a:gd name="connsiteY0" fmla="*/ 1791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17910 h 135147"/>
                  <a:gd name="connsiteX0" fmla="*/ 0 w 595706"/>
                  <a:gd name="connsiteY0" fmla="*/ 1791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17910 h 135147"/>
                  <a:gd name="connsiteX0" fmla="*/ 0 w 595706"/>
                  <a:gd name="connsiteY0" fmla="*/ 1791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17910 h 135147"/>
                  <a:gd name="connsiteX0" fmla="*/ 0 w 595706"/>
                  <a:gd name="connsiteY0" fmla="*/ 1791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17910 h 135147"/>
                  <a:gd name="connsiteX0" fmla="*/ 0 w 595706"/>
                  <a:gd name="connsiteY0" fmla="*/ 22423 h 139660"/>
                  <a:gd name="connsiteX1" fmla="*/ 595706 w 595706"/>
                  <a:gd name="connsiteY1" fmla="*/ 4513 h 139660"/>
                  <a:gd name="connsiteX2" fmla="*/ 595706 w 595706"/>
                  <a:gd name="connsiteY2" fmla="*/ 97478 h 139660"/>
                  <a:gd name="connsiteX3" fmla="*/ 1361 w 595706"/>
                  <a:gd name="connsiteY3" fmla="*/ 139660 h 139660"/>
                  <a:gd name="connsiteX4" fmla="*/ 0 w 595706"/>
                  <a:gd name="connsiteY4" fmla="*/ 22423 h 139660"/>
                  <a:gd name="connsiteX0" fmla="*/ 0 w 595706"/>
                  <a:gd name="connsiteY0" fmla="*/ 26413 h 143650"/>
                  <a:gd name="connsiteX1" fmla="*/ 595706 w 595706"/>
                  <a:gd name="connsiteY1" fmla="*/ 8503 h 143650"/>
                  <a:gd name="connsiteX2" fmla="*/ 595706 w 595706"/>
                  <a:gd name="connsiteY2" fmla="*/ 101468 h 143650"/>
                  <a:gd name="connsiteX3" fmla="*/ 1361 w 595706"/>
                  <a:gd name="connsiteY3" fmla="*/ 143650 h 143650"/>
                  <a:gd name="connsiteX4" fmla="*/ 0 w 595706"/>
                  <a:gd name="connsiteY4" fmla="*/ 26413 h 143650"/>
                  <a:gd name="connsiteX0" fmla="*/ 0 w 595706"/>
                  <a:gd name="connsiteY0" fmla="*/ 21286 h 138523"/>
                  <a:gd name="connsiteX1" fmla="*/ 595706 w 595706"/>
                  <a:gd name="connsiteY1" fmla="*/ 3376 h 138523"/>
                  <a:gd name="connsiteX2" fmla="*/ 595706 w 595706"/>
                  <a:gd name="connsiteY2" fmla="*/ 96341 h 138523"/>
                  <a:gd name="connsiteX3" fmla="*/ 1361 w 595706"/>
                  <a:gd name="connsiteY3" fmla="*/ 138523 h 138523"/>
                  <a:gd name="connsiteX4" fmla="*/ 0 w 595706"/>
                  <a:gd name="connsiteY4" fmla="*/ 21286 h 138523"/>
                  <a:gd name="connsiteX0" fmla="*/ 0 w 595706"/>
                  <a:gd name="connsiteY0" fmla="*/ 22534 h 139771"/>
                  <a:gd name="connsiteX1" fmla="*/ 595706 w 595706"/>
                  <a:gd name="connsiteY1" fmla="*/ 4624 h 139771"/>
                  <a:gd name="connsiteX2" fmla="*/ 595706 w 595706"/>
                  <a:gd name="connsiteY2" fmla="*/ 97589 h 139771"/>
                  <a:gd name="connsiteX3" fmla="*/ 1361 w 595706"/>
                  <a:gd name="connsiteY3" fmla="*/ 139771 h 139771"/>
                  <a:gd name="connsiteX4" fmla="*/ 0 w 595706"/>
                  <a:gd name="connsiteY4" fmla="*/ 22534 h 139771"/>
                  <a:gd name="connsiteX0" fmla="*/ 0 w 595706"/>
                  <a:gd name="connsiteY0" fmla="*/ 23494 h 140731"/>
                  <a:gd name="connsiteX1" fmla="*/ 595706 w 595706"/>
                  <a:gd name="connsiteY1" fmla="*/ 2118 h 140731"/>
                  <a:gd name="connsiteX2" fmla="*/ 595706 w 595706"/>
                  <a:gd name="connsiteY2" fmla="*/ 98549 h 140731"/>
                  <a:gd name="connsiteX3" fmla="*/ 1361 w 595706"/>
                  <a:gd name="connsiteY3" fmla="*/ 140731 h 140731"/>
                  <a:gd name="connsiteX4" fmla="*/ 0 w 595706"/>
                  <a:gd name="connsiteY4" fmla="*/ 23494 h 140731"/>
                  <a:gd name="connsiteX0" fmla="*/ 0 w 595706"/>
                  <a:gd name="connsiteY0" fmla="*/ 23494 h 140731"/>
                  <a:gd name="connsiteX1" fmla="*/ 595706 w 595706"/>
                  <a:gd name="connsiteY1" fmla="*/ 2118 h 140731"/>
                  <a:gd name="connsiteX2" fmla="*/ 595706 w 595706"/>
                  <a:gd name="connsiteY2" fmla="*/ 98549 h 140731"/>
                  <a:gd name="connsiteX3" fmla="*/ 1361 w 595706"/>
                  <a:gd name="connsiteY3" fmla="*/ 140731 h 140731"/>
                  <a:gd name="connsiteX4" fmla="*/ 0 w 595706"/>
                  <a:gd name="connsiteY4" fmla="*/ 23494 h 140731"/>
                  <a:gd name="connsiteX0" fmla="*/ 0 w 595706"/>
                  <a:gd name="connsiteY0" fmla="*/ 25030 h 142267"/>
                  <a:gd name="connsiteX1" fmla="*/ 595706 w 595706"/>
                  <a:gd name="connsiteY1" fmla="*/ 3654 h 142267"/>
                  <a:gd name="connsiteX2" fmla="*/ 595706 w 595706"/>
                  <a:gd name="connsiteY2" fmla="*/ 100085 h 142267"/>
                  <a:gd name="connsiteX3" fmla="*/ 1361 w 595706"/>
                  <a:gd name="connsiteY3" fmla="*/ 142267 h 142267"/>
                  <a:gd name="connsiteX4" fmla="*/ 0 w 595706"/>
                  <a:gd name="connsiteY4" fmla="*/ 25030 h 142267"/>
                  <a:gd name="connsiteX0" fmla="*/ 0 w 595706"/>
                  <a:gd name="connsiteY0" fmla="*/ 22091 h 139328"/>
                  <a:gd name="connsiteX1" fmla="*/ 595706 w 595706"/>
                  <a:gd name="connsiteY1" fmla="*/ 715 h 139328"/>
                  <a:gd name="connsiteX2" fmla="*/ 595706 w 595706"/>
                  <a:gd name="connsiteY2" fmla="*/ 97146 h 139328"/>
                  <a:gd name="connsiteX3" fmla="*/ 1361 w 595706"/>
                  <a:gd name="connsiteY3" fmla="*/ 139328 h 139328"/>
                  <a:gd name="connsiteX4" fmla="*/ 0 w 595706"/>
                  <a:gd name="connsiteY4" fmla="*/ 22091 h 139328"/>
                  <a:gd name="connsiteX0" fmla="*/ 0 w 595706"/>
                  <a:gd name="connsiteY0" fmla="*/ 23573 h 140810"/>
                  <a:gd name="connsiteX1" fmla="*/ 595706 w 595706"/>
                  <a:gd name="connsiteY1" fmla="*/ 2197 h 140810"/>
                  <a:gd name="connsiteX2" fmla="*/ 595706 w 595706"/>
                  <a:gd name="connsiteY2" fmla="*/ 98628 h 140810"/>
                  <a:gd name="connsiteX3" fmla="*/ 1361 w 595706"/>
                  <a:gd name="connsiteY3" fmla="*/ 140810 h 140810"/>
                  <a:gd name="connsiteX4" fmla="*/ 0 w 595706"/>
                  <a:gd name="connsiteY4" fmla="*/ 23573 h 140810"/>
                  <a:gd name="connsiteX0" fmla="*/ 0 w 595706"/>
                  <a:gd name="connsiteY0" fmla="*/ 21908 h 139145"/>
                  <a:gd name="connsiteX1" fmla="*/ 595706 w 595706"/>
                  <a:gd name="connsiteY1" fmla="*/ 532 h 139145"/>
                  <a:gd name="connsiteX2" fmla="*/ 595706 w 595706"/>
                  <a:gd name="connsiteY2" fmla="*/ 96963 h 139145"/>
                  <a:gd name="connsiteX3" fmla="*/ 1361 w 595706"/>
                  <a:gd name="connsiteY3" fmla="*/ 139145 h 139145"/>
                  <a:gd name="connsiteX4" fmla="*/ 0 w 595706"/>
                  <a:gd name="connsiteY4" fmla="*/ 21908 h 139145"/>
                  <a:gd name="connsiteX0" fmla="*/ 0 w 595706"/>
                  <a:gd name="connsiteY0" fmla="*/ 23863 h 141100"/>
                  <a:gd name="connsiteX1" fmla="*/ 595706 w 595706"/>
                  <a:gd name="connsiteY1" fmla="*/ 2487 h 141100"/>
                  <a:gd name="connsiteX2" fmla="*/ 595706 w 595706"/>
                  <a:gd name="connsiteY2" fmla="*/ 98918 h 141100"/>
                  <a:gd name="connsiteX3" fmla="*/ 1361 w 595706"/>
                  <a:gd name="connsiteY3" fmla="*/ 141100 h 141100"/>
                  <a:gd name="connsiteX4" fmla="*/ 0 w 595706"/>
                  <a:gd name="connsiteY4" fmla="*/ 23863 h 141100"/>
                  <a:gd name="connsiteX0" fmla="*/ 0 w 595706"/>
                  <a:gd name="connsiteY0" fmla="*/ 24472 h 141709"/>
                  <a:gd name="connsiteX1" fmla="*/ 595706 w 595706"/>
                  <a:gd name="connsiteY1" fmla="*/ 3096 h 141709"/>
                  <a:gd name="connsiteX2" fmla="*/ 595706 w 595706"/>
                  <a:gd name="connsiteY2" fmla="*/ 99527 h 141709"/>
                  <a:gd name="connsiteX3" fmla="*/ 1361 w 595706"/>
                  <a:gd name="connsiteY3" fmla="*/ 141709 h 141709"/>
                  <a:gd name="connsiteX4" fmla="*/ 0 w 595706"/>
                  <a:gd name="connsiteY4" fmla="*/ 24472 h 141709"/>
                  <a:gd name="connsiteX0" fmla="*/ 0 w 595706"/>
                  <a:gd name="connsiteY0" fmla="*/ 24267 h 141504"/>
                  <a:gd name="connsiteX1" fmla="*/ 595706 w 595706"/>
                  <a:gd name="connsiteY1" fmla="*/ 2891 h 141504"/>
                  <a:gd name="connsiteX2" fmla="*/ 595706 w 595706"/>
                  <a:gd name="connsiteY2" fmla="*/ 99322 h 141504"/>
                  <a:gd name="connsiteX3" fmla="*/ 1361 w 595706"/>
                  <a:gd name="connsiteY3" fmla="*/ 141504 h 141504"/>
                  <a:gd name="connsiteX4" fmla="*/ 0 w 595706"/>
                  <a:gd name="connsiteY4" fmla="*/ 24267 h 141504"/>
                  <a:gd name="connsiteX0" fmla="*/ 0 w 595706"/>
                  <a:gd name="connsiteY0" fmla="*/ 24472 h 141709"/>
                  <a:gd name="connsiteX1" fmla="*/ 595706 w 595706"/>
                  <a:gd name="connsiteY1" fmla="*/ 3096 h 141709"/>
                  <a:gd name="connsiteX2" fmla="*/ 595706 w 595706"/>
                  <a:gd name="connsiteY2" fmla="*/ 99527 h 141709"/>
                  <a:gd name="connsiteX3" fmla="*/ 1361 w 595706"/>
                  <a:gd name="connsiteY3" fmla="*/ 141709 h 141709"/>
                  <a:gd name="connsiteX4" fmla="*/ 0 w 595706"/>
                  <a:gd name="connsiteY4" fmla="*/ 24472 h 141709"/>
                  <a:gd name="connsiteX0" fmla="*/ 0 w 595706"/>
                  <a:gd name="connsiteY0" fmla="*/ 24472 h 141709"/>
                  <a:gd name="connsiteX1" fmla="*/ 594353 w 595706"/>
                  <a:gd name="connsiteY1" fmla="*/ 3096 h 141709"/>
                  <a:gd name="connsiteX2" fmla="*/ 595706 w 595706"/>
                  <a:gd name="connsiteY2" fmla="*/ 99527 h 141709"/>
                  <a:gd name="connsiteX3" fmla="*/ 1361 w 595706"/>
                  <a:gd name="connsiteY3" fmla="*/ 141709 h 141709"/>
                  <a:gd name="connsiteX4" fmla="*/ 0 w 595706"/>
                  <a:gd name="connsiteY4" fmla="*/ 24472 h 141709"/>
                  <a:gd name="connsiteX0" fmla="*/ 124 w 595830"/>
                  <a:gd name="connsiteY0" fmla="*/ 24472 h 141709"/>
                  <a:gd name="connsiteX1" fmla="*/ 594477 w 595830"/>
                  <a:gd name="connsiteY1" fmla="*/ 3096 h 141709"/>
                  <a:gd name="connsiteX2" fmla="*/ 595830 w 595830"/>
                  <a:gd name="connsiteY2" fmla="*/ 99527 h 141709"/>
                  <a:gd name="connsiteX3" fmla="*/ 131 w 595830"/>
                  <a:gd name="connsiteY3" fmla="*/ 141709 h 141709"/>
                  <a:gd name="connsiteX4" fmla="*/ 124 w 595830"/>
                  <a:gd name="connsiteY4" fmla="*/ 24472 h 141709"/>
                  <a:gd name="connsiteX0" fmla="*/ 124 w 597179"/>
                  <a:gd name="connsiteY0" fmla="*/ 25207 h 142444"/>
                  <a:gd name="connsiteX1" fmla="*/ 597179 w 597179"/>
                  <a:gd name="connsiteY1" fmla="*/ 481 h 142444"/>
                  <a:gd name="connsiteX2" fmla="*/ 595830 w 597179"/>
                  <a:gd name="connsiteY2" fmla="*/ 100262 h 142444"/>
                  <a:gd name="connsiteX3" fmla="*/ 131 w 597179"/>
                  <a:gd name="connsiteY3" fmla="*/ 142444 h 142444"/>
                  <a:gd name="connsiteX4" fmla="*/ 124 w 597179"/>
                  <a:gd name="connsiteY4" fmla="*/ 25207 h 142444"/>
                  <a:gd name="connsiteX0" fmla="*/ 124 w 595889"/>
                  <a:gd name="connsiteY0" fmla="*/ 25842 h 143079"/>
                  <a:gd name="connsiteX1" fmla="*/ 594477 w 595889"/>
                  <a:gd name="connsiteY1" fmla="*/ 0 h 143079"/>
                  <a:gd name="connsiteX2" fmla="*/ 595830 w 595889"/>
                  <a:gd name="connsiteY2" fmla="*/ 100897 h 143079"/>
                  <a:gd name="connsiteX3" fmla="*/ 131 w 595889"/>
                  <a:gd name="connsiteY3" fmla="*/ 143079 h 143079"/>
                  <a:gd name="connsiteX4" fmla="*/ 124 w 595889"/>
                  <a:gd name="connsiteY4" fmla="*/ 25842 h 143079"/>
                  <a:gd name="connsiteX0" fmla="*/ 124 w 595889"/>
                  <a:gd name="connsiteY0" fmla="*/ 24713 h 141950"/>
                  <a:gd name="connsiteX1" fmla="*/ 594477 w 595889"/>
                  <a:gd name="connsiteY1" fmla="*/ 2221 h 141950"/>
                  <a:gd name="connsiteX2" fmla="*/ 595830 w 595889"/>
                  <a:gd name="connsiteY2" fmla="*/ 99768 h 141950"/>
                  <a:gd name="connsiteX3" fmla="*/ 131 w 595889"/>
                  <a:gd name="connsiteY3" fmla="*/ 141950 h 141950"/>
                  <a:gd name="connsiteX4" fmla="*/ 124 w 595889"/>
                  <a:gd name="connsiteY4" fmla="*/ 24713 h 141950"/>
                  <a:gd name="connsiteX0" fmla="*/ 124 w 595959"/>
                  <a:gd name="connsiteY0" fmla="*/ 24713 h 141950"/>
                  <a:gd name="connsiteX1" fmla="*/ 595828 w 595959"/>
                  <a:gd name="connsiteY1" fmla="*/ 2221 h 141950"/>
                  <a:gd name="connsiteX2" fmla="*/ 595830 w 595959"/>
                  <a:gd name="connsiteY2" fmla="*/ 99768 h 141950"/>
                  <a:gd name="connsiteX3" fmla="*/ 131 w 595959"/>
                  <a:gd name="connsiteY3" fmla="*/ 141950 h 141950"/>
                  <a:gd name="connsiteX4" fmla="*/ 124 w 595959"/>
                  <a:gd name="connsiteY4" fmla="*/ 24713 h 141950"/>
                  <a:gd name="connsiteX0" fmla="*/ 124 w 595959"/>
                  <a:gd name="connsiteY0" fmla="*/ 24925 h 142162"/>
                  <a:gd name="connsiteX1" fmla="*/ 595828 w 595959"/>
                  <a:gd name="connsiteY1" fmla="*/ 2433 h 142162"/>
                  <a:gd name="connsiteX2" fmla="*/ 595830 w 595959"/>
                  <a:gd name="connsiteY2" fmla="*/ 99980 h 142162"/>
                  <a:gd name="connsiteX3" fmla="*/ 131 w 595959"/>
                  <a:gd name="connsiteY3" fmla="*/ 142162 h 142162"/>
                  <a:gd name="connsiteX4" fmla="*/ 124 w 595959"/>
                  <a:gd name="connsiteY4" fmla="*/ 24925 h 142162"/>
                  <a:gd name="connsiteX0" fmla="*/ 124 w 595959"/>
                  <a:gd name="connsiteY0" fmla="*/ 22492 h 139729"/>
                  <a:gd name="connsiteX1" fmla="*/ 595828 w 595959"/>
                  <a:gd name="connsiteY1" fmla="*/ 0 h 139729"/>
                  <a:gd name="connsiteX2" fmla="*/ 595830 w 595959"/>
                  <a:gd name="connsiteY2" fmla="*/ 97547 h 139729"/>
                  <a:gd name="connsiteX3" fmla="*/ 131 w 595959"/>
                  <a:gd name="connsiteY3" fmla="*/ 139729 h 139729"/>
                  <a:gd name="connsiteX4" fmla="*/ 124 w 595959"/>
                  <a:gd name="connsiteY4" fmla="*/ 22492 h 139729"/>
                  <a:gd name="connsiteX0" fmla="*/ 124 w 595959"/>
                  <a:gd name="connsiteY0" fmla="*/ 25585 h 142822"/>
                  <a:gd name="connsiteX1" fmla="*/ 595828 w 595959"/>
                  <a:gd name="connsiteY1" fmla="*/ 3093 h 142822"/>
                  <a:gd name="connsiteX2" fmla="*/ 595830 w 595959"/>
                  <a:gd name="connsiteY2" fmla="*/ 100640 h 142822"/>
                  <a:gd name="connsiteX3" fmla="*/ 131 w 595959"/>
                  <a:gd name="connsiteY3" fmla="*/ 142822 h 142822"/>
                  <a:gd name="connsiteX4" fmla="*/ 124 w 595959"/>
                  <a:gd name="connsiteY4" fmla="*/ 25585 h 142822"/>
                  <a:gd name="connsiteX0" fmla="*/ 124 w 595959"/>
                  <a:gd name="connsiteY0" fmla="*/ 25585 h 142822"/>
                  <a:gd name="connsiteX1" fmla="*/ 595828 w 595959"/>
                  <a:gd name="connsiteY1" fmla="*/ 3093 h 142822"/>
                  <a:gd name="connsiteX2" fmla="*/ 595830 w 595959"/>
                  <a:gd name="connsiteY2" fmla="*/ 100640 h 142822"/>
                  <a:gd name="connsiteX3" fmla="*/ 131 w 595959"/>
                  <a:gd name="connsiteY3" fmla="*/ 142822 h 142822"/>
                  <a:gd name="connsiteX4" fmla="*/ 124 w 595959"/>
                  <a:gd name="connsiteY4" fmla="*/ 25585 h 142822"/>
                  <a:gd name="connsiteX0" fmla="*/ 124 w 595959"/>
                  <a:gd name="connsiteY0" fmla="*/ 26512 h 143749"/>
                  <a:gd name="connsiteX1" fmla="*/ 595828 w 595959"/>
                  <a:gd name="connsiteY1" fmla="*/ 4020 h 143749"/>
                  <a:gd name="connsiteX2" fmla="*/ 595830 w 595959"/>
                  <a:gd name="connsiteY2" fmla="*/ 101567 h 143749"/>
                  <a:gd name="connsiteX3" fmla="*/ 131 w 595959"/>
                  <a:gd name="connsiteY3" fmla="*/ 143749 h 143749"/>
                  <a:gd name="connsiteX4" fmla="*/ 124 w 595959"/>
                  <a:gd name="connsiteY4" fmla="*/ 26512 h 143749"/>
                  <a:gd name="connsiteX0" fmla="*/ 124 w 595959"/>
                  <a:gd name="connsiteY0" fmla="*/ 26512 h 143749"/>
                  <a:gd name="connsiteX1" fmla="*/ 595828 w 595959"/>
                  <a:gd name="connsiteY1" fmla="*/ 4020 h 143749"/>
                  <a:gd name="connsiteX2" fmla="*/ 595830 w 595959"/>
                  <a:gd name="connsiteY2" fmla="*/ 101567 h 143749"/>
                  <a:gd name="connsiteX3" fmla="*/ 131 w 595959"/>
                  <a:gd name="connsiteY3" fmla="*/ 143749 h 143749"/>
                  <a:gd name="connsiteX4" fmla="*/ 124 w 595959"/>
                  <a:gd name="connsiteY4" fmla="*/ 26512 h 143749"/>
                  <a:gd name="connsiteX0" fmla="*/ 124 w 595959"/>
                  <a:gd name="connsiteY0" fmla="*/ 28496 h 145733"/>
                  <a:gd name="connsiteX1" fmla="*/ 595828 w 595959"/>
                  <a:gd name="connsiteY1" fmla="*/ 6004 h 145733"/>
                  <a:gd name="connsiteX2" fmla="*/ 595830 w 595959"/>
                  <a:gd name="connsiteY2" fmla="*/ 103551 h 145733"/>
                  <a:gd name="connsiteX3" fmla="*/ 131 w 595959"/>
                  <a:gd name="connsiteY3" fmla="*/ 145733 h 145733"/>
                  <a:gd name="connsiteX4" fmla="*/ 124 w 595959"/>
                  <a:gd name="connsiteY4" fmla="*/ 28496 h 14573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856"/>
                  <a:gd name="connsiteY0" fmla="*/ 41841 h 159078"/>
                  <a:gd name="connsiteX1" fmla="*/ 591261 w 595856"/>
                  <a:gd name="connsiteY1" fmla="*/ 0 h 159078"/>
                  <a:gd name="connsiteX2" fmla="*/ 595830 w 595856"/>
                  <a:gd name="connsiteY2" fmla="*/ 116896 h 159078"/>
                  <a:gd name="connsiteX3" fmla="*/ 131 w 595856"/>
                  <a:gd name="connsiteY3" fmla="*/ 159078 h 159078"/>
                  <a:gd name="connsiteX4" fmla="*/ 124 w 595856"/>
                  <a:gd name="connsiteY4" fmla="*/ 41841 h 159078"/>
                  <a:gd name="connsiteX0" fmla="*/ 124 w 595959"/>
                  <a:gd name="connsiteY0" fmla="*/ 41841 h 159078"/>
                  <a:gd name="connsiteX1" fmla="*/ 595828 w 595959"/>
                  <a:gd name="connsiteY1" fmla="*/ 0 h 159078"/>
                  <a:gd name="connsiteX2" fmla="*/ 595830 w 595959"/>
                  <a:gd name="connsiteY2" fmla="*/ 116896 h 159078"/>
                  <a:gd name="connsiteX3" fmla="*/ 131 w 595959"/>
                  <a:gd name="connsiteY3" fmla="*/ 159078 h 159078"/>
                  <a:gd name="connsiteX4" fmla="*/ 124 w 595959"/>
                  <a:gd name="connsiteY4" fmla="*/ 41841 h 159078"/>
                  <a:gd name="connsiteX0" fmla="*/ 124 w 597349"/>
                  <a:gd name="connsiteY0" fmla="*/ 42378 h 159615"/>
                  <a:gd name="connsiteX1" fmla="*/ 597349 w 597349"/>
                  <a:gd name="connsiteY1" fmla="*/ 0 h 159615"/>
                  <a:gd name="connsiteX2" fmla="*/ 595830 w 597349"/>
                  <a:gd name="connsiteY2" fmla="*/ 117433 h 159615"/>
                  <a:gd name="connsiteX3" fmla="*/ 131 w 597349"/>
                  <a:gd name="connsiteY3" fmla="*/ 159615 h 159615"/>
                  <a:gd name="connsiteX4" fmla="*/ 124 w 597349"/>
                  <a:gd name="connsiteY4" fmla="*/ 42378 h 159615"/>
                  <a:gd name="connsiteX0" fmla="*/ 124 w 600443"/>
                  <a:gd name="connsiteY0" fmla="*/ 42378 h 159615"/>
                  <a:gd name="connsiteX1" fmla="*/ 597349 w 600443"/>
                  <a:gd name="connsiteY1" fmla="*/ 0 h 159615"/>
                  <a:gd name="connsiteX2" fmla="*/ 600408 w 600443"/>
                  <a:gd name="connsiteY2" fmla="*/ 117433 h 159615"/>
                  <a:gd name="connsiteX3" fmla="*/ 131 w 600443"/>
                  <a:gd name="connsiteY3" fmla="*/ 159615 h 159615"/>
                  <a:gd name="connsiteX4" fmla="*/ 124 w 600443"/>
                  <a:gd name="connsiteY4" fmla="*/ 42378 h 159615"/>
                  <a:gd name="connsiteX0" fmla="*/ 124 w 600537"/>
                  <a:gd name="connsiteY0" fmla="*/ 42378 h 159615"/>
                  <a:gd name="connsiteX1" fmla="*/ 600401 w 600537"/>
                  <a:gd name="connsiteY1" fmla="*/ 0 h 159615"/>
                  <a:gd name="connsiteX2" fmla="*/ 600408 w 600537"/>
                  <a:gd name="connsiteY2" fmla="*/ 117433 h 159615"/>
                  <a:gd name="connsiteX3" fmla="*/ 131 w 600537"/>
                  <a:gd name="connsiteY3" fmla="*/ 159615 h 159615"/>
                  <a:gd name="connsiteX4" fmla="*/ 124 w 600537"/>
                  <a:gd name="connsiteY4" fmla="*/ 42378 h 1596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00537" h="159615">
                    <a:moveTo>
                      <a:pt x="124" y="42378"/>
                    </a:moveTo>
                    <a:cubicBezTo>
                      <a:pt x="296414" y="-50243"/>
                      <a:pt x="418111" y="75773"/>
                      <a:pt x="600401" y="0"/>
                    </a:cubicBezTo>
                    <a:cubicBezTo>
                      <a:pt x="599951" y="33260"/>
                      <a:pt x="600858" y="84173"/>
                      <a:pt x="600408" y="117433"/>
                    </a:cubicBezTo>
                    <a:cubicBezTo>
                      <a:pt x="395490" y="192726"/>
                      <a:pt x="285331" y="62551"/>
                      <a:pt x="131" y="159615"/>
                    </a:cubicBezTo>
                    <a:cubicBezTo>
                      <a:pt x="-323" y="114566"/>
                      <a:pt x="578" y="87427"/>
                      <a:pt x="124" y="42378"/>
                    </a:cubicBezTo>
                    <a:close/>
                  </a:path>
                </a:pathLst>
              </a:custGeom>
              <a:solidFill>
                <a:schemeClr val="accent2">
                  <a:lumMod val="40000"/>
                  <a:lumOff val="60000"/>
                </a:schemeClr>
              </a:solidFill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39" name="矩形 1174">
                <a:extLst>
                  <a:ext uri="{FF2B5EF4-FFF2-40B4-BE49-F238E27FC236}">
                    <a16:creationId xmlns:a16="http://schemas.microsoft.com/office/drawing/2014/main" id="{B217019E-479F-C93F-8C59-B443936DF58A}"/>
                  </a:ext>
                </a:extLst>
              </p:cNvPr>
              <p:cNvSpPr/>
              <p:nvPr/>
            </p:nvSpPr>
            <p:spPr>
              <a:xfrm rot="10800000">
                <a:off x="5041541" y="7045652"/>
                <a:ext cx="618707" cy="139508"/>
              </a:xfrm>
              <a:custGeom>
                <a:avLst/>
                <a:gdLst>
                  <a:gd name="connsiteX0" fmla="*/ 0 w 595706"/>
                  <a:gd name="connsiteY0" fmla="*/ 0 h 92965"/>
                  <a:gd name="connsiteX1" fmla="*/ 595706 w 595706"/>
                  <a:gd name="connsiteY1" fmla="*/ 0 h 92965"/>
                  <a:gd name="connsiteX2" fmla="*/ 595706 w 595706"/>
                  <a:gd name="connsiteY2" fmla="*/ 92965 h 92965"/>
                  <a:gd name="connsiteX3" fmla="*/ 0 w 595706"/>
                  <a:gd name="connsiteY3" fmla="*/ 92965 h 92965"/>
                  <a:gd name="connsiteX4" fmla="*/ 0 w 595706"/>
                  <a:gd name="connsiteY4" fmla="*/ 0 h 92965"/>
                  <a:gd name="connsiteX0" fmla="*/ 0 w 595706"/>
                  <a:gd name="connsiteY0" fmla="*/ 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0 h 135147"/>
                  <a:gd name="connsiteX0" fmla="*/ 0 w 595706"/>
                  <a:gd name="connsiteY0" fmla="*/ 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0 h 135147"/>
                  <a:gd name="connsiteX0" fmla="*/ 0 w 595706"/>
                  <a:gd name="connsiteY0" fmla="*/ 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0 h 135147"/>
                  <a:gd name="connsiteX0" fmla="*/ 0 w 595706"/>
                  <a:gd name="connsiteY0" fmla="*/ 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0 h 135147"/>
                  <a:gd name="connsiteX0" fmla="*/ 131 w 595837"/>
                  <a:gd name="connsiteY0" fmla="*/ 0 h 148754"/>
                  <a:gd name="connsiteX1" fmla="*/ 595837 w 595837"/>
                  <a:gd name="connsiteY1" fmla="*/ 0 h 148754"/>
                  <a:gd name="connsiteX2" fmla="*/ 595837 w 595837"/>
                  <a:gd name="connsiteY2" fmla="*/ 92965 h 148754"/>
                  <a:gd name="connsiteX3" fmla="*/ 131 w 595837"/>
                  <a:gd name="connsiteY3" fmla="*/ 148754 h 148754"/>
                  <a:gd name="connsiteX4" fmla="*/ 131 w 595837"/>
                  <a:gd name="connsiteY4" fmla="*/ 0 h 148754"/>
                  <a:gd name="connsiteX0" fmla="*/ 131 w 595837"/>
                  <a:gd name="connsiteY0" fmla="*/ 0 h 140590"/>
                  <a:gd name="connsiteX1" fmla="*/ 595837 w 595837"/>
                  <a:gd name="connsiteY1" fmla="*/ 0 h 140590"/>
                  <a:gd name="connsiteX2" fmla="*/ 595837 w 595837"/>
                  <a:gd name="connsiteY2" fmla="*/ 92965 h 140590"/>
                  <a:gd name="connsiteX3" fmla="*/ 131 w 595837"/>
                  <a:gd name="connsiteY3" fmla="*/ 140590 h 140590"/>
                  <a:gd name="connsiteX4" fmla="*/ 131 w 595837"/>
                  <a:gd name="connsiteY4" fmla="*/ 0 h 140590"/>
                  <a:gd name="connsiteX0" fmla="*/ 131 w 595837"/>
                  <a:gd name="connsiteY0" fmla="*/ 0 h 140590"/>
                  <a:gd name="connsiteX1" fmla="*/ 595837 w 595837"/>
                  <a:gd name="connsiteY1" fmla="*/ 0 h 140590"/>
                  <a:gd name="connsiteX2" fmla="*/ 595837 w 595837"/>
                  <a:gd name="connsiteY2" fmla="*/ 92965 h 140590"/>
                  <a:gd name="connsiteX3" fmla="*/ 131 w 595837"/>
                  <a:gd name="connsiteY3" fmla="*/ 140590 h 140590"/>
                  <a:gd name="connsiteX4" fmla="*/ 131 w 595837"/>
                  <a:gd name="connsiteY4" fmla="*/ 0 h 140590"/>
                  <a:gd name="connsiteX0" fmla="*/ 131 w 595837"/>
                  <a:gd name="connsiteY0" fmla="*/ 0 h 140590"/>
                  <a:gd name="connsiteX1" fmla="*/ 595837 w 595837"/>
                  <a:gd name="connsiteY1" fmla="*/ 0 h 140590"/>
                  <a:gd name="connsiteX2" fmla="*/ 595837 w 595837"/>
                  <a:gd name="connsiteY2" fmla="*/ 92965 h 140590"/>
                  <a:gd name="connsiteX3" fmla="*/ 131 w 595837"/>
                  <a:gd name="connsiteY3" fmla="*/ 140590 h 140590"/>
                  <a:gd name="connsiteX4" fmla="*/ 131 w 595837"/>
                  <a:gd name="connsiteY4" fmla="*/ 0 h 140590"/>
                  <a:gd name="connsiteX0" fmla="*/ 131 w 595837"/>
                  <a:gd name="connsiteY0" fmla="*/ 0 h 140590"/>
                  <a:gd name="connsiteX1" fmla="*/ 595837 w 595837"/>
                  <a:gd name="connsiteY1" fmla="*/ 0 h 140590"/>
                  <a:gd name="connsiteX2" fmla="*/ 595837 w 595837"/>
                  <a:gd name="connsiteY2" fmla="*/ 92965 h 140590"/>
                  <a:gd name="connsiteX3" fmla="*/ 131 w 595837"/>
                  <a:gd name="connsiteY3" fmla="*/ 140590 h 140590"/>
                  <a:gd name="connsiteX4" fmla="*/ 131 w 595837"/>
                  <a:gd name="connsiteY4" fmla="*/ 0 h 140590"/>
                  <a:gd name="connsiteX0" fmla="*/ 131 w 595837"/>
                  <a:gd name="connsiteY0" fmla="*/ 0 h 140590"/>
                  <a:gd name="connsiteX1" fmla="*/ 595837 w 595837"/>
                  <a:gd name="connsiteY1" fmla="*/ 0 h 140590"/>
                  <a:gd name="connsiteX2" fmla="*/ 595837 w 595837"/>
                  <a:gd name="connsiteY2" fmla="*/ 92965 h 140590"/>
                  <a:gd name="connsiteX3" fmla="*/ 131 w 595837"/>
                  <a:gd name="connsiteY3" fmla="*/ 140590 h 140590"/>
                  <a:gd name="connsiteX4" fmla="*/ 131 w 595837"/>
                  <a:gd name="connsiteY4" fmla="*/ 0 h 140590"/>
                  <a:gd name="connsiteX0" fmla="*/ 131 w 595837"/>
                  <a:gd name="connsiteY0" fmla="*/ 0 h 156571"/>
                  <a:gd name="connsiteX1" fmla="*/ 595837 w 595837"/>
                  <a:gd name="connsiteY1" fmla="*/ 0 h 156571"/>
                  <a:gd name="connsiteX2" fmla="*/ 594316 w 595837"/>
                  <a:gd name="connsiteY2" fmla="*/ 141984 h 156571"/>
                  <a:gd name="connsiteX3" fmla="*/ 131 w 595837"/>
                  <a:gd name="connsiteY3" fmla="*/ 140590 h 156571"/>
                  <a:gd name="connsiteX4" fmla="*/ 131 w 595837"/>
                  <a:gd name="connsiteY4" fmla="*/ 0 h 156571"/>
                  <a:gd name="connsiteX0" fmla="*/ 1577 w 597283"/>
                  <a:gd name="connsiteY0" fmla="*/ 0 h 271309"/>
                  <a:gd name="connsiteX1" fmla="*/ 597283 w 597283"/>
                  <a:gd name="connsiteY1" fmla="*/ 0 h 271309"/>
                  <a:gd name="connsiteX2" fmla="*/ 595762 w 597283"/>
                  <a:gd name="connsiteY2" fmla="*/ 141984 h 271309"/>
                  <a:gd name="connsiteX3" fmla="*/ 56 w 597283"/>
                  <a:gd name="connsiteY3" fmla="*/ 271309 h 271309"/>
                  <a:gd name="connsiteX4" fmla="*/ 1577 w 597283"/>
                  <a:gd name="connsiteY4" fmla="*/ 0 h 271309"/>
                  <a:gd name="connsiteX0" fmla="*/ 1577 w 597283"/>
                  <a:gd name="connsiteY0" fmla="*/ 0 h 271309"/>
                  <a:gd name="connsiteX1" fmla="*/ 597283 w 597283"/>
                  <a:gd name="connsiteY1" fmla="*/ 0 h 271309"/>
                  <a:gd name="connsiteX2" fmla="*/ 595762 w 597283"/>
                  <a:gd name="connsiteY2" fmla="*/ 141984 h 271309"/>
                  <a:gd name="connsiteX3" fmla="*/ 56 w 597283"/>
                  <a:gd name="connsiteY3" fmla="*/ 271309 h 271309"/>
                  <a:gd name="connsiteX4" fmla="*/ 1577 w 597283"/>
                  <a:gd name="connsiteY4" fmla="*/ 0 h 271309"/>
                  <a:gd name="connsiteX0" fmla="*/ 1577 w 597283"/>
                  <a:gd name="connsiteY0" fmla="*/ 0 h 271309"/>
                  <a:gd name="connsiteX1" fmla="*/ 597283 w 597283"/>
                  <a:gd name="connsiteY1" fmla="*/ 0 h 271309"/>
                  <a:gd name="connsiteX2" fmla="*/ 595762 w 597283"/>
                  <a:gd name="connsiteY2" fmla="*/ 141984 h 271309"/>
                  <a:gd name="connsiteX3" fmla="*/ 56 w 597283"/>
                  <a:gd name="connsiteY3" fmla="*/ 271309 h 271309"/>
                  <a:gd name="connsiteX4" fmla="*/ 1577 w 597283"/>
                  <a:gd name="connsiteY4" fmla="*/ 0 h 271309"/>
                  <a:gd name="connsiteX0" fmla="*/ 1577 w 597283"/>
                  <a:gd name="connsiteY0" fmla="*/ 0 h 271309"/>
                  <a:gd name="connsiteX1" fmla="*/ 597283 w 597283"/>
                  <a:gd name="connsiteY1" fmla="*/ 0 h 271309"/>
                  <a:gd name="connsiteX2" fmla="*/ 595762 w 597283"/>
                  <a:gd name="connsiteY2" fmla="*/ 141984 h 271309"/>
                  <a:gd name="connsiteX3" fmla="*/ 56 w 597283"/>
                  <a:gd name="connsiteY3" fmla="*/ 271309 h 271309"/>
                  <a:gd name="connsiteX4" fmla="*/ 1577 w 597283"/>
                  <a:gd name="connsiteY4" fmla="*/ 0 h 271309"/>
                  <a:gd name="connsiteX0" fmla="*/ 1577 w 597283"/>
                  <a:gd name="connsiteY0" fmla="*/ 0 h 271309"/>
                  <a:gd name="connsiteX1" fmla="*/ 597283 w 597283"/>
                  <a:gd name="connsiteY1" fmla="*/ 0 h 271309"/>
                  <a:gd name="connsiteX2" fmla="*/ 595762 w 597283"/>
                  <a:gd name="connsiteY2" fmla="*/ 141984 h 271309"/>
                  <a:gd name="connsiteX3" fmla="*/ 56 w 597283"/>
                  <a:gd name="connsiteY3" fmla="*/ 271309 h 271309"/>
                  <a:gd name="connsiteX4" fmla="*/ 1577 w 597283"/>
                  <a:gd name="connsiteY4" fmla="*/ 0 h 271309"/>
                  <a:gd name="connsiteX0" fmla="*/ 0 w 600949"/>
                  <a:gd name="connsiteY0" fmla="*/ 0 h 271309"/>
                  <a:gd name="connsiteX1" fmla="*/ 600949 w 600949"/>
                  <a:gd name="connsiteY1" fmla="*/ 0 h 271309"/>
                  <a:gd name="connsiteX2" fmla="*/ 599428 w 600949"/>
                  <a:gd name="connsiteY2" fmla="*/ 141984 h 271309"/>
                  <a:gd name="connsiteX3" fmla="*/ 3722 w 600949"/>
                  <a:gd name="connsiteY3" fmla="*/ 271309 h 271309"/>
                  <a:gd name="connsiteX4" fmla="*/ 0 w 600949"/>
                  <a:gd name="connsiteY4" fmla="*/ 0 h 271309"/>
                  <a:gd name="connsiteX0" fmla="*/ 0 w 599639"/>
                  <a:gd name="connsiteY0" fmla="*/ 0 h 271309"/>
                  <a:gd name="connsiteX1" fmla="*/ 599639 w 599639"/>
                  <a:gd name="connsiteY1" fmla="*/ 0 h 271309"/>
                  <a:gd name="connsiteX2" fmla="*/ 599428 w 599639"/>
                  <a:gd name="connsiteY2" fmla="*/ 141984 h 271309"/>
                  <a:gd name="connsiteX3" fmla="*/ 3722 w 599639"/>
                  <a:gd name="connsiteY3" fmla="*/ 271309 h 271309"/>
                  <a:gd name="connsiteX4" fmla="*/ 0 w 599639"/>
                  <a:gd name="connsiteY4" fmla="*/ 0 h 271309"/>
                  <a:gd name="connsiteX0" fmla="*/ 0 w 597018"/>
                  <a:gd name="connsiteY0" fmla="*/ 0 h 271309"/>
                  <a:gd name="connsiteX1" fmla="*/ 597018 w 597018"/>
                  <a:gd name="connsiteY1" fmla="*/ 0 h 271309"/>
                  <a:gd name="connsiteX2" fmla="*/ 596807 w 597018"/>
                  <a:gd name="connsiteY2" fmla="*/ 141984 h 271309"/>
                  <a:gd name="connsiteX3" fmla="*/ 1101 w 597018"/>
                  <a:gd name="connsiteY3" fmla="*/ 271309 h 271309"/>
                  <a:gd name="connsiteX4" fmla="*/ 0 w 597018"/>
                  <a:gd name="connsiteY4" fmla="*/ 0 h 271309"/>
                  <a:gd name="connsiteX0" fmla="*/ 0 w 596807"/>
                  <a:gd name="connsiteY0" fmla="*/ 0 h 271309"/>
                  <a:gd name="connsiteX1" fmla="*/ 591775 w 596807"/>
                  <a:gd name="connsiteY1" fmla="*/ 0 h 271309"/>
                  <a:gd name="connsiteX2" fmla="*/ 596807 w 596807"/>
                  <a:gd name="connsiteY2" fmla="*/ 141984 h 271309"/>
                  <a:gd name="connsiteX3" fmla="*/ 1101 w 596807"/>
                  <a:gd name="connsiteY3" fmla="*/ 271309 h 271309"/>
                  <a:gd name="connsiteX4" fmla="*/ 0 w 596807"/>
                  <a:gd name="connsiteY4" fmla="*/ 0 h 271309"/>
                  <a:gd name="connsiteX0" fmla="*/ 0 w 596807"/>
                  <a:gd name="connsiteY0" fmla="*/ 0 h 271309"/>
                  <a:gd name="connsiteX1" fmla="*/ 595708 w 596807"/>
                  <a:gd name="connsiteY1" fmla="*/ 0 h 271309"/>
                  <a:gd name="connsiteX2" fmla="*/ 596807 w 596807"/>
                  <a:gd name="connsiteY2" fmla="*/ 141984 h 271309"/>
                  <a:gd name="connsiteX3" fmla="*/ 1101 w 596807"/>
                  <a:gd name="connsiteY3" fmla="*/ 271309 h 271309"/>
                  <a:gd name="connsiteX4" fmla="*/ 0 w 596807"/>
                  <a:gd name="connsiteY4" fmla="*/ 0 h 271309"/>
                  <a:gd name="connsiteX0" fmla="*/ 0 w 595708"/>
                  <a:gd name="connsiteY0" fmla="*/ 0 h 271309"/>
                  <a:gd name="connsiteX1" fmla="*/ 595708 w 595708"/>
                  <a:gd name="connsiteY1" fmla="*/ 0 h 271309"/>
                  <a:gd name="connsiteX2" fmla="*/ 594186 w 595708"/>
                  <a:gd name="connsiteY2" fmla="*/ 141985 h 271309"/>
                  <a:gd name="connsiteX3" fmla="*/ 1101 w 595708"/>
                  <a:gd name="connsiteY3" fmla="*/ 271309 h 271309"/>
                  <a:gd name="connsiteX4" fmla="*/ 0 w 595708"/>
                  <a:gd name="connsiteY4" fmla="*/ 0 h 271309"/>
                  <a:gd name="connsiteX0" fmla="*/ 0 w 596439"/>
                  <a:gd name="connsiteY0" fmla="*/ 109083 h 380392"/>
                  <a:gd name="connsiteX1" fmla="*/ 595708 w 596439"/>
                  <a:gd name="connsiteY1" fmla="*/ 109083 h 380392"/>
                  <a:gd name="connsiteX2" fmla="*/ 594186 w 596439"/>
                  <a:gd name="connsiteY2" fmla="*/ 251068 h 380392"/>
                  <a:gd name="connsiteX3" fmla="*/ 1101 w 596439"/>
                  <a:gd name="connsiteY3" fmla="*/ 380392 h 380392"/>
                  <a:gd name="connsiteX4" fmla="*/ 0 w 596439"/>
                  <a:gd name="connsiteY4" fmla="*/ 109083 h 380392"/>
                  <a:gd name="connsiteX0" fmla="*/ 0 w 595708"/>
                  <a:gd name="connsiteY0" fmla="*/ 0 h 271309"/>
                  <a:gd name="connsiteX1" fmla="*/ 595708 w 595708"/>
                  <a:gd name="connsiteY1" fmla="*/ 0 h 271309"/>
                  <a:gd name="connsiteX2" fmla="*/ 594186 w 595708"/>
                  <a:gd name="connsiteY2" fmla="*/ 141985 h 271309"/>
                  <a:gd name="connsiteX3" fmla="*/ 1101 w 595708"/>
                  <a:gd name="connsiteY3" fmla="*/ 271309 h 271309"/>
                  <a:gd name="connsiteX4" fmla="*/ 0 w 595708"/>
                  <a:gd name="connsiteY4" fmla="*/ 0 h 271309"/>
                  <a:gd name="connsiteX0" fmla="*/ 0 w 596808"/>
                  <a:gd name="connsiteY0" fmla="*/ 0 h 271309"/>
                  <a:gd name="connsiteX1" fmla="*/ 595708 w 596808"/>
                  <a:gd name="connsiteY1" fmla="*/ 0 h 271309"/>
                  <a:gd name="connsiteX2" fmla="*/ 596808 w 596808"/>
                  <a:gd name="connsiteY2" fmla="*/ 141985 h 271309"/>
                  <a:gd name="connsiteX3" fmla="*/ 1101 w 596808"/>
                  <a:gd name="connsiteY3" fmla="*/ 271309 h 271309"/>
                  <a:gd name="connsiteX4" fmla="*/ 0 w 596808"/>
                  <a:gd name="connsiteY4" fmla="*/ 0 h 271309"/>
                  <a:gd name="connsiteX0" fmla="*/ 0 w 596808"/>
                  <a:gd name="connsiteY0" fmla="*/ 0 h 271309"/>
                  <a:gd name="connsiteX1" fmla="*/ 595708 w 596808"/>
                  <a:gd name="connsiteY1" fmla="*/ 0 h 271309"/>
                  <a:gd name="connsiteX2" fmla="*/ 596808 w 596808"/>
                  <a:gd name="connsiteY2" fmla="*/ 141985 h 271309"/>
                  <a:gd name="connsiteX3" fmla="*/ 1101 w 596808"/>
                  <a:gd name="connsiteY3" fmla="*/ 271309 h 271309"/>
                  <a:gd name="connsiteX4" fmla="*/ 0 w 596808"/>
                  <a:gd name="connsiteY4" fmla="*/ 0 h 271309"/>
                  <a:gd name="connsiteX0" fmla="*/ 0 w 596808"/>
                  <a:gd name="connsiteY0" fmla="*/ 0 h 271309"/>
                  <a:gd name="connsiteX1" fmla="*/ 595708 w 596808"/>
                  <a:gd name="connsiteY1" fmla="*/ 0 h 271309"/>
                  <a:gd name="connsiteX2" fmla="*/ 596808 w 596808"/>
                  <a:gd name="connsiteY2" fmla="*/ 141985 h 271309"/>
                  <a:gd name="connsiteX3" fmla="*/ 1101 w 596808"/>
                  <a:gd name="connsiteY3" fmla="*/ 271309 h 271309"/>
                  <a:gd name="connsiteX4" fmla="*/ 0 w 596808"/>
                  <a:gd name="connsiteY4" fmla="*/ 0 h 271309"/>
                  <a:gd name="connsiteX0" fmla="*/ 0 w 595708"/>
                  <a:gd name="connsiteY0" fmla="*/ 0 h 271309"/>
                  <a:gd name="connsiteX1" fmla="*/ 595708 w 595708"/>
                  <a:gd name="connsiteY1" fmla="*/ 0 h 271309"/>
                  <a:gd name="connsiteX2" fmla="*/ 594186 w 595708"/>
                  <a:gd name="connsiteY2" fmla="*/ 141985 h 271309"/>
                  <a:gd name="connsiteX3" fmla="*/ 1101 w 595708"/>
                  <a:gd name="connsiteY3" fmla="*/ 271309 h 271309"/>
                  <a:gd name="connsiteX4" fmla="*/ 0 w 595708"/>
                  <a:gd name="connsiteY4" fmla="*/ 0 h 271309"/>
                  <a:gd name="connsiteX0" fmla="*/ 0 w 595708"/>
                  <a:gd name="connsiteY0" fmla="*/ 0 h 271309"/>
                  <a:gd name="connsiteX1" fmla="*/ 595708 w 595708"/>
                  <a:gd name="connsiteY1" fmla="*/ 0 h 271309"/>
                  <a:gd name="connsiteX2" fmla="*/ 594186 w 595708"/>
                  <a:gd name="connsiteY2" fmla="*/ 141985 h 271309"/>
                  <a:gd name="connsiteX3" fmla="*/ 1101 w 595708"/>
                  <a:gd name="connsiteY3" fmla="*/ 271309 h 271309"/>
                  <a:gd name="connsiteX4" fmla="*/ 0 w 595708"/>
                  <a:gd name="connsiteY4" fmla="*/ 0 h 271309"/>
                  <a:gd name="connsiteX0" fmla="*/ 0 w 595936"/>
                  <a:gd name="connsiteY0" fmla="*/ 0 h 271309"/>
                  <a:gd name="connsiteX1" fmla="*/ 595708 w 595936"/>
                  <a:gd name="connsiteY1" fmla="*/ 0 h 271309"/>
                  <a:gd name="connsiteX2" fmla="*/ 594186 w 595936"/>
                  <a:gd name="connsiteY2" fmla="*/ 141985 h 271309"/>
                  <a:gd name="connsiteX3" fmla="*/ 1101 w 595936"/>
                  <a:gd name="connsiteY3" fmla="*/ 271309 h 271309"/>
                  <a:gd name="connsiteX4" fmla="*/ 0 w 595936"/>
                  <a:gd name="connsiteY4" fmla="*/ 0 h 271309"/>
                  <a:gd name="connsiteX0" fmla="*/ 319 w 596255"/>
                  <a:gd name="connsiteY0" fmla="*/ 0 h 271309"/>
                  <a:gd name="connsiteX1" fmla="*/ 596027 w 596255"/>
                  <a:gd name="connsiteY1" fmla="*/ 0 h 271309"/>
                  <a:gd name="connsiteX2" fmla="*/ 594505 w 596255"/>
                  <a:gd name="connsiteY2" fmla="*/ 141985 h 271309"/>
                  <a:gd name="connsiteX3" fmla="*/ 110 w 596255"/>
                  <a:gd name="connsiteY3" fmla="*/ 271309 h 271309"/>
                  <a:gd name="connsiteX4" fmla="*/ 319 w 596255"/>
                  <a:gd name="connsiteY4" fmla="*/ 0 h 271309"/>
                  <a:gd name="connsiteX0" fmla="*/ 0 w 595936"/>
                  <a:gd name="connsiteY0" fmla="*/ 0 h 271309"/>
                  <a:gd name="connsiteX1" fmla="*/ 595708 w 595936"/>
                  <a:gd name="connsiteY1" fmla="*/ 0 h 271309"/>
                  <a:gd name="connsiteX2" fmla="*/ 594186 w 595936"/>
                  <a:gd name="connsiteY2" fmla="*/ 141985 h 271309"/>
                  <a:gd name="connsiteX3" fmla="*/ 1101 w 595936"/>
                  <a:gd name="connsiteY3" fmla="*/ 271309 h 271309"/>
                  <a:gd name="connsiteX4" fmla="*/ 0 w 595936"/>
                  <a:gd name="connsiteY4" fmla="*/ 0 h 2713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5936" h="271309">
                    <a:moveTo>
                      <a:pt x="0" y="0"/>
                    </a:moveTo>
                    <a:lnTo>
                      <a:pt x="595708" y="0"/>
                    </a:lnTo>
                    <a:cubicBezTo>
                      <a:pt x="595708" y="30988"/>
                      <a:pt x="596806" y="39550"/>
                      <a:pt x="594186" y="141985"/>
                    </a:cubicBezTo>
                    <a:cubicBezTo>
                      <a:pt x="404809" y="352086"/>
                      <a:pt x="341643" y="22672"/>
                      <a:pt x="1101" y="271309"/>
                    </a:cubicBezTo>
                    <a:cubicBezTo>
                      <a:pt x="647" y="226260"/>
                      <a:pt x="454" y="45049"/>
                      <a:pt x="0" y="0"/>
                    </a:cubicBezTo>
                    <a:close/>
                  </a:path>
                </a:pathLst>
              </a:custGeom>
              <a:solidFill>
                <a:schemeClr val="accent6">
                  <a:lumMod val="20000"/>
                  <a:lumOff val="80000"/>
                </a:schemeClr>
              </a:solidFill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40" name="矩形 1174">
                <a:extLst>
                  <a:ext uri="{FF2B5EF4-FFF2-40B4-BE49-F238E27FC236}">
                    <a16:creationId xmlns:a16="http://schemas.microsoft.com/office/drawing/2014/main" id="{117A019A-F986-53F7-A9D2-85E109981912}"/>
                  </a:ext>
                </a:extLst>
              </p:cNvPr>
              <p:cNvSpPr/>
              <p:nvPr/>
            </p:nvSpPr>
            <p:spPr>
              <a:xfrm rot="10800000">
                <a:off x="5041542" y="6594252"/>
                <a:ext cx="618706" cy="226680"/>
              </a:xfrm>
              <a:custGeom>
                <a:avLst/>
                <a:gdLst>
                  <a:gd name="connsiteX0" fmla="*/ 0 w 595706"/>
                  <a:gd name="connsiteY0" fmla="*/ 0 h 92965"/>
                  <a:gd name="connsiteX1" fmla="*/ 595706 w 595706"/>
                  <a:gd name="connsiteY1" fmla="*/ 0 h 92965"/>
                  <a:gd name="connsiteX2" fmla="*/ 595706 w 595706"/>
                  <a:gd name="connsiteY2" fmla="*/ 92965 h 92965"/>
                  <a:gd name="connsiteX3" fmla="*/ 0 w 595706"/>
                  <a:gd name="connsiteY3" fmla="*/ 92965 h 92965"/>
                  <a:gd name="connsiteX4" fmla="*/ 0 w 595706"/>
                  <a:gd name="connsiteY4" fmla="*/ 0 h 92965"/>
                  <a:gd name="connsiteX0" fmla="*/ 0 w 595706"/>
                  <a:gd name="connsiteY0" fmla="*/ 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0 h 135147"/>
                  <a:gd name="connsiteX0" fmla="*/ 0 w 595706"/>
                  <a:gd name="connsiteY0" fmla="*/ 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0 h 135147"/>
                  <a:gd name="connsiteX0" fmla="*/ 0 w 595706"/>
                  <a:gd name="connsiteY0" fmla="*/ 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0 h 135147"/>
                  <a:gd name="connsiteX0" fmla="*/ 0 w 595706"/>
                  <a:gd name="connsiteY0" fmla="*/ 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0 h 135147"/>
                  <a:gd name="connsiteX0" fmla="*/ 1422 w 594406"/>
                  <a:gd name="connsiteY0" fmla="*/ 21376 h 135147"/>
                  <a:gd name="connsiteX1" fmla="*/ 594406 w 594406"/>
                  <a:gd name="connsiteY1" fmla="*/ 0 h 135147"/>
                  <a:gd name="connsiteX2" fmla="*/ 594406 w 594406"/>
                  <a:gd name="connsiteY2" fmla="*/ 92965 h 135147"/>
                  <a:gd name="connsiteX3" fmla="*/ 61 w 594406"/>
                  <a:gd name="connsiteY3" fmla="*/ 135147 h 135147"/>
                  <a:gd name="connsiteX4" fmla="*/ 1422 w 594406"/>
                  <a:gd name="connsiteY4" fmla="*/ 21376 h 135147"/>
                  <a:gd name="connsiteX0" fmla="*/ 1422 w 594406"/>
                  <a:gd name="connsiteY0" fmla="*/ 15599 h 135147"/>
                  <a:gd name="connsiteX1" fmla="*/ 594406 w 594406"/>
                  <a:gd name="connsiteY1" fmla="*/ 0 h 135147"/>
                  <a:gd name="connsiteX2" fmla="*/ 594406 w 594406"/>
                  <a:gd name="connsiteY2" fmla="*/ 92965 h 135147"/>
                  <a:gd name="connsiteX3" fmla="*/ 61 w 594406"/>
                  <a:gd name="connsiteY3" fmla="*/ 135147 h 135147"/>
                  <a:gd name="connsiteX4" fmla="*/ 1422 w 594406"/>
                  <a:gd name="connsiteY4" fmla="*/ 15599 h 135147"/>
                  <a:gd name="connsiteX0" fmla="*/ 131 w 594476"/>
                  <a:gd name="connsiteY0" fmla="*/ 4622 h 135147"/>
                  <a:gd name="connsiteX1" fmla="*/ 594476 w 594476"/>
                  <a:gd name="connsiteY1" fmla="*/ 0 h 135147"/>
                  <a:gd name="connsiteX2" fmla="*/ 594476 w 594476"/>
                  <a:gd name="connsiteY2" fmla="*/ 92965 h 135147"/>
                  <a:gd name="connsiteX3" fmla="*/ 131 w 594476"/>
                  <a:gd name="connsiteY3" fmla="*/ 135147 h 135147"/>
                  <a:gd name="connsiteX4" fmla="*/ 131 w 594476"/>
                  <a:gd name="connsiteY4" fmla="*/ 4622 h 135147"/>
                  <a:gd name="connsiteX0" fmla="*/ 0 w 595706"/>
                  <a:gd name="connsiteY0" fmla="*/ 1791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17910 h 135147"/>
                  <a:gd name="connsiteX0" fmla="*/ 0 w 595706"/>
                  <a:gd name="connsiteY0" fmla="*/ 1791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17910 h 135147"/>
                  <a:gd name="connsiteX0" fmla="*/ 0 w 595706"/>
                  <a:gd name="connsiteY0" fmla="*/ 1791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17910 h 135147"/>
                  <a:gd name="connsiteX0" fmla="*/ 0 w 595706"/>
                  <a:gd name="connsiteY0" fmla="*/ 1791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17910 h 135147"/>
                  <a:gd name="connsiteX0" fmla="*/ 0 w 595706"/>
                  <a:gd name="connsiteY0" fmla="*/ 22423 h 139660"/>
                  <a:gd name="connsiteX1" fmla="*/ 595706 w 595706"/>
                  <a:gd name="connsiteY1" fmla="*/ 4513 h 139660"/>
                  <a:gd name="connsiteX2" fmla="*/ 595706 w 595706"/>
                  <a:gd name="connsiteY2" fmla="*/ 97478 h 139660"/>
                  <a:gd name="connsiteX3" fmla="*/ 1361 w 595706"/>
                  <a:gd name="connsiteY3" fmla="*/ 139660 h 139660"/>
                  <a:gd name="connsiteX4" fmla="*/ 0 w 595706"/>
                  <a:gd name="connsiteY4" fmla="*/ 22423 h 139660"/>
                  <a:gd name="connsiteX0" fmla="*/ 0 w 595706"/>
                  <a:gd name="connsiteY0" fmla="*/ 26413 h 143650"/>
                  <a:gd name="connsiteX1" fmla="*/ 595706 w 595706"/>
                  <a:gd name="connsiteY1" fmla="*/ 8503 h 143650"/>
                  <a:gd name="connsiteX2" fmla="*/ 595706 w 595706"/>
                  <a:gd name="connsiteY2" fmla="*/ 101468 h 143650"/>
                  <a:gd name="connsiteX3" fmla="*/ 1361 w 595706"/>
                  <a:gd name="connsiteY3" fmla="*/ 143650 h 143650"/>
                  <a:gd name="connsiteX4" fmla="*/ 0 w 595706"/>
                  <a:gd name="connsiteY4" fmla="*/ 26413 h 143650"/>
                  <a:gd name="connsiteX0" fmla="*/ 0 w 595706"/>
                  <a:gd name="connsiteY0" fmla="*/ 21286 h 138523"/>
                  <a:gd name="connsiteX1" fmla="*/ 595706 w 595706"/>
                  <a:gd name="connsiteY1" fmla="*/ 3376 h 138523"/>
                  <a:gd name="connsiteX2" fmla="*/ 595706 w 595706"/>
                  <a:gd name="connsiteY2" fmla="*/ 96341 h 138523"/>
                  <a:gd name="connsiteX3" fmla="*/ 1361 w 595706"/>
                  <a:gd name="connsiteY3" fmla="*/ 138523 h 138523"/>
                  <a:gd name="connsiteX4" fmla="*/ 0 w 595706"/>
                  <a:gd name="connsiteY4" fmla="*/ 21286 h 138523"/>
                  <a:gd name="connsiteX0" fmla="*/ 0 w 595706"/>
                  <a:gd name="connsiteY0" fmla="*/ 22534 h 139771"/>
                  <a:gd name="connsiteX1" fmla="*/ 595706 w 595706"/>
                  <a:gd name="connsiteY1" fmla="*/ 4624 h 139771"/>
                  <a:gd name="connsiteX2" fmla="*/ 595706 w 595706"/>
                  <a:gd name="connsiteY2" fmla="*/ 97589 h 139771"/>
                  <a:gd name="connsiteX3" fmla="*/ 1361 w 595706"/>
                  <a:gd name="connsiteY3" fmla="*/ 139771 h 139771"/>
                  <a:gd name="connsiteX4" fmla="*/ 0 w 595706"/>
                  <a:gd name="connsiteY4" fmla="*/ 22534 h 139771"/>
                  <a:gd name="connsiteX0" fmla="*/ 0 w 595706"/>
                  <a:gd name="connsiteY0" fmla="*/ 23494 h 140731"/>
                  <a:gd name="connsiteX1" fmla="*/ 595706 w 595706"/>
                  <a:gd name="connsiteY1" fmla="*/ 2118 h 140731"/>
                  <a:gd name="connsiteX2" fmla="*/ 595706 w 595706"/>
                  <a:gd name="connsiteY2" fmla="*/ 98549 h 140731"/>
                  <a:gd name="connsiteX3" fmla="*/ 1361 w 595706"/>
                  <a:gd name="connsiteY3" fmla="*/ 140731 h 140731"/>
                  <a:gd name="connsiteX4" fmla="*/ 0 w 595706"/>
                  <a:gd name="connsiteY4" fmla="*/ 23494 h 140731"/>
                  <a:gd name="connsiteX0" fmla="*/ 0 w 595706"/>
                  <a:gd name="connsiteY0" fmla="*/ 23494 h 140731"/>
                  <a:gd name="connsiteX1" fmla="*/ 595706 w 595706"/>
                  <a:gd name="connsiteY1" fmla="*/ 2118 h 140731"/>
                  <a:gd name="connsiteX2" fmla="*/ 595706 w 595706"/>
                  <a:gd name="connsiteY2" fmla="*/ 98549 h 140731"/>
                  <a:gd name="connsiteX3" fmla="*/ 1361 w 595706"/>
                  <a:gd name="connsiteY3" fmla="*/ 140731 h 140731"/>
                  <a:gd name="connsiteX4" fmla="*/ 0 w 595706"/>
                  <a:gd name="connsiteY4" fmla="*/ 23494 h 140731"/>
                  <a:gd name="connsiteX0" fmla="*/ 0 w 595706"/>
                  <a:gd name="connsiteY0" fmla="*/ 25030 h 142267"/>
                  <a:gd name="connsiteX1" fmla="*/ 595706 w 595706"/>
                  <a:gd name="connsiteY1" fmla="*/ 3654 h 142267"/>
                  <a:gd name="connsiteX2" fmla="*/ 595706 w 595706"/>
                  <a:gd name="connsiteY2" fmla="*/ 100085 h 142267"/>
                  <a:gd name="connsiteX3" fmla="*/ 1361 w 595706"/>
                  <a:gd name="connsiteY3" fmla="*/ 142267 h 142267"/>
                  <a:gd name="connsiteX4" fmla="*/ 0 w 595706"/>
                  <a:gd name="connsiteY4" fmla="*/ 25030 h 142267"/>
                  <a:gd name="connsiteX0" fmla="*/ 0 w 595706"/>
                  <a:gd name="connsiteY0" fmla="*/ 22091 h 139328"/>
                  <a:gd name="connsiteX1" fmla="*/ 595706 w 595706"/>
                  <a:gd name="connsiteY1" fmla="*/ 715 h 139328"/>
                  <a:gd name="connsiteX2" fmla="*/ 595706 w 595706"/>
                  <a:gd name="connsiteY2" fmla="*/ 97146 h 139328"/>
                  <a:gd name="connsiteX3" fmla="*/ 1361 w 595706"/>
                  <a:gd name="connsiteY3" fmla="*/ 139328 h 139328"/>
                  <a:gd name="connsiteX4" fmla="*/ 0 w 595706"/>
                  <a:gd name="connsiteY4" fmla="*/ 22091 h 139328"/>
                  <a:gd name="connsiteX0" fmla="*/ 0 w 595706"/>
                  <a:gd name="connsiteY0" fmla="*/ 23573 h 140810"/>
                  <a:gd name="connsiteX1" fmla="*/ 595706 w 595706"/>
                  <a:gd name="connsiteY1" fmla="*/ 2197 h 140810"/>
                  <a:gd name="connsiteX2" fmla="*/ 595706 w 595706"/>
                  <a:gd name="connsiteY2" fmla="*/ 98628 h 140810"/>
                  <a:gd name="connsiteX3" fmla="*/ 1361 w 595706"/>
                  <a:gd name="connsiteY3" fmla="*/ 140810 h 140810"/>
                  <a:gd name="connsiteX4" fmla="*/ 0 w 595706"/>
                  <a:gd name="connsiteY4" fmla="*/ 23573 h 140810"/>
                  <a:gd name="connsiteX0" fmla="*/ 0 w 595706"/>
                  <a:gd name="connsiteY0" fmla="*/ 21908 h 139145"/>
                  <a:gd name="connsiteX1" fmla="*/ 595706 w 595706"/>
                  <a:gd name="connsiteY1" fmla="*/ 532 h 139145"/>
                  <a:gd name="connsiteX2" fmla="*/ 595706 w 595706"/>
                  <a:gd name="connsiteY2" fmla="*/ 96963 h 139145"/>
                  <a:gd name="connsiteX3" fmla="*/ 1361 w 595706"/>
                  <a:gd name="connsiteY3" fmla="*/ 139145 h 139145"/>
                  <a:gd name="connsiteX4" fmla="*/ 0 w 595706"/>
                  <a:gd name="connsiteY4" fmla="*/ 21908 h 139145"/>
                  <a:gd name="connsiteX0" fmla="*/ 0 w 595706"/>
                  <a:gd name="connsiteY0" fmla="*/ 23863 h 141100"/>
                  <a:gd name="connsiteX1" fmla="*/ 595706 w 595706"/>
                  <a:gd name="connsiteY1" fmla="*/ 2487 h 141100"/>
                  <a:gd name="connsiteX2" fmla="*/ 595706 w 595706"/>
                  <a:gd name="connsiteY2" fmla="*/ 98918 h 141100"/>
                  <a:gd name="connsiteX3" fmla="*/ 1361 w 595706"/>
                  <a:gd name="connsiteY3" fmla="*/ 141100 h 141100"/>
                  <a:gd name="connsiteX4" fmla="*/ 0 w 595706"/>
                  <a:gd name="connsiteY4" fmla="*/ 23863 h 141100"/>
                  <a:gd name="connsiteX0" fmla="*/ 0 w 595706"/>
                  <a:gd name="connsiteY0" fmla="*/ 24472 h 141709"/>
                  <a:gd name="connsiteX1" fmla="*/ 595706 w 595706"/>
                  <a:gd name="connsiteY1" fmla="*/ 3096 h 141709"/>
                  <a:gd name="connsiteX2" fmla="*/ 595706 w 595706"/>
                  <a:gd name="connsiteY2" fmla="*/ 99527 h 141709"/>
                  <a:gd name="connsiteX3" fmla="*/ 1361 w 595706"/>
                  <a:gd name="connsiteY3" fmla="*/ 141709 h 141709"/>
                  <a:gd name="connsiteX4" fmla="*/ 0 w 595706"/>
                  <a:gd name="connsiteY4" fmla="*/ 24472 h 141709"/>
                  <a:gd name="connsiteX0" fmla="*/ 0 w 595706"/>
                  <a:gd name="connsiteY0" fmla="*/ 24267 h 141504"/>
                  <a:gd name="connsiteX1" fmla="*/ 595706 w 595706"/>
                  <a:gd name="connsiteY1" fmla="*/ 2891 h 141504"/>
                  <a:gd name="connsiteX2" fmla="*/ 595706 w 595706"/>
                  <a:gd name="connsiteY2" fmla="*/ 99322 h 141504"/>
                  <a:gd name="connsiteX3" fmla="*/ 1361 w 595706"/>
                  <a:gd name="connsiteY3" fmla="*/ 141504 h 141504"/>
                  <a:gd name="connsiteX4" fmla="*/ 0 w 595706"/>
                  <a:gd name="connsiteY4" fmla="*/ 24267 h 141504"/>
                  <a:gd name="connsiteX0" fmla="*/ 0 w 595706"/>
                  <a:gd name="connsiteY0" fmla="*/ 24472 h 141709"/>
                  <a:gd name="connsiteX1" fmla="*/ 595706 w 595706"/>
                  <a:gd name="connsiteY1" fmla="*/ 3096 h 141709"/>
                  <a:gd name="connsiteX2" fmla="*/ 595706 w 595706"/>
                  <a:gd name="connsiteY2" fmla="*/ 99527 h 141709"/>
                  <a:gd name="connsiteX3" fmla="*/ 1361 w 595706"/>
                  <a:gd name="connsiteY3" fmla="*/ 141709 h 141709"/>
                  <a:gd name="connsiteX4" fmla="*/ 0 w 595706"/>
                  <a:gd name="connsiteY4" fmla="*/ 24472 h 141709"/>
                  <a:gd name="connsiteX0" fmla="*/ 0 w 595706"/>
                  <a:gd name="connsiteY0" fmla="*/ 24472 h 141709"/>
                  <a:gd name="connsiteX1" fmla="*/ 594353 w 595706"/>
                  <a:gd name="connsiteY1" fmla="*/ 3096 h 141709"/>
                  <a:gd name="connsiteX2" fmla="*/ 595706 w 595706"/>
                  <a:gd name="connsiteY2" fmla="*/ 99527 h 141709"/>
                  <a:gd name="connsiteX3" fmla="*/ 1361 w 595706"/>
                  <a:gd name="connsiteY3" fmla="*/ 141709 h 141709"/>
                  <a:gd name="connsiteX4" fmla="*/ 0 w 595706"/>
                  <a:gd name="connsiteY4" fmla="*/ 24472 h 141709"/>
                  <a:gd name="connsiteX0" fmla="*/ 124 w 595830"/>
                  <a:gd name="connsiteY0" fmla="*/ 24472 h 141709"/>
                  <a:gd name="connsiteX1" fmla="*/ 594477 w 595830"/>
                  <a:gd name="connsiteY1" fmla="*/ 3096 h 141709"/>
                  <a:gd name="connsiteX2" fmla="*/ 595830 w 595830"/>
                  <a:gd name="connsiteY2" fmla="*/ 99527 h 141709"/>
                  <a:gd name="connsiteX3" fmla="*/ 131 w 595830"/>
                  <a:gd name="connsiteY3" fmla="*/ 141709 h 141709"/>
                  <a:gd name="connsiteX4" fmla="*/ 124 w 595830"/>
                  <a:gd name="connsiteY4" fmla="*/ 24472 h 141709"/>
                  <a:gd name="connsiteX0" fmla="*/ 124 w 597179"/>
                  <a:gd name="connsiteY0" fmla="*/ 25207 h 142444"/>
                  <a:gd name="connsiteX1" fmla="*/ 597179 w 597179"/>
                  <a:gd name="connsiteY1" fmla="*/ 481 h 142444"/>
                  <a:gd name="connsiteX2" fmla="*/ 595830 w 597179"/>
                  <a:gd name="connsiteY2" fmla="*/ 100262 h 142444"/>
                  <a:gd name="connsiteX3" fmla="*/ 131 w 597179"/>
                  <a:gd name="connsiteY3" fmla="*/ 142444 h 142444"/>
                  <a:gd name="connsiteX4" fmla="*/ 124 w 597179"/>
                  <a:gd name="connsiteY4" fmla="*/ 25207 h 142444"/>
                  <a:gd name="connsiteX0" fmla="*/ 124 w 595889"/>
                  <a:gd name="connsiteY0" fmla="*/ 25842 h 143079"/>
                  <a:gd name="connsiteX1" fmla="*/ 594477 w 595889"/>
                  <a:gd name="connsiteY1" fmla="*/ 0 h 143079"/>
                  <a:gd name="connsiteX2" fmla="*/ 595830 w 595889"/>
                  <a:gd name="connsiteY2" fmla="*/ 100897 h 143079"/>
                  <a:gd name="connsiteX3" fmla="*/ 131 w 595889"/>
                  <a:gd name="connsiteY3" fmla="*/ 143079 h 143079"/>
                  <a:gd name="connsiteX4" fmla="*/ 124 w 595889"/>
                  <a:gd name="connsiteY4" fmla="*/ 25842 h 143079"/>
                  <a:gd name="connsiteX0" fmla="*/ 124 w 595889"/>
                  <a:gd name="connsiteY0" fmla="*/ 24713 h 141950"/>
                  <a:gd name="connsiteX1" fmla="*/ 594477 w 595889"/>
                  <a:gd name="connsiteY1" fmla="*/ 2221 h 141950"/>
                  <a:gd name="connsiteX2" fmla="*/ 595830 w 595889"/>
                  <a:gd name="connsiteY2" fmla="*/ 99768 h 141950"/>
                  <a:gd name="connsiteX3" fmla="*/ 131 w 595889"/>
                  <a:gd name="connsiteY3" fmla="*/ 141950 h 141950"/>
                  <a:gd name="connsiteX4" fmla="*/ 124 w 595889"/>
                  <a:gd name="connsiteY4" fmla="*/ 24713 h 141950"/>
                  <a:gd name="connsiteX0" fmla="*/ 124 w 595959"/>
                  <a:gd name="connsiteY0" fmla="*/ 24713 h 141950"/>
                  <a:gd name="connsiteX1" fmla="*/ 595828 w 595959"/>
                  <a:gd name="connsiteY1" fmla="*/ 2221 h 141950"/>
                  <a:gd name="connsiteX2" fmla="*/ 595830 w 595959"/>
                  <a:gd name="connsiteY2" fmla="*/ 99768 h 141950"/>
                  <a:gd name="connsiteX3" fmla="*/ 131 w 595959"/>
                  <a:gd name="connsiteY3" fmla="*/ 141950 h 141950"/>
                  <a:gd name="connsiteX4" fmla="*/ 124 w 595959"/>
                  <a:gd name="connsiteY4" fmla="*/ 24713 h 141950"/>
                  <a:gd name="connsiteX0" fmla="*/ 124 w 595959"/>
                  <a:gd name="connsiteY0" fmla="*/ 24925 h 142162"/>
                  <a:gd name="connsiteX1" fmla="*/ 595828 w 595959"/>
                  <a:gd name="connsiteY1" fmla="*/ 2433 h 142162"/>
                  <a:gd name="connsiteX2" fmla="*/ 595830 w 595959"/>
                  <a:gd name="connsiteY2" fmla="*/ 99980 h 142162"/>
                  <a:gd name="connsiteX3" fmla="*/ 131 w 595959"/>
                  <a:gd name="connsiteY3" fmla="*/ 142162 h 142162"/>
                  <a:gd name="connsiteX4" fmla="*/ 124 w 595959"/>
                  <a:gd name="connsiteY4" fmla="*/ 24925 h 142162"/>
                  <a:gd name="connsiteX0" fmla="*/ 124 w 595959"/>
                  <a:gd name="connsiteY0" fmla="*/ 22492 h 139729"/>
                  <a:gd name="connsiteX1" fmla="*/ 595828 w 595959"/>
                  <a:gd name="connsiteY1" fmla="*/ 0 h 139729"/>
                  <a:gd name="connsiteX2" fmla="*/ 595830 w 595959"/>
                  <a:gd name="connsiteY2" fmla="*/ 97547 h 139729"/>
                  <a:gd name="connsiteX3" fmla="*/ 131 w 595959"/>
                  <a:gd name="connsiteY3" fmla="*/ 139729 h 139729"/>
                  <a:gd name="connsiteX4" fmla="*/ 124 w 595959"/>
                  <a:gd name="connsiteY4" fmla="*/ 22492 h 139729"/>
                  <a:gd name="connsiteX0" fmla="*/ 124 w 595959"/>
                  <a:gd name="connsiteY0" fmla="*/ 25585 h 142822"/>
                  <a:gd name="connsiteX1" fmla="*/ 595828 w 595959"/>
                  <a:gd name="connsiteY1" fmla="*/ 3093 h 142822"/>
                  <a:gd name="connsiteX2" fmla="*/ 595830 w 595959"/>
                  <a:gd name="connsiteY2" fmla="*/ 100640 h 142822"/>
                  <a:gd name="connsiteX3" fmla="*/ 131 w 595959"/>
                  <a:gd name="connsiteY3" fmla="*/ 142822 h 142822"/>
                  <a:gd name="connsiteX4" fmla="*/ 124 w 595959"/>
                  <a:gd name="connsiteY4" fmla="*/ 25585 h 142822"/>
                  <a:gd name="connsiteX0" fmla="*/ 124 w 595959"/>
                  <a:gd name="connsiteY0" fmla="*/ 25585 h 142822"/>
                  <a:gd name="connsiteX1" fmla="*/ 595828 w 595959"/>
                  <a:gd name="connsiteY1" fmla="*/ 3093 h 142822"/>
                  <a:gd name="connsiteX2" fmla="*/ 595830 w 595959"/>
                  <a:gd name="connsiteY2" fmla="*/ 100640 h 142822"/>
                  <a:gd name="connsiteX3" fmla="*/ 131 w 595959"/>
                  <a:gd name="connsiteY3" fmla="*/ 142822 h 142822"/>
                  <a:gd name="connsiteX4" fmla="*/ 124 w 595959"/>
                  <a:gd name="connsiteY4" fmla="*/ 25585 h 142822"/>
                  <a:gd name="connsiteX0" fmla="*/ 124 w 595959"/>
                  <a:gd name="connsiteY0" fmla="*/ 26512 h 143749"/>
                  <a:gd name="connsiteX1" fmla="*/ 595828 w 595959"/>
                  <a:gd name="connsiteY1" fmla="*/ 4020 h 143749"/>
                  <a:gd name="connsiteX2" fmla="*/ 595830 w 595959"/>
                  <a:gd name="connsiteY2" fmla="*/ 101567 h 143749"/>
                  <a:gd name="connsiteX3" fmla="*/ 131 w 595959"/>
                  <a:gd name="connsiteY3" fmla="*/ 143749 h 143749"/>
                  <a:gd name="connsiteX4" fmla="*/ 124 w 595959"/>
                  <a:gd name="connsiteY4" fmla="*/ 26512 h 143749"/>
                  <a:gd name="connsiteX0" fmla="*/ 124 w 595959"/>
                  <a:gd name="connsiteY0" fmla="*/ 26512 h 143749"/>
                  <a:gd name="connsiteX1" fmla="*/ 595828 w 595959"/>
                  <a:gd name="connsiteY1" fmla="*/ 4020 h 143749"/>
                  <a:gd name="connsiteX2" fmla="*/ 595830 w 595959"/>
                  <a:gd name="connsiteY2" fmla="*/ 101567 h 143749"/>
                  <a:gd name="connsiteX3" fmla="*/ 131 w 595959"/>
                  <a:gd name="connsiteY3" fmla="*/ 143749 h 143749"/>
                  <a:gd name="connsiteX4" fmla="*/ 124 w 595959"/>
                  <a:gd name="connsiteY4" fmla="*/ 26512 h 143749"/>
                  <a:gd name="connsiteX0" fmla="*/ 124 w 595959"/>
                  <a:gd name="connsiteY0" fmla="*/ 28496 h 145733"/>
                  <a:gd name="connsiteX1" fmla="*/ 595828 w 595959"/>
                  <a:gd name="connsiteY1" fmla="*/ 6004 h 145733"/>
                  <a:gd name="connsiteX2" fmla="*/ 595830 w 595959"/>
                  <a:gd name="connsiteY2" fmla="*/ 103551 h 145733"/>
                  <a:gd name="connsiteX3" fmla="*/ 131 w 595959"/>
                  <a:gd name="connsiteY3" fmla="*/ 145733 h 145733"/>
                  <a:gd name="connsiteX4" fmla="*/ 124 w 595959"/>
                  <a:gd name="connsiteY4" fmla="*/ 28496 h 14573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856"/>
                  <a:gd name="connsiteY0" fmla="*/ 41841 h 159078"/>
                  <a:gd name="connsiteX1" fmla="*/ 591261 w 595856"/>
                  <a:gd name="connsiteY1" fmla="*/ 0 h 159078"/>
                  <a:gd name="connsiteX2" fmla="*/ 595830 w 595856"/>
                  <a:gd name="connsiteY2" fmla="*/ 116896 h 159078"/>
                  <a:gd name="connsiteX3" fmla="*/ 131 w 595856"/>
                  <a:gd name="connsiteY3" fmla="*/ 159078 h 159078"/>
                  <a:gd name="connsiteX4" fmla="*/ 124 w 595856"/>
                  <a:gd name="connsiteY4" fmla="*/ 41841 h 159078"/>
                  <a:gd name="connsiteX0" fmla="*/ 124 w 595959"/>
                  <a:gd name="connsiteY0" fmla="*/ 41841 h 159078"/>
                  <a:gd name="connsiteX1" fmla="*/ 595828 w 595959"/>
                  <a:gd name="connsiteY1" fmla="*/ 0 h 159078"/>
                  <a:gd name="connsiteX2" fmla="*/ 595830 w 595959"/>
                  <a:gd name="connsiteY2" fmla="*/ 116896 h 159078"/>
                  <a:gd name="connsiteX3" fmla="*/ 131 w 595959"/>
                  <a:gd name="connsiteY3" fmla="*/ 159078 h 159078"/>
                  <a:gd name="connsiteX4" fmla="*/ 124 w 595959"/>
                  <a:gd name="connsiteY4" fmla="*/ 41841 h 159078"/>
                  <a:gd name="connsiteX0" fmla="*/ 124 w 597349"/>
                  <a:gd name="connsiteY0" fmla="*/ 42378 h 159615"/>
                  <a:gd name="connsiteX1" fmla="*/ 597349 w 597349"/>
                  <a:gd name="connsiteY1" fmla="*/ 0 h 159615"/>
                  <a:gd name="connsiteX2" fmla="*/ 595830 w 597349"/>
                  <a:gd name="connsiteY2" fmla="*/ 117433 h 159615"/>
                  <a:gd name="connsiteX3" fmla="*/ 131 w 597349"/>
                  <a:gd name="connsiteY3" fmla="*/ 159615 h 159615"/>
                  <a:gd name="connsiteX4" fmla="*/ 124 w 597349"/>
                  <a:gd name="connsiteY4" fmla="*/ 42378 h 159615"/>
                  <a:gd name="connsiteX0" fmla="*/ 124 w 600443"/>
                  <a:gd name="connsiteY0" fmla="*/ 42378 h 159615"/>
                  <a:gd name="connsiteX1" fmla="*/ 597349 w 600443"/>
                  <a:gd name="connsiteY1" fmla="*/ 0 h 159615"/>
                  <a:gd name="connsiteX2" fmla="*/ 600408 w 600443"/>
                  <a:gd name="connsiteY2" fmla="*/ 117433 h 159615"/>
                  <a:gd name="connsiteX3" fmla="*/ 131 w 600443"/>
                  <a:gd name="connsiteY3" fmla="*/ 159615 h 159615"/>
                  <a:gd name="connsiteX4" fmla="*/ 124 w 600443"/>
                  <a:gd name="connsiteY4" fmla="*/ 42378 h 159615"/>
                  <a:gd name="connsiteX0" fmla="*/ 124 w 600537"/>
                  <a:gd name="connsiteY0" fmla="*/ 42378 h 159615"/>
                  <a:gd name="connsiteX1" fmla="*/ 600401 w 600537"/>
                  <a:gd name="connsiteY1" fmla="*/ 0 h 159615"/>
                  <a:gd name="connsiteX2" fmla="*/ 600408 w 600537"/>
                  <a:gd name="connsiteY2" fmla="*/ 117433 h 159615"/>
                  <a:gd name="connsiteX3" fmla="*/ 131 w 600537"/>
                  <a:gd name="connsiteY3" fmla="*/ 159615 h 159615"/>
                  <a:gd name="connsiteX4" fmla="*/ 124 w 600537"/>
                  <a:gd name="connsiteY4" fmla="*/ 42378 h 1596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00537" h="159615">
                    <a:moveTo>
                      <a:pt x="124" y="42378"/>
                    </a:moveTo>
                    <a:cubicBezTo>
                      <a:pt x="296414" y="-50243"/>
                      <a:pt x="418111" y="75773"/>
                      <a:pt x="600401" y="0"/>
                    </a:cubicBezTo>
                    <a:cubicBezTo>
                      <a:pt x="599951" y="33260"/>
                      <a:pt x="600858" y="84173"/>
                      <a:pt x="600408" y="117433"/>
                    </a:cubicBezTo>
                    <a:cubicBezTo>
                      <a:pt x="395490" y="192726"/>
                      <a:pt x="285331" y="62551"/>
                      <a:pt x="131" y="159615"/>
                    </a:cubicBezTo>
                    <a:cubicBezTo>
                      <a:pt x="-323" y="114566"/>
                      <a:pt x="578" y="87427"/>
                      <a:pt x="124" y="42378"/>
                    </a:cubicBezTo>
                    <a:close/>
                  </a:path>
                </a:pathLst>
              </a:custGeom>
              <a:solidFill>
                <a:schemeClr val="accent5">
                  <a:lumMod val="40000"/>
                  <a:lumOff val="60000"/>
                </a:schemeClr>
              </a:solidFill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grpSp>
            <p:nvGrpSpPr>
              <p:cNvPr id="741" name="组合 740">
                <a:extLst>
                  <a:ext uri="{FF2B5EF4-FFF2-40B4-BE49-F238E27FC236}">
                    <a16:creationId xmlns:a16="http://schemas.microsoft.com/office/drawing/2014/main" id="{DF8CC6E8-9575-CA4D-6E94-6535355DD547}"/>
                  </a:ext>
                </a:extLst>
              </p:cNvPr>
              <p:cNvGrpSpPr/>
              <p:nvPr/>
            </p:nvGrpSpPr>
            <p:grpSpPr>
              <a:xfrm>
                <a:off x="5040167" y="6521415"/>
                <a:ext cx="621640" cy="663817"/>
                <a:chOff x="3656357" y="6507685"/>
                <a:chExt cx="621640" cy="663817"/>
              </a:xfrm>
            </p:grpSpPr>
            <p:sp>
              <p:nvSpPr>
                <p:cNvPr id="742" name="矩形 741">
                  <a:extLst>
                    <a:ext uri="{FF2B5EF4-FFF2-40B4-BE49-F238E27FC236}">
                      <a16:creationId xmlns:a16="http://schemas.microsoft.com/office/drawing/2014/main" id="{1435B8A9-1813-53AC-006C-602A1A3C7ED0}"/>
                    </a:ext>
                  </a:extLst>
                </p:cNvPr>
                <p:cNvSpPr/>
                <p:nvPr/>
              </p:nvSpPr>
              <p:spPr>
                <a:xfrm>
                  <a:off x="3656465" y="6640950"/>
                  <a:ext cx="155302" cy="132623"/>
                </a:xfrm>
                <a:prstGeom prst="rect">
                  <a:avLst/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43" name="矩形 742">
                  <a:extLst>
                    <a:ext uri="{FF2B5EF4-FFF2-40B4-BE49-F238E27FC236}">
                      <a16:creationId xmlns:a16="http://schemas.microsoft.com/office/drawing/2014/main" id="{D4B3FDBF-1CF9-9507-3FB7-96CF77618EED}"/>
                    </a:ext>
                  </a:extLst>
                </p:cNvPr>
                <p:cNvSpPr/>
                <p:nvPr/>
              </p:nvSpPr>
              <p:spPr>
                <a:xfrm>
                  <a:off x="3811875" y="6640950"/>
                  <a:ext cx="155302" cy="132623"/>
                </a:xfrm>
                <a:prstGeom prst="rect">
                  <a:avLst/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44" name="矩形 743">
                  <a:extLst>
                    <a:ext uri="{FF2B5EF4-FFF2-40B4-BE49-F238E27FC236}">
                      <a16:creationId xmlns:a16="http://schemas.microsoft.com/office/drawing/2014/main" id="{0D75CB3B-8582-F695-B440-67D35FE5C8A0}"/>
                    </a:ext>
                  </a:extLst>
                </p:cNvPr>
                <p:cNvSpPr/>
                <p:nvPr/>
              </p:nvSpPr>
              <p:spPr>
                <a:xfrm>
                  <a:off x="3967285" y="6640950"/>
                  <a:ext cx="155302" cy="132623"/>
                </a:xfrm>
                <a:prstGeom prst="rect">
                  <a:avLst/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45" name="矩形 744">
                  <a:extLst>
                    <a:ext uri="{FF2B5EF4-FFF2-40B4-BE49-F238E27FC236}">
                      <a16:creationId xmlns:a16="http://schemas.microsoft.com/office/drawing/2014/main" id="{C028862E-65D0-95F0-C226-92709D777212}"/>
                    </a:ext>
                  </a:extLst>
                </p:cNvPr>
                <p:cNvSpPr/>
                <p:nvPr/>
              </p:nvSpPr>
              <p:spPr>
                <a:xfrm>
                  <a:off x="4122695" y="6640950"/>
                  <a:ext cx="155302" cy="132623"/>
                </a:xfrm>
                <a:prstGeom prst="rect">
                  <a:avLst/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46" name="矩形 745">
                  <a:extLst>
                    <a:ext uri="{FF2B5EF4-FFF2-40B4-BE49-F238E27FC236}">
                      <a16:creationId xmlns:a16="http://schemas.microsoft.com/office/drawing/2014/main" id="{2F8842D0-0522-6D4C-D967-65EC42F04B40}"/>
                    </a:ext>
                  </a:extLst>
                </p:cNvPr>
                <p:cNvSpPr/>
                <p:nvPr/>
              </p:nvSpPr>
              <p:spPr>
                <a:xfrm>
                  <a:off x="3656465" y="6773574"/>
                  <a:ext cx="155302" cy="132623"/>
                </a:xfrm>
                <a:prstGeom prst="rect">
                  <a:avLst/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47" name="矩形 746">
                  <a:extLst>
                    <a:ext uri="{FF2B5EF4-FFF2-40B4-BE49-F238E27FC236}">
                      <a16:creationId xmlns:a16="http://schemas.microsoft.com/office/drawing/2014/main" id="{8351540B-E2E8-390D-B47E-D2BB391E823F}"/>
                    </a:ext>
                  </a:extLst>
                </p:cNvPr>
                <p:cNvSpPr/>
                <p:nvPr/>
              </p:nvSpPr>
              <p:spPr>
                <a:xfrm>
                  <a:off x="3811875" y="6773574"/>
                  <a:ext cx="155302" cy="132623"/>
                </a:xfrm>
                <a:prstGeom prst="rect">
                  <a:avLst/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48" name="矩形 747">
                  <a:extLst>
                    <a:ext uri="{FF2B5EF4-FFF2-40B4-BE49-F238E27FC236}">
                      <a16:creationId xmlns:a16="http://schemas.microsoft.com/office/drawing/2014/main" id="{29F96FFD-D73D-192A-ECBD-8AE667CF3DB7}"/>
                    </a:ext>
                  </a:extLst>
                </p:cNvPr>
                <p:cNvSpPr/>
                <p:nvPr/>
              </p:nvSpPr>
              <p:spPr>
                <a:xfrm>
                  <a:off x="3967285" y="6773574"/>
                  <a:ext cx="155302" cy="132623"/>
                </a:xfrm>
                <a:prstGeom prst="rect">
                  <a:avLst/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49" name="矩形 748">
                  <a:extLst>
                    <a:ext uri="{FF2B5EF4-FFF2-40B4-BE49-F238E27FC236}">
                      <a16:creationId xmlns:a16="http://schemas.microsoft.com/office/drawing/2014/main" id="{479E535E-437C-6E8B-4E7F-DB8BC63616BB}"/>
                    </a:ext>
                  </a:extLst>
                </p:cNvPr>
                <p:cNvSpPr/>
                <p:nvPr/>
              </p:nvSpPr>
              <p:spPr>
                <a:xfrm>
                  <a:off x="4122695" y="6773574"/>
                  <a:ext cx="155302" cy="132623"/>
                </a:xfrm>
                <a:prstGeom prst="rect">
                  <a:avLst/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50" name="矩形 749">
                  <a:extLst>
                    <a:ext uri="{FF2B5EF4-FFF2-40B4-BE49-F238E27FC236}">
                      <a16:creationId xmlns:a16="http://schemas.microsoft.com/office/drawing/2014/main" id="{FEE59B1F-D8B1-399D-9354-413406D921CC}"/>
                    </a:ext>
                  </a:extLst>
                </p:cNvPr>
                <p:cNvSpPr/>
                <p:nvPr/>
              </p:nvSpPr>
              <p:spPr>
                <a:xfrm>
                  <a:off x="3656357" y="6906255"/>
                  <a:ext cx="155302" cy="132623"/>
                </a:xfrm>
                <a:prstGeom prst="rect">
                  <a:avLst/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51" name="矩形 750">
                  <a:extLst>
                    <a:ext uri="{FF2B5EF4-FFF2-40B4-BE49-F238E27FC236}">
                      <a16:creationId xmlns:a16="http://schemas.microsoft.com/office/drawing/2014/main" id="{FDD07DBE-6E77-D37F-2031-E3ACE922D7D7}"/>
                    </a:ext>
                  </a:extLst>
                </p:cNvPr>
                <p:cNvSpPr/>
                <p:nvPr/>
              </p:nvSpPr>
              <p:spPr>
                <a:xfrm>
                  <a:off x="3811767" y="6906255"/>
                  <a:ext cx="155302" cy="132623"/>
                </a:xfrm>
                <a:prstGeom prst="rect">
                  <a:avLst/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52" name="矩形 751">
                  <a:extLst>
                    <a:ext uri="{FF2B5EF4-FFF2-40B4-BE49-F238E27FC236}">
                      <a16:creationId xmlns:a16="http://schemas.microsoft.com/office/drawing/2014/main" id="{D63E8D40-7087-9DB9-06AC-97C81113E4F6}"/>
                    </a:ext>
                  </a:extLst>
                </p:cNvPr>
                <p:cNvSpPr/>
                <p:nvPr/>
              </p:nvSpPr>
              <p:spPr>
                <a:xfrm>
                  <a:off x="3967177" y="6906255"/>
                  <a:ext cx="155302" cy="132623"/>
                </a:xfrm>
                <a:prstGeom prst="rect">
                  <a:avLst/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53" name="矩形 752">
                  <a:extLst>
                    <a:ext uri="{FF2B5EF4-FFF2-40B4-BE49-F238E27FC236}">
                      <a16:creationId xmlns:a16="http://schemas.microsoft.com/office/drawing/2014/main" id="{8AE01846-1F51-C590-B65F-792D2BD9490B}"/>
                    </a:ext>
                  </a:extLst>
                </p:cNvPr>
                <p:cNvSpPr/>
                <p:nvPr/>
              </p:nvSpPr>
              <p:spPr>
                <a:xfrm>
                  <a:off x="4122587" y="6906255"/>
                  <a:ext cx="155302" cy="132623"/>
                </a:xfrm>
                <a:prstGeom prst="rect">
                  <a:avLst/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54" name="矩形 753">
                  <a:extLst>
                    <a:ext uri="{FF2B5EF4-FFF2-40B4-BE49-F238E27FC236}">
                      <a16:creationId xmlns:a16="http://schemas.microsoft.com/office/drawing/2014/main" id="{F178F084-3B05-176D-D259-E6DF0AC6110E}"/>
                    </a:ext>
                  </a:extLst>
                </p:cNvPr>
                <p:cNvSpPr/>
                <p:nvPr/>
              </p:nvSpPr>
              <p:spPr>
                <a:xfrm>
                  <a:off x="3656357" y="7038879"/>
                  <a:ext cx="155302" cy="132623"/>
                </a:xfrm>
                <a:prstGeom prst="rect">
                  <a:avLst/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803" name="矩形 802">
                  <a:extLst>
                    <a:ext uri="{FF2B5EF4-FFF2-40B4-BE49-F238E27FC236}">
                      <a16:creationId xmlns:a16="http://schemas.microsoft.com/office/drawing/2014/main" id="{15C518EC-5FD5-B0A5-3BAA-DE5D9301EAC2}"/>
                    </a:ext>
                  </a:extLst>
                </p:cNvPr>
                <p:cNvSpPr/>
                <p:nvPr/>
              </p:nvSpPr>
              <p:spPr>
                <a:xfrm>
                  <a:off x="3811767" y="7038879"/>
                  <a:ext cx="155302" cy="132623"/>
                </a:xfrm>
                <a:prstGeom prst="rect">
                  <a:avLst/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804" name="矩形 803">
                  <a:extLst>
                    <a:ext uri="{FF2B5EF4-FFF2-40B4-BE49-F238E27FC236}">
                      <a16:creationId xmlns:a16="http://schemas.microsoft.com/office/drawing/2014/main" id="{3932B514-09B6-6DCF-CF5D-2989E07AE42B}"/>
                    </a:ext>
                  </a:extLst>
                </p:cNvPr>
                <p:cNvSpPr/>
                <p:nvPr/>
              </p:nvSpPr>
              <p:spPr>
                <a:xfrm>
                  <a:off x="3967177" y="7038879"/>
                  <a:ext cx="155302" cy="132623"/>
                </a:xfrm>
                <a:prstGeom prst="rect">
                  <a:avLst/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805" name="矩形 804">
                  <a:extLst>
                    <a:ext uri="{FF2B5EF4-FFF2-40B4-BE49-F238E27FC236}">
                      <a16:creationId xmlns:a16="http://schemas.microsoft.com/office/drawing/2014/main" id="{6F24A74E-287A-35DF-46BF-7F937CC89A28}"/>
                    </a:ext>
                  </a:extLst>
                </p:cNvPr>
                <p:cNvSpPr/>
                <p:nvPr/>
              </p:nvSpPr>
              <p:spPr>
                <a:xfrm>
                  <a:off x="4122587" y="7038879"/>
                  <a:ext cx="155302" cy="132623"/>
                </a:xfrm>
                <a:prstGeom prst="rect">
                  <a:avLst/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806" name="矩形 805">
                  <a:extLst>
                    <a:ext uri="{FF2B5EF4-FFF2-40B4-BE49-F238E27FC236}">
                      <a16:creationId xmlns:a16="http://schemas.microsoft.com/office/drawing/2014/main" id="{1FFF0D0C-154B-5D1B-E5C5-28BBCE2FA4C0}"/>
                    </a:ext>
                  </a:extLst>
                </p:cNvPr>
                <p:cNvSpPr/>
                <p:nvPr/>
              </p:nvSpPr>
              <p:spPr>
                <a:xfrm>
                  <a:off x="3656357" y="6507685"/>
                  <a:ext cx="155302" cy="132623"/>
                </a:xfrm>
                <a:prstGeom prst="rect">
                  <a:avLst/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807" name="矩形 806">
                  <a:extLst>
                    <a:ext uri="{FF2B5EF4-FFF2-40B4-BE49-F238E27FC236}">
                      <a16:creationId xmlns:a16="http://schemas.microsoft.com/office/drawing/2014/main" id="{F1FA3708-5282-746F-6052-7D8DF5C07406}"/>
                    </a:ext>
                  </a:extLst>
                </p:cNvPr>
                <p:cNvSpPr/>
                <p:nvPr/>
              </p:nvSpPr>
              <p:spPr>
                <a:xfrm>
                  <a:off x="3811767" y="6507685"/>
                  <a:ext cx="155302" cy="132623"/>
                </a:xfrm>
                <a:prstGeom prst="rect">
                  <a:avLst/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808" name="矩形 807">
                  <a:extLst>
                    <a:ext uri="{FF2B5EF4-FFF2-40B4-BE49-F238E27FC236}">
                      <a16:creationId xmlns:a16="http://schemas.microsoft.com/office/drawing/2014/main" id="{EDF3530E-7950-DCD3-FDCB-235EB46C0B41}"/>
                    </a:ext>
                  </a:extLst>
                </p:cNvPr>
                <p:cNvSpPr/>
                <p:nvPr/>
              </p:nvSpPr>
              <p:spPr>
                <a:xfrm>
                  <a:off x="3967177" y="6507685"/>
                  <a:ext cx="155302" cy="132623"/>
                </a:xfrm>
                <a:prstGeom prst="rect">
                  <a:avLst/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809" name="矩形 808">
                  <a:extLst>
                    <a:ext uri="{FF2B5EF4-FFF2-40B4-BE49-F238E27FC236}">
                      <a16:creationId xmlns:a16="http://schemas.microsoft.com/office/drawing/2014/main" id="{336BE9C1-8DC0-5467-5617-5C8C0C86E646}"/>
                    </a:ext>
                  </a:extLst>
                </p:cNvPr>
                <p:cNvSpPr/>
                <p:nvPr/>
              </p:nvSpPr>
              <p:spPr>
                <a:xfrm>
                  <a:off x="4122587" y="6507685"/>
                  <a:ext cx="155302" cy="132623"/>
                </a:xfrm>
                <a:prstGeom prst="rect">
                  <a:avLst/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</p:grpSp>
      </p:grpSp>
      <p:grpSp>
        <p:nvGrpSpPr>
          <p:cNvPr id="810" name="组合 809">
            <a:extLst>
              <a:ext uri="{FF2B5EF4-FFF2-40B4-BE49-F238E27FC236}">
                <a16:creationId xmlns:a16="http://schemas.microsoft.com/office/drawing/2014/main" id="{9CD46A6D-0CF4-F551-076D-F646CFD59B46}"/>
              </a:ext>
            </a:extLst>
          </p:cNvPr>
          <p:cNvGrpSpPr/>
          <p:nvPr/>
        </p:nvGrpSpPr>
        <p:grpSpPr>
          <a:xfrm>
            <a:off x="9278344" y="5698278"/>
            <a:ext cx="621640" cy="1039771"/>
            <a:chOff x="6489710" y="6141287"/>
            <a:chExt cx="621640" cy="1039771"/>
          </a:xfrm>
        </p:grpSpPr>
        <p:sp>
          <p:nvSpPr>
            <p:cNvPr id="811" name="矩形 1174">
              <a:extLst>
                <a:ext uri="{FF2B5EF4-FFF2-40B4-BE49-F238E27FC236}">
                  <a16:creationId xmlns:a16="http://schemas.microsoft.com/office/drawing/2014/main" id="{B41C59C4-0E7F-5E39-F66E-CAE68F0D2378}"/>
                </a:ext>
              </a:extLst>
            </p:cNvPr>
            <p:cNvSpPr/>
            <p:nvPr/>
          </p:nvSpPr>
          <p:spPr>
            <a:xfrm rot="10800000">
              <a:off x="6490934" y="6307595"/>
              <a:ext cx="618706" cy="201627"/>
            </a:xfrm>
            <a:custGeom>
              <a:avLst/>
              <a:gdLst>
                <a:gd name="connsiteX0" fmla="*/ 0 w 595706"/>
                <a:gd name="connsiteY0" fmla="*/ 0 h 92965"/>
                <a:gd name="connsiteX1" fmla="*/ 595706 w 595706"/>
                <a:gd name="connsiteY1" fmla="*/ 0 h 92965"/>
                <a:gd name="connsiteX2" fmla="*/ 595706 w 595706"/>
                <a:gd name="connsiteY2" fmla="*/ 92965 h 92965"/>
                <a:gd name="connsiteX3" fmla="*/ 0 w 595706"/>
                <a:gd name="connsiteY3" fmla="*/ 92965 h 92965"/>
                <a:gd name="connsiteX4" fmla="*/ 0 w 595706"/>
                <a:gd name="connsiteY4" fmla="*/ 0 h 92965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1422 w 594406"/>
                <a:gd name="connsiteY0" fmla="*/ 21376 h 135147"/>
                <a:gd name="connsiteX1" fmla="*/ 594406 w 594406"/>
                <a:gd name="connsiteY1" fmla="*/ 0 h 135147"/>
                <a:gd name="connsiteX2" fmla="*/ 594406 w 594406"/>
                <a:gd name="connsiteY2" fmla="*/ 92965 h 135147"/>
                <a:gd name="connsiteX3" fmla="*/ 61 w 594406"/>
                <a:gd name="connsiteY3" fmla="*/ 135147 h 135147"/>
                <a:gd name="connsiteX4" fmla="*/ 1422 w 594406"/>
                <a:gd name="connsiteY4" fmla="*/ 21376 h 135147"/>
                <a:gd name="connsiteX0" fmla="*/ 1422 w 594406"/>
                <a:gd name="connsiteY0" fmla="*/ 15599 h 135147"/>
                <a:gd name="connsiteX1" fmla="*/ 594406 w 594406"/>
                <a:gd name="connsiteY1" fmla="*/ 0 h 135147"/>
                <a:gd name="connsiteX2" fmla="*/ 594406 w 594406"/>
                <a:gd name="connsiteY2" fmla="*/ 92965 h 135147"/>
                <a:gd name="connsiteX3" fmla="*/ 61 w 594406"/>
                <a:gd name="connsiteY3" fmla="*/ 135147 h 135147"/>
                <a:gd name="connsiteX4" fmla="*/ 1422 w 594406"/>
                <a:gd name="connsiteY4" fmla="*/ 15599 h 135147"/>
                <a:gd name="connsiteX0" fmla="*/ 131 w 594476"/>
                <a:gd name="connsiteY0" fmla="*/ 4622 h 135147"/>
                <a:gd name="connsiteX1" fmla="*/ 594476 w 594476"/>
                <a:gd name="connsiteY1" fmla="*/ 0 h 135147"/>
                <a:gd name="connsiteX2" fmla="*/ 594476 w 594476"/>
                <a:gd name="connsiteY2" fmla="*/ 92965 h 135147"/>
                <a:gd name="connsiteX3" fmla="*/ 131 w 594476"/>
                <a:gd name="connsiteY3" fmla="*/ 135147 h 135147"/>
                <a:gd name="connsiteX4" fmla="*/ 131 w 594476"/>
                <a:gd name="connsiteY4" fmla="*/ 4622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22423 h 139660"/>
                <a:gd name="connsiteX1" fmla="*/ 595706 w 595706"/>
                <a:gd name="connsiteY1" fmla="*/ 4513 h 139660"/>
                <a:gd name="connsiteX2" fmla="*/ 595706 w 595706"/>
                <a:gd name="connsiteY2" fmla="*/ 97478 h 139660"/>
                <a:gd name="connsiteX3" fmla="*/ 1361 w 595706"/>
                <a:gd name="connsiteY3" fmla="*/ 139660 h 139660"/>
                <a:gd name="connsiteX4" fmla="*/ 0 w 595706"/>
                <a:gd name="connsiteY4" fmla="*/ 22423 h 139660"/>
                <a:gd name="connsiteX0" fmla="*/ 0 w 595706"/>
                <a:gd name="connsiteY0" fmla="*/ 26413 h 143650"/>
                <a:gd name="connsiteX1" fmla="*/ 595706 w 595706"/>
                <a:gd name="connsiteY1" fmla="*/ 8503 h 143650"/>
                <a:gd name="connsiteX2" fmla="*/ 595706 w 595706"/>
                <a:gd name="connsiteY2" fmla="*/ 101468 h 143650"/>
                <a:gd name="connsiteX3" fmla="*/ 1361 w 595706"/>
                <a:gd name="connsiteY3" fmla="*/ 143650 h 143650"/>
                <a:gd name="connsiteX4" fmla="*/ 0 w 595706"/>
                <a:gd name="connsiteY4" fmla="*/ 26413 h 143650"/>
                <a:gd name="connsiteX0" fmla="*/ 0 w 595706"/>
                <a:gd name="connsiteY0" fmla="*/ 21286 h 138523"/>
                <a:gd name="connsiteX1" fmla="*/ 595706 w 595706"/>
                <a:gd name="connsiteY1" fmla="*/ 3376 h 138523"/>
                <a:gd name="connsiteX2" fmla="*/ 595706 w 595706"/>
                <a:gd name="connsiteY2" fmla="*/ 96341 h 138523"/>
                <a:gd name="connsiteX3" fmla="*/ 1361 w 595706"/>
                <a:gd name="connsiteY3" fmla="*/ 138523 h 138523"/>
                <a:gd name="connsiteX4" fmla="*/ 0 w 595706"/>
                <a:gd name="connsiteY4" fmla="*/ 21286 h 138523"/>
                <a:gd name="connsiteX0" fmla="*/ 0 w 595706"/>
                <a:gd name="connsiteY0" fmla="*/ 22534 h 139771"/>
                <a:gd name="connsiteX1" fmla="*/ 595706 w 595706"/>
                <a:gd name="connsiteY1" fmla="*/ 4624 h 139771"/>
                <a:gd name="connsiteX2" fmla="*/ 595706 w 595706"/>
                <a:gd name="connsiteY2" fmla="*/ 97589 h 139771"/>
                <a:gd name="connsiteX3" fmla="*/ 1361 w 595706"/>
                <a:gd name="connsiteY3" fmla="*/ 139771 h 139771"/>
                <a:gd name="connsiteX4" fmla="*/ 0 w 595706"/>
                <a:gd name="connsiteY4" fmla="*/ 22534 h 139771"/>
                <a:gd name="connsiteX0" fmla="*/ 0 w 595706"/>
                <a:gd name="connsiteY0" fmla="*/ 23494 h 140731"/>
                <a:gd name="connsiteX1" fmla="*/ 595706 w 595706"/>
                <a:gd name="connsiteY1" fmla="*/ 2118 h 140731"/>
                <a:gd name="connsiteX2" fmla="*/ 595706 w 595706"/>
                <a:gd name="connsiteY2" fmla="*/ 98549 h 140731"/>
                <a:gd name="connsiteX3" fmla="*/ 1361 w 595706"/>
                <a:gd name="connsiteY3" fmla="*/ 140731 h 140731"/>
                <a:gd name="connsiteX4" fmla="*/ 0 w 595706"/>
                <a:gd name="connsiteY4" fmla="*/ 23494 h 140731"/>
                <a:gd name="connsiteX0" fmla="*/ 0 w 595706"/>
                <a:gd name="connsiteY0" fmla="*/ 23494 h 140731"/>
                <a:gd name="connsiteX1" fmla="*/ 595706 w 595706"/>
                <a:gd name="connsiteY1" fmla="*/ 2118 h 140731"/>
                <a:gd name="connsiteX2" fmla="*/ 595706 w 595706"/>
                <a:gd name="connsiteY2" fmla="*/ 98549 h 140731"/>
                <a:gd name="connsiteX3" fmla="*/ 1361 w 595706"/>
                <a:gd name="connsiteY3" fmla="*/ 140731 h 140731"/>
                <a:gd name="connsiteX4" fmla="*/ 0 w 595706"/>
                <a:gd name="connsiteY4" fmla="*/ 23494 h 140731"/>
                <a:gd name="connsiteX0" fmla="*/ 0 w 595706"/>
                <a:gd name="connsiteY0" fmla="*/ 25030 h 142267"/>
                <a:gd name="connsiteX1" fmla="*/ 595706 w 595706"/>
                <a:gd name="connsiteY1" fmla="*/ 3654 h 142267"/>
                <a:gd name="connsiteX2" fmla="*/ 595706 w 595706"/>
                <a:gd name="connsiteY2" fmla="*/ 100085 h 142267"/>
                <a:gd name="connsiteX3" fmla="*/ 1361 w 595706"/>
                <a:gd name="connsiteY3" fmla="*/ 142267 h 142267"/>
                <a:gd name="connsiteX4" fmla="*/ 0 w 595706"/>
                <a:gd name="connsiteY4" fmla="*/ 25030 h 142267"/>
                <a:gd name="connsiteX0" fmla="*/ 0 w 595706"/>
                <a:gd name="connsiteY0" fmla="*/ 22091 h 139328"/>
                <a:gd name="connsiteX1" fmla="*/ 595706 w 595706"/>
                <a:gd name="connsiteY1" fmla="*/ 715 h 139328"/>
                <a:gd name="connsiteX2" fmla="*/ 595706 w 595706"/>
                <a:gd name="connsiteY2" fmla="*/ 97146 h 139328"/>
                <a:gd name="connsiteX3" fmla="*/ 1361 w 595706"/>
                <a:gd name="connsiteY3" fmla="*/ 139328 h 139328"/>
                <a:gd name="connsiteX4" fmla="*/ 0 w 595706"/>
                <a:gd name="connsiteY4" fmla="*/ 22091 h 139328"/>
                <a:gd name="connsiteX0" fmla="*/ 0 w 595706"/>
                <a:gd name="connsiteY0" fmla="*/ 23573 h 140810"/>
                <a:gd name="connsiteX1" fmla="*/ 595706 w 595706"/>
                <a:gd name="connsiteY1" fmla="*/ 2197 h 140810"/>
                <a:gd name="connsiteX2" fmla="*/ 595706 w 595706"/>
                <a:gd name="connsiteY2" fmla="*/ 98628 h 140810"/>
                <a:gd name="connsiteX3" fmla="*/ 1361 w 595706"/>
                <a:gd name="connsiteY3" fmla="*/ 140810 h 140810"/>
                <a:gd name="connsiteX4" fmla="*/ 0 w 595706"/>
                <a:gd name="connsiteY4" fmla="*/ 23573 h 140810"/>
                <a:gd name="connsiteX0" fmla="*/ 0 w 595706"/>
                <a:gd name="connsiteY0" fmla="*/ 21908 h 139145"/>
                <a:gd name="connsiteX1" fmla="*/ 595706 w 595706"/>
                <a:gd name="connsiteY1" fmla="*/ 532 h 139145"/>
                <a:gd name="connsiteX2" fmla="*/ 595706 w 595706"/>
                <a:gd name="connsiteY2" fmla="*/ 96963 h 139145"/>
                <a:gd name="connsiteX3" fmla="*/ 1361 w 595706"/>
                <a:gd name="connsiteY3" fmla="*/ 139145 h 139145"/>
                <a:gd name="connsiteX4" fmla="*/ 0 w 595706"/>
                <a:gd name="connsiteY4" fmla="*/ 21908 h 139145"/>
                <a:gd name="connsiteX0" fmla="*/ 0 w 595706"/>
                <a:gd name="connsiteY0" fmla="*/ 23863 h 141100"/>
                <a:gd name="connsiteX1" fmla="*/ 595706 w 595706"/>
                <a:gd name="connsiteY1" fmla="*/ 2487 h 141100"/>
                <a:gd name="connsiteX2" fmla="*/ 595706 w 595706"/>
                <a:gd name="connsiteY2" fmla="*/ 98918 h 141100"/>
                <a:gd name="connsiteX3" fmla="*/ 1361 w 595706"/>
                <a:gd name="connsiteY3" fmla="*/ 141100 h 141100"/>
                <a:gd name="connsiteX4" fmla="*/ 0 w 595706"/>
                <a:gd name="connsiteY4" fmla="*/ 23863 h 141100"/>
                <a:gd name="connsiteX0" fmla="*/ 0 w 595706"/>
                <a:gd name="connsiteY0" fmla="*/ 24472 h 141709"/>
                <a:gd name="connsiteX1" fmla="*/ 595706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0 w 595706"/>
                <a:gd name="connsiteY0" fmla="*/ 24267 h 141504"/>
                <a:gd name="connsiteX1" fmla="*/ 595706 w 595706"/>
                <a:gd name="connsiteY1" fmla="*/ 2891 h 141504"/>
                <a:gd name="connsiteX2" fmla="*/ 595706 w 595706"/>
                <a:gd name="connsiteY2" fmla="*/ 99322 h 141504"/>
                <a:gd name="connsiteX3" fmla="*/ 1361 w 595706"/>
                <a:gd name="connsiteY3" fmla="*/ 141504 h 141504"/>
                <a:gd name="connsiteX4" fmla="*/ 0 w 595706"/>
                <a:gd name="connsiteY4" fmla="*/ 24267 h 141504"/>
                <a:gd name="connsiteX0" fmla="*/ 0 w 595706"/>
                <a:gd name="connsiteY0" fmla="*/ 24472 h 141709"/>
                <a:gd name="connsiteX1" fmla="*/ 595706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0 w 595706"/>
                <a:gd name="connsiteY0" fmla="*/ 24472 h 141709"/>
                <a:gd name="connsiteX1" fmla="*/ 594353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124 w 595830"/>
                <a:gd name="connsiteY0" fmla="*/ 24472 h 141709"/>
                <a:gd name="connsiteX1" fmla="*/ 594477 w 595830"/>
                <a:gd name="connsiteY1" fmla="*/ 3096 h 141709"/>
                <a:gd name="connsiteX2" fmla="*/ 595830 w 595830"/>
                <a:gd name="connsiteY2" fmla="*/ 99527 h 141709"/>
                <a:gd name="connsiteX3" fmla="*/ 131 w 595830"/>
                <a:gd name="connsiteY3" fmla="*/ 141709 h 141709"/>
                <a:gd name="connsiteX4" fmla="*/ 124 w 595830"/>
                <a:gd name="connsiteY4" fmla="*/ 24472 h 141709"/>
                <a:gd name="connsiteX0" fmla="*/ 124 w 597179"/>
                <a:gd name="connsiteY0" fmla="*/ 25207 h 142444"/>
                <a:gd name="connsiteX1" fmla="*/ 597179 w 597179"/>
                <a:gd name="connsiteY1" fmla="*/ 481 h 142444"/>
                <a:gd name="connsiteX2" fmla="*/ 595830 w 597179"/>
                <a:gd name="connsiteY2" fmla="*/ 100262 h 142444"/>
                <a:gd name="connsiteX3" fmla="*/ 131 w 597179"/>
                <a:gd name="connsiteY3" fmla="*/ 142444 h 142444"/>
                <a:gd name="connsiteX4" fmla="*/ 124 w 597179"/>
                <a:gd name="connsiteY4" fmla="*/ 25207 h 142444"/>
                <a:gd name="connsiteX0" fmla="*/ 124 w 595889"/>
                <a:gd name="connsiteY0" fmla="*/ 25842 h 143079"/>
                <a:gd name="connsiteX1" fmla="*/ 594477 w 595889"/>
                <a:gd name="connsiteY1" fmla="*/ 0 h 143079"/>
                <a:gd name="connsiteX2" fmla="*/ 595830 w 595889"/>
                <a:gd name="connsiteY2" fmla="*/ 100897 h 143079"/>
                <a:gd name="connsiteX3" fmla="*/ 131 w 595889"/>
                <a:gd name="connsiteY3" fmla="*/ 143079 h 143079"/>
                <a:gd name="connsiteX4" fmla="*/ 124 w 595889"/>
                <a:gd name="connsiteY4" fmla="*/ 25842 h 143079"/>
                <a:gd name="connsiteX0" fmla="*/ 124 w 595889"/>
                <a:gd name="connsiteY0" fmla="*/ 24713 h 141950"/>
                <a:gd name="connsiteX1" fmla="*/ 594477 w 595889"/>
                <a:gd name="connsiteY1" fmla="*/ 2221 h 141950"/>
                <a:gd name="connsiteX2" fmla="*/ 595830 w 595889"/>
                <a:gd name="connsiteY2" fmla="*/ 99768 h 141950"/>
                <a:gd name="connsiteX3" fmla="*/ 131 w 595889"/>
                <a:gd name="connsiteY3" fmla="*/ 141950 h 141950"/>
                <a:gd name="connsiteX4" fmla="*/ 124 w 595889"/>
                <a:gd name="connsiteY4" fmla="*/ 24713 h 141950"/>
                <a:gd name="connsiteX0" fmla="*/ 124 w 595959"/>
                <a:gd name="connsiteY0" fmla="*/ 24713 h 141950"/>
                <a:gd name="connsiteX1" fmla="*/ 595828 w 595959"/>
                <a:gd name="connsiteY1" fmla="*/ 2221 h 141950"/>
                <a:gd name="connsiteX2" fmla="*/ 595830 w 595959"/>
                <a:gd name="connsiteY2" fmla="*/ 99768 h 141950"/>
                <a:gd name="connsiteX3" fmla="*/ 131 w 595959"/>
                <a:gd name="connsiteY3" fmla="*/ 141950 h 141950"/>
                <a:gd name="connsiteX4" fmla="*/ 124 w 595959"/>
                <a:gd name="connsiteY4" fmla="*/ 24713 h 141950"/>
                <a:gd name="connsiteX0" fmla="*/ 124 w 595959"/>
                <a:gd name="connsiteY0" fmla="*/ 24925 h 142162"/>
                <a:gd name="connsiteX1" fmla="*/ 595828 w 595959"/>
                <a:gd name="connsiteY1" fmla="*/ 2433 h 142162"/>
                <a:gd name="connsiteX2" fmla="*/ 595830 w 595959"/>
                <a:gd name="connsiteY2" fmla="*/ 99980 h 142162"/>
                <a:gd name="connsiteX3" fmla="*/ 131 w 595959"/>
                <a:gd name="connsiteY3" fmla="*/ 142162 h 142162"/>
                <a:gd name="connsiteX4" fmla="*/ 124 w 595959"/>
                <a:gd name="connsiteY4" fmla="*/ 24925 h 142162"/>
                <a:gd name="connsiteX0" fmla="*/ 124 w 595959"/>
                <a:gd name="connsiteY0" fmla="*/ 22492 h 139729"/>
                <a:gd name="connsiteX1" fmla="*/ 595828 w 595959"/>
                <a:gd name="connsiteY1" fmla="*/ 0 h 139729"/>
                <a:gd name="connsiteX2" fmla="*/ 595830 w 595959"/>
                <a:gd name="connsiteY2" fmla="*/ 97547 h 139729"/>
                <a:gd name="connsiteX3" fmla="*/ 131 w 595959"/>
                <a:gd name="connsiteY3" fmla="*/ 139729 h 139729"/>
                <a:gd name="connsiteX4" fmla="*/ 124 w 595959"/>
                <a:gd name="connsiteY4" fmla="*/ 22492 h 139729"/>
                <a:gd name="connsiteX0" fmla="*/ 124 w 595959"/>
                <a:gd name="connsiteY0" fmla="*/ 25585 h 142822"/>
                <a:gd name="connsiteX1" fmla="*/ 595828 w 595959"/>
                <a:gd name="connsiteY1" fmla="*/ 3093 h 142822"/>
                <a:gd name="connsiteX2" fmla="*/ 595830 w 595959"/>
                <a:gd name="connsiteY2" fmla="*/ 100640 h 142822"/>
                <a:gd name="connsiteX3" fmla="*/ 131 w 595959"/>
                <a:gd name="connsiteY3" fmla="*/ 142822 h 142822"/>
                <a:gd name="connsiteX4" fmla="*/ 124 w 595959"/>
                <a:gd name="connsiteY4" fmla="*/ 25585 h 142822"/>
                <a:gd name="connsiteX0" fmla="*/ 124 w 595959"/>
                <a:gd name="connsiteY0" fmla="*/ 25585 h 142822"/>
                <a:gd name="connsiteX1" fmla="*/ 595828 w 595959"/>
                <a:gd name="connsiteY1" fmla="*/ 3093 h 142822"/>
                <a:gd name="connsiteX2" fmla="*/ 595830 w 595959"/>
                <a:gd name="connsiteY2" fmla="*/ 100640 h 142822"/>
                <a:gd name="connsiteX3" fmla="*/ 131 w 595959"/>
                <a:gd name="connsiteY3" fmla="*/ 142822 h 142822"/>
                <a:gd name="connsiteX4" fmla="*/ 124 w 595959"/>
                <a:gd name="connsiteY4" fmla="*/ 25585 h 142822"/>
                <a:gd name="connsiteX0" fmla="*/ 124 w 595959"/>
                <a:gd name="connsiteY0" fmla="*/ 26512 h 143749"/>
                <a:gd name="connsiteX1" fmla="*/ 595828 w 595959"/>
                <a:gd name="connsiteY1" fmla="*/ 4020 h 143749"/>
                <a:gd name="connsiteX2" fmla="*/ 595830 w 595959"/>
                <a:gd name="connsiteY2" fmla="*/ 101567 h 143749"/>
                <a:gd name="connsiteX3" fmla="*/ 131 w 595959"/>
                <a:gd name="connsiteY3" fmla="*/ 143749 h 143749"/>
                <a:gd name="connsiteX4" fmla="*/ 124 w 595959"/>
                <a:gd name="connsiteY4" fmla="*/ 26512 h 143749"/>
                <a:gd name="connsiteX0" fmla="*/ 124 w 595959"/>
                <a:gd name="connsiteY0" fmla="*/ 26512 h 143749"/>
                <a:gd name="connsiteX1" fmla="*/ 595828 w 595959"/>
                <a:gd name="connsiteY1" fmla="*/ 4020 h 143749"/>
                <a:gd name="connsiteX2" fmla="*/ 595830 w 595959"/>
                <a:gd name="connsiteY2" fmla="*/ 101567 h 143749"/>
                <a:gd name="connsiteX3" fmla="*/ 131 w 595959"/>
                <a:gd name="connsiteY3" fmla="*/ 143749 h 143749"/>
                <a:gd name="connsiteX4" fmla="*/ 124 w 595959"/>
                <a:gd name="connsiteY4" fmla="*/ 26512 h 143749"/>
                <a:gd name="connsiteX0" fmla="*/ 124 w 595959"/>
                <a:gd name="connsiteY0" fmla="*/ 28496 h 145733"/>
                <a:gd name="connsiteX1" fmla="*/ 595828 w 595959"/>
                <a:gd name="connsiteY1" fmla="*/ 6004 h 145733"/>
                <a:gd name="connsiteX2" fmla="*/ 595830 w 595959"/>
                <a:gd name="connsiteY2" fmla="*/ 103551 h 145733"/>
                <a:gd name="connsiteX3" fmla="*/ 131 w 595959"/>
                <a:gd name="connsiteY3" fmla="*/ 145733 h 145733"/>
                <a:gd name="connsiteX4" fmla="*/ 124 w 595959"/>
                <a:gd name="connsiteY4" fmla="*/ 28496 h 14573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856"/>
                <a:gd name="connsiteY0" fmla="*/ 41841 h 159078"/>
                <a:gd name="connsiteX1" fmla="*/ 591261 w 595856"/>
                <a:gd name="connsiteY1" fmla="*/ 0 h 159078"/>
                <a:gd name="connsiteX2" fmla="*/ 595830 w 595856"/>
                <a:gd name="connsiteY2" fmla="*/ 116896 h 159078"/>
                <a:gd name="connsiteX3" fmla="*/ 131 w 595856"/>
                <a:gd name="connsiteY3" fmla="*/ 159078 h 159078"/>
                <a:gd name="connsiteX4" fmla="*/ 124 w 595856"/>
                <a:gd name="connsiteY4" fmla="*/ 41841 h 159078"/>
                <a:gd name="connsiteX0" fmla="*/ 124 w 595959"/>
                <a:gd name="connsiteY0" fmla="*/ 41841 h 159078"/>
                <a:gd name="connsiteX1" fmla="*/ 595828 w 595959"/>
                <a:gd name="connsiteY1" fmla="*/ 0 h 159078"/>
                <a:gd name="connsiteX2" fmla="*/ 595830 w 595959"/>
                <a:gd name="connsiteY2" fmla="*/ 116896 h 159078"/>
                <a:gd name="connsiteX3" fmla="*/ 131 w 595959"/>
                <a:gd name="connsiteY3" fmla="*/ 159078 h 159078"/>
                <a:gd name="connsiteX4" fmla="*/ 124 w 595959"/>
                <a:gd name="connsiteY4" fmla="*/ 41841 h 159078"/>
                <a:gd name="connsiteX0" fmla="*/ 124 w 597349"/>
                <a:gd name="connsiteY0" fmla="*/ 42378 h 159615"/>
                <a:gd name="connsiteX1" fmla="*/ 597349 w 597349"/>
                <a:gd name="connsiteY1" fmla="*/ 0 h 159615"/>
                <a:gd name="connsiteX2" fmla="*/ 595830 w 597349"/>
                <a:gd name="connsiteY2" fmla="*/ 117433 h 159615"/>
                <a:gd name="connsiteX3" fmla="*/ 131 w 597349"/>
                <a:gd name="connsiteY3" fmla="*/ 159615 h 159615"/>
                <a:gd name="connsiteX4" fmla="*/ 124 w 597349"/>
                <a:gd name="connsiteY4" fmla="*/ 42378 h 159615"/>
                <a:gd name="connsiteX0" fmla="*/ 124 w 600443"/>
                <a:gd name="connsiteY0" fmla="*/ 42378 h 159615"/>
                <a:gd name="connsiteX1" fmla="*/ 597349 w 600443"/>
                <a:gd name="connsiteY1" fmla="*/ 0 h 159615"/>
                <a:gd name="connsiteX2" fmla="*/ 600408 w 600443"/>
                <a:gd name="connsiteY2" fmla="*/ 117433 h 159615"/>
                <a:gd name="connsiteX3" fmla="*/ 131 w 600443"/>
                <a:gd name="connsiteY3" fmla="*/ 159615 h 159615"/>
                <a:gd name="connsiteX4" fmla="*/ 124 w 600443"/>
                <a:gd name="connsiteY4" fmla="*/ 42378 h 159615"/>
                <a:gd name="connsiteX0" fmla="*/ 124 w 600537"/>
                <a:gd name="connsiteY0" fmla="*/ 42378 h 159615"/>
                <a:gd name="connsiteX1" fmla="*/ 600401 w 600537"/>
                <a:gd name="connsiteY1" fmla="*/ 0 h 159615"/>
                <a:gd name="connsiteX2" fmla="*/ 600408 w 600537"/>
                <a:gd name="connsiteY2" fmla="*/ 117433 h 159615"/>
                <a:gd name="connsiteX3" fmla="*/ 131 w 600537"/>
                <a:gd name="connsiteY3" fmla="*/ 159615 h 159615"/>
                <a:gd name="connsiteX4" fmla="*/ 124 w 600537"/>
                <a:gd name="connsiteY4" fmla="*/ 42378 h 159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0537" h="159615">
                  <a:moveTo>
                    <a:pt x="124" y="42378"/>
                  </a:moveTo>
                  <a:cubicBezTo>
                    <a:pt x="296414" y="-50243"/>
                    <a:pt x="418111" y="75773"/>
                    <a:pt x="600401" y="0"/>
                  </a:cubicBezTo>
                  <a:cubicBezTo>
                    <a:pt x="599951" y="33260"/>
                    <a:pt x="600858" y="84173"/>
                    <a:pt x="600408" y="117433"/>
                  </a:cubicBezTo>
                  <a:cubicBezTo>
                    <a:pt x="395490" y="192726"/>
                    <a:pt x="285331" y="62551"/>
                    <a:pt x="131" y="159615"/>
                  </a:cubicBezTo>
                  <a:cubicBezTo>
                    <a:pt x="-323" y="114566"/>
                    <a:pt x="578" y="87427"/>
                    <a:pt x="124" y="42378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12" name="矩形 1174">
              <a:extLst>
                <a:ext uri="{FF2B5EF4-FFF2-40B4-BE49-F238E27FC236}">
                  <a16:creationId xmlns:a16="http://schemas.microsoft.com/office/drawing/2014/main" id="{530EAA4D-D330-C1FE-5258-D9EF854235E3}"/>
                </a:ext>
              </a:extLst>
            </p:cNvPr>
            <p:cNvSpPr/>
            <p:nvPr/>
          </p:nvSpPr>
          <p:spPr>
            <a:xfrm rot="10800000">
              <a:off x="6490934" y="6141287"/>
              <a:ext cx="618706" cy="226680"/>
            </a:xfrm>
            <a:custGeom>
              <a:avLst/>
              <a:gdLst>
                <a:gd name="connsiteX0" fmla="*/ 0 w 595706"/>
                <a:gd name="connsiteY0" fmla="*/ 0 h 92965"/>
                <a:gd name="connsiteX1" fmla="*/ 595706 w 595706"/>
                <a:gd name="connsiteY1" fmla="*/ 0 h 92965"/>
                <a:gd name="connsiteX2" fmla="*/ 595706 w 595706"/>
                <a:gd name="connsiteY2" fmla="*/ 92965 h 92965"/>
                <a:gd name="connsiteX3" fmla="*/ 0 w 595706"/>
                <a:gd name="connsiteY3" fmla="*/ 92965 h 92965"/>
                <a:gd name="connsiteX4" fmla="*/ 0 w 595706"/>
                <a:gd name="connsiteY4" fmla="*/ 0 h 92965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1422 w 594406"/>
                <a:gd name="connsiteY0" fmla="*/ 21376 h 135147"/>
                <a:gd name="connsiteX1" fmla="*/ 594406 w 594406"/>
                <a:gd name="connsiteY1" fmla="*/ 0 h 135147"/>
                <a:gd name="connsiteX2" fmla="*/ 594406 w 594406"/>
                <a:gd name="connsiteY2" fmla="*/ 92965 h 135147"/>
                <a:gd name="connsiteX3" fmla="*/ 61 w 594406"/>
                <a:gd name="connsiteY3" fmla="*/ 135147 h 135147"/>
                <a:gd name="connsiteX4" fmla="*/ 1422 w 594406"/>
                <a:gd name="connsiteY4" fmla="*/ 21376 h 135147"/>
                <a:gd name="connsiteX0" fmla="*/ 1422 w 594406"/>
                <a:gd name="connsiteY0" fmla="*/ 15599 h 135147"/>
                <a:gd name="connsiteX1" fmla="*/ 594406 w 594406"/>
                <a:gd name="connsiteY1" fmla="*/ 0 h 135147"/>
                <a:gd name="connsiteX2" fmla="*/ 594406 w 594406"/>
                <a:gd name="connsiteY2" fmla="*/ 92965 h 135147"/>
                <a:gd name="connsiteX3" fmla="*/ 61 w 594406"/>
                <a:gd name="connsiteY3" fmla="*/ 135147 h 135147"/>
                <a:gd name="connsiteX4" fmla="*/ 1422 w 594406"/>
                <a:gd name="connsiteY4" fmla="*/ 15599 h 135147"/>
                <a:gd name="connsiteX0" fmla="*/ 131 w 594476"/>
                <a:gd name="connsiteY0" fmla="*/ 4622 h 135147"/>
                <a:gd name="connsiteX1" fmla="*/ 594476 w 594476"/>
                <a:gd name="connsiteY1" fmla="*/ 0 h 135147"/>
                <a:gd name="connsiteX2" fmla="*/ 594476 w 594476"/>
                <a:gd name="connsiteY2" fmla="*/ 92965 h 135147"/>
                <a:gd name="connsiteX3" fmla="*/ 131 w 594476"/>
                <a:gd name="connsiteY3" fmla="*/ 135147 h 135147"/>
                <a:gd name="connsiteX4" fmla="*/ 131 w 594476"/>
                <a:gd name="connsiteY4" fmla="*/ 4622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22423 h 139660"/>
                <a:gd name="connsiteX1" fmla="*/ 595706 w 595706"/>
                <a:gd name="connsiteY1" fmla="*/ 4513 h 139660"/>
                <a:gd name="connsiteX2" fmla="*/ 595706 w 595706"/>
                <a:gd name="connsiteY2" fmla="*/ 97478 h 139660"/>
                <a:gd name="connsiteX3" fmla="*/ 1361 w 595706"/>
                <a:gd name="connsiteY3" fmla="*/ 139660 h 139660"/>
                <a:gd name="connsiteX4" fmla="*/ 0 w 595706"/>
                <a:gd name="connsiteY4" fmla="*/ 22423 h 139660"/>
                <a:gd name="connsiteX0" fmla="*/ 0 w 595706"/>
                <a:gd name="connsiteY0" fmla="*/ 26413 h 143650"/>
                <a:gd name="connsiteX1" fmla="*/ 595706 w 595706"/>
                <a:gd name="connsiteY1" fmla="*/ 8503 h 143650"/>
                <a:gd name="connsiteX2" fmla="*/ 595706 w 595706"/>
                <a:gd name="connsiteY2" fmla="*/ 101468 h 143650"/>
                <a:gd name="connsiteX3" fmla="*/ 1361 w 595706"/>
                <a:gd name="connsiteY3" fmla="*/ 143650 h 143650"/>
                <a:gd name="connsiteX4" fmla="*/ 0 w 595706"/>
                <a:gd name="connsiteY4" fmla="*/ 26413 h 143650"/>
                <a:gd name="connsiteX0" fmla="*/ 0 w 595706"/>
                <a:gd name="connsiteY0" fmla="*/ 21286 h 138523"/>
                <a:gd name="connsiteX1" fmla="*/ 595706 w 595706"/>
                <a:gd name="connsiteY1" fmla="*/ 3376 h 138523"/>
                <a:gd name="connsiteX2" fmla="*/ 595706 w 595706"/>
                <a:gd name="connsiteY2" fmla="*/ 96341 h 138523"/>
                <a:gd name="connsiteX3" fmla="*/ 1361 w 595706"/>
                <a:gd name="connsiteY3" fmla="*/ 138523 h 138523"/>
                <a:gd name="connsiteX4" fmla="*/ 0 w 595706"/>
                <a:gd name="connsiteY4" fmla="*/ 21286 h 138523"/>
                <a:gd name="connsiteX0" fmla="*/ 0 w 595706"/>
                <a:gd name="connsiteY0" fmla="*/ 22534 h 139771"/>
                <a:gd name="connsiteX1" fmla="*/ 595706 w 595706"/>
                <a:gd name="connsiteY1" fmla="*/ 4624 h 139771"/>
                <a:gd name="connsiteX2" fmla="*/ 595706 w 595706"/>
                <a:gd name="connsiteY2" fmla="*/ 97589 h 139771"/>
                <a:gd name="connsiteX3" fmla="*/ 1361 w 595706"/>
                <a:gd name="connsiteY3" fmla="*/ 139771 h 139771"/>
                <a:gd name="connsiteX4" fmla="*/ 0 w 595706"/>
                <a:gd name="connsiteY4" fmla="*/ 22534 h 139771"/>
                <a:gd name="connsiteX0" fmla="*/ 0 w 595706"/>
                <a:gd name="connsiteY0" fmla="*/ 23494 h 140731"/>
                <a:gd name="connsiteX1" fmla="*/ 595706 w 595706"/>
                <a:gd name="connsiteY1" fmla="*/ 2118 h 140731"/>
                <a:gd name="connsiteX2" fmla="*/ 595706 w 595706"/>
                <a:gd name="connsiteY2" fmla="*/ 98549 h 140731"/>
                <a:gd name="connsiteX3" fmla="*/ 1361 w 595706"/>
                <a:gd name="connsiteY3" fmla="*/ 140731 h 140731"/>
                <a:gd name="connsiteX4" fmla="*/ 0 w 595706"/>
                <a:gd name="connsiteY4" fmla="*/ 23494 h 140731"/>
                <a:gd name="connsiteX0" fmla="*/ 0 w 595706"/>
                <a:gd name="connsiteY0" fmla="*/ 23494 h 140731"/>
                <a:gd name="connsiteX1" fmla="*/ 595706 w 595706"/>
                <a:gd name="connsiteY1" fmla="*/ 2118 h 140731"/>
                <a:gd name="connsiteX2" fmla="*/ 595706 w 595706"/>
                <a:gd name="connsiteY2" fmla="*/ 98549 h 140731"/>
                <a:gd name="connsiteX3" fmla="*/ 1361 w 595706"/>
                <a:gd name="connsiteY3" fmla="*/ 140731 h 140731"/>
                <a:gd name="connsiteX4" fmla="*/ 0 w 595706"/>
                <a:gd name="connsiteY4" fmla="*/ 23494 h 140731"/>
                <a:gd name="connsiteX0" fmla="*/ 0 w 595706"/>
                <a:gd name="connsiteY0" fmla="*/ 25030 h 142267"/>
                <a:gd name="connsiteX1" fmla="*/ 595706 w 595706"/>
                <a:gd name="connsiteY1" fmla="*/ 3654 h 142267"/>
                <a:gd name="connsiteX2" fmla="*/ 595706 w 595706"/>
                <a:gd name="connsiteY2" fmla="*/ 100085 h 142267"/>
                <a:gd name="connsiteX3" fmla="*/ 1361 w 595706"/>
                <a:gd name="connsiteY3" fmla="*/ 142267 h 142267"/>
                <a:gd name="connsiteX4" fmla="*/ 0 w 595706"/>
                <a:gd name="connsiteY4" fmla="*/ 25030 h 142267"/>
                <a:gd name="connsiteX0" fmla="*/ 0 w 595706"/>
                <a:gd name="connsiteY0" fmla="*/ 22091 h 139328"/>
                <a:gd name="connsiteX1" fmla="*/ 595706 w 595706"/>
                <a:gd name="connsiteY1" fmla="*/ 715 h 139328"/>
                <a:gd name="connsiteX2" fmla="*/ 595706 w 595706"/>
                <a:gd name="connsiteY2" fmla="*/ 97146 h 139328"/>
                <a:gd name="connsiteX3" fmla="*/ 1361 w 595706"/>
                <a:gd name="connsiteY3" fmla="*/ 139328 h 139328"/>
                <a:gd name="connsiteX4" fmla="*/ 0 w 595706"/>
                <a:gd name="connsiteY4" fmla="*/ 22091 h 139328"/>
                <a:gd name="connsiteX0" fmla="*/ 0 w 595706"/>
                <a:gd name="connsiteY0" fmla="*/ 23573 h 140810"/>
                <a:gd name="connsiteX1" fmla="*/ 595706 w 595706"/>
                <a:gd name="connsiteY1" fmla="*/ 2197 h 140810"/>
                <a:gd name="connsiteX2" fmla="*/ 595706 w 595706"/>
                <a:gd name="connsiteY2" fmla="*/ 98628 h 140810"/>
                <a:gd name="connsiteX3" fmla="*/ 1361 w 595706"/>
                <a:gd name="connsiteY3" fmla="*/ 140810 h 140810"/>
                <a:gd name="connsiteX4" fmla="*/ 0 w 595706"/>
                <a:gd name="connsiteY4" fmla="*/ 23573 h 140810"/>
                <a:gd name="connsiteX0" fmla="*/ 0 w 595706"/>
                <a:gd name="connsiteY0" fmla="*/ 21908 h 139145"/>
                <a:gd name="connsiteX1" fmla="*/ 595706 w 595706"/>
                <a:gd name="connsiteY1" fmla="*/ 532 h 139145"/>
                <a:gd name="connsiteX2" fmla="*/ 595706 w 595706"/>
                <a:gd name="connsiteY2" fmla="*/ 96963 h 139145"/>
                <a:gd name="connsiteX3" fmla="*/ 1361 w 595706"/>
                <a:gd name="connsiteY3" fmla="*/ 139145 h 139145"/>
                <a:gd name="connsiteX4" fmla="*/ 0 w 595706"/>
                <a:gd name="connsiteY4" fmla="*/ 21908 h 139145"/>
                <a:gd name="connsiteX0" fmla="*/ 0 w 595706"/>
                <a:gd name="connsiteY0" fmla="*/ 23863 h 141100"/>
                <a:gd name="connsiteX1" fmla="*/ 595706 w 595706"/>
                <a:gd name="connsiteY1" fmla="*/ 2487 h 141100"/>
                <a:gd name="connsiteX2" fmla="*/ 595706 w 595706"/>
                <a:gd name="connsiteY2" fmla="*/ 98918 h 141100"/>
                <a:gd name="connsiteX3" fmla="*/ 1361 w 595706"/>
                <a:gd name="connsiteY3" fmla="*/ 141100 h 141100"/>
                <a:gd name="connsiteX4" fmla="*/ 0 w 595706"/>
                <a:gd name="connsiteY4" fmla="*/ 23863 h 141100"/>
                <a:gd name="connsiteX0" fmla="*/ 0 w 595706"/>
                <a:gd name="connsiteY0" fmla="*/ 24472 h 141709"/>
                <a:gd name="connsiteX1" fmla="*/ 595706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0 w 595706"/>
                <a:gd name="connsiteY0" fmla="*/ 24267 h 141504"/>
                <a:gd name="connsiteX1" fmla="*/ 595706 w 595706"/>
                <a:gd name="connsiteY1" fmla="*/ 2891 h 141504"/>
                <a:gd name="connsiteX2" fmla="*/ 595706 w 595706"/>
                <a:gd name="connsiteY2" fmla="*/ 99322 h 141504"/>
                <a:gd name="connsiteX3" fmla="*/ 1361 w 595706"/>
                <a:gd name="connsiteY3" fmla="*/ 141504 h 141504"/>
                <a:gd name="connsiteX4" fmla="*/ 0 w 595706"/>
                <a:gd name="connsiteY4" fmla="*/ 24267 h 141504"/>
                <a:gd name="connsiteX0" fmla="*/ 0 w 595706"/>
                <a:gd name="connsiteY0" fmla="*/ 24472 h 141709"/>
                <a:gd name="connsiteX1" fmla="*/ 595706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0 w 595706"/>
                <a:gd name="connsiteY0" fmla="*/ 24472 h 141709"/>
                <a:gd name="connsiteX1" fmla="*/ 594353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124 w 595830"/>
                <a:gd name="connsiteY0" fmla="*/ 24472 h 141709"/>
                <a:gd name="connsiteX1" fmla="*/ 594477 w 595830"/>
                <a:gd name="connsiteY1" fmla="*/ 3096 h 141709"/>
                <a:gd name="connsiteX2" fmla="*/ 595830 w 595830"/>
                <a:gd name="connsiteY2" fmla="*/ 99527 h 141709"/>
                <a:gd name="connsiteX3" fmla="*/ 131 w 595830"/>
                <a:gd name="connsiteY3" fmla="*/ 141709 h 141709"/>
                <a:gd name="connsiteX4" fmla="*/ 124 w 595830"/>
                <a:gd name="connsiteY4" fmla="*/ 24472 h 141709"/>
                <a:gd name="connsiteX0" fmla="*/ 124 w 597179"/>
                <a:gd name="connsiteY0" fmla="*/ 25207 h 142444"/>
                <a:gd name="connsiteX1" fmla="*/ 597179 w 597179"/>
                <a:gd name="connsiteY1" fmla="*/ 481 h 142444"/>
                <a:gd name="connsiteX2" fmla="*/ 595830 w 597179"/>
                <a:gd name="connsiteY2" fmla="*/ 100262 h 142444"/>
                <a:gd name="connsiteX3" fmla="*/ 131 w 597179"/>
                <a:gd name="connsiteY3" fmla="*/ 142444 h 142444"/>
                <a:gd name="connsiteX4" fmla="*/ 124 w 597179"/>
                <a:gd name="connsiteY4" fmla="*/ 25207 h 142444"/>
                <a:gd name="connsiteX0" fmla="*/ 124 w 595889"/>
                <a:gd name="connsiteY0" fmla="*/ 25842 h 143079"/>
                <a:gd name="connsiteX1" fmla="*/ 594477 w 595889"/>
                <a:gd name="connsiteY1" fmla="*/ 0 h 143079"/>
                <a:gd name="connsiteX2" fmla="*/ 595830 w 595889"/>
                <a:gd name="connsiteY2" fmla="*/ 100897 h 143079"/>
                <a:gd name="connsiteX3" fmla="*/ 131 w 595889"/>
                <a:gd name="connsiteY3" fmla="*/ 143079 h 143079"/>
                <a:gd name="connsiteX4" fmla="*/ 124 w 595889"/>
                <a:gd name="connsiteY4" fmla="*/ 25842 h 143079"/>
                <a:gd name="connsiteX0" fmla="*/ 124 w 595889"/>
                <a:gd name="connsiteY0" fmla="*/ 24713 h 141950"/>
                <a:gd name="connsiteX1" fmla="*/ 594477 w 595889"/>
                <a:gd name="connsiteY1" fmla="*/ 2221 h 141950"/>
                <a:gd name="connsiteX2" fmla="*/ 595830 w 595889"/>
                <a:gd name="connsiteY2" fmla="*/ 99768 h 141950"/>
                <a:gd name="connsiteX3" fmla="*/ 131 w 595889"/>
                <a:gd name="connsiteY3" fmla="*/ 141950 h 141950"/>
                <a:gd name="connsiteX4" fmla="*/ 124 w 595889"/>
                <a:gd name="connsiteY4" fmla="*/ 24713 h 141950"/>
                <a:gd name="connsiteX0" fmla="*/ 124 w 595959"/>
                <a:gd name="connsiteY0" fmla="*/ 24713 h 141950"/>
                <a:gd name="connsiteX1" fmla="*/ 595828 w 595959"/>
                <a:gd name="connsiteY1" fmla="*/ 2221 h 141950"/>
                <a:gd name="connsiteX2" fmla="*/ 595830 w 595959"/>
                <a:gd name="connsiteY2" fmla="*/ 99768 h 141950"/>
                <a:gd name="connsiteX3" fmla="*/ 131 w 595959"/>
                <a:gd name="connsiteY3" fmla="*/ 141950 h 141950"/>
                <a:gd name="connsiteX4" fmla="*/ 124 w 595959"/>
                <a:gd name="connsiteY4" fmla="*/ 24713 h 141950"/>
                <a:gd name="connsiteX0" fmla="*/ 124 w 595959"/>
                <a:gd name="connsiteY0" fmla="*/ 24925 h 142162"/>
                <a:gd name="connsiteX1" fmla="*/ 595828 w 595959"/>
                <a:gd name="connsiteY1" fmla="*/ 2433 h 142162"/>
                <a:gd name="connsiteX2" fmla="*/ 595830 w 595959"/>
                <a:gd name="connsiteY2" fmla="*/ 99980 h 142162"/>
                <a:gd name="connsiteX3" fmla="*/ 131 w 595959"/>
                <a:gd name="connsiteY3" fmla="*/ 142162 h 142162"/>
                <a:gd name="connsiteX4" fmla="*/ 124 w 595959"/>
                <a:gd name="connsiteY4" fmla="*/ 24925 h 142162"/>
                <a:gd name="connsiteX0" fmla="*/ 124 w 595959"/>
                <a:gd name="connsiteY0" fmla="*/ 22492 h 139729"/>
                <a:gd name="connsiteX1" fmla="*/ 595828 w 595959"/>
                <a:gd name="connsiteY1" fmla="*/ 0 h 139729"/>
                <a:gd name="connsiteX2" fmla="*/ 595830 w 595959"/>
                <a:gd name="connsiteY2" fmla="*/ 97547 h 139729"/>
                <a:gd name="connsiteX3" fmla="*/ 131 w 595959"/>
                <a:gd name="connsiteY3" fmla="*/ 139729 h 139729"/>
                <a:gd name="connsiteX4" fmla="*/ 124 w 595959"/>
                <a:gd name="connsiteY4" fmla="*/ 22492 h 139729"/>
                <a:gd name="connsiteX0" fmla="*/ 124 w 595959"/>
                <a:gd name="connsiteY0" fmla="*/ 25585 h 142822"/>
                <a:gd name="connsiteX1" fmla="*/ 595828 w 595959"/>
                <a:gd name="connsiteY1" fmla="*/ 3093 h 142822"/>
                <a:gd name="connsiteX2" fmla="*/ 595830 w 595959"/>
                <a:gd name="connsiteY2" fmla="*/ 100640 h 142822"/>
                <a:gd name="connsiteX3" fmla="*/ 131 w 595959"/>
                <a:gd name="connsiteY3" fmla="*/ 142822 h 142822"/>
                <a:gd name="connsiteX4" fmla="*/ 124 w 595959"/>
                <a:gd name="connsiteY4" fmla="*/ 25585 h 142822"/>
                <a:gd name="connsiteX0" fmla="*/ 124 w 595959"/>
                <a:gd name="connsiteY0" fmla="*/ 25585 h 142822"/>
                <a:gd name="connsiteX1" fmla="*/ 595828 w 595959"/>
                <a:gd name="connsiteY1" fmla="*/ 3093 h 142822"/>
                <a:gd name="connsiteX2" fmla="*/ 595830 w 595959"/>
                <a:gd name="connsiteY2" fmla="*/ 100640 h 142822"/>
                <a:gd name="connsiteX3" fmla="*/ 131 w 595959"/>
                <a:gd name="connsiteY3" fmla="*/ 142822 h 142822"/>
                <a:gd name="connsiteX4" fmla="*/ 124 w 595959"/>
                <a:gd name="connsiteY4" fmla="*/ 25585 h 142822"/>
                <a:gd name="connsiteX0" fmla="*/ 124 w 595959"/>
                <a:gd name="connsiteY0" fmla="*/ 26512 h 143749"/>
                <a:gd name="connsiteX1" fmla="*/ 595828 w 595959"/>
                <a:gd name="connsiteY1" fmla="*/ 4020 h 143749"/>
                <a:gd name="connsiteX2" fmla="*/ 595830 w 595959"/>
                <a:gd name="connsiteY2" fmla="*/ 101567 h 143749"/>
                <a:gd name="connsiteX3" fmla="*/ 131 w 595959"/>
                <a:gd name="connsiteY3" fmla="*/ 143749 h 143749"/>
                <a:gd name="connsiteX4" fmla="*/ 124 w 595959"/>
                <a:gd name="connsiteY4" fmla="*/ 26512 h 143749"/>
                <a:gd name="connsiteX0" fmla="*/ 124 w 595959"/>
                <a:gd name="connsiteY0" fmla="*/ 26512 h 143749"/>
                <a:gd name="connsiteX1" fmla="*/ 595828 w 595959"/>
                <a:gd name="connsiteY1" fmla="*/ 4020 h 143749"/>
                <a:gd name="connsiteX2" fmla="*/ 595830 w 595959"/>
                <a:gd name="connsiteY2" fmla="*/ 101567 h 143749"/>
                <a:gd name="connsiteX3" fmla="*/ 131 w 595959"/>
                <a:gd name="connsiteY3" fmla="*/ 143749 h 143749"/>
                <a:gd name="connsiteX4" fmla="*/ 124 w 595959"/>
                <a:gd name="connsiteY4" fmla="*/ 26512 h 143749"/>
                <a:gd name="connsiteX0" fmla="*/ 124 w 595959"/>
                <a:gd name="connsiteY0" fmla="*/ 28496 h 145733"/>
                <a:gd name="connsiteX1" fmla="*/ 595828 w 595959"/>
                <a:gd name="connsiteY1" fmla="*/ 6004 h 145733"/>
                <a:gd name="connsiteX2" fmla="*/ 595830 w 595959"/>
                <a:gd name="connsiteY2" fmla="*/ 103551 h 145733"/>
                <a:gd name="connsiteX3" fmla="*/ 131 w 595959"/>
                <a:gd name="connsiteY3" fmla="*/ 145733 h 145733"/>
                <a:gd name="connsiteX4" fmla="*/ 124 w 595959"/>
                <a:gd name="connsiteY4" fmla="*/ 28496 h 14573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856"/>
                <a:gd name="connsiteY0" fmla="*/ 41841 h 159078"/>
                <a:gd name="connsiteX1" fmla="*/ 591261 w 595856"/>
                <a:gd name="connsiteY1" fmla="*/ 0 h 159078"/>
                <a:gd name="connsiteX2" fmla="*/ 595830 w 595856"/>
                <a:gd name="connsiteY2" fmla="*/ 116896 h 159078"/>
                <a:gd name="connsiteX3" fmla="*/ 131 w 595856"/>
                <a:gd name="connsiteY3" fmla="*/ 159078 h 159078"/>
                <a:gd name="connsiteX4" fmla="*/ 124 w 595856"/>
                <a:gd name="connsiteY4" fmla="*/ 41841 h 159078"/>
                <a:gd name="connsiteX0" fmla="*/ 124 w 595959"/>
                <a:gd name="connsiteY0" fmla="*/ 41841 h 159078"/>
                <a:gd name="connsiteX1" fmla="*/ 595828 w 595959"/>
                <a:gd name="connsiteY1" fmla="*/ 0 h 159078"/>
                <a:gd name="connsiteX2" fmla="*/ 595830 w 595959"/>
                <a:gd name="connsiteY2" fmla="*/ 116896 h 159078"/>
                <a:gd name="connsiteX3" fmla="*/ 131 w 595959"/>
                <a:gd name="connsiteY3" fmla="*/ 159078 h 159078"/>
                <a:gd name="connsiteX4" fmla="*/ 124 w 595959"/>
                <a:gd name="connsiteY4" fmla="*/ 41841 h 159078"/>
                <a:gd name="connsiteX0" fmla="*/ 124 w 597349"/>
                <a:gd name="connsiteY0" fmla="*/ 42378 h 159615"/>
                <a:gd name="connsiteX1" fmla="*/ 597349 w 597349"/>
                <a:gd name="connsiteY1" fmla="*/ 0 h 159615"/>
                <a:gd name="connsiteX2" fmla="*/ 595830 w 597349"/>
                <a:gd name="connsiteY2" fmla="*/ 117433 h 159615"/>
                <a:gd name="connsiteX3" fmla="*/ 131 w 597349"/>
                <a:gd name="connsiteY3" fmla="*/ 159615 h 159615"/>
                <a:gd name="connsiteX4" fmla="*/ 124 w 597349"/>
                <a:gd name="connsiteY4" fmla="*/ 42378 h 159615"/>
                <a:gd name="connsiteX0" fmla="*/ 124 w 600443"/>
                <a:gd name="connsiteY0" fmla="*/ 42378 h 159615"/>
                <a:gd name="connsiteX1" fmla="*/ 597349 w 600443"/>
                <a:gd name="connsiteY1" fmla="*/ 0 h 159615"/>
                <a:gd name="connsiteX2" fmla="*/ 600408 w 600443"/>
                <a:gd name="connsiteY2" fmla="*/ 117433 h 159615"/>
                <a:gd name="connsiteX3" fmla="*/ 131 w 600443"/>
                <a:gd name="connsiteY3" fmla="*/ 159615 h 159615"/>
                <a:gd name="connsiteX4" fmla="*/ 124 w 600443"/>
                <a:gd name="connsiteY4" fmla="*/ 42378 h 159615"/>
                <a:gd name="connsiteX0" fmla="*/ 124 w 600537"/>
                <a:gd name="connsiteY0" fmla="*/ 42378 h 159615"/>
                <a:gd name="connsiteX1" fmla="*/ 600401 w 600537"/>
                <a:gd name="connsiteY1" fmla="*/ 0 h 159615"/>
                <a:gd name="connsiteX2" fmla="*/ 600408 w 600537"/>
                <a:gd name="connsiteY2" fmla="*/ 117433 h 159615"/>
                <a:gd name="connsiteX3" fmla="*/ 131 w 600537"/>
                <a:gd name="connsiteY3" fmla="*/ 159615 h 159615"/>
                <a:gd name="connsiteX4" fmla="*/ 124 w 600537"/>
                <a:gd name="connsiteY4" fmla="*/ 42378 h 159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0537" h="159615">
                  <a:moveTo>
                    <a:pt x="124" y="42378"/>
                  </a:moveTo>
                  <a:cubicBezTo>
                    <a:pt x="296414" y="-50243"/>
                    <a:pt x="418111" y="75773"/>
                    <a:pt x="600401" y="0"/>
                  </a:cubicBezTo>
                  <a:cubicBezTo>
                    <a:pt x="599951" y="33260"/>
                    <a:pt x="600858" y="84173"/>
                    <a:pt x="600408" y="117433"/>
                  </a:cubicBezTo>
                  <a:cubicBezTo>
                    <a:pt x="395490" y="192726"/>
                    <a:pt x="285331" y="62551"/>
                    <a:pt x="131" y="159615"/>
                  </a:cubicBezTo>
                  <a:cubicBezTo>
                    <a:pt x="-323" y="114566"/>
                    <a:pt x="578" y="87427"/>
                    <a:pt x="124" y="42378"/>
                  </a:cubicBezTo>
                  <a:close/>
                </a:path>
              </a:pathLst>
            </a:custGeom>
            <a:solidFill>
              <a:schemeClr val="accent5">
                <a:lumMod val="40000"/>
                <a:lumOff val="6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813" name="组合 812">
              <a:extLst>
                <a:ext uri="{FF2B5EF4-FFF2-40B4-BE49-F238E27FC236}">
                  <a16:creationId xmlns:a16="http://schemas.microsoft.com/office/drawing/2014/main" id="{A7B164DB-2948-3657-C7BA-DF5BE0FE510F}"/>
                </a:ext>
              </a:extLst>
            </p:cNvPr>
            <p:cNvGrpSpPr/>
            <p:nvPr/>
          </p:nvGrpSpPr>
          <p:grpSpPr>
            <a:xfrm>
              <a:off x="6489710" y="6445933"/>
              <a:ext cx="621640" cy="735125"/>
              <a:chOff x="5766806" y="6445933"/>
              <a:chExt cx="621640" cy="735125"/>
            </a:xfrm>
          </p:grpSpPr>
          <p:sp>
            <p:nvSpPr>
              <p:cNvPr id="814" name="矩形 1174">
                <a:extLst>
                  <a:ext uri="{FF2B5EF4-FFF2-40B4-BE49-F238E27FC236}">
                    <a16:creationId xmlns:a16="http://schemas.microsoft.com/office/drawing/2014/main" id="{3DB8F40C-E5C9-9CC9-0708-5D20DAC6CDC1}"/>
                  </a:ext>
                </a:extLst>
              </p:cNvPr>
              <p:cNvSpPr/>
              <p:nvPr/>
            </p:nvSpPr>
            <p:spPr>
              <a:xfrm rot="10800000">
                <a:off x="5768235" y="6445933"/>
                <a:ext cx="618706" cy="226680"/>
              </a:xfrm>
              <a:custGeom>
                <a:avLst/>
                <a:gdLst>
                  <a:gd name="connsiteX0" fmla="*/ 0 w 595706"/>
                  <a:gd name="connsiteY0" fmla="*/ 0 h 92965"/>
                  <a:gd name="connsiteX1" fmla="*/ 595706 w 595706"/>
                  <a:gd name="connsiteY1" fmla="*/ 0 h 92965"/>
                  <a:gd name="connsiteX2" fmla="*/ 595706 w 595706"/>
                  <a:gd name="connsiteY2" fmla="*/ 92965 h 92965"/>
                  <a:gd name="connsiteX3" fmla="*/ 0 w 595706"/>
                  <a:gd name="connsiteY3" fmla="*/ 92965 h 92965"/>
                  <a:gd name="connsiteX4" fmla="*/ 0 w 595706"/>
                  <a:gd name="connsiteY4" fmla="*/ 0 h 92965"/>
                  <a:gd name="connsiteX0" fmla="*/ 0 w 595706"/>
                  <a:gd name="connsiteY0" fmla="*/ 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0 h 135147"/>
                  <a:gd name="connsiteX0" fmla="*/ 0 w 595706"/>
                  <a:gd name="connsiteY0" fmla="*/ 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0 h 135147"/>
                  <a:gd name="connsiteX0" fmla="*/ 0 w 595706"/>
                  <a:gd name="connsiteY0" fmla="*/ 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0 h 135147"/>
                  <a:gd name="connsiteX0" fmla="*/ 0 w 595706"/>
                  <a:gd name="connsiteY0" fmla="*/ 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0 h 135147"/>
                  <a:gd name="connsiteX0" fmla="*/ 1422 w 594406"/>
                  <a:gd name="connsiteY0" fmla="*/ 21376 h 135147"/>
                  <a:gd name="connsiteX1" fmla="*/ 594406 w 594406"/>
                  <a:gd name="connsiteY1" fmla="*/ 0 h 135147"/>
                  <a:gd name="connsiteX2" fmla="*/ 594406 w 594406"/>
                  <a:gd name="connsiteY2" fmla="*/ 92965 h 135147"/>
                  <a:gd name="connsiteX3" fmla="*/ 61 w 594406"/>
                  <a:gd name="connsiteY3" fmla="*/ 135147 h 135147"/>
                  <a:gd name="connsiteX4" fmla="*/ 1422 w 594406"/>
                  <a:gd name="connsiteY4" fmla="*/ 21376 h 135147"/>
                  <a:gd name="connsiteX0" fmla="*/ 1422 w 594406"/>
                  <a:gd name="connsiteY0" fmla="*/ 15599 h 135147"/>
                  <a:gd name="connsiteX1" fmla="*/ 594406 w 594406"/>
                  <a:gd name="connsiteY1" fmla="*/ 0 h 135147"/>
                  <a:gd name="connsiteX2" fmla="*/ 594406 w 594406"/>
                  <a:gd name="connsiteY2" fmla="*/ 92965 h 135147"/>
                  <a:gd name="connsiteX3" fmla="*/ 61 w 594406"/>
                  <a:gd name="connsiteY3" fmla="*/ 135147 h 135147"/>
                  <a:gd name="connsiteX4" fmla="*/ 1422 w 594406"/>
                  <a:gd name="connsiteY4" fmla="*/ 15599 h 135147"/>
                  <a:gd name="connsiteX0" fmla="*/ 131 w 594476"/>
                  <a:gd name="connsiteY0" fmla="*/ 4622 h 135147"/>
                  <a:gd name="connsiteX1" fmla="*/ 594476 w 594476"/>
                  <a:gd name="connsiteY1" fmla="*/ 0 h 135147"/>
                  <a:gd name="connsiteX2" fmla="*/ 594476 w 594476"/>
                  <a:gd name="connsiteY2" fmla="*/ 92965 h 135147"/>
                  <a:gd name="connsiteX3" fmla="*/ 131 w 594476"/>
                  <a:gd name="connsiteY3" fmla="*/ 135147 h 135147"/>
                  <a:gd name="connsiteX4" fmla="*/ 131 w 594476"/>
                  <a:gd name="connsiteY4" fmla="*/ 4622 h 135147"/>
                  <a:gd name="connsiteX0" fmla="*/ 0 w 595706"/>
                  <a:gd name="connsiteY0" fmla="*/ 1791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17910 h 135147"/>
                  <a:gd name="connsiteX0" fmla="*/ 0 w 595706"/>
                  <a:gd name="connsiteY0" fmla="*/ 1791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17910 h 135147"/>
                  <a:gd name="connsiteX0" fmla="*/ 0 w 595706"/>
                  <a:gd name="connsiteY0" fmla="*/ 1791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17910 h 135147"/>
                  <a:gd name="connsiteX0" fmla="*/ 0 w 595706"/>
                  <a:gd name="connsiteY0" fmla="*/ 1791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17910 h 135147"/>
                  <a:gd name="connsiteX0" fmla="*/ 0 w 595706"/>
                  <a:gd name="connsiteY0" fmla="*/ 22423 h 139660"/>
                  <a:gd name="connsiteX1" fmla="*/ 595706 w 595706"/>
                  <a:gd name="connsiteY1" fmla="*/ 4513 h 139660"/>
                  <a:gd name="connsiteX2" fmla="*/ 595706 w 595706"/>
                  <a:gd name="connsiteY2" fmla="*/ 97478 h 139660"/>
                  <a:gd name="connsiteX3" fmla="*/ 1361 w 595706"/>
                  <a:gd name="connsiteY3" fmla="*/ 139660 h 139660"/>
                  <a:gd name="connsiteX4" fmla="*/ 0 w 595706"/>
                  <a:gd name="connsiteY4" fmla="*/ 22423 h 139660"/>
                  <a:gd name="connsiteX0" fmla="*/ 0 w 595706"/>
                  <a:gd name="connsiteY0" fmla="*/ 26413 h 143650"/>
                  <a:gd name="connsiteX1" fmla="*/ 595706 w 595706"/>
                  <a:gd name="connsiteY1" fmla="*/ 8503 h 143650"/>
                  <a:gd name="connsiteX2" fmla="*/ 595706 w 595706"/>
                  <a:gd name="connsiteY2" fmla="*/ 101468 h 143650"/>
                  <a:gd name="connsiteX3" fmla="*/ 1361 w 595706"/>
                  <a:gd name="connsiteY3" fmla="*/ 143650 h 143650"/>
                  <a:gd name="connsiteX4" fmla="*/ 0 w 595706"/>
                  <a:gd name="connsiteY4" fmla="*/ 26413 h 143650"/>
                  <a:gd name="connsiteX0" fmla="*/ 0 w 595706"/>
                  <a:gd name="connsiteY0" fmla="*/ 21286 h 138523"/>
                  <a:gd name="connsiteX1" fmla="*/ 595706 w 595706"/>
                  <a:gd name="connsiteY1" fmla="*/ 3376 h 138523"/>
                  <a:gd name="connsiteX2" fmla="*/ 595706 w 595706"/>
                  <a:gd name="connsiteY2" fmla="*/ 96341 h 138523"/>
                  <a:gd name="connsiteX3" fmla="*/ 1361 w 595706"/>
                  <a:gd name="connsiteY3" fmla="*/ 138523 h 138523"/>
                  <a:gd name="connsiteX4" fmla="*/ 0 w 595706"/>
                  <a:gd name="connsiteY4" fmla="*/ 21286 h 138523"/>
                  <a:gd name="connsiteX0" fmla="*/ 0 w 595706"/>
                  <a:gd name="connsiteY0" fmla="*/ 22534 h 139771"/>
                  <a:gd name="connsiteX1" fmla="*/ 595706 w 595706"/>
                  <a:gd name="connsiteY1" fmla="*/ 4624 h 139771"/>
                  <a:gd name="connsiteX2" fmla="*/ 595706 w 595706"/>
                  <a:gd name="connsiteY2" fmla="*/ 97589 h 139771"/>
                  <a:gd name="connsiteX3" fmla="*/ 1361 w 595706"/>
                  <a:gd name="connsiteY3" fmla="*/ 139771 h 139771"/>
                  <a:gd name="connsiteX4" fmla="*/ 0 w 595706"/>
                  <a:gd name="connsiteY4" fmla="*/ 22534 h 139771"/>
                  <a:gd name="connsiteX0" fmla="*/ 0 w 595706"/>
                  <a:gd name="connsiteY0" fmla="*/ 23494 h 140731"/>
                  <a:gd name="connsiteX1" fmla="*/ 595706 w 595706"/>
                  <a:gd name="connsiteY1" fmla="*/ 2118 h 140731"/>
                  <a:gd name="connsiteX2" fmla="*/ 595706 w 595706"/>
                  <a:gd name="connsiteY2" fmla="*/ 98549 h 140731"/>
                  <a:gd name="connsiteX3" fmla="*/ 1361 w 595706"/>
                  <a:gd name="connsiteY3" fmla="*/ 140731 h 140731"/>
                  <a:gd name="connsiteX4" fmla="*/ 0 w 595706"/>
                  <a:gd name="connsiteY4" fmla="*/ 23494 h 140731"/>
                  <a:gd name="connsiteX0" fmla="*/ 0 w 595706"/>
                  <a:gd name="connsiteY0" fmla="*/ 23494 h 140731"/>
                  <a:gd name="connsiteX1" fmla="*/ 595706 w 595706"/>
                  <a:gd name="connsiteY1" fmla="*/ 2118 h 140731"/>
                  <a:gd name="connsiteX2" fmla="*/ 595706 w 595706"/>
                  <a:gd name="connsiteY2" fmla="*/ 98549 h 140731"/>
                  <a:gd name="connsiteX3" fmla="*/ 1361 w 595706"/>
                  <a:gd name="connsiteY3" fmla="*/ 140731 h 140731"/>
                  <a:gd name="connsiteX4" fmla="*/ 0 w 595706"/>
                  <a:gd name="connsiteY4" fmla="*/ 23494 h 140731"/>
                  <a:gd name="connsiteX0" fmla="*/ 0 w 595706"/>
                  <a:gd name="connsiteY0" fmla="*/ 25030 h 142267"/>
                  <a:gd name="connsiteX1" fmla="*/ 595706 w 595706"/>
                  <a:gd name="connsiteY1" fmla="*/ 3654 h 142267"/>
                  <a:gd name="connsiteX2" fmla="*/ 595706 w 595706"/>
                  <a:gd name="connsiteY2" fmla="*/ 100085 h 142267"/>
                  <a:gd name="connsiteX3" fmla="*/ 1361 w 595706"/>
                  <a:gd name="connsiteY3" fmla="*/ 142267 h 142267"/>
                  <a:gd name="connsiteX4" fmla="*/ 0 w 595706"/>
                  <a:gd name="connsiteY4" fmla="*/ 25030 h 142267"/>
                  <a:gd name="connsiteX0" fmla="*/ 0 w 595706"/>
                  <a:gd name="connsiteY0" fmla="*/ 22091 h 139328"/>
                  <a:gd name="connsiteX1" fmla="*/ 595706 w 595706"/>
                  <a:gd name="connsiteY1" fmla="*/ 715 h 139328"/>
                  <a:gd name="connsiteX2" fmla="*/ 595706 w 595706"/>
                  <a:gd name="connsiteY2" fmla="*/ 97146 h 139328"/>
                  <a:gd name="connsiteX3" fmla="*/ 1361 w 595706"/>
                  <a:gd name="connsiteY3" fmla="*/ 139328 h 139328"/>
                  <a:gd name="connsiteX4" fmla="*/ 0 w 595706"/>
                  <a:gd name="connsiteY4" fmla="*/ 22091 h 139328"/>
                  <a:gd name="connsiteX0" fmla="*/ 0 w 595706"/>
                  <a:gd name="connsiteY0" fmla="*/ 23573 h 140810"/>
                  <a:gd name="connsiteX1" fmla="*/ 595706 w 595706"/>
                  <a:gd name="connsiteY1" fmla="*/ 2197 h 140810"/>
                  <a:gd name="connsiteX2" fmla="*/ 595706 w 595706"/>
                  <a:gd name="connsiteY2" fmla="*/ 98628 h 140810"/>
                  <a:gd name="connsiteX3" fmla="*/ 1361 w 595706"/>
                  <a:gd name="connsiteY3" fmla="*/ 140810 h 140810"/>
                  <a:gd name="connsiteX4" fmla="*/ 0 w 595706"/>
                  <a:gd name="connsiteY4" fmla="*/ 23573 h 140810"/>
                  <a:gd name="connsiteX0" fmla="*/ 0 w 595706"/>
                  <a:gd name="connsiteY0" fmla="*/ 21908 h 139145"/>
                  <a:gd name="connsiteX1" fmla="*/ 595706 w 595706"/>
                  <a:gd name="connsiteY1" fmla="*/ 532 h 139145"/>
                  <a:gd name="connsiteX2" fmla="*/ 595706 w 595706"/>
                  <a:gd name="connsiteY2" fmla="*/ 96963 h 139145"/>
                  <a:gd name="connsiteX3" fmla="*/ 1361 w 595706"/>
                  <a:gd name="connsiteY3" fmla="*/ 139145 h 139145"/>
                  <a:gd name="connsiteX4" fmla="*/ 0 w 595706"/>
                  <a:gd name="connsiteY4" fmla="*/ 21908 h 139145"/>
                  <a:gd name="connsiteX0" fmla="*/ 0 w 595706"/>
                  <a:gd name="connsiteY0" fmla="*/ 23863 h 141100"/>
                  <a:gd name="connsiteX1" fmla="*/ 595706 w 595706"/>
                  <a:gd name="connsiteY1" fmla="*/ 2487 h 141100"/>
                  <a:gd name="connsiteX2" fmla="*/ 595706 w 595706"/>
                  <a:gd name="connsiteY2" fmla="*/ 98918 h 141100"/>
                  <a:gd name="connsiteX3" fmla="*/ 1361 w 595706"/>
                  <a:gd name="connsiteY3" fmla="*/ 141100 h 141100"/>
                  <a:gd name="connsiteX4" fmla="*/ 0 w 595706"/>
                  <a:gd name="connsiteY4" fmla="*/ 23863 h 141100"/>
                  <a:gd name="connsiteX0" fmla="*/ 0 w 595706"/>
                  <a:gd name="connsiteY0" fmla="*/ 24472 h 141709"/>
                  <a:gd name="connsiteX1" fmla="*/ 595706 w 595706"/>
                  <a:gd name="connsiteY1" fmla="*/ 3096 h 141709"/>
                  <a:gd name="connsiteX2" fmla="*/ 595706 w 595706"/>
                  <a:gd name="connsiteY2" fmla="*/ 99527 h 141709"/>
                  <a:gd name="connsiteX3" fmla="*/ 1361 w 595706"/>
                  <a:gd name="connsiteY3" fmla="*/ 141709 h 141709"/>
                  <a:gd name="connsiteX4" fmla="*/ 0 w 595706"/>
                  <a:gd name="connsiteY4" fmla="*/ 24472 h 141709"/>
                  <a:gd name="connsiteX0" fmla="*/ 0 w 595706"/>
                  <a:gd name="connsiteY0" fmla="*/ 24267 h 141504"/>
                  <a:gd name="connsiteX1" fmla="*/ 595706 w 595706"/>
                  <a:gd name="connsiteY1" fmla="*/ 2891 h 141504"/>
                  <a:gd name="connsiteX2" fmla="*/ 595706 w 595706"/>
                  <a:gd name="connsiteY2" fmla="*/ 99322 h 141504"/>
                  <a:gd name="connsiteX3" fmla="*/ 1361 w 595706"/>
                  <a:gd name="connsiteY3" fmla="*/ 141504 h 141504"/>
                  <a:gd name="connsiteX4" fmla="*/ 0 w 595706"/>
                  <a:gd name="connsiteY4" fmla="*/ 24267 h 141504"/>
                  <a:gd name="connsiteX0" fmla="*/ 0 w 595706"/>
                  <a:gd name="connsiteY0" fmla="*/ 24472 h 141709"/>
                  <a:gd name="connsiteX1" fmla="*/ 595706 w 595706"/>
                  <a:gd name="connsiteY1" fmla="*/ 3096 h 141709"/>
                  <a:gd name="connsiteX2" fmla="*/ 595706 w 595706"/>
                  <a:gd name="connsiteY2" fmla="*/ 99527 h 141709"/>
                  <a:gd name="connsiteX3" fmla="*/ 1361 w 595706"/>
                  <a:gd name="connsiteY3" fmla="*/ 141709 h 141709"/>
                  <a:gd name="connsiteX4" fmla="*/ 0 w 595706"/>
                  <a:gd name="connsiteY4" fmla="*/ 24472 h 141709"/>
                  <a:gd name="connsiteX0" fmla="*/ 0 w 595706"/>
                  <a:gd name="connsiteY0" fmla="*/ 24472 h 141709"/>
                  <a:gd name="connsiteX1" fmla="*/ 594353 w 595706"/>
                  <a:gd name="connsiteY1" fmla="*/ 3096 h 141709"/>
                  <a:gd name="connsiteX2" fmla="*/ 595706 w 595706"/>
                  <a:gd name="connsiteY2" fmla="*/ 99527 h 141709"/>
                  <a:gd name="connsiteX3" fmla="*/ 1361 w 595706"/>
                  <a:gd name="connsiteY3" fmla="*/ 141709 h 141709"/>
                  <a:gd name="connsiteX4" fmla="*/ 0 w 595706"/>
                  <a:gd name="connsiteY4" fmla="*/ 24472 h 141709"/>
                  <a:gd name="connsiteX0" fmla="*/ 124 w 595830"/>
                  <a:gd name="connsiteY0" fmla="*/ 24472 h 141709"/>
                  <a:gd name="connsiteX1" fmla="*/ 594477 w 595830"/>
                  <a:gd name="connsiteY1" fmla="*/ 3096 h 141709"/>
                  <a:gd name="connsiteX2" fmla="*/ 595830 w 595830"/>
                  <a:gd name="connsiteY2" fmla="*/ 99527 h 141709"/>
                  <a:gd name="connsiteX3" fmla="*/ 131 w 595830"/>
                  <a:gd name="connsiteY3" fmla="*/ 141709 h 141709"/>
                  <a:gd name="connsiteX4" fmla="*/ 124 w 595830"/>
                  <a:gd name="connsiteY4" fmla="*/ 24472 h 141709"/>
                  <a:gd name="connsiteX0" fmla="*/ 124 w 597179"/>
                  <a:gd name="connsiteY0" fmla="*/ 25207 h 142444"/>
                  <a:gd name="connsiteX1" fmla="*/ 597179 w 597179"/>
                  <a:gd name="connsiteY1" fmla="*/ 481 h 142444"/>
                  <a:gd name="connsiteX2" fmla="*/ 595830 w 597179"/>
                  <a:gd name="connsiteY2" fmla="*/ 100262 h 142444"/>
                  <a:gd name="connsiteX3" fmla="*/ 131 w 597179"/>
                  <a:gd name="connsiteY3" fmla="*/ 142444 h 142444"/>
                  <a:gd name="connsiteX4" fmla="*/ 124 w 597179"/>
                  <a:gd name="connsiteY4" fmla="*/ 25207 h 142444"/>
                  <a:gd name="connsiteX0" fmla="*/ 124 w 595889"/>
                  <a:gd name="connsiteY0" fmla="*/ 25842 h 143079"/>
                  <a:gd name="connsiteX1" fmla="*/ 594477 w 595889"/>
                  <a:gd name="connsiteY1" fmla="*/ 0 h 143079"/>
                  <a:gd name="connsiteX2" fmla="*/ 595830 w 595889"/>
                  <a:gd name="connsiteY2" fmla="*/ 100897 h 143079"/>
                  <a:gd name="connsiteX3" fmla="*/ 131 w 595889"/>
                  <a:gd name="connsiteY3" fmla="*/ 143079 h 143079"/>
                  <a:gd name="connsiteX4" fmla="*/ 124 w 595889"/>
                  <a:gd name="connsiteY4" fmla="*/ 25842 h 143079"/>
                  <a:gd name="connsiteX0" fmla="*/ 124 w 595889"/>
                  <a:gd name="connsiteY0" fmla="*/ 24713 h 141950"/>
                  <a:gd name="connsiteX1" fmla="*/ 594477 w 595889"/>
                  <a:gd name="connsiteY1" fmla="*/ 2221 h 141950"/>
                  <a:gd name="connsiteX2" fmla="*/ 595830 w 595889"/>
                  <a:gd name="connsiteY2" fmla="*/ 99768 h 141950"/>
                  <a:gd name="connsiteX3" fmla="*/ 131 w 595889"/>
                  <a:gd name="connsiteY3" fmla="*/ 141950 h 141950"/>
                  <a:gd name="connsiteX4" fmla="*/ 124 w 595889"/>
                  <a:gd name="connsiteY4" fmla="*/ 24713 h 141950"/>
                  <a:gd name="connsiteX0" fmla="*/ 124 w 595959"/>
                  <a:gd name="connsiteY0" fmla="*/ 24713 h 141950"/>
                  <a:gd name="connsiteX1" fmla="*/ 595828 w 595959"/>
                  <a:gd name="connsiteY1" fmla="*/ 2221 h 141950"/>
                  <a:gd name="connsiteX2" fmla="*/ 595830 w 595959"/>
                  <a:gd name="connsiteY2" fmla="*/ 99768 h 141950"/>
                  <a:gd name="connsiteX3" fmla="*/ 131 w 595959"/>
                  <a:gd name="connsiteY3" fmla="*/ 141950 h 141950"/>
                  <a:gd name="connsiteX4" fmla="*/ 124 w 595959"/>
                  <a:gd name="connsiteY4" fmla="*/ 24713 h 141950"/>
                  <a:gd name="connsiteX0" fmla="*/ 124 w 595959"/>
                  <a:gd name="connsiteY0" fmla="*/ 24925 h 142162"/>
                  <a:gd name="connsiteX1" fmla="*/ 595828 w 595959"/>
                  <a:gd name="connsiteY1" fmla="*/ 2433 h 142162"/>
                  <a:gd name="connsiteX2" fmla="*/ 595830 w 595959"/>
                  <a:gd name="connsiteY2" fmla="*/ 99980 h 142162"/>
                  <a:gd name="connsiteX3" fmla="*/ 131 w 595959"/>
                  <a:gd name="connsiteY3" fmla="*/ 142162 h 142162"/>
                  <a:gd name="connsiteX4" fmla="*/ 124 w 595959"/>
                  <a:gd name="connsiteY4" fmla="*/ 24925 h 142162"/>
                  <a:gd name="connsiteX0" fmla="*/ 124 w 595959"/>
                  <a:gd name="connsiteY0" fmla="*/ 22492 h 139729"/>
                  <a:gd name="connsiteX1" fmla="*/ 595828 w 595959"/>
                  <a:gd name="connsiteY1" fmla="*/ 0 h 139729"/>
                  <a:gd name="connsiteX2" fmla="*/ 595830 w 595959"/>
                  <a:gd name="connsiteY2" fmla="*/ 97547 h 139729"/>
                  <a:gd name="connsiteX3" fmla="*/ 131 w 595959"/>
                  <a:gd name="connsiteY3" fmla="*/ 139729 h 139729"/>
                  <a:gd name="connsiteX4" fmla="*/ 124 w 595959"/>
                  <a:gd name="connsiteY4" fmla="*/ 22492 h 139729"/>
                  <a:gd name="connsiteX0" fmla="*/ 124 w 595959"/>
                  <a:gd name="connsiteY0" fmla="*/ 25585 h 142822"/>
                  <a:gd name="connsiteX1" fmla="*/ 595828 w 595959"/>
                  <a:gd name="connsiteY1" fmla="*/ 3093 h 142822"/>
                  <a:gd name="connsiteX2" fmla="*/ 595830 w 595959"/>
                  <a:gd name="connsiteY2" fmla="*/ 100640 h 142822"/>
                  <a:gd name="connsiteX3" fmla="*/ 131 w 595959"/>
                  <a:gd name="connsiteY3" fmla="*/ 142822 h 142822"/>
                  <a:gd name="connsiteX4" fmla="*/ 124 w 595959"/>
                  <a:gd name="connsiteY4" fmla="*/ 25585 h 142822"/>
                  <a:gd name="connsiteX0" fmla="*/ 124 w 595959"/>
                  <a:gd name="connsiteY0" fmla="*/ 25585 h 142822"/>
                  <a:gd name="connsiteX1" fmla="*/ 595828 w 595959"/>
                  <a:gd name="connsiteY1" fmla="*/ 3093 h 142822"/>
                  <a:gd name="connsiteX2" fmla="*/ 595830 w 595959"/>
                  <a:gd name="connsiteY2" fmla="*/ 100640 h 142822"/>
                  <a:gd name="connsiteX3" fmla="*/ 131 w 595959"/>
                  <a:gd name="connsiteY3" fmla="*/ 142822 h 142822"/>
                  <a:gd name="connsiteX4" fmla="*/ 124 w 595959"/>
                  <a:gd name="connsiteY4" fmla="*/ 25585 h 142822"/>
                  <a:gd name="connsiteX0" fmla="*/ 124 w 595959"/>
                  <a:gd name="connsiteY0" fmla="*/ 26512 h 143749"/>
                  <a:gd name="connsiteX1" fmla="*/ 595828 w 595959"/>
                  <a:gd name="connsiteY1" fmla="*/ 4020 h 143749"/>
                  <a:gd name="connsiteX2" fmla="*/ 595830 w 595959"/>
                  <a:gd name="connsiteY2" fmla="*/ 101567 h 143749"/>
                  <a:gd name="connsiteX3" fmla="*/ 131 w 595959"/>
                  <a:gd name="connsiteY3" fmla="*/ 143749 h 143749"/>
                  <a:gd name="connsiteX4" fmla="*/ 124 w 595959"/>
                  <a:gd name="connsiteY4" fmla="*/ 26512 h 143749"/>
                  <a:gd name="connsiteX0" fmla="*/ 124 w 595959"/>
                  <a:gd name="connsiteY0" fmla="*/ 26512 h 143749"/>
                  <a:gd name="connsiteX1" fmla="*/ 595828 w 595959"/>
                  <a:gd name="connsiteY1" fmla="*/ 4020 h 143749"/>
                  <a:gd name="connsiteX2" fmla="*/ 595830 w 595959"/>
                  <a:gd name="connsiteY2" fmla="*/ 101567 h 143749"/>
                  <a:gd name="connsiteX3" fmla="*/ 131 w 595959"/>
                  <a:gd name="connsiteY3" fmla="*/ 143749 h 143749"/>
                  <a:gd name="connsiteX4" fmla="*/ 124 w 595959"/>
                  <a:gd name="connsiteY4" fmla="*/ 26512 h 143749"/>
                  <a:gd name="connsiteX0" fmla="*/ 124 w 595959"/>
                  <a:gd name="connsiteY0" fmla="*/ 28496 h 145733"/>
                  <a:gd name="connsiteX1" fmla="*/ 595828 w 595959"/>
                  <a:gd name="connsiteY1" fmla="*/ 6004 h 145733"/>
                  <a:gd name="connsiteX2" fmla="*/ 595830 w 595959"/>
                  <a:gd name="connsiteY2" fmla="*/ 103551 h 145733"/>
                  <a:gd name="connsiteX3" fmla="*/ 131 w 595959"/>
                  <a:gd name="connsiteY3" fmla="*/ 145733 h 145733"/>
                  <a:gd name="connsiteX4" fmla="*/ 124 w 595959"/>
                  <a:gd name="connsiteY4" fmla="*/ 28496 h 14573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856"/>
                  <a:gd name="connsiteY0" fmla="*/ 41841 h 159078"/>
                  <a:gd name="connsiteX1" fmla="*/ 591261 w 595856"/>
                  <a:gd name="connsiteY1" fmla="*/ 0 h 159078"/>
                  <a:gd name="connsiteX2" fmla="*/ 595830 w 595856"/>
                  <a:gd name="connsiteY2" fmla="*/ 116896 h 159078"/>
                  <a:gd name="connsiteX3" fmla="*/ 131 w 595856"/>
                  <a:gd name="connsiteY3" fmla="*/ 159078 h 159078"/>
                  <a:gd name="connsiteX4" fmla="*/ 124 w 595856"/>
                  <a:gd name="connsiteY4" fmla="*/ 41841 h 159078"/>
                  <a:gd name="connsiteX0" fmla="*/ 124 w 595959"/>
                  <a:gd name="connsiteY0" fmla="*/ 41841 h 159078"/>
                  <a:gd name="connsiteX1" fmla="*/ 595828 w 595959"/>
                  <a:gd name="connsiteY1" fmla="*/ 0 h 159078"/>
                  <a:gd name="connsiteX2" fmla="*/ 595830 w 595959"/>
                  <a:gd name="connsiteY2" fmla="*/ 116896 h 159078"/>
                  <a:gd name="connsiteX3" fmla="*/ 131 w 595959"/>
                  <a:gd name="connsiteY3" fmla="*/ 159078 h 159078"/>
                  <a:gd name="connsiteX4" fmla="*/ 124 w 595959"/>
                  <a:gd name="connsiteY4" fmla="*/ 41841 h 159078"/>
                  <a:gd name="connsiteX0" fmla="*/ 124 w 597349"/>
                  <a:gd name="connsiteY0" fmla="*/ 42378 h 159615"/>
                  <a:gd name="connsiteX1" fmla="*/ 597349 w 597349"/>
                  <a:gd name="connsiteY1" fmla="*/ 0 h 159615"/>
                  <a:gd name="connsiteX2" fmla="*/ 595830 w 597349"/>
                  <a:gd name="connsiteY2" fmla="*/ 117433 h 159615"/>
                  <a:gd name="connsiteX3" fmla="*/ 131 w 597349"/>
                  <a:gd name="connsiteY3" fmla="*/ 159615 h 159615"/>
                  <a:gd name="connsiteX4" fmla="*/ 124 w 597349"/>
                  <a:gd name="connsiteY4" fmla="*/ 42378 h 159615"/>
                  <a:gd name="connsiteX0" fmla="*/ 124 w 600443"/>
                  <a:gd name="connsiteY0" fmla="*/ 42378 h 159615"/>
                  <a:gd name="connsiteX1" fmla="*/ 597349 w 600443"/>
                  <a:gd name="connsiteY1" fmla="*/ 0 h 159615"/>
                  <a:gd name="connsiteX2" fmla="*/ 600408 w 600443"/>
                  <a:gd name="connsiteY2" fmla="*/ 117433 h 159615"/>
                  <a:gd name="connsiteX3" fmla="*/ 131 w 600443"/>
                  <a:gd name="connsiteY3" fmla="*/ 159615 h 159615"/>
                  <a:gd name="connsiteX4" fmla="*/ 124 w 600443"/>
                  <a:gd name="connsiteY4" fmla="*/ 42378 h 159615"/>
                  <a:gd name="connsiteX0" fmla="*/ 124 w 600537"/>
                  <a:gd name="connsiteY0" fmla="*/ 42378 h 159615"/>
                  <a:gd name="connsiteX1" fmla="*/ 600401 w 600537"/>
                  <a:gd name="connsiteY1" fmla="*/ 0 h 159615"/>
                  <a:gd name="connsiteX2" fmla="*/ 600408 w 600537"/>
                  <a:gd name="connsiteY2" fmla="*/ 117433 h 159615"/>
                  <a:gd name="connsiteX3" fmla="*/ 131 w 600537"/>
                  <a:gd name="connsiteY3" fmla="*/ 159615 h 159615"/>
                  <a:gd name="connsiteX4" fmla="*/ 124 w 600537"/>
                  <a:gd name="connsiteY4" fmla="*/ 42378 h 1596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00537" h="159615">
                    <a:moveTo>
                      <a:pt x="124" y="42378"/>
                    </a:moveTo>
                    <a:cubicBezTo>
                      <a:pt x="296414" y="-50243"/>
                      <a:pt x="418111" y="75773"/>
                      <a:pt x="600401" y="0"/>
                    </a:cubicBezTo>
                    <a:cubicBezTo>
                      <a:pt x="599951" y="33260"/>
                      <a:pt x="600858" y="84173"/>
                      <a:pt x="600408" y="117433"/>
                    </a:cubicBezTo>
                    <a:cubicBezTo>
                      <a:pt x="395490" y="192726"/>
                      <a:pt x="285331" y="62551"/>
                      <a:pt x="131" y="159615"/>
                    </a:cubicBezTo>
                    <a:cubicBezTo>
                      <a:pt x="-323" y="114566"/>
                      <a:pt x="578" y="87427"/>
                      <a:pt x="124" y="42378"/>
                    </a:cubicBezTo>
                    <a:close/>
                  </a:path>
                </a:pathLst>
              </a:custGeom>
              <a:solidFill>
                <a:schemeClr val="accent2">
                  <a:lumMod val="40000"/>
                  <a:lumOff val="60000"/>
                </a:schemeClr>
              </a:solidFill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grpSp>
            <p:nvGrpSpPr>
              <p:cNvPr id="815" name="组合 814">
                <a:extLst>
                  <a:ext uri="{FF2B5EF4-FFF2-40B4-BE49-F238E27FC236}">
                    <a16:creationId xmlns:a16="http://schemas.microsoft.com/office/drawing/2014/main" id="{BD621120-FBF2-BF60-551B-376B7E2791C8}"/>
                  </a:ext>
                </a:extLst>
              </p:cNvPr>
              <p:cNvGrpSpPr/>
              <p:nvPr/>
            </p:nvGrpSpPr>
            <p:grpSpPr>
              <a:xfrm>
                <a:off x="5766806" y="6517241"/>
                <a:ext cx="621640" cy="663817"/>
                <a:chOff x="5040167" y="6521415"/>
                <a:chExt cx="621640" cy="663817"/>
              </a:xfrm>
            </p:grpSpPr>
            <p:sp>
              <p:nvSpPr>
                <p:cNvPr id="816" name="矩形 1174">
                  <a:extLst>
                    <a:ext uri="{FF2B5EF4-FFF2-40B4-BE49-F238E27FC236}">
                      <a16:creationId xmlns:a16="http://schemas.microsoft.com/office/drawing/2014/main" id="{A4A9384D-F4D2-513D-74E9-929BCA2A5854}"/>
                    </a:ext>
                  </a:extLst>
                </p:cNvPr>
                <p:cNvSpPr/>
                <p:nvPr/>
              </p:nvSpPr>
              <p:spPr>
                <a:xfrm rot="10800000">
                  <a:off x="5041542" y="6760560"/>
                  <a:ext cx="618706" cy="201627"/>
                </a:xfrm>
                <a:custGeom>
                  <a:avLst/>
                  <a:gdLst>
                    <a:gd name="connsiteX0" fmla="*/ 0 w 595706"/>
                    <a:gd name="connsiteY0" fmla="*/ 0 h 92965"/>
                    <a:gd name="connsiteX1" fmla="*/ 595706 w 595706"/>
                    <a:gd name="connsiteY1" fmla="*/ 0 h 92965"/>
                    <a:gd name="connsiteX2" fmla="*/ 595706 w 595706"/>
                    <a:gd name="connsiteY2" fmla="*/ 92965 h 92965"/>
                    <a:gd name="connsiteX3" fmla="*/ 0 w 595706"/>
                    <a:gd name="connsiteY3" fmla="*/ 92965 h 92965"/>
                    <a:gd name="connsiteX4" fmla="*/ 0 w 595706"/>
                    <a:gd name="connsiteY4" fmla="*/ 0 h 92965"/>
                    <a:gd name="connsiteX0" fmla="*/ 0 w 595706"/>
                    <a:gd name="connsiteY0" fmla="*/ 0 h 135147"/>
                    <a:gd name="connsiteX1" fmla="*/ 595706 w 595706"/>
                    <a:gd name="connsiteY1" fmla="*/ 0 h 135147"/>
                    <a:gd name="connsiteX2" fmla="*/ 595706 w 595706"/>
                    <a:gd name="connsiteY2" fmla="*/ 92965 h 135147"/>
                    <a:gd name="connsiteX3" fmla="*/ 1361 w 595706"/>
                    <a:gd name="connsiteY3" fmla="*/ 135147 h 135147"/>
                    <a:gd name="connsiteX4" fmla="*/ 0 w 595706"/>
                    <a:gd name="connsiteY4" fmla="*/ 0 h 135147"/>
                    <a:gd name="connsiteX0" fmla="*/ 0 w 595706"/>
                    <a:gd name="connsiteY0" fmla="*/ 0 h 135147"/>
                    <a:gd name="connsiteX1" fmla="*/ 595706 w 595706"/>
                    <a:gd name="connsiteY1" fmla="*/ 0 h 135147"/>
                    <a:gd name="connsiteX2" fmla="*/ 595706 w 595706"/>
                    <a:gd name="connsiteY2" fmla="*/ 92965 h 135147"/>
                    <a:gd name="connsiteX3" fmla="*/ 1361 w 595706"/>
                    <a:gd name="connsiteY3" fmla="*/ 135147 h 135147"/>
                    <a:gd name="connsiteX4" fmla="*/ 0 w 595706"/>
                    <a:gd name="connsiteY4" fmla="*/ 0 h 135147"/>
                    <a:gd name="connsiteX0" fmla="*/ 0 w 595706"/>
                    <a:gd name="connsiteY0" fmla="*/ 0 h 135147"/>
                    <a:gd name="connsiteX1" fmla="*/ 595706 w 595706"/>
                    <a:gd name="connsiteY1" fmla="*/ 0 h 135147"/>
                    <a:gd name="connsiteX2" fmla="*/ 595706 w 595706"/>
                    <a:gd name="connsiteY2" fmla="*/ 92965 h 135147"/>
                    <a:gd name="connsiteX3" fmla="*/ 1361 w 595706"/>
                    <a:gd name="connsiteY3" fmla="*/ 135147 h 135147"/>
                    <a:gd name="connsiteX4" fmla="*/ 0 w 595706"/>
                    <a:gd name="connsiteY4" fmla="*/ 0 h 135147"/>
                    <a:gd name="connsiteX0" fmla="*/ 0 w 595706"/>
                    <a:gd name="connsiteY0" fmla="*/ 0 h 135147"/>
                    <a:gd name="connsiteX1" fmla="*/ 595706 w 595706"/>
                    <a:gd name="connsiteY1" fmla="*/ 0 h 135147"/>
                    <a:gd name="connsiteX2" fmla="*/ 595706 w 595706"/>
                    <a:gd name="connsiteY2" fmla="*/ 92965 h 135147"/>
                    <a:gd name="connsiteX3" fmla="*/ 1361 w 595706"/>
                    <a:gd name="connsiteY3" fmla="*/ 135147 h 135147"/>
                    <a:gd name="connsiteX4" fmla="*/ 0 w 595706"/>
                    <a:gd name="connsiteY4" fmla="*/ 0 h 135147"/>
                    <a:gd name="connsiteX0" fmla="*/ 1422 w 594406"/>
                    <a:gd name="connsiteY0" fmla="*/ 21376 h 135147"/>
                    <a:gd name="connsiteX1" fmla="*/ 594406 w 594406"/>
                    <a:gd name="connsiteY1" fmla="*/ 0 h 135147"/>
                    <a:gd name="connsiteX2" fmla="*/ 594406 w 594406"/>
                    <a:gd name="connsiteY2" fmla="*/ 92965 h 135147"/>
                    <a:gd name="connsiteX3" fmla="*/ 61 w 594406"/>
                    <a:gd name="connsiteY3" fmla="*/ 135147 h 135147"/>
                    <a:gd name="connsiteX4" fmla="*/ 1422 w 594406"/>
                    <a:gd name="connsiteY4" fmla="*/ 21376 h 135147"/>
                    <a:gd name="connsiteX0" fmla="*/ 1422 w 594406"/>
                    <a:gd name="connsiteY0" fmla="*/ 15599 h 135147"/>
                    <a:gd name="connsiteX1" fmla="*/ 594406 w 594406"/>
                    <a:gd name="connsiteY1" fmla="*/ 0 h 135147"/>
                    <a:gd name="connsiteX2" fmla="*/ 594406 w 594406"/>
                    <a:gd name="connsiteY2" fmla="*/ 92965 h 135147"/>
                    <a:gd name="connsiteX3" fmla="*/ 61 w 594406"/>
                    <a:gd name="connsiteY3" fmla="*/ 135147 h 135147"/>
                    <a:gd name="connsiteX4" fmla="*/ 1422 w 594406"/>
                    <a:gd name="connsiteY4" fmla="*/ 15599 h 135147"/>
                    <a:gd name="connsiteX0" fmla="*/ 131 w 594476"/>
                    <a:gd name="connsiteY0" fmla="*/ 4622 h 135147"/>
                    <a:gd name="connsiteX1" fmla="*/ 594476 w 594476"/>
                    <a:gd name="connsiteY1" fmla="*/ 0 h 135147"/>
                    <a:gd name="connsiteX2" fmla="*/ 594476 w 594476"/>
                    <a:gd name="connsiteY2" fmla="*/ 92965 h 135147"/>
                    <a:gd name="connsiteX3" fmla="*/ 131 w 594476"/>
                    <a:gd name="connsiteY3" fmla="*/ 135147 h 135147"/>
                    <a:gd name="connsiteX4" fmla="*/ 131 w 594476"/>
                    <a:gd name="connsiteY4" fmla="*/ 4622 h 135147"/>
                    <a:gd name="connsiteX0" fmla="*/ 0 w 595706"/>
                    <a:gd name="connsiteY0" fmla="*/ 17910 h 135147"/>
                    <a:gd name="connsiteX1" fmla="*/ 595706 w 595706"/>
                    <a:gd name="connsiteY1" fmla="*/ 0 h 135147"/>
                    <a:gd name="connsiteX2" fmla="*/ 595706 w 595706"/>
                    <a:gd name="connsiteY2" fmla="*/ 92965 h 135147"/>
                    <a:gd name="connsiteX3" fmla="*/ 1361 w 595706"/>
                    <a:gd name="connsiteY3" fmla="*/ 135147 h 135147"/>
                    <a:gd name="connsiteX4" fmla="*/ 0 w 595706"/>
                    <a:gd name="connsiteY4" fmla="*/ 17910 h 135147"/>
                    <a:gd name="connsiteX0" fmla="*/ 0 w 595706"/>
                    <a:gd name="connsiteY0" fmla="*/ 17910 h 135147"/>
                    <a:gd name="connsiteX1" fmla="*/ 595706 w 595706"/>
                    <a:gd name="connsiteY1" fmla="*/ 0 h 135147"/>
                    <a:gd name="connsiteX2" fmla="*/ 595706 w 595706"/>
                    <a:gd name="connsiteY2" fmla="*/ 92965 h 135147"/>
                    <a:gd name="connsiteX3" fmla="*/ 1361 w 595706"/>
                    <a:gd name="connsiteY3" fmla="*/ 135147 h 135147"/>
                    <a:gd name="connsiteX4" fmla="*/ 0 w 595706"/>
                    <a:gd name="connsiteY4" fmla="*/ 17910 h 135147"/>
                    <a:gd name="connsiteX0" fmla="*/ 0 w 595706"/>
                    <a:gd name="connsiteY0" fmla="*/ 17910 h 135147"/>
                    <a:gd name="connsiteX1" fmla="*/ 595706 w 595706"/>
                    <a:gd name="connsiteY1" fmla="*/ 0 h 135147"/>
                    <a:gd name="connsiteX2" fmla="*/ 595706 w 595706"/>
                    <a:gd name="connsiteY2" fmla="*/ 92965 h 135147"/>
                    <a:gd name="connsiteX3" fmla="*/ 1361 w 595706"/>
                    <a:gd name="connsiteY3" fmla="*/ 135147 h 135147"/>
                    <a:gd name="connsiteX4" fmla="*/ 0 w 595706"/>
                    <a:gd name="connsiteY4" fmla="*/ 17910 h 135147"/>
                    <a:gd name="connsiteX0" fmla="*/ 0 w 595706"/>
                    <a:gd name="connsiteY0" fmla="*/ 17910 h 135147"/>
                    <a:gd name="connsiteX1" fmla="*/ 595706 w 595706"/>
                    <a:gd name="connsiteY1" fmla="*/ 0 h 135147"/>
                    <a:gd name="connsiteX2" fmla="*/ 595706 w 595706"/>
                    <a:gd name="connsiteY2" fmla="*/ 92965 h 135147"/>
                    <a:gd name="connsiteX3" fmla="*/ 1361 w 595706"/>
                    <a:gd name="connsiteY3" fmla="*/ 135147 h 135147"/>
                    <a:gd name="connsiteX4" fmla="*/ 0 w 595706"/>
                    <a:gd name="connsiteY4" fmla="*/ 17910 h 135147"/>
                    <a:gd name="connsiteX0" fmla="*/ 0 w 595706"/>
                    <a:gd name="connsiteY0" fmla="*/ 22423 h 139660"/>
                    <a:gd name="connsiteX1" fmla="*/ 595706 w 595706"/>
                    <a:gd name="connsiteY1" fmla="*/ 4513 h 139660"/>
                    <a:gd name="connsiteX2" fmla="*/ 595706 w 595706"/>
                    <a:gd name="connsiteY2" fmla="*/ 97478 h 139660"/>
                    <a:gd name="connsiteX3" fmla="*/ 1361 w 595706"/>
                    <a:gd name="connsiteY3" fmla="*/ 139660 h 139660"/>
                    <a:gd name="connsiteX4" fmla="*/ 0 w 595706"/>
                    <a:gd name="connsiteY4" fmla="*/ 22423 h 139660"/>
                    <a:gd name="connsiteX0" fmla="*/ 0 w 595706"/>
                    <a:gd name="connsiteY0" fmla="*/ 26413 h 143650"/>
                    <a:gd name="connsiteX1" fmla="*/ 595706 w 595706"/>
                    <a:gd name="connsiteY1" fmla="*/ 8503 h 143650"/>
                    <a:gd name="connsiteX2" fmla="*/ 595706 w 595706"/>
                    <a:gd name="connsiteY2" fmla="*/ 101468 h 143650"/>
                    <a:gd name="connsiteX3" fmla="*/ 1361 w 595706"/>
                    <a:gd name="connsiteY3" fmla="*/ 143650 h 143650"/>
                    <a:gd name="connsiteX4" fmla="*/ 0 w 595706"/>
                    <a:gd name="connsiteY4" fmla="*/ 26413 h 143650"/>
                    <a:gd name="connsiteX0" fmla="*/ 0 w 595706"/>
                    <a:gd name="connsiteY0" fmla="*/ 21286 h 138523"/>
                    <a:gd name="connsiteX1" fmla="*/ 595706 w 595706"/>
                    <a:gd name="connsiteY1" fmla="*/ 3376 h 138523"/>
                    <a:gd name="connsiteX2" fmla="*/ 595706 w 595706"/>
                    <a:gd name="connsiteY2" fmla="*/ 96341 h 138523"/>
                    <a:gd name="connsiteX3" fmla="*/ 1361 w 595706"/>
                    <a:gd name="connsiteY3" fmla="*/ 138523 h 138523"/>
                    <a:gd name="connsiteX4" fmla="*/ 0 w 595706"/>
                    <a:gd name="connsiteY4" fmla="*/ 21286 h 138523"/>
                    <a:gd name="connsiteX0" fmla="*/ 0 w 595706"/>
                    <a:gd name="connsiteY0" fmla="*/ 22534 h 139771"/>
                    <a:gd name="connsiteX1" fmla="*/ 595706 w 595706"/>
                    <a:gd name="connsiteY1" fmla="*/ 4624 h 139771"/>
                    <a:gd name="connsiteX2" fmla="*/ 595706 w 595706"/>
                    <a:gd name="connsiteY2" fmla="*/ 97589 h 139771"/>
                    <a:gd name="connsiteX3" fmla="*/ 1361 w 595706"/>
                    <a:gd name="connsiteY3" fmla="*/ 139771 h 139771"/>
                    <a:gd name="connsiteX4" fmla="*/ 0 w 595706"/>
                    <a:gd name="connsiteY4" fmla="*/ 22534 h 139771"/>
                    <a:gd name="connsiteX0" fmla="*/ 0 w 595706"/>
                    <a:gd name="connsiteY0" fmla="*/ 23494 h 140731"/>
                    <a:gd name="connsiteX1" fmla="*/ 595706 w 595706"/>
                    <a:gd name="connsiteY1" fmla="*/ 2118 h 140731"/>
                    <a:gd name="connsiteX2" fmla="*/ 595706 w 595706"/>
                    <a:gd name="connsiteY2" fmla="*/ 98549 h 140731"/>
                    <a:gd name="connsiteX3" fmla="*/ 1361 w 595706"/>
                    <a:gd name="connsiteY3" fmla="*/ 140731 h 140731"/>
                    <a:gd name="connsiteX4" fmla="*/ 0 w 595706"/>
                    <a:gd name="connsiteY4" fmla="*/ 23494 h 140731"/>
                    <a:gd name="connsiteX0" fmla="*/ 0 w 595706"/>
                    <a:gd name="connsiteY0" fmla="*/ 23494 h 140731"/>
                    <a:gd name="connsiteX1" fmla="*/ 595706 w 595706"/>
                    <a:gd name="connsiteY1" fmla="*/ 2118 h 140731"/>
                    <a:gd name="connsiteX2" fmla="*/ 595706 w 595706"/>
                    <a:gd name="connsiteY2" fmla="*/ 98549 h 140731"/>
                    <a:gd name="connsiteX3" fmla="*/ 1361 w 595706"/>
                    <a:gd name="connsiteY3" fmla="*/ 140731 h 140731"/>
                    <a:gd name="connsiteX4" fmla="*/ 0 w 595706"/>
                    <a:gd name="connsiteY4" fmla="*/ 23494 h 140731"/>
                    <a:gd name="connsiteX0" fmla="*/ 0 w 595706"/>
                    <a:gd name="connsiteY0" fmla="*/ 25030 h 142267"/>
                    <a:gd name="connsiteX1" fmla="*/ 595706 w 595706"/>
                    <a:gd name="connsiteY1" fmla="*/ 3654 h 142267"/>
                    <a:gd name="connsiteX2" fmla="*/ 595706 w 595706"/>
                    <a:gd name="connsiteY2" fmla="*/ 100085 h 142267"/>
                    <a:gd name="connsiteX3" fmla="*/ 1361 w 595706"/>
                    <a:gd name="connsiteY3" fmla="*/ 142267 h 142267"/>
                    <a:gd name="connsiteX4" fmla="*/ 0 w 595706"/>
                    <a:gd name="connsiteY4" fmla="*/ 25030 h 142267"/>
                    <a:gd name="connsiteX0" fmla="*/ 0 w 595706"/>
                    <a:gd name="connsiteY0" fmla="*/ 22091 h 139328"/>
                    <a:gd name="connsiteX1" fmla="*/ 595706 w 595706"/>
                    <a:gd name="connsiteY1" fmla="*/ 715 h 139328"/>
                    <a:gd name="connsiteX2" fmla="*/ 595706 w 595706"/>
                    <a:gd name="connsiteY2" fmla="*/ 97146 h 139328"/>
                    <a:gd name="connsiteX3" fmla="*/ 1361 w 595706"/>
                    <a:gd name="connsiteY3" fmla="*/ 139328 h 139328"/>
                    <a:gd name="connsiteX4" fmla="*/ 0 w 595706"/>
                    <a:gd name="connsiteY4" fmla="*/ 22091 h 139328"/>
                    <a:gd name="connsiteX0" fmla="*/ 0 w 595706"/>
                    <a:gd name="connsiteY0" fmla="*/ 23573 h 140810"/>
                    <a:gd name="connsiteX1" fmla="*/ 595706 w 595706"/>
                    <a:gd name="connsiteY1" fmla="*/ 2197 h 140810"/>
                    <a:gd name="connsiteX2" fmla="*/ 595706 w 595706"/>
                    <a:gd name="connsiteY2" fmla="*/ 98628 h 140810"/>
                    <a:gd name="connsiteX3" fmla="*/ 1361 w 595706"/>
                    <a:gd name="connsiteY3" fmla="*/ 140810 h 140810"/>
                    <a:gd name="connsiteX4" fmla="*/ 0 w 595706"/>
                    <a:gd name="connsiteY4" fmla="*/ 23573 h 140810"/>
                    <a:gd name="connsiteX0" fmla="*/ 0 w 595706"/>
                    <a:gd name="connsiteY0" fmla="*/ 21908 h 139145"/>
                    <a:gd name="connsiteX1" fmla="*/ 595706 w 595706"/>
                    <a:gd name="connsiteY1" fmla="*/ 532 h 139145"/>
                    <a:gd name="connsiteX2" fmla="*/ 595706 w 595706"/>
                    <a:gd name="connsiteY2" fmla="*/ 96963 h 139145"/>
                    <a:gd name="connsiteX3" fmla="*/ 1361 w 595706"/>
                    <a:gd name="connsiteY3" fmla="*/ 139145 h 139145"/>
                    <a:gd name="connsiteX4" fmla="*/ 0 w 595706"/>
                    <a:gd name="connsiteY4" fmla="*/ 21908 h 139145"/>
                    <a:gd name="connsiteX0" fmla="*/ 0 w 595706"/>
                    <a:gd name="connsiteY0" fmla="*/ 23863 h 141100"/>
                    <a:gd name="connsiteX1" fmla="*/ 595706 w 595706"/>
                    <a:gd name="connsiteY1" fmla="*/ 2487 h 141100"/>
                    <a:gd name="connsiteX2" fmla="*/ 595706 w 595706"/>
                    <a:gd name="connsiteY2" fmla="*/ 98918 h 141100"/>
                    <a:gd name="connsiteX3" fmla="*/ 1361 w 595706"/>
                    <a:gd name="connsiteY3" fmla="*/ 141100 h 141100"/>
                    <a:gd name="connsiteX4" fmla="*/ 0 w 595706"/>
                    <a:gd name="connsiteY4" fmla="*/ 23863 h 141100"/>
                    <a:gd name="connsiteX0" fmla="*/ 0 w 595706"/>
                    <a:gd name="connsiteY0" fmla="*/ 24472 h 141709"/>
                    <a:gd name="connsiteX1" fmla="*/ 595706 w 595706"/>
                    <a:gd name="connsiteY1" fmla="*/ 3096 h 141709"/>
                    <a:gd name="connsiteX2" fmla="*/ 595706 w 595706"/>
                    <a:gd name="connsiteY2" fmla="*/ 99527 h 141709"/>
                    <a:gd name="connsiteX3" fmla="*/ 1361 w 595706"/>
                    <a:gd name="connsiteY3" fmla="*/ 141709 h 141709"/>
                    <a:gd name="connsiteX4" fmla="*/ 0 w 595706"/>
                    <a:gd name="connsiteY4" fmla="*/ 24472 h 141709"/>
                    <a:gd name="connsiteX0" fmla="*/ 0 w 595706"/>
                    <a:gd name="connsiteY0" fmla="*/ 24267 h 141504"/>
                    <a:gd name="connsiteX1" fmla="*/ 595706 w 595706"/>
                    <a:gd name="connsiteY1" fmla="*/ 2891 h 141504"/>
                    <a:gd name="connsiteX2" fmla="*/ 595706 w 595706"/>
                    <a:gd name="connsiteY2" fmla="*/ 99322 h 141504"/>
                    <a:gd name="connsiteX3" fmla="*/ 1361 w 595706"/>
                    <a:gd name="connsiteY3" fmla="*/ 141504 h 141504"/>
                    <a:gd name="connsiteX4" fmla="*/ 0 w 595706"/>
                    <a:gd name="connsiteY4" fmla="*/ 24267 h 141504"/>
                    <a:gd name="connsiteX0" fmla="*/ 0 w 595706"/>
                    <a:gd name="connsiteY0" fmla="*/ 24472 h 141709"/>
                    <a:gd name="connsiteX1" fmla="*/ 595706 w 595706"/>
                    <a:gd name="connsiteY1" fmla="*/ 3096 h 141709"/>
                    <a:gd name="connsiteX2" fmla="*/ 595706 w 595706"/>
                    <a:gd name="connsiteY2" fmla="*/ 99527 h 141709"/>
                    <a:gd name="connsiteX3" fmla="*/ 1361 w 595706"/>
                    <a:gd name="connsiteY3" fmla="*/ 141709 h 141709"/>
                    <a:gd name="connsiteX4" fmla="*/ 0 w 595706"/>
                    <a:gd name="connsiteY4" fmla="*/ 24472 h 141709"/>
                    <a:gd name="connsiteX0" fmla="*/ 0 w 595706"/>
                    <a:gd name="connsiteY0" fmla="*/ 24472 h 141709"/>
                    <a:gd name="connsiteX1" fmla="*/ 594353 w 595706"/>
                    <a:gd name="connsiteY1" fmla="*/ 3096 h 141709"/>
                    <a:gd name="connsiteX2" fmla="*/ 595706 w 595706"/>
                    <a:gd name="connsiteY2" fmla="*/ 99527 h 141709"/>
                    <a:gd name="connsiteX3" fmla="*/ 1361 w 595706"/>
                    <a:gd name="connsiteY3" fmla="*/ 141709 h 141709"/>
                    <a:gd name="connsiteX4" fmla="*/ 0 w 595706"/>
                    <a:gd name="connsiteY4" fmla="*/ 24472 h 141709"/>
                    <a:gd name="connsiteX0" fmla="*/ 124 w 595830"/>
                    <a:gd name="connsiteY0" fmla="*/ 24472 h 141709"/>
                    <a:gd name="connsiteX1" fmla="*/ 594477 w 595830"/>
                    <a:gd name="connsiteY1" fmla="*/ 3096 h 141709"/>
                    <a:gd name="connsiteX2" fmla="*/ 595830 w 595830"/>
                    <a:gd name="connsiteY2" fmla="*/ 99527 h 141709"/>
                    <a:gd name="connsiteX3" fmla="*/ 131 w 595830"/>
                    <a:gd name="connsiteY3" fmla="*/ 141709 h 141709"/>
                    <a:gd name="connsiteX4" fmla="*/ 124 w 595830"/>
                    <a:gd name="connsiteY4" fmla="*/ 24472 h 141709"/>
                    <a:gd name="connsiteX0" fmla="*/ 124 w 597179"/>
                    <a:gd name="connsiteY0" fmla="*/ 25207 h 142444"/>
                    <a:gd name="connsiteX1" fmla="*/ 597179 w 597179"/>
                    <a:gd name="connsiteY1" fmla="*/ 481 h 142444"/>
                    <a:gd name="connsiteX2" fmla="*/ 595830 w 597179"/>
                    <a:gd name="connsiteY2" fmla="*/ 100262 h 142444"/>
                    <a:gd name="connsiteX3" fmla="*/ 131 w 597179"/>
                    <a:gd name="connsiteY3" fmla="*/ 142444 h 142444"/>
                    <a:gd name="connsiteX4" fmla="*/ 124 w 597179"/>
                    <a:gd name="connsiteY4" fmla="*/ 25207 h 142444"/>
                    <a:gd name="connsiteX0" fmla="*/ 124 w 595889"/>
                    <a:gd name="connsiteY0" fmla="*/ 25842 h 143079"/>
                    <a:gd name="connsiteX1" fmla="*/ 594477 w 595889"/>
                    <a:gd name="connsiteY1" fmla="*/ 0 h 143079"/>
                    <a:gd name="connsiteX2" fmla="*/ 595830 w 595889"/>
                    <a:gd name="connsiteY2" fmla="*/ 100897 h 143079"/>
                    <a:gd name="connsiteX3" fmla="*/ 131 w 595889"/>
                    <a:gd name="connsiteY3" fmla="*/ 143079 h 143079"/>
                    <a:gd name="connsiteX4" fmla="*/ 124 w 595889"/>
                    <a:gd name="connsiteY4" fmla="*/ 25842 h 143079"/>
                    <a:gd name="connsiteX0" fmla="*/ 124 w 595889"/>
                    <a:gd name="connsiteY0" fmla="*/ 24713 h 141950"/>
                    <a:gd name="connsiteX1" fmla="*/ 594477 w 595889"/>
                    <a:gd name="connsiteY1" fmla="*/ 2221 h 141950"/>
                    <a:gd name="connsiteX2" fmla="*/ 595830 w 595889"/>
                    <a:gd name="connsiteY2" fmla="*/ 99768 h 141950"/>
                    <a:gd name="connsiteX3" fmla="*/ 131 w 595889"/>
                    <a:gd name="connsiteY3" fmla="*/ 141950 h 141950"/>
                    <a:gd name="connsiteX4" fmla="*/ 124 w 595889"/>
                    <a:gd name="connsiteY4" fmla="*/ 24713 h 141950"/>
                    <a:gd name="connsiteX0" fmla="*/ 124 w 595959"/>
                    <a:gd name="connsiteY0" fmla="*/ 24713 h 141950"/>
                    <a:gd name="connsiteX1" fmla="*/ 595828 w 595959"/>
                    <a:gd name="connsiteY1" fmla="*/ 2221 h 141950"/>
                    <a:gd name="connsiteX2" fmla="*/ 595830 w 595959"/>
                    <a:gd name="connsiteY2" fmla="*/ 99768 h 141950"/>
                    <a:gd name="connsiteX3" fmla="*/ 131 w 595959"/>
                    <a:gd name="connsiteY3" fmla="*/ 141950 h 141950"/>
                    <a:gd name="connsiteX4" fmla="*/ 124 w 595959"/>
                    <a:gd name="connsiteY4" fmla="*/ 24713 h 141950"/>
                    <a:gd name="connsiteX0" fmla="*/ 124 w 595959"/>
                    <a:gd name="connsiteY0" fmla="*/ 24925 h 142162"/>
                    <a:gd name="connsiteX1" fmla="*/ 595828 w 595959"/>
                    <a:gd name="connsiteY1" fmla="*/ 2433 h 142162"/>
                    <a:gd name="connsiteX2" fmla="*/ 595830 w 595959"/>
                    <a:gd name="connsiteY2" fmla="*/ 99980 h 142162"/>
                    <a:gd name="connsiteX3" fmla="*/ 131 w 595959"/>
                    <a:gd name="connsiteY3" fmla="*/ 142162 h 142162"/>
                    <a:gd name="connsiteX4" fmla="*/ 124 w 595959"/>
                    <a:gd name="connsiteY4" fmla="*/ 24925 h 142162"/>
                    <a:gd name="connsiteX0" fmla="*/ 124 w 595959"/>
                    <a:gd name="connsiteY0" fmla="*/ 22492 h 139729"/>
                    <a:gd name="connsiteX1" fmla="*/ 595828 w 595959"/>
                    <a:gd name="connsiteY1" fmla="*/ 0 h 139729"/>
                    <a:gd name="connsiteX2" fmla="*/ 595830 w 595959"/>
                    <a:gd name="connsiteY2" fmla="*/ 97547 h 139729"/>
                    <a:gd name="connsiteX3" fmla="*/ 131 w 595959"/>
                    <a:gd name="connsiteY3" fmla="*/ 139729 h 139729"/>
                    <a:gd name="connsiteX4" fmla="*/ 124 w 595959"/>
                    <a:gd name="connsiteY4" fmla="*/ 22492 h 139729"/>
                    <a:gd name="connsiteX0" fmla="*/ 124 w 595959"/>
                    <a:gd name="connsiteY0" fmla="*/ 25585 h 142822"/>
                    <a:gd name="connsiteX1" fmla="*/ 595828 w 595959"/>
                    <a:gd name="connsiteY1" fmla="*/ 3093 h 142822"/>
                    <a:gd name="connsiteX2" fmla="*/ 595830 w 595959"/>
                    <a:gd name="connsiteY2" fmla="*/ 100640 h 142822"/>
                    <a:gd name="connsiteX3" fmla="*/ 131 w 595959"/>
                    <a:gd name="connsiteY3" fmla="*/ 142822 h 142822"/>
                    <a:gd name="connsiteX4" fmla="*/ 124 w 595959"/>
                    <a:gd name="connsiteY4" fmla="*/ 25585 h 142822"/>
                    <a:gd name="connsiteX0" fmla="*/ 124 w 595959"/>
                    <a:gd name="connsiteY0" fmla="*/ 25585 h 142822"/>
                    <a:gd name="connsiteX1" fmla="*/ 595828 w 595959"/>
                    <a:gd name="connsiteY1" fmla="*/ 3093 h 142822"/>
                    <a:gd name="connsiteX2" fmla="*/ 595830 w 595959"/>
                    <a:gd name="connsiteY2" fmla="*/ 100640 h 142822"/>
                    <a:gd name="connsiteX3" fmla="*/ 131 w 595959"/>
                    <a:gd name="connsiteY3" fmla="*/ 142822 h 142822"/>
                    <a:gd name="connsiteX4" fmla="*/ 124 w 595959"/>
                    <a:gd name="connsiteY4" fmla="*/ 25585 h 142822"/>
                    <a:gd name="connsiteX0" fmla="*/ 124 w 595959"/>
                    <a:gd name="connsiteY0" fmla="*/ 26512 h 143749"/>
                    <a:gd name="connsiteX1" fmla="*/ 595828 w 595959"/>
                    <a:gd name="connsiteY1" fmla="*/ 4020 h 143749"/>
                    <a:gd name="connsiteX2" fmla="*/ 595830 w 595959"/>
                    <a:gd name="connsiteY2" fmla="*/ 101567 h 143749"/>
                    <a:gd name="connsiteX3" fmla="*/ 131 w 595959"/>
                    <a:gd name="connsiteY3" fmla="*/ 143749 h 143749"/>
                    <a:gd name="connsiteX4" fmla="*/ 124 w 595959"/>
                    <a:gd name="connsiteY4" fmla="*/ 26512 h 143749"/>
                    <a:gd name="connsiteX0" fmla="*/ 124 w 595959"/>
                    <a:gd name="connsiteY0" fmla="*/ 26512 h 143749"/>
                    <a:gd name="connsiteX1" fmla="*/ 595828 w 595959"/>
                    <a:gd name="connsiteY1" fmla="*/ 4020 h 143749"/>
                    <a:gd name="connsiteX2" fmla="*/ 595830 w 595959"/>
                    <a:gd name="connsiteY2" fmla="*/ 101567 h 143749"/>
                    <a:gd name="connsiteX3" fmla="*/ 131 w 595959"/>
                    <a:gd name="connsiteY3" fmla="*/ 143749 h 143749"/>
                    <a:gd name="connsiteX4" fmla="*/ 124 w 595959"/>
                    <a:gd name="connsiteY4" fmla="*/ 26512 h 143749"/>
                    <a:gd name="connsiteX0" fmla="*/ 124 w 595959"/>
                    <a:gd name="connsiteY0" fmla="*/ 28496 h 145733"/>
                    <a:gd name="connsiteX1" fmla="*/ 595828 w 595959"/>
                    <a:gd name="connsiteY1" fmla="*/ 6004 h 145733"/>
                    <a:gd name="connsiteX2" fmla="*/ 595830 w 595959"/>
                    <a:gd name="connsiteY2" fmla="*/ 103551 h 145733"/>
                    <a:gd name="connsiteX3" fmla="*/ 131 w 595959"/>
                    <a:gd name="connsiteY3" fmla="*/ 145733 h 145733"/>
                    <a:gd name="connsiteX4" fmla="*/ 124 w 595959"/>
                    <a:gd name="connsiteY4" fmla="*/ 28496 h 145733"/>
                    <a:gd name="connsiteX0" fmla="*/ 124 w 595959"/>
                    <a:gd name="connsiteY0" fmla="*/ 40766 h 158003"/>
                    <a:gd name="connsiteX1" fmla="*/ 595828 w 595959"/>
                    <a:gd name="connsiteY1" fmla="*/ 0 h 158003"/>
                    <a:gd name="connsiteX2" fmla="*/ 595830 w 595959"/>
                    <a:gd name="connsiteY2" fmla="*/ 115821 h 158003"/>
                    <a:gd name="connsiteX3" fmla="*/ 131 w 595959"/>
                    <a:gd name="connsiteY3" fmla="*/ 158003 h 158003"/>
                    <a:gd name="connsiteX4" fmla="*/ 124 w 595959"/>
                    <a:gd name="connsiteY4" fmla="*/ 40766 h 158003"/>
                    <a:gd name="connsiteX0" fmla="*/ 124 w 595959"/>
                    <a:gd name="connsiteY0" fmla="*/ 40766 h 158003"/>
                    <a:gd name="connsiteX1" fmla="*/ 595828 w 595959"/>
                    <a:gd name="connsiteY1" fmla="*/ 0 h 158003"/>
                    <a:gd name="connsiteX2" fmla="*/ 595830 w 595959"/>
                    <a:gd name="connsiteY2" fmla="*/ 115821 h 158003"/>
                    <a:gd name="connsiteX3" fmla="*/ 131 w 595959"/>
                    <a:gd name="connsiteY3" fmla="*/ 158003 h 158003"/>
                    <a:gd name="connsiteX4" fmla="*/ 124 w 595959"/>
                    <a:gd name="connsiteY4" fmla="*/ 40766 h 158003"/>
                    <a:gd name="connsiteX0" fmla="*/ 124 w 595959"/>
                    <a:gd name="connsiteY0" fmla="*/ 40766 h 158003"/>
                    <a:gd name="connsiteX1" fmla="*/ 595828 w 595959"/>
                    <a:gd name="connsiteY1" fmla="*/ 0 h 158003"/>
                    <a:gd name="connsiteX2" fmla="*/ 595830 w 595959"/>
                    <a:gd name="connsiteY2" fmla="*/ 115821 h 158003"/>
                    <a:gd name="connsiteX3" fmla="*/ 131 w 595959"/>
                    <a:gd name="connsiteY3" fmla="*/ 158003 h 158003"/>
                    <a:gd name="connsiteX4" fmla="*/ 124 w 595959"/>
                    <a:gd name="connsiteY4" fmla="*/ 40766 h 158003"/>
                    <a:gd name="connsiteX0" fmla="*/ 124 w 595959"/>
                    <a:gd name="connsiteY0" fmla="*/ 40766 h 158003"/>
                    <a:gd name="connsiteX1" fmla="*/ 595828 w 595959"/>
                    <a:gd name="connsiteY1" fmla="*/ 0 h 158003"/>
                    <a:gd name="connsiteX2" fmla="*/ 595830 w 595959"/>
                    <a:gd name="connsiteY2" fmla="*/ 115821 h 158003"/>
                    <a:gd name="connsiteX3" fmla="*/ 131 w 595959"/>
                    <a:gd name="connsiteY3" fmla="*/ 158003 h 158003"/>
                    <a:gd name="connsiteX4" fmla="*/ 124 w 595959"/>
                    <a:gd name="connsiteY4" fmla="*/ 40766 h 158003"/>
                    <a:gd name="connsiteX0" fmla="*/ 124 w 595959"/>
                    <a:gd name="connsiteY0" fmla="*/ 40766 h 158003"/>
                    <a:gd name="connsiteX1" fmla="*/ 595828 w 595959"/>
                    <a:gd name="connsiteY1" fmla="*/ 0 h 158003"/>
                    <a:gd name="connsiteX2" fmla="*/ 595830 w 595959"/>
                    <a:gd name="connsiteY2" fmla="*/ 115821 h 158003"/>
                    <a:gd name="connsiteX3" fmla="*/ 131 w 595959"/>
                    <a:gd name="connsiteY3" fmla="*/ 158003 h 158003"/>
                    <a:gd name="connsiteX4" fmla="*/ 124 w 595959"/>
                    <a:gd name="connsiteY4" fmla="*/ 40766 h 158003"/>
                    <a:gd name="connsiteX0" fmla="*/ 124 w 595959"/>
                    <a:gd name="connsiteY0" fmla="*/ 40766 h 158003"/>
                    <a:gd name="connsiteX1" fmla="*/ 595828 w 595959"/>
                    <a:gd name="connsiteY1" fmla="*/ 0 h 158003"/>
                    <a:gd name="connsiteX2" fmla="*/ 595830 w 595959"/>
                    <a:gd name="connsiteY2" fmla="*/ 115821 h 158003"/>
                    <a:gd name="connsiteX3" fmla="*/ 131 w 595959"/>
                    <a:gd name="connsiteY3" fmla="*/ 158003 h 158003"/>
                    <a:gd name="connsiteX4" fmla="*/ 124 w 595959"/>
                    <a:gd name="connsiteY4" fmla="*/ 40766 h 158003"/>
                    <a:gd name="connsiteX0" fmla="*/ 124 w 595959"/>
                    <a:gd name="connsiteY0" fmla="*/ 40766 h 158003"/>
                    <a:gd name="connsiteX1" fmla="*/ 595828 w 595959"/>
                    <a:gd name="connsiteY1" fmla="*/ 0 h 158003"/>
                    <a:gd name="connsiteX2" fmla="*/ 595830 w 595959"/>
                    <a:gd name="connsiteY2" fmla="*/ 115821 h 158003"/>
                    <a:gd name="connsiteX3" fmla="*/ 131 w 595959"/>
                    <a:gd name="connsiteY3" fmla="*/ 158003 h 158003"/>
                    <a:gd name="connsiteX4" fmla="*/ 124 w 595959"/>
                    <a:gd name="connsiteY4" fmla="*/ 40766 h 158003"/>
                    <a:gd name="connsiteX0" fmla="*/ 124 w 595959"/>
                    <a:gd name="connsiteY0" fmla="*/ 40766 h 158003"/>
                    <a:gd name="connsiteX1" fmla="*/ 595828 w 595959"/>
                    <a:gd name="connsiteY1" fmla="*/ 0 h 158003"/>
                    <a:gd name="connsiteX2" fmla="*/ 595830 w 595959"/>
                    <a:gd name="connsiteY2" fmla="*/ 115821 h 158003"/>
                    <a:gd name="connsiteX3" fmla="*/ 131 w 595959"/>
                    <a:gd name="connsiteY3" fmla="*/ 158003 h 158003"/>
                    <a:gd name="connsiteX4" fmla="*/ 124 w 595959"/>
                    <a:gd name="connsiteY4" fmla="*/ 40766 h 158003"/>
                    <a:gd name="connsiteX0" fmla="*/ 124 w 595959"/>
                    <a:gd name="connsiteY0" fmla="*/ 40766 h 158003"/>
                    <a:gd name="connsiteX1" fmla="*/ 595828 w 595959"/>
                    <a:gd name="connsiteY1" fmla="*/ 0 h 158003"/>
                    <a:gd name="connsiteX2" fmla="*/ 595830 w 595959"/>
                    <a:gd name="connsiteY2" fmla="*/ 115821 h 158003"/>
                    <a:gd name="connsiteX3" fmla="*/ 131 w 595959"/>
                    <a:gd name="connsiteY3" fmla="*/ 158003 h 158003"/>
                    <a:gd name="connsiteX4" fmla="*/ 124 w 595959"/>
                    <a:gd name="connsiteY4" fmla="*/ 40766 h 158003"/>
                    <a:gd name="connsiteX0" fmla="*/ 124 w 595856"/>
                    <a:gd name="connsiteY0" fmla="*/ 41841 h 159078"/>
                    <a:gd name="connsiteX1" fmla="*/ 591261 w 595856"/>
                    <a:gd name="connsiteY1" fmla="*/ 0 h 159078"/>
                    <a:gd name="connsiteX2" fmla="*/ 595830 w 595856"/>
                    <a:gd name="connsiteY2" fmla="*/ 116896 h 159078"/>
                    <a:gd name="connsiteX3" fmla="*/ 131 w 595856"/>
                    <a:gd name="connsiteY3" fmla="*/ 159078 h 159078"/>
                    <a:gd name="connsiteX4" fmla="*/ 124 w 595856"/>
                    <a:gd name="connsiteY4" fmla="*/ 41841 h 159078"/>
                    <a:gd name="connsiteX0" fmla="*/ 124 w 595959"/>
                    <a:gd name="connsiteY0" fmla="*/ 41841 h 159078"/>
                    <a:gd name="connsiteX1" fmla="*/ 595828 w 595959"/>
                    <a:gd name="connsiteY1" fmla="*/ 0 h 159078"/>
                    <a:gd name="connsiteX2" fmla="*/ 595830 w 595959"/>
                    <a:gd name="connsiteY2" fmla="*/ 116896 h 159078"/>
                    <a:gd name="connsiteX3" fmla="*/ 131 w 595959"/>
                    <a:gd name="connsiteY3" fmla="*/ 159078 h 159078"/>
                    <a:gd name="connsiteX4" fmla="*/ 124 w 595959"/>
                    <a:gd name="connsiteY4" fmla="*/ 41841 h 159078"/>
                    <a:gd name="connsiteX0" fmla="*/ 124 w 597349"/>
                    <a:gd name="connsiteY0" fmla="*/ 42378 h 159615"/>
                    <a:gd name="connsiteX1" fmla="*/ 597349 w 597349"/>
                    <a:gd name="connsiteY1" fmla="*/ 0 h 159615"/>
                    <a:gd name="connsiteX2" fmla="*/ 595830 w 597349"/>
                    <a:gd name="connsiteY2" fmla="*/ 117433 h 159615"/>
                    <a:gd name="connsiteX3" fmla="*/ 131 w 597349"/>
                    <a:gd name="connsiteY3" fmla="*/ 159615 h 159615"/>
                    <a:gd name="connsiteX4" fmla="*/ 124 w 597349"/>
                    <a:gd name="connsiteY4" fmla="*/ 42378 h 159615"/>
                    <a:gd name="connsiteX0" fmla="*/ 124 w 600443"/>
                    <a:gd name="connsiteY0" fmla="*/ 42378 h 159615"/>
                    <a:gd name="connsiteX1" fmla="*/ 597349 w 600443"/>
                    <a:gd name="connsiteY1" fmla="*/ 0 h 159615"/>
                    <a:gd name="connsiteX2" fmla="*/ 600408 w 600443"/>
                    <a:gd name="connsiteY2" fmla="*/ 117433 h 159615"/>
                    <a:gd name="connsiteX3" fmla="*/ 131 w 600443"/>
                    <a:gd name="connsiteY3" fmla="*/ 159615 h 159615"/>
                    <a:gd name="connsiteX4" fmla="*/ 124 w 600443"/>
                    <a:gd name="connsiteY4" fmla="*/ 42378 h 159615"/>
                    <a:gd name="connsiteX0" fmla="*/ 124 w 600537"/>
                    <a:gd name="connsiteY0" fmla="*/ 42378 h 159615"/>
                    <a:gd name="connsiteX1" fmla="*/ 600401 w 600537"/>
                    <a:gd name="connsiteY1" fmla="*/ 0 h 159615"/>
                    <a:gd name="connsiteX2" fmla="*/ 600408 w 600537"/>
                    <a:gd name="connsiteY2" fmla="*/ 117433 h 159615"/>
                    <a:gd name="connsiteX3" fmla="*/ 131 w 600537"/>
                    <a:gd name="connsiteY3" fmla="*/ 159615 h 159615"/>
                    <a:gd name="connsiteX4" fmla="*/ 124 w 600537"/>
                    <a:gd name="connsiteY4" fmla="*/ 42378 h 15961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00537" h="159615">
                      <a:moveTo>
                        <a:pt x="124" y="42378"/>
                      </a:moveTo>
                      <a:cubicBezTo>
                        <a:pt x="296414" y="-50243"/>
                        <a:pt x="418111" y="75773"/>
                        <a:pt x="600401" y="0"/>
                      </a:cubicBezTo>
                      <a:cubicBezTo>
                        <a:pt x="599951" y="33260"/>
                        <a:pt x="600858" y="84173"/>
                        <a:pt x="600408" y="117433"/>
                      </a:cubicBezTo>
                      <a:cubicBezTo>
                        <a:pt x="395490" y="192726"/>
                        <a:pt x="285331" y="62551"/>
                        <a:pt x="131" y="159615"/>
                      </a:cubicBezTo>
                      <a:cubicBezTo>
                        <a:pt x="-323" y="114566"/>
                        <a:pt x="578" y="87427"/>
                        <a:pt x="124" y="42378"/>
                      </a:cubicBezTo>
                      <a:close/>
                    </a:path>
                  </a:pathLst>
                </a:custGeom>
                <a:solidFill>
                  <a:schemeClr val="accent4">
                    <a:lumMod val="60000"/>
                    <a:lumOff val="40000"/>
                  </a:schemeClr>
                </a:solidFill>
                <a:ln w="1270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817" name="矩形 1174">
                  <a:extLst>
                    <a:ext uri="{FF2B5EF4-FFF2-40B4-BE49-F238E27FC236}">
                      <a16:creationId xmlns:a16="http://schemas.microsoft.com/office/drawing/2014/main" id="{8400E767-5D1D-F9D9-ECEF-E583D778EEC5}"/>
                    </a:ext>
                  </a:extLst>
                </p:cNvPr>
                <p:cNvSpPr/>
                <p:nvPr/>
              </p:nvSpPr>
              <p:spPr>
                <a:xfrm rot="10800000">
                  <a:off x="5041542" y="6890402"/>
                  <a:ext cx="618706" cy="226680"/>
                </a:xfrm>
                <a:custGeom>
                  <a:avLst/>
                  <a:gdLst>
                    <a:gd name="connsiteX0" fmla="*/ 0 w 595706"/>
                    <a:gd name="connsiteY0" fmla="*/ 0 h 92965"/>
                    <a:gd name="connsiteX1" fmla="*/ 595706 w 595706"/>
                    <a:gd name="connsiteY1" fmla="*/ 0 h 92965"/>
                    <a:gd name="connsiteX2" fmla="*/ 595706 w 595706"/>
                    <a:gd name="connsiteY2" fmla="*/ 92965 h 92965"/>
                    <a:gd name="connsiteX3" fmla="*/ 0 w 595706"/>
                    <a:gd name="connsiteY3" fmla="*/ 92965 h 92965"/>
                    <a:gd name="connsiteX4" fmla="*/ 0 w 595706"/>
                    <a:gd name="connsiteY4" fmla="*/ 0 h 92965"/>
                    <a:gd name="connsiteX0" fmla="*/ 0 w 595706"/>
                    <a:gd name="connsiteY0" fmla="*/ 0 h 135147"/>
                    <a:gd name="connsiteX1" fmla="*/ 595706 w 595706"/>
                    <a:gd name="connsiteY1" fmla="*/ 0 h 135147"/>
                    <a:gd name="connsiteX2" fmla="*/ 595706 w 595706"/>
                    <a:gd name="connsiteY2" fmla="*/ 92965 h 135147"/>
                    <a:gd name="connsiteX3" fmla="*/ 1361 w 595706"/>
                    <a:gd name="connsiteY3" fmla="*/ 135147 h 135147"/>
                    <a:gd name="connsiteX4" fmla="*/ 0 w 595706"/>
                    <a:gd name="connsiteY4" fmla="*/ 0 h 135147"/>
                    <a:gd name="connsiteX0" fmla="*/ 0 w 595706"/>
                    <a:gd name="connsiteY0" fmla="*/ 0 h 135147"/>
                    <a:gd name="connsiteX1" fmla="*/ 595706 w 595706"/>
                    <a:gd name="connsiteY1" fmla="*/ 0 h 135147"/>
                    <a:gd name="connsiteX2" fmla="*/ 595706 w 595706"/>
                    <a:gd name="connsiteY2" fmla="*/ 92965 h 135147"/>
                    <a:gd name="connsiteX3" fmla="*/ 1361 w 595706"/>
                    <a:gd name="connsiteY3" fmla="*/ 135147 h 135147"/>
                    <a:gd name="connsiteX4" fmla="*/ 0 w 595706"/>
                    <a:gd name="connsiteY4" fmla="*/ 0 h 135147"/>
                    <a:gd name="connsiteX0" fmla="*/ 0 w 595706"/>
                    <a:gd name="connsiteY0" fmla="*/ 0 h 135147"/>
                    <a:gd name="connsiteX1" fmla="*/ 595706 w 595706"/>
                    <a:gd name="connsiteY1" fmla="*/ 0 h 135147"/>
                    <a:gd name="connsiteX2" fmla="*/ 595706 w 595706"/>
                    <a:gd name="connsiteY2" fmla="*/ 92965 h 135147"/>
                    <a:gd name="connsiteX3" fmla="*/ 1361 w 595706"/>
                    <a:gd name="connsiteY3" fmla="*/ 135147 h 135147"/>
                    <a:gd name="connsiteX4" fmla="*/ 0 w 595706"/>
                    <a:gd name="connsiteY4" fmla="*/ 0 h 135147"/>
                    <a:gd name="connsiteX0" fmla="*/ 0 w 595706"/>
                    <a:gd name="connsiteY0" fmla="*/ 0 h 135147"/>
                    <a:gd name="connsiteX1" fmla="*/ 595706 w 595706"/>
                    <a:gd name="connsiteY1" fmla="*/ 0 h 135147"/>
                    <a:gd name="connsiteX2" fmla="*/ 595706 w 595706"/>
                    <a:gd name="connsiteY2" fmla="*/ 92965 h 135147"/>
                    <a:gd name="connsiteX3" fmla="*/ 1361 w 595706"/>
                    <a:gd name="connsiteY3" fmla="*/ 135147 h 135147"/>
                    <a:gd name="connsiteX4" fmla="*/ 0 w 595706"/>
                    <a:gd name="connsiteY4" fmla="*/ 0 h 135147"/>
                    <a:gd name="connsiteX0" fmla="*/ 1422 w 594406"/>
                    <a:gd name="connsiteY0" fmla="*/ 21376 h 135147"/>
                    <a:gd name="connsiteX1" fmla="*/ 594406 w 594406"/>
                    <a:gd name="connsiteY1" fmla="*/ 0 h 135147"/>
                    <a:gd name="connsiteX2" fmla="*/ 594406 w 594406"/>
                    <a:gd name="connsiteY2" fmla="*/ 92965 h 135147"/>
                    <a:gd name="connsiteX3" fmla="*/ 61 w 594406"/>
                    <a:gd name="connsiteY3" fmla="*/ 135147 h 135147"/>
                    <a:gd name="connsiteX4" fmla="*/ 1422 w 594406"/>
                    <a:gd name="connsiteY4" fmla="*/ 21376 h 135147"/>
                    <a:gd name="connsiteX0" fmla="*/ 1422 w 594406"/>
                    <a:gd name="connsiteY0" fmla="*/ 15599 h 135147"/>
                    <a:gd name="connsiteX1" fmla="*/ 594406 w 594406"/>
                    <a:gd name="connsiteY1" fmla="*/ 0 h 135147"/>
                    <a:gd name="connsiteX2" fmla="*/ 594406 w 594406"/>
                    <a:gd name="connsiteY2" fmla="*/ 92965 h 135147"/>
                    <a:gd name="connsiteX3" fmla="*/ 61 w 594406"/>
                    <a:gd name="connsiteY3" fmla="*/ 135147 h 135147"/>
                    <a:gd name="connsiteX4" fmla="*/ 1422 w 594406"/>
                    <a:gd name="connsiteY4" fmla="*/ 15599 h 135147"/>
                    <a:gd name="connsiteX0" fmla="*/ 131 w 594476"/>
                    <a:gd name="connsiteY0" fmla="*/ 4622 h 135147"/>
                    <a:gd name="connsiteX1" fmla="*/ 594476 w 594476"/>
                    <a:gd name="connsiteY1" fmla="*/ 0 h 135147"/>
                    <a:gd name="connsiteX2" fmla="*/ 594476 w 594476"/>
                    <a:gd name="connsiteY2" fmla="*/ 92965 h 135147"/>
                    <a:gd name="connsiteX3" fmla="*/ 131 w 594476"/>
                    <a:gd name="connsiteY3" fmla="*/ 135147 h 135147"/>
                    <a:gd name="connsiteX4" fmla="*/ 131 w 594476"/>
                    <a:gd name="connsiteY4" fmla="*/ 4622 h 135147"/>
                    <a:gd name="connsiteX0" fmla="*/ 0 w 595706"/>
                    <a:gd name="connsiteY0" fmla="*/ 17910 h 135147"/>
                    <a:gd name="connsiteX1" fmla="*/ 595706 w 595706"/>
                    <a:gd name="connsiteY1" fmla="*/ 0 h 135147"/>
                    <a:gd name="connsiteX2" fmla="*/ 595706 w 595706"/>
                    <a:gd name="connsiteY2" fmla="*/ 92965 h 135147"/>
                    <a:gd name="connsiteX3" fmla="*/ 1361 w 595706"/>
                    <a:gd name="connsiteY3" fmla="*/ 135147 h 135147"/>
                    <a:gd name="connsiteX4" fmla="*/ 0 w 595706"/>
                    <a:gd name="connsiteY4" fmla="*/ 17910 h 135147"/>
                    <a:gd name="connsiteX0" fmla="*/ 0 w 595706"/>
                    <a:gd name="connsiteY0" fmla="*/ 17910 h 135147"/>
                    <a:gd name="connsiteX1" fmla="*/ 595706 w 595706"/>
                    <a:gd name="connsiteY1" fmla="*/ 0 h 135147"/>
                    <a:gd name="connsiteX2" fmla="*/ 595706 w 595706"/>
                    <a:gd name="connsiteY2" fmla="*/ 92965 h 135147"/>
                    <a:gd name="connsiteX3" fmla="*/ 1361 w 595706"/>
                    <a:gd name="connsiteY3" fmla="*/ 135147 h 135147"/>
                    <a:gd name="connsiteX4" fmla="*/ 0 w 595706"/>
                    <a:gd name="connsiteY4" fmla="*/ 17910 h 135147"/>
                    <a:gd name="connsiteX0" fmla="*/ 0 w 595706"/>
                    <a:gd name="connsiteY0" fmla="*/ 17910 h 135147"/>
                    <a:gd name="connsiteX1" fmla="*/ 595706 w 595706"/>
                    <a:gd name="connsiteY1" fmla="*/ 0 h 135147"/>
                    <a:gd name="connsiteX2" fmla="*/ 595706 w 595706"/>
                    <a:gd name="connsiteY2" fmla="*/ 92965 h 135147"/>
                    <a:gd name="connsiteX3" fmla="*/ 1361 w 595706"/>
                    <a:gd name="connsiteY3" fmla="*/ 135147 h 135147"/>
                    <a:gd name="connsiteX4" fmla="*/ 0 w 595706"/>
                    <a:gd name="connsiteY4" fmla="*/ 17910 h 135147"/>
                    <a:gd name="connsiteX0" fmla="*/ 0 w 595706"/>
                    <a:gd name="connsiteY0" fmla="*/ 17910 h 135147"/>
                    <a:gd name="connsiteX1" fmla="*/ 595706 w 595706"/>
                    <a:gd name="connsiteY1" fmla="*/ 0 h 135147"/>
                    <a:gd name="connsiteX2" fmla="*/ 595706 w 595706"/>
                    <a:gd name="connsiteY2" fmla="*/ 92965 h 135147"/>
                    <a:gd name="connsiteX3" fmla="*/ 1361 w 595706"/>
                    <a:gd name="connsiteY3" fmla="*/ 135147 h 135147"/>
                    <a:gd name="connsiteX4" fmla="*/ 0 w 595706"/>
                    <a:gd name="connsiteY4" fmla="*/ 17910 h 135147"/>
                    <a:gd name="connsiteX0" fmla="*/ 0 w 595706"/>
                    <a:gd name="connsiteY0" fmla="*/ 22423 h 139660"/>
                    <a:gd name="connsiteX1" fmla="*/ 595706 w 595706"/>
                    <a:gd name="connsiteY1" fmla="*/ 4513 h 139660"/>
                    <a:gd name="connsiteX2" fmla="*/ 595706 w 595706"/>
                    <a:gd name="connsiteY2" fmla="*/ 97478 h 139660"/>
                    <a:gd name="connsiteX3" fmla="*/ 1361 w 595706"/>
                    <a:gd name="connsiteY3" fmla="*/ 139660 h 139660"/>
                    <a:gd name="connsiteX4" fmla="*/ 0 w 595706"/>
                    <a:gd name="connsiteY4" fmla="*/ 22423 h 139660"/>
                    <a:gd name="connsiteX0" fmla="*/ 0 w 595706"/>
                    <a:gd name="connsiteY0" fmla="*/ 26413 h 143650"/>
                    <a:gd name="connsiteX1" fmla="*/ 595706 w 595706"/>
                    <a:gd name="connsiteY1" fmla="*/ 8503 h 143650"/>
                    <a:gd name="connsiteX2" fmla="*/ 595706 w 595706"/>
                    <a:gd name="connsiteY2" fmla="*/ 101468 h 143650"/>
                    <a:gd name="connsiteX3" fmla="*/ 1361 w 595706"/>
                    <a:gd name="connsiteY3" fmla="*/ 143650 h 143650"/>
                    <a:gd name="connsiteX4" fmla="*/ 0 w 595706"/>
                    <a:gd name="connsiteY4" fmla="*/ 26413 h 143650"/>
                    <a:gd name="connsiteX0" fmla="*/ 0 w 595706"/>
                    <a:gd name="connsiteY0" fmla="*/ 21286 h 138523"/>
                    <a:gd name="connsiteX1" fmla="*/ 595706 w 595706"/>
                    <a:gd name="connsiteY1" fmla="*/ 3376 h 138523"/>
                    <a:gd name="connsiteX2" fmla="*/ 595706 w 595706"/>
                    <a:gd name="connsiteY2" fmla="*/ 96341 h 138523"/>
                    <a:gd name="connsiteX3" fmla="*/ 1361 w 595706"/>
                    <a:gd name="connsiteY3" fmla="*/ 138523 h 138523"/>
                    <a:gd name="connsiteX4" fmla="*/ 0 w 595706"/>
                    <a:gd name="connsiteY4" fmla="*/ 21286 h 138523"/>
                    <a:gd name="connsiteX0" fmla="*/ 0 w 595706"/>
                    <a:gd name="connsiteY0" fmla="*/ 22534 h 139771"/>
                    <a:gd name="connsiteX1" fmla="*/ 595706 w 595706"/>
                    <a:gd name="connsiteY1" fmla="*/ 4624 h 139771"/>
                    <a:gd name="connsiteX2" fmla="*/ 595706 w 595706"/>
                    <a:gd name="connsiteY2" fmla="*/ 97589 h 139771"/>
                    <a:gd name="connsiteX3" fmla="*/ 1361 w 595706"/>
                    <a:gd name="connsiteY3" fmla="*/ 139771 h 139771"/>
                    <a:gd name="connsiteX4" fmla="*/ 0 w 595706"/>
                    <a:gd name="connsiteY4" fmla="*/ 22534 h 139771"/>
                    <a:gd name="connsiteX0" fmla="*/ 0 w 595706"/>
                    <a:gd name="connsiteY0" fmla="*/ 23494 h 140731"/>
                    <a:gd name="connsiteX1" fmla="*/ 595706 w 595706"/>
                    <a:gd name="connsiteY1" fmla="*/ 2118 h 140731"/>
                    <a:gd name="connsiteX2" fmla="*/ 595706 w 595706"/>
                    <a:gd name="connsiteY2" fmla="*/ 98549 h 140731"/>
                    <a:gd name="connsiteX3" fmla="*/ 1361 w 595706"/>
                    <a:gd name="connsiteY3" fmla="*/ 140731 h 140731"/>
                    <a:gd name="connsiteX4" fmla="*/ 0 w 595706"/>
                    <a:gd name="connsiteY4" fmla="*/ 23494 h 140731"/>
                    <a:gd name="connsiteX0" fmla="*/ 0 w 595706"/>
                    <a:gd name="connsiteY0" fmla="*/ 23494 h 140731"/>
                    <a:gd name="connsiteX1" fmla="*/ 595706 w 595706"/>
                    <a:gd name="connsiteY1" fmla="*/ 2118 h 140731"/>
                    <a:gd name="connsiteX2" fmla="*/ 595706 w 595706"/>
                    <a:gd name="connsiteY2" fmla="*/ 98549 h 140731"/>
                    <a:gd name="connsiteX3" fmla="*/ 1361 w 595706"/>
                    <a:gd name="connsiteY3" fmla="*/ 140731 h 140731"/>
                    <a:gd name="connsiteX4" fmla="*/ 0 w 595706"/>
                    <a:gd name="connsiteY4" fmla="*/ 23494 h 140731"/>
                    <a:gd name="connsiteX0" fmla="*/ 0 w 595706"/>
                    <a:gd name="connsiteY0" fmla="*/ 25030 h 142267"/>
                    <a:gd name="connsiteX1" fmla="*/ 595706 w 595706"/>
                    <a:gd name="connsiteY1" fmla="*/ 3654 h 142267"/>
                    <a:gd name="connsiteX2" fmla="*/ 595706 w 595706"/>
                    <a:gd name="connsiteY2" fmla="*/ 100085 h 142267"/>
                    <a:gd name="connsiteX3" fmla="*/ 1361 w 595706"/>
                    <a:gd name="connsiteY3" fmla="*/ 142267 h 142267"/>
                    <a:gd name="connsiteX4" fmla="*/ 0 w 595706"/>
                    <a:gd name="connsiteY4" fmla="*/ 25030 h 142267"/>
                    <a:gd name="connsiteX0" fmla="*/ 0 w 595706"/>
                    <a:gd name="connsiteY0" fmla="*/ 22091 h 139328"/>
                    <a:gd name="connsiteX1" fmla="*/ 595706 w 595706"/>
                    <a:gd name="connsiteY1" fmla="*/ 715 h 139328"/>
                    <a:gd name="connsiteX2" fmla="*/ 595706 w 595706"/>
                    <a:gd name="connsiteY2" fmla="*/ 97146 h 139328"/>
                    <a:gd name="connsiteX3" fmla="*/ 1361 w 595706"/>
                    <a:gd name="connsiteY3" fmla="*/ 139328 h 139328"/>
                    <a:gd name="connsiteX4" fmla="*/ 0 w 595706"/>
                    <a:gd name="connsiteY4" fmla="*/ 22091 h 139328"/>
                    <a:gd name="connsiteX0" fmla="*/ 0 w 595706"/>
                    <a:gd name="connsiteY0" fmla="*/ 23573 h 140810"/>
                    <a:gd name="connsiteX1" fmla="*/ 595706 w 595706"/>
                    <a:gd name="connsiteY1" fmla="*/ 2197 h 140810"/>
                    <a:gd name="connsiteX2" fmla="*/ 595706 w 595706"/>
                    <a:gd name="connsiteY2" fmla="*/ 98628 h 140810"/>
                    <a:gd name="connsiteX3" fmla="*/ 1361 w 595706"/>
                    <a:gd name="connsiteY3" fmla="*/ 140810 h 140810"/>
                    <a:gd name="connsiteX4" fmla="*/ 0 w 595706"/>
                    <a:gd name="connsiteY4" fmla="*/ 23573 h 140810"/>
                    <a:gd name="connsiteX0" fmla="*/ 0 w 595706"/>
                    <a:gd name="connsiteY0" fmla="*/ 21908 h 139145"/>
                    <a:gd name="connsiteX1" fmla="*/ 595706 w 595706"/>
                    <a:gd name="connsiteY1" fmla="*/ 532 h 139145"/>
                    <a:gd name="connsiteX2" fmla="*/ 595706 w 595706"/>
                    <a:gd name="connsiteY2" fmla="*/ 96963 h 139145"/>
                    <a:gd name="connsiteX3" fmla="*/ 1361 w 595706"/>
                    <a:gd name="connsiteY3" fmla="*/ 139145 h 139145"/>
                    <a:gd name="connsiteX4" fmla="*/ 0 w 595706"/>
                    <a:gd name="connsiteY4" fmla="*/ 21908 h 139145"/>
                    <a:gd name="connsiteX0" fmla="*/ 0 w 595706"/>
                    <a:gd name="connsiteY0" fmla="*/ 23863 h 141100"/>
                    <a:gd name="connsiteX1" fmla="*/ 595706 w 595706"/>
                    <a:gd name="connsiteY1" fmla="*/ 2487 h 141100"/>
                    <a:gd name="connsiteX2" fmla="*/ 595706 w 595706"/>
                    <a:gd name="connsiteY2" fmla="*/ 98918 h 141100"/>
                    <a:gd name="connsiteX3" fmla="*/ 1361 w 595706"/>
                    <a:gd name="connsiteY3" fmla="*/ 141100 h 141100"/>
                    <a:gd name="connsiteX4" fmla="*/ 0 w 595706"/>
                    <a:gd name="connsiteY4" fmla="*/ 23863 h 141100"/>
                    <a:gd name="connsiteX0" fmla="*/ 0 w 595706"/>
                    <a:gd name="connsiteY0" fmla="*/ 24472 h 141709"/>
                    <a:gd name="connsiteX1" fmla="*/ 595706 w 595706"/>
                    <a:gd name="connsiteY1" fmla="*/ 3096 h 141709"/>
                    <a:gd name="connsiteX2" fmla="*/ 595706 w 595706"/>
                    <a:gd name="connsiteY2" fmla="*/ 99527 h 141709"/>
                    <a:gd name="connsiteX3" fmla="*/ 1361 w 595706"/>
                    <a:gd name="connsiteY3" fmla="*/ 141709 h 141709"/>
                    <a:gd name="connsiteX4" fmla="*/ 0 w 595706"/>
                    <a:gd name="connsiteY4" fmla="*/ 24472 h 141709"/>
                    <a:gd name="connsiteX0" fmla="*/ 0 w 595706"/>
                    <a:gd name="connsiteY0" fmla="*/ 24267 h 141504"/>
                    <a:gd name="connsiteX1" fmla="*/ 595706 w 595706"/>
                    <a:gd name="connsiteY1" fmla="*/ 2891 h 141504"/>
                    <a:gd name="connsiteX2" fmla="*/ 595706 w 595706"/>
                    <a:gd name="connsiteY2" fmla="*/ 99322 h 141504"/>
                    <a:gd name="connsiteX3" fmla="*/ 1361 w 595706"/>
                    <a:gd name="connsiteY3" fmla="*/ 141504 h 141504"/>
                    <a:gd name="connsiteX4" fmla="*/ 0 w 595706"/>
                    <a:gd name="connsiteY4" fmla="*/ 24267 h 141504"/>
                    <a:gd name="connsiteX0" fmla="*/ 0 w 595706"/>
                    <a:gd name="connsiteY0" fmla="*/ 24472 h 141709"/>
                    <a:gd name="connsiteX1" fmla="*/ 595706 w 595706"/>
                    <a:gd name="connsiteY1" fmla="*/ 3096 h 141709"/>
                    <a:gd name="connsiteX2" fmla="*/ 595706 w 595706"/>
                    <a:gd name="connsiteY2" fmla="*/ 99527 h 141709"/>
                    <a:gd name="connsiteX3" fmla="*/ 1361 w 595706"/>
                    <a:gd name="connsiteY3" fmla="*/ 141709 h 141709"/>
                    <a:gd name="connsiteX4" fmla="*/ 0 w 595706"/>
                    <a:gd name="connsiteY4" fmla="*/ 24472 h 141709"/>
                    <a:gd name="connsiteX0" fmla="*/ 0 w 595706"/>
                    <a:gd name="connsiteY0" fmla="*/ 24472 h 141709"/>
                    <a:gd name="connsiteX1" fmla="*/ 594353 w 595706"/>
                    <a:gd name="connsiteY1" fmla="*/ 3096 h 141709"/>
                    <a:gd name="connsiteX2" fmla="*/ 595706 w 595706"/>
                    <a:gd name="connsiteY2" fmla="*/ 99527 h 141709"/>
                    <a:gd name="connsiteX3" fmla="*/ 1361 w 595706"/>
                    <a:gd name="connsiteY3" fmla="*/ 141709 h 141709"/>
                    <a:gd name="connsiteX4" fmla="*/ 0 w 595706"/>
                    <a:gd name="connsiteY4" fmla="*/ 24472 h 141709"/>
                    <a:gd name="connsiteX0" fmla="*/ 124 w 595830"/>
                    <a:gd name="connsiteY0" fmla="*/ 24472 h 141709"/>
                    <a:gd name="connsiteX1" fmla="*/ 594477 w 595830"/>
                    <a:gd name="connsiteY1" fmla="*/ 3096 h 141709"/>
                    <a:gd name="connsiteX2" fmla="*/ 595830 w 595830"/>
                    <a:gd name="connsiteY2" fmla="*/ 99527 h 141709"/>
                    <a:gd name="connsiteX3" fmla="*/ 131 w 595830"/>
                    <a:gd name="connsiteY3" fmla="*/ 141709 h 141709"/>
                    <a:gd name="connsiteX4" fmla="*/ 124 w 595830"/>
                    <a:gd name="connsiteY4" fmla="*/ 24472 h 141709"/>
                    <a:gd name="connsiteX0" fmla="*/ 124 w 597179"/>
                    <a:gd name="connsiteY0" fmla="*/ 25207 h 142444"/>
                    <a:gd name="connsiteX1" fmla="*/ 597179 w 597179"/>
                    <a:gd name="connsiteY1" fmla="*/ 481 h 142444"/>
                    <a:gd name="connsiteX2" fmla="*/ 595830 w 597179"/>
                    <a:gd name="connsiteY2" fmla="*/ 100262 h 142444"/>
                    <a:gd name="connsiteX3" fmla="*/ 131 w 597179"/>
                    <a:gd name="connsiteY3" fmla="*/ 142444 h 142444"/>
                    <a:gd name="connsiteX4" fmla="*/ 124 w 597179"/>
                    <a:gd name="connsiteY4" fmla="*/ 25207 h 142444"/>
                    <a:gd name="connsiteX0" fmla="*/ 124 w 595889"/>
                    <a:gd name="connsiteY0" fmla="*/ 25842 h 143079"/>
                    <a:gd name="connsiteX1" fmla="*/ 594477 w 595889"/>
                    <a:gd name="connsiteY1" fmla="*/ 0 h 143079"/>
                    <a:gd name="connsiteX2" fmla="*/ 595830 w 595889"/>
                    <a:gd name="connsiteY2" fmla="*/ 100897 h 143079"/>
                    <a:gd name="connsiteX3" fmla="*/ 131 w 595889"/>
                    <a:gd name="connsiteY3" fmla="*/ 143079 h 143079"/>
                    <a:gd name="connsiteX4" fmla="*/ 124 w 595889"/>
                    <a:gd name="connsiteY4" fmla="*/ 25842 h 143079"/>
                    <a:gd name="connsiteX0" fmla="*/ 124 w 595889"/>
                    <a:gd name="connsiteY0" fmla="*/ 24713 h 141950"/>
                    <a:gd name="connsiteX1" fmla="*/ 594477 w 595889"/>
                    <a:gd name="connsiteY1" fmla="*/ 2221 h 141950"/>
                    <a:gd name="connsiteX2" fmla="*/ 595830 w 595889"/>
                    <a:gd name="connsiteY2" fmla="*/ 99768 h 141950"/>
                    <a:gd name="connsiteX3" fmla="*/ 131 w 595889"/>
                    <a:gd name="connsiteY3" fmla="*/ 141950 h 141950"/>
                    <a:gd name="connsiteX4" fmla="*/ 124 w 595889"/>
                    <a:gd name="connsiteY4" fmla="*/ 24713 h 141950"/>
                    <a:gd name="connsiteX0" fmla="*/ 124 w 595959"/>
                    <a:gd name="connsiteY0" fmla="*/ 24713 h 141950"/>
                    <a:gd name="connsiteX1" fmla="*/ 595828 w 595959"/>
                    <a:gd name="connsiteY1" fmla="*/ 2221 h 141950"/>
                    <a:gd name="connsiteX2" fmla="*/ 595830 w 595959"/>
                    <a:gd name="connsiteY2" fmla="*/ 99768 h 141950"/>
                    <a:gd name="connsiteX3" fmla="*/ 131 w 595959"/>
                    <a:gd name="connsiteY3" fmla="*/ 141950 h 141950"/>
                    <a:gd name="connsiteX4" fmla="*/ 124 w 595959"/>
                    <a:gd name="connsiteY4" fmla="*/ 24713 h 141950"/>
                    <a:gd name="connsiteX0" fmla="*/ 124 w 595959"/>
                    <a:gd name="connsiteY0" fmla="*/ 24925 h 142162"/>
                    <a:gd name="connsiteX1" fmla="*/ 595828 w 595959"/>
                    <a:gd name="connsiteY1" fmla="*/ 2433 h 142162"/>
                    <a:gd name="connsiteX2" fmla="*/ 595830 w 595959"/>
                    <a:gd name="connsiteY2" fmla="*/ 99980 h 142162"/>
                    <a:gd name="connsiteX3" fmla="*/ 131 w 595959"/>
                    <a:gd name="connsiteY3" fmla="*/ 142162 h 142162"/>
                    <a:gd name="connsiteX4" fmla="*/ 124 w 595959"/>
                    <a:gd name="connsiteY4" fmla="*/ 24925 h 142162"/>
                    <a:gd name="connsiteX0" fmla="*/ 124 w 595959"/>
                    <a:gd name="connsiteY0" fmla="*/ 22492 h 139729"/>
                    <a:gd name="connsiteX1" fmla="*/ 595828 w 595959"/>
                    <a:gd name="connsiteY1" fmla="*/ 0 h 139729"/>
                    <a:gd name="connsiteX2" fmla="*/ 595830 w 595959"/>
                    <a:gd name="connsiteY2" fmla="*/ 97547 h 139729"/>
                    <a:gd name="connsiteX3" fmla="*/ 131 w 595959"/>
                    <a:gd name="connsiteY3" fmla="*/ 139729 h 139729"/>
                    <a:gd name="connsiteX4" fmla="*/ 124 w 595959"/>
                    <a:gd name="connsiteY4" fmla="*/ 22492 h 139729"/>
                    <a:gd name="connsiteX0" fmla="*/ 124 w 595959"/>
                    <a:gd name="connsiteY0" fmla="*/ 25585 h 142822"/>
                    <a:gd name="connsiteX1" fmla="*/ 595828 w 595959"/>
                    <a:gd name="connsiteY1" fmla="*/ 3093 h 142822"/>
                    <a:gd name="connsiteX2" fmla="*/ 595830 w 595959"/>
                    <a:gd name="connsiteY2" fmla="*/ 100640 h 142822"/>
                    <a:gd name="connsiteX3" fmla="*/ 131 w 595959"/>
                    <a:gd name="connsiteY3" fmla="*/ 142822 h 142822"/>
                    <a:gd name="connsiteX4" fmla="*/ 124 w 595959"/>
                    <a:gd name="connsiteY4" fmla="*/ 25585 h 142822"/>
                    <a:gd name="connsiteX0" fmla="*/ 124 w 595959"/>
                    <a:gd name="connsiteY0" fmla="*/ 25585 h 142822"/>
                    <a:gd name="connsiteX1" fmla="*/ 595828 w 595959"/>
                    <a:gd name="connsiteY1" fmla="*/ 3093 h 142822"/>
                    <a:gd name="connsiteX2" fmla="*/ 595830 w 595959"/>
                    <a:gd name="connsiteY2" fmla="*/ 100640 h 142822"/>
                    <a:gd name="connsiteX3" fmla="*/ 131 w 595959"/>
                    <a:gd name="connsiteY3" fmla="*/ 142822 h 142822"/>
                    <a:gd name="connsiteX4" fmla="*/ 124 w 595959"/>
                    <a:gd name="connsiteY4" fmla="*/ 25585 h 142822"/>
                    <a:gd name="connsiteX0" fmla="*/ 124 w 595959"/>
                    <a:gd name="connsiteY0" fmla="*/ 26512 h 143749"/>
                    <a:gd name="connsiteX1" fmla="*/ 595828 w 595959"/>
                    <a:gd name="connsiteY1" fmla="*/ 4020 h 143749"/>
                    <a:gd name="connsiteX2" fmla="*/ 595830 w 595959"/>
                    <a:gd name="connsiteY2" fmla="*/ 101567 h 143749"/>
                    <a:gd name="connsiteX3" fmla="*/ 131 w 595959"/>
                    <a:gd name="connsiteY3" fmla="*/ 143749 h 143749"/>
                    <a:gd name="connsiteX4" fmla="*/ 124 w 595959"/>
                    <a:gd name="connsiteY4" fmla="*/ 26512 h 143749"/>
                    <a:gd name="connsiteX0" fmla="*/ 124 w 595959"/>
                    <a:gd name="connsiteY0" fmla="*/ 26512 h 143749"/>
                    <a:gd name="connsiteX1" fmla="*/ 595828 w 595959"/>
                    <a:gd name="connsiteY1" fmla="*/ 4020 h 143749"/>
                    <a:gd name="connsiteX2" fmla="*/ 595830 w 595959"/>
                    <a:gd name="connsiteY2" fmla="*/ 101567 h 143749"/>
                    <a:gd name="connsiteX3" fmla="*/ 131 w 595959"/>
                    <a:gd name="connsiteY3" fmla="*/ 143749 h 143749"/>
                    <a:gd name="connsiteX4" fmla="*/ 124 w 595959"/>
                    <a:gd name="connsiteY4" fmla="*/ 26512 h 143749"/>
                    <a:gd name="connsiteX0" fmla="*/ 124 w 595959"/>
                    <a:gd name="connsiteY0" fmla="*/ 28496 h 145733"/>
                    <a:gd name="connsiteX1" fmla="*/ 595828 w 595959"/>
                    <a:gd name="connsiteY1" fmla="*/ 6004 h 145733"/>
                    <a:gd name="connsiteX2" fmla="*/ 595830 w 595959"/>
                    <a:gd name="connsiteY2" fmla="*/ 103551 h 145733"/>
                    <a:gd name="connsiteX3" fmla="*/ 131 w 595959"/>
                    <a:gd name="connsiteY3" fmla="*/ 145733 h 145733"/>
                    <a:gd name="connsiteX4" fmla="*/ 124 w 595959"/>
                    <a:gd name="connsiteY4" fmla="*/ 28496 h 145733"/>
                    <a:gd name="connsiteX0" fmla="*/ 124 w 595959"/>
                    <a:gd name="connsiteY0" fmla="*/ 40766 h 158003"/>
                    <a:gd name="connsiteX1" fmla="*/ 595828 w 595959"/>
                    <a:gd name="connsiteY1" fmla="*/ 0 h 158003"/>
                    <a:gd name="connsiteX2" fmla="*/ 595830 w 595959"/>
                    <a:gd name="connsiteY2" fmla="*/ 115821 h 158003"/>
                    <a:gd name="connsiteX3" fmla="*/ 131 w 595959"/>
                    <a:gd name="connsiteY3" fmla="*/ 158003 h 158003"/>
                    <a:gd name="connsiteX4" fmla="*/ 124 w 595959"/>
                    <a:gd name="connsiteY4" fmla="*/ 40766 h 158003"/>
                    <a:gd name="connsiteX0" fmla="*/ 124 w 595959"/>
                    <a:gd name="connsiteY0" fmla="*/ 40766 h 158003"/>
                    <a:gd name="connsiteX1" fmla="*/ 595828 w 595959"/>
                    <a:gd name="connsiteY1" fmla="*/ 0 h 158003"/>
                    <a:gd name="connsiteX2" fmla="*/ 595830 w 595959"/>
                    <a:gd name="connsiteY2" fmla="*/ 115821 h 158003"/>
                    <a:gd name="connsiteX3" fmla="*/ 131 w 595959"/>
                    <a:gd name="connsiteY3" fmla="*/ 158003 h 158003"/>
                    <a:gd name="connsiteX4" fmla="*/ 124 w 595959"/>
                    <a:gd name="connsiteY4" fmla="*/ 40766 h 158003"/>
                    <a:gd name="connsiteX0" fmla="*/ 124 w 595959"/>
                    <a:gd name="connsiteY0" fmla="*/ 40766 h 158003"/>
                    <a:gd name="connsiteX1" fmla="*/ 595828 w 595959"/>
                    <a:gd name="connsiteY1" fmla="*/ 0 h 158003"/>
                    <a:gd name="connsiteX2" fmla="*/ 595830 w 595959"/>
                    <a:gd name="connsiteY2" fmla="*/ 115821 h 158003"/>
                    <a:gd name="connsiteX3" fmla="*/ 131 w 595959"/>
                    <a:gd name="connsiteY3" fmla="*/ 158003 h 158003"/>
                    <a:gd name="connsiteX4" fmla="*/ 124 w 595959"/>
                    <a:gd name="connsiteY4" fmla="*/ 40766 h 158003"/>
                    <a:gd name="connsiteX0" fmla="*/ 124 w 595959"/>
                    <a:gd name="connsiteY0" fmla="*/ 40766 h 158003"/>
                    <a:gd name="connsiteX1" fmla="*/ 595828 w 595959"/>
                    <a:gd name="connsiteY1" fmla="*/ 0 h 158003"/>
                    <a:gd name="connsiteX2" fmla="*/ 595830 w 595959"/>
                    <a:gd name="connsiteY2" fmla="*/ 115821 h 158003"/>
                    <a:gd name="connsiteX3" fmla="*/ 131 w 595959"/>
                    <a:gd name="connsiteY3" fmla="*/ 158003 h 158003"/>
                    <a:gd name="connsiteX4" fmla="*/ 124 w 595959"/>
                    <a:gd name="connsiteY4" fmla="*/ 40766 h 158003"/>
                    <a:gd name="connsiteX0" fmla="*/ 124 w 595959"/>
                    <a:gd name="connsiteY0" fmla="*/ 40766 h 158003"/>
                    <a:gd name="connsiteX1" fmla="*/ 595828 w 595959"/>
                    <a:gd name="connsiteY1" fmla="*/ 0 h 158003"/>
                    <a:gd name="connsiteX2" fmla="*/ 595830 w 595959"/>
                    <a:gd name="connsiteY2" fmla="*/ 115821 h 158003"/>
                    <a:gd name="connsiteX3" fmla="*/ 131 w 595959"/>
                    <a:gd name="connsiteY3" fmla="*/ 158003 h 158003"/>
                    <a:gd name="connsiteX4" fmla="*/ 124 w 595959"/>
                    <a:gd name="connsiteY4" fmla="*/ 40766 h 158003"/>
                    <a:gd name="connsiteX0" fmla="*/ 124 w 595959"/>
                    <a:gd name="connsiteY0" fmla="*/ 40766 h 158003"/>
                    <a:gd name="connsiteX1" fmla="*/ 595828 w 595959"/>
                    <a:gd name="connsiteY1" fmla="*/ 0 h 158003"/>
                    <a:gd name="connsiteX2" fmla="*/ 595830 w 595959"/>
                    <a:gd name="connsiteY2" fmla="*/ 115821 h 158003"/>
                    <a:gd name="connsiteX3" fmla="*/ 131 w 595959"/>
                    <a:gd name="connsiteY3" fmla="*/ 158003 h 158003"/>
                    <a:gd name="connsiteX4" fmla="*/ 124 w 595959"/>
                    <a:gd name="connsiteY4" fmla="*/ 40766 h 158003"/>
                    <a:gd name="connsiteX0" fmla="*/ 124 w 595959"/>
                    <a:gd name="connsiteY0" fmla="*/ 40766 h 158003"/>
                    <a:gd name="connsiteX1" fmla="*/ 595828 w 595959"/>
                    <a:gd name="connsiteY1" fmla="*/ 0 h 158003"/>
                    <a:gd name="connsiteX2" fmla="*/ 595830 w 595959"/>
                    <a:gd name="connsiteY2" fmla="*/ 115821 h 158003"/>
                    <a:gd name="connsiteX3" fmla="*/ 131 w 595959"/>
                    <a:gd name="connsiteY3" fmla="*/ 158003 h 158003"/>
                    <a:gd name="connsiteX4" fmla="*/ 124 w 595959"/>
                    <a:gd name="connsiteY4" fmla="*/ 40766 h 158003"/>
                    <a:gd name="connsiteX0" fmla="*/ 124 w 595959"/>
                    <a:gd name="connsiteY0" fmla="*/ 40766 h 158003"/>
                    <a:gd name="connsiteX1" fmla="*/ 595828 w 595959"/>
                    <a:gd name="connsiteY1" fmla="*/ 0 h 158003"/>
                    <a:gd name="connsiteX2" fmla="*/ 595830 w 595959"/>
                    <a:gd name="connsiteY2" fmla="*/ 115821 h 158003"/>
                    <a:gd name="connsiteX3" fmla="*/ 131 w 595959"/>
                    <a:gd name="connsiteY3" fmla="*/ 158003 h 158003"/>
                    <a:gd name="connsiteX4" fmla="*/ 124 w 595959"/>
                    <a:gd name="connsiteY4" fmla="*/ 40766 h 158003"/>
                    <a:gd name="connsiteX0" fmla="*/ 124 w 595959"/>
                    <a:gd name="connsiteY0" fmla="*/ 40766 h 158003"/>
                    <a:gd name="connsiteX1" fmla="*/ 595828 w 595959"/>
                    <a:gd name="connsiteY1" fmla="*/ 0 h 158003"/>
                    <a:gd name="connsiteX2" fmla="*/ 595830 w 595959"/>
                    <a:gd name="connsiteY2" fmla="*/ 115821 h 158003"/>
                    <a:gd name="connsiteX3" fmla="*/ 131 w 595959"/>
                    <a:gd name="connsiteY3" fmla="*/ 158003 h 158003"/>
                    <a:gd name="connsiteX4" fmla="*/ 124 w 595959"/>
                    <a:gd name="connsiteY4" fmla="*/ 40766 h 158003"/>
                    <a:gd name="connsiteX0" fmla="*/ 124 w 595856"/>
                    <a:gd name="connsiteY0" fmla="*/ 41841 h 159078"/>
                    <a:gd name="connsiteX1" fmla="*/ 591261 w 595856"/>
                    <a:gd name="connsiteY1" fmla="*/ 0 h 159078"/>
                    <a:gd name="connsiteX2" fmla="*/ 595830 w 595856"/>
                    <a:gd name="connsiteY2" fmla="*/ 116896 h 159078"/>
                    <a:gd name="connsiteX3" fmla="*/ 131 w 595856"/>
                    <a:gd name="connsiteY3" fmla="*/ 159078 h 159078"/>
                    <a:gd name="connsiteX4" fmla="*/ 124 w 595856"/>
                    <a:gd name="connsiteY4" fmla="*/ 41841 h 159078"/>
                    <a:gd name="connsiteX0" fmla="*/ 124 w 595959"/>
                    <a:gd name="connsiteY0" fmla="*/ 41841 h 159078"/>
                    <a:gd name="connsiteX1" fmla="*/ 595828 w 595959"/>
                    <a:gd name="connsiteY1" fmla="*/ 0 h 159078"/>
                    <a:gd name="connsiteX2" fmla="*/ 595830 w 595959"/>
                    <a:gd name="connsiteY2" fmla="*/ 116896 h 159078"/>
                    <a:gd name="connsiteX3" fmla="*/ 131 w 595959"/>
                    <a:gd name="connsiteY3" fmla="*/ 159078 h 159078"/>
                    <a:gd name="connsiteX4" fmla="*/ 124 w 595959"/>
                    <a:gd name="connsiteY4" fmla="*/ 41841 h 159078"/>
                    <a:gd name="connsiteX0" fmla="*/ 124 w 597349"/>
                    <a:gd name="connsiteY0" fmla="*/ 42378 h 159615"/>
                    <a:gd name="connsiteX1" fmla="*/ 597349 w 597349"/>
                    <a:gd name="connsiteY1" fmla="*/ 0 h 159615"/>
                    <a:gd name="connsiteX2" fmla="*/ 595830 w 597349"/>
                    <a:gd name="connsiteY2" fmla="*/ 117433 h 159615"/>
                    <a:gd name="connsiteX3" fmla="*/ 131 w 597349"/>
                    <a:gd name="connsiteY3" fmla="*/ 159615 h 159615"/>
                    <a:gd name="connsiteX4" fmla="*/ 124 w 597349"/>
                    <a:gd name="connsiteY4" fmla="*/ 42378 h 159615"/>
                    <a:gd name="connsiteX0" fmla="*/ 124 w 600443"/>
                    <a:gd name="connsiteY0" fmla="*/ 42378 h 159615"/>
                    <a:gd name="connsiteX1" fmla="*/ 597349 w 600443"/>
                    <a:gd name="connsiteY1" fmla="*/ 0 h 159615"/>
                    <a:gd name="connsiteX2" fmla="*/ 600408 w 600443"/>
                    <a:gd name="connsiteY2" fmla="*/ 117433 h 159615"/>
                    <a:gd name="connsiteX3" fmla="*/ 131 w 600443"/>
                    <a:gd name="connsiteY3" fmla="*/ 159615 h 159615"/>
                    <a:gd name="connsiteX4" fmla="*/ 124 w 600443"/>
                    <a:gd name="connsiteY4" fmla="*/ 42378 h 159615"/>
                    <a:gd name="connsiteX0" fmla="*/ 124 w 600537"/>
                    <a:gd name="connsiteY0" fmla="*/ 42378 h 159615"/>
                    <a:gd name="connsiteX1" fmla="*/ 600401 w 600537"/>
                    <a:gd name="connsiteY1" fmla="*/ 0 h 159615"/>
                    <a:gd name="connsiteX2" fmla="*/ 600408 w 600537"/>
                    <a:gd name="connsiteY2" fmla="*/ 117433 h 159615"/>
                    <a:gd name="connsiteX3" fmla="*/ 131 w 600537"/>
                    <a:gd name="connsiteY3" fmla="*/ 159615 h 159615"/>
                    <a:gd name="connsiteX4" fmla="*/ 124 w 600537"/>
                    <a:gd name="connsiteY4" fmla="*/ 42378 h 15961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00537" h="159615">
                      <a:moveTo>
                        <a:pt x="124" y="42378"/>
                      </a:moveTo>
                      <a:cubicBezTo>
                        <a:pt x="296414" y="-50243"/>
                        <a:pt x="418111" y="75773"/>
                        <a:pt x="600401" y="0"/>
                      </a:cubicBezTo>
                      <a:cubicBezTo>
                        <a:pt x="599951" y="33260"/>
                        <a:pt x="600858" y="84173"/>
                        <a:pt x="600408" y="117433"/>
                      </a:cubicBezTo>
                      <a:cubicBezTo>
                        <a:pt x="395490" y="192726"/>
                        <a:pt x="285331" y="62551"/>
                        <a:pt x="131" y="159615"/>
                      </a:cubicBezTo>
                      <a:cubicBezTo>
                        <a:pt x="-323" y="114566"/>
                        <a:pt x="578" y="87427"/>
                        <a:pt x="124" y="42378"/>
                      </a:cubicBezTo>
                      <a:close/>
                    </a:path>
                  </a:pathLst>
                </a:custGeom>
                <a:solidFill>
                  <a:schemeClr val="accent2">
                    <a:lumMod val="40000"/>
                    <a:lumOff val="60000"/>
                  </a:schemeClr>
                </a:solidFill>
                <a:ln w="1270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818" name="矩形 1174">
                  <a:extLst>
                    <a:ext uri="{FF2B5EF4-FFF2-40B4-BE49-F238E27FC236}">
                      <a16:creationId xmlns:a16="http://schemas.microsoft.com/office/drawing/2014/main" id="{A61DB58C-0733-77B2-6D41-5C73C5105D0A}"/>
                    </a:ext>
                  </a:extLst>
                </p:cNvPr>
                <p:cNvSpPr/>
                <p:nvPr/>
              </p:nvSpPr>
              <p:spPr>
                <a:xfrm rot="10800000">
                  <a:off x="5041541" y="7045652"/>
                  <a:ext cx="618707" cy="139508"/>
                </a:xfrm>
                <a:custGeom>
                  <a:avLst/>
                  <a:gdLst>
                    <a:gd name="connsiteX0" fmla="*/ 0 w 595706"/>
                    <a:gd name="connsiteY0" fmla="*/ 0 h 92965"/>
                    <a:gd name="connsiteX1" fmla="*/ 595706 w 595706"/>
                    <a:gd name="connsiteY1" fmla="*/ 0 h 92965"/>
                    <a:gd name="connsiteX2" fmla="*/ 595706 w 595706"/>
                    <a:gd name="connsiteY2" fmla="*/ 92965 h 92965"/>
                    <a:gd name="connsiteX3" fmla="*/ 0 w 595706"/>
                    <a:gd name="connsiteY3" fmla="*/ 92965 h 92965"/>
                    <a:gd name="connsiteX4" fmla="*/ 0 w 595706"/>
                    <a:gd name="connsiteY4" fmla="*/ 0 h 92965"/>
                    <a:gd name="connsiteX0" fmla="*/ 0 w 595706"/>
                    <a:gd name="connsiteY0" fmla="*/ 0 h 135147"/>
                    <a:gd name="connsiteX1" fmla="*/ 595706 w 595706"/>
                    <a:gd name="connsiteY1" fmla="*/ 0 h 135147"/>
                    <a:gd name="connsiteX2" fmla="*/ 595706 w 595706"/>
                    <a:gd name="connsiteY2" fmla="*/ 92965 h 135147"/>
                    <a:gd name="connsiteX3" fmla="*/ 1361 w 595706"/>
                    <a:gd name="connsiteY3" fmla="*/ 135147 h 135147"/>
                    <a:gd name="connsiteX4" fmla="*/ 0 w 595706"/>
                    <a:gd name="connsiteY4" fmla="*/ 0 h 135147"/>
                    <a:gd name="connsiteX0" fmla="*/ 0 w 595706"/>
                    <a:gd name="connsiteY0" fmla="*/ 0 h 135147"/>
                    <a:gd name="connsiteX1" fmla="*/ 595706 w 595706"/>
                    <a:gd name="connsiteY1" fmla="*/ 0 h 135147"/>
                    <a:gd name="connsiteX2" fmla="*/ 595706 w 595706"/>
                    <a:gd name="connsiteY2" fmla="*/ 92965 h 135147"/>
                    <a:gd name="connsiteX3" fmla="*/ 1361 w 595706"/>
                    <a:gd name="connsiteY3" fmla="*/ 135147 h 135147"/>
                    <a:gd name="connsiteX4" fmla="*/ 0 w 595706"/>
                    <a:gd name="connsiteY4" fmla="*/ 0 h 135147"/>
                    <a:gd name="connsiteX0" fmla="*/ 0 w 595706"/>
                    <a:gd name="connsiteY0" fmla="*/ 0 h 135147"/>
                    <a:gd name="connsiteX1" fmla="*/ 595706 w 595706"/>
                    <a:gd name="connsiteY1" fmla="*/ 0 h 135147"/>
                    <a:gd name="connsiteX2" fmla="*/ 595706 w 595706"/>
                    <a:gd name="connsiteY2" fmla="*/ 92965 h 135147"/>
                    <a:gd name="connsiteX3" fmla="*/ 1361 w 595706"/>
                    <a:gd name="connsiteY3" fmla="*/ 135147 h 135147"/>
                    <a:gd name="connsiteX4" fmla="*/ 0 w 595706"/>
                    <a:gd name="connsiteY4" fmla="*/ 0 h 135147"/>
                    <a:gd name="connsiteX0" fmla="*/ 0 w 595706"/>
                    <a:gd name="connsiteY0" fmla="*/ 0 h 135147"/>
                    <a:gd name="connsiteX1" fmla="*/ 595706 w 595706"/>
                    <a:gd name="connsiteY1" fmla="*/ 0 h 135147"/>
                    <a:gd name="connsiteX2" fmla="*/ 595706 w 595706"/>
                    <a:gd name="connsiteY2" fmla="*/ 92965 h 135147"/>
                    <a:gd name="connsiteX3" fmla="*/ 1361 w 595706"/>
                    <a:gd name="connsiteY3" fmla="*/ 135147 h 135147"/>
                    <a:gd name="connsiteX4" fmla="*/ 0 w 595706"/>
                    <a:gd name="connsiteY4" fmla="*/ 0 h 135147"/>
                    <a:gd name="connsiteX0" fmla="*/ 131 w 595837"/>
                    <a:gd name="connsiteY0" fmla="*/ 0 h 148754"/>
                    <a:gd name="connsiteX1" fmla="*/ 595837 w 595837"/>
                    <a:gd name="connsiteY1" fmla="*/ 0 h 148754"/>
                    <a:gd name="connsiteX2" fmla="*/ 595837 w 595837"/>
                    <a:gd name="connsiteY2" fmla="*/ 92965 h 148754"/>
                    <a:gd name="connsiteX3" fmla="*/ 131 w 595837"/>
                    <a:gd name="connsiteY3" fmla="*/ 148754 h 148754"/>
                    <a:gd name="connsiteX4" fmla="*/ 131 w 595837"/>
                    <a:gd name="connsiteY4" fmla="*/ 0 h 148754"/>
                    <a:gd name="connsiteX0" fmla="*/ 131 w 595837"/>
                    <a:gd name="connsiteY0" fmla="*/ 0 h 140590"/>
                    <a:gd name="connsiteX1" fmla="*/ 595837 w 595837"/>
                    <a:gd name="connsiteY1" fmla="*/ 0 h 140590"/>
                    <a:gd name="connsiteX2" fmla="*/ 595837 w 595837"/>
                    <a:gd name="connsiteY2" fmla="*/ 92965 h 140590"/>
                    <a:gd name="connsiteX3" fmla="*/ 131 w 595837"/>
                    <a:gd name="connsiteY3" fmla="*/ 140590 h 140590"/>
                    <a:gd name="connsiteX4" fmla="*/ 131 w 595837"/>
                    <a:gd name="connsiteY4" fmla="*/ 0 h 140590"/>
                    <a:gd name="connsiteX0" fmla="*/ 131 w 595837"/>
                    <a:gd name="connsiteY0" fmla="*/ 0 h 140590"/>
                    <a:gd name="connsiteX1" fmla="*/ 595837 w 595837"/>
                    <a:gd name="connsiteY1" fmla="*/ 0 h 140590"/>
                    <a:gd name="connsiteX2" fmla="*/ 595837 w 595837"/>
                    <a:gd name="connsiteY2" fmla="*/ 92965 h 140590"/>
                    <a:gd name="connsiteX3" fmla="*/ 131 w 595837"/>
                    <a:gd name="connsiteY3" fmla="*/ 140590 h 140590"/>
                    <a:gd name="connsiteX4" fmla="*/ 131 w 595837"/>
                    <a:gd name="connsiteY4" fmla="*/ 0 h 140590"/>
                    <a:gd name="connsiteX0" fmla="*/ 131 w 595837"/>
                    <a:gd name="connsiteY0" fmla="*/ 0 h 140590"/>
                    <a:gd name="connsiteX1" fmla="*/ 595837 w 595837"/>
                    <a:gd name="connsiteY1" fmla="*/ 0 h 140590"/>
                    <a:gd name="connsiteX2" fmla="*/ 595837 w 595837"/>
                    <a:gd name="connsiteY2" fmla="*/ 92965 h 140590"/>
                    <a:gd name="connsiteX3" fmla="*/ 131 w 595837"/>
                    <a:gd name="connsiteY3" fmla="*/ 140590 h 140590"/>
                    <a:gd name="connsiteX4" fmla="*/ 131 w 595837"/>
                    <a:gd name="connsiteY4" fmla="*/ 0 h 140590"/>
                    <a:gd name="connsiteX0" fmla="*/ 131 w 595837"/>
                    <a:gd name="connsiteY0" fmla="*/ 0 h 140590"/>
                    <a:gd name="connsiteX1" fmla="*/ 595837 w 595837"/>
                    <a:gd name="connsiteY1" fmla="*/ 0 h 140590"/>
                    <a:gd name="connsiteX2" fmla="*/ 595837 w 595837"/>
                    <a:gd name="connsiteY2" fmla="*/ 92965 h 140590"/>
                    <a:gd name="connsiteX3" fmla="*/ 131 w 595837"/>
                    <a:gd name="connsiteY3" fmla="*/ 140590 h 140590"/>
                    <a:gd name="connsiteX4" fmla="*/ 131 w 595837"/>
                    <a:gd name="connsiteY4" fmla="*/ 0 h 140590"/>
                    <a:gd name="connsiteX0" fmla="*/ 131 w 595837"/>
                    <a:gd name="connsiteY0" fmla="*/ 0 h 140590"/>
                    <a:gd name="connsiteX1" fmla="*/ 595837 w 595837"/>
                    <a:gd name="connsiteY1" fmla="*/ 0 h 140590"/>
                    <a:gd name="connsiteX2" fmla="*/ 595837 w 595837"/>
                    <a:gd name="connsiteY2" fmla="*/ 92965 h 140590"/>
                    <a:gd name="connsiteX3" fmla="*/ 131 w 595837"/>
                    <a:gd name="connsiteY3" fmla="*/ 140590 h 140590"/>
                    <a:gd name="connsiteX4" fmla="*/ 131 w 595837"/>
                    <a:gd name="connsiteY4" fmla="*/ 0 h 140590"/>
                    <a:gd name="connsiteX0" fmla="*/ 131 w 595837"/>
                    <a:gd name="connsiteY0" fmla="*/ 0 h 156571"/>
                    <a:gd name="connsiteX1" fmla="*/ 595837 w 595837"/>
                    <a:gd name="connsiteY1" fmla="*/ 0 h 156571"/>
                    <a:gd name="connsiteX2" fmla="*/ 594316 w 595837"/>
                    <a:gd name="connsiteY2" fmla="*/ 141984 h 156571"/>
                    <a:gd name="connsiteX3" fmla="*/ 131 w 595837"/>
                    <a:gd name="connsiteY3" fmla="*/ 140590 h 156571"/>
                    <a:gd name="connsiteX4" fmla="*/ 131 w 595837"/>
                    <a:gd name="connsiteY4" fmla="*/ 0 h 156571"/>
                    <a:gd name="connsiteX0" fmla="*/ 1577 w 597283"/>
                    <a:gd name="connsiteY0" fmla="*/ 0 h 271309"/>
                    <a:gd name="connsiteX1" fmla="*/ 597283 w 597283"/>
                    <a:gd name="connsiteY1" fmla="*/ 0 h 271309"/>
                    <a:gd name="connsiteX2" fmla="*/ 595762 w 597283"/>
                    <a:gd name="connsiteY2" fmla="*/ 141984 h 271309"/>
                    <a:gd name="connsiteX3" fmla="*/ 56 w 597283"/>
                    <a:gd name="connsiteY3" fmla="*/ 271309 h 271309"/>
                    <a:gd name="connsiteX4" fmla="*/ 1577 w 597283"/>
                    <a:gd name="connsiteY4" fmla="*/ 0 h 271309"/>
                    <a:gd name="connsiteX0" fmla="*/ 1577 w 597283"/>
                    <a:gd name="connsiteY0" fmla="*/ 0 h 271309"/>
                    <a:gd name="connsiteX1" fmla="*/ 597283 w 597283"/>
                    <a:gd name="connsiteY1" fmla="*/ 0 h 271309"/>
                    <a:gd name="connsiteX2" fmla="*/ 595762 w 597283"/>
                    <a:gd name="connsiteY2" fmla="*/ 141984 h 271309"/>
                    <a:gd name="connsiteX3" fmla="*/ 56 w 597283"/>
                    <a:gd name="connsiteY3" fmla="*/ 271309 h 271309"/>
                    <a:gd name="connsiteX4" fmla="*/ 1577 w 597283"/>
                    <a:gd name="connsiteY4" fmla="*/ 0 h 271309"/>
                    <a:gd name="connsiteX0" fmla="*/ 1577 w 597283"/>
                    <a:gd name="connsiteY0" fmla="*/ 0 h 271309"/>
                    <a:gd name="connsiteX1" fmla="*/ 597283 w 597283"/>
                    <a:gd name="connsiteY1" fmla="*/ 0 h 271309"/>
                    <a:gd name="connsiteX2" fmla="*/ 595762 w 597283"/>
                    <a:gd name="connsiteY2" fmla="*/ 141984 h 271309"/>
                    <a:gd name="connsiteX3" fmla="*/ 56 w 597283"/>
                    <a:gd name="connsiteY3" fmla="*/ 271309 h 271309"/>
                    <a:gd name="connsiteX4" fmla="*/ 1577 w 597283"/>
                    <a:gd name="connsiteY4" fmla="*/ 0 h 271309"/>
                    <a:gd name="connsiteX0" fmla="*/ 1577 w 597283"/>
                    <a:gd name="connsiteY0" fmla="*/ 0 h 271309"/>
                    <a:gd name="connsiteX1" fmla="*/ 597283 w 597283"/>
                    <a:gd name="connsiteY1" fmla="*/ 0 h 271309"/>
                    <a:gd name="connsiteX2" fmla="*/ 595762 w 597283"/>
                    <a:gd name="connsiteY2" fmla="*/ 141984 h 271309"/>
                    <a:gd name="connsiteX3" fmla="*/ 56 w 597283"/>
                    <a:gd name="connsiteY3" fmla="*/ 271309 h 271309"/>
                    <a:gd name="connsiteX4" fmla="*/ 1577 w 597283"/>
                    <a:gd name="connsiteY4" fmla="*/ 0 h 271309"/>
                    <a:gd name="connsiteX0" fmla="*/ 1577 w 597283"/>
                    <a:gd name="connsiteY0" fmla="*/ 0 h 271309"/>
                    <a:gd name="connsiteX1" fmla="*/ 597283 w 597283"/>
                    <a:gd name="connsiteY1" fmla="*/ 0 h 271309"/>
                    <a:gd name="connsiteX2" fmla="*/ 595762 w 597283"/>
                    <a:gd name="connsiteY2" fmla="*/ 141984 h 271309"/>
                    <a:gd name="connsiteX3" fmla="*/ 56 w 597283"/>
                    <a:gd name="connsiteY3" fmla="*/ 271309 h 271309"/>
                    <a:gd name="connsiteX4" fmla="*/ 1577 w 597283"/>
                    <a:gd name="connsiteY4" fmla="*/ 0 h 271309"/>
                    <a:gd name="connsiteX0" fmla="*/ 0 w 600949"/>
                    <a:gd name="connsiteY0" fmla="*/ 0 h 271309"/>
                    <a:gd name="connsiteX1" fmla="*/ 600949 w 600949"/>
                    <a:gd name="connsiteY1" fmla="*/ 0 h 271309"/>
                    <a:gd name="connsiteX2" fmla="*/ 599428 w 600949"/>
                    <a:gd name="connsiteY2" fmla="*/ 141984 h 271309"/>
                    <a:gd name="connsiteX3" fmla="*/ 3722 w 600949"/>
                    <a:gd name="connsiteY3" fmla="*/ 271309 h 271309"/>
                    <a:gd name="connsiteX4" fmla="*/ 0 w 600949"/>
                    <a:gd name="connsiteY4" fmla="*/ 0 h 271309"/>
                    <a:gd name="connsiteX0" fmla="*/ 0 w 599639"/>
                    <a:gd name="connsiteY0" fmla="*/ 0 h 271309"/>
                    <a:gd name="connsiteX1" fmla="*/ 599639 w 599639"/>
                    <a:gd name="connsiteY1" fmla="*/ 0 h 271309"/>
                    <a:gd name="connsiteX2" fmla="*/ 599428 w 599639"/>
                    <a:gd name="connsiteY2" fmla="*/ 141984 h 271309"/>
                    <a:gd name="connsiteX3" fmla="*/ 3722 w 599639"/>
                    <a:gd name="connsiteY3" fmla="*/ 271309 h 271309"/>
                    <a:gd name="connsiteX4" fmla="*/ 0 w 599639"/>
                    <a:gd name="connsiteY4" fmla="*/ 0 h 271309"/>
                    <a:gd name="connsiteX0" fmla="*/ 0 w 597018"/>
                    <a:gd name="connsiteY0" fmla="*/ 0 h 271309"/>
                    <a:gd name="connsiteX1" fmla="*/ 597018 w 597018"/>
                    <a:gd name="connsiteY1" fmla="*/ 0 h 271309"/>
                    <a:gd name="connsiteX2" fmla="*/ 596807 w 597018"/>
                    <a:gd name="connsiteY2" fmla="*/ 141984 h 271309"/>
                    <a:gd name="connsiteX3" fmla="*/ 1101 w 597018"/>
                    <a:gd name="connsiteY3" fmla="*/ 271309 h 271309"/>
                    <a:gd name="connsiteX4" fmla="*/ 0 w 597018"/>
                    <a:gd name="connsiteY4" fmla="*/ 0 h 271309"/>
                    <a:gd name="connsiteX0" fmla="*/ 0 w 596807"/>
                    <a:gd name="connsiteY0" fmla="*/ 0 h 271309"/>
                    <a:gd name="connsiteX1" fmla="*/ 591775 w 596807"/>
                    <a:gd name="connsiteY1" fmla="*/ 0 h 271309"/>
                    <a:gd name="connsiteX2" fmla="*/ 596807 w 596807"/>
                    <a:gd name="connsiteY2" fmla="*/ 141984 h 271309"/>
                    <a:gd name="connsiteX3" fmla="*/ 1101 w 596807"/>
                    <a:gd name="connsiteY3" fmla="*/ 271309 h 271309"/>
                    <a:gd name="connsiteX4" fmla="*/ 0 w 596807"/>
                    <a:gd name="connsiteY4" fmla="*/ 0 h 271309"/>
                    <a:gd name="connsiteX0" fmla="*/ 0 w 596807"/>
                    <a:gd name="connsiteY0" fmla="*/ 0 h 271309"/>
                    <a:gd name="connsiteX1" fmla="*/ 595708 w 596807"/>
                    <a:gd name="connsiteY1" fmla="*/ 0 h 271309"/>
                    <a:gd name="connsiteX2" fmla="*/ 596807 w 596807"/>
                    <a:gd name="connsiteY2" fmla="*/ 141984 h 271309"/>
                    <a:gd name="connsiteX3" fmla="*/ 1101 w 596807"/>
                    <a:gd name="connsiteY3" fmla="*/ 271309 h 271309"/>
                    <a:gd name="connsiteX4" fmla="*/ 0 w 596807"/>
                    <a:gd name="connsiteY4" fmla="*/ 0 h 271309"/>
                    <a:gd name="connsiteX0" fmla="*/ 0 w 595708"/>
                    <a:gd name="connsiteY0" fmla="*/ 0 h 271309"/>
                    <a:gd name="connsiteX1" fmla="*/ 595708 w 595708"/>
                    <a:gd name="connsiteY1" fmla="*/ 0 h 271309"/>
                    <a:gd name="connsiteX2" fmla="*/ 594186 w 595708"/>
                    <a:gd name="connsiteY2" fmla="*/ 141985 h 271309"/>
                    <a:gd name="connsiteX3" fmla="*/ 1101 w 595708"/>
                    <a:gd name="connsiteY3" fmla="*/ 271309 h 271309"/>
                    <a:gd name="connsiteX4" fmla="*/ 0 w 595708"/>
                    <a:gd name="connsiteY4" fmla="*/ 0 h 271309"/>
                    <a:gd name="connsiteX0" fmla="*/ 0 w 596439"/>
                    <a:gd name="connsiteY0" fmla="*/ 109083 h 380392"/>
                    <a:gd name="connsiteX1" fmla="*/ 595708 w 596439"/>
                    <a:gd name="connsiteY1" fmla="*/ 109083 h 380392"/>
                    <a:gd name="connsiteX2" fmla="*/ 594186 w 596439"/>
                    <a:gd name="connsiteY2" fmla="*/ 251068 h 380392"/>
                    <a:gd name="connsiteX3" fmla="*/ 1101 w 596439"/>
                    <a:gd name="connsiteY3" fmla="*/ 380392 h 380392"/>
                    <a:gd name="connsiteX4" fmla="*/ 0 w 596439"/>
                    <a:gd name="connsiteY4" fmla="*/ 109083 h 380392"/>
                    <a:gd name="connsiteX0" fmla="*/ 0 w 595708"/>
                    <a:gd name="connsiteY0" fmla="*/ 0 h 271309"/>
                    <a:gd name="connsiteX1" fmla="*/ 595708 w 595708"/>
                    <a:gd name="connsiteY1" fmla="*/ 0 h 271309"/>
                    <a:gd name="connsiteX2" fmla="*/ 594186 w 595708"/>
                    <a:gd name="connsiteY2" fmla="*/ 141985 h 271309"/>
                    <a:gd name="connsiteX3" fmla="*/ 1101 w 595708"/>
                    <a:gd name="connsiteY3" fmla="*/ 271309 h 271309"/>
                    <a:gd name="connsiteX4" fmla="*/ 0 w 595708"/>
                    <a:gd name="connsiteY4" fmla="*/ 0 h 271309"/>
                    <a:gd name="connsiteX0" fmla="*/ 0 w 596808"/>
                    <a:gd name="connsiteY0" fmla="*/ 0 h 271309"/>
                    <a:gd name="connsiteX1" fmla="*/ 595708 w 596808"/>
                    <a:gd name="connsiteY1" fmla="*/ 0 h 271309"/>
                    <a:gd name="connsiteX2" fmla="*/ 596808 w 596808"/>
                    <a:gd name="connsiteY2" fmla="*/ 141985 h 271309"/>
                    <a:gd name="connsiteX3" fmla="*/ 1101 w 596808"/>
                    <a:gd name="connsiteY3" fmla="*/ 271309 h 271309"/>
                    <a:gd name="connsiteX4" fmla="*/ 0 w 596808"/>
                    <a:gd name="connsiteY4" fmla="*/ 0 h 271309"/>
                    <a:gd name="connsiteX0" fmla="*/ 0 w 596808"/>
                    <a:gd name="connsiteY0" fmla="*/ 0 h 271309"/>
                    <a:gd name="connsiteX1" fmla="*/ 595708 w 596808"/>
                    <a:gd name="connsiteY1" fmla="*/ 0 h 271309"/>
                    <a:gd name="connsiteX2" fmla="*/ 596808 w 596808"/>
                    <a:gd name="connsiteY2" fmla="*/ 141985 h 271309"/>
                    <a:gd name="connsiteX3" fmla="*/ 1101 w 596808"/>
                    <a:gd name="connsiteY3" fmla="*/ 271309 h 271309"/>
                    <a:gd name="connsiteX4" fmla="*/ 0 w 596808"/>
                    <a:gd name="connsiteY4" fmla="*/ 0 h 271309"/>
                    <a:gd name="connsiteX0" fmla="*/ 0 w 596808"/>
                    <a:gd name="connsiteY0" fmla="*/ 0 h 271309"/>
                    <a:gd name="connsiteX1" fmla="*/ 595708 w 596808"/>
                    <a:gd name="connsiteY1" fmla="*/ 0 h 271309"/>
                    <a:gd name="connsiteX2" fmla="*/ 596808 w 596808"/>
                    <a:gd name="connsiteY2" fmla="*/ 141985 h 271309"/>
                    <a:gd name="connsiteX3" fmla="*/ 1101 w 596808"/>
                    <a:gd name="connsiteY3" fmla="*/ 271309 h 271309"/>
                    <a:gd name="connsiteX4" fmla="*/ 0 w 596808"/>
                    <a:gd name="connsiteY4" fmla="*/ 0 h 271309"/>
                    <a:gd name="connsiteX0" fmla="*/ 0 w 595708"/>
                    <a:gd name="connsiteY0" fmla="*/ 0 h 271309"/>
                    <a:gd name="connsiteX1" fmla="*/ 595708 w 595708"/>
                    <a:gd name="connsiteY1" fmla="*/ 0 h 271309"/>
                    <a:gd name="connsiteX2" fmla="*/ 594186 w 595708"/>
                    <a:gd name="connsiteY2" fmla="*/ 141985 h 271309"/>
                    <a:gd name="connsiteX3" fmla="*/ 1101 w 595708"/>
                    <a:gd name="connsiteY3" fmla="*/ 271309 h 271309"/>
                    <a:gd name="connsiteX4" fmla="*/ 0 w 595708"/>
                    <a:gd name="connsiteY4" fmla="*/ 0 h 271309"/>
                    <a:gd name="connsiteX0" fmla="*/ 0 w 595708"/>
                    <a:gd name="connsiteY0" fmla="*/ 0 h 271309"/>
                    <a:gd name="connsiteX1" fmla="*/ 595708 w 595708"/>
                    <a:gd name="connsiteY1" fmla="*/ 0 h 271309"/>
                    <a:gd name="connsiteX2" fmla="*/ 594186 w 595708"/>
                    <a:gd name="connsiteY2" fmla="*/ 141985 h 271309"/>
                    <a:gd name="connsiteX3" fmla="*/ 1101 w 595708"/>
                    <a:gd name="connsiteY3" fmla="*/ 271309 h 271309"/>
                    <a:gd name="connsiteX4" fmla="*/ 0 w 595708"/>
                    <a:gd name="connsiteY4" fmla="*/ 0 h 271309"/>
                    <a:gd name="connsiteX0" fmla="*/ 0 w 595936"/>
                    <a:gd name="connsiteY0" fmla="*/ 0 h 271309"/>
                    <a:gd name="connsiteX1" fmla="*/ 595708 w 595936"/>
                    <a:gd name="connsiteY1" fmla="*/ 0 h 271309"/>
                    <a:gd name="connsiteX2" fmla="*/ 594186 w 595936"/>
                    <a:gd name="connsiteY2" fmla="*/ 141985 h 271309"/>
                    <a:gd name="connsiteX3" fmla="*/ 1101 w 595936"/>
                    <a:gd name="connsiteY3" fmla="*/ 271309 h 271309"/>
                    <a:gd name="connsiteX4" fmla="*/ 0 w 595936"/>
                    <a:gd name="connsiteY4" fmla="*/ 0 h 271309"/>
                    <a:gd name="connsiteX0" fmla="*/ 319 w 596255"/>
                    <a:gd name="connsiteY0" fmla="*/ 0 h 271309"/>
                    <a:gd name="connsiteX1" fmla="*/ 596027 w 596255"/>
                    <a:gd name="connsiteY1" fmla="*/ 0 h 271309"/>
                    <a:gd name="connsiteX2" fmla="*/ 594505 w 596255"/>
                    <a:gd name="connsiteY2" fmla="*/ 141985 h 271309"/>
                    <a:gd name="connsiteX3" fmla="*/ 110 w 596255"/>
                    <a:gd name="connsiteY3" fmla="*/ 271309 h 271309"/>
                    <a:gd name="connsiteX4" fmla="*/ 319 w 596255"/>
                    <a:gd name="connsiteY4" fmla="*/ 0 h 271309"/>
                    <a:gd name="connsiteX0" fmla="*/ 0 w 595936"/>
                    <a:gd name="connsiteY0" fmla="*/ 0 h 271309"/>
                    <a:gd name="connsiteX1" fmla="*/ 595708 w 595936"/>
                    <a:gd name="connsiteY1" fmla="*/ 0 h 271309"/>
                    <a:gd name="connsiteX2" fmla="*/ 594186 w 595936"/>
                    <a:gd name="connsiteY2" fmla="*/ 141985 h 271309"/>
                    <a:gd name="connsiteX3" fmla="*/ 1101 w 595936"/>
                    <a:gd name="connsiteY3" fmla="*/ 271309 h 271309"/>
                    <a:gd name="connsiteX4" fmla="*/ 0 w 595936"/>
                    <a:gd name="connsiteY4" fmla="*/ 0 h 2713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95936" h="271309">
                      <a:moveTo>
                        <a:pt x="0" y="0"/>
                      </a:moveTo>
                      <a:lnTo>
                        <a:pt x="595708" y="0"/>
                      </a:lnTo>
                      <a:cubicBezTo>
                        <a:pt x="595708" y="30988"/>
                        <a:pt x="596806" y="39550"/>
                        <a:pt x="594186" y="141985"/>
                      </a:cubicBezTo>
                      <a:cubicBezTo>
                        <a:pt x="404809" y="352086"/>
                        <a:pt x="341643" y="22672"/>
                        <a:pt x="1101" y="271309"/>
                      </a:cubicBezTo>
                      <a:cubicBezTo>
                        <a:pt x="647" y="226260"/>
                        <a:pt x="454" y="45049"/>
                        <a:pt x="0" y="0"/>
                      </a:cubicBezTo>
                      <a:close/>
                    </a:path>
                  </a:pathLst>
                </a:custGeom>
                <a:solidFill>
                  <a:schemeClr val="accent6">
                    <a:lumMod val="20000"/>
                    <a:lumOff val="80000"/>
                  </a:schemeClr>
                </a:solidFill>
                <a:ln w="1270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819" name="矩形 1174">
                  <a:extLst>
                    <a:ext uri="{FF2B5EF4-FFF2-40B4-BE49-F238E27FC236}">
                      <a16:creationId xmlns:a16="http://schemas.microsoft.com/office/drawing/2014/main" id="{9B1EBA7C-A0DF-F30A-763F-AFEBB25FBB11}"/>
                    </a:ext>
                  </a:extLst>
                </p:cNvPr>
                <p:cNvSpPr/>
                <p:nvPr/>
              </p:nvSpPr>
              <p:spPr>
                <a:xfrm rot="10800000">
                  <a:off x="5041542" y="6594252"/>
                  <a:ext cx="618706" cy="226680"/>
                </a:xfrm>
                <a:custGeom>
                  <a:avLst/>
                  <a:gdLst>
                    <a:gd name="connsiteX0" fmla="*/ 0 w 595706"/>
                    <a:gd name="connsiteY0" fmla="*/ 0 h 92965"/>
                    <a:gd name="connsiteX1" fmla="*/ 595706 w 595706"/>
                    <a:gd name="connsiteY1" fmla="*/ 0 h 92965"/>
                    <a:gd name="connsiteX2" fmla="*/ 595706 w 595706"/>
                    <a:gd name="connsiteY2" fmla="*/ 92965 h 92965"/>
                    <a:gd name="connsiteX3" fmla="*/ 0 w 595706"/>
                    <a:gd name="connsiteY3" fmla="*/ 92965 h 92965"/>
                    <a:gd name="connsiteX4" fmla="*/ 0 w 595706"/>
                    <a:gd name="connsiteY4" fmla="*/ 0 h 92965"/>
                    <a:gd name="connsiteX0" fmla="*/ 0 w 595706"/>
                    <a:gd name="connsiteY0" fmla="*/ 0 h 135147"/>
                    <a:gd name="connsiteX1" fmla="*/ 595706 w 595706"/>
                    <a:gd name="connsiteY1" fmla="*/ 0 h 135147"/>
                    <a:gd name="connsiteX2" fmla="*/ 595706 w 595706"/>
                    <a:gd name="connsiteY2" fmla="*/ 92965 h 135147"/>
                    <a:gd name="connsiteX3" fmla="*/ 1361 w 595706"/>
                    <a:gd name="connsiteY3" fmla="*/ 135147 h 135147"/>
                    <a:gd name="connsiteX4" fmla="*/ 0 w 595706"/>
                    <a:gd name="connsiteY4" fmla="*/ 0 h 135147"/>
                    <a:gd name="connsiteX0" fmla="*/ 0 w 595706"/>
                    <a:gd name="connsiteY0" fmla="*/ 0 h 135147"/>
                    <a:gd name="connsiteX1" fmla="*/ 595706 w 595706"/>
                    <a:gd name="connsiteY1" fmla="*/ 0 h 135147"/>
                    <a:gd name="connsiteX2" fmla="*/ 595706 w 595706"/>
                    <a:gd name="connsiteY2" fmla="*/ 92965 h 135147"/>
                    <a:gd name="connsiteX3" fmla="*/ 1361 w 595706"/>
                    <a:gd name="connsiteY3" fmla="*/ 135147 h 135147"/>
                    <a:gd name="connsiteX4" fmla="*/ 0 w 595706"/>
                    <a:gd name="connsiteY4" fmla="*/ 0 h 135147"/>
                    <a:gd name="connsiteX0" fmla="*/ 0 w 595706"/>
                    <a:gd name="connsiteY0" fmla="*/ 0 h 135147"/>
                    <a:gd name="connsiteX1" fmla="*/ 595706 w 595706"/>
                    <a:gd name="connsiteY1" fmla="*/ 0 h 135147"/>
                    <a:gd name="connsiteX2" fmla="*/ 595706 w 595706"/>
                    <a:gd name="connsiteY2" fmla="*/ 92965 h 135147"/>
                    <a:gd name="connsiteX3" fmla="*/ 1361 w 595706"/>
                    <a:gd name="connsiteY3" fmla="*/ 135147 h 135147"/>
                    <a:gd name="connsiteX4" fmla="*/ 0 w 595706"/>
                    <a:gd name="connsiteY4" fmla="*/ 0 h 135147"/>
                    <a:gd name="connsiteX0" fmla="*/ 0 w 595706"/>
                    <a:gd name="connsiteY0" fmla="*/ 0 h 135147"/>
                    <a:gd name="connsiteX1" fmla="*/ 595706 w 595706"/>
                    <a:gd name="connsiteY1" fmla="*/ 0 h 135147"/>
                    <a:gd name="connsiteX2" fmla="*/ 595706 w 595706"/>
                    <a:gd name="connsiteY2" fmla="*/ 92965 h 135147"/>
                    <a:gd name="connsiteX3" fmla="*/ 1361 w 595706"/>
                    <a:gd name="connsiteY3" fmla="*/ 135147 h 135147"/>
                    <a:gd name="connsiteX4" fmla="*/ 0 w 595706"/>
                    <a:gd name="connsiteY4" fmla="*/ 0 h 135147"/>
                    <a:gd name="connsiteX0" fmla="*/ 1422 w 594406"/>
                    <a:gd name="connsiteY0" fmla="*/ 21376 h 135147"/>
                    <a:gd name="connsiteX1" fmla="*/ 594406 w 594406"/>
                    <a:gd name="connsiteY1" fmla="*/ 0 h 135147"/>
                    <a:gd name="connsiteX2" fmla="*/ 594406 w 594406"/>
                    <a:gd name="connsiteY2" fmla="*/ 92965 h 135147"/>
                    <a:gd name="connsiteX3" fmla="*/ 61 w 594406"/>
                    <a:gd name="connsiteY3" fmla="*/ 135147 h 135147"/>
                    <a:gd name="connsiteX4" fmla="*/ 1422 w 594406"/>
                    <a:gd name="connsiteY4" fmla="*/ 21376 h 135147"/>
                    <a:gd name="connsiteX0" fmla="*/ 1422 w 594406"/>
                    <a:gd name="connsiteY0" fmla="*/ 15599 h 135147"/>
                    <a:gd name="connsiteX1" fmla="*/ 594406 w 594406"/>
                    <a:gd name="connsiteY1" fmla="*/ 0 h 135147"/>
                    <a:gd name="connsiteX2" fmla="*/ 594406 w 594406"/>
                    <a:gd name="connsiteY2" fmla="*/ 92965 h 135147"/>
                    <a:gd name="connsiteX3" fmla="*/ 61 w 594406"/>
                    <a:gd name="connsiteY3" fmla="*/ 135147 h 135147"/>
                    <a:gd name="connsiteX4" fmla="*/ 1422 w 594406"/>
                    <a:gd name="connsiteY4" fmla="*/ 15599 h 135147"/>
                    <a:gd name="connsiteX0" fmla="*/ 131 w 594476"/>
                    <a:gd name="connsiteY0" fmla="*/ 4622 h 135147"/>
                    <a:gd name="connsiteX1" fmla="*/ 594476 w 594476"/>
                    <a:gd name="connsiteY1" fmla="*/ 0 h 135147"/>
                    <a:gd name="connsiteX2" fmla="*/ 594476 w 594476"/>
                    <a:gd name="connsiteY2" fmla="*/ 92965 h 135147"/>
                    <a:gd name="connsiteX3" fmla="*/ 131 w 594476"/>
                    <a:gd name="connsiteY3" fmla="*/ 135147 h 135147"/>
                    <a:gd name="connsiteX4" fmla="*/ 131 w 594476"/>
                    <a:gd name="connsiteY4" fmla="*/ 4622 h 135147"/>
                    <a:gd name="connsiteX0" fmla="*/ 0 w 595706"/>
                    <a:gd name="connsiteY0" fmla="*/ 17910 h 135147"/>
                    <a:gd name="connsiteX1" fmla="*/ 595706 w 595706"/>
                    <a:gd name="connsiteY1" fmla="*/ 0 h 135147"/>
                    <a:gd name="connsiteX2" fmla="*/ 595706 w 595706"/>
                    <a:gd name="connsiteY2" fmla="*/ 92965 h 135147"/>
                    <a:gd name="connsiteX3" fmla="*/ 1361 w 595706"/>
                    <a:gd name="connsiteY3" fmla="*/ 135147 h 135147"/>
                    <a:gd name="connsiteX4" fmla="*/ 0 w 595706"/>
                    <a:gd name="connsiteY4" fmla="*/ 17910 h 135147"/>
                    <a:gd name="connsiteX0" fmla="*/ 0 w 595706"/>
                    <a:gd name="connsiteY0" fmla="*/ 17910 h 135147"/>
                    <a:gd name="connsiteX1" fmla="*/ 595706 w 595706"/>
                    <a:gd name="connsiteY1" fmla="*/ 0 h 135147"/>
                    <a:gd name="connsiteX2" fmla="*/ 595706 w 595706"/>
                    <a:gd name="connsiteY2" fmla="*/ 92965 h 135147"/>
                    <a:gd name="connsiteX3" fmla="*/ 1361 w 595706"/>
                    <a:gd name="connsiteY3" fmla="*/ 135147 h 135147"/>
                    <a:gd name="connsiteX4" fmla="*/ 0 w 595706"/>
                    <a:gd name="connsiteY4" fmla="*/ 17910 h 135147"/>
                    <a:gd name="connsiteX0" fmla="*/ 0 w 595706"/>
                    <a:gd name="connsiteY0" fmla="*/ 17910 h 135147"/>
                    <a:gd name="connsiteX1" fmla="*/ 595706 w 595706"/>
                    <a:gd name="connsiteY1" fmla="*/ 0 h 135147"/>
                    <a:gd name="connsiteX2" fmla="*/ 595706 w 595706"/>
                    <a:gd name="connsiteY2" fmla="*/ 92965 h 135147"/>
                    <a:gd name="connsiteX3" fmla="*/ 1361 w 595706"/>
                    <a:gd name="connsiteY3" fmla="*/ 135147 h 135147"/>
                    <a:gd name="connsiteX4" fmla="*/ 0 w 595706"/>
                    <a:gd name="connsiteY4" fmla="*/ 17910 h 135147"/>
                    <a:gd name="connsiteX0" fmla="*/ 0 w 595706"/>
                    <a:gd name="connsiteY0" fmla="*/ 17910 h 135147"/>
                    <a:gd name="connsiteX1" fmla="*/ 595706 w 595706"/>
                    <a:gd name="connsiteY1" fmla="*/ 0 h 135147"/>
                    <a:gd name="connsiteX2" fmla="*/ 595706 w 595706"/>
                    <a:gd name="connsiteY2" fmla="*/ 92965 h 135147"/>
                    <a:gd name="connsiteX3" fmla="*/ 1361 w 595706"/>
                    <a:gd name="connsiteY3" fmla="*/ 135147 h 135147"/>
                    <a:gd name="connsiteX4" fmla="*/ 0 w 595706"/>
                    <a:gd name="connsiteY4" fmla="*/ 17910 h 135147"/>
                    <a:gd name="connsiteX0" fmla="*/ 0 w 595706"/>
                    <a:gd name="connsiteY0" fmla="*/ 22423 h 139660"/>
                    <a:gd name="connsiteX1" fmla="*/ 595706 w 595706"/>
                    <a:gd name="connsiteY1" fmla="*/ 4513 h 139660"/>
                    <a:gd name="connsiteX2" fmla="*/ 595706 w 595706"/>
                    <a:gd name="connsiteY2" fmla="*/ 97478 h 139660"/>
                    <a:gd name="connsiteX3" fmla="*/ 1361 w 595706"/>
                    <a:gd name="connsiteY3" fmla="*/ 139660 h 139660"/>
                    <a:gd name="connsiteX4" fmla="*/ 0 w 595706"/>
                    <a:gd name="connsiteY4" fmla="*/ 22423 h 139660"/>
                    <a:gd name="connsiteX0" fmla="*/ 0 w 595706"/>
                    <a:gd name="connsiteY0" fmla="*/ 26413 h 143650"/>
                    <a:gd name="connsiteX1" fmla="*/ 595706 w 595706"/>
                    <a:gd name="connsiteY1" fmla="*/ 8503 h 143650"/>
                    <a:gd name="connsiteX2" fmla="*/ 595706 w 595706"/>
                    <a:gd name="connsiteY2" fmla="*/ 101468 h 143650"/>
                    <a:gd name="connsiteX3" fmla="*/ 1361 w 595706"/>
                    <a:gd name="connsiteY3" fmla="*/ 143650 h 143650"/>
                    <a:gd name="connsiteX4" fmla="*/ 0 w 595706"/>
                    <a:gd name="connsiteY4" fmla="*/ 26413 h 143650"/>
                    <a:gd name="connsiteX0" fmla="*/ 0 w 595706"/>
                    <a:gd name="connsiteY0" fmla="*/ 21286 h 138523"/>
                    <a:gd name="connsiteX1" fmla="*/ 595706 w 595706"/>
                    <a:gd name="connsiteY1" fmla="*/ 3376 h 138523"/>
                    <a:gd name="connsiteX2" fmla="*/ 595706 w 595706"/>
                    <a:gd name="connsiteY2" fmla="*/ 96341 h 138523"/>
                    <a:gd name="connsiteX3" fmla="*/ 1361 w 595706"/>
                    <a:gd name="connsiteY3" fmla="*/ 138523 h 138523"/>
                    <a:gd name="connsiteX4" fmla="*/ 0 w 595706"/>
                    <a:gd name="connsiteY4" fmla="*/ 21286 h 138523"/>
                    <a:gd name="connsiteX0" fmla="*/ 0 w 595706"/>
                    <a:gd name="connsiteY0" fmla="*/ 22534 h 139771"/>
                    <a:gd name="connsiteX1" fmla="*/ 595706 w 595706"/>
                    <a:gd name="connsiteY1" fmla="*/ 4624 h 139771"/>
                    <a:gd name="connsiteX2" fmla="*/ 595706 w 595706"/>
                    <a:gd name="connsiteY2" fmla="*/ 97589 h 139771"/>
                    <a:gd name="connsiteX3" fmla="*/ 1361 w 595706"/>
                    <a:gd name="connsiteY3" fmla="*/ 139771 h 139771"/>
                    <a:gd name="connsiteX4" fmla="*/ 0 w 595706"/>
                    <a:gd name="connsiteY4" fmla="*/ 22534 h 139771"/>
                    <a:gd name="connsiteX0" fmla="*/ 0 w 595706"/>
                    <a:gd name="connsiteY0" fmla="*/ 23494 h 140731"/>
                    <a:gd name="connsiteX1" fmla="*/ 595706 w 595706"/>
                    <a:gd name="connsiteY1" fmla="*/ 2118 h 140731"/>
                    <a:gd name="connsiteX2" fmla="*/ 595706 w 595706"/>
                    <a:gd name="connsiteY2" fmla="*/ 98549 h 140731"/>
                    <a:gd name="connsiteX3" fmla="*/ 1361 w 595706"/>
                    <a:gd name="connsiteY3" fmla="*/ 140731 h 140731"/>
                    <a:gd name="connsiteX4" fmla="*/ 0 w 595706"/>
                    <a:gd name="connsiteY4" fmla="*/ 23494 h 140731"/>
                    <a:gd name="connsiteX0" fmla="*/ 0 w 595706"/>
                    <a:gd name="connsiteY0" fmla="*/ 23494 h 140731"/>
                    <a:gd name="connsiteX1" fmla="*/ 595706 w 595706"/>
                    <a:gd name="connsiteY1" fmla="*/ 2118 h 140731"/>
                    <a:gd name="connsiteX2" fmla="*/ 595706 w 595706"/>
                    <a:gd name="connsiteY2" fmla="*/ 98549 h 140731"/>
                    <a:gd name="connsiteX3" fmla="*/ 1361 w 595706"/>
                    <a:gd name="connsiteY3" fmla="*/ 140731 h 140731"/>
                    <a:gd name="connsiteX4" fmla="*/ 0 w 595706"/>
                    <a:gd name="connsiteY4" fmla="*/ 23494 h 140731"/>
                    <a:gd name="connsiteX0" fmla="*/ 0 w 595706"/>
                    <a:gd name="connsiteY0" fmla="*/ 25030 h 142267"/>
                    <a:gd name="connsiteX1" fmla="*/ 595706 w 595706"/>
                    <a:gd name="connsiteY1" fmla="*/ 3654 h 142267"/>
                    <a:gd name="connsiteX2" fmla="*/ 595706 w 595706"/>
                    <a:gd name="connsiteY2" fmla="*/ 100085 h 142267"/>
                    <a:gd name="connsiteX3" fmla="*/ 1361 w 595706"/>
                    <a:gd name="connsiteY3" fmla="*/ 142267 h 142267"/>
                    <a:gd name="connsiteX4" fmla="*/ 0 w 595706"/>
                    <a:gd name="connsiteY4" fmla="*/ 25030 h 142267"/>
                    <a:gd name="connsiteX0" fmla="*/ 0 w 595706"/>
                    <a:gd name="connsiteY0" fmla="*/ 22091 h 139328"/>
                    <a:gd name="connsiteX1" fmla="*/ 595706 w 595706"/>
                    <a:gd name="connsiteY1" fmla="*/ 715 h 139328"/>
                    <a:gd name="connsiteX2" fmla="*/ 595706 w 595706"/>
                    <a:gd name="connsiteY2" fmla="*/ 97146 h 139328"/>
                    <a:gd name="connsiteX3" fmla="*/ 1361 w 595706"/>
                    <a:gd name="connsiteY3" fmla="*/ 139328 h 139328"/>
                    <a:gd name="connsiteX4" fmla="*/ 0 w 595706"/>
                    <a:gd name="connsiteY4" fmla="*/ 22091 h 139328"/>
                    <a:gd name="connsiteX0" fmla="*/ 0 w 595706"/>
                    <a:gd name="connsiteY0" fmla="*/ 23573 h 140810"/>
                    <a:gd name="connsiteX1" fmla="*/ 595706 w 595706"/>
                    <a:gd name="connsiteY1" fmla="*/ 2197 h 140810"/>
                    <a:gd name="connsiteX2" fmla="*/ 595706 w 595706"/>
                    <a:gd name="connsiteY2" fmla="*/ 98628 h 140810"/>
                    <a:gd name="connsiteX3" fmla="*/ 1361 w 595706"/>
                    <a:gd name="connsiteY3" fmla="*/ 140810 h 140810"/>
                    <a:gd name="connsiteX4" fmla="*/ 0 w 595706"/>
                    <a:gd name="connsiteY4" fmla="*/ 23573 h 140810"/>
                    <a:gd name="connsiteX0" fmla="*/ 0 w 595706"/>
                    <a:gd name="connsiteY0" fmla="*/ 21908 h 139145"/>
                    <a:gd name="connsiteX1" fmla="*/ 595706 w 595706"/>
                    <a:gd name="connsiteY1" fmla="*/ 532 h 139145"/>
                    <a:gd name="connsiteX2" fmla="*/ 595706 w 595706"/>
                    <a:gd name="connsiteY2" fmla="*/ 96963 h 139145"/>
                    <a:gd name="connsiteX3" fmla="*/ 1361 w 595706"/>
                    <a:gd name="connsiteY3" fmla="*/ 139145 h 139145"/>
                    <a:gd name="connsiteX4" fmla="*/ 0 w 595706"/>
                    <a:gd name="connsiteY4" fmla="*/ 21908 h 139145"/>
                    <a:gd name="connsiteX0" fmla="*/ 0 w 595706"/>
                    <a:gd name="connsiteY0" fmla="*/ 23863 h 141100"/>
                    <a:gd name="connsiteX1" fmla="*/ 595706 w 595706"/>
                    <a:gd name="connsiteY1" fmla="*/ 2487 h 141100"/>
                    <a:gd name="connsiteX2" fmla="*/ 595706 w 595706"/>
                    <a:gd name="connsiteY2" fmla="*/ 98918 h 141100"/>
                    <a:gd name="connsiteX3" fmla="*/ 1361 w 595706"/>
                    <a:gd name="connsiteY3" fmla="*/ 141100 h 141100"/>
                    <a:gd name="connsiteX4" fmla="*/ 0 w 595706"/>
                    <a:gd name="connsiteY4" fmla="*/ 23863 h 141100"/>
                    <a:gd name="connsiteX0" fmla="*/ 0 w 595706"/>
                    <a:gd name="connsiteY0" fmla="*/ 24472 h 141709"/>
                    <a:gd name="connsiteX1" fmla="*/ 595706 w 595706"/>
                    <a:gd name="connsiteY1" fmla="*/ 3096 h 141709"/>
                    <a:gd name="connsiteX2" fmla="*/ 595706 w 595706"/>
                    <a:gd name="connsiteY2" fmla="*/ 99527 h 141709"/>
                    <a:gd name="connsiteX3" fmla="*/ 1361 w 595706"/>
                    <a:gd name="connsiteY3" fmla="*/ 141709 h 141709"/>
                    <a:gd name="connsiteX4" fmla="*/ 0 w 595706"/>
                    <a:gd name="connsiteY4" fmla="*/ 24472 h 141709"/>
                    <a:gd name="connsiteX0" fmla="*/ 0 w 595706"/>
                    <a:gd name="connsiteY0" fmla="*/ 24267 h 141504"/>
                    <a:gd name="connsiteX1" fmla="*/ 595706 w 595706"/>
                    <a:gd name="connsiteY1" fmla="*/ 2891 h 141504"/>
                    <a:gd name="connsiteX2" fmla="*/ 595706 w 595706"/>
                    <a:gd name="connsiteY2" fmla="*/ 99322 h 141504"/>
                    <a:gd name="connsiteX3" fmla="*/ 1361 w 595706"/>
                    <a:gd name="connsiteY3" fmla="*/ 141504 h 141504"/>
                    <a:gd name="connsiteX4" fmla="*/ 0 w 595706"/>
                    <a:gd name="connsiteY4" fmla="*/ 24267 h 141504"/>
                    <a:gd name="connsiteX0" fmla="*/ 0 w 595706"/>
                    <a:gd name="connsiteY0" fmla="*/ 24472 h 141709"/>
                    <a:gd name="connsiteX1" fmla="*/ 595706 w 595706"/>
                    <a:gd name="connsiteY1" fmla="*/ 3096 h 141709"/>
                    <a:gd name="connsiteX2" fmla="*/ 595706 w 595706"/>
                    <a:gd name="connsiteY2" fmla="*/ 99527 h 141709"/>
                    <a:gd name="connsiteX3" fmla="*/ 1361 w 595706"/>
                    <a:gd name="connsiteY3" fmla="*/ 141709 h 141709"/>
                    <a:gd name="connsiteX4" fmla="*/ 0 w 595706"/>
                    <a:gd name="connsiteY4" fmla="*/ 24472 h 141709"/>
                    <a:gd name="connsiteX0" fmla="*/ 0 w 595706"/>
                    <a:gd name="connsiteY0" fmla="*/ 24472 h 141709"/>
                    <a:gd name="connsiteX1" fmla="*/ 594353 w 595706"/>
                    <a:gd name="connsiteY1" fmla="*/ 3096 h 141709"/>
                    <a:gd name="connsiteX2" fmla="*/ 595706 w 595706"/>
                    <a:gd name="connsiteY2" fmla="*/ 99527 h 141709"/>
                    <a:gd name="connsiteX3" fmla="*/ 1361 w 595706"/>
                    <a:gd name="connsiteY3" fmla="*/ 141709 h 141709"/>
                    <a:gd name="connsiteX4" fmla="*/ 0 w 595706"/>
                    <a:gd name="connsiteY4" fmla="*/ 24472 h 141709"/>
                    <a:gd name="connsiteX0" fmla="*/ 124 w 595830"/>
                    <a:gd name="connsiteY0" fmla="*/ 24472 h 141709"/>
                    <a:gd name="connsiteX1" fmla="*/ 594477 w 595830"/>
                    <a:gd name="connsiteY1" fmla="*/ 3096 h 141709"/>
                    <a:gd name="connsiteX2" fmla="*/ 595830 w 595830"/>
                    <a:gd name="connsiteY2" fmla="*/ 99527 h 141709"/>
                    <a:gd name="connsiteX3" fmla="*/ 131 w 595830"/>
                    <a:gd name="connsiteY3" fmla="*/ 141709 h 141709"/>
                    <a:gd name="connsiteX4" fmla="*/ 124 w 595830"/>
                    <a:gd name="connsiteY4" fmla="*/ 24472 h 141709"/>
                    <a:gd name="connsiteX0" fmla="*/ 124 w 597179"/>
                    <a:gd name="connsiteY0" fmla="*/ 25207 h 142444"/>
                    <a:gd name="connsiteX1" fmla="*/ 597179 w 597179"/>
                    <a:gd name="connsiteY1" fmla="*/ 481 h 142444"/>
                    <a:gd name="connsiteX2" fmla="*/ 595830 w 597179"/>
                    <a:gd name="connsiteY2" fmla="*/ 100262 h 142444"/>
                    <a:gd name="connsiteX3" fmla="*/ 131 w 597179"/>
                    <a:gd name="connsiteY3" fmla="*/ 142444 h 142444"/>
                    <a:gd name="connsiteX4" fmla="*/ 124 w 597179"/>
                    <a:gd name="connsiteY4" fmla="*/ 25207 h 142444"/>
                    <a:gd name="connsiteX0" fmla="*/ 124 w 595889"/>
                    <a:gd name="connsiteY0" fmla="*/ 25842 h 143079"/>
                    <a:gd name="connsiteX1" fmla="*/ 594477 w 595889"/>
                    <a:gd name="connsiteY1" fmla="*/ 0 h 143079"/>
                    <a:gd name="connsiteX2" fmla="*/ 595830 w 595889"/>
                    <a:gd name="connsiteY2" fmla="*/ 100897 h 143079"/>
                    <a:gd name="connsiteX3" fmla="*/ 131 w 595889"/>
                    <a:gd name="connsiteY3" fmla="*/ 143079 h 143079"/>
                    <a:gd name="connsiteX4" fmla="*/ 124 w 595889"/>
                    <a:gd name="connsiteY4" fmla="*/ 25842 h 143079"/>
                    <a:gd name="connsiteX0" fmla="*/ 124 w 595889"/>
                    <a:gd name="connsiteY0" fmla="*/ 24713 h 141950"/>
                    <a:gd name="connsiteX1" fmla="*/ 594477 w 595889"/>
                    <a:gd name="connsiteY1" fmla="*/ 2221 h 141950"/>
                    <a:gd name="connsiteX2" fmla="*/ 595830 w 595889"/>
                    <a:gd name="connsiteY2" fmla="*/ 99768 h 141950"/>
                    <a:gd name="connsiteX3" fmla="*/ 131 w 595889"/>
                    <a:gd name="connsiteY3" fmla="*/ 141950 h 141950"/>
                    <a:gd name="connsiteX4" fmla="*/ 124 w 595889"/>
                    <a:gd name="connsiteY4" fmla="*/ 24713 h 141950"/>
                    <a:gd name="connsiteX0" fmla="*/ 124 w 595959"/>
                    <a:gd name="connsiteY0" fmla="*/ 24713 h 141950"/>
                    <a:gd name="connsiteX1" fmla="*/ 595828 w 595959"/>
                    <a:gd name="connsiteY1" fmla="*/ 2221 h 141950"/>
                    <a:gd name="connsiteX2" fmla="*/ 595830 w 595959"/>
                    <a:gd name="connsiteY2" fmla="*/ 99768 h 141950"/>
                    <a:gd name="connsiteX3" fmla="*/ 131 w 595959"/>
                    <a:gd name="connsiteY3" fmla="*/ 141950 h 141950"/>
                    <a:gd name="connsiteX4" fmla="*/ 124 w 595959"/>
                    <a:gd name="connsiteY4" fmla="*/ 24713 h 141950"/>
                    <a:gd name="connsiteX0" fmla="*/ 124 w 595959"/>
                    <a:gd name="connsiteY0" fmla="*/ 24925 h 142162"/>
                    <a:gd name="connsiteX1" fmla="*/ 595828 w 595959"/>
                    <a:gd name="connsiteY1" fmla="*/ 2433 h 142162"/>
                    <a:gd name="connsiteX2" fmla="*/ 595830 w 595959"/>
                    <a:gd name="connsiteY2" fmla="*/ 99980 h 142162"/>
                    <a:gd name="connsiteX3" fmla="*/ 131 w 595959"/>
                    <a:gd name="connsiteY3" fmla="*/ 142162 h 142162"/>
                    <a:gd name="connsiteX4" fmla="*/ 124 w 595959"/>
                    <a:gd name="connsiteY4" fmla="*/ 24925 h 142162"/>
                    <a:gd name="connsiteX0" fmla="*/ 124 w 595959"/>
                    <a:gd name="connsiteY0" fmla="*/ 22492 h 139729"/>
                    <a:gd name="connsiteX1" fmla="*/ 595828 w 595959"/>
                    <a:gd name="connsiteY1" fmla="*/ 0 h 139729"/>
                    <a:gd name="connsiteX2" fmla="*/ 595830 w 595959"/>
                    <a:gd name="connsiteY2" fmla="*/ 97547 h 139729"/>
                    <a:gd name="connsiteX3" fmla="*/ 131 w 595959"/>
                    <a:gd name="connsiteY3" fmla="*/ 139729 h 139729"/>
                    <a:gd name="connsiteX4" fmla="*/ 124 w 595959"/>
                    <a:gd name="connsiteY4" fmla="*/ 22492 h 139729"/>
                    <a:gd name="connsiteX0" fmla="*/ 124 w 595959"/>
                    <a:gd name="connsiteY0" fmla="*/ 25585 h 142822"/>
                    <a:gd name="connsiteX1" fmla="*/ 595828 w 595959"/>
                    <a:gd name="connsiteY1" fmla="*/ 3093 h 142822"/>
                    <a:gd name="connsiteX2" fmla="*/ 595830 w 595959"/>
                    <a:gd name="connsiteY2" fmla="*/ 100640 h 142822"/>
                    <a:gd name="connsiteX3" fmla="*/ 131 w 595959"/>
                    <a:gd name="connsiteY3" fmla="*/ 142822 h 142822"/>
                    <a:gd name="connsiteX4" fmla="*/ 124 w 595959"/>
                    <a:gd name="connsiteY4" fmla="*/ 25585 h 142822"/>
                    <a:gd name="connsiteX0" fmla="*/ 124 w 595959"/>
                    <a:gd name="connsiteY0" fmla="*/ 25585 h 142822"/>
                    <a:gd name="connsiteX1" fmla="*/ 595828 w 595959"/>
                    <a:gd name="connsiteY1" fmla="*/ 3093 h 142822"/>
                    <a:gd name="connsiteX2" fmla="*/ 595830 w 595959"/>
                    <a:gd name="connsiteY2" fmla="*/ 100640 h 142822"/>
                    <a:gd name="connsiteX3" fmla="*/ 131 w 595959"/>
                    <a:gd name="connsiteY3" fmla="*/ 142822 h 142822"/>
                    <a:gd name="connsiteX4" fmla="*/ 124 w 595959"/>
                    <a:gd name="connsiteY4" fmla="*/ 25585 h 142822"/>
                    <a:gd name="connsiteX0" fmla="*/ 124 w 595959"/>
                    <a:gd name="connsiteY0" fmla="*/ 26512 h 143749"/>
                    <a:gd name="connsiteX1" fmla="*/ 595828 w 595959"/>
                    <a:gd name="connsiteY1" fmla="*/ 4020 h 143749"/>
                    <a:gd name="connsiteX2" fmla="*/ 595830 w 595959"/>
                    <a:gd name="connsiteY2" fmla="*/ 101567 h 143749"/>
                    <a:gd name="connsiteX3" fmla="*/ 131 w 595959"/>
                    <a:gd name="connsiteY3" fmla="*/ 143749 h 143749"/>
                    <a:gd name="connsiteX4" fmla="*/ 124 w 595959"/>
                    <a:gd name="connsiteY4" fmla="*/ 26512 h 143749"/>
                    <a:gd name="connsiteX0" fmla="*/ 124 w 595959"/>
                    <a:gd name="connsiteY0" fmla="*/ 26512 h 143749"/>
                    <a:gd name="connsiteX1" fmla="*/ 595828 w 595959"/>
                    <a:gd name="connsiteY1" fmla="*/ 4020 h 143749"/>
                    <a:gd name="connsiteX2" fmla="*/ 595830 w 595959"/>
                    <a:gd name="connsiteY2" fmla="*/ 101567 h 143749"/>
                    <a:gd name="connsiteX3" fmla="*/ 131 w 595959"/>
                    <a:gd name="connsiteY3" fmla="*/ 143749 h 143749"/>
                    <a:gd name="connsiteX4" fmla="*/ 124 w 595959"/>
                    <a:gd name="connsiteY4" fmla="*/ 26512 h 143749"/>
                    <a:gd name="connsiteX0" fmla="*/ 124 w 595959"/>
                    <a:gd name="connsiteY0" fmla="*/ 28496 h 145733"/>
                    <a:gd name="connsiteX1" fmla="*/ 595828 w 595959"/>
                    <a:gd name="connsiteY1" fmla="*/ 6004 h 145733"/>
                    <a:gd name="connsiteX2" fmla="*/ 595830 w 595959"/>
                    <a:gd name="connsiteY2" fmla="*/ 103551 h 145733"/>
                    <a:gd name="connsiteX3" fmla="*/ 131 w 595959"/>
                    <a:gd name="connsiteY3" fmla="*/ 145733 h 145733"/>
                    <a:gd name="connsiteX4" fmla="*/ 124 w 595959"/>
                    <a:gd name="connsiteY4" fmla="*/ 28496 h 145733"/>
                    <a:gd name="connsiteX0" fmla="*/ 124 w 595959"/>
                    <a:gd name="connsiteY0" fmla="*/ 40766 h 158003"/>
                    <a:gd name="connsiteX1" fmla="*/ 595828 w 595959"/>
                    <a:gd name="connsiteY1" fmla="*/ 0 h 158003"/>
                    <a:gd name="connsiteX2" fmla="*/ 595830 w 595959"/>
                    <a:gd name="connsiteY2" fmla="*/ 115821 h 158003"/>
                    <a:gd name="connsiteX3" fmla="*/ 131 w 595959"/>
                    <a:gd name="connsiteY3" fmla="*/ 158003 h 158003"/>
                    <a:gd name="connsiteX4" fmla="*/ 124 w 595959"/>
                    <a:gd name="connsiteY4" fmla="*/ 40766 h 158003"/>
                    <a:gd name="connsiteX0" fmla="*/ 124 w 595959"/>
                    <a:gd name="connsiteY0" fmla="*/ 40766 h 158003"/>
                    <a:gd name="connsiteX1" fmla="*/ 595828 w 595959"/>
                    <a:gd name="connsiteY1" fmla="*/ 0 h 158003"/>
                    <a:gd name="connsiteX2" fmla="*/ 595830 w 595959"/>
                    <a:gd name="connsiteY2" fmla="*/ 115821 h 158003"/>
                    <a:gd name="connsiteX3" fmla="*/ 131 w 595959"/>
                    <a:gd name="connsiteY3" fmla="*/ 158003 h 158003"/>
                    <a:gd name="connsiteX4" fmla="*/ 124 w 595959"/>
                    <a:gd name="connsiteY4" fmla="*/ 40766 h 158003"/>
                    <a:gd name="connsiteX0" fmla="*/ 124 w 595959"/>
                    <a:gd name="connsiteY0" fmla="*/ 40766 h 158003"/>
                    <a:gd name="connsiteX1" fmla="*/ 595828 w 595959"/>
                    <a:gd name="connsiteY1" fmla="*/ 0 h 158003"/>
                    <a:gd name="connsiteX2" fmla="*/ 595830 w 595959"/>
                    <a:gd name="connsiteY2" fmla="*/ 115821 h 158003"/>
                    <a:gd name="connsiteX3" fmla="*/ 131 w 595959"/>
                    <a:gd name="connsiteY3" fmla="*/ 158003 h 158003"/>
                    <a:gd name="connsiteX4" fmla="*/ 124 w 595959"/>
                    <a:gd name="connsiteY4" fmla="*/ 40766 h 158003"/>
                    <a:gd name="connsiteX0" fmla="*/ 124 w 595959"/>
                    <a:gd name="connsiteY0" fmla="*/ 40766 h 158003"/>
                    <a:gd name="connsiteX1" fmla="*/ 595828 w 595959"/>
                    <a:gd name="connsiteY1" fmla="*/ 0 h 158003"/>
                    <a:gd name="connsiteX2" fmla="*/ 595830 w 595959"/>
                    <a:gd name="connsiteY2" fmla="*/ 115821 h 158003"/>
                    <a:gd name="connsiteX3" fmla="*/ 131 w 595959"/>
                    <a:gd name="connsiteY3" fmla="*/ 158003 h 158003"/>
                    <a:gd name="connsiteX4" fmla="*/ 124 w 595959"/>
                    <a:gd name="connsiteY4" fmla="*/ 40766 h 158003"/>
                    <a:gd name="connsiteX0" fmla="*/ 124 w 595959"/>
                    <a:gd name="connsiteY0" fmla="*/ 40766 h 158003"/>
                    <a:gd name="connsiteX1" fmla="*/ 595828 w 595959"/>
                    <a:gd name="connsiteY1" fmla="*/ 0 h 158003"/>
                    <a:gd name="connsiteX2" fmla="*/ 595830 w 595959"/>
                    <a:gd name="connsiteY2" fmla="*/ 115821 h 158003"/>
                    <a:gd name="connsiteX3" fmla="*/ 131 w 595959"/>
                    <a:gd name="connsiteY3" fmla="*/ 158003 h 158003"/>
                    <a:gd name="connsiteX4" fmla="*/ 124 w 595959"/>
                    <a:gd name="connsiteY4" fmla="*/ 40766 h 158003"/>
                    <a:gd name="connsiteX0" fmla="*/ 124 w 595959"/>
                    <a:gd name="connsiteY0" fmla="*/ 40766 h 158003"/>
                    <a:gd name="connsiteX1" fmla="*/ 595828 w 595959"/>
                    <a:gd name="connsiteY1" fmla="*/ 0 h 158003"/>
                    <a:gd name="connsiteX2" fmla="*/ 595830 w 595959"/>
                    <a:gd name="connsiteY2" fmla="*/ 115821 h 158003"/>
                    <a:gd name="connsiteX3" fmla="*/ 131 w 595959"/>
                    <a:gd name="connsiteY3" fmla="*/ 158003 h 158003"/>
                    <a:gd name="connsiteX4" fmla="*/ 124 w 595959"/>
                    <a:gd name="connsiteY4" fmla="*/ 40766 h 158003"/>
                    <a:gd name="connsiteX0" fmla="*/ 124 w 595959"/>
                    <a:gd name="connsiteY0" fmla="*/ 40766 h 158003"/>
                    <a:gd name="connsiteX1" fmla="*/ 595828 w 595959"/>
                    <a:gd name="connsiteY1" fmla="*/ 0 h 158003"/>
                    <a:gd name="connsiteX2" fmla="*/ 595830 w 595959"/>
                    <a:gd name="connsiteY2" fmla="*/ 115821 h 158003"/>
                    <a:gd name="connsiteX3" fmla="*/ 131 w 595959"/>
                    <a:gd name="connsiteY3" fmla="*/ 158003 h 158003"/>
                    <a:gd name="connsiteX4" fmla="*/ 124 w 595959"/>
                    <a:gd name="connsiteY4" fmla="*/ 40766 h 158003"/>
                    <a:gd name="connsiteX0" fmla="*/ 124 w 595959"/>
                    <a:gd name="connsiteY0" fmla="*/ 40766 h 158003"/>
                    <a:gd name="connsiteX1" fmla="*/ 595828 w 595959"/>
                    <a:gd name="connsiteY1" fmla="*/ 0 h 158003"/>
                    <a:gd name="connsiteX2" fmla="*/ 595830 w 595959"/>
                    <a:gd name="connsiteY2" fmla="*/ 115821 h 158003"/>
                    <a:gd name="connsiteX3" fmla="*/ 131 w 595959"/>
                    <a:gd name="connsiteY3" fmla="*/ 158003 h 158003"/>
                    <a:gd name="connsiteX4" fmla="*/ 124 w 595959"/>
                    <a:gd name="connsiteY4" fmla="*/ 40766 h 158003"/>
                    <a:gd name="connsiteX0" fmla="*/ 124 w 595959"/>
                    <a:gd name="connsiteY0" fmla="*/ 40766 h 158003"/>
                    <a:gd name="connsiteX1" fmla="*/ 595828 w 595959"/>
                    <a:gd name="connsiteY1" fmla="*/ 0 h 158003"/>
                    <a:gd name="connsiteX2" fmla="*/ 595830 w 595959"/>
                    <a:gd name="connsiteY2" fmla="*/ 115821 h 158003"/>
                    <a:gd name="connsiteX3" fmla="*/ 131 w 595959"/>
                    <a:gd name="connsiteY3" fmla="*/ 158003 h 158003"/>
                    <a:gd name="connsiteX4" fmla="*/ 124 w 595959"/>
                    <a:gd name="connsiteY4" fmla="*/ 40766 h 158003"/>
                    <a:gd name="connsiteX0" fmla="*/ 124 w 595856"/>
                    <a:gd name="connsiteY0" fmla="*/ 41841 h 159078"/>
                    <a:gd name="connsiteX1" fmla="*/ 591261 w 595856"/>
                    <a:gd name="connsiteY1" fmla="*/ 0 h 159078"/>
                    <a:gd name="connsiteX2" fmla="*/ 595830 w 595856"/>
                    <a:gd name="connsiteY2" fmla="*/ 116896 h 159078"/>
                    <a:gd name="connsiteX3" fmla="*/ 131 w 595856"/>
                    <a:gd name="connsiteY3" fmla="*/ 159078 h 159078"/>
                    <a:gd name="connsiteX4" fmla="*/ 124 w 595856"/>
                    <a:gd name="connsiteY4" fmla="*/ 41841 h 159078"/>
                    <a:gd name="connsiteX0" fmla="*/ 124 w 595959"/>
                    <a:gd name="connsiteY0" fmla="*/ 41841 h 159078"/>
                    <a:gd name="connsiteX1" fmla="*/ 595828 w 595959"/>
                    <a:gd name="connsiteY1" fmla="*/ 0 h 159078"/>
                    <a:gd name="connsiteX2" fmla="*/ 595830 w 595959"/>
                    <a:gd name="connsiteY2" fmla="*/ 116896 h 159078"/>
                    <a:gd name="connsiteX3" fmla="*/ 131 w 595959"/>
                    <a:gd name="connsiteY3" fmla="*/ 159078 h 159078"/>
                    <a:gd name="connsiteX4" fmla="*/ 124 w 595959"/>
                    <a:gd name="connsiteY4" fmla="*/ 41841 h 159078"/>
                    <a:gd name="connsiteX0" fmla="*/ 124 w 597349"/>
                    <a:gd name="connsiteY0" fmla="*/ 42378 h 159615"/>
                    <a:gd name="connsiteX1" fmla="*/ 597349 w 597349"/>
                    <a:gd name="connsiteY1" fmla="*/ 0 h 159615"/>
                    <a:gd name="connsiteX2" fmla="*/ 595830 w 597349"/>
                    <a:gd name="connsiteY2" fmla="*/ 117433 h 159615"/>
                    <a:gd name="connsiteX3" fmla="*/ 131 w 597349"/>
                    <a:gd name="connsiteY3" fmla="*/ 159615 h 159615"/>
                    <a:gd name="connsiteX4" fmla="*/ 124 w 597349"/>
                    <a:gd name="connsiteY4" fmla="*/ 42378 h 159615"/>
                    <a:gd name="connsiteX0" fmla="*/ 124 w 600443"/>
                    <a:gd name="connsiteY0" fmla="*/ 42378 h 159615"/>
                    <a:gd name="connsiteX1" fmla="*/ 597349 w 600443"/>
                    <a:gd name="connsiteY1" fmla="*/ 0 h 159615"/>
                    <a:gd name="connsiteX2" fmla="*/ 600408 w 600443"/>
                    <a:gd name="connsiteY2" fmla="*/ 117433 h 159615"/>
                    <a:gd name="connsiteX3" fmla="*/ 131 w 600443"/>
                    <a:gd name="connsiteY3" fmla="*/ 159615 h 159615"/>
                    <a:gd name="connsiteX4" fmla="*/ 124 w 600443"/>
                    <a:gd name="connsiteY4" fmla="*/ 42378 h 159615"/>
                    <a:gd name="connsiteX0" fmla="*/ 124 w 600537"/>
                    <a:gd name="connsiteY0" fmla="*/ 42378 h 159615"/>
                    <a:gd name="connsiteX1" fmla="*/ 600401 w 600537"/>
                    <a:gd name="connsiteY1" fmla="*/ 0 h 159615"/>
                    <a:gd name="connsiteX2" fmla="*/ 600408 w 600537"/>
                    <a:gd name="connsiteY2" fmla="*/ 117433 h 159615"/>
                    <a:gd name="connsiteX3" fmla="*/ 131 w 600537"/>
                    <a:gd name="connsiteY3" fmla="*/ 159615 h 159615"/>
                    <a:gd name="connsiteX4" fmla="*/ 124 w 600537"/>
                    <a:gd name="connsiteY4" fmla="*/ 42378 h 15961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00537" h="159615">
                      <a:moveTo>
                        <a:pt x="124" y="42378"/>
                      </a:moveTo>
                      <a:cubicBezTo>
                        <a:pt x="296414" y="-50243"/>
                        <a:pt x="418111" y="75773"/>
                        <a:pt x="600401" y="0"/>
                      </a:cubicBezTo>
                      <a:cubicBezTo>
                        <a:pt x="599951" y="33260"/>
                        <a:pt x="600858" y="84173"/>
                        <a:pt x="600408" y="117433"/>
                      </a:cubicBezTo>
                      <a:cubicBezTo>
                        <a:pt x="395490" y="192726"/>
                        <a:pt x="285331" y="62551"/>
                        <a:pt x="131" y="159615"/>
                      </a:cubicBezTo>
                      <a:cubicBezTo>
                        <a:pt x="-323" y="114566"/>
                        <a:pt x="578" y="87427"/>
                        <a:pt x="124" y="42378"/>
                      </a:cubicBezTo>
                      <a:close/>
                    </a:path>
                  </a:pathLst>
                </a:custGeom>
                <a:solidFill>
                  <a:schemeClr val="accent5">
                    <a:lumMod val="40000"/>
                    <a:lumOff val="60000"/>
                  </a:schemeClr>
                </a:solidFill>
                <a:ln w="1270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grpSp>
              <p:nvGrpSpPr>
                <p:cNvPr id="820" name="组合 819">
                  <a:extLst>
                    <a:ext uri="{FF2B5EF4-FFF2-40B4-BE49-F238E27FC236}">
                      <a16:creationId xmlns:a16="http://schemas.microsoft.com/office/drawing/2014/main" id="{DDF9FDEF-9EF9-3DC4-9806-10293BFF368F}"/>
                    </a:ext>
                  </a:extLst>
                </p:cNvPr>
                <p:cNvGrpSpPr/>
                <p:nvPr/>
              </p:nvGrpSpPr>
              <p:grpSpPr>
                <a:xfrm>
                  <a:off x="5040167" y="6521415"/>
                  <a:ext cx="621640" cy="663817"/>
                  <a:chOff x="3656357" y="6507685"/>
                  <a:chExt cx="621640" cy="663817"/>
                </a:xfrm>
              </p:grpSpPr>
              <p:sp>
                <p:nvSpPr>
                  <p:cNvPr id="821" name="矩形 820">
                    <a:extLst>
                      <a:ext uri="{FF2B5EF4-FFF2-40B4-BE49-F238E27FC236}">
                        <a16:creationId xmlns:a16="http://schemas.microsoft.com/office/drawing/2014/main" id="{A6F8E977-1CF5-70B0-D9D2-18259F60EC40}"/>
                      </a:ext>
                    </a:extLst>
                  </p:cNvPr>
                  <p:cNvSpPr/>
                  <p:nvPr/>
                </p:nvSpPr>
                <p:spPr>
                  <a:xfrm>
                    <a:off x="3656465" y="6640950"/>
                    <a:ext cx="155302" cy="132623"/>
                  </a:xfrm>
                  <a:prstGeom prst="rect">
                    <a:avLst/>
                  </a:prstGeom>
                  <a:no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22" name="矩形 821">
                    <a:extLst>
                      <a:ext uri="{FF2B5EF4-FFF2-40B4-BE49-F238E27FC236}">
                        <a16:creationId xmlns:a16="http://schemas.microsoft.com/office/drawing/2014/main" id="{17CADB2A-0A02-2C19-901E-31E1D8F73B0E}"/>
                      </a:ext>
                    </a:extLst>
                  </p:cNvPr>
                  <p:cNvSpPr/>
                  <p:nvPr/>
                </p:nvSpPr>
                <p:spPr>
                  <a:xfrm>
                    <a:off x="3811875" y="6640950"/>
                    <a:ext cx="155302" cy="132623"/>
                  </a:xfrm>
                  <a:prstGeom prst="rect">
                    <a:avLst/>
                  </a:prstGeom>
                  <a:no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23" name="矩形 822">
                    <a:extLst>
                      <a:ext uri="{FF2B5EF4-FFF2-40B4-BE49-F238E27FC236}">
                        <a16:creationId xmlns:a16="http://schemas.microsoft.com/office/drawing/2014/main" id="{0B15FF0F-3F16-5917-686C-45053DFB9732}"/>
                      </a:ext>
                    </a:extLst>
                  </p:cNvPr>
                  <p:cNvSpPr/>
                  <p:nvPr/>
                </p:nvSpPr>
                <p:spPr>
                  <a:xfrm>
                    <a:off x="3967285" y="6640950"/>
                    <a:ext cx="155302" cy="132623"/>
                  </a:xfrm>
                  <a:prstGeom prst="rect">
                    <a:avLst/>
                  </a:prstGeom>
                  <a:no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24" name="矩形 823">
                    <a:extLst>
                      <a:ext uri="{FF2B5EF4-FFF2-40B4-BE49-F238E27FC236}">
                        <a16:creationId xmlns:a16="http://schemas.microsoft.com/office/drawing/2014/main" id="{EE000950-4856-C0AA-8BF2-5DC2D17A0CC2}"/>
                      </a:ext>
                    </a:extLst>
                  </p:cNvPr>
                  <p:cNvSpPr/>
                  <p:nvPr/>
                </p:nvSpPr>
                <p:spPr>
                  <a:xfrm>
                    <a:off x="4122695" y="6640950"/>
                    <a:ext cx="155302" cy="132623"/>
                  </a:xfrm>
                  <a:prstGeom prst="rect">
                    <a:avLst/>
                  </a:prstGeom>
                  <a:no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25" name="矩形 824">
                    <a:extLst>
                      <a:ext uri="{FF2B5EF4-FFF2-40B4-BE49-F238E27FC236}">
                        <a16:creationId xmlns:a16="http://schemas.microsoft.com/office/drawing/2014/main" id="{400DEDE8-8983-0850-B031-C355E7977628}"/>
                      </a:ext>
                    </a:extLst>
                  </p:cNvPr>
                  <p:cNvSpPr/>
                  <p:nvPr/>
                </p:nvSpPr>
                <p:spPr>
                  <a:xfrm>
                    <a:off x="3656465" y="6773574"/>
                    <a:ext cx="155302" cy="132623"/>
                  </a:xfrm>
                  <a:prstGeom prst="rect">
                    <a:avLst/>
                  </a:prstGeom>
                  <a:no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26" name="矩形 825">
                    <a:extLst>
                      <a:ext uri="{FF2B5EF4-FFF2-40B4-BE49-F238E27FC236}">
                        <a16:creationId xmlns:a16="http://schemas.microsoft.com/office/drawing/2014/main" id="{E6B6EE4F-3015-A04C-47D8-2953758AAAB8}"/>
                      </a:ext>
                    </a:extLst>
                  </p:cNvPr>
                  <p:cNvSpPr/>
                  <p:nvPr/>
                </p:nvSpPr>
                <p:spPr>
                  <a:xfrm>
                    <a:off x="3811875" y="6773574"/>
                    <a:ext cx="155302" cy="132623"/>
                  </a:xfrm>
                  <a:prstGeom prst="rect">
                    <a:avLst/>
                  </a:prstGeom>
                  <a:no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27" name="矩形 826">
                    <a:extLst>
                      <a:ext uri="{FF2B5EF4-FFF2-40B4-BE49-F238E27FC236}">
                        <a16:creationId xmlns:a16="http://schemas.microsoft.com/office/drawing/2014/main" id="{F1227407-F670-9EFE-7D04-7C8DE85D997B}"/>
                      </a:ext>
                    </a:extLst>
                  </p:cNvPr>
                  <p:cNvSpPr/>
                  <p:nvPr/>
                </p:nvSpPr>
                <p:spPr>
                  <a:xfrm>
                    <a:off x="3967285" y="6773574"/>
                    <a:ext cx="155302" cy="132623"/>
                  </a:xfrm>
                  <a:prstGeom prst="rect">
                    <a:avLst/>
                  </a:prstGeom>
                  <a:no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28" name="矩形 827">
                    <a:extLst>
                      <a:ext uri="{FF2B5EF4-FFF2-40B4-BE49-F238E27FC236}">
                        <a16:creationId xmlns:a16="http://schemas.microsoft.com/office/drawing/2014/main" id="{765ED5F6-1FAD-C376-9AB1-0183C08503CB}"/>
                      </a:ext>
                    </a:extLst>
                  </p:cNvPr>
                  <p:cNvSpPr/>
                  <p:nvPr/>
                </p:nvSpPr>
                <p:spPr>
                  <a:xfrm>
                    <a:off x="4122695" y="6773574"/>
                    <a:ext cx="155302" cy="132623"/>
                  </a:xfrm>
                  <a:prstGeom prst="rect">
                    <a:avLst/>
                  </a:prstGeom>
                  <a:no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29" name="矩形 828">
                    <a:extLst>
                      <a:ext uri="{FF2B5EF4-FFF2-40B4-BE49-F238E27FC236}">
                        <a16:creationId xmlns:a16="http://schemas.microsoft.com/office/drawing/2014/main" id="{508368B3-35A6-AD2F-6190-014A911EC72D}"/>
                      </a:ext>
                    </a:extLst>
                  </p:cNvPr>
                  <p:cNvSpPr/>
                  <p:nvPr/>
                </p:nvSpPr>
                <p:spPr>
                  <a:xfrm>
                    <a:off x="3656357" y="6906255"/>
                    <a:ext cx="155302" cy="132623"/>
                  </a:xfrm>
                  <a:prstGeom prst="rect">
                    <a:avLst/>
                  </a:prstGeom>
                  <a:no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30" name="矩形 829">
                    <a:extLst>
                      <a:ext uri="{FF2B5EF4-FFF2-40B4-BE49-F238E27FC236}">
                        <a16:creationId xmlns:a16="http://schemas.microsoft.com/office/drawing/2014/main" id="{64E483E5-7704-5586-4425-BAF3A3952FAE}"/>
                      </a:ext>
                    </a:extLst>
                  </p:cNvPr>
                  <p:cNvSpPr/>
                  <p:nvPr/>
                </p:nvSpPr>
                <p:spPr>
                  <a:xfrm>
                    <a:off x="3811767" y="6906255"/>
                    <a:ext cx="155302" cy="132623"/>
                  </a:xfrm>
                  <a:prstGeom prst="rect">
                    <a:avLst/>
                  </a:prstGeom>
                  <a:no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31" name="矩形 830">
                    <a:extLst>
                      <a:ext uri="{FF2B5EF4-FFF2-40B4-BE49-F238E27FC236}">
                        <a16:creationId xmlns:a16="http://schemas.microsoft.com/office/drawing/2014/main" id="{8EA13E82-97DA-40EE-D650-CDD9E3E69918}"/>
                      </a:ext>
                    </a:extLst>
                  </p:cNvPr>
                  <p:cNvSpPr/>
                  <p:nvPr/>
                </p:nvSpPr>
                <p:spPr>
                  <a:xfrm>
                    <a:off x="3967177" y="6906255"/>
                    <a:ext cx="155302" cy="132623"/>
                  </a:xfrm>
                  <a:prstGeom prst="rect">
                    <a:avLst/>
                  </a:prstGeom>
                  <a:no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32" name="矩形 831">
                    <a:extLst>
                      <a:ext uri="{FF2B5EF4-FFF2-40B4-BE49-F238E27FC236}">
                        <a16:creationId xmlns:a16="http://schemas.microsoft.com/office/drawing/2014/main" id="{75F7057D-DF5B-ECEB-05B5-BB8BFDA7669D}"/>
                      </a:ext>
                    </a:extLst>
                  </p:cNvPr>
                  <p:cNvSpPr/>
                  <p:nvPr/>
                </p:nvSpPr>
                <p:spPr>
                  <a:xfrm>
                    <a:off x="4122587" y="6906255"/>
                    <a:ext cx="155302" cy="132623"/>
                  </a:xfrm>
                  <a:prstGeom prst="rect">
                    <a:avLst/>
                  </a:prstGeom>
                  <a:no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33" name="矩形 832">
                    <a:extLst>
                      <a:ext uri="{FF2B5EF4-FFF2-40B4-BE49-F238E27FC236}">
                        <a16:creationId xmlns:a16="http://schemas.microsoft.com/office/drawing/2014/main" id="{A4EFA3BC-162F-2296-123F-CB4740EB2C3E}"/>
                      </a:ext>
                    </a:extLst>
                  </p:cNvPr>
                  <p:cNvSpPr/>
                  <p:nvPr/>
                </p:nvSpPr>
                <p:spPr>
                  <a:xfrm>
                    <a:off x="3656357" y="7038879"/>
                    <a:ext cx="155302" cy="132623"/>
                  </a:xfrm>
                  <a:prstGeom prst="rect">
                    <a:avLst/>
                  </a:prstGeom>
                  <a:no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34" name="矩形 833">
                    <a:extLst>
                      <a:ext uri="{FF2B5EF4-FFF2-40B4-BE49-F238E27FC236}">
                        <a16:creationId xmlns:a16="http://schemas.microsoft.com/office/drawing/2014/main" id="{61F8191A-BD09-2E70-2A82-74977A5120D3}"/>
                      </a:ext>
                    </a:extLst>
                  </p:cNvPr>
                  <p:cNvSpPr/>
                  <p:nvPr/>
                </p:nvSpPr>
                <p:spPr>
                  <a:xfrm>
                    <a:off x="3811767" y="7038879"/>
                    <a:ext cx="155302" cy="132623"/>
                  </a:xfrm>
                  <a:prstGeom prst="rect">
                    <a:avLst/>
                  </a:prstGeom>
                  <a:no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35" name="矩形 834">
                    <a:extLst>
                      <a:ext uri="{FF2B5EF4-FFF2-40B4-BE49-F238E27FC236}">
                        <a16:creationId xmlns:a16="http://schemas.microsoft.com/office/drawing/2014/main" id="{E501E06A-6E25-CE46-9765-33147AE465B0}"/>
                      </a:ext>
                    </a:extLst>
                  </p:cNvPr>
                  <p:cNvSpPr/>
                  <p:nvPr/>
                </p:nvSpPr>
                <p:spPr>
                  <a:xfrm>
                    <a:off x="3967177" y="7038879"/>
                    <a:ext cx="155302" cy="132623"/>
                  </a:xfrm>
                  <a:prstGeom prst="rect">
                    <a:avLst/>
                  </a:prstGeom>
                  <a:no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36" name="矩形 835">
                    <a:extLst>
                      <a:ext uri="{FF2B5EF4-FFF2-40B4-BE49-F238E27FC236}">
                        <a16:creationId xmlns:a16="http://schemas.microsoft.com/office/drawing/2014/main" id="{5F6D8FCA-BFD1-EE73-FA09-D30DFAF133C8}"/>
                      </a:ext>
                    </a:extLst>
                  </p:cNvPr>
                  <p:cNvSpPr/>
                  <p:nvPr/>
                </p:nvSpPr>
                <p:spPr>
                  <a:xfrm>
                    <a:off x="4122587" y="7038879"/>
                    <a:ext cx="155302" cy="132623"/>
                  </a:xfrm>
                  <a:prstGeom prst="rect">
                    <a:avLst/>
                  </a:prstGeom>
                  <a:no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37" name="矩形 836">
                    <a:extLst>
                      <a:ext uri="{FF2B5EF4-FFF2-40B4-BE49-F238E27FC236}">
                        <a16:creationId xmlns:a16="http://schemas.microsoft.com/office/drawing/2014/main" id="{0191537C-FAD7-CFA3-90A8-1F7D9020F204}"/>
                      </a:ext>
                    </a:extLst>
                  </p:cNvPr>
                  <p:cNvSpPr/>
                  <p:nvPr/>
                </p:nvSpPr>
                <p:spPr>
                  <a:xfrm>
                    <a:off x="3656357" y="6507685"/>
                    <a:ext cx="155302" cy="132623"/>
                  </a:xfrm>
                  <a:prstGeom prst="rect">
                    <a:avLst/>
                  </a:prstGeom>
                  <a:no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38" name="矩形 837">
                    <a:extLst>
                      <a:ext uri="{FF2B5EF4-FFF2-40B4-BE49-F238E27FC236}">
                        <a16:creationId xmlns:a16="http://schemas.microsoft.com/office/drawing/2014/main" id="{595680C1-F9D8-6FCE-905C-97704528F642}"/>
                      </a:ext>
                    </a:extLst>
                  </p:cNvPr>
                  <p:cNvSpPr/>
                  <p:nvPr/>
                </p:nvSpPr>
                <p:spPr>
                  <a:xfrm>
                    <a:off x="3811767" y="6507685"/>
                    <a:ext cx="155302" cy="132623"/>
                  </a:xfrm>
                  <a:prstGeom prst="rect">
                    <a:avLst/>
                  </a:prstGeom>
                  <a:no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39" name="矩形 838">
                    <a:extLst>
                      <a:ext uri="{FF2B5EF4-FFF2-40B4-BE49-F238E27FC236}">
                        <a16:creationId xmlns:a16="http://schemas.microsoft.com/office/drawing/2014/main" id="{0D83E15F-2F33-4004-45F5-877A0FC5B072}"/>
                      </a:ext>
                    </a:extLst>
                  </p:cNvPr>
                  <p:cNvSpPr/>
                  <p:nvPr/>
                </p:nvSpPr>
                <p:spPr>
                  <a:xfrm>
                    <a:off x="3967177" y="6507685"/>
                    <a:ext cx="155302" cy="132623"/>
                  </a:xfrm>
                  <a:prstGeom prst="rect">
                    <a:avLst/>
                  </a:prstGeom>
                  <a:no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40" name="矩形 839">
                    <a:extLst>
                      <a:ext uri="{FF2B5EF4-FFF2-40B4-BE49-F238E27FC236}">
                        <a16:creationId xmlns:a16="http://schemas.microsoft.com/office/drawing/2014/main" id="{EF61ED13-675F-B3B4-F60A-94D1C82F06B4}"/>
                      </a:ext>
                    </a:extLst>
                  </p:cNvPr>
                  <p:cNvSpPr/>
                  <p:nvPr/>
                </p:nvSpPr>
                <p:spPr>
                  <a:xfrm>
                    <a:off x="4122587" y="6507685"/>
                    <a:ext cx="155302" cy="132623"/>
                  </a:xfrm>
                  <a:prstGeom prst="rect">
                    <a:avLst/>
                  </a:prstGeom>
                  <a:no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</p:grp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22" name="矩形 921">
                <a:extLst>
                  <a:ext uri="{FF2B5EF4-FFF2-40B4-BE49-F238E27FC236}">
                    <a16:creationId xmlns:a16="http://schemas.microsoft.com/office/drawing/2014/main" id="{ED429E43-819F-9340-0DBA-E011D3EB87C5}"/>
                  </a:ext>
                </a:extLst>
              </p:cNvPr>
              <p:cNvSpPr/>
              <p:nvPr/>
            </p:nvSpPr>
            <p:spPr>
              <a:xfrm>
                <a:off x="9440435" y="3325806"/>
                <a:ext cx="569957" cy="30777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140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Loss</m:t>
                      </m:r>
                    </m:oMath>
                  </m:oMathPara>
                </a14:m>
                <a:endParaRPr lang="zh-CN" altLang="en-US" sz="1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922" name="矩形 921">
                <a:extLst>
                  <a:ext uri="{FF2B5EF4-FFF2-40B4-BE49-F238E27FC236}">
                    <a16:creationId xmlns:a16="http://schemas.microsoft.com/office/drawing/2014/main" id="{ED429E43-819F-9340-0DBA-E011D3EB87C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40435" y="3325806"/>
                <a:ext cx="569957" cy="307777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23" name="矩形: 圆角 922">
            <a:extLst>
              <a:ext uri="{FF2B5EF4-FFF2-40B4-BE49-F238E27FC236}">
                <a16:creationId xmlns:a16="http://schemas.microsoft.com/office/drawing/2014/main" id="{B760A6C3-FAE2-3C24-4F78-835433D5C372}"/>
              </a:ext>
            </a:extLst>
          </p:cNvPr>
          <p:cNvSpPr/>
          <p:nvPr/>
        </p:nvSpPr>
        <p:spPr>
          <a:xfrm>
            <a:off x="9480432" y="3311601"/>
            <a:ext cx="412824" cy="327552"/>
          </a:xfrm>
          <a:prstGeom prst="roundRect">
            <a:avLst>
              <a:gd name="adj" fmla="val 31589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24" name="椭圆 923">
            <a:extLst>
              <a:ext uri="{FF2B5EF4-FFF2-40B4-BE49-F238E27FC236}">
                <a16:creationId xmlns:a16="http://schemas.microsoft.com/office/drawing/2014/main" id="{296E6076-02DF-D335-42F3-877F466AB1D2}"/>
              </a:ext>
            </a:extLst>
          </p:cNvPr>
          <p:cNvSpPr/>
          <p:nvPr/>
        </p:nvSpPr>
        <p:spPr>
          <a:xfrm>
            <a:off x="3027088" y="3288595"/>
            <a:ext cx="663403" cy="33626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25" name="矩形 924">
                <a:extLst>
                  <a:ext uri="{FF2B5EF4-FFF2-40B4-BE49-F238E27FC236}">
                    <a16:creationId xmlns:a16="http://schemas.microsoft.com/office/drawing/2014/main" id="{9B75DFCF-180A-7525-83D5-08BE09B76F85}"/>
                  </a:ext>
                </a:extLst>
              </p:cNvPr>
              <p:cNvSpPr/>
              <p:nvPr/>
            </p:nvSpPr>
            <p:spPr>
              <a:xfrm>
                <a:off x="2990489" y="3291057"/>
                <a:ext cx="792718" cy="34881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160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∇</m:t>
                      </m:r>
                      <m:sSup>
                        <m:sSupPr>
                          <m:ctrlPr>
                            <a:rPr lang="en-US" altLang="zh-CN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pPr>
                        <m:e>
                          <m:r>
                            <a:rPr lang="en-US" altLang="zh-CN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𝑊</m:t>
                          </m:r>
                        </m:e>
                        <m:sup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(1)</m:t>
                          </m:r>
                        </m:sup>
                      </m:sSup>
                    </m:oMath>
                  </m:oMathPara>
                </a14:m>
                <a:endParaRPr lang="zh-CN" alt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925" name="矩形 924">
                <a:extLst>
                  <a:ext uri="{FF2B5EF4-FFF2-40B4-BE49-F238E27FC236}">
                    <a16:creationId xmlns:a16="http://schemas.microsoft.com/office/drawing/2014/main" id="{9B75DFCF-180A-7525-83D5-08BE09B76F8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0489" y="3291057"/>
                <a:ext cx="792718" cy="348812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26" name="椭圆 925">
            <a:extLst>
              <a:ext uri="{FF2B5EF4-FFF2-40B4-BE49-F238E27FC236}">
                <a16:creationId xmlns:a16="http://schemas.microsoft.com/office/drawing/2014/main" id="{100092DE-9C7C-80FB-37F6-AF8C5C0C1F4D}"/>
              </a:ext>
            </a:extLst>
          </p:cNvPr>
          <p:cNvSpPr/>
          <p:nvPr/>
        </p:nvSpPr>
        <p:spPr>
          <a:xfrm>
            <a:off x="6630075" y="3310310"/>
            <a:ext cx="655837" cy="318859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27" name="矩形 926">
                <a:extLst>
                  <a:ext uri="{FF2B5EF4-FFF2-40B4-BE49-F238E27FC236}">
                    <a16:creationId xmlns:a16="http://schemas.microsoft.com/office/drawing/2014/main" id="{D6EA5A06-D763-95E2-22ED-155C0A6E39EE}"/>
                  </a:ext>
                </a:extLst>
              </p:cNvPr>
              <p:cNvSpPr/>
              <p:nvPr/>
            </p:nvSpPr>
            <p:spPr>
              <a:xfrm>
                <a:off x="6585907" y="3295366"/>
                <a:ext cx="792718" cy="34881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160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∇</m:t>
                      </m:r>
                      <m:sSup>
                        <m:sSupPr>
                          <m:ctrlPr>
                            <a:rPr lang="en-US" altLang="zh-CN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pPr>
                        <m:e>
                          <m:r>
                            <a:rPr lang="en-US" altLang="zh-CN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𝑊</m:t>
                          </m:r>
                        </m:e>
                        <m:sup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(2)</m:t>
                          </m:r>
                        </m:sup>
                      </m:sSup>
                    </m:oMath>
                  </m:oMathPara>
                </a14:m>
                <a:endParaRPr lang="zh-CN" alt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927" name="矩形 926">
                <a:extLst>
                  <a:ext uri="{FF2B5EF4-FFF2-40B4-BE49-F238E27FC236}">
                    <a16:creationId xmlns:a16="http://schemas.microsoft.com/office/drawing/2014/main" id="{D6EA5A06-D763-95E2-22ED-155C0A6E39E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5907" y="3295366"/>
                <a:ext cx="792718" cy="348813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28" name="直接箭头连接符 927">
            <a:extLst>
              <a:ext uri="{FF2B5EF4-FFF2-40B4-BE49-F238E27FC236}">
                <a16:creationId xmlns:a16="http://schemas.microsoft.com/office/drawing/2014/main" id="{7A6CC904-0CEA-AFCC-AEC0-628CA0539F28}"/>
              </a:ext>
            </a:extLst>
          </p:cNvPr>
          <p:cNvCxnSpPr>
            <a:cxnSpLocks/>
            <a:endCxn id="923" idx="0"/>
          </p:cNvCxnSpPr>
          <p:nvPr/>
        </p:nvCxnSpPr>
        <p:spPr>
          <a:xfrm>
            <a:off x="9683786" y="2714014"/>
            <a:ext cx="3058" cy="597587"/>
          </a:xfrm>
          <a:prstGeom prst="straightConnector1">
            <a:avLst/>
          </a:prstGeom>
          <a:ln w="19050"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30" name="直接箭头连接符 929">
            <a:extLst>
              <a:ext uri="{FF2B5EF4-FFF2-40B4-BE49-F238E27FC236}">
                <a16:creationId xmlns:a16="http://schemas.microsoft.com/office/drawing/2014/main" id="{08F709C5-C24D-A3AF-C4A8-40FF5ACF737F}"/>
              </a:ext>
            </a:extLst>
          </p:cNvPr>
          <p:cNvCxnSpPr>
            <a:cxnSpLocks/>
            <a:stCxn id="924" idx="4"/>
          </p:cNvCxnSpPr>
          <p:nvPr/>
        </p:nvCxnSpPr>
        <p:spPr>
          <a:xfrm flipH="1">
            <a:off x="3353394" y="3624861"/>
            <a:ext cx="5396" cy="622366"/>
          </a:xfrm>
          <a:prstGeom prst="straightConnector1">
            <a:avLst/>
          </a:prstGeom>
          <a:ln w="19050">
            <a:solidFill>
              <a:srgbClr val="FF0000"/>
            </a:solidFill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31" name="直接箭头连接符 930">
            <a:extLst>
              <a:ext uri="{FF2B5EF4-FFF2-40B4-BE49-F238E27FC236}">
                <a16:creationId xmlns:a16="http://schemas.microsoft.com/office/drawing/2014/main" id="{3C84B17E-76F4-A697-51D6-138A7FD91FF2}"/>
              </a:ext>
            </a:extLst>
          </p:cNvPr>
          <p:cNvCxnSpPr>
            <a:cxnSpLocks/>
          </p:cNvCxnSpPr>
          <p:nvPr/>
        </p:nvCxnSpPr>
        <p:spPr>
          <a:xfrm flipH="1">
            <a:off x="3569023" y="2703644"/>
            <a:ext cx="702236" cy="1588388"/>
          </a:xfrm>
          <a:prstGeom prst="straightConnector1">
            <a:avLst/>
          </a:prstGeom>
          <a:ln w="19050">
            <a:solidFill>
              <a:srgbClr val="FF0000"/>
            </a:solidFill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32" name="直接箭头连接符 931">
            <a:extLst>
              <a:ext uri="{FF2B5EF4-FFF2-40B4-BE49-F238E27FC236}">
                <a16:creationId xmlns:a16="http://schemas.microsoft.com/office/drawing/2014/main" id="{6237F9B1-3F32-132B-B1CF-FF4FD3923C6E}"/>
              </a:ext>
            </a:extLst>
          </p:cNvPr>
          <p:cNvCxnSpPr>
            <a:cxnSpLocks/>
          </p:cNvCxnSpPr>
          <p:nvPr/>
        </p:nvCxnSpPr>
        <p:spPr>
          <a:xfrm>
            <a:off x="2455825" y="2695307"/>
            <a:ext cx="700004" cy="1596725"/>
          </a:xfrm>
          <a:prstGeom prst="straightConnector1">
            <a:avLst/>
          </a:prstGeom>
          <a:ln w="19050">
            <a:solidFill>
              <a:srgbClr val="FF0000"/>
            </a:solidFill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33" name="直接箭头连接符 932">
            <a:extLst>
              <a:ext uri="{FF2B5EF4-FFF2-40B4-BE49-F238E27FC236}">
                <a16:creationId xmlns:a16="http://schemas.microsoft.com/office/drawing/2014/main" id="{A7CCC513-64A6-A0FE-7ACF-DA4E3D6581A1}"/>
              </a:ext>
            </a:extLst>
          </p:cNvPr>
          <p:cNvCxnSpPr>
            <a:cxnSpLocks/>
            <a:endCxn id="924" idx="0"/>
          </p:cNvCxnSpPr>
          <p:nvPr/>
        </p:nvCxnSpPr>
        <p:spPr>
          <a:xfrm flipH="1">
            <a:off x="3358791" y="2701181"/>
            <a:ext cx="1271" cy="587414"/>
          </a:xfrm>
          <a:prstGeom prst="straightConnector1">
            <a:avLst/>
          </a:prstGeom>
          <a:ln w="19050">
            <a:solidFill>
              <a:srgbClr val="FF0000"/>
            </a:solidFill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34" name="直接箭头连接符 933">
            <a:extLst>
              <a:ext uri="{FF2B5EF4-FFF2-40B4-BE49-F238E27FC236}">
                <a16:creationId xmlns:a16="http://schemas.microsoft.com/office/drawing/2014/main" id="{D668075E-4AAB-5816-C886-D8725BD3C231}"/>
              </a:ext>
            </a:extLst>
          </p:cNvPr>
          <p:cNvCxnSpPr>
            <a:cxnSpLocks/>
            <a:stCxn id="926" idx="4"/>
          </p:cNvCxnSpPr>
          <p:nvPr/>
        </p:nvCxnSpPr>
        <p:spPr>
          <a:xfrm flipH="1">
            <a:off x="6951733" y="3629172"/>
            <a:ext cx="6261" cy="622926"/>
          </a:xfrm>
          <a:prstGeom prst="straightConnector1">
            <a:avLst/>
          </a:prstGeom>
          <a:ln w="19050">
            <a:solidFill>
              <a:srgbClr val="FF0000"/>
            </a:solidFill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35" name="直接箭头连接符 934">
            <a:extLst>
              <a:ext uri="{FF2B5EF4-FFF2-40B4-BE49-F238E27FC236}">
                <a16:creationId xmlns:a16="http://schemas.microsoft.com/office/drawing/2014/main" id="{C7FC270F-44CC-77B9-04CE-D85B70D07E13}"/>
              </a:ext>
            </a:extLst>
          </p:cNvPr>
          <p:cNvCxnSpPr>
            <a:cxnSpLocks/>
          </p:cNvCxnSpPr>
          <p:nvPr/>
        </p:nvCxnSpPr>
        <p:spPr>
          <a:xfrm flipH="1">
            <a:off x="7164441" y="2707960"/>
            <a:ext cx="702236" cy="1588388"/>
          </a:xfrm>
          <a:prstGeom prst="straightConnector1">
            <a:avLst/>
          </a:prstGeom>
          <a:ln w="19050">
            <a:solidFill>
              <a:srgbClr val="FF0000"/>
            </a:solidFill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36" name="直接箭头连接符 935">
            <a:extLst>
              <a:ext uri="{FF2B5EF4-FFF2-40B4-BE49-F238E27FC236}">
                <a16:creationId xmlns:a16="http://schemas.microsoft.com/office/drawing/2014/main" id="{0136724F-D4B2-C67F-EF63-0D68C7C6CCFF}"/>
              </a:ext>
            </a:extLst>
          </p:cNvPr>
          <p:cNvCxnSpPr>
            <a:cxnSpLocks/>
          </p:cNvCxnSpPr>
          <p:nvPr/>
        </p:nvCxnSpPr>
        <p:spPr>
          <a:xfrm>
            <a:off x="6051244" y="2699623"/>
            <a:ext cx="700004" cy="1596725"/>
          </a:xfrm>
          <a:prstGeom prst="straightConnector1">
            <a:avLst/>
          </a:prstGeom>
          <a:ln w="19050">
            <a:solidFill>
              <a:srgbClr val="FF0000"/>
            </a:solidFill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37" name="直接箭头连接符 936">
            <a:extLst>
              <a:ext uri="{FF2B5EF4-FFF2-40B4-BE49-F238E27FC236}">
                <a16:creationId xmlns:a16="http://schemas.microsoft.com/office/drawing/2014/main" id="{FC2384DA-D3F9-3FDB-4005-37E7CD4C0DCC}"/>
              </a:ext>
            </a:extLst>
          </p:cNvPr>
          <p:cNvCxnSpPr>
            <a:cxnSpLocks/>
            <a:endCxn id="926" idx="0"/>
          </p:cNvCxnSpPr>
          <p:nvPr/>
        </p:nvCxnSpPr>
        <p:spPr>
          <a:xfrm>
            <a:off x="6955485" y="2705497"/>
            <a:ext cx="2509" cy="604816"/>
          </a:xfrm>
          <a:prstGeom prst="straightConnector1">
            <a:avLst/>
          </a:prstGeom>
          <a:ln w="19050">
            <a:solidFill>
              <a:srgbClr val="FF0000"/>
            </a:solidFill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80203635-0C18-31BF-6155-E37EB10B02CA}"/>
              </a:ext>
            </a:extLst>
          </p:cNvPr>
          <p:cNvSpPr txBox="1"/>
          <p:nvPr/>
        </p:nvSpPr>
        <p:spPr>
          <a:xfrm>
            <a:off x="2969576" y="1801764"/>
            <a:ext cx="914954" cy="369332"/>
          </a:xfrm>
          <a:prstGeom prst="rect">
            <a:avLst/>
          </a:prstGeom>
          <a:solidFill>
            <a:srgbClr val="F8CBAD"/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T Task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CCA57E9-8F9C-FE95-0A06-850F477B8771}"/>
              </a:ext>
            </a:extLst>
          </p:cNvPr>
          <p:cNvSpPr txBox="1"/>
          <p:nvPr/>
        </p:nvSpPr>
        <p:spPr>
          <a:xfrm>
            <a:off x="4785228" y="1801764"/>
            <a:ext cx="914954" cy="369332"/>
          </a:xfrm>
          <a:prstGeom prst="rect">
            <a:avLst/>
          </a:prstGeom>
          <a:solidFill>
            <a:srgbClr val="BDD7EE"/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 Task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CC507E5-8EF1-ACD5-4505-19B9CC76EFBD}"/>
              </a:ext>
            </a:extLst>
          </p:cNvPr>
          <p:cNvSpPr txBox="1"/>
          <p:nvPr/>
        </p:nvSpPr>
        <p:spPr>
          <a:xfrm>
            <a:off x="6600880" y="1801764"/>
            <a:ext cx="914954" cy="369332"/>
          </a:xfrm>
          <a:prstGeom prst="rect">
            <a:avLst/>
          </a:prstGeom>
          <a:solidFill>
            <a:srgbClr val="F8CBAD"/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T Task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A76E0DB-4BDA-B432-C39D-30B90FCD14F0}"/>
              </a:ext>
            </a:extLst>
          </p:cNvPr>
          <p:cNvSpPr txBox="1"/>
          <p:nvPr/>
        </p:nvSpPr>
        <p:spPr>
          <a:xfrm>
            <a:off x="8416531" y="1801764"/>
            <a:ext cx="914954" cy="369332"/>
          </a:xfrm>
          <a:prstGeom prst="rect">
            <a:avLst/>
          </a:prstGeom>
          <a:solidFill>
            <a:srgbClr val="BDD7EE"/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 Task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4AD4E9AE-2DA2-9B2E-3860-C409787962C0}"/>
              </a:ext>
            </a:extLst>
          </p:cNvPr>
          <p:cNvSpPr txBox="1"/>
          <p:nvPr/>
        </p:nvSpPr>
        <p:spPr>
          <a:xfrm>
            <a:off x="4209580" y="3423326"/>
            <a:ext cx="2289008" cy="523220"/>
          </a:xfrm>
          <a:prstGeom prst="rect">
            <a:avLst/>
          </a:prstGeom>
          <a:noFill/>
          <a:ln w="19050">
            <a:noFill/>
            <a:prstDash val="solid"/>
          </a:ln>
        </p:spPr>
        <p:txBody>
          <a:bodyPr wrap="square">
            <a:spAutoFit/>
          </a:bodyPr>
          <a:lstStyle/>
          <a:p>
            <a:r>
              <a:rPr lang="en-US" altLang="zh-CN" sz="2800" dirty="0">
                <a:solidFill>
                  <a:srgbClr val="70AD47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No Parameter</a:t>
            </a:r>
            <a:endParaRPr lang="zh-CN" altLang="en-US" sz="2800" dirty="0">
              <a:solidFill>
                <a:srgbClr val="70AD47"/>
              </a:solidFill>
            </a:endParaRPr>
          </a:p>
        </p:txBody>
      </p:sp>
      <p:sp>
        <p:nvSpPr>
          <p:cNvPr id="18" name="箭头: 右 17">
            <a:extLst>
              <a:ext uri="{FF2B5EF4-FFF2-40B4-BE49-F238E27FC236}">
                <a16:creationId xmlns:a16="http://schemas.microsoft.com/office/drawing/2014/main" id="{CFA3ED45-55C2-A0A2-EFBA-BF9737871D16}"/>
              </a:ext>
            </a:extLst>
          </p:cNvPr>
          <p:cNvSpPr/>
          <p:nvPr/>
        </p:nvSpPr>
        <p:spPr>
          <a:xfrm rot="5400000">
            <a:off x="5006248" y="3122092"/>
            <a:ext cx="410344" cy="279339"/>
          </a:xfrm>
          <a:prstGeom prst="rightArrow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4C6B71F-7362-C6F8-35E4-DD6C587B5AEA}"/>
              </a:ext>
            </a:extLst>
          </p:cNvPr>
          <p:cNvSpPr/>
          <p:nvPr/>
        </p:nvSpPr>
        <p:spPr>
          <a:xfrm>
            <a:off x="4693276" y="1532118"/>
            <a:ext cx="1069314" cy="1439159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729C3CA9-11D4-276F-F4A9-B4F95248F7F6}"/>
              </a:ext>
            </a:extLst>
          </p:cNvPr>
          <p:cNvGrpSpPr/>
          <p:nvPr/>
        </p:nvGrpSpPr>
        <p:grpSpPr>
          <a:xfrm>
            <a:off x="2899887" y="4244417"/>
            <a:ext cx="998311" cy="457486"/>
            <a:chOff x="3227360" y="3927547"/>
            <a:chExt cx="669616" cy="343893"/>
          </a:xfrm>
        </p:grpSpPr>
        <p:sp>
          <p:nvSpPr>
            <p:cNvPr id="10" name="矩形: 圆角 9">
              <a:extLst>
                <a:ext uri="{FF2B5EF4-FFF2-40B4-BE49-F238E27FC236}">
                  <a16:creationId xmlns:a16="http://schemas.microsoft.com/office/drawing/2014/main" id="{38F09B3B-AEA2-DD75-A3AE-D5983C55F320}"/>
                </a:ext>
              </a:extLst>
            </p:cNvPr>
            <p:cNvSpPr/>
            <p:nvPr/>
          </p:nvSpPr>
          <p:spPr>
            <a:xfrm>
              <a:off x="3337478" y="3927547"/>
              <a:ext cx="393114" cy="343893"/>
            </a:xfrm>
            <a:prstGeom prst="roundRect">
              <a:avLst>
                <a:gd name="adj" fmla="val 31589"/>
              </a:avLst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矩形 11">
                  <a:extLst>
                    <a:ext uri="{FF2B5EF4-FFF2-40B4-BE49-F238E27FC236}">
                      <a16:creationId xmlns:a16="http://schemas.microsoft.com/office/drawing/2014/main" id="{404D96E4-908E-FAA0-4F1B-44F33A67CDB0}"/>
                    </a:ext>
                  </a:extLst>
                </p:cNvPr>
                <p:cNvSpPr/>
                <p:nvPr/>
              </p:nvSpPr>
              <p:spPr>
                <a:xfrm>
                  <a:off x="3227360" y="3956287"/>
                  <a:ext cx="669616" cy="28105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b="0" i="1" dirty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SupPr>
                          <m:e>
                            <m:r>
                              <a:rPr lang="en-US" altLang="zh-CN" i="1" dirty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altLang="zh-CN" i="1" dirty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𝑊</m:t>
                            </m:r>
                          </m:sub>
                          <m:sup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−1</m:t>
                            </m:r>
                          </m:sup>
                        </m:sSubSup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()</m:t>
                        </m:r>
                      </m:oMath>
                    </m:oMathPara>
                  </a14:m>
                  <a:endParaRPr lang="zh-CN" altLang="en-US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12" name="矩形 11">
                  <a:extLst>
                    <a:ext uri="{FF2B5EF4-FFF2-40B4-BE49-F238E27FC236}">
                      <a16:creationId xmlns:a16="http://schemas.microsoft.com/office/drawing/2014/main" id="{404D96E4-908E-FAA0-4F1B-44F33A67CDB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27360" y="3956287"/>
                  <a:ext cx="669616" cy="281050"/>
                </a:xfrm>
                <a:prstGeom prst="rect">
                  <a:avLst/>
                </a:prstGeom>
                <a:blipFill>
                  <a:blip r:embed="rId20"/>
                  <a:stretch>
                    <a:fillRect b="-1475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3" name="椭圆 12">
            <a:extLst>
              <a:ext uri="{FF2B5EF4-FFF2-40B4-BE49-F238E27FC236}">
                <a16:creationId xmlns:a16="http://schemas.microsoft.com/office/drawing/2014/main" id="{6AECB44D-A2E0-A64F-4DD9-A0473FD30425}"/>
              </a:ext>
            </a:extLst>
          </p:cNvPr>
          <p:cNvSpPr/>
          <p:nvPr/>
        </p:nvSpPr>
        <p:spPr>
          <a:xfrm>
            <a:off x="3948243" y="4250565"/>
            <a:ext cx="660722" cy="44573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4579D178-78F0-5461-B7AC-59D357209CB9}"/>
              </a:ext>
            </a:extLst>
          </p:cNvPr>
          <p:cNvGrpSpPr/>
          <p:nvPr/>
        </p:nvGrpSpPr>
        <p:grpSpPr>
          <a:xfrm>
            <a:off x="4936437" y="4246921"/>
            <a:ext cx="481646" cy="457486"/>
            <a:chOff x="4842156" y="3773497"/>
            <a:chExt cx="393114" cy="343893"/>
          </a:xfrm>
        </p:grpSpPr>
        <p:grpSp>
          <p:nvGrpSpPr>
            <p:cNvPr id="20" name="组合 19">
              <a:extLst>
                <a:ext uri="{FF2B5EF4-FFF2-40B4-BE49-F238E27FC236}">
                  <a16:creationId xmlns:a16="http://schemas.microsoft.com/office/drawing/2014/main" id="{F2E68F9E-748D-3995-EE3D-F79437B3BF81}"/>
                </a:ext>
              </a:extLst>
            </p:cNvPr>
            <p:cNvGrpSpPr/>
            <p:nvPr/>
          </p:nvGrpSpPr>
          <p:grpSpPr>
            <a:xfrm>
              <a:off x="4937067" y="3821336"/>
              <a:ext cx="261952" cy="260359"/>
              <a:chOff x="5436287" y="3505571"/>
              <a:chExt cx="336942" cy="321770"/>
            </a:xfrm>
          </p:grpSpPr>
          <p:sp>
            <p:nvSpPr>
              <p:cNvPr id="902" name="流程图: 接点 901">
                <a:extLst>
                  <a:ext uri="{FF2B5EF4-FFF2-40B4-BE49-F238E27FC236}">
                    <a16:creationId xmlns:a16="http://schemas.microsoft.com/office/drawing/2014/main" id="{15CBA010-6C3A-9C14-C5D2-5AAD46A058CE}"/>
                  </a:ext>
                </a:extLst>
              </p:cNvPr>
              <p:cNvSpPr/>
              <p:nvPr/>
            </p:nvSpPr>
            <p:spPr>
              <a:xfrm>
                <a:off x="5436288" y="3505571"/>
                <a:ext cx="96883" cy="88611"/>
              </a:xfrm>
              <a:prstGeom prst="flowChartConnector">
                <a:avLst/>
              </a:prstGeom>
              <a:noFill/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500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903" name="流程图: 接点 902">
                <a:extLst>
                  <a:ext uri="{FF2B5EF4-FFF2-40B4-BE49-F238E27FC236}">
                    <a16:creationId xmlns:a16="http://schemas.microsoft.com/office/drawing/2014/main" id="{F605B842-2FD5-B4AA-84DE-BEBF882F0714}"/>
                  </a:ext>
                </a:extLst>
              </p:cNvPr>
              <p:cNvSpPr/>
              <p:nvPr/>
            </p:nvSpPr>
            <p:spPr>
              <a:xfrm>
                <a:off x="5436288" y="3623512"/>
                <a:ext cx="96883" cy="88611"/>
              </a:xfrm>
              <a:prstGeom prst="flowChartConnector">
                <a:avLst/>
              </a:prstGeom>
              <a:noFill/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500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920" name="流程图: 接点 919">
                <a:extLst>
                  <a:ext uri="{FF2B5EF4-FFF2-40B4-BE49-F238E27FC236}">
                    <a16:creationId xmlns:a16="http://schemas.microsoft.com/office/drawing/2014/main" id="{B4C2BFD8-1A18-0A4D-2CD5-E3C1BFF2FDD5}"/>
                  </a:ext>
                </a:extLst>
              </p:cNvPr>
              <p:cNvSpPr/>
              <p:nvPr/>
            </p:nvSpPr>
            <p:spPr>
              <a:xfrm>
                <a:off x="5436287" y="3738730"/>
                <a:ext cx="96883" cy="88611"/>
              </a:xfrm>
              <a:prstGeom prst="flowChartConnector">
                <a:avLst/>
              </a:prstGeom>
              <a:noFill/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500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921" name="流程图: 接点 920">
                <a:extLst>
                  <a:ext uri="{FF2B5EF4-FFF2-40B4-BE49-F238E27FC236}">
                    <a16:creationId xmlns:a16="http://schemas.microsoft.com/office/drawing/2014/main" id="{717B0C9E-F727-56AE-D2E8-EA9A4A161BE7}"/>
                  </a:ext>
                </a:extLst>
              </p:cNvPr>
              <p:cNvSpPr/>
              <p:nvPr/>
            </p:nvSpPr>
            <p:spPr>
              <a:xfrm>
                <a:off x="5676346" y="3623512"/>
                <a:ext cx="96883" cy="88611"/>
              </a:xfrm>
              <a:prstGeom prst="flowChartConnector">
                <a:avLst/>
              </a:prstGeom>
              <a:noFill/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500" dirty="0">
                  <a:solidFill>
                    <a:sysClr val="windowText" lastClr="000000"/>
                  </a:solidFill>
                </a:endParaRPr>
              </a:p>
            </p:txBody>
          </p:sp>
          <p:cxnSp>
            <p:nvCxnSpPr>
              <p:cNvPr id="945" name="直接箭头连接符 944">
                <a:extLst>
                  <a:ext uri="{FF2B5EF4-FFF2-40B4-BE49-F238E27FC236}">
                    <a16:creationId xmlns:a16="http://schemas.microsoft.com/office/drawing/2014/main" id="{5B8A27E5-2020-526F-1CA9-7712098C6CAA}"/>
                  </a:ext>
                </a:extLst>
              </p:cNvPr>
              <p:cNvCxnSpPr>
                <a:cxnSpLocks/>
                <a:stCxn id="902" idx="6"/>
                <a:endCxn id="921" idx="2"/>
              </p:cNvCxnSpPr>
              <p:nvPr/>
            </p:nvCxnSpPr>
            <p:spPr>
              <a:xfrm>
                <a:off x="5533171" y="3549877"/>
                <a:ext cx="143175" cy="117941"/>
              </a:xfrm>
              <a:prstGeom prst="straightConnector1">
                <a:avLst/>
              </a:prstGeom>
              <a:ln w="12700">
                <a:tailEnd type="triangle" w="sm" len="sm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46" name="直接箭头连接符 945">
                <a:extLst>
                  <a:ext uri="{FF2B5EF4-FFF2-40B4-BE49-F238E27FC236}">
                    <a16:creationId xmlns:a16="http://schemas.microsoft.com/office/drawing/2014/main" id="{33F7C2AC-274E-488E-E174-0A6B9D605970}"/>
                  </a:ext>
                </a:extLst>
              </p:cNvPr>
              <p:cNvCxnSpPr>
                <a:cxnSpLocks/>
                <a:stCxn id="903" idx="6"/>
                <a:endCxn id="921" idx="2"/>
              </p:cNvCxnSpPr>
              <p:nvPr/>
            </p:nvCxnSpPr>
            <p:spPr>
              <a:xfrm>
                <a:off x="5533171" y="3667818"/>
                <a:ext cx="143175" cy="0"/>
              </a:xfrm>
              <a:prstGeom prst="straightConnector1">
                <a:avLst/>
              </a:prstGeom>
              <a:ln w="12700">
                <a:tailEnd type="triangle" w="sm" len="sm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48" name="直接箭头连接符 947">
                <a:extLst>
                  <a:ext uri="{FF2B5EF4-FFF2-40B4-BE49-F238E27FC236}">
                    <a16:creationId xmlns:a16="http://schemas.microsoft.com/office/drawing/2014/main" id="{9D7C50B6-7450-18D2-5BE3-DD0853204671}"/>
                  </a:ext>
                </a:extLst>
              </p:cNvPr>
              <p:cNvCxnSpPr>
                <a:cxnSpLocks/>
                <a:stCxn id="920" idx="6"/>
                <a:endCxn id="921" idx="2"/>
              </p:cNvCxnSpPr>
              <p:nvPr/>
            </p:nvCxnSpPr>
            <p:spPr>
              <a:xfrm flipV="1">
                <a:off x="5533170" y="3667818"/>
                <a:ext cx="143176" cy="115218"/>
              </a:xfrm>
              <a:prstGeom prst="straightConnector1">
                <a:avLst/>
              </a:prstGeom>
              <a:ln w="12700">
                <a:tailEnd type="triangle" w="sm" len="sm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48" name="矩形: 圆角 47">
              <a:extLst>
                <a:ext uri="{FF2B5EF4-FFF2-40B4-BE49-F238E27FC236}">
                  <a16:creationId xmlns:a16="http://schemas.microsoft.com/office/drawing/2014/main" id="{A01389DD-B1F1-C842-DBF4-8D296F570341}"/>
                </a:ext>
              </a:extLst>
            </p:cNvPr>
            <p:cNvSpPr/>
            <p:nvPr/>
          </p:nvSpPr>
          <p:spPr>
            <a:xfrm>
              <a:off x="4842156" y="3773497"/>
              <a:ext cx="393114" cy="343893"/>
            </a:xfrm>
            <a:prstGeom prst="roundRect">
              <a:avLst>
                <a:gd name="adj" fmla="val 31589"/>
              </a:avLst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950" name="椭圆 949">
            <a:extLst>
              <a:ext uri="{FF2B5EF4-FFF2-40B4-BE49-F238E27FC236}">
                <a16:creationId xmlns:a16="http://schemas.microsoft.com/office/drawing/2014/main" id="{3B33E4F2-135E-7AFF-EA93-2263559EB33E}"/>
              </a:ext>
            </a:extLst>
          </p:cNvPr>
          <p:cNvSpPr/>
          <p:nvPr/>
        </p:nvSpPr>
        <p:spPr>
          <a:xfrm>
            <a:off x="5750164" y="4255613"/>
            <a:ext cx="660724" cy="44573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576" name="组合 575">
            <a:extLst>
              <a:ext uri="{FF2B5EF4-FFF2-40B4-BE49-F238E27FC236}">
                <a16:creationId xmlns:a16="http://schemas.microsoft.com/office/drawing/2014/main" id="{15EF4CFC-D180-49EF-73F8-1018838A326C}"/>
              </a:ext>
            </a:extLst>
          </p:cNvPr>
          <p:cNvGrpSpPr/>
          <p:nvPr/>
        </p:nvGrpSpPr>
        <p:grpSpPr>
          <a:xfrm>
            <a:off x="6525153" y="4257803"/>
            <a:ext cx="980867" cy="457486"/>
            <a:chOff x="3227360" y="3927547"/>
            <a:chExt cx="669616" cy="343893"/>
          </a:xfrm>
        </p:grpSpPr>
        <p:sp>
          <p:nvSpPr>
            <p:cNvPr id="577" name="矩形: 圆角 576">
              <a:extLst>
                <a:ext uri="{FF2B5EF4-FFF2-40B4-BE49-F238E27FC236}">
                  <a16:creationId xmlns:a16="http://schemas.microsoft.com/office/drawing/2014/main" id="{2EF81A5F-BD34-09FE-F36E-83C5B9757B02}"/>
                </a:ext>
              </a:extLst>
            </p:cNvPr>
            <p:cNvSpPr/>
            <p:nvPr/>
          </p:nvSpPr>
          <p:spPr>
            <a:xfrm>
              <a:off x="3337478" y="3927547"/>
              <a:ext cx="393114" cy="343893"/>
            </a:xfrm>
            <a:prstGeom prst="roundRect">
              <a:avLst>
                <a:gd name="adj" fmla="val 31589"/>
              </a:avLst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8" name="矩形 577">
                  <a:extLst>
                    <a:ext uri="{FF2B5EF4-FFF2-40B4-BE49-F238E27FC236}">
                      <a16:creationId xmlns:a16="http://schemas.microsoft.com/office/drawing/2014/main" id="{58BE6DED-13D4-3E13-3A8A-E66FDE38E2CD}"/>
                    </a:ext>
                  </a:extLst>
                </p:cNvPr>
                <p:cNvSpPr/>
                <p:nvPr/>
              </p:nvSpPr>
              <p:spPr>
                <a:xfrm>
                  <a:off x="3227360" y="3956287"/>
                  <a:ext cx="669616" cy="28105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b="0" i="1" dirty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SupPr>
                          <m:e>
                            <m:r>
                              <a:rPr lang="en-US" altLang="zh-CN" i="1" dirty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altLang="zh-CN" i="1" dirty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𝑊</m:t>
                            </m:r>
                          </m:sub>
                          <m:sup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−1</m:t>
                            </m:r>
                          </m:sup>
                        </m:sSubSup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()</m:t>
                        </m:r>
                      </m:oMath>
                    </m:oMathPara>
                  </a14:m>
                  <a:endParaRPr lang="zh-CN" altLang="en-US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578" name="矩形 577">
                  <a:extLst>
                    <a:ext uri="{FF2B5EF4-FFF2-40B4-BE49-F238E27FC236}">
                      <a16:creationId xmlns:a16="http://schemas.microsoft.com/office/drawing/2014/main" id="{58BE6DED-13D4-3E13-3A8A-E66FDE38E2C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27360" y="3956287"/>
                  <a:ext cx="669616" cy="281050"/>
                </a:xfrm>
                <a:prstGeom prst="rect">
                  <a:avLst/>
                </a:prstGeom>
                <a:blipFill>
                  <a:blip r:embed="rId21"/>
                  <a:stretch>
                    <a:fillRect b="-1475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579" name="椭圆 578">
            <a:extLst>
              <a:ext uri="{FF2B5EF4-FFF2-40B4-BE49-F238E27FC236}">
                <a16:creationId xmlns:a16="http://schemas.microsoft.com/office/drawing/2014/main" id="{DC35DFC0-0ABF-8516-F060-9649AB8AAA44}"/>
              </a:ext>
            </a:extLst>
          </p:cNvPr>
          <p:cNvSpPr/>
          <p:nvPr/>
        </p:nvSpPr>
        <p:spPr>
          <a:xfrm>
            <a:off x="7565590" y="4263950"/>
            <a:ext cx="660722" cy="44573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580" name="组合 579">
            <a:extLst>
              <a:ext uri="{FF2B5EF4-FFF2-40B4-BE49-F238E27FC236}">
                <a16:creationId xmlns:a16="http://schemas.microsoft.com/office/drawing/2014/main" id="{A2B82593-F3A3-05F3-A733-F31D12AED8F2}"/>
              </a:ext>
            </a:extLst>
          </p:cNvPr>
          <p:cNvGrpSpPr/>
          <p:nvPr/>
        </p:nvGrpSpPr>
        <p:grpSpPr>
          <a:xfrm>
            <a:off x="8553784" y="4260307"/>
            <a:ext cx="481646" cy="457486"/>
            <a:chOff x="4842156" y="3773497"/>
            <a:chExt cx="393114" cy="343893"/>
          </a:xfrm>
        </p:grpSpPr>
        <p:grpSp>
          <p:nvGrpSpPr>
            <p:cNvPr id="581" name="组合 580">
              <a:extLst>
                <a:ext uri="{FF2B5EF4-FFF2-40B4-BE49-F238E27FC236}">
                  <a16:creationId xmlns:a16="http://schemas.microsoft.com/office/drawing/2014/main" id="{729D9376-DBD6-59D9-8B96-FFE17BB773CA}"/>
                </a:ext>
              </a:extLst>
            </p:cNvPr>
            <p:cNvGrpSpPr/>
            <p:nvPr/>
          </p:nvGrpSpPr>
          <p:grpSpPr>
            <a:xfrm>
              <a:off x="4937067" y="3821336"/>
              <a:ext cx="261952" cy="260359"/>
              <a:chOff x="5436287" y="3505571"/>
              <a:chExt cx="336942" cy="321770"/>
            </a:xfrm>
          </p:grpSpPr>
          <p:sp>
            <p:nvSpPr>
              <p:cNvPr id="583" name="流程图: 接点 582">
                <a:extLst>
                  <a:ext uri="{FF2B5EF4-FFF2-40B4-BE49-F238E27FC236}">
                    <a16:creationId xmlns:a16="http://schemas.microsoft.com/office/drawing/2014/main" id="{9C825D0B-345B-DE96-1129-6ED118532825}"/>
                  </a:ext>
                </a:extLst>
              </p:cNvPr>
              <p:cNvSpPr/>
              <p:nvPr/>
            </p:nvSpPr>
            <p:spPr>
              <a:xfrm>
                <a:off x="5436288" y="3505571"/>
                <a:ext cx="96883" cy="88611"/>
              </a:xfrm>
              <a:prstGeom prst="flowChartConnector">
                <a:avLst/>
              </a:prstGeom>
              <a:noFill/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500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584" name="流程图: 接点 583">
                <a:extLst>
                  <a:ext uri="{FF2B5EF4-FFF2-40B4-BE49-F238E27FC236}">
                    <a16:creationId xmlns:a16="http://schemas.microsoft.com/office/drawing/2014/main" id="{AAAFEC44-40DA-9B09-A90E-781E9692BDAF}"/>
                  </a:ext>
                </a:extLst>
              </p:cNvPr>
              <p:cNvSpPr/>
              <p:nvPr/>
            </p:nvSpPr>
            <p:spPr>
              <a:xfrm>
                <a:off x="5436288" y="3623512"/>
                <a:ext cx="96883" cy="88611"/>
              </a:xfrm>
              <a:prstGeom prst="flowChartConnector">
                <a:avLst/>
              </a:prstGeom>
              <a:noFill/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500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585" name="流程图: 接点 584">
                <a:extLst>
                  <a:ext uri="{FF2B5EF4-FFF2-40B4-BE49-F238E27FC236}">
                    <a16:creationId xmlns:a16="http://schemas.microsoft.com/office/drawing/2014/main" id="{F0A540F9-75B9-B49B-2421-596CBD3435BA}"/>
                  </a:ext>
                </a:extLst>
              </p:cNvPr>
              <p:cNvSpPr/>
              <p:nvPr/>
            </p:nvSpPr>
            <p:spPr>
              <a:xfrm>
                <a:off x="5436287" y="3738730"/>
                <a:ext cx="96883" cy="88611"/>
              </a:xfrm>
              <a:prstGeom prst="flowChartConnector">
                <a:avLst/>
              </a:prstGeom>
              <a:noFill/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500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586" name="流程图: 接点 585">
                <a:extLst>
                  <a:ext uri="{FF2B5EF4-FFF2-40B4-BE49-F238E27FC236}">
                    <a16:creationId xmlns:a16="http://schemas.microsoft.com/office/drawing/2014/main" id="{0DA6AF34-607A-7798-6D83-E19CE39FC833}"/>
                  </a:ext>
                </a:extLst>
              </p:cNvPr>
              <p:cNvSpPr/>
              <p:nvPr/>
            </p:nvSpPr>
            <p:spPr>
              <a:xfrm>
                <a:off x="5676346" y="3623512"/>
                <a:ext cx="96883" cy="88611"/>
              </a:xfrm>
              <a:prstGeom prst="flowChartConnector">
                <a:avLst/>
              </a:prstGeom>
              <a:noFill/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500" dirty="0">
                  <a:solidFill>
                    <a:sysClr val="windowText" lastClr="000000"/>
                  </a:solidFill>
                </a:endParaRPr>
              </a:p>
            </p:txBody>
          </p:sp>
          <p:cxnSp>
            <p:nvCxnSpPr>
              <p:cNvPr id="587" name="直接箭头连接符 586">
                <a:extLst>
                  <a:ext uri="{FF2B5EF4-FFF2-40B4-BE49-F238E27FC236}">
                    <a16:creationId xmlns:a16="http://schemas.microsoft.com/office/drawing/2014/main" id="{481D0EB3-2DAE-FC3A-05E6-F7B577DA96B0}"/>
                  </a:ext>
                </a:extLst>
              </p:cNvPr>
              <p:cNvCxnSpPr>
                <a:cxnSpLocks/>
                <a:stCxn id="583" idx="6"/>
                <a:endCxn id="586" idx="2"/>
              </p:cNvCxnSpPr>
              <p:nvPr/>
            </p:nvCxnSpPr>
            <p:spPr>
              <a:xfrm>
                <a:off x="5533171" y="3549877"/>
                <a:ext cx="143175" cy="117941"/>
              </a:xfrm>
              <a:prstGeom prst="straightConnector1">
                <a:avLst/>
              </a:prstGeom>
              <a:ln w="12700">
                <a:tailEnd type="triangle" w="sm" len="sm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88" name="直接箭头连接符 587">
                <a:extLst>
                  <a:ext uri="{FF2B5EF4-FFF2-40B4-BE49-F238E27FC236}">
                    <a16:creationId xmlns:a16="http://schemas.microsoft.com/office/drawing/2014/main" id="{6F23892B-9231-000A-8B66-93EBD471CBB9}"/>
                  </a:ext>
                </a:extLst>
              </p:cNvPr>
              <p:cNvCxnSpPr>
                <a:cxnSpLocks/>
                <a:stCxn id="584" idx="6"/>
                <a:endCxn id="586" idx="2"/>
              </p:cNvCxnSpPr>
              <p:nvPr/>
            </p:nvCxnSpPr>
            <p:spPr>
              <a:xfrm>
                <a:off x="5533171" y="3667818"/>
                <a:ext cx="143175" cy="0"/>
              </a:xfrm>
              <a:prstGeom prst="straightConnector1">
                <a:avLst/>
              </a:prstGeom>
              <a:ln w="12700">
                <a:tailEnd type="triangle" w="sm" len="sm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89" name="直接箭头连接符 588">
                <a:extLst>
                  <a:ext uri="{FF2B5EF4-FFF2-40B4-BE49-F238E27FC236}">
                    <a16:creationId xmlns:a16="http://schemas.microsoft.com/office/drawing/2014/main" id="{97DF46C5-52FB-24A8-64FC-E0312AEF3B6C}"/>
                  </a:ext>
                </a:extLst>
              </p:cNvPr>
              <p:cNvCxnSpPr>
                <a:cxnSpLocks/>
                <a:stCxn id="585" idx="6"/>
                <a:endCxn id="586" idx="2"/>
              </p:cNvCxnSpPr>
              <p:nvPr/>
            </p:nvCxnSpPr>
            <p:spPr>
              <a:xfrm flipV="1">
                <a:off x="5533170" y="3667818"/>
                <a:ext cx="143176" cy="115218"/>
              </a:xfrm>
              <a:prstGeom prst="straightConnector1">
                <a:avLst/>
              </a:prstGeom>
              <a:ln w="12700">
                <a:tailEnd type="triangle" w="sm" len="sm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582" name="矩形: 圆角 581">
              <a:extLst>
                <a:ext uri="{FF2B5EF4-FFF2-40B4-BE49-F238E27FC236}">
                  <a16:creationId xmlns:a16="http://schemas.microsoft.com/office/drawing/2014/main" id="{EBCA308D-7987-B50F-3B2B-AF74E85C17BD}"/>
                </a:ext>
              </a:extLst>
            </p:cNvPr>
            <p:cNvSpPr/>
            <p:nvPr/>
          </p:nvSpPr>
          <p:spPr>
            <a:xfrm>
              <a:off x="4842156" y="3773497"/>
              <a:ext cx="393114" cy="343893"/>
            </a:xfrm>
            <a:prstGeom prst="roundRect">
              <a:avLst>
                <a:gd name="adj" fmla="val 31589"/>
              </a:avLst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590" name="椭圆 589">
            <a:extLst>
              <a:ext uri="{FF2B5EF4-FFF2-40B4-BE49-F238E27FC236}">
                <a16:creationId xmlns:a16="http://schemas.microsoft.com/office/drawing/2014/main" id="{06FA859C-D7B5-278E-A031-A7CACD1D2FDE}"/>
              </a:ext>
            </a:extLst>
          </p:cNvPr>
          <p:cNvSpPr/>
          <p:nvPr/>
        </p:nvSpPr>
        <p:spPr>
          <a:xfrm>
            <a:off x="9367511" y="4268999"/>
            <a:ext cx="660724" cy="44573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92" name="直接箭头连接符 591">
            <a:extLst>
              <a:ext uri="{FF2B5EF4-FFF2-40B4-BE49-F238E27FC236}">
                <a16:creationId xmlns:a16="http://schemas.microsoft.com/office/drawing/2014/main" id="{30382E56-40C6-B800-CEF1-7E3E254F1C4A}"/>
              </a:ext>
            </a:extLst>
          </p:cNvPr>
          <p:cNvCxnSpPr>
            <a:cxnSpLocks/>
            <a:stCxn id="13" idx="6"/>
            <a:endCxn id="48" idx="1"/>
          </p:cNvCxnSpPr>
          <p:nvPr/>
        </p:nvCxnSpPr>
        <p:spPr>
          <a:xfrm>
            <a:off x="4608974" y="4473441"/>
            <a:ext cx="327462" cy="2224"/>
          </a:xfrm>
          <a:prstGeom prst="straightConnector1">
            <a:avLst/>
          </a:prstGeom>
          <a:ln w="19050">
            <a:headEnd type="triangle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94" name="直接箭头连接符 593">
            <a:extLst>
              <a:ext uri="{FF2B5EF4-FFF2-40B4-BE49-F238E27FC236}">
                <a16:creationId xmlns:a16="http://schemas.microsoft.com/office/drawing/2014/main" id="{D877E73D-88A5-71DA-98B3-2390F40EB5DD}"/>
              </a:ext>
            </a:extLst>
          </p:cNvPr>
          <p:cNvCxnSpPr>
            <a:cxnSpLocks/>
            <a:stCxn id="10" idx="3"/>
            <a:endCxn id="13" idx="2"/>
          </p:cNvCxnSpPr>
          <p:nvPr/>
        </p:nvCxnSpPr>
        <p:spPr>
          <a:xfrm>
            <a:off x="3650141" y="4473160"/>
            <a:ext cx="298102" cy="274"/>
          </a:xfrm>
          <a:prstGeom prst="straightConnector1">
            <a:avLst/>
          </a:prstGeom>
          <a:ln w="19050">
            <a:headEnd type="triangle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20" name="直接箭头连接符 619">
            <a:extLst>
              <a:ext uri="{FF2B5EF4-FFF2-40B4-BE49-F238E27FC236}">
                <a16:creationId xmlns:a16="http://schemas.microsoft.com/office/drawing/2014/main" id="{9E1E8605-E290-481F-A0D1-83AB94F03134}"/>
              </a:ext>
            </a:extLst>
          </p:cNvPr>
          <p:cNvCxnSpPr>
            <a:cxnSpLocks/>
            <a:stCxn id="48" idx="3"/>
            <a:endCxn id="950" idx="2"/>
          </p:cNvCxnSpPr>
          <p:nvPr/>
        </p:nvCxnSpPr>
        <p:spPr>
          <a:xfrm>
            <a:off x="5418083" y="4475665"/>
            <a:ext cx="332075" cy="2818"/>
          </a:xfrm>
          <a:prstGeom prst="straightConnector1">
            <a:avLst/>
          </a:prstGeom>
          <a:ln w="19050">
            <a:headEnd type="triangle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21" name="直接箭头连接符 620">
            <a:extLst>
              <a:ext uri="{FF2B5EF4-FFF2-40B4-BE49-F238E27FC236}">
                <a16:creationId xmlns:a16="http://schemas.microsoft.com/office/drawing/2014/main" id="{8A2147E4-2A92-ED1B-354F-211A0901EA49}"/>
              </a:ext>
            </a:extLst>
          </p:cNvPr>
          <p:cNvCxnSpPr>
            <a:cxnSpLocks/>
            <a:stCxn id="579" idx="6"/>
            <a:endCxn id="582" idx="1"/>
          </p:cNvCxnSpPr>
          <p:nvPr/>
        </p:nvCxnSpPr>
        <p:spPr>
          <a:xfrm>
            <a:off x="8226322" y="4486826"/>
            <a:ext cx="327462" cy="2224"/>
          </a:xfrm>
          <a:prstGeom prst="straightConnector1">
            <a:avLst/>
          </a:prstGeom>
          <a:ln w="19050">
            <a:headEnd type="triangle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22" name="直接箭头连接符 621">
            <a:extLst>
              <a:ext uri="{FF2B5EF4-FFF2-40B4-BE49-F238E27FC236}">
                <a16:creationId xmlns:a16="http://schemas.microsoft.com/office/drawing/2014/main" id="{C6156A08-71E3-94B1-3635-25C8950C4729}"/>
              </a:ext>
            </a:extLst>
          </p:cNvPr>
          <p:cNvCxnSpPr>
            <a:cxnSpLocks/>
            <a:stCxn id="577" idx="3"/>
            <a:endCxn id="579" idx="2"/>
          </p:cNvCxnSpPr>
          <p:nvPr/>
        </p:nvCxnSpPr>
        <p:spPr>
          <a:xfrm>
            <a:off x="7262297" y="4486546"/>
            <a:ext cx="303293" cy="273"/>
          </a:xfrm>
          <a:prstGeom prst="straightConnector1">
            <a:avLst/>
          </a:prstGeom>
          <a:ln w="19050">
            <a:headEnd type="triangle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23" name="直接箭头连接符 622">
            <a:extLst>
              <a:ext uri="{FF2B5EF4-FFF2-40B4-BE49-F238E27FC236}">
                <a16:creationId xmlns:a16="http://schemas.microsoft.com/office/drawing/2014/main" id="{E3260790-1AEC-48D7-95A3-874559C7DB2F}"/>
              </a:ext>
            </a:extLst>
          </p:cNvPr>
          <p:cNvCxnSpPr>
            <a:cxnSpLocks/>
            <a:stCxn id="582" idx="3"/>
            <a:endCxn id="590" idx="2"/>
          </p:cNvCxnSpPr>
          <p:nvPr/>
        </p:nvCxnSpPr>
        <p:spPr>
          <a:xfrm>
            <a:off x="9035430" y="4489051"/>
            <a:ext cx="332075" cy="2818"/>
          </a:xfrm>
          <a:prstGeom prst="straightConnector1">
            <a:avLst/>
          </a:prstGeom>
          <a:ln w="19050">
            <a:headEnd type="triangle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24" name="直接箭头连接符 623">
            <a:extLst>
              <a:ext uri="{FF2B5EF4-FFF2-40B4-BE49-F238E27FC236}">
                <a16:creationId xmlns:a16="http://schemas.microsoft.com/office/drawing/2014/main" id="{5CA9A291-C669-6678-2C22-17130309EF66}"/>
              </a:ext>
            </a:extLst>
          </p:cNvPr>
          <p:cNvCxnSpPr>
            <a:cxnSpLocks/>
            <a:stCxn id="950" idx="6"/>
            <a:endCxn id="577" idx="1"/>
          </p:cNvCxnSpPr>
          <p:nvPr/>
        </p:nvCxnSpPr>
        <p:spPr>
          <a:xfrm>
            <a:off x="6410888" y="4478482"/>
            <a:ext cx="275568" cy="8064"/>
          </a:xfrm>
          <a:prstGeom prst="straightConnector1">
            <a:avLst/>
          </a:prstGeom>
          <a:ln w="19050">
            <a:headEnd type="triangle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25" name="文本框 624">
                <a:extLst>
                  <a:ext uri="{FF2B5EF4-FFF2-40B4-BE49-F238E27FC236}">
                    <a16:creationId xmlns:a16="http://schemas.microsoft.com/office/drawing/2014/main" id="{73FF6FD1-1A67-FA3A-5DFF-96AB3709E5E1}"/>
                  </a:ext>
                </a:extLst>
              </p:cNvPr>
              <p:cNvSpPr txBox="1"/>
              <p:nvPr/>
            </p:nvSpPr>
            <p:spPr>
              <a:xfrm>
                <a:off x="3730352" y="4269463"/>
                <a:ext cx="1071288" cy="400110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b="1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zh-CN" altLang="en-US" sz="2000" b="1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𝜵</m:t>
                          </m:r>
                          <m:r>
                            <a:rPr lang="en-US" altLang="zh-CN" sz="2000" b="1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𝑿</m:t>
                          </m:r>
                        </m:e>
                        <m:sub>
                          <m:r>
                            <a:rPr lang="en-US" altLang="zh-CN" sz="2000" b="1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zh-CN" altLang="en-US" sz="2000" b="1" dirty="0">
                  <a:solidFill>
                    <a:schemeClr val="accent6"/>
                  </a:solidFill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25" name="文本框 624">
                <a:extLst>
                  <a:ext uri="{FF2B5EF4-FFF2-40B4-BE49-F238E27FC236}">
                    <a16:creationId xmlns:a16="http://schemas.microsoft.com/office/drawing/2014/main" id="{73FF6FD1-1A67-FA3A-5DFF-96AB3709E5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0352" y="4269463"/>
                <a:ext cx="1071288" cy="400110"/>
              </a:xfrm>
              <a:prstGeom prst="rect">
                <a:avLst/>
              </a:prstGeom>
              <a:blipFill>
                <a:blip r:embed="rId22"/>
                <a:stretch>
                  <a:fillRect b="-1515"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6" name="文本框 625">
                <a:extLst>
                  <a:ext uri="{FF2B5EF4-FFF2-40B4-BE49-F238E27FC236}">
                    <a16:creationId xmlns:a16="http://schemas.microsoft.com/office/drawing/2014/main" id="{7928F030-BCC2-B9D1-01AC-1D4562701582}"/>
                  </a:ext>
                </a:extLst>
              </p:cNvPr>
              <p:cNvSpPr txBox="1"/>
              <p:nvPr/>
            </p:nvSpPr>
            <p:spPr>
              <a:xfrm>
                <a:off x="5561050" y="4259460"/>
                <a:ext cx="1071288" cy="400110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b="1" i="1" dirty="0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zh-CN" altLang="en-US" sz="2000" b="1" i="1" dirty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𝜵</m:t>
                          </m:r>
                          <m:r>
                            <a:rPr lang="en-US" altLang="zh-CN" sz="2000" b="1" i="1" dirty="0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𝑯</m:t>
                          </m:r>
                        </m:e>
                        <m:sub>
                          <m:r>
                            <a:rPr lang="en-US" altLang="zh-CN" sz="2000" b="1" i="1" dirty="0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zh-CN" altLang="en-US" sz="2000" b="1" dirty="0">
                  <a:solidFill>
                    <a:schemeClr val="accent5"/>
                  </a:solidFill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26" name="文本框 625">
                <a:extLst>
                  <a:ext uri="{FF2B5EF4-FFF2-40B4-BE49-F238E27FC236}">
                    <a16:creationId xmlns:a16="http://schemas.microsoft.com/office/drawing/2014/main" id="{7928F030-BCC2-B9D1-01AC-1D45627015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1050" y="4259460"/>
                <a:ext cx="1071288" cy="400110"/>
              </a:xfrm>
              <a:prstGeom prst="rect">
                <a:avLst/>
              </a:prstGeom>
              <a:blipFill>
                <a:blip r:embed="rId23"/>
                <a:stretch>
                  <a:fillRect b="-1538"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7" name="文本框 626">
                <a:extLst>
                  <a:ext uri="{FF2B5EF4-FFF2-40B4-BE49-F238E27FC236}">
                    <a16:creationId xmlns:a16="http://schemas.microsoft.com/office/drawing/2014/main" id="{9CDF7743-3F44-7283-570B-2096C267DFA0}"/>
                  </a:ext>
                </a:extLst>
              </p:cNvPr>
              <p:cNvSpPr txBox="1"/>
              <p:nvPr/>
            </p:nvSpPr>
            <p:spPr>
              <a:xfrm>
                <a:off x="7402298" y="4276699"/>
                <a:ext cx="1071288" cy="400110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b="1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zh-CN" altLang="en-US" sz="2000" b="1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𝜵</m:t>
                          </m:r>
                          <m:r>
                            <a:rPr lang="en-US" altLang="zh-CN" sz="2000" b="1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𝑿</m:t>
                          </m:r>
                        </m:e>
                        <m:sub>
                          <m:r>
                            <a:rPr lang="en-US" altLang="zh-CN" sz="2000" b="1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zh-CN" altLang="en-US" sz="2000" b="1" dirty="0">
                  <a:solidFill>
                    <a:schemeClr val="accent6"/>
                  </a:solidFill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27" name="文本框 626">
                <a:extLst>
                  <a:ext uri="{FF2B5EF4-FFF2-40B4-BE49-F238E27FC236}">
                    <a16:creationId xmlns:a16="http://schemas.microsoft.com/office/drawing/2014/main" id="{9CDF7743-3F44-7283-570B-2096C267DF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02298" y="4276699"/>
                <a:ext cx="1071288" cy="400110"/>
              </a:xfrm>
              <a:prstGeom prst="rect">
                <a:avLst/>
              </a:prstGeom>
              <a:blipFill>
                <a:blip r:embed="rId24"/>
                <a:stretch>
                  <a:fillRect b="-1538"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9" name="文本框 628">
                <a:extLst>
                  <a:ext uri="{FF2B5EF4-FFF2-40B4-BE49-F238E27FC236}">
                    <a16:creationId xmlns:a16="http://schemas.microsoft.com/office/drawing/2014/main" id="{3EDE49EE-C095-429D-8F90-B3B7949E9AED}"/>
                  </a:ext>
                </a:extLst>
              </p:cNvPr>
              <p:cNvSpPr txBox="1"/>
              <p:nvPr/>
            </p:nvSpPr>
            <p:spPr>
              <a:xfrm>
                <a:off x="9178397" y="4281460"/>
                <a:ext cx="1071288" cy="400110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b="1" i="1" dirty="0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zh-CN" altLang="en-US" sz="2000" b="1" i="1" dirty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𝜵</m:t>
                          </m:r>
                          <m:r>
                            <a:rPr lang="en-US" altLang="zh-CN" sz="2000" b="1" i="1" dirty="0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𝑯</m:t>
                          </m:r>
                        </m:e>
                        <m:sub>
                          <m:r>
                            <a:rPr lang="en-US" altLang="zh-CN" sz="2000" b="1" i="1" dirty="0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zh-CN" altLang="en-US" sz="2000" b="1" dirty="0">
                  <a:solidFill>
                    <a:schemeClr val="accent5"/>
                  </a:solidFill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29" name="文本框 628">
                <a:extLst>
                  <a:ext uri="{FF2B5EF4-FFF2-40B4-BE49-F238E27FC236}">
                    <a16:creationId xmlns:a16="http://schemas.microsoft.com/office/drawing/2014/main" id="{3EDE49EE-C095-429D-8F90-B3B7949E9A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78397" y="4281460"/>
                <a:ext cx="1071288" cy="400110"/>
              </a:xfrm>
              <a:prstGeom prst="rect">
                <a:avLst/>
              </a:prstGeom>
              <a:blipFill>
                <a:blip r:embed="rId25"/>
                <a:stretch>
                  <a:fillRect b="-1515"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30" name="直接箭头连接符 629">
            <a:extLst>
              <a:ext uri="{FF2B5EF4-FFF2-40B4-BE49-F238E27FC236}">
                <a16:creationId xmlns:a16="http://schemas.microsoft.com/office/drawing/2014/main" id="{0969A8BE-C334-6C6D-5DE7-10F3F5A4418F}"/>
              </a:ext>
            </a:extLst>
          </p:cNvPr>
          <p:cNvCxnSpPr>
            <a:cxnSpLocks/>
          </p:cNvCxnSpPr>
          <p:nvPr/>
        </p:nvCxnSpPr>
        <p:spPr>
          <a:xfrm flipH="1">
            <a:off x="9680029" y="3639153"/>
            <a:ext cx="6815" cy="633209"/>
          </a:xfrm>
          <a:prstGeom prst="straightConnector1">
            <a:avLst/>
          </a:prstGeom>
          <a:ln w="19050"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文本框 14">
            <a:extLst>
              <a:ext uri="{FF2B5EF4-FFF2-40B4-BE49-F238E27FC236}">
                <a16:creationId xmlns:a16="http://schemas.microsoft.com/office/drawing/2014/main" id="{0F0BB620-12A7-3E61-2A35-63D6AF3D51BE}"/>
              </a:ext>
            </a:extLst>
          </p:cNvPr>
          <p:cNvSpPr txBox="1"/>
          <p:nvPr/>
        </p:nvSpPr>
        <p:spPr>
          <a:xfrm>
            <a:off x="3878631" y="904624"/>
            <a:ext cx="3196345" cy="523220"/>
          </a:xfrm>
          <a:prstGeom prst="rect">
            <a:avLst/>
          </a:prstGeom>
          <a:noFill/>
          <a:ln w="19050">
            <a:noFill/>
            <a:prstDash val="solid"/>
          </a:ln>
        </p:spPr>
        <p:txBody>
          <a:bodyPr wrap="square">
            <a:spAutoFit/>
          </a:bodyPr>
          <a:lstStyle/>
          <a:p>
            <a:r>
              <a:rPr lang="en-US" altLang="zh-CN" sz="2800" dirty="0">
                <a:solidFill>
                  <a:srgbClr val="70AD47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Linear Computation</a:t>
            </a:r>
            <a:endParaRPr lang="zh-CN" altLang="en-US" sz="2800" dirty="0">
              <a:solidFill>
                <a:srgbClr val="70AD4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133408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DA50685C-B0B5-43EA-623F-901FEA968A0D}"/>
              </a:ext>
            </a:extLst>
          </p:cNvPr>
          <p:cNvSpPr/>
          <p:nvPr/>
        </p:nvSpPr>
        <p:spPr>
          <a:xfrm>
            <a:off x="1132553" y="4255613"/>
            <a:ext cx="119776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i="0" dirty="0">
                <a:latin typeface="Arial" panose="020B0604020202020204" pitchFamily="34" charset="0"/>
                <a:cs typeface="Arial" panose="020B0604020202020204" pitchFamily="34" charset="0"/>
              </a:rPr>
              <a:t>Backward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288000" y="0"/>
            <a:ext cx="11164860" cy="141763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badi" panose="020B0604020202020204" pitchFamily="34" charset="0"/>
                <a:sym typeface="+mn-ea"/>
              </a:rPr>
              <a:t>Multi-GPU GNN Systems with Data Parallelism</a:t>
            </a:r>
            <a:endParaRPr lang="en-US" altLang="zh-CN" sz="3600" dirty="0">
              <a:latin typeface="Century Gothic" panose="020B050202020202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5" name="Rectangle 10"/>
          <p:cNvSpPr/>
          <p:nvPr/>
        </p:nvSpPr>
        <p:spPr>
          <a:xfrm>
            <a:off x="0" y="420787"/>
            <a:ext cx="288000" cy="57606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657" name="矩形 656">
            <a:extLst>
              <a:ext uri="{FF2B5EF4-FFF2-40B4-BE49-F238E27FC236}">
                <a16:creationId xmlns:a16="http://schemas.microsoft.com/office/drawing/2014/main" id="{122707FE-F23D-9EC2-A658-286E52EED6F0}"/>
              </a:ext>
            </a:extLst>
          </p:cNvPr>
          <p:cNvSpPr/>
          <p:nvPr/>
        </p:nvSpPr>
        <p:spPr>
          <a:xfrm>
            <a:off x="282280" y="5640460"/>
            <a:ext cx="11668471" cy="115353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59" name="文本框 658">
            <a:extLst>
              <a:ext uri="{FF2B5EF4-FFF2-40B4-BE49-F238E27FC236}">
                <a16:creationId xmlns:a16="http://schemas.microsoft.com/office/drawing/2014/main" id="{C3325C92-8017-D209-BA86-E92D3C0460F3}"/>
              </a:ext>
            </a:extLst>
          </p:cNvPr>
          <p:cNvSpPr txBox="1"/>
          <p:nvPr/>
        </p:nvSpPr>
        <p:spPr>
          <a:xfrm>
            <a:off x="241248" y="6064139"/>
            <a:ext cx="3157268" cy="400110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FF0000"/>
                </a:solidFill>
                <a:cs typeface="Arial" panose="020B0604020202020204" pitchFamily="34" charset="0"/>
              </a:rPr>
              <a:t>The Memory of GPU 1</a:t>
            </a:r>
            <a:endParaRPr lang="zh-CN" altLang="en-US" sz="3200" b="1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  <p:grpSp>
        <p:nvGrpSpPr>
          <p:cNvPr id="597" name="组合 596">
            <a:extLst>
              <a:ext uri="{FF2B5EF4-FFF2-40B4-BE49-F238E27FC236}">
                <a16:creationId xmlns:a16="http://schemas.microsoft.com/office/drawing/2014/main" id="{A3AB9EC3-2062-BD90-4223-E74AE1176097}"/>
              </a:ext>
            </a:extLst>
          </p:cNvPr>
          <p:cNvGrpSpPr/>
          <p:nvPr/>
        </p:nvGrpSpPr>
        <p:grpSpPr>
          <a:xfrm>
            <a:off x="3460133" y="6068274"/>
            <a:ext cx="621640" cy="669775"/>
            <a:chOff x="3656357" y="6507685"/>
            <a:chExt cx="621640" cy="669775"/>
          </a:xfrm>
        </p:grpSpPr>
        <p:sp>
          <p:nvSpPr>
            <p:cNvPr id="598" name="矩形 1174">
              <a:extLst>
                <a:ext uri="{FF2B5EF4-FFF2-40B4-BE49-F238E27FC236}">
                  <a16:creationId xmlns:a16="http://schemas.microsoft.com/office/drawing/2014/main" id="{2C73A039-57CE-A483-8347-742AC622A14C}"/>
                </a:ext>
              </a:extLst>
            </p:cNvPr>
            <p:cNvSpPr/>
            <p:nvPr/>
          </p:nvSpPr>
          <p:spPr>
            <a:xfrm rot="10800000">
              <a:off x="3657805" y="7037952"/>
              <a:ext cx="618707" cy="139508"/>
            </a:xfrm>
            <a:custGeom>
              <a:avLst/>
              <a:gdLst>
                <a:gd name="connsiteX0" fmla="*/ 0 w 595706"/>
                <a:gd name="connsiteY0" fmla="*/ 0 h 92965"/>
                <a:gd name="connsiteX1" fmla="*/ 595706 w 595706"/>
                <a:gd name="connsiteY1" fmla="*/ 0 h 92965"/>
                <a:gd name="connsiteX2" fmla="*/ 595706 w 595706"/>
                <a:gd name="connsiteY2" fmla="*/ 92965 h 92965"/>
                <a:gd name="connsiteX3" fmla="*/ 0 w 595706"/>
                <a:gd name="connsiteY3" fmla="*/ 92965 h 92965"/>
                <a:gd name="connsiteX4" fmla="*/ 0 w 595706"/>
                <a:gd name="connsiteY4" fmla="*/ 0 h 92965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131 w 595837"/>
                <a:gd name="connsiteY0" fmla="*/ 0 h 148754"/>
                <a:gd name="connsiteX1" fmla="*/ 595837 w 595837"/>
                <a:gd name="connsiteY1" fmla="*/ 0 h 148754"/>
                <a:gd name="connsiteX2" fmla="*/ 595837 w 595837"/>
                <a:gd name="connsiteY2" fmla="*/ 92965 h 148754"/>
                <a:gd name="connsiteX3" fmla="*/ 131 w 595837"/>
                <a:gd name="connsiteY3" fmla="*/ 148754 h 148754"/>
                <a:gd name="connsiteX4" fmla="*/ 131 w 595837"/>
                <a:gd name="connsiteY4" fmla="*/ 0 h 148754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56571"/>
                <a:gd name="connsiteX1" fmla="*/ 595837 w 595837"/>
                <a:gd name="connsiteY1" fmla="*/ 0 h 156571"/>
                <a:gd name="connsiteX2" fmla="*/ 594316 w 595837"/>
                <a:gd name="connsiteY2" fmla="*/ 141984 h 156571"/>
                <a:gd name="connsiteX3" fmla="*/ 131 w 595837"/>
                <a:gd name="connsiteY3" fmla="*/ 140590 h 156571"/>
                <a:gd name="connsiteX4" fmla="*/ 131 w 595837"/>
                <a:gd name="connsiteY4" fmla="*/ 0 h 156571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0 w 600949"/>
                <a:gd name="connsiteY0" fmla="*/ 0 h 271309"/>
                <a:gd name="connsiteX1" fmla="*/ 600949 w 600949"/>
                <a:gd name="connsiteY1" fmla="*/ 0 h 271309"/>
                <a:gd name="connsiteX2" fmla="*/ 599428 w 600949"/>
                <a:gd name="connsiteY2" fmla="*/ 141984 h 271309"/>
                <a:gd name="connsiteX3" fmla="*/ 3722 w 600949"/>
                <a:gd name="connsiteY3" fmla="*/ 271309 h 271309"/>
                <a:gd name="connsiteX4" fmla="*/ 0 w 600949"/>
                <a:gd name="connsiteY4" fmla="*/ 0 h 271309"/>
                <a:gd name="connsiteX0" fmla="*/ 0 w 599639"/>
                <a:gd name="connsiteY0" fmla="*/ 0 h 271309"/>
                <a:gd name="connsiteX1" fmla="*/ 599639 w 599639"/>
                <a:gd name="connsiteY1" fmla="*/ 0 h 271309"/>
                <a:gd name="connsiteX2" fmla="*/ 599428 w 599639"/>
                <a:gd name="connsiteY2" fmla="*/ 141984 h 271309"/>
                <a:gd name="connsiteX3" fmla="*/ 3722 w 599639"/>
                <a:gd name="connsiteY3" fmla="*/ 271309 h 271309"/>
                <a:gd name="connsiteX4" fmla="*/ 0 w 599639"/>
                <a:gd name="connsiteY4" fmla="*/ 0 h 271309"/>
                <a:gd name="connsiteX0" fmla="*/ 0 w 597018"/>
                <a:gd name="connsiteY0" fmla="*/ 0 h 271309"/>
                <a:gd name="connsiteX1" fmla="*/ 597018 w 597018"/>
                <a:gd name="connsiteY1" fmla="*/ 0 h 271309"/>
                <a:gd name="connsiteX2" fmla="*/ 596807 w 597018"/>
                <a:gd name="connsiteY2" fmla="*/ 141984 h 271309"/>
                <a:gd name="connsiteX3" fmla="*/ 1101 w 597018"/>
                <a:gd name="connsiteY3" fmla="*/ 271309 h 271309"/>
                <a:gd name="connsiteX4" fmla="*/ 0 w 597018"/>
                <a:gd name="connsiteY4" fmla="*/ 0 h 271309"/>
                <a:gd name="connsiteX0" fmla="*/ 0 w 596807"/>
                <a:gd name="connsiteY0" fmla="*/ 0 h 271309"/>
                <a:gd name="connsiteX1" fmla="*/ 591775 w 596807"/>
                <a:gd name="connsiteY1" fmla="*/ 0 h 271309"/>
                <a:gd name="connsiteX2" fmla="*/ 596807 w 596807"/>
                <a:gd name="connsiteY2" fmla="*/ 141984 h 271309"/>
                <a:gd name="connsiteX3" fmla="*/ 1101 w 596807"/>
                <a:gd name="connsiteY3" fmla="*/ 271309 h 271309"/>
                <a:gd name="connsiteX4" fmla="*/ 0 w 596807"/>
                <a:gd name="connsiteY4" fmla="*/ 0 h 271309"/>
                <a:gd name="connsiteX0" fmla="*/ 0 w 596807"/>
                <a:gd name="connsiteY0" fmla="*/ 0 h 271309"/>
                <a:gd name="connsiteX1" fmla="*/ 595708 w 596807"/>
                <a:gd name="connsiteY1" fmla="*/ 0 h 271309"/>
                <a:gd name="connsiteX2" fmla="*/ 596807 w 596807"/>
                <a:gd name="connsiteY2" fmla="*/ 141984 h 271309"/>
                <a:gd name="connsiteX3" fmla="*/ 1101 w 596807"/>
                <a:gd name="connsiteY3" fmla="*/ 271309 h 271309"/>
                <a:gd name="connsiteX4" fmla="*/ 0 w 596807"/>
                <a:gd name="connsiteY4" fmla="*/ 0 h 271309"/>
                <a:gd name="connsiteX0" fmla="*/ 0 w 595708"/>
                <a:gd name="connsiteY0" fmla="*/ 0 h 271309"/>
                <a:gd name="connsiteX1" fmla="*/ 595708 w 595708"/>
                <a:gd name="connsiteY1" fmla="*/ 0 h 271309"/>
                <a:gd name="connsiteX2" fmla="*/ 594186 w 595708"/>
                <a:gd name="connsiteY2" fmla="*/ 141985 h 271309"/>
                <a:gd name="connsiteX3" fmla="*/ 1101 w 595708"/>
                <a:gd name="connsiteY3" fmla="*/ 271309 h 271309"/>
                <a:gd name="connsiteX4" fmla="*/ 0 w 595708"/>
                <a:gd name="connsiteY4" fmla="*/ 0 h 271309"/>
                <a:gd name="connsiteX0" fmla="*/ 0 w 596439"/>
                <a:gd name="connsiteY0" fmla="*/ 109083 h 380392"/>
                <a:gd name="connsiteX1" fmla="*/ 595708 w 596439"/>
                <a:gd name="connsiteY1" fmla="*/ 109083 h 380392"/>
                <a:gd name="connsiteX2" fmla="*/ 594186 w 596439"/>
                <a:gd name="connsiteY2" fmla="*/ 251068 h 380392"/>
                <a:gd name="connsiteX3" fmla="*/ 1101 w 596439"/>
                <a:gd name="connsiteY3" fmla="*/ 380392 h 380392"/>
                <a:gd name="connsiteX4" fmla="*/ 0 w 596439"/>
                <a:gd name="connsiteY4" fmla="*/ 109083 h 380392"/>
                <a:gd name="connsiteX0" fmla="*/ 0 w 595708"/>
                <a:gd name="connsiteY0" fmla="*/ 0 h 271309"/>
                <a:gd name="connsiteX1" fmla="*/ 595708 w 595708"/>
                <a:gd name="connsiteY1" fmla="*/ 0 h 271309"/>
                <a:gd name="connsiteX2" fmla="*/ 594186 w 595708"/>
                <a:gd name="connsiteY2" fmla="*/ 141985 h 271309"/>
                <a:gd name="connsiteX3" fmla="*/ 1101 w 595708"/>
                <a:gd name="connsiteY3" fmla="*/ 271309 h 271309"/>
                <a:gd name="connsiteX4" fmla="*/ 0 w 595708"/>
                <a:gd name="connsiteY4" fmla="*/ 0 h 271309"/>
                <a:gd name="connsiteX0" fmla="*/ 0 w 596808"/>
                <a:gd name="connsiteY0" fmla="*/ 0 h 271309"/>
                <a:gd name="connsiteX1" fmla="*/ 595708 w 596808"/>
                <a:gd name="connsiteY1" fmla="*/ 0 h 271309"/>
                <a:gd name="connsiteX2" fmla="*/ 596808 w 596808"/>
                <a:gd name="connsiteY2" fmla="*/ 141985 h 271309"/>
                <a:gd name="connsiteX3" fmla="*/ 1101 w 596808"/>
                <a:gd name="connsiteY3" fmla="*/ 271309 h 271309"/>
                <a:gd name="connsiteX4" fmla="*/ 0 w 596808"/>
                <a:gd name="connsiteY4" fmla="*/ 0 h 271309"/>
                <a:gd name="connsiteX0" fmla="*/ 0 w 596808"/>
                <a:gd name="connsiteY0" fmla="*/ 0 h 271309"/>
                <a:gd name="connsiteX1" fmla="*/ 595708 w 596808"/>
                <a:gd name="connsiteY1" fmla="*/ 0 h 271309"/>
                <a:gd name="connsiteX2" fmla="*/ 596808 w 596808"/>
                <a:gd name="connsiteY2" fmla="*/ 141985 h 271309"/>
                <a:gd name="connsiteX3" fmla="*/ 1101 w 596808"/>
                <a:gd name="connsiteY3" fmla="*/ 271309 h 271309"/>
                <a:gd name="connsiteX4" fmla="*/ 0 w 596808"/>
                <a:gd name="connsiteY4" fmla="*/ 0 h 271309"/>
                <a:gd name="connsiteX0" fmla="*/ 0 w 596808"/>
                <a:gd name="connsiteY0" fmla="*/ 0 h 271309"/>
                <a:gd name="connsiteX1" fmla="*/ 595708 w 596808"/>
                <a:gd name="connsiteY1" fmla="*/ 0 h 271309"/>
                <a:gd name="connsiteX2" fmla="*/ 596808 w 596808"/>
                <a:gd name="connsiteY2" fmla="*/ 141985 h 271309"/>
                <a:gd name="connsiteX3" fmla="*/ 1101 w 596808"/>
                <a:gd name="connsiteY3" fmla="*/ 271309 h 271309"/>
                <a:gd name="connsiteX4" fmla="*/ 0 w 596808"/>
                <a:gd name="connsiteY4" fmla="*/ 0 h 271309"/>
                <a:gd name="connsiteX0" fmla="*/ 0 w 595708"/>
                <a:gd name="connsiteY0" fmla="*/ 0 h 271309"/>
                <a:gd name="connsiteX1" fmla="*/ 595708 w 595708"/>
                <a:gd name="connsiteY1" fmla="*/ 0 h 271309"/>
                <a:gd name="connsiteX2" fmla="*/ 594186 w 595708"/>
                <a:gd name="connsiteY2" fmla="*/ 141985 h 271309"/>
                <a:gd name="connsiteX3" fmla="*/ 1101 w 595708"/>
                <a:gd name="connsiteY3" fmla="*/ 271309 h 271309"/>
                <a:gd name="connsiteX4" fmla="*/ 0 w 595708"/>
                <a:gd name="connsiteY4" fmla="*/ 0 h 271309"/>
                <a:gd name="connsiteX0" fmla="*/ 0 w 595708"/>
                <a:gd name="connsiteY0" fmla="*/ 0 h 271309"/>
                <a:gd name="connsiteX1" fmla="*/ 595708 w 595708"/>
                <a:gd name="connsiteY1" fmla="*/ 0 h 271309"/>
                <a:gd name="connsiteX2" fmla="*/ 594186 w 595708"/>
                <a:gd name="connsiteY2" fmla="*/ 141985 h 271309"/>
                <a:gd name="connsiteX3" fmla="*/ 1101 w 595708"/>
                <a:gd name="connsiteY3" fmla="*/ 271309 h 271309"/>
                <a:gd name="connsiteX4" fmla="*/ 0 w 595708"/>
                <a:gd name="connsiteY4" fmla="*/ 0 h 271309"/>
                <a:gd name="connsiteX0" fmla="*/ 0 w 595936"/>
                <a:gd name="connsiteY0" fmla="*/ 0 h 271309"/>
                <a:gd name="connsiteX1" fmla="*/ 595708 w 595936"/>
                <a:gd name="connsiteY1" fmla="*/ 0 h 271309"/>
                <a:gd name="connsiteX2" fmla="*/ 594186 w 595936"/>
                <a:gd name="connsiteY2" fmla="*/ 141985 h 271309"/>
                <a:gd name="connsiteX3" fmla="*/ 1101 w 595936"/>
                <a:gd name="connsiteY3" fmla="*/ 271309 h 271309"/>
                <a:gd name="connsiteX4" fmla="*/ 0 w 595936"/>
                <a:gd name="connsiteY4" fmla="*/ 0 h 271309"/>
                <a:gd name="connsiteX0" fmla="*/ 319 w 596255"/>
                <a:gd name="connsiteY0" fmla="*/ 0 h 271309"/>
                <a:gd name="connsiteX1" fmla="*/ 596027 w 596255"/>
                <a:gd name="connsiteY1" fmla="*/ 0 h 271309"/>
                <a:gd name="connsiteX2" fmla="*/ 594505 w 596255"/>
                <a:gd name="connsiteY2" fmla="*/ 141985 h 271309"/>
                <a:gd name="connsiteX3" fmla="*/ 110 w 596255"/>
                <a:gd name="connsiteY3" fmla="*/ 271309 h 271309"/>
                <a:gd name="connsiteX4" fmla="*/ 319 w 596255"/>
                <a:gd name="connsiteY4" fmla="*/ 0 h 271309"/>
                <a:gd name="connsiteX0" fmla="*/ 0 w 595936"/>
                <a:gd name="connsiteY0" fmla="*/ 0 h 271309"/>
                <a:gd name="connsiteX1" fmla="*/ 595708 w 595936"/>
                <a:gd name="connsiteY1" fmla="*/ 0 h 271309"/>
                <a:gd name="connsiteX2" fmla="*/ 594186 w 595936"/>
                <a:gd name="connsiteY2" fmla="*/ 141985 h 271309"/>
                <a:gd name="connsiteX3" fmla="*/ 1101 w 595936"/>
                <a:gd name="connsiteY3" fmla="*/ 271309 h 271309"/>
                <a:gd name="connsiteX4" fmla="*/ 0 w 595936"/>
                <a:gd name="connsiteY4" fmla="*/ 0 h 271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5936" h="271309">
                  <a:moveTo>
                    <a:pt x="0" y="0"/>
                  </a:moveTo>
                  <a:lnTo>
                    <a:pt x="595708" y="0"/>
                  </a:lnTo>
                  <a:cubicBezTo>
                    <a:pt x="595708" y="30988"/>
                    <a:pt x="596806" y="39550"/>
                    <a:pt x="594186" y="141985"/>
                  </a:cubicBezTo>
                  <a:cubicBezTo>
                    <a:pt x="404809" y="352086"/>
                    <a:pt x="341643" y="22672"/>
                    <a:pt x="1101" y="271309"/>
                  </a:cubicBezTo>
                  <a:cubicBezTo>
                    <a:pt x="647" y="226260"/>
                    <a:pt x="454" y="45049"/>
                    <a:pt x="0" y="0"/>
                  </a:cubicBez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599" name="组合 598">
              <a:extLst>
                <a:ext uri="{FF2B5EF4-FFF2-40B4-BE49-F238E27FC236}">
                  <a16:creationId xmlns:a16="http://schemas.microsoft.com/office/drawing/2014/main" id="{886584A2-8F14-0343-BBB5-66400C61BE8D}"/>
                </a:ext>
              </a:extLst>
            </p:cNvPr>
            <p:cNvGrpSpPr/>
            <p:nvPr/>
          </p:nvGrpSpPr>
          <p:grpSpPr>
            <a:xfrm>
              <a:off x="3656357" y="6507685"/>
              <a:ext cx="621640" cy="663817"/>
              <a:chOff x="3656357" y="6507685"/>
              <a:chExt cx="621640" cy="663817"/>
            </a:xfrm>
          </p:grpSpPr>
          <p:sp>
            <p:nvSpPr>
              <p:cNvPr id="600" name="矩形 599">
                <a:extLst>
                  <a:ext uri="{FF2B5EF4-FFF2-40B4-BE49-F238E27FC236}">
                    <a16:creationId xmlns:a16="http://schemas.microsoft.com/office/drawing/2014/main" id="{2F6AB136-4DF9-AA70-40CA-8EDCA4A1FE98}"/>
                  </a:ext>
                </a:extLst>
              </p:cNvPr>
              <p:cNvSpPr/>
              <p:nvPr/>
            </p:nvSpPr>
            <p:spPr>
              <a:xfrm>
                <a:off x="3656465" y="6640950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01" name="矩形 600">
                <a:extLst>
                  <a:ext uri="{FF2B5EF4-FFF2-40B4-BE49-F238E27FC236}">
                    <a16:creationId xmlns:a16="http://schemas.microsoft.com/office/drawing/2014/main" id="{C982E763-E1FC-89BD-FB27-F448F1BC94EB}"/>
                  </a:ext>
                </a:extLst>
              </p:cNvPr>
              <p:cNvSpPr/>
              <p:nvPr/>
            </p:nvSpPr>
            <p:spPr>
              <a:xfrm>
                <a:off x="3811875" y="6640950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02" name="矩形 601">
                <a:extLst>
                  <a:ext uri="{FF2B5EF4-FFF2-40B4-BE49-F238E27FC236}">
                    <a16:creationId xmlns:a16="http://schemas.microsoft.com/office/drawing/2014/main" id="{892005E8-9890-7EEE-DF73-CF2E818B6F00}"/>
                  </a:ext>
                </a:extLst>
              </p:cNvPr>
              <p:cNvSpPr/>
              <p:nvPr/>
            </p:nvSpPr>
            <p:spPr>
              <a:xfrm>
                <a:off x="3967285" y="6640950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03" name="矩形 602">
                <a:extLst>
                  <a:ext uri="{FF2B5EF4-FFF2-40B4-BE49-F238E27FC236}">
                    <a16:creationId xmlns:a16="http://schemas.microsoft.com/office/drawing/2014/main" id="{61A23AB9-1225-584B-F902-9B329100B108}"/>
                  </a:ext>
                </a:extLst>
              </p:cNvPr>
              <p:cNvSpPr/>
              <p:nvPr/>
            </p:nvSpPr>
            <p:spPr>
              <a:xfrm>
                <a:off x="4122695" y="6640950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04" name="矩形 603">
                <a:extLst>
                  <a:ext uri="{FF2B5EF4-FFF2-40B4-BE49-F238E27FC236}">
                    <a16:creationId xmlns:a16="http://schemas.microsoft.com/office/drawing/2014/main" id="{B2BB2A90-9AC8-D6F5-61F6-B9FE661445A1}"/>
                  </a:ext>
                </a:extLst>
              </p:cNvPr>
              <p:cNvSpPr/>
              <p:nvPr/>
            </p:nvSpPr>
            <p:spPr>
              <a:xfrm>
                <a:off x="3656465" y="6773574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05" name="矩形 604">
                <a:extLst>
                  <a:ext uri="{FF2B5EF4-FFF2-40B4-BE49-F238E27FC236}">
                    <a16:creationId xmlns:a16="http://schemas.microsoft.com/office/drawing/2014/main" id="{97399F19-77FD-4D0C-89BD-177D20715424}"/>
                  </a:ext>
                </a:extLst>
              </p:cNvPr>
              <p:cNvSpPr/>
              <p:nvPr/>
            </p:nvSpPr>
            <p:spPr>
              <a:xfrm>
                <a:off x="3811875" y="6773574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06" name="矩形 605">
                <a:extLst>
                  <a:ext uri="{FF2B5EF4-FFF2-40B4-BE49-F238E27FC236}">
                    <a16:creationId xmlns:a16="http://schemas.microsoft.com/office/drawing/2014/main" id="{B3745597-7EEE-5B6E-8368-905AA95F54B2}"/>
                  </a:ext>
                </a:extLst>
              </p:cNvPr>
              <p:cNvSpPr/>
              <p:nvPr/>
            </p:nvSpPr>
            <p:spPr>
              <a:xfrm>
                <a:off x="3967285" y="6773574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07" name="矩形 606">
                <a:extLst>
                  <a:ext uri="{FF2B5EF4-FFF2-40B4-BE49-F238E27FC236}">
                    <a16:creationId xmlns:a16="http://schemas.microsoft.com/office/drawing/2014/main" id="{8AD8ADEC-A240-398B-E5E0-3602D92F07E1}"/>
                  </a:ext>
                </a:extLst>
              </p:cNvPr>
              <p:cNvSpPr/>
              <p:nvPr/>
            </p:nvSpPr>
            <p:spPr>
              <a:xfrm>
                <a:off x="4122695" y="6773574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08" name="矩形 607">
                <a:extLst>
                  <a:ext uri="{FF2B5EF4-FFF2-40B4-BE49-F238E27FC236}">
                    <a16:creationId xmlns:a16="http://schemas.microsoft.com/office/drawing/2014/main" id="{7FDACAFC-F9A5-AAD7-00BA-680264C4398C}"/>
                  </a:ext>
                </a:extLst>
              </p:cNvPr>
              <p:cNvSpPr/>
              <p:nvPr/>
            </p:nvSpPr>
            <p:spPr>
              <a:xfrm>
                <a:off x="3656357" y="690625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09" name="矩形 608">
                <a:extLst>
                  <a:ext uri="{FF2B5EF4-FFF2-40B4-BE49-F238E27FC236}">
                    <a16:creationId xmlns:a16="http://schemas.microsoft.com/office/drawing/2014/main" id="{7FD77AC2-55D6-267D-FC85-C0386F52E383}"/>
                  </a:ext>
                </a:extLst>
              </p:cNvPr>
              <p:cNvSpPr/>
              <p:nvPr/>
            </p:nvSpPr>
            <p:spPr>
              <a:xfrm>
                <a:off x="3811767" y="690625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0" name="矩形 609">
                <a:extLst>
                  <a:ext uri="{FF2B5EF4-FFF2-40B4-BE49-F238E27FC236}">
                    <a16:creationId xmlns:a16="http://schemas.microsoft.com/office/drawing/2014/main" id="{2F4429C3-A915-E5A9-AE97-B6B6310F3B74}"/>
                  </a:ext>
                </a:extLst>
              </p:cNvPr>
              <p:cNvSpPr/>
              <p:nvPr/>
            </p:nvSpPr>
            <p:spPr>
              <a:xfrm>
                <a:off x="3967177" y="690625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1" name="矩形 610">
                <a:extLst>
                  <a:ext uri="{FF2B5EF4-FFF2-40B4-BE49-F238E27FC236}">
                    <a16:creationId xmlns:a16="http://schemas.microsoft.com/office/drawing/2014/main" id="{8603E164-2A0F-0F94-7C6F-E575B286D3A4}"/>
                  </a:ext>
                </a:extLst>
              </p:cNvPr>
              <p:cNvSpPr/>
              <p:nvPr/>
            </p:nvSpPr>
            <p:spPr>
              <a:xfrm>
                <a:off x="4122587" y="690625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2" name="矩形 611">
                <a:extLst>
                  <a:ext uri="{FF2B5EF4-FFF2-40B4-BE49-F238E27FC236}">
                    <a16:creationId xmlns:a16="http://schemas.microsoft.com/office/drawing/2014/main" id="{1BC2E19B-DAAF-F176-5CD9-564B33518FB3}"/>
                  </a:ext>
                </a:extLst>
              </p:cNvPr>
              <p:cNvSpPr/>
              <p:nvPr/>
            </p:nvSpPr>
            <p:spPr>
              <a:xfrm>
                <a:off x="3656357" y="7038879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3" name="矩形 612">
                <a:extLst>
                  <a:ext uri="{FF2B5EF4-FFF2-40B4-BE49-F238E27FC236}">
                    <a16:creationId xmlns:a16="http://schemas.microsoft.com/office/drawing/2014/main" id="{9ACDC26D-3623-8362-B0F8-52BF01ACA767}"/>
                  </a:ext>
                </a:extLst>
              </p:cNvPr>
              <p:cNvSpPr/>
              <p:nvPr/>
            </p:nvSpPr>
            <p:spPr>
              <a:xfrm>
                <a:off x="3811767" y="7038879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4" name="矩形 613">
                <a:extLst>
                  <a:ext uri="{FF2B5EF4-FFF2-40B4-BE49-F238E27FC236}">
                    <a16:creationId xmlns:a16="http://schemas.microsoft.com/office/drawing/2014/main" id="{4AF5F51E-45D8-D058-0507-B6143893702C}"/>
                  </a:ext>
                </a:extLst>
              </p:cNvPr>
              <p:cNvSpPr/>
              <p:nvPr/>
            </p:nvSpPr>
            <p:spPr>
              <a:xfrm>
                <a:off x="3967177" y="7038879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5" name="矩形 614">
                <a:extLst>
                  <a:ext uri="{FF2B5EF4-FFF2-40B4-BE49-F238E27FC236}">
                    <a16:creationId xmlns:a16="http://schemas.microsoft.com/office/drawing/2014/main" id="{87DE4D0D-7583-AC0C-B789-27A568D23CDF}"/>
                  </a:ext>
                </a:extLst>
              </p:cNvPr>
              <p:cNvSpPr/>
              <p:nvPr/>
            </p:nvSpPr>
            <p:spPr>
              <a:xfrm>
                <a:off x="4122587" y="7038879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6" name="矩形 615">
                <a:extLst>
                  <a:ext uri="{FF2B5EF4-FFF2-40B4-BE49-F238E27FC236}">
                    <a16:creationId xmlns:a16="http://schemas.microsoft.com/office/drawing/2014/main" id="{24C4F8F9-5418-C8F6-71E3-7606319331C5}"/>
                  </a:ext>
                </a:extLst>
              </p:cNvPr>
              <p:cNvSpPr/>
              <p:nvPr/>
            </p:nvSpPr>
            <p:spPr>
              <a:xfrm>
                <a:off x="3656357" y="650768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7" name="矩形 616">
                <a:extLst>
                  <a:ext uri="{FF2B5EF4-FFF2-40B4-BE49-F238E27FC236}">
                    <a16:creationId xmlns:a16="http://schemas.microsoft.com/office/drawing/2014/main" id="{22A8450A-9A05-1780-BE46-D9B2B0DE9DC7}"/>
                  </a:ext>
                </a:extLst>
              </p:cNvPr>
              <p:cNvSpPr/>
              <p:nvPr/>
            </p:nvSpPr>
            <p:spPr>
              <a:xfrm>
                <a:off x="3811767" y="650768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8" name="矩形 617">
                <a:extLst>
                  <a:ext uri="{FF2B5EF4-FFF2-40B4-BE49-F238E27FC236}">
                    <a16:creationId xmlns:a16="http://schemas.microsoft.com/office/drawing/2014/main" id="{F7796BBB-1D48-96B4-B8AE-FFD73B3832BD}"/>
                  </a:ext>
                </a:extLst>
              </p:cNvPr>
              <p:cNvSpPr/>
              <p:nvPr/>
            </p:nvSpPr>
            <p:spPr>
              <a:xfrm>
                <a:off x="3967177" y="650768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9" name="矩形 618">
                <a:extLst>
                  <a:ext uri="{FF2B5EF4-FFF2-40B4-BE49-F238E27FC236}">
                    <a16:creationId xmlns:a16="http://schemas.microsoft.com/office/drawing/2014/main" id="{A70362E8-F65D-0FC6-A927-56EE86569818}"/>
                  </a:ext>
                </a:extLst>
              </p:cNvPr>
              <p:cNvSpPr/>
              <p:nvPr/>
            </p:nvSpPr>
            <p:spPr>
              <a:xfrm>
                <a:off x="4122587" y="650768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779" name="组合 778">
            <a:extLst>
              <a:ext uri="{FF2B5EF4-FFF2-40B4-BE49-F238E27FC236}">
                <a16:creationId xmlns:a16="http://schemas.microsoft.com/office/drawing/2014/main" id="{AC900855-69EC-7D36-A03A-013E1B064C62}"/>
              </a:ext>
            </a:extLst>
          </p:cNvPr>
          <p:cNvGrpSpPr/>
          <p:nvPr/>
        </p:nvGrpSpPr>
        <p:grpSpPr>
          <a:xfrm>
            <a:off x="4623775" y="6074232"/>
            <a:ext cx="621640" cy="663817"/>
            <a:chOff x="4341455" y="6517035"/>
            <a:chExt cx="621640" cy="663817"/>
          </a:xfrm>
        </p:grpSpPr>
        <p:sp>
          <p:nvSpPr>
            <p:cNvPr id="780" name="矩形 1174">
              <a:extLst>
                <a:ext uri="{FF2B5EF4-FFF2-40B4-BE49-F238E27FC236}">
                  <a16:creationId xmlns:a16="http://schemas.microsoft.com/office/drawing/2014/main" id="{0498E65D-32FE-9D0B-DB90-613DBE3457EA}"/>
                </a:ext>
              </a:extLst>
            </p:cNvPr>
            <p:cNvSpPr/>
            <p:nvPr/>
          </p:nvSpPr>
          <p:spPr>
            <a:xfrm rot="10800000">
              <a:off x="4342830" y="6886022"/>
              <a:ext cx="618706" cy="226680"/>
            </a:xfrm>
            <a:custGeom>
              <a:avLst/>
              <a:gdLst>
                <a:gd name="connsiteX0" fmla="*/ 0 w 595706"/>
                <a:gd name="connsiteY0" fmla="*/ 0 h 92965"/>
                <a:gd name="connsiteX1" fmla="*/ 595706 w 595706"/>
                <a:gd name="connsiteY1" fmla="*/ 0 h 92965"/>
                <a:gd name="connsiteX2" fmla="*/ 595706 w 595706"/>
                <a:gd name="connsiteY2" fmla="*/ 92965 h 92965"/>
                <a:gd name="connsiteX3" fmla="*/ 0 w 595706"/>
                <a:gd name="connsiteY3" fmla="*/ 92965 h 92965"/>
                <a:gd name="connsiteX4" fmla="*/ 0 w 595706"/>
                <a:gd name="connsiteY4" fmla="*/ 0 h 92965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1422 w 594406"/>
                <a:gd name="connsiteY0" fmla="*/ 21376 h 135147"/>
                <a:gd name="connsiteX1" fmla="*/ 594406 w 594406"/>
                <a:gd name="connsiteY1" fmla="*/ 0 h 135147"/>
                <a:gd name="connsiteX2" fmla="*/ 594406 w 594406"/>
                <a:gd name="connsiteY2" fmla="*/ 92965 h 135147"/>
                <a:gd name="connsiteX3" fmla="*/ 61 w 594406"/>
                <a:gd name="connsiteY3" fmla="*/ 135147 h 135147"/>
                <a:gd name="connsiteX4" fmla="*/ 1422 w 594406"/>
                <a:gd name="connsiteY4" fmla="*/ 21376 h 135147"/>
                <a:gd name="connsiteX0" fmla="*/ 1422 w 594406"/>
                <a:gd name="connsiteY0" fmla="*/ 15599 h 135147"/>
                <a:gd name="connsiteX1" fmla="*/ 594406 w 594406"/>
                <a:gd name="connsiteY1" fmla="*/ 0 h 135147"/>
                <a:gd name="connsiteX2" fmla="*/ 594406 w 594406"/>
                <a:gd name="connsiteY2" fmla="*/ 92965 h 135147"/>
                <a:gd name="connsiteX3" fmla="*/ 61 w 594406"/>
                <a:gd name="connsiteY3" fmla="*/ 135147 h 135147"/>
                <a:gd name="connsiteX4" fmla="*/ 1422 w 594406"/>
                <a:gd name="connsiteY4" fmla="*/ 15599 h 135147"/>
                <a:gd name="connsiteX0" fmla="*/ 131 w 594476"/>
                <a:gd name="connsiteY0" fmla="*/ 4622 h 135147"/>
                <a:gd name="connsiteX1" fmla="*/ 594476 w 594476"/>
                <a:gd name="connsiteY1" fmla="*/ 0 h 135147"/>
                <a:gd name="connsiteX2" fmla="*/ 594476 w 594476"/>
                <a:gd name="connsiteY2" fmla="*/ 92965 h 135147"/>
                <a:gd name="connsiteX3" fmla="*/ 131 w 594476"/>
                <a:gd name="connsiteY3" fmla="*/ 135147 h 135147"/>
                <a:gd name="connsiteX4" fmla="*/ 131 w 594476"/>
                <a:gd name="connsiteY4" fmla="*/ 4622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22423 h 139660"/>
                <a:gd name="connsiteX1" fmla="*/ 595706 w 595706"/>
                <a:gd name="connsiteY1" fmla="*/ 4513 h 139660"/>
                <a:gd name="connsiteX2" fmla="*/ 595706 w 595706"/>
                <a:gd name="connsiteY2" fmla="*/ 97478 h 139660"/>
                <a:gd name="connsiteX3" fmla="*/ 1361 w 595706"/>
                <a:gd name="connsiteY3" fmla="*/ 139660 h 139660"/>
                <a:gd name="connsiteX4" fmla="*/ 0 w 595706"/>
                <a:gd name="connsiteY4" fmla="*/ 22423 h 139660"/>
                <a:gd name="connsiteX0" fmla="*/ 0 w 595706"/>
                <a:gd name="connsiteY0" fmla="*/ 26413 h 143650"/>
                <a:gd name="connsiteX1" fmla="*/ 595706 w 595706"/>
                <a:gd name="connsiteY1" fmla="*/ 8503 h 143650"/>
                <a:gd name="connsiteX2" fmla="*/ 595706 w 595706"/>
                <a:gd name="connsiteY2" fmla="*/ 101468 h 143650"/>
                <a:gd name="connsiteX3" fmla="*/ 1361 w 595706"/>
                <a:gd name="connsiteY3" fmla="*/ 143650 h 143650"/>
                <a:gd name="connsiteX4" fmla="*/ 0 w 595706"/>
                <a:gd name="connsiteY4" fmla="*/ 26413 h 143650"/>
                <a:gd name="connsiteX0" fmla="*/ 0 w 595706"/>
                <a:gd name="connsiteY0" fmla="*/ 21286 h 138523"/>
                <a:gd name="connsiteX1" fmla="*/ 595706 w 595706"/>
                <a:gd name="connsiteY1" fmla="*/ 3376 h 138523"/>
                <a:gd name="connsiteX2" fmla="*/ 595706 w 595706"/>
                <a:gd name="connsiteY2" fmla="*/ 96341 h 138523"/>
                <a:gd name="connsiteX3" fmla="*/ 1361 w 595706"/>
                <a:gd name="connsiteY3" fmla="*/ 138523 h 138523"/>
                <a:gd name="connsiteX4" fmla="*/ 0 w 595706"/>
                <a:gd name="connsiteY4" fmla="*/ 21286 h 138523"/>
                <a:gd name="connsiteX0" fmla="*/ 0 w 595706"/>
                <a:gd name="connsiteY0" fmla="*/ 22534 h 139771"/>
                <a:gd name="connsiteX1" fmla="*/ 595706 w 595706"/>
                <a:gd name="connsiteY1" fmla="*/ 4624 h 139771"/>
                <a:gd name="connsiteX2" fmla="*/ 595706 w 595706"/>
                <a:gd name="connsiteY2" fmla="*/ 97589 h 139771"/>
                <a:gd name="connsiteX3" fmla="*/ 1361 w 595706"/>
                <a:gd name="connsiteY3" fmla="*/ 139771 h 139771"/>
                <a:gd name="connsiteX4" fmla="*/ 0 w 595706"/>
                <a:gd name="connsiteY4" fmla="*/ 22534 h 139771"/>
                <a:gd name="connsiteX0" fmla="*/ 0 w 595706"/>
                <a:gd name="connsiteY0" fmla="*/ 23494 h 140731"/>
                <a:gd name="connsiteX1" fmla="*/ 595706 w 595706"/>
                <a:gd name="connsiteY1" fmla="*/ 2118 h 140731"/>
                <a:gd name="connsiteX2" fmla="*/ 595706 w 595706"/>
                <a:gd name="connsiteY2" fmla="*/ 98549 h 140731"/>
                <a:gd name="connsiteX3" fmla="*/ 1361 w 595706"/>
                <a:gd name="connsiteY3" fmla="*/ 140731 h 140731"/>
                <a:gd name="connsiteX4" fmla="*/ 0 w 595706"/>
                <a:gd name="connsiteY4" fmla="*/ 23494 h 140731"/>
                <a:gd name="connsiteX0" fmla="*/ 0 w 595706"/>
                <a:gd name="connsiteY0" fmla="*/ 23494 h 140731"/>
                <a:gd name="connsiteX1" fmla="*/ 595706 w 595706"/>
                <a:gd name="connsiteY1" fmla="*/ 2118 h 140731"/>
                <a:gd name="connsiteX2" fmla="*/ 595706 w 595706"/>
                <a:gd name="connsiteY2" fmla="*/ 98549 h 140731"/>
                <a:gd name="connsiteX3" fmla="*/ 1361 w 595706"/>
                <a:gd name="connsiteY3" fmla="*/ 140731 h 140731"/>
                <a:gd name="connsiteX4" fmla="*/ 0 w 595706"/>
                <a:gd name="connsiteY4" fmla="*/ 23494 h 140731"/>
                <a:gd name="connsiteX0" fmla="*/ 0 w 595706"/>
                <a:gd name="connsiteY0" fmla="*/ 25030 h 142267"/>
                <a:gd name="connsiteX1" fmla="*/ 595706 w 595706"/>
                <a:gd name="connsiteY1" fmla="*/ 3654 h 142267"/>
                <a:gd name="connsiteX2" fmla="*/ 595706 w 595706"/>
                <a:gd name="connsiteY2" fmla="*/ 100085 h 142267"/>
                <a:gd name="connsiteX3" fmla="*/ 1361 w 595706"/>
                <a:gd name="connsiteY3" fmla="*/ 142267 h 142267"/>
                <a:gd name="connsiteX4" fmla="*/ 0 w 595706"/>
                <a:gd name="connsiteY4" fmla="*/ 25030 h 142267"/>
                <a:gd name="connsiteX0" fmla="*/ 0 w 595706"/>
                <a:gd name="connsiteY0" fmla="*/ 22091 h 139328"/>
                <a:gd name="connsiteX1" fmla="*/ 595706 w 595706"/>
                <a:gd name="connsiteY1" fmla="*/ 715 h 139328"/>
                <a:gd name="connsiteX2" fmla="*/ 595706 w 595706"/>
                <a:gd name="connsiteY2" fmla="*/ 97146 h 139328"/>
                <a:gd name="connsiteX3" fmla="*/ 1361 w 595706"/>
                <a:gd name="connsiteY3" fmla="*/ 139328 h 139328"/>
                <a:gd name="connsiteX4" fmla="*/ 0 w 595706"/>
                <a:gd name="connsiteY4" fmla="*/ 22091 h 139328"/>
                <a:gd name="connsiteX0" fmla="*/ 0 w 595706"/>
                <a:gd name="connsiteY0" fmla="*/ 23573 h 140810"/>
                <a:gd name="connsiteX1" fmla="*/ 595706 w 595706"/>
                <a:gd name="connsiteY1" fmla="*/ 2197 h 140810"/>
                <a:gd name="connsiteX2" fmla="*/ 595706 w 595706"/>
                <a:gd name="connsiteY2" fmla="*/ 98628 h 140810"/>
                <a:gd name="connsiteX3" fmla="*/ 1361 w 595706"/>
                <a:gd name="connsiteY3" fmla="*/ 140810 h 140810"/>
                <a:gd name="connsiteX4" fmla="*/ 0 w 595706"/>
                <a:gd name="connsiteY4" fmla="*/ 23573 h 140810"/>
                <a:gd name="connsiteX0" fmla="*/ 0 w 595706"/>
                <a:gd name="connsiteY0" fmla="*/ 21908 h 139145"/>
                <a:gd name="connsiteX1" fmla="*/ 595706 w 595706"/>
                <a:gd name="connsiteY1" fmla="*/ 532 h 139145"/>
                <a:gd name="connsiteX2" fmla="*/ 595706 w 595706"/>
                <a:gd name="connsiteY2" fmla="*/ 96963 h 139145"/>
                <a:gd name="connsiteX3" fmla="*/ 1361 w 595706"/>
                <a:gd name="connsiteY3" fmla="*/ 139145 h 139145"/>
                <a:gd name="connsiteX4" fmla="*/ 0 w 595706"/>
                <a:gd name="connsiteY4" fmla="*/ 21908 h 139145"/>
                <a:gd name="connsiteX0" fmla="*/ 0 w 595706"/>
                <a:gd name="connsiteY0" fmla="*/ 23863 h 141100"/>
                <a:gd name="connsiteX1" fmla="*/ 595706 w 595706"/>
                <a:gd name="connsiteY1" fmla="*/ 2487 h 141100"/>
                <a:gd name="connsiteX2" fmla="*/ 595706 w 595706"/>
                <a:gd name="connsiteY2" fmla="*/ 98918 h 141100"/>
                <a:gd name="connsiteX3" fmla="*/ 1361 w 595706"/>
                <a:gd name="connsiteY3" fmla="*/ 141100 h 141100"/>
                <a:gd name="connsiteX4" fmla="*/ 0 w 595706"/>
                <a:gd name="connsiteY4" fmla="*/ 23863 h 141100"/>
                <a:gd name="connsiteX0" fmla="*/ 0 w 595706"/>
                <a:gd name="connsiteY0" fmla="*/ 24472 h 141709"/>
                <a:gd name="connsiteX1" fmla="*/ 595706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0 w 595706"/>
                <a:gd name="connsiteY0" fmla="*/ 24267 h 141504"/>
                <a:gd name="connsiteX1" fmla="*/ 595706 w 595706"/>
                <a:gd name="connsiteY1" fmla="*/ 2891 h 141504"/>
                <a:gd name="connsiteX2" fmla="*/ 595706 w 595706"/>
                <a:gd name="connsiteY2" fmla="*/ 99322 h 141504"/>
                <a:gd name="connsiteX3" fmla="*/ 1361 w 595706"/>
                <a:gd name="connsiteY3" fmla="*/ 141504 h 141504"/>
                <a:gd name="connsiteX4" fmla="*/ 0 w 595706"/>
                <a:gd name="connsiteY4" fmla="*/ 24267 h 141504"/>
                <a:gd name="connsiteX0" fmla="*/ 0 w 595706"/>
                <a:gd name="connsiteY0" fmla="*/ 24472 h 141709"/>
                <a:gd name="connsiteX1" fmla="*/ 595706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0 w 595706"/>
                <a:gd name="connsiteY0" fmla="*/ 24472 h 141709"/>
                <a:gd name="connsiteX1" fmla="*/ 594353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124 w 595830"/>
                <a:gd name="connsiteY0" fmla="*/ 24472 h 141709"/>
                <a:gd name="connsiteX1" fmla="*/ 594477 w 595830"/>
                <a:gd name="connsiteY1" fmla="*/ 3096 h 141709"/>
                <a:gd name="connsiteX2" fmla="*/ 595830 w 595830"/>
                <a:gd name="connsiteY2" fmla="*/ 99527 h 141709"/>
                <a:gd name="connsiteX3" fmla="*/ 131 w 595830"/>
                <a:gd name="connsiteY3" fmla="*/ 141709 h 141709"/>
                <a:gd name="connsiteX4" fmla="*/ 124 w 595830"/>
                <a:gd name="connsiteY4" fmla="*/ 24472 h 141709"/>
                <a:gd name="connsiteX0" fmla="*/ 124 w 597179"/>
                <a:gd name="connsiteY0" fmla="*/ 25207 h 142444"/>
                <a:gd name="connsiteX1" fmla="*/ 597179 w 597179"/>
                <a:gd name="connsiteY1" fmla="*/ 481 h 142444"/>
                <a:gd name="connsiteX2" fmla="*/ 595830 w 597179"/>
                <a:gd name="connsiteY2" fmla="*/ 100262 h 142444"/>
                <a:gd name="connsiteX3" fmla="*/ 131 w 597179"/>
                <a:gd name="connsiteY3" fmla="*/ 142444 h 142444"/>
                <a:gd name="connsiteX4" fmla="*/ 124 w 597179"/>
                <a:gd name="connsiteY4" fmla="*/ 25207 h 142444"/>
                <a:gd name="connsiteX0" fmla="*/ 124 w 595889"/>
                <a:gd name="connsiteY0" fmla="*/ 25842 h 143079"/>
                <a:gd name="connsiteX1" fmla="*/ 594477 w 595889"/>
                <a:gd name="connsiteY1" fmla="*/ 0 h 143079"/>
                <a:gd name="connsiteX2" fmla="*/ 595830 w 595889"/>
                <a:gd name="connsiteY2" fmla="*/ 100897 h 143079"/>
                <a:gd name="connsiteX3" fmla="*/ 131 w 595889"/>
                <a:gd name="connsiteY3" fmla="*/ 143079 h 143079"/>
                <a:gd name="connsiteX4" fmla="*/ 124 w 595889"/>
                <a:gd name="connsiteY4" fmla="*/ 25842 h 143079"/>
                <a:gd name="connsiteX0" fmla="*/ 124 w 595889"/>
                <a:gd name="connsiteY0" fmla="*/ 24713 h 141950"/>
                <a:gd name="connsiteX1" fmla="*/ 594477 w 595889"/>
                <a:gd name="connsiteY1" fmla="*/ 2221 h 141950"/>
                <a:gd name="connsiteX2" fmla="*/ 595830 w 595889"/>
                <a:gd name="connsiteY2" fmla="*/ 99768 h 141950"/>
                <a:gd name="connsiteX3" fmla="*/ 131 w 595889"/>
                <a:gd name="connsiteY3" fmla="*/ 141950 h 141950"/>
                <a:gd name="connsiteX4" fmla="*/ 124 w 595889"/>
                <a:gd name="connsiteY4" fmla="*/ 24713 h 141950"/>
                <a:gd name="connsiteX0" fmla="*/ 124 w 595959"/>
                <a:gd name="connsiteY0" fmla="*/ 24713 h 141950"/>
                <a:gd name="connsiteX1" fmla="*/ 595828 w 595959"/>
                <a:gd name="connsiteY1" fmla="*/ 2221 h 141950"/>
                <a:gd name="connsiteX2" fmla="*/ 595830 w 595959"/>
                <a:gd name="connsiteY2" fmla="*/ 99768 h 141950"/>
                <a:gd name="connsiteX3" fmla="*/ 131 w 595959"/>
                <a:gd name="connsiteY3" fmla="*/ 141950 h 141950"/>
                <a:gd name="connsiteX4" fmla="*/ 124 w 595959"/>
                <a:gd name="connsiteY4" fmla="*/ 24713 h 141950"/>
                <a:gd name="connsiteX0" fmla="*/ 124 w 595959"/>
                <a:gd name="connsiteY0" fmla="*/ 24925 h 142162"/>
                <a:gd name="connsiteX1" fmla="*/ 595828 w 595959"/>
                <a:gd name="connsiteY1" fmla="*/ 2433 h 142162"/>
                <a:gd name="connsiteX2" fmla="*/ 595830 w 595959"/>
                <a:gd name="connsiteY2" fmla="*/ 99980 h 142162"/>
                <a:gd name="connsiteX3" fmla="*/ 131 w 595959"/>
                <a:gd name="connsiteY3" fmla="*/ 142162 h 142162"/>
                <a:gd name="connsiteX4" fmla="*/ 124 w 595959"/>
                <a:gd name="connsiteY4" fmla="*/ 24925 h 142162"/>
                <a:gd name="connsiteX0" fmla="*/ 124 w 595959"/>
                <a:gd name="connsiteY0" fmla="*/ 22492 h 139729"/>
                <a:gd name="connsiteX1" fmla="*/ 595828 w 595959"/>
                <a:gd name="connsiteY1" fmla="*/ 0 h 139729"/>
                <a:gd name="connsiteX2" fmla="*/ 595830 w 595959"/>
                <a:gd name="connsiteY2" fmla="*/ 97547 h 139729"/>
                <a:gd name="connsiteX3" fmla="*/ 131 w 595959"/>
                <a:gd name="connsiteY3" fmla="*/ 139729 h 139729"/>
                <a:gd name="connsiteX4" fmla="*/ 124 w 595959"/>
                <a:gd name="connsiteY4" fmla="*/ 22492 h 139729"/>
                <a:gd name="connsiteX0" fmla="*/ 124 w 595959"/>
                <a:gd name="connsiteY0" fmla="*/ 25585 h 142822"/>
                <a:gd name="connsiteX1" fmla="*/ 595828 w 595959"/>
                <a:gd name="connsiteY1" fmla="*/ 3093 h 142822"/>
                <a:gd name="connsiteX2" fmla="*/ 595830 w 595959"/>
                <a:gd name="connsiteY2" fmla="*/ 100640 h 142822"/>
                <a:gd name="connsiteX3" fmla="*/ 131 w 595959"/>
                <a:gd name="connsiteY3" fmla="*/ 142822 h 142822"/>
                <a:gd name="connsiteX4" fmla="*/ 124 w 595959"/>
                <a:gd name="connsiteY4" fmla="*/ 25585 h 142822"/>
                <a:gd name="connsiteX0" fmla="*/ 124 w 595959"/>
                <a:gd name="connsiteY0" fmla="*/ 25585 h 142822"/>
                <a:gd name="connsiteX1" fmla="*/ 595828 w 595959"/>
                <a:gd name="connsiteY1" fmla="*/ 3093 h 142822"/>
                <a:gd name="connsiteX2" fmla="*/ 595830 w 595959"/>
                <a:gd name="connsiteY2" fmla="*/ 100640 h 142822"/>
                <a:gd name="connsiteX3" fmla="*/ 131 w 595959"/>
                <a:gd name="connsiteY3" fmla="*/ 142822 h 142822"/>
                <a:gd name="connsiteX4" fmla="*/ 124 w 595959"/>
                <a:gd name="connsiteY4" fmla="*/ 25585 h 142822"/>
                <a:gd name="connsiteX0" fmla="*/ 124 w 595959"/>
                <a:gd name="connsiteY0" fmla="*/ 26512 h 143749"/>
                <a:gd name="connsiteX1" fmla="*/ 595828 w 595959"/>
                <a:gd name="connsiteY1" fmla="*/ 4020 h 143749"/>
                <a:gd name="connsiteX2" fmla="*/ 595830 w 595959"/>
                <a:gd name="connsiteY2" fmla="*/ 101567 h 143749"/>
                <a:gd name="connsiteX3" fmla="*/ 131 w 595959"/>
                <a:gd name="connsiteY3" fmla="*/ 143749 h 143749"/>
                <a:gd name="connsiteX4" fmla="*/ 124 w 595959"/>
                <a:gd name="connsiteY4" fmla="*/ 26512 h 143749"/>
                <a:gd name="connsiteX0" fmla="*/ 124 w 595959"/>
                <a:gd name="connsiteY0" fmla="*/ 26512 h 143749"/>
                <a:gd name="connsiteX1" fmla="*/ 595828 w 595959"/>
                <a:gd name="connsiteY1" fmla="*/ 4020 h 143749"/>
                <a:gd name="connsiteX2" fmla="*/ 595830 w 595959"/>
                <a:gd name="connsiteY2" fmla="*/ 101567 h 143749"/>
                <a:gd name="connsiteX3" fmla="*/ 131 w 595959"/>
                <a:gd name="connsiteY3" fmla="*/ 143749 h 143749"/>
                <a:gd name="connsiteX4" fmla="*/ 124 w 595959"/>
                <a:gd name="connsiteY4" fmla="*/ 26512 h 143749"/>
                <a:gd name="connsiteX0" fmla="*/ 124 w 595959"/>
                <a:gd name="connsiteY0" fmla="*/ 28496 h 145733"/>
                <a:gd name="connsiteX1" fmla="*/ 595828 w 595959"/>
                <a:gd name="connsiteY1" fmla="*/ 6004 h 145733"/>
                <a:gd name="connsiteX2" fmla="*/ 595830 w 595959"/>
                <a:gd name="connsiteY2" fmla="*/ 103551 h 145733"/>
                <a:gd name="connsiteX3" fmla="*/ 131 w 595959"/>
                <a:gd name="connsiteY3" fmla="*/ 145733 h 145733"/>
                <a:gd name="connsiteX4" fmla="*/ 124 w 595959"/>
                <a:gd name="connsiteY4" fmla="*/ 28496 h 14573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856"/>
                <a:gd name="connsiteY0" fmla="*/ 41841 h 159078"/>
                <a:gd name="connsiteX1" fmla="*/ 591261 w 595856"/>
                <a:gd name="connsiteY1" fmla="*/ 0 h 159078"/>
                <a:gd name="connsiteX2" fmla="*/ 595830 w 595856"/>
                <a:gd name="connsiteY2" fmla="*/ 116896 h 159078"/>
                <a:gd name="connsiteX3" fmla="*/ 131 w 595856"/>
                <a:gd name="connsiteY3" fmla="*/ 159078 h 159078"/>
                <a:gd name="connsiteX4" fmla="*/ 124 w 595856"/>
                <a:gd name="connsiteY4" fmla="*/ 41841 h 159078"/>
                <a:gd name="connsiteX0" fmla="*/ 124 w 595959"/>
                <a:gd name="connsiteY0" fmla="*/ 41841 h 159078"/>
                <a:gd name="connsiteX1" fmla="*/ 595828 w 595959"/>
                <a:gd name="connsiteY1" fmla="*/ 0 h 159078"/>
                <a:gd name="connsiteX2" fmla="*/ 595830 w 595959"/>
                <a:gd name="connsiteY2" fmla="*/ 116896 h 159078"/>
                <a:gd name="connsiteX3" fmla="*/ 131 w 595959"/>
                <a:gd name="connsiteY3" fmla="*/ 159078 h 159078"/>
                <a:gd name="connsiteX4" fmla="*/ 124 w 595959"/>
                <a:gd name="connsiteY4" fmla="*/ 41841 h 159078"/>
                <a:gd name="connsiteX0" fmla="*/ 124 w 597349"/>
                <a:gd name="connsiteY0" fmla="*/ 42378 h 159615"/>
                <a:gd name="connsiteX1" fmla="*/ 597349 w 597349"/>
                <a:gd name="connsiteY1" fmla="*/ 0 h 159615"/>
                <a:gd name="connsiteX2" fmla="*/ 595830 w 597349"/>
                <a:gd name="connsiteY2" fmla="*/ 117433 h 159615"/>
                <a:gd name="connsiteX3" fmla="*/ 131 w 597349"/>
                <a:gd name="connsiteY3" fmla="*/ 159615 h 159615"/>
                <a:gd name="connsiteX4" fmla="*/ 124 w 597349"/>
                <a:gd name="connsiteY4" fmla="*/ 42378 h 159615"/>
                <a:gd name="connsiteX0" fmla="*/ 124 w 600443"/>
                <a:gd name="connsiteY0" fmla="*/ 42378 h 159615"/>
                <a:gd name="connsiteX1" fmla="*/ 597349 w 600443"/>
                <a:gd name="connsiteY1" fmla="*/ 0 h 159615"/>
                <a:gd name="connsiteX2" fmla="*/ 600408 w 600443"/>
                <a:gd name="connsiteY2" fmla="*/ 117433 h 159615"/>
                <a:gd name="connsiteX3" fmla="*/ 131 w 600443"/>
                <a:gd name="connsiteY3" fmla="*/ 159615 h 159615"/>
                <a:gd name="connsiteX4" fmla="*/ 124 w 600443"/>
                <a:gd name="connsiteY4" fmla="*/ 42378 h 159615"/>
                <a:gd name="connsiteX0" fmla="*/ 124 w 600537"/>
                <a:gd name="connsiteY0" fmla="*/ 42378 h 159615"/>
                <a:gd name="connsiteX1" fmla="*/ 600401 w 600537"/>
                <a:gd name="connsiteY1" fmla="*/ 0 h 159615"/>
                <a:gd name="connsiteX2" fmla="*/ 600408 w 600537"/>
                <a:gd name="connsiteY2" fmla="*/ 117433 h 159615"/>
                <a:gd name="connsiteX3" fmla="*/ 131 w 600537"/>
                <a:gd name="connsiteY3" fmla="*/ 159615 h 159615"/>
                <a:gd name="connsiteX4" fmla="*/ 124 w 600537"/>
                <a:gd name="connsiteY4" fmla="*/ 42378 h 159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0537" h="159615">
                  <a:moveTo>
                    <a:pt x="124" y="42378"/>
                  </a:moveTo>
                  <a:cubicBezTo>
                    <a:pt x="296414" y="-50243"/>
                    <a:pt x="418111" y="75773"/>
                    <a:pt x="600401" y="0"/>
                  </a:cubicBezTo>
                  <a:cubicBezTo>
                    <a:pt x="599951" y="33260"/>
                    <a:pt x="600858" y="84173"/>
                    <a:pt x="600408" y="117433"/>
                  </a:cubicBezTo>
                  <a:cubicBezTo>
                    <a:pt x="395490" y="192726"/>
                    <a:pt x="285331" y="62551"/>
                    <a:pt x="131" y="159615"/>
                  </a:cubicBezTo>
                  <a:cubicBezTo>
                    <a:pt x="-323" y="114566"/>
                    <a:pt x="578" y="87427"/>
                    <a:pt x="124" y="42378"/>
                  </a:cubicBezTo>
                  <a:close/>
                </a:path>
              </a:pathLst>
            </a:custGeom>
            <a:solidFill>
              <a:schemeClr val="accent2">
                <a:lumMod val="40000"/>
                <a:lumOff val="6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81" name="矩形 1174">
              <a:extLst>
                <a:ext uri="{FF2B5EF4-FFF2-40B4-BE49-F238E27FC236}">
                  <a16:creationId xmlns:a16="http://schemas.microsoft.com/office/drawing/2014/main" id="{D9127187-E6D7-6B0D-E296-07FDFDC9AEEB}"/>
                </a:ext>
              </a:extLst>
            </p:cNvPr>
            <p:cNvSpPr/>
            <p:nvPr/>
          </p:nvSpPr>
          <p:spPr>
            <a:xfrm rot="10800000">
              <a:off x="4342829" y="7041272"/>
              <a:ext cx="618707" cy="139508"/>
            </a:xfrm>
            <a:custGeom>
              <a:avLst/>
              <a:gdLst>
                <a:gd name="connsiteX0" fmla="*/ 0 w 595706"/>
                <a:gd name="connsiteY0" fmla="*/ 0 h 92965"/>
                <a:gd name="connsiteX1" fmla="*/ 595706 w 595706"/>
                <a:gd name="connsiteY1" fmla="*/ 0 h 92965"/>
                <a:gd name="connsiteX2" fmla="*/ 595706 w 595706"/>
                <a:gd name="connsiteY2" fmla="*/ 92965 h 92965"/>
                <a:gd name="connsiteX3" fmla="*/ 0 w 595706"/>
                <a:gd name="connsiteY3" fmla="*/ 92965 h 92965"/>
                <a:gd name="connsiteX4" fmla="*/ 0 w 595706"/>
                <a:gd name="connsiteY4" fmla="*/ 0 h 92965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131 w 595837"/>
                <a:gd name="connsiteY0" fmla="*/ 0 h 148754"/>
                <a:gd name="connsiteX1" fmla="*/ 595837 w 595837"/>
                <a:gd name="connsiteY1" fmla="*/ 0 h 148754"/>
                <a:gd name="connsiteX2" fmla="*/ 595837 w 595837"/>
                <a:gd name="connsiteY2" fmla="*/ 92965 h 148754"/>
                <a:gd name="connsiteX3" fmla="*/ 131 w 595837"/>
                <a:gd name="connsiteY3" fmla="*/ 148754 h 148754"/>
                <a:gd name="connsiteX4" fmla="*/ 131 w 595837"/>
                <a:gd name="connsiteY4" fmla="*/ 0 h 148754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56571"/>
                <a:gd name="connsiteX1" fmla="*/ 595837 w 595837"/>
                <a:gd name="connsiteY1" fmla="*/ 0 h 156571"/>
                <a:gd name="connsiteX2" fmla="*/ 594316 w 595837"/>
                <a:gd name="connsiteY2" fmla="*/ 141984 h 156571"/>
                <a:gd name="connsiteX3" fmla="*/ 131 w 595837"/>
                <a:gd name="connsiteY3" fmla="*/ 140590 h 156571"/>
                <a:gd name="connsiteX4" fmla="*/ 131 w 595837"/>
                <a:gd name="connsiteY4" fmla="*/ 0 h 156571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0 w 600949"/>
                <a:gd name="connsiteY0" fmla="*/ 0 h 271309"/>
                <a:gd name="connsiteX1" fmla="*/ 600949 w 600949"/>
                <a:gd name="connsiteY1" fmla="*/ 0 h 271309"/>
                <a:gd name="connsiteX2" fmla="*/ 599428 w 600949"/>
                <a:gd name="connsiteY2" fmla="*/ 141984 h 271309"/>
                <a:gd name="connsiteX3" fmla="*/ 3722 w 600949"/>
                <a:gd name="connsiteY3" fmla="*/ 271309 h 271309"/>
                <a:gd name="connsiteX4" fmla="*/ 0 w 600949"/>
                <a:gd name="connsiteY4" fmla="*/ 0 h 271309"/>
                <a:gd name="connsiteX0" fmla="*/ 0 w 599639"/>
                <a:gd name="connsiteY0" fmla="*/ 0 h 271309"/>
                <a:gd name="connsiteX1" fmla="*/ 599639 w 599639"/>
                <a:gd name="connsiteY1" fmla="*/ 0 h 271309"/>
                <a:gd name="connsiteX2" fmla="*/ 599428 w 599639"/>
                <a:gd name="connsiteY2" fmla="*/ 141984 h 271309"/>
                <a:gd name="connsiteX3" fmla="*/ 3722 w 599639"/>
                <a:gd name="connsiteY3" fmla="*/ 271309 h 271309"/>
                <a:gd name="connsiteX4" fmla="*/ 0 w 599639"/>
                <a:gd name="connsiteY4" fmla="*/ 0 h 271309"/>
                <a:gd name="connsiteX0" fmla="*/ 0 w 597018"/>
                <a:gd name="connsiteY0" fmla="*/ 0 h 271309"/>
                <a:gd name="connsiteX1" fmla="*/ 597018 w 597018"/>
                <a:gd name="connsiteY1" fmla="*/ 0 h 271309"/>
                <a:gd name="connsiteX2" fmla="*/ 596807 w 597018"/>
                <a:gd name="connsiteY2" fmla="*/ 141984 h 271309"/>
                <a:gd name="connsiteX3" fmla="*/ 1101 w 597018"/>
                <a:gd name="connsiteY3" fmla="*/ 271309 h 271309"/>
                <a:gd name="connsiteX4" fmla="*/ 0 w 597018"/>
                <a:gd name="connsiteY4" fmla="*/ 0 h 271309"/>
                <a:gd name="connsiteX0" fmla="*/ 0 w 596807"/>
                <a:gd name="connsiteY0" fmla="*/ 0 h 271309"/>
                <a:gd name="connsiteX1" fmla="*/ 591775 w 596807"/>
                <a:gd name="connsiteY1" fmla="*/ 0 h 271309"/>
                <a:gd name="connsiteX2" fmla="*/ 596807 w 596807"/>
                <a:gd name="connsiteY2" fmla="*/ 141984 h 271309"/>
                <a:gd name="connsiteX3" fmla="*/ 1101 w 596807"/>
                <a:gd name="connsiteY3" fmla="*/ 271309 h 271309"/>
                <a:gd name="connsiteX4" fmla="*/ 0 w 596807"/>
                <a:gd name="connsiteY4" fmla="*/ 0 h 271309"/>
                <a:gd name="connsiteX0" fmla="*/ 0 w 596807"/>
                <a:gd name="connsiteY0" fmla="*/ 0 h 271309"/>
                <a:gd name="connsiteX1" fmla="*/ 595708 w 596807"/>
                <a:gd name="connsiteY1" fmla="*/ 0 h 271309"/>
                <a:gd name="connsiteX2" fmla="*/ 596807 w 596807"/>
                <a:gd name="connsiteY2" fmla="*/ 141984 h 271309"/>
                <a:gd name="connsiteX3" fmla="*/ 1101 w 596807"/>
                <a:gd name="connsiteY3" fmla="*/ 271309 h 271309"/>
                <a:gd name="connsiteX4" fmla="*/ 0 w 596807"/>
                <a:gd name="connsiteY4" fmla="*/ 0 h 271309"/>
                <a:gd name="connsiteX0" fmla="*/ 0 w 595708"/>
                <a:gd name="connsiteY0" fmla="*/ 0 h 271309"/>
                <a:gd name="connsiteX1" fmla="*/ 595708 w 595708"/>
                <a:gd name="connsiteY1" fmla="*/ 0 h 271309"/>
                <a:gd name="connsiteX2" fmla="*/ 594186 w 595708"/>
                <a:gd name="connsiteY2" fmla="*/ 141985 h 271309"/>
                <a:gd name="connsiteX3" fmla="*/ 1101 w 595708"/>
                <a:gd name="connsiteY3" fmla="*/ 271309 h 271309"/>
                <a:gd name="connsiteX4" fmla="*/ 0 w 595708"/>
                <a:gd name="connsiteY4" fmla="*/ 0 h 271309"/>
                <a:gd name="connsiteX0" fmla="*/ 0 w 596439"/>
                <a:gd name="connsiteY0" fmla="*/ 109083 h 380392"/>
                <a:gd name="connsiteX1" fmla="*/ 595708 w 596439"/>
                <a:gd name="connsiteY1" fmla="*/ 109083 h 380392"/>
                <a:gd name="connsiteX2" fmla="*/ 594186 w 596439"/>
                <a:gd name="connsiteY2" fmla="*/ 251068 h 380392"/>
                <a:gd name="connsiteX3" fmla="*/ 1101 w 596439"/>
                <a:gd name="connsiteY3" fmla="*/ 380392 h 380392"/>
                <a:gd name="connsiteX4" fmla="*/ 0 w 596439"/>
                <a:gd name="connsiteY4" fmla="*/ 109083 h 380392"/>
                <a:gd name="connsiteX0" fmla="*/ 0 w 595708"/>
                <a:gd name="connsiteY0" fmla="*/ 0 h 271309"/>
                <a:gd name="connsiteX1" fmla="*/ 595708 w 595708"/>
                <a:gd name="connsiteY1" fmla="*/ 0 h 271309"/>
                <a:gd name="connsiteX2" fmla="*/ 594186 w 595708"/>
                <a:gd name="connsiteY2" fmla="*/ 141985 h 271309"/>
                <a:gd name="connsiteX3" fmla="*/ 1101 w 595708"/>
                <a:gd name="connsiteY3" fmla="*/ 271309 h 271309"/>
                <a:gd name="connsiteX4" fmla="*/ 0 w 595708"/>
                <a:gd name="connsiteY4" fmla="*/ 0 h 271309"/>
                <a:gd name="connsiteX0" fmla="*/ 0 w 596808"/>
                <a:gd name="connsiteY0" fmla="*/ 0 h 271309"/>
                <a:gd name="connsiteX1" fmla="*/ 595708 w 596808"/>
                <a:gd name="connsiteY1" fmla="*/ 0 h 271309"/>
                <a:gd name="connsiteX2" fmla="*/ 596808 w 596808"/>
                <a:gd name="connsiteY2" fmla="*/ 141985 h 271309"/>
                <a:gd name="connsiteX3" fmla="*/ 1101 w 596808"/>
                <a:gd name="connsiteY3" fmla="*/ 271309 h 271309"/>
                <a:gd name="connsiteX4" fmla="*/ 0 w 596808"/>
                <a:gd name="connsiteY4" fmla="*/ 0 h 271309"/>
                <a:gd name="connsiteX0" fmla="*/ 0 w 596808"/>
                <a:gd name="connsiteY0" fmla="*/ 0 h 271309"/>
                <a:gd name="connsiteX1" fmla="*/ 595708 w 596808"/>
                <a:gd name="connsiteY1" fmla="*/ 0 h 271309"/>
                <a:gd name="connsiteX2" fmla="*/ 596808 w 596808"/>
                <a:gd name="connsiteY2" fmla="*/ 141985 h 271309"/>
                <a:gd name="connsiteX3" fmla="*/ 1101 w 596808"/>
                <a:gd name="connsiteY3" fmla="*/ 271309 h 271309"/>
                <a:gd name="connsiteX4" fmla="*/ 0 w 596808"/>
                <a:gd name="connsiteY4" fmla="*/ 0 h 271309"/>
                <a:gd name="connsiteX0" fmla="*/ 0 w 596808"/>
                <a:gd name="connsiteY0" fmla="*/ 0 h 271309"/>
                <a:gd name="connsiteX1" fmla="*/ 595708 w 596808"/>
                <a:gd name="connsiteY1" fmla="*/ 0 h 271309"/>
                <a:gd name="connsiteX2" fmla="*/ 596808 w 596808"/>
                <a:gd name="connsiteY2" fmla="*/ 141985 h 271309"/>
                <a:gd name="connsiteX3" fmla="*/ 1101 w 596808"/>
                <a:gd name="connsiteY3" fmla="*/ 271309 h 271309"/>
                <a:gd name="connsiteX4" fmla="*/ 0 w 596808"/>
                <a:gd name="connsiteY4" fmla="*/ 0 h 271309"/>
                <a:gd name="connsiteX0" fmla="*/ 0 w 595708"/>
                <a:gd name="connsiteY0" fmla="*/ 0 h 271309"/>
                <a:gd name="connsiteX1" fmla="*/ 595708 w 595708"/>
                <a:gd name="connsiteY1" fmla="*/ 0 h 271309"/>
                <a:gd name="connsiteX2" fmla="*/ 594186 w 595708"/>
                <a:gd name="connsiteY2" fmla="*/ 141985 h 271309"/>
                <a:gd name="connsiteX3" fmla="*/ 1101 w 595708"/>
                <a:gd name="connsiteY3" fmla="*/ 271309 h 271309"/>
                <a:gd name="connsiteX4" fmla="*/ 0 w 595708"/>
                <a:gd name="connsiteY4" fmla="*/ 0 h 271309"/>
                <a:gd name="connsiteX0" fmla="*/ 0 w 595708"/>
                <a:gd name="connsiteY0" fmla="*/ 0 h 271309"/>
                <a:gd name="connsiteX1" fmla="*/ 595708 w 595708"/>
                <a:gd name="connsiteY1" fmla="*/ 0 h 271309"/>
                <a:gd name="connsiteX2" fmla="*/ 594186 w 595708"/>
                <a:gd name="connsiteY2" fmla="*/ 141985 h 271309"/>
                <a:gd name="connsiteX3" fmla="*/ 1101 w 595708"/>
                <a:gd name="connsiteY3" fmla="*/ 271309 h 271309"/>
                <a:gd name="connsiteX4" fmla="*/ 0 w 595708"/>
                <a:gd name="connsiteY4" fmla="*/ 0 h 271309"/>
                <a:gd name="connsiteX0" fmla="*/ 0 w 595936"/>
                <a:gd name="connsiteY0" fmla="*/ 0 h 271309"/>
                <a:gd name="connsiteX1" fmla="*/ 595708 w 595936"/>
                <a:gd name="connsiteY1" fmla="*/ 0 h 271309"/>
                <a:gd name="connsiteX2" fmla="*/ 594186 w 595936"/>
                <a:gd name="connsiteY2" fmla="*/ 141985 h 271309"/>
                <a:gd name="connsiteX3" fmla="*/ 1101 w 595936"/>
                <a:gd name="connsiteY3" fmla="*/ 271309 h 271309"/>
                <a:gd name="connsiteX4" fmla="*/ 0 w 595936"/>
                <a:gd name="connsiteY4" fmla="*/ 0 h 271309"/>
                <a:gd name="connsiteX0" fmla="*/ 319 w 596255"/>
                <a:gd name="connsiteY0" fmla="*/ 0 h 271309"/>
                <a:gd name="connsiteX1" fmla="*/ 596027 w 596255"/>
                <a:gd name="connsiteY1" fmla="*/ 0 h 271309"/>
                <a:gd name="connsiteX2" fmla="*/ 594505 w 596255"/>
                <a:gd name="connsiteY2" fmla="*/ 141985 h 271309"/>
                <a:gd name="connsiteX3" fmla="*/ 110 w 596255"/>
                <a:gd name="connsiteY3" fmla="*/ 271309 h 271309"/>
                <a:gd name="connsiteX4" fmla="*/ 319 w 596255"/>
                <a:gd name="connsiteY4" fmla="*/ 0 h 271309"/>
                <a:gd name="connsiteX0" fmla="*/ 0 w 595936"/>
                <a:gd name="connsiteY0" fmla="*/ 0 h 271309"/>
                <a:gd name="connsiteX1" fmla="*/ 595708 w 595936"/>
                <a:gd name="connsiteY1" fmla="*/ 0 h 271309"/>
                <a:gd name="connsiteX2" fmla="*/ 594186 w 595936"/>
                <a:gd name="connsiteY2" fmla="*/ 141985 h 271309"/>
                <a:gd name="connsiteX3" fmla="*/ 1101 w 595936"/>
                <a:gd name="connsiteY3" fmla="*/ 271309 h 271309"/>
                <a:gd name="connsiteX4" fmla="*/ 0 w 595936"/>
                <a:gd name="connsiteY4" fmla="*/ 0 h 271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5936" h="271309">
                  <a:moveTo>
                    <a:pt x="0" y="0"/>
                  </a:moveTo>
                  <a:lnTo>
                    <a:pt x="595708" y="0"/>
                  </a:lnTo>
                  <a:cubicBezTo>
                    <a:pt x="595708" y="30988"/>
                    <a:pt x="596806" y="39550"/>
                    <a:pt x="594186" y="141985"/>
                  </a:cubicBezTo>
                  <a:cubicBezTo>
                    <a:pt x="404809" y="352086"/>
                    <a:pt x="341643" y="22672"/>
                    <a:pt x="1101" y="271309"/>
                  </a:cubicBezTo>
                  <a:cubicBezTo>
                    <a:pt x="647" y="226260"/>
                    <a:pt x="454" y="45049"/>
                    <a:pt x="0" y="0"/>
                  </a:cubicBez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782" name="组合 781">
              <a:extLst>
                <a:ext uri="{FF2B5EF4-FFF2-40B4-BE49-F238E27FC236}">
                  <a16:creationId xmlns:a16="http://schemas.microsoft.com/office/drawing/2014/main" id="{D38EC138-2537-F5DC-0A4F-9F8C6DD6F025}"/>
                </a:ext>
              </a:extLst>
            </p:cNvPr>
            <p:cNvGrpSpPr/>
            <p:nvPr/>
          </p:nvGrpSpPr>
          <p:grpSpPr>
            <a:xfrm>
              <a:off x="4341455" y="6517035"/>
              <a:ext cx="621640" cy="663817"/>
              <a:chOff x="3656357" y="6507685"/>
              <a:chExt cx="621640" cy="663817"/>
            </a:xfrm>
          </p:grpSpPr>
          <p:sp>
            <p:nvSpPr>
              <p:cNvPr id="783" name="矩形 782">
                <a:extLst>
                  <a:ext uri="{FF2B5EF4-FFF2-40B4-BE49-F238E27FC236}">
                    <a16:creationId xmlns:a16="http://schemas.microsoft.com/office/drawing/2014/main" id="{EB429CE9-292E-F1F0-2502-A88751E4AB1A}"/>
                  </a:ext>
                </a:extLst>
              </p:cNvPr>
              <p:cNvSpPr/>
              <p:nvPr/>
            </p:nvSpPr>
            <p:spPr>
              <a:xfrm>
                <a:off x="3656465" y="6640950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84" name="矩形 783">
                <a:extLst>
                  <a:ext uri="{FF2B5EF4-FFF2-40B4-BE49-F238E27FC236}">
                    <a16:creationId xmlns:a16="http://schemas.microsoft.com/office/drawing/2014/main" id="{C0A68D6D-529C-662D-00C5-2B53978E7C3F}"/>
                  </a:ext>
                </a:extLst>
              </p:cNvPr>
              <p:cNvSpPr/>
              <p:nvPr/>
            </p:nvSpPr>
            <p:spPr>
              <a:xfrm>
                <a:off x="3811875" y="6640950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85" name="矩形 784">
                <a:extLst>
                  <a:ext uri="{FF2B5EF4-FFF2-40B4-BE49-F238E27FC236}">
                    <a16:creationId xmlns:a16="http://schemas.microsoft.com/office/drawing/2014/main" id="{AFA37F32-D643-A3B4-F6E1-207194292102}"/>
                  </a:ext>
                </a:extLst>
              </p:cNvPr>
              <p:cNvSpPr/>
              <p:nvPr/>
            </p:nvSpPr>
            <p:spPr>
              <a:xfrm>
                <a:off x="3967285" y="6640950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86" name="矩形 785">
                <a:extLst>
                  <a:ext uri="{FF2B5EF4-FFF2-40B4-BE49-F238E27FC236}">
                    <a16:creationId xmlns:a16="http://schemas.microsoft.com/office/drawing/2014/main" id="{8D3D0C5C-B5DB-FE4E-A444-73DC1C31A4F0}"/>
                  </a:ext>
                </a:extLst>
              </p:cNvPr>
              <p:cNvSpPr/>
              <p:nvPr/>
            </p:nvSpPr>
            <p:spPr>
              <a:xfrm>
                <a:off x="4122695" y="6640950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87" name="矩形 786">
                <a:extLst>
                  <a:ext uri="{FF2B5EF4-FFF2-40B4-BE49-F238E27FC236}">
                    <a16:creationId xmlns:a16="http://schemas.microsoft.com/office/drawing/2014/main" id="{F6E9DE8F-0525-2639-32F9-74AC7885416F}"/>
                  </a:ext>
                </a:extLst>
              </p:cNvPr>
              <p:cNvSpPr/>
              <p:nvPr/>
            </p:nvSpPr>
            <p:spPr>
              <a:xfrm>
                <a:off x="3656465" y="6773574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88" name="矩形 787">
                <a:extLst>
                  <a:ext uri="{FF2B5EF4-FFF2-40B4-BE49-F238E27FC236}">
                    <a16:creationId xmlns:a16="http://schemas.microsoft.com/office/drawing/2014/main" id="{BDD97986-D6E6-AB67-0C22-F2D771BCA675}"/>
                  </a:ext>
                </a:extLst>
              </p:cNvPr>
              <p:cNvSpPr/>
              <p:nvPr/>
            </p:nvSpPr>
            <p:spPr>
              <a:xfrm>
                <a:off x="3811875" y="6773574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89" name="矩形 788">
                <a:extLst>
                  <a:ext uri="{FF2B5EF4-FFF2-40B4-BE49-F238E27FC236}">
                    <a16:creationId xmlns:a16="http://schemas.microsoft.com/office/drawing/2014/main" id="{C0FBDF0B-8ECB-3BAF-1C7D-47955022CF90}"/>
                  </a:ext>
                </a:extLst>
              </p:cNvPr>
              <p:cNvSpPr/>
              <p:nvPr/>
            </p:nvSpPr>
            <p:spPr>
              <a:xfrm>
                <a:off x="3967285" y="6773574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90" name="矩形 789">
                <a:extLst>
                  <a:ext uri="{FF2B5EF4-FFF2-40B4-BE49-F238E27FC236}">
                    <a16:creationId xmlns:a16="http://schemas.microsoft.com/office/drawing/2014/main" id="{ACBBAB36-EA99-FE9B-6566-BF04EDFA5DFB}"/>
                  </a:ext>
                </a:extLst>
              </p:cNvPr>
              <p:cNvSpPr/>
              <p:nvPr/>
            </p:nvSpPr>
            <p:spPr>
              <a:xfrm>
                <a:off x="4122695" y="6773574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91" name="矩形 790">
                <a:extLst>
                  <a:ext uri="{FF2B5EF4-FFF2-40B4-BE49-F238E27FC236}">
                    <a16:creationId xmlns:a16="http://schemas.microsoft.com/office/drawing/2014/main" id="{F24F102E-A089-C00D-C2F3-B476A48CE0FC}"/>
                  </a:ext>
                </a:extLst>
              </p:cNvPr>
              <p:cNvSpPr/>
              <p:nvPr/>
            </p:nvSpPr>
            <p:spPr>
              <a:xfrm>
                <a:off x="3656357" y="690625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92" name="矩形 791">
                <a:extLst>
                  <a:ext uri="{FF2B5EF4-FFF2-40B4-BE49-F238E27FC236}">
                    <a16:creationId xmlns:a16="http://schemas.microsoft.com/office/drawing/2014/main" id="{4CD2B1A6-FF65-C5CB-9EBA-C49F50F866A9}"/>
                  </a:ext>
                </a:extLst>
              </p:cNvPr>
              <p:cNvSpPr/>
              <p:nvPr/>
            </p:nvSpPr>
            <p:spPr>
              <a:xfrm>
                <a:off x="3811767" y="690625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93" name="矩形 792">
                <a:extLst>
                  <a:ext uri="{FF2B5EF4-FFF2-40B4-BE49-F238E27FC236}">
                    <a16:creationId xmlns:a16="http://schemas.microsoft.com/office/drawing/2014/main" id="{2913C4CE-DF64-55FF-FFDC-FA2CEF374694}"/>
                  </a:ext>
                </a:extLst>
              </p:cNvPr>
              <p:cNvSpPr/>
              <p:nvPr/>
            </p:nvSpPr>
            <p:spPr>
              <a:xfrm>
                <a:off x="3967177" y="690625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94" name="矩形 793">
                <a:extLst>
                  <a:ext uri="{FF2B5EF4-FFF2-40B4-BE49-F238E27FC236}">
                    <a16:creationId xmlns:a16="http://schemas.microsoft.com/office/drawing/2014/main" id="{DEE8AA3D-2347-B240-A0EA-8FDF55A28393}"/>
                  </a:ext>
                </a:extLst>
              </p:cNvPr>
              <p:cNvSpPr/>
              <p:nvPr/>
            </p:nvSpPr>
            <p:spPr>
              <a:xfrm>
                <a:off x="4122587" y="690625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95" name="矩形 794">
                <a:extLst>
                  <a:ext uri="{FF2B5EF4-FFF2-40B4-BE49-F238E27FC236}">
                    <a16:creationId xmlns:a16="http://schemas.microsoft.com/office/drawing/2014/main" id="{1BF5D4DB-8C5F-4410-B86C-0B155078CF4E}"/>
                  </a:ext>
                </a:extLst>
              </p:cNvPr>
              <p:cNvSpPr/>
              <p:nvPr/>
            </p:nvSpPr>
            <p:spPr>
              <a:xfrm>
                <a:off x="3656357" y="7038879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96" name="矩形 795">
                <a:extLst>
                  <a:ext uri="{FF2B5EF4-FFF2-40B4-BE49-F238E27FC236}">
                    <a16:creationId xmlns:a16="http://schemas.microsoft.com/office/drawing/2014/main" id="{C9C9A8F8-3D2E-F654-F91F-D96F42C3BAC0}"/>
                  </a:ext>
                </a:extLst>
              </p:cNvPr>
              <p:cNvSpPr/>
              <p:nvPr/>
            </p:nvSpPr>
            <p:spPr>
              <a:xfrm>
                <a:off x="3811767" y="7038879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97" name="矩形 796">
                <a:extLst>
                  <a:ext uri="{FF2B5EF4-FFF2-40B4-BE49-F238E27FC236}">
                    <a16:creationId xmlns:a16="http://schemas.microsoft.com/office/drawing/2014/main" id="{1C11802B-E28D-50DF-2301-86AC965A5499}"/>
                  </a:ext>
                </a:extLst>
              </p:cNvPr>
              <p:cNvSpPr/>
              <p:nvPr/>
            </p:nvSpPr>
            <p:spPr>
              <a:xfrm>
                <a:off x="3967177" y="7038879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98" name="矩形 797">
                <a:extLst>
                  <a:ext uri="{FF2B5EF4-FFF2-40B4-BE49-F238E27FC236}">
                    <a16:creationId xmlns:a16="http://schemas.microsoft.com/office/drawing/2014/main" id="{934504A8-09BF-FB07-8E96-10CB13E999CD}"/>
                  </a:ext>
                </a:extLst>
              </p:cNvPr>
              <p:cNvSpPr/>
              <p:nvPr/>
            </p:nvSpPr>
            <p:spPr>
              <a:xfrm>
                <a:off x="4122587" y="7038879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99" name="矩形 798">
                <a:extLst>
                  <a:ext uri="{FF2B5EF4-FFF2-40B4-BE49-F238E27FC236}">
                    <a16:creationId xmlns:a16="http://schemas.microsoft.com/office/drawing/2014/main" id="{30A3AB1B-EF22-F0C3-3167-5BB1D629BD25}"/>
                  </a:ext>
                </a:extLst>
              </p:cNvPr>
              <p:cNvSpPr/>
              <p:nvPr/>
            </p:nvSpPr>
            <p:spPr>
              <a:xfrm>
                <a:off x="3656357" y="650768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00" name="矩形 799">
                <a:extLst>
                  <a:ext uri="{FF2B5EF4-FFF2-40B4-BE49-F238E27FC236}">
                    <a16:creationId xmlns:a16="http://schemas.microsoft.com/office/drawing/2014/main" id="{C0234835-ED42-BF2D-5C66-3B960BEC1213}"/>
                  </a:ext>
                </a:extLst>
              </p:cNvPr>
              <p:cNvSpPr/>
              <p:nvPr/>
            </p:nvSpPr>
            <p:spPr>
              <a:xfrm>
                <a:off x="3811767" y="650768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01" name="矩形 800">
                <a:extLst>
                  <a:ext uri="{FF2B5EF4-FFF2-40B4-BE49-F238E27FC236}">
                    <a16:creationId xmlns:a16="http://schemas.microsoft.com/office/drawing/2014/main" id="{BBE62DFD-E8C5-38F9-36BF-E9B11ABA6791}"/>
                  </a:ext>
                </a:extLst>
              </p:cNvPr>
              <p:cNvSpPr/>
              <p:nvPr/>
            </p:nvSpPr>
            <p:spPr>
              <a:xfrm>
                <a:off x="3967177" y="650768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02" name="矩形 801">
                <a:extLst>
                  <a:ext uri="{FF2B5EF4-FFF2-40B4-BE49-F238E27FC236}">
                    <a16:creationId xmlns:a16="http://schemas.microsoft.com/office/drawing/2014/main" id="{B58F8841-7D44-73DF-AF2E-BC57C9047482}"/>
                  </a:ext>
                </a:extLst>
              </p:cNvPr>
              <p:cNvSpPr/>
              <p:nvPr/>
            </p:nvSpPr>
            <p:spPr>
              <a:xfrm>
                <a:off x="4122587" y="650768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691" name="组合 690">
            <a:extLst>
              <a:ext uri="{FF2B5EF4-FFF2-40B4-BE49-F238E27FC236}">
                <a16:creationId xmlns:a16="http://schemas.microsoft.com/office/drawing/2014/main" id="{FA3E5FB0-4356-8C29-EE19-1DC6124B1895}"/>
              </a:ext>
            </a:extLst>
          </p:cNvPr>
          <p:cNvGrpSpPr/>
          <p:nvPr/>
        </p:nvGrpSpPr>
        <p:grpSpPr>
          <a:xfrm>
            <a:off x="5787417" y="6074232"/>
            <a:ext cx="621640" cy="663817"/>
            <a:chOff x="5040167" y="6521415"/>
            <a:chExt cx="621640" cy="663817"/>
          </a:xfrm>
        </p:grpSpPr>
        <p:sp>
          <p:nvSpPr>
            <p:cNvPr id="692" name="矩形 1174">
              <a:extLst>
                <a:ext uri="{FF2B5EF4-FFF2-40B4-BE49-F238E27FC236}">
                  <a16:creationId xmlns:a16="http://schemas.microsoft.com/office/drawing/2014/main" id="{A9D82052-17EF-F950-C899-F48CA27C59D2}"/>
                </a:ext>
              </a:extLst>
            </p:cNvPr>
            <p:cNvSpPr/>
            <p:nvPr/>
          </p:nvSpPr>
          <p:spPr>
            <a:xfrm rot="10800000">
              <a:off x="5041542" y="6760560"/>
              <a:ext cx="618706" cy="201627"/>
            </a:xfrm>
            <a:custGeom>
              <a:avLst/>
              <a:gdLst>
                <a:gd name="connsiteX0" fmla="*/ 0 w 595706"/>
                <a:gd name="connsiteY0" fmla="*/ 0 h 92965"/>
                <a:gd name="connsiteX1" fmla="*/ 595706 w 595706"/>
                <a:gd name="connsiteY1" fmla="*/ 0 h 92965"/>
                <a:gd name="connsiteX2" fmla="*/ 595706 w 595706"/>
                <a:gd name="connsiteY2" fmla="*/ 92965 h 92965"/>
                <a:gd name="connsiteX3" fmla="*/ 0 w 595706"/>
                <a:gd name="connsiteY3" fmla="*/ 92965 h 92965"/>
                <a:gd name="connsiteX4" fmla="*/ 0 w 595706"/>
                <a:gd name="connsiteY4" fmla="*/ 0 h 92965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1422 w 594406"/>
                <a:gd name="connsiteY0" fmla="*/ 21376 h 135147"/>
                <a:gd name="connsiteX1" fmla="*/ 594406 w 594406"/>
                <a:gd name="connsiteY1" fmla="*/ 0 h 135147"/>
                <a:gd name="connsiteX2" fmla="*/ 594406 w 594406"/>
                <a:gd name="connsiteY2" fmla="*/ 92965 h 135147"/>
                <a:gd name="connsiteX3" fmla="*/ 61 w 594406"/>
                <a:gd name="connsiteY3" fmla="*/ 135147 h 135147"/>
                <a:gd name="connsiteX4" fmla="*/ 1422 w 594406"/>
                <a:gd name="connsiteY4" fmla="*/ 21376 h 135147"/>
                <a:gd name="connsiteX0" fmla="*/ 1422 w 594406"/>
                <a:gd name="connsiteY0" fmla="*/ 15599 h 135147"/>
                <a:gd name="connsiteX1" fmla="*/ 594406 w 594406"/>
                <a:gd name="connsiteY1" fmla="*/ 0 h 135147"/>
                <a:gd name="connsiteX2" fmla="*/ 594406 w 594406"/>
                <a:gd name="connsiteY2" fmla="*/ 92965 h 135147"/>
                <a:gd name="connsiteX3" fmla="*/ 61 w 594406"/>
                <a:gd name="connsiteY3" fmla="*/ 135147 h 135147"/>
                <a:gd name="connsiteX4" fmla="*/ 1422 w 594406"/>
                <a:gd name="connsiteY4" fmla="*/ 15599 h 135147"/>
                <a:gd name="connsiteX0" fmla="*/ 131 w 594476"/>
                <a:gd name="connsiteY0" fmla="*/ 4622 h 135147"/>
                <a:gd name="connsiteX1" fmla="*/ 594476 w 594476"/>
                <a:gd name="connsiteY1" fmla="*/ 0 h 135147"/>
                <a:gd name="connsiteX2" fmla="*/ 594476 w 594476"/>
                <a:gd name="connsiteY2" fmla="*/ 92965 h 135147"/>
                <a:gd name="connsiteX3" fmla="*/ 131 w 594476"/>
                <a:gd name="connsiteY3" fmla="*/ 135147 h 135147"/>
                <a:gd name="connsiteX4" fmla="*/ 131 w 594476"/>
                <a:gd name="connsiteY4" fmla="*/ 4622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22423 h 139660"/>
                <a:gd name="connsiteX1" fmla="*/ 595706 w 595706"/>
                <a:gd name="connsiteY1" fmla="*/ 4513 h 139660"/>
                <a:gd name="connsiteX2" fmla="*/ 595706 w 595706"/>
                <a:gd name="connsiteY2" fmla="*/ 97478 h 139660"/>
                <a:gd name="connsiteX3" fmla="*/ 1361 w 595706"/>
                <a:gd name="connsiteY3" fmla="*/ 139660 h 139660"/>
                <a:gd name="connsiteX4" fmla="*/ 0 w 595706"/>
                <a:gd name="connsiteY4" fmla="*/ 22423 h 139660"/>
                <a:gd name="connsiteX0" fmla="*/ 0 w 595706"/>
                <a:gd name="connsiteY0" fmla="*/ 26413 h 143650"/>
                <a:gd name="connsiteX1" fmla="*/ 595706 w 595706"/>
                <a:gd name="connsiteY1" fmla="*/ 8503 h 143650"/>
                <a:gd name="connsiteX2" fmla="*/ 595706 w 595706"/>
                <a:gd name="connsiteY2" fmla="*/ 101468 h 143650"/>
                <a:gd name="connsiteX3" fmla="*/ 1361 w 595706"/>
                <a:gd name="connsiteY3" fmla="*/ 143650 h 143650"/>
                <a:gd name="connsiteX4" fmla="*/ 0 w 595706"/>
                <a:gd name="connsiteY4" fmla="*/ 26413 h 143650"/>
                <a:gd name="connsiteX0" fmla="*/ 0 w 595706"/>
                <a:gd name="connsiteY0" fmla="*/ 21286 h 138523"/>
                <a:gd name="connsiteX1" fmla="*/ 595706 w 595706"/>
                <a:gd name="connsiteY1" fmla="*/ 3376 h 138523"/>
                <a:gd name="connsiteX2" fmla="*/ 595706 w 595706"/>
                <a:gd name="connsiteY2" fmla="*/ 96341 h 138523"/>
                <a:gd name="connsiteX3" fmla="*/ 1361 w 595706"/>
                <a:gd name="connsiteY3" fmla="*/ 138523 h 138523"/>
                <a:gd name="connsiteX4" fmla="*/ 0 w 595706"/>
                <a:gd name="connsiteY4" fmla="*/ 21286 h 138523"/>
                <a:gd name="connsiteX0" fmla="*/ 0 w 595706"/>
                <a:gd name="connsiteY0" fmla="*/ 22534 h 139771"/>
                <a:gd name="connsiteX1" fmla="*/ 595706 w 595706"/>
                <a:gd name="connsiteY1" fmla="*/ 4624 h 139771"/>
                <a:gd name="connsiteX2" fmla="*/ 595706 w 595706"/>
                <a:gd name="connsiteY2" fmla="*/ 97589 h 139771"/>
                <a:gd name="connsiteX3" fmla="*/ 1361 w 595706"/>
                <a:gd name="connsiteY3" fmla="*/ 139771 h 139771"/>
                <a:gd name="connsiteX4" fmla="*/ 0 w 595706"/>
                <a:gd name="connsiteY4" fmla="*/ 22534 h 139771"/>
                <a:gd name="connsiteX0" fmla="*/ 0 w 595706"/>
                <a:gd name="connsiteY0" fmla="*/ 23494 h 140731"/>
                <a:gd name="connsiteX1" fmla="*/ 595706 w 595706"/>
                <a:gd name="connsiteY1" fmla="*/ 2118 h 140731"/>
                <a:gd name="connsiteX2" fmla="*/ 595706 w 595706"/>
                <a:gd name="connsiteY2" fmla="*/ 98549 h 140731"/>
                <a:gd name="connsiteX3" fmla="*/ 1361 w 595706"/>
                <a:gd name="connsiteY3" fmla="*/ 140731 h 140731"/>
                <a:gd name="connsiteX4" fmla="*/ 0 w 595706"/>
                <a:gd name="connsiteY4" fmla="*/ 23494 h 140731"/>
                <a:gd name="connsiteX0" fmla="*/ 0 w 595706"/>
                <a:gd name="connsiteY0" fmla="*/ 23494 h 140731"/>
                <a:gd name="connsiteX1" fmla="*/ 595706 w 595706"/>
                <a:gd name="connsiteY1" fmla="*/ 2118 h 140731"/>
                <a:gd name="connsiteX2" fmla="*/ 595706 w 595706"/>
                <a:gd name="connsiteY2" fmla="*/ 98549 h 140731"/>
                <a:gd name="connsiteX3" fmla="*/ 1361 w 595706"/>
                <a:gd name="connsiteY3" fmla="*/ 140731 h 140731"/>
                <a:gd name="connsiteX4" fmla="*/ 0 w 595706"/>
                <a:gd name="connsiteY4" fmla="*/ 23494 h 140731"/>
                <a:gd name="connsiteX0" fmla="*/ 0 w 595706"/>
                <a:gd name="connsiteY0" fmla="*/ 25030 h 142267"/>
                <a:gd name="connsiteX1" fmla="*/ 595706 w 595706"/>
                <a:gd name="connsiteY1" fmla="*/ 3654 h 142267"/>
                <a:gd name="connsiteX2" fmla="*/ 595706 w 595706"/>
                <a:gd name="connsiteY2" fmla="*/ 100085 h 142267"/>
                <a:gd name="connsiteX3" fmla="*/ 1361 w 595706"/>
                <a:gd name="connsiteY3" fmla="*/ 142267 h 142267"/>
                <a:gd name="connsiteX4" fmla="*/ 0 w 595706"/>
                <a:gd name="connsiteY4" fmla="*/ 25030 h 142267"/>
                <a:gd name="connsiteX0" fmla="*/ 0 w 595706"/>
                <a:gd name="connsiteY0" fmla="*/ 22091 h 139328"/>
                <a:gd name="connsiteX1" fmla="*/ 595706 w 595706"/>
                <a:gd name="connsiteY1" fmla="*/ 715 h 139328"/>
                <a:gd name="connsiteX2" fmla="*/ 595706 w 595706"/>
                <a:gd name="connsiteY2" fmla="*/ 97146 h 139328"/>
                <a:gd name="connsiteX3" fmla="*/ 1361 w 595706"/>
                <a:gd name="connsiteY3" fmla="*/ 139328 h 139328"/>
                <a:gd name="connsiteX4" fmla="*/ 0 w 595706"/>
                <a:gd name="connsiteY4" fmla="*/ 22091 h 139328"/>
                <a:gd name="connsiteX0" fmla="*/ 0 w 595706"/>
                <a:gd name="connsiteY0" fmla="*/ 23573 h 140810"/>
                <a:gd name="connsiteX1" fmla="*/ 595706 w 595706"/>
                <a:gd name="connsiteY1" fmla="*/ 2197 h 140810"/>
                <a:gd name="connsiteX2" fmla="*/ 595706 w 595706"/>
                <a:gd name="connsiteY2" fmla="*/ 98628 h 140810"/>
                <a:gd name="connsiteX3" fmla="*/ 1361 w 595706"/>
                <a:gd name="connsiteY3" fmla="*/ 140810 h 140810"/>
                <a:gd name="connsiteX4" fmla="*/ 0 w 595706"/>
                <a:gd name="connsiteY4" fmla="*/ 23573 h 140810"/>
                <a:gd name="connsiteX0" fmla="*/ 0 w 595706"/>
                <a:gd name="connsiteY0" fmla="*/ 21908 h 139145"/>
                <a:gd name="connsiteX1" fmla="*/ 595706 w 595706"/>
                <a:gd name="connsiteY1" fmla="*/ 532 h 139145"/>
                <a:gd name="connsiteX2" fmla="*/ 595706 w 595706"/>
                <a:gd name="connsiteY2" fmla="*/ 96963 h 139145"/>
                <a:gd name="connsiteX3" fmla="*/ 1361 w 595706"/>
                <a:gd name="connsiteY3" fmla="*/ 139145 h 139145"/>
                <a:gd name="connsiteX4" fmla="*/ 0 w 595706"/>
                <a:gd name="connsiteY4" fmla="*/ 21908 h 139145"/>
                <a:gd name="connsiteX0" fmla="*/ 0 w 595706"/>
                <a:gd name="connsiteY0" fmla="*/ 23863 h 141100"/>
                <a:gd name="connsiteX1" fmla="*/ 595706 w 595706"/>
                <a:gd name="connsiteY1" fmla="*/ 2487 h 141100"/>
                <a:gd name="connsiteX2" fmla="*/ 595706 w 595706"/>
                <a:gd name="connsiteY2" fmla="*/ 98918 h 141100"/>
                <a:gd name="connsiteX3" fmla="*/ 1361 w 595706"/>
                <a:gd name="connsiteY3" fmla="*/ 141100 h 141100"/>
                <a:gd name="connsiteX4" fmla="*/ 0 w 595706"/>
                <a:gd name="connsiteY4" fmla="*/ 23863 h 141100"/>
                <a:gd name="connsiteX0" fmla="*/ 0 w 595706"/>
                <a:gd name="connsiteY0" fmla="*/ 24472 h 141709"/>
                <a:gd name="connsiteX1" fmla="*/ 595706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0 w 595706"/>
                <a:gd name="connsiteY0" fmla="*/ 24267 h 141504"/>
                <a:gd name="connsiteX1" fmla="*/ 595706 w 595706"/>
                <a:gd name="connsiteY1" fmla="*/ 2891 h 141504"/>
                <a:gd name="connsiteX2" fmla="*/ 595706 w 595706"/>
                <a:gd name="connsiteY2" fmla="*/ 99322 h 141504"/>
                <a:gd name="connsiteX3" fmla="*/ 1361 w 595706"/>
                <a:gd name="connsiteY3" fmla="*/ 141504 h 141504"/>
                <a:gd name="connsiteX4" fmla="*/ 0 w 595706"/>
                <a:gd name="connsiteY4" fmla="*/ 24267 h 141504"/>
                <a:gd name="connsiteX0" fmla="*/ 0 w 595706"/>
                <a:gd name="connsiteY0" fmla="*/ 24472 h 141709"/>
                <a:gd name="connsiteX1" fmla="*/ 595706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0 w 595706"/>
                <a:gd name="connsiteY0" fmla="*/ 24472 h 141709"/>
                <a:gd name="connsiteX1" fmla="*/ 594353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124 w 595830"/>
                <a:gd name="connsiteY0" fmla="*/ 24472 h 141709"/>
                <a:gd name="connsiteX1" fmla="*/ 594477 w 595830"/>
                <a:gd name="connsiteY1" fmla="*/ 3096 h 141709"/>
                <a:gd name="connsiteX2" fmla="*/ 595830 w 595830"/>
                <a:gd name="connsiteY2" fmla="*/ 99527 h 141709"/>
                <a:gd name="connsiteX3" fmla="*/ 131 w 595830"/>
                <a:gd name="connsiteY3" fmla="*/ 141709 h 141709"/>
                <a:gd name="connsiteX4" fmla="*/ 124 w 595830"/>
                <a:gd name="connsiteY4" fmla="*/ 24472 h 141709"/>
                <a:gd name="connsiteX0" fmla="*/ 124 w 597179"/>
                <a:gd name="connsiteY0" fmla="*/ 25207 h 142444"/>
                <a:gd name="connsiteX1" fmla="*/ 597179 w 597179"/>
                <a:gd name="connsiteY1" fmla="*/ 481 h 142444"/>
                <a:gd name="connsiteX2" fmla="*/ 595830 w 597179"/>
                <a:gd name="connsiteY2" fmla="*/ 100262 h 142444"/>
                <a:gd name="connsiteX3" fmla="*/ 131 w 597179"/>
                <a:gd name="connsiteY3" fmla="*/ 142444 h 142444"/>
                <a:gd name="connsiteX4" fmla="*/ 124 w 597179"/>
                <a:gd name="connsiteY4" fmla="*/ 25207 h 142444"/>
                <a:gd name="connsiteX0" fmla="*/ 124 w 595889"/>
                <a:gd name="connsiteY0" fmla="*/ 25842 h 143079"/>
                <a:gd name="connsiteX1" fmla="*/ 594477 w 595889"/>
                <a:gd name="connsiteY1" fmla="*/ 0 h 143079"/>
                <a:gd name="connsiteX2" fmla="*/ 595830 w 595889"/>
                <a:gd name="connsiteY2" fmla="*/ 100897 h 143079"/>
                <a:gd name="connsiteX3" fmla="*/ 131 w 595889"/>
                <a:gd name="connsiteY3" fmla="*/ 143079 h 143079"/>
                <a:gd name="connsiteX4" fmla="*/ 124 w 595889"/>
                <a:gd name="connsiteY4" fmla="*/ 25842 h 143079"/>
                <a:gd name="connsiteX0" fmla="*/ 124 w 595889"/>
                <a:gd name="connsiteY0" fmla="*/ 24713 h 141950"/>
                <a:gd name="connsiteX1" fmla="*/ 594477 w 595889"/>
                <a:gd name="connsiteY1" fmla="*/ 2221 h 141950"/>
                <a:gd name="connsiteX2" fmla="*/ 595830 w 595889"/>
                <a:gd name="connsiteY2" fmla="*/ 99768 h 141950"/>
                <a:gd name="connsiteX3" fmla="*/ 131 w 595889"/>
                <a:gd name="connsiteY3" fmla="*/ 141950 h 141950"/>
                <a:gd name="connsiteX4" fmla="*/ 124 w 595889"/>
                <a:gd name="connsiteY4" fmla="*/ 24713 h 141950"/>
                <a:gd name="connsiteX0" fmla="*/ 124 w 595959"/>
                <a:gd name="connsiteY0" fmla="*/ 24713 h 141950"/>
                <a:gd name="connsiteX1" fmla="*/ 595828 w 595959"/>
                <a:gd name="connsiteY1" fmla="*/ 2221 h 141950"/>
                <a:gd name="connsiteX2" fmla="*/ 595830 w 595959"/>
                <a:gd name="connsiteY2" fmla="*/ 99768 h 141950"/>
                <a:gd name="connsiteX3" fmla="*/ 131 w 595959"/>
                <a:gd name="connsiteY3" fmla="*/ 141950 h 141950"/>
                <a:gd name="connsiteX4" fmla="*/ 124 w 595959"/>
                <a:gd name="connsiteY4" fmla="*/ 24713 h 141950"/>
                <a:gd name="connsiteX0" fmla="*/ 124 w 595959"/>
                <a:gd name="connsiteY0" fmla="*/ 24925 h 142162"/>
                <a:gd name="connsiteX1" fmla="*/ 595828 w 595959"/>
                <a:gd name="connsiteY1" fmla="*/ 2433 h 142162"/>
                <a:gd name="connsiteX2" fmla="*/ 595830 w 595959"/>
                <a:gd name="connsiteY2" fmla="*/ 99980 h 142162"/>
                <a:gd name="connsiteX3" fmla="*/ 131 w 595959"/>
                <a:gd name="connsiteY3" fmla="*/ 142162 h 142162"/>
                <a:gd name="connsiteX4" fmla="*/ 124 w 595959"/>
                <a:gd name="connsiteY4" fmla="*/ 24925 h 142162"/>
                <a:gd name="connsiteX0" fmla="*/ 124 w 595959"/>
                <a:gd name="connsiteY0" fmla="*/ 22492 h 139729"/>
                <a:gd name="connsiteX1" fmla="*/ 595828 w 595959"/>
                <a:gd name="connsiteY1" fmla="*/ 0 h 139729"/>
                <a:gd name="connsiteX2" fmla="*/ 595830 w 595959"/>
                <a:gd name="connsiteY2" fmla="*/ 97547 h 139729"/>
                <a:gd name="connsiteX3" fmla="*/ 131 w 595959"/>
                <a:gd name="connsiteY3" fmla="*/ 139729 h 139729"/>
                <a:gd name="connsiteX4" fmla="*/ 124 w 595959"/>
                <a:gd name="connsiteY4" fmla="*/ 22492 h 139729"/>
                <a:gd name="connsiteX0" fmla="*/ 124 w 595959"/>
                <a:gd name="connsiteY0" fmla="*/ 25585 h 142822"/>
                <a:gd name="connsiteX1" fmla="*/ 595828 w 595959"/>
                <a:gd name="connsiteY1" fmla="*/ 3093 h 142822"/>
                <a:gd name="connsiteX2" fmla="*/ 595830 w 595959"/>
                <a:gd name="connsiteY2" fmla="*/ 100640 h 142822"/>
                <a:gd name="connsiteX3" fmla="*/ 131 w 595959"/>
                <a:gd name="connsiteY3" fmla="*/ 142822 h 142822"/>
                <a:gd name="connsiteX4" fmla="*/ 124 w 595959"/>
                <a:gd name="connsiteY4" fmla="*/ 25585 h 142822"/>
                <a:gd name="connsiteX0" fmla="*/ 124 w 595959"/>
                <a:gd name="connsiteY0" fmla="*/ 25585 h 142822"/>
                <a:gd name="connsiteX1" fmla="*/ 595828 w 595959"/>
                <a:gd name="connsiteY1" fmla="*/ 3093 h 142822"/>
                <a:gd name="connsiteX2" fmla="*/ 595830 w 595959"/>
                <a:gd name="connsiteY2" fmla="*/ 100640 h 142822"/>
                <a:gd name="connsiteX3" fmla="*/ 131 w 595959"/>
                <a:gd name="connsiteY3" fmla="*/ 142822 h 142822"/>
                <a:gd name="connsiteX4" fmla="*/ 124 w 595959"/>
                <a:gd name="connsiteY4" fmla="*/ 25585 h 142822"/>
                <a:gd name="connsiteX0" fmla="*/ 124 w 595959"/>
                <a:gd name="connsiteY0" fmla="*/ 26512 h 143749"/>
                <a:gd name="connsiteX1" fmla="*/ 595828 w 595959"/>
                <a:gd name="connsiteY1" fmla="*/ 4020 h 143749"/>
                <a:gd name="connsiteX2" fmla="*/ 595830 w 595959"/>
                <a:gd name="connsiteY2" fmla="*/ 101567 h 143749"/>
                <a:gd name="connsiteX3" fmla="*/ 131 w 595959"/>
                <a:gd name="connsiteY3" fmla="*/ 143749 h 143749"/>
                <a:gd name="connsiteX4" fmla="*/ 124 w 595959"/>
                <a:gd name="connsiteY4" fmla="*/ 26512 h 143749"/>
                <a:gd name="connsiteX0" fmla="*/ 124 w 595959"/>
                <a:gd name="connsiteY0" fmla="*/ 26512 h 143749"/>
                <a:gd name="connsiteX1" fmla="*/ 595828 w 595959"/>
                <a:gd name="connsiteY1" fmla="*/ 4020 h 143749"/>
                <a:gd name="connsiteX2" fmla="*/ 595830 w 595959"/>
                <a:gd name="connsiteY2" fmla="*/ 101567 h 143749"/>
                <a:gd name="connsiteX3" fmla="*/ 131 w 595959"/>
                <a:gd name="connsiteY3" fmla="*/ 143749 h 143749"/>
                <a:gd name="connsiteX4" fmla="*/ 124 w 595959"/>
                <a:gd name="connsiteY4" fmla="*/ 26512 h 143749"/>
                <a:gd name="connsiteX0" fmla="*/ 124 w 595959"/>
                <a:gd name="connsiteY0" fmla="*/ 28496 h 145733"/>
                <a:gd name="connsiteX1" fmla="*/ 595828 w 595959"/>
                <a:gd name="connsiteY1" fmla="*/ 6004 h 145733"/>
                <a:gd name="connsiteX2" fmla="*/ 595830 w 595959"/>
                <a:gd name="connsiteY2" fmla="*/ 103551 h 145733"/>
                <a:gd name="connsiteX3" fmla="*/ 131 w 595959"/>
                <a:gd name="connsiteY3" fmla="*/ 145733 h 145733"/>
                <a:gd name="connsiteX4" fmla="*/ 124 w 595959"/>
                <a:gd name="connsiteY4" fmla="*/ 28496 h 14573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856"/>
                <a:gd name="connsiteY0" fmla="*/ 41841 h 159078"/>
                <a:gd name="connsiteX1" fmla="*/ 591261 w 595856"/>
                <a:gd name="connsiteY1" fmla="*/ 0 h 159078"/>
                <a:gd name="connsiteX2" fmla="*/ 595830 w 595856"/>
                <a:gd name="connsiteY2" fmla="*/ 116896 h 159078"/>
                <a:gd name="connsiteX3" fmla="*/ 131 w 595856"/>
                <a:gd name="connsiteY3" fmla="*/ 159078 h 159078"/>
                <a:gd name="connsiteX4" fmla="*/ 124 w 595856"/>
                <a:gd name="connsiteY4" fmla="*/ 41841 h 159078"/>
                <a:gd name="connsiteX0" fmla="*/ 124 w 595959"/>
                <a:gd name="connsiteY0" fmla="*/ 41841 h 159078"/>
                <a:gd name="connsiteX1" fmla="*/ 595828 w 595959"/>
                <a:gd name="connsiteY1" fmla="*/ 0 h 159078"/>
                <a:gd name="connsiteX2" fmla="*/ 595830 w 595959"/>
                <a:gd name="connsiteY2" fmla="*/ 116896 h 159078"/>
                <a:gd name="connsiteX3" fmla="*/ 131 w 595959"/>
                <a:gd name="connsiteY3" fmla="*/ 159078 h 159078"/>
                <a:gd name="connsiteX4" fmla="*/ 124 w 595959"/>
                <a:gd name="connsiteY4" fmla="*/ 41841 h 159078"/>
                <a:gd name="connsiteX0" fmla="*/ 124 w 597349"/>
                <a:gd name="connsiteY0" fmla="*/ 42378 h 159615"/>
                <a:gd name="connsiteX1" fmla="*/ 597349 w 597349"/>
                <a:gd name="connsiteY1" fmla="*/ 0 h 159615"/>
                <a:gd name="connsiteX2" fmla="*/ 595830 w 597349"/>
                <a:gd name="connsiteY2" fmla="*/ 117433 h 159615"/>
                <a:gd name="connsiteX3" fmla="*/ 131 w 597349"/>
                <a:gd name="connsiteY3" fmla="*/ 159615 h 159615"/>
                <a:gd name="connsiteX4" fmla="*/ 124 w 597349"/>
                <a:gd name="connsiteY4" fmla="*/ 42378 h 159615"/>
                <a:gd name="connsiteX0" fmla="*/ 124 w 600443"/>
                <a:gd name="connsiteY0" fmla="*/ 42378 h 159615"/>
                <a:gd name="connsiteX1" fmla="*/ 597349 w 600443"/>
                <a:gd name="connsiteY1" fmla="*/ 0 h 159615"/>
                <a:gd name="connsiteX2" fmla="*/ 600408 w 600443"/>
                <a:gd name="connsiteY2" fmla="*/ 117433 h 159615"/>
                <a:gd name="connsiteX3" fmla="*/ 131 w 600443"/>
                <a:gd name="connsiteY3" fmla="*/ 159615 h 159615"/>
                <a:gd name="connsiteX4" fmla="*/ 124 w 600443"/>
                <a:gd name="connsiteY4" fmla="*/ 42378 h 159615"/>
                <a:gd name="connsiteX0" fmla="*/ 124 w 600537"/>
                <a:gd name="connsiteY0" fmla="*/ 42378 h 159615"/>
                <a:gd name="connsiteX1" fmla="*/ 600401 w 600537"/>
                <a:gd name="connsiteY1" fmla="*/ 0 h 159615"/>
                <a:gd name="connsiteX2" fmla="*/ 600408 w 600537"/>
                <a:gd name="connsiteY2" fmla="*/ 117433 h 159615"/>
                <a:gd name="connsiteX3" fmla="*/ 131 w 600537"/>
                <a:gd name="connsiteY3" fmla="*/ 159615 h 159615"/>
                <a:gd name="connsiteX4" fmla="*/ 124 w 600537"/>
                <a:gd name="connsiteY4" fmla="*/ 42378 h 159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0537" h="159615">
                  <a:moveTo>
                    <a:pt x="124" y="42378"/>
                  </a:moveTo>
                  <a:cubicBezTo>
                    <a:pt x="296414" y="-50243"/>
                    <a:pt x="418111" y="75773"/>
                    <a:pt x="600401" y="0"/>
                  </a:cubicBezTo>
                  <a:cubicBezTo>
                    <a:pt x="599951" y="33260"/>
                    <a:pt x="600858" y="84173"/>
                    <a:pt x="600408" y="117433"/>
                  </a:cubicBezTo>
                  <a:cubicBezTo>
                    <a:pt x="395490" y="192726"/>
                    <a:pt x="285331" y="62551"/>
                    <a:pt x="131" y="159615"/>
                  </a:cubicBezTo>
                  <a:cubicBezTo>
                    <a:pt x="-323" y="114566"/>
                    <a:pt x="578" y="87427"/>
                    <a:pt x="124" y="42378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93" name="矩形 1174">
              <a:extLst>
                <a:ext uri="{FF2B5EF4-FFF2-40B4-BE49-F238E27FC236}">
                  <a16:creationId xmlns:a16="http://schemas.microsoft.com/office/drawing/2014/main" id="{09144DBE-A832-0E0F-07AE-92C36A54707D}"/>
                </a:ext>
              </a:extLst>
            </p:cNvPr>
            <p:cNvSpPr/>
            <p:nvPr/>
          </p:nvSpPr>
          <p:spPr>
            <a:xfrm rot="10800000">
              <a:off x="5041542" y="6890402"/>
              <a:ext cx="618706" cy="226680"/>
            </a:xfrm>
            <a:custGeom>
              <a:avLst/>
              <a:gdLst>
                <a:gd name="connsiteX0" fmla="*/ 0 w 595706"/>
                <a:gd name="connsiteY0" fmla="*/ 0 h 92965"/>
                <a:gd name="connsiteX1" fmla="*/ 595706 w 595706"/>
                <a:gd name="connsiteY1" fmla="*/ 0 h 92965"/>
                <a:gd name="connsiteX2" fmla="*/ 595706 w 595706"/>
                <a:gd name="connsiteY2" fmla="*/ 92965 h 92965"/>
                <a:gd name="connsiteX3" fmla="*/ 0 w 595706"/>
                <a:gd name="connsiteY3" fmla="*/ 92965 h 92965"/>
                <a:gd name="connsiteX4" fmla="*/ 0 w 595706"/>
                <a:gd name="connsiteY4" fmla="*/ 0 h 92965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1422 w 594406"/>
                <a:gd name="connsiteY0" fmla="*/ 21376 h 135147"/>
                <a:gd name="connsiteX1" fmla="*/ 594406 w 594406"/>
                <a:gd name="connsiteY1" fmla="*/ 0 h 135147"/>
                <a:gd name="connsiteX2" fmla="*/ 594406 w 594406"/>
                <a:gd name="connsiteY2" fmla="*/ 92965 h 135147"/>
                <a:gd name="connsiteX3" fmla="*/ 61 w 594406"/>
                <a:gd name="connsiteY3" fmla="*/ 135147 h 135147"/>
                <a:gd name="connsiteX4" fmla="*/ 1422 w 594406"/>
                <a:gd name="connsiteY4" fmla="*/ 21376 h 135147"/>
                <a:gd name="connsiteX0" fmla="*/ 1422 w 594406"/>
                <a:gd name="connsiteY0" fmla="*/ 15599 h 135147"/>
                <a:gd name="connsiteX1" fmla="*/ 594406 w 594406"/>
                <a:gd name="connsiteY1" fmla="*/ 0 h 135147"/>
                <a:gd name="connsiteX2" fmla="*/ 594406 w 594406"/>
                <a:gd name="connsiteY2" fmla="*/ 92965 h 135147"/>
                <a:gd name="connsiteX3" fmla="*/ 61 w 594406"/>
                <a:gd name="connsiteY3" fmla="*/ 135147 h 135147"/>
                <a:gd name="connsiteX4" fmla="*/ 1422 w 594406"/>
                <a:gd name="connsiteY4" fmla="*/ 15599 h 135147"/>
                <a:gd name="connsiteX0" fmla="*/ 131 w 594476"/>
                <a:gd name="connsiteY0" fmla="*/ 4622 h 135147"/>
                <a:gd name="connsiteX1" fmla="*/ 594476 w 594476"/>
                <a:gd name="connsiteY1" fmla="*/ 0 h 135147"/>
                <a:gd name="connsiteX2" fmla="*/ 594476 w 594476"/>
                <a:gd name="connsiteY2" fmla="*/ 92965 h 135147"/>
                <a:gd name="connsiteX3" fmla="*/ 131 w 594476"/>
                <a:gd name="connsiteY3" fmla="*/ 135147 h 135147"/>
                <a:gd name="connsiteX4" fmla="*/ 131 w 594476"/>
                <a:gd name="connsiteY4" fmla="*/ 4622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22423 h 139660"/>
                <a:gd name="connsiteX1" fmla="*/ 595706 w 595706"/>
                <a:gd name="connsiteY1" fmla="*/ 4513 h 139660"/>
                <a:gd name="connsiteX2" fmla="*/ 595706 w 595706"/>
                <a:gd name="connsiteY2" fmla="*/ 97478 h 139660"/>
                <a:gd name="connsiteX3" fmla="*/ 1361 w 595706"/>
                <a:gd name="connsiteY3" fmla="*/ 139660 h 139660"/>
                <a:gd name="connsiteX4" fmla="*/ 0 w 595706"/>
                <a:gd name="connsiteY4" fmla="*/ 22423 h 139660"/>
                <a:gd name="connsiteX0" fmla="*/ 0 w 595706"/>
                <a:gd name="connsiteY0" fmla="*/ 26413 h 143650"/>
                <a:gd name="connsiteX1" fmla="*/ 595706 w 595706"/>
                <a:gd name="connsiteY1" fmla="*/ 8503 h 143650"/>
                <a:gd name="connsiteX2" fmla="*/ 595706 w 595706"/>
                <a:gd name="connsiteY2" fmla="*/ 101468 h 143650"/>
                <a:gd name="connsiteX3" fmla="*/ 1361 w 595706"/>
                <a:gd name="connsiteY3" fmla="*/ 143650 h 143650"/>
                <a:gd name="connsiteX4" fmla="*/ 0 w 595706"/>
                <a:gd name="connsiteY4" fmla="*/ 26413 h 143650"/>
                <a:gd name="connsiteX0" fmla="*/ 0 w 595706"/>
                <a:gd name="connsiteY0" fmla="*/ 21286 h 138523"/>
                <a:gd name="connsiteX1" fmla="*/ 595706 w 595706"/>
                <a:gd name="connsiteY1" fmla="*/ 3376 h 138523"/>
                <a:gd name="connsiteX2" fmla="*/ 595706 w 595706"/>
                <a:gd name="connsiteY2" fmla="*/ 96341 h 138523"/>
                <a:gd name="connsiteX3" fmla="*/ 1361 w 595706"/>
                <a:gd name="connsiteY3" fmla="*/ 138523 h 138523"/>
                <a:gd name="connsiteX4" fmla="*/ 0 w 595706"/>
                <a:gd name="connsiteY4" fmla="*/ 21286 h 138523"/>
                <a:gd name="connsiteX0" fmla="*/ 0 w 595706"/>
                <a:gd name="connsiteY0" fmla="*/ 22534 h 139771"/>
                <a:gd name="connsiteX1" fmla="*/ 595706 w 595706"/>
                <a:gd name="connsiteY1" fmla="*/ 4624 h 139771"/>
                <a:gd name="connsiteX2" fmla="*/ 595706 w 595706"/>
                <a:gd name="connsiteY2" fmla="*/ 97589 h 139771"/>
                <a:gd name="connsiteX3" fmla="*/ 1361 w 595706"/>
                <a:gd name="connsiteY3" fmla="*/ 139771 h 139771"/>
                <a:gd name="connsiteX4" fmla="*/ 0 w 595706"/>
                <a:gd name="connsiteY4" fmla="*/ 22534 h 139771"/>
                <a:gd name="connsiteX0" fmla="*/ 0 w 595706"/>
                <a:gd name="connsiteY0" fmla="*/ 23494 h 140731"/>
                <a:gd name="connsiteX1" fmla="*/ 595706 w 595706"/>
                <a:gd name="connsiteY1" fmla="*/ 2118 h 140731"/>
                <a:gd name="connsiteX2" fmla="*/ 595706 w 595706"/>
                <a:gd name="connsiteY2" fmla="*/ 98549 h 140731"/>
                <a:gd name="connsiteX3" fmla="*/ 1361 w 595706"/>
                <a:gd name="connsiteY3" fmla="*/ 140731 h 140731"/>
                <a:gd name="connsiteX4" fmla="*/ 0 w 595706"/>
                <a:gd name="connsiteY4" fmla="*/ 23494 h 140731"/>
                <a:gd name="connsiteX0" fmla="*/ 0 w 595706"/>
                <a:gd name="connsiteY0" fmla="*/ 23494 h 140731"/>
                <a:gd name="connsiteX1" fmla="*/ 595706 w 595706"/>
                <a:gd name="connsiteY1" fmla="*/ 2118 h 140731"/>
                <a:gd name="connsiteX2" fmla="*/ 595706 w 595706"/>
                <a:gd name="connsiteY2" fmla="*/ 98549 h 140731"/>
                <a:gd name="connsiteX3" fmla="*/ 1361 w 595706"/>
                <a:gd name="connsiteY3" fmla="*/ 140731 h 140731"/>
                <a:gd name="connsiteX4" fmla="*/ 0 w 595706"/>
                <a:gd name="connsiteY4" fmla="*/ 23494 h 140731"/>
                <a:gd name="connsiteX0" fmla="*/ 0 w 595706"/>
                <a:gd name="connsiteY0" fmla="*/ 25030 h 142267"/>
                <a:gd name="connsiteX1" fmla="*/ 595706 w 595706"/>
                <a:gd name="connsiteY1" fmla="*/ 3654 h 142267"/>
                <a:gd name="connsiteX2" fmla="*/ 595706 w 595706"/>
                <a:gd name="connsiteY2" fmla="*/ 100085 h 142267"/>
                <a:gd name="connsiteX3" fmla="*/ 1361 w 595706"/>
                <a:gd name="connsiteY3" fmla="*/ 142267 h 142267"/>
                <a:gd name="connsiteX4" fmla="*/ 0 w 595706"/>
                <a:gd name="connsiteY4" fmla="*/ 25030 h 142267"/>
                <a:gd name="connsiteX0" fmla="*/ 0 w 595706"/>
                <a:gd name="connsiteY0" fmla="*/ 22091 h 139328"/>
                <a:gd name="connsiteX1" fmla="*/ 595706 w 595706"/>
                <a:gd name="connsiteY1" fmla="*/ 715 h 139328"/>
                <a:gd name="connsiteX2" fmla="*/ 595706 w 595706"/>
                <a:gd name="connsiteY2" fmla="*/ 97146 h 139328"/>
                <a:gd name="connsiteX3" fmla="*/ 1361 w 595706"/>
                <a:gd name="connsiteY3" fmla="*/ 139328 h 139328"/>
                <a:gd name="connsiteX4" fmla="*/ 0 w 595706"/>
                <a:gd name="connsiteY4" fmla="*/ 22091 h 139328"/>
                <a:gd name="connsiteX0" fmla="*/ 0 w 595706"/>
                <a:gd name="connsiteY0" fmla="*/ 23573 h 140810"/>
                <a:gd name="connsiteX1" fmla="*/ 595706 w 595706"/>
                <a:gd name="connsiteY1" fmla="*/ 2197 h 140810"/>
                <a:gd name="connsiteX2" fmla="*/ 595706 w 595706"/>
                <a:gd name="connsiteY2" fmla="*/ 98628 h 140810"/>
                <a:gd name="connsiteX3" fmla="*/ 1361 w 595706"/>
                <a:gd name="connsiteY3" fmla="*/ 140810 h 140810"/>
                <a:gd name="connsiteX4" fmla="*/ 0 w 595706"/>
                <a:gd name="connsiteY4" fmla="*/ 23573 h 140810"/>
                <a:gd name="connsiteX0" fmla="*/ 0 w 595706"/>
                <a:gd name="connsiteY0" fmla="*/ 21908 h 139145"/>
                <a:gd name="connsiteX1" fmla="*/ 595706 w 595706"/>
                <a:gd name="connsiteY1" fmla="*/ 532 h 139145"/>
                <a:gd name="connsiteX2" fmla="*/ 595706 w 595706"/>
                <a:gd name="connsiteY2" fmla="*/ 96963 h 139145"/>
                <a:gd name="connsiteX3" fmla="*/ 1361 w 595706"/>
                <a:gd name="connsiteY3" fmla="*/ 139145 h 139145"/>
                <a:gd name="connsiteX4" fmla="*/ 0 w 595706"/>
                <a:gd name="connsiteY4" fmla="*/ 21908 h 139145"/>
                <a:gd name="connsiteX0" fmla="*/ 0 w 595706"/>
                <a:gd name="connsiteY0" fmla="*/ 23863 h 141100"/>
                <a:gd name="connsiteX1" fmla="*/ 595706 w 595706"/>
                <a:gd name="connsiteY1" fmla="*/ 2487 h 141100"/>
                <a:gd name="connsiteX2" fmla="*/ 595706 w 595706"/>
                <a:gd name="connsiteY2" fmla="*/ 98918 h 141100"/>
                <a:gd name="connsiteX3" fmla="*/ 1361 w 595706"/>
                <a:gd name="connsiteY3" fmla="*/ 141100 h 141100"/>
                <a:gd name="connsiteX4" fmla="*/ 0 w 595706"/>
                <a:gd name="connsiteY4" fmla="*/ 23863 h 141100"/>
                <a:gd name="connsiteX0" fmla="*/ 0 w 595706"/>
                <a:gd name="connsiteY0" fmla="*/ 24472 h 141709"/>
                <a:gd name="connsiteX1" fmla="*/ 595706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0 w 595706"/>
                <a:gd name="connsiteY0" fmla="*/ 24267 h 141504"/>
                <a:gd name="connsiteX1" fmla="*/ 595706 w 595706"/>
                <a:gd name="connsiteY1" fmla="*/ 2891 h 141504"/>
                <a:gd name="connsiteX2" fmla="*/ 595706 w 595706"/>
                <a:gd name="connsiteY2" fmla="*/ 99322 h 141504"/>
                <a:gd name="connsiteX3" fmla="*/ 1361 w 595706"/>
                <a:gd name="connsiteY3" fmla="*/ 141504 h 141504"/>
                <a:gd name="connsiteX4" fmla="*/ 0 w 595706"/>
                <a:gd name="connsiteY4" fmla="*/ 24267 h 141504"/>
                <a:gd name="connsiteX0" fmla="*/ 0 w 595706"/>
                <a:gd name="connsiteY0" fmla="*/ 24472 h 141709"/>
                <a:gd name="connsiteX1" fmla="*/ 595706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0 w 595706"/>
                <a:gd name="connsiteY0" fmla="*/ 24472 h 141709"/>
                <a:gd name="connsiteX1" fmla="*/ 594353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124 w 595830"/>
                <a:gd name="connsiteY0" fmla="*/ 24472 h 141709"/>
                <a:gd name="connsiteX1" fmla="*/ 594477 w 595830"/>
                <a:gd name="connsiteY1" fmla="*/ 3096 h 141709"/>
                <a:gd name="connsiteX2" fmla="*/ 595830 w 595830"/>
                <a:gd name="connsiteY2" fmla="*/ 99527 h 141709"/>
                <a:gd name="connsiteX3" fmla="*/ 131 w 595830"/>
                <a:gd name="connsiteY3" fmla="*/ 141709 h 141709"/>
                <a:gd name="connsiteX4" fmla="*/ 124 w 595830"/>
                <a:gd name="connsiteY4" fmla="*/ 24472 h 141709"/>
                <a:gd name="connsiteX0" fmla="*/ 124 w 597179"/>
                <a:gd name="connsiteY0" fmla="*/ 25207 h 142444"/>
                <a:gd name="connsiteX1" fmla="*/ 597179 w 597179"/>
                <a:gd name="connsiteY1" fmla="*/ 481 h 142444"/>
                <a:gd name="connsiteX2" fmla="*/ 595830 w 597179"/>
                <a:gd name="connsiteY2" fmla="*/ 100262 h 142444"/>
                <a:gd name="connsiteX3" fmla="*/ 131 w 597179"/>
                <a:gd name="connsiteY3" fmla="*/ 142444 h 142444"/>
                <a:gd name="connsiteX4" fmla="*/ 124 w 597179"/>
                <a:gd name="connsiteY4" fmla="*/ 25207 h 142444"/>
                <a:gd name="connsiteX0" fmla="*/ 124 w 595889"/>
                <a:gd name="connsiteY0" fmla="*/ 25842 h 143079"/>
                <a:gd name="connsiteX1" fmla="*/ 594477 w 595889"/>
                <a:gd name="connsiteY1" fmla="*/ 0 h 143079"/>
                <a:gd name="connsiteX2" fmla="*/ 595830 w 595889"/>
                <a:gd name="connsiteY2" fmla="*/ 100897 h 143079"/>
                <a:gd name="connsiteX3" fmla="*/ 131 w 595889"/>
                <a:gd name="connsiteY3" fmla="*/ 143079 h 143079"/>
                <a:gd name="connsiteX4" fmla="*/ 124 w 595889"/>
                <a:gd name="connsiteY4" fmla="*/ 25842 h 143079"/>
                <a:gd name="connsiteX0" fmla="*/ 124 w 595889"/>
                <a:gd name="connsiteY0" fmla="*/ 24713 h 141950"/>
                <a:gd name="connsiteX1" fmla="*/ 594477 w 595889"/>
                <a:gd name="connsiteY1" fmla="*/ 2221 h 141950"/>
                <a:gd name="connsiteX2" fmla="*/ 595830 w 595889"/>
                <a:gd name="connsiteY2" fmla="*/ 99768 h 141950"/>
                <a:gd name="connsiteX3" fmla="*/ 131 w 595889"/>
                <a:gd name="connsiteY3" fmla="*/ 141950 h 141950"/>
                <a:gd name="connsiteX4" fmla="*/ 124 w 595889"/>
                <a:gd name="connsiteY4" fmla="*/ 24713 h 141950"/>
                <a:gd name="connsiteX0" fmla="*/ 124 w 595959"/>
                <a:gd name="connsiteY0" fmla="*/ 24713 h 141950"/>
                <a:gd name="connsiteX1" fmla="*/ 595828 w 595959"/>
                <a:gd name="connsiteY1" fmla="*/ 2221 h 141950"/>
                <a:gd name="connsiteX2" fmla="*/ 595830 w 595959"/>
                <a:gd name="connsiteY2" fmla="*/ 99768 h 141950"/>
                <a:gd name="connsiteX3" fmla="*/ 131 w 595959"/>
                <a:gd name="connsiteY3" fmla="*/ 141950 h 141950"/>
                <a:gd name="connsiteX4" fmla="*/ 124 w 595959"/>
                <a:gd name="connsiteY4" fmla="*/ 24713 h 141950"/>
                <a:gd name="connsiteX0" fmla="*/ 124 w 595959"/>
                <a:gd name="connsiteY0" fmla="*/ 24925 h 142162"/>
                <a:gd name="connsiteX1" fmla="*/ 595828 w 595959"/>
                <a:gd name="connsiteY1" fmla="*/ 2433 h 142162"/>
                <a:gd name="connsiteX2" fmla="*/ 595830 w 595959"/>
                <a:gd name="connsiteY2" fmla="*/ 99980 h 142162"/>
                <a:gd name="connsiteX3" fmla="*/ 131 w 595959"/>
                <a:gd name="connsiteY3" fmla="*/ 142162 h 142162"/>
                <a:gd name="connsiteX4" fmla="*/ 124 w 595959"/>
                <a:gd name="connsiteY4" fmla="*/ 24925 h 142162"/>
                <a:gd name="connsiteX0" fmla="*/ 124 w 595959"/>
                <a:gd name="connsiteY0" fmla="*/ 22492 h 139729"/>
                <a:gd name="connsiteX1" fmla="*/ 595828 w 595959"/>
                <a:gd name="connsiteY1" fmla="*/ 0 h 139729"/>
                <a:gd name="connsiteX2" fmla="*/ 595830 w 595959"/>
                <a:gd name="connsiteY2" fmla="*/ 97547 h 139729"/>
                <a:gd name="connsiteX3" fmla="*/ 131 w 595959"/>
                <a:gd name="connsiteY3" fmla="*/ 139729 h 139729"/>
                <a:gd name="connsiteX4" fmla="*/ 124 w 595959"/>
                <a:gd name="connsiteY4" fmla="*/ 22492 h 139729"/>
                <a:gd name="connsiteX0" fmla="*/ 124 w 595959"/>
                <a:gd name="connsiteY0" fmla="*/ 25585 h 142822"/>
                <a:gd name="connsiteX1" fmla="*/ 595828 w 595959"/>
                <a:gd name="connsiteY1" fmla="*/ 3093 h 142822"/>
                <a:gd name="connsiteX2" fmla="*/ 595830 w 595959"/>
                <a:gd name="connsiteY2" fmla="*/ 100640 h 142822"/>
                <a:gd name="connsiteX3" fmla="*/ 131 w 595959"/>
                <a:gd name="connsiteY3" fmla="*/ 142822 h 142822"/>
                <a:gd name="connsiteX4" fmla="*/ 124 w 595959"/>
                <a:gd name="connsiteY4" fmla="*/ 25585 h 142822"/>
                <a:gd name="connsiteX0" fmla="*/ 124 w 595959"/>
                <a:gd name="connsiteY0" fmla="*/ 25585 h 142822"/>
                <a:gd name="connsiteX1" fmla="*/ 595828 w 595959"/>
                <a:gd name="connsiteY1" fmla="*/ 3093 h 142822"/>
                <a:gd name="connsiteX2" fmla="*/ 595830 w 595959"/>
                <a:gd name="connsiteY2" fmla="*/ 100640 h 142822"/>
                <a:gd name="connsiteX3" fmla="*/ 131 w 595959"/>
                <a:gd name="connsiteY3" fmla="*/ 142822 h 142822"/>
                <a:gd name="connsiteX4" fmla="*/ 124 w 595959"/>
                <a:gd name="connsiteY4" fmla="*/ 25585 h 142822"/>
                <a:gd name="connsiteX0" fmla="*/ 124 w 595959"/>
                <a:gd name="connsiteY0" fmla="*/ 26512 h 143749"/>
                <a:gd name="connsiteX1" fmla="*/ 595828 w 595959"/>
                <a:gd name="connsiteY1" fmla="*/ 4020 h 143749"/>
                <a:gd name="connsiteX2" fmla="*/ 595830 w 595959"/>
                <a:gd name="connsiteY2" fmla="*/ 101567 h 143749"/>
                <a:gd name="connsiteX3" fmla="*/ 131 w 595959"/>
                <a:gd name="connsiteY3" fmla="*/ 143749 h 143749"/>
                <a:gd name="connsiteX4" fmla="*/ 124 w 595959"/>
                <a:gd name="connsiteY4" fmla="*/ 26512 h 143749"/>
                <a:gd name="connsiteX0" fmla="*/ 124 w 595959"/>
                <a:gd name="connsiteY0" fmla="*/ 26512 h 143749"/>
                <a:gd name="connsiteX1" fmla="*/ 595828 w 595959"/>
                <a:gd name="connsiteY1" fmla="*/ 4020 h 143749"/>
                <a:gd name="connsiteX2" fmla="*/ 595830 w 595959"/>
                <a:gd name="connsiteY2" fmla="*/ 101567 h 143749"/>
                <a:gd name="connsiteX3" fmla="*/ 131 w 595959"/>
                <a:gd name="connsiteY3" fmla="*/ 143749 h 143749"/>
                <a:gd name="connsiteX4" fmla="*/ 124 w 595959"/>
                <a:gd name="connsiteY4" fmla="*/ 26512 h 143749"/>
                <a:gd name="connsiteX0" fmla="*/ 124 w 595959"/>
                <a:gd name="connsiteY0" fmla="*/ 28496 h 145733"/>
                <a:gd name="connsiteX1" fmla="*/ 595828 w 595959"/>
                <a:gd name="connsiteY1" fmla="*/ 6004 h 145733"/>
                <a:gd name="connsiteX2" fmla="*/ 595830 w 595959"/>
                <a:gd name="connsiteY2" fmla="*/ 103551 h 145733"/>
                <a:gd name="connsiteX3" fmla="*/ 131 w 595959"/>
                <a:gd name="connsiteY3" fmla="*/ 145733 h 145733"/>
                <a:gd name="connsiteX4" fmla="*/ 124 w 595959"/>
                <a:gd name="connsiteY4" fmla="*/ 28496 h 14573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856"/>
                <a:gd name="connsiteY0" fmla="*/ 41841 h 159078"/>
                <a:gd name="connsiteX1" fmla="*/ 591261 w 595856"/>
                <a:gd name="connsiteY1" fmla="*/ 0 h 159078"/>
                <a:gd name="connsiteX2" fmla="*/ 595830 w 595856"/>
                <a:gd name="connsiteY2" fmla="*/ 116896 h 159078"/>
                <a:gd name="connsiteX3" fmla="*/ 131 w 595856"/>
                <a:gd name="connsiteY3" fmla="*/ 159078 h 159078"/>
                <a:gd name="connsiteX4" fmla="*/ 124 w 595856"/>
                <a:gd name="connsiteY4" fmla="*/ 41841 h 159078"/>
                <a:gd name="connsiteX0" fmla="*/ 124 w 595959"/>
                <a:gd name="connsiteY0" fmla="*/ 41841 h 159078"/>
                <a:gd name="connsiteX1" fmla="*/ 595828 w 595959"/>
                <a:gd name="connsiteY1" fmla="*/ 0 h 159078"/>
                <a:gd name="connsiteX2" fmla="*/ 595830 w 595959"/>
                <a:gd name="connsiteY2" fmla="*/ 116896 h 159078"/>
                <a:gd name="connsiteX3" fmla="*/ 131 w 595959"/>
                <a:gd name="connsiteY3" fmla="*/ 159078 h 159078"/>
                <a:gd name="connsiteX4" fmla="*/ 124 w 595959"/>
                <a:gd name="connsiteY4" fmla="*/ 41841 h 159078"/>
                <a:gd name="connsiteX0" fmla="*/ 124 w 597349"/>
                <a:gd name="connsiteY0" fmla="*/ 42378 h 159615"/>
                <a:gd name="connsiteX1" fmla="*/ 597349 w 597349"/>
                <a:gd name="connsiteY1" fmla="*/ 0 h 159615"/>
                <a:gd name="connsiteX2" fmla="*/ 595830 w 597349"/>
                <a:gd name="connsiteY2" fmla="*/ 117433 h 159615"/>
                <a:gd name="connsiteX3" fmla="*/ 131 w 597349"/>
                <a:gd name="connsiteY3" fmla="*/ 159615 h 159615"/>
                <a:gd name="connsiteX4" fmla="*/ 124 w 597349"/>
                <a:gd name="connsiteY4" fmla="*/ 42378 h 159615"/>
                <a:gd name="connsiteX0" fmla="*/ 124 w 600443"/>
                <a:gd name="connsiteY0" fmla="*/ 42378 h 159615"/>
                <a:gd name="connsiteX1" fmla="*/ 597349 w 600443"/>
                <a:gd name="connsiteY1" fmla="*/ 0 h 159615"/>
                <a:gd name="connsiteX2" fmla="*/ 600408 w 600443"/>
                <a:gd name="connsiteY2" fmla="*/ 117433 h 159615"/>
                <a:gd name="connsiteX3" fmla="*/ 131 w 600443"/>
                <a:gd name="connsiteY3" fmla="*/ 159615 h 159615"/>
                <a:gd name="connsiteX4" fmla="*/ 124 w 600443"/>
                <a:gd name="connsiteY4" fmla="*/ 42378 h 159615"/>
                <a:gd name="connsiteX0" fmla="*/ 124 w 600537"/>
                <a:gd name="connsiteY0" fmla="*/ 42378 h 159615"/>
                <a:gd name="connsiteX1" fmla="*/ 600401 w 600537"/>
                <a:gd name="connsiteY1" fmla="*/ 0 h 159615"/>
                <a:gd name="connsiteX2" fmla="*/ 600408 w 600537"/>
                <a:gd name="connsiteY2" fmla="*/ 117433 h 159615"/>
                <a:gd name="connsiteX3" fmla="*/ 131 w 600537"/>
                <a:gd name="connsiteY3" fmla="*/ 159615 h 159615"/>
                <a:gd name="connsiteX4" fmla="*/ 124 w 600537"/>
                <a:gd name="connsiteY4" fmla="*/ 42378 h 159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0537" h="159615">
                  <a:moveTo>
                    <a:pt x="124" y="42378"/>
                  </a:moveTo>
                  <a:cubicBezTo>
                    <a:pt x="296414" y="-50243"/>
                    <a:pt x="418111" y="75773"/>
                    <a:pt x="600401" y="0"/>
                  </a:cubicBezTo>
                  <a:cubicBezTo>
                    <a:pt x="599951" y="33260"/>
                    <a:pt x="600858" y="84173"/>
                    <a:pt x="600408" y="117433"/>
                  </a:cubicBezTo>
                  <a:cubicBezTo>
                    <a:pt x="395490" y="192726"/>
                    <a:pt x="285331" y="62551"/>
                    <a:pt x="131" y="159615"/>
                  </a:cubicBezTo>
                  <a:cubicBezTo>
                    <a:pt x="-323" y="114566"/>
                    <a:pt x="578" y="87427"/>
                    <a:pt x="124" y="42378"/>
                  </a:cubicBezTo>
                  <a:close/>
                </a:path>
              </a:pathLst>
            </a:custGeom>
            <a:solidFill>
              <a:schemeClr val="accent2">
                <a:lumMod val="40000"/>
                <a:lumOff val="6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94" name="矩形 1174">
              <a:extLst>
                <a:ext uri="{FF2B5EF4-FFF2-40B4-BE49-F238E27FC236}">
                  <a16:creationId xmlns:a16="http://schemas.microsoft.com/office/drawing/2014/main" id="{04D438FE-A41D-4D6E-EACD-AE8F9526E406}"/>
                </a:ext>
              </a:extLst>
            </p:cNvPr>
            <p:cNvSpPr/>
            <p:nvPr/>
          </p:nvSpPr>
          <p:spPr>
            <a:xfrm rot="10800000">
              <a:off x="5041541" y="7045652"/>
              <a:ext cx="618707" cy="139508"/>
            </a:xfrm>
            <a:custGeom>
              <a:avLst/>
              <a:gdLst>
                <a:gd name="connsiteX0" fmla="*/ 0 w 595706"/>
                <a:gd name="connsiteY0" fmla="*/ 0 h 92965"/>
                <a:gd name="connsiteX1" fmla="*/ 595706 w 595706"/>
                <a:gd name="connsiteY1" fmla="*/ 0 h 92965"/>
                <a:gd name="connsiteX2" fmla="*/ 595706 w 595706"/>
                <a:gd name="connsiteY2" fmla="*/ 92965 h 92965"/>
                <a:gd name="connsiteX3" fmla="*/ 0 w 595706"/>
                <a:gd name="connsiteY3" fmla="*/ 92965 h 92965"/>
                <a:gd name="connsiteX4" fmla="*/ 0 w 595706"/>
                <a:gd name="connsiteY4" fmla="*/ 0 h 92965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131 w 595837"/>
                <a:gd name="connsiteY0" fmla="*/ 0 h 148754"/>
                <a:gd name="connsiteX1" fmla="*/ 595837 w 595837"/>
                <a:gd name="connsiteY1" fmla="*/ 0 h 148754"/>
                <a:gd name="connsiteX2" fmla="*/ 595837 w 595837"/>
                <a:gd name="connsiteY2" fmla="*/ 92965 h 148754"/>
                <a:gd name="connsiteX3" fmla="*/ 131 w 595837"/>
                <a:gd name="connsiteY3" fmla="*/ 148754 h 148754"/>
                <a:gd name="connsiteX4" fmla="*/ 131 w 595837"/>
                <a:gd name="connsiteY4" fmla="*/ 0 h 148754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56571"/>
                <a:gd name="connsiteX1" fmla="*/ 595837 w 595837"/>
                <a:gd name="connsiteY1" fmla="*/ 0 h 156571"/>
                <a:gd name="connsiteX2" fmla="*/ 594316 w 595837"/>
                <a:gd name="connsiteY2" fmla="*/ 141984 h 156571"/>
                <a:gd name="connsiteX3" fmla="*/ 131 w 595837"/>
                <a:gd name="connsiteY3" fmla="*/ 140590 h 156571"/>
                <a:gd name="connsiteX4" fmla="*/ 131 w 595837"/>
                <a:gd name="connsiteY4" fmla="*/ 0 h 156571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0 w 600949"/>
                <a:gd name="connsiteY0" fmla="*/ 0 h 271309"/>
                <a:gd name="connsiteX1" fmla="*/ 600949 w 600949"/>
                <a:gd name="connsiteY1" fmla="*/ 0 h 271309"/>
                <a:gd name="connsiteX2" fmla="*/ 599428 w 600949"/>
                <a:gd name="connsiteY2" fmla="*/ 141984 h 271309"/>
                <a:gd name="connsiteX3" fmla="*/ 3722 w 600949"/>
                <a:gd name="connsiteY3" fmla="*/ 271309 h 271309"/>
                <a:gd name="connsiteX4" fmla="*/ 0 w 600949"/>
                <a:gd name="connsiteY4" fmla="*/ 0 h 271309"/>
                <a:gd name="connsiteX0" fmla="*/ 0 w 599639"/>
                <a:gd name="connsiteY0" fmla="*/ 0 h 271309"/>
                <a:gd name="connsiteX1" fmla="*/ 599639 w 599639"/>
                <a:gd name="connsiteY1" fmla="*/ 0 h 271309"/>
                <a:gd name="connsiteX2" fmla="*/ 599428 w 599639"/>
                <a:gd name="connsiteY2" fmla="*/ 141984 h 271309"/>
                <a:gd name="connsiteX3" fmla="*/ 3722 w 599639"/>
                <a:gd name="connsiteY3" fmla="*/ 271309 h 271309"/>
                <a:gd name="connsiteX4" fmla="*/ 0 w 599639"/>
                <a:gd name="connsiteY4" fmla="*/ 0 h 271309"/>
                <a:gd name="connsiteX0" fmla="*/ 0 w 597018"/>
                <a:gd name="connsiteY0" fmla="*/ 0 h 271309"/>
                <a:gd name="connsiteX1" fmla="*/ 597018 w 597018"/>
                <a:gd name="connsiteY1" fmla="*/ 0 h 271309"/>
                <a:gd name="connsiteX2" fmla="*/ 596807 w 597018"/>
                <a:gd name="connsiteY2" fmla="*/ 141984 h 271309"/>
                <a:gd name="connsiteX3" fmla="*/ 1101 w 597018"/>
                <a:gd name="connsiteY3" fmla="*/ 271309 h 271309"/>
                <a:gd name="connsiteX4" fmla="*/ 0 w 597018"/>
                <a:gd name="connsiteY4" fmla="*/ 0 h 271309"/>
                <a:gd name="connsiteX0" fmla="*/ 0 w 596807"/>
                <a:gd name="connsiteY0" fmla="*/ 0 h 271309"/>
                <a:gd name="connsiteX1" fmla="*/ 591775 w 596807"/>
                <a:gd name="connsiteY1" fmla="*/ 0 h 271309"/>
                <a:gd name="connsiteX2" fmla="*/ 596807 w 596807"/>
                <a:gd name="connsiteY2" fmla="*/ 141984 h 271309"/>
                <a:gd name="connsiteX3" fmla="*/ 1101 w 596807"/>
                <a:gd name="connsiteY3" fmla="*/ 271309 h 271309"/>
                <a:gd name="connsiteX4" fmla="*/ 0 w 596807"/>
                <a:gd name="connsiteY4" fmla="*/ 0 h 271309"/>
                <a:gd name="connsiteX0" fmla="*/ 0 w 596807"/>
                <a:gd name="connsiteY0" fmla="*/ 0 h 271309"/>
                <a:gd name="connsiteX1" fmla="*/ 595708 w 596807"/>
                <a:gd name="connsiteY1" fmla="*/ 0 h 271309"/>
                <a:gd name="connsiteX2" fmla="*/ 596807 w 596807"/>
                <a:gd name="connsiteY2" fmla="*/ 141984 h 271309"/>
                <a:gd name="connsiteX3" fmla="*/ 1101 w 596807"/>
                <a:gd name="connsiteY3" fmla="*/ 271309 h 271309"/>
                <a:gd name="connsiteX4" fmla="*/ 0 w 596807"/>
                <a:gd name="connsiteY4" fmla="*/ 0 h 271309"/>
                <a:gd name="connsiteX0" fmla="*/ 0 w 595708"/>
                <a:gd name="connsiteY0" fmla="*/ 0 h 271309"/>
                <a:gd name="connsiteX1" fmla="*/ 595708 w 595708"/>
                <a:gd name="connsiteY1" fmla="*/ 0 h 271309"/>
                <a:gd name="connsiteX2" fmla="*/ 594186 w 595708"/>
                <a:gd name="connsiteY2" fmla="*/ 141985 h 271309"/>
                <a:gd name="connsiteX3" fmla="*/ 1101 w 595708"/>
                <a:gd name="connsiteY3" fmla="*/ 271309 h 271309"/>
                <a:gd name="connsiteX4" fmla="*/ 0 w 595708"/>
                <a:gd name="connsiteY4" fmla="*/ 0 h 271309"/>
                <a:gd name="connsiteX0" fmla="*/ 0 w 596439"/>
                <a:gd name="connsiteY0" fmla="*/ 109083 h 380392"/>
                <a:gd name="connsiteX1" fmla="*/ 595708 w 596439"/>
                <a:gd name="connsiteY1" fmla="*/ 109083 h 380392"/>
                <a:gd name="connsiteX2" fmla="*/ 594186 w 596439"/>
                <a:gd name="connsiteY2" fmla="*/ 251068 h 380392"/>
                <a:gd name="connsiteX3" fmla="*/ 1101 w 596439"/>
                <a:gd name="connsiteY3" fmla="*/ 380392 h 380392"/>
                <a:gd name="connsiteX4" fmla="*/ 0 w 596439"/>
                <a:gd name="connsiteY4" fmla="*/ 109083 h 380392"/>
                <a:gd name="connsiteX0" fmla="*/ 0 w 595708"/>
                <a:gd name="connsiteY0" fmla="*/ 0 h 271309"/>
                <a:gd name="connsiteX1" fmla="*/ 595708 w 595708"/>
                <a:gd name="connsiteY1" fmla="*/ 0 h 271309"/>
                <a:gd name="connsiteX2" fmla="*/ 594186 w 595708"/>
                <a:gd name="connsiteY2" fmla="*/ 141985 h 271309"/>
                <a:gd name="connsiteX3" fmla="*/ 1101 w 595708"/>
                <a:gd name="connsiteY3" fmla="*/ 271309 h 271309"/>
                <a:gd name="connsiteX4" fmla="*/ 0 w 595708"/>
                <a:gd name="connsiteY4" fmla="*/ 0 h 271309"/>
                <a:gd name="connsiteX0" fmla="*/ 0 w 596808"/>
                <a:gd name="connsiteY0" fmla="*/ 0 h 271309"/>
                <a:gd name="connsiteX1" fmla="*/ 595708 w 596808"/>
                <a:gd name="connsiteY1" fmla="*/ 0 h 271309"/>
                <a:gd name="connsiteX2" fmla="*/ 596808 w 596808"/>
                <a:gd name="connsiteY2" fmla="*/ 141985 h 271309"/>
                <a:gd name="connsiteX3" fmla="*/ 1101 w 596808"/>
                <a:gd name="connsiteY3" fmla="*/ 271309 h 271309"/>
                <a:gd name="connsiteX4" fmla="*/ 0 w 596808"/>
                <a:gd name="connsiteY4" fmla="*/ 0 h 271309"/>
                <a:gd name="connsiteX0" fmla="*/ 0 w 596808"/>
                <a:gd name="connsiteY0" fmla="*/ 0 h 271309"/>
                <a:gd name="connsiteX1" fmla="*/ 595708 w 596808"/>
                <a:gd name="connsiteY1" fmla="*/ 0 h 271309"/>
                <a:gd name="connsiteX2" fmla="*/ 596808 w 596808"/>
                <a:gd name="connsiteY2" fmla="*/ 141985 h 271309"/>
                <a:gd name="connsiteX3" fmla="*/ 1101 w 596808"/>
                <a:gd name="connsiteY3" fmla="*/ 271309 h 271309"/>
                <a:gd name="connsiteX4" fmla="*/ 0 w 596808"/>
                <a:gd name="connsiteY4" fmla="*/ 0 h 271309"/>
                <a:gd name="connsiteX0" fmla="*/ 0 w 596808"/>
                <a:gd name="connsiteY0" fmla="*/ 0 h 271309"/>
                <a:gd name="connsiteX1" fmla="*/ 595708 w 596808"/>
                <a:gd name="connsiteY1" fmla="*/ 0 h 271309"/>
                <a:gd name="connsiteX2" fmla="*/ 596808 w 596808"/>
                <a:gd name="connsiteY2" fmla="*/ 141985 h 271309"/>
                <a:gd name="connsiteX3" fmla="*/ 1101 w 596808"/>
                <a:gd name="connsiteY3" fmla="*/ 271309 h 271309"/>
                <a:gd name="connsiteX4" fmla="*/ 0 w 596808"/>
                <a:gd name="connsiteY4" fmla="*/ 0 h 271309"/>
                <a:gd name="connsiteX0" fmla="*/ 0 w 595708"/>
                <a:gd name="connsiteY0" fmla="*/ 0 h 271309"/>
                <a:gd name="connsiteX1" fmla="*/ 595708 w 595708"/>
                <a:gd name="connsiteY1" fmla="*/ 0 h 271309"/>
                <a:gd name="connsiteX2" fmla="*/ 594186 w 595708"/>
                <a:gd name="connsiteY2" fmla="*/ 141985 h 271309"/>
                <a:gd name="connsiteX3" fmla="*/ 1101 w 595708"/>
                <a:gd name="connsiteY3" fmla="*/ 271309 h 271309"/>
                <a:gd name="connsiteX4" fmla="*/ 0 w 595708"/>
                <a:gd name="connsiteY4" fmla="*/ 0 h 271309"/>
                <a:gd name="connsiteX0" fmla="*/ 0 w 595708"/>
                <a:gd name="connsiteY0" fmla="*/ 0 h 271309"/>
                <a:gd name="connsiteX1" fmla="*/ 595708 w 595708"/>
                <a:gd name="connsiteY1" fmla="*/ 0 h 271309"/>
                <a:gd name="connsiteX2" fmla="*/ 594186 w 595708"/>
                <a:gd name="connsiteY2" fmla="*/ 141985 h 271309"/>
                <a:gd name="connsiteX3" fmla="*/ 1101 w 595708"/>
                <a:gd name="connsiteY3" fmla="*/ 271309 h 271309"/>
                <a:gd name="connsiteX4" fmla="*/ 0 w 595708"/>
                <a:gd name="connsiteY4" fmla="*/ 0 h 271309"/>
                <a:gd name="connsiteX0" fmla="*/ 0 w 595936"/>
                <a:gd name="connsiteY0" fmla="*/ 0 h 271309"/>
                <a:gd name="connsiteX1" fmla="*/ 595708 w 595936"/>
                <a:gd name="connsiteY1" fmla="*/ 0 h 271309"/>
                <a:gd name="connsiteX2" fmla="*/ 594186 w 595936"/>
                <a:gd name="connsiteY2" fmla="*/ 141985 h 271309"/>
                <a:gd name="connsiteX3" fmla="*/ 1101 w 595936"/>
                <a:gd name="connsiteY3" fmla="*/ 271309 h 271309"/>
                <a:gd name="connsiteX4" fmla="*/ 0 w 595936"/>
                <a:gd name="connsiteY4" fmla="*/ 0 h 271309"/>
                <a:gd name="connsiteX0" fmla="*/ 319 w 596255"/>
                <a:gd name="connsiteY0" fmla="*/ 0 h 271309"/>
                <a:gd name="connsiteX1" fmla="*/ 596027 w 596255"/>
                <a:gd name="connsiteY1" fmla="*/ 0 h 271309"/>
                <a:gd name="connsiteX2" fmla="*/ 594505 w 596255"/>
                <a:gd name="connsiteY2" fmla="*/ 141985 h 271309"/>
                <a:gd name="connsiteX3" fmla="*/ 110 w 596255"/>
                <a:gd name="connsiteY3" fmla="*/ 271309 h 271309"/>
                <a:gd name="connsiteX4" fmla="*/ 319 w 596255"/>
                <a:gd name="connsiteY4" fmla="*/ 0 h 271309"/>
                <a:gd name="connsiteX0" fmla="*/ 0 w 595936"/>
                <a:gd name="connsiteY0" fmla="*/ 0 h 271309"/>
                <a:gd name="connsiteX1" fmla="*/ 595708 w 595936"/>
                <a:gd name="connsiteY1" fmla="*/ 0 h 271309"/>
                <a:gd name="connsiteX2" fmla="*/ 594186 w 595936"/>
                <a:gd name="connsiteY2" fmla="*/ 141985 h 271309"/>
                <a:gd name="connsiteX3" fmla="*/ 1101 w 595936"/>
                <a:gd name="connsiteY3" fmla="*/ 271309 h 271309"/>
                <a:gd name="connsiteX4" fmla="*/ 0 w 595936"/>
                <a:gd name="connsiteY4" fmla="*/ 0 h 271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5936" h="271309">
                  <a:moveTo>
                    <a:pt x="0" y="0"/>
                  </a:moveTo>
                  <a:lnTo>
                    <a:pt x="595708" y="0"/>
                  </a:lnTo>
                  <a:cubicBezTo>
                    <a:pt x="595708" y="30988"/>
                    <a:pt x="596806" y="39550"/>
                    <a:pt x="594186" y="141985"/>
                  </a:cubicBezTo>
                  <a:cubicBezTo>
                    <a:pt x="404809" y="352086"/>
                    <a:pt x="341643" y="22672"/>
                    <a:pt x="1101" y="271309"/>
                  </a:cubicBezTo>
                  <a:cubicBezTo>
                    <a:pt x="647" y="226260"/>
                    <a:pt x="454" y="45049"/>
                    <a:pt x="0" y="0"/>
                  </a:cubicBez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696" name="组合 695">
              <a:extLst>
                <a:ext uri="{FF2B5EF4-FFF2-40B4-BE49-F238E27FC236}">
                  <a16:creationId xmlns:a16="http://schemas.microsoft.com/office/drawing/2014/main" id="{C021C280-4CEE-1C54-3FAB-013FDDAD87C0}"/>
                </a:ext>
              </a:extLst>
            </p:cNvPr>
            <p:cNvGrpSpPr/>
            <p:nvPr/>
          </p:nvGrpSpPr>
          <p:grpSpPr>
            <a:xfrm>
              <a:off x="5040167" y="6521415"/>
              <a:ext cx="621640" cy="663817"/>
              <a:chOff x="3656357" y="6507685"/>
              <a:chExt cx="621640" cy="663817"/>
            </a:xfrm>
          </p:grpSpPr>
          <p:sp>
            <p:nvSpPr>
              <p:cNvPr id="704" name="矩形 703">
                <a:extLst>
                  <a:ext uri="{FF2B5EF4-FFF2-40B4-BE49-F238E27FC236}">
                    <a16:creationId xmlns:a16="http://schemas.microsoft.com/office/drawing/2014/main" id="{0925CB65-BB1C-1AA8-04E0-F30934F933A3}"/>
                  </a:ext>
                </a:extLst>
              </p:cNvPr>
              <p:cNvSpPr/>
              <p:nvPr/>
            </p:nvSpPr>
            <p:spPr>
              <a:xfrm>
                <a:off x="3656465" y="6640950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05" name="矩形 704">
                <a:extLst>
                  <a:ext uri="{FF2B5EF4-FFF2-40B4-BE49-F238E27FC236}">
                    <a16:creationId xmlns:a16="http://schemas.microsoft.com/office/drawing/2014/main" id="{0EEF1A3D-CDEA-0190-ABC5-85AA05116C74}"/>
                  </a:ext>
                </a:extLst>
              </p:cNvPr>
              <p:cNvSpPr/>
              <p:nvPr/>
            </p:nvSpPr>
            <p:spPr>
              <a:xfrm>
                <a:off x="3811875" y="6640950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06" name="矩形 705">
                <a:extLst>
                  <a:ext uri="{FF2B5EF4-FFF2-40B4-BE49-F238E27FC236}">
                    <a16:creationId xmlns:a16="http://schemas.microsoft.com/office/drawing/2014/main" id="{104A2DBE-2E3C-1CF9-25A9-FF2BC4D85C17}"/>
                  </a:ext>
                </a:extLst>
              </p:cNvPr>
              <p:cNvSpPr/>
              <p:nvPr/>
            </p:nvSpPr>
            <p:spPr>
              <a:xfrm>
                <a:off x="3967285" y="6640950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07" name="矩形 706">
                <a:extLst>
                  <a:ext uri="{FF2B5EF4-FFF2-40B4-BE49-F238E27FC236}">
                    <a16:creationId xmlns:a16="http://schemas.microsoft.com/office/drawing/2014/main" id="{3B017BC9-0618-A245-A422-D1137A690B20}"/>
                  </a:ext>
                </a:extLst>
              </p:cNvPr>
              <p:cNvSpPr/>
              <p:nvPr/>
            </p:nvSpPr>
            <p:spPr>
              <a:xfrm>
                <a:off x="4122695" y="6640950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08" name="矩形 707">
                <a:extLst>
                  <a:ext uri="{FF2B5EF4-FFF2-40B4-BE49-F238E27FC236}">
                    <a16:creationId xmlns:a16="http://schemas.microsoft.com/office/drawing/2014/main" id="{A5541330-883F-09A0-DDFB-23BDF9D5DD74}"/>
                  </a:ext>
                </a:extLst>
              </p:cNvPr>
              <p:cNvSpPr/>
              <p:nvPr/>
            </p:nvSpPr>
            <p:spPr>
              <a:xfrm>
                <a:off x="3656465" y="6773574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09" name="矩形 708">
                <a:extLst>
                  <a:ext uri="{FF2B5EF4-FFF2-40B4-BE49-F238E27FC236}">
                    <a16:creationId xmlns:a16="http://schemas.microsoft.com/office/drawing/2014/main" id="{B5BF7C6B-8776-B45F-1F8B-2A5C8B074048}"/>
                  </a:ext>
                </a:extLst>
              </p:cNvPr>
              <p:cNvSpPr/>
              <p:nvPr/>
            </p:nvSpPr>
            <p:spPr>
              <a:xfrm>
                <a:off x="3811875" y="6773574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10" name="矩形 709">
                <a:extLst>
                  <a:ext uri="{FF2B5EF4-FFF2-40B4-BE49-F238E27FC236}">
                    <a16:creationId xmlns:a16="http://schemas.microsoft.com/office/drawing/2014/main" id="{91F472D2-F07A-DFF6-BD88-BC8BD19D31A6}"/>
                  </a:ext>
                </a:extLst>
              </p:cNvPr>
              <p:cNvSpPr/>
              <p:nvPr/>
            </p:nvSpPr>
            <p:spPr>
              <a:xfrm>
                <a:off x="3967285" y="6773574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11" name="矩形 710">
                <a:extLst>
                  <a:ext uri="{FF2B5EF4-FFF2-40B4-BE49-F238E27FC236}">
                    <a16:creationId xmlns:a16="http://schemas.microsoft.com/office/drawing/2014/main" id="{18DB2E74-869C-D7F1-C503-33FD2BC50E09}"/>
                  </a:ext>
                </a:extLst>
              </p:cNvPr>
              <p:cNvSpPr/>
              <p:nvPr/>
            </p:nvSpPr>
            <p:spPr>
              <a:xfrm>
                <a:off x="4122695" y="6773574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12" name="矩形 711">
                <a:extLst>
                  <a:ext uri="{FF2B5EF4-FFF2-40B4-BE49-F238E27FC236}">
                    <a16:creationId xmlns:a16="http://schemas.microsoft.com/office/drawing/2014/main" id="{DB019D52-4825-F2EA-5D9D-5CB1E48F65C6}"/>
                  </a:ext>
                </a:extLst>
              </p:cNvPr>
              <p:cNvSpPr/>
              <p:nvPr/>
            </p:nvSpPr>
            <p:spPr>
              <a:xfrm>
                <a:off x="3656357" y="690625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13" name="矩形 712">
                <a:extLst>
                  <a:ext uri="{FF2B5EF4-FFF2-40B4-BE49-F238E27FC236}">
                    <a16:creationId xmlns:a16="http://schemas.microsoft.com/office/drawing/2014/main" id="{119144CC-73AB-F977-F02E-D22AA4B8C52D}"/>
                  </a:ext>
                </a:extLst>
              </p:cNvPr>
              <p:cNvSpPr/>
              <p:nvPr/>
            </p:nvSpPr>
            <p:spPr>
              <a:xfrm>
                <a:off x="3811767" y="690625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14" name="矩形 713">
                <a:extLst>
                  <a:ext uri="{FF2B5EF4-FFF2-40B4-BE49-F238E27FC236}">
                    <a16:creationId xmlns:a16="http://schemas.microsoft.com/office/drawing/2014/main" id="{9749B7A1-E929-BD3D-2844-26AC403D34AC}"/>
                  </a:ext>
                </a:extLst>
              </p:cNvPr>
              <p:cNvSpPr/>
              <p:nvPr/>
            </p:nvSpPr>
            <p:spPr>
              <a:xfrm>
                <a:off x="3967177" y="690625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15" name="矩形 714">
                <a:extLst>
                  <a:ext uri="{FF2B5EF4-FFF2-40B4-BE49-F238E27FC236}">
                    <a16:creationId xmlns:a16="http://schemas.microsoft.com/office/drawing/2014/main" id="{DA321C66-E38B-5A7C-4F9C-A4C390A2A3F3}"/>
                  </a:ext>
                </a:extLst>
              </p:cNvPr>
              <p:cNvSpPr/>
              <p:nvPr/>
            </p:nvSpPr>
            <p:spPr>
              <a:xfrm>
                <a:off x="4122587" y="690625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16" name="矩形 715">
                <a:extLst>
                  <a:ext uri="{FF2B5EF4-FFF2-40B4-BE49-F238E27FC236}">
                    <a16:creationId xmlns:a16="http://schemas.microsoft.com/office/drawing/2014/main" id="{367B639E-DE5A-9194-8BC8-7A4BD3E645C7}"/>
                  </a:ext>
                </a:extLst>
              </p:cNvPr>
              <p:cNvSpPr/>
              <p:nvPr/>
            </p:nvSpPr>
            <p:spPr>
              <a:xfrm>
                <a:off x="3656357" y="7038879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24" name="矩形 723">
                <a:extLst>
                  <a:ext uri="{FF2B5EF4-FFF2-40B4-BE49-F238E27FC236}">
                    <a16:creationId xmlns:a16="http://schemas.microsoft.com/office/drawing/2014/main" id="{F87F7574-D6E1-50F6-BE18-D5B8F1AA20E7}"/>
                  </a:ext>
                </a:extLst>
              </p:cNvPr>
              <p:cNvSpPr/>
              <p:nvPr/>
            </p:nvSpPr>
            <p:spPr>
              <a:xfrm>
                <a:off x="3811767" y="7038879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25" name="矩形 724">
                <a:extLst>
                  <a:ext uri="{FF2B5EF4-FFF2-40B4-BE49-F238E27FC236}">
                    <a16:creationId xmlns:a16="http://schemas.microsoft.com/office/drawing/2014/main" id="{8D8E660A-5468-698F-DB29-E2A5267A1B24}"/>
                  </a:ext>
                </a:extLst>
              </p:cNvPr>
              <p:cNvSpPr/>
              <p:nvPr/>
            </p:nvSpPr>
            <p:spPr>
              <a:xfrm>
                <a:off x="3967177" y="7038879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26" name="矩形 725">
                <a:extLst>
                  <a:ext uri="{FF2B5EF4-FFF2-40B4-BE49-F238E27FC236}">
                    <a16:creationId xmlns:a16="http://schemas.microsoft.com/office/drawing/2014/main" id="{4CEEF568-C707-6FB5-5BCD-D067E1F7E167}"/>
                  </a:ext>
                </a:extLst>
              </p:cNvPr>
              <p:cNvSpPr/>
              <p:nvPr/>
            </p:nvSpPr>
            <p:spPr>
              <a:xfrm>
                <a:off x="4122587" y="7038879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27" name="矩形 726">
                <a:extLst>
                  <a:ext uri="{FF2B5EF4-FFF2-40B4-BE49-F238E27FC236}">
                    <a16:creationId xmlns:a16="http://schemas.microsoft.com/office/drawing/2014/main" id="{3F5E0304-0DAE-4FE6-8BCA-CABACD65FDF0}"/>
                  </a:ext>
                </a:extLst>
              </p:cNvPr>
              <p:cNvSpPr/>
              <p:nvPr/>
            </p:nvSpPr>
            <p:spPr>
              <a:xfrm>
                <a:off x="3656357" y="650768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28" name="矩形 727">
                <a:extLst>
                  <a:ext uri="{FF2B5EF4-FFF2-40B4-BE49-F238E27FC236}">
                    <a16:creationId xmlns:a16="http://schemas.microsoft.com/office/drawing/2014/main" id="{3C379674-0092-40BB-1636-3CC7D8DD7694}"/>
                  </a:ext>
                </a:extLst>
              </p:cNvPr>
              <p:cNvSpPr/>
              <p:nvPr/>
            </p:nvSpPr>
            <p:spPr>
              <a:xfrm>
                <a:off x="3811767" y="650768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29" name="矩形 728">
                <a:extLst>
                  <a:ext uri="{FF2B5EF4-FFF2-40B4-BE49-F238E27FC236}">
                    <a16:creationId xmlns:a16="http://schemas.microsoft.com/office/drawing/2014/main" id="{5C405B80-EC6B-8B7C-EA33-480ECC9F1A16}"/>
                  </a:ext>
                </a:extLst>
              </p:cNvPr>
              <p:cNvSpPr/>
              <p:nvPr/>
            </p:nvSpPr>
            <p:spPr>
              <a:xfrm>
                <a:off x="3967177" y="650768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30" name="矩形 729">
                <a:extLst>
                  <a:ext uri="{FF2B5EF4-FFF2-40B4-BE49-F238E27FC236}">
                    <a16:creationId xmlns:a16="http://schemas.microsoft.com/office/drawing/2014/main" id="{9F63CC71-5E3C-B338-C352-FC38EFAE2557}"/>
                  </a:ext>
                </a:extLst>
              </p:cNvPr>
              <p:cNvSpPr/>
              <p:nvPr/>
            </p:nvSpPr>
            <p:spPr>
              <a:xfrm>
                <a:off x="4122587" y="650768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53" name="组合 52">
            <a:extLst>
              <a:ext uri="{FF2B5EF4-FFF2-40B4-BE49-F238E27FC236}">
                <a16:creationId xmlns:a16="http://schemas.microsoft.com/office/drawing/2014/main" id="{D4727E77-57A4-3A43-CE4C-72B04FF05925}"/>
              </a:ext>
            </a:extLst>
          </p:cNvPr>
          <p:cNvGrpSpPr/>
          <p:nvPr/>
        </p:nvGrpSpPr>
        <p:grpSpPr>
          <a:xfrm>
            <a:off x="6951059" y="6074232"/>
            <a:ext cx="621640" cy="663817"/>
            <a:chOff x="5040167" y="6521415"/>
            <a:chExt cx="621640" cy="663817"/>
          </a:xfrm>
        </p:grpSpPr>
        <p:sp>
          <p:nvSpPr>
            <p:cNvPr id="54" name="矩形 1174">
              <a:extLst>
                <a:ext uri="{FF2B5EF4-FFF2-40B4-BE49-F238E27FC236}">
                  <a16:creationId xmlns:a16="http://schemas.microsoft.com/office/drawing/2014/main" id="{C0F275F7-BBEA-AD92-9115-BB1C5EE61543}"/>
                </a:ext>
              </a:extLst>
            </p:cNvPr>
            <p:cNvSpPr/>
            <p:nvPr/>
          </p:nvSpPr>
          <p:spPr>
            <a:xfrm rot="10800000">
              <a:off x="5041542" y="6760560"/>
              <a:ext cx="618706" cy="201627"/>
            </a:xfrm>
            <a:custGeom>
              <a:avLst/>
              <a:gdLst>
                <a:gd name="connsiteX0" fmla="*/ 0 w 595706"/>
                <a:gd name="connsiteY0" fmla="*/ 0 h 92965"/>
                <a:gd name="connsiteX1" fmla="*/ 595706 w 595706"/>
                <a:gd name="connsiteY1" fmla="*/ 0 h 92965"/>
                <a:gd name="connsiteX2" fmla="*/ 595706 w 595706"/>
                <a:gd name="connsiteY2" fmla="*/ 92965 h 92965"/>
                <a:gd name="connsiteX3" fmla="*/ 0 w 595706"/>
                <a:gd name="connsiteY3" fmla="*/ 92965 h 92965"/>
                <a:gd name="connsiteX4" fmla="*/ 0 w 595706"/>
                <a:gd name="connsiteY4" fmla="*/ 0 h 92965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1422 w 594406"/>
                <a:gd name="connsiteY0" fmla="*/ 21376 h 135147"/>
                <a:gd name="connsiteX1" fmla="*/ 594406 w 594406"/>
                <a:gd name="connsiteY1" fmla="*/ 0 h 135147"/>
                <a:gd name="connsiteX2" fmla="*/ 594406 w 594406"/>
                <a:gd name="connsiteY2" fmla="*/ 92965 h 135147"/>
                <a:gd name="connsiteX3" fmla="*/ 61 w 594406"/>
                <a:gd name="connsiteY3" fmla="*/ 135147 h 135147"/>
                <a:gd name="connsiteX4" fmla="*/ 1422 w 594406"/>
                <a:gd name="connsiteY4" fmla="*/ 21376 h 135147"/>
                <a:gd name="connsiteX0" fmla="*/ 1422 w 594406"/>
                <a:gd name="connsiteY0" fmla="*/ 15599 h 135147"/>
                <a:gd name="connsiteX1" fmla="*/ 594406 w 594406"/>
                <a:gd name="connsiteY1" fmla="*/ 0 h 135147"/>
                <a:gd name="connsiteX2" fmla="*/ 594406 w 594406"/>
                <a:gd name="connsiteY2" fmla="*/ 92965 h 135147"/>
                <a:gd name="connsiteX3" fmla="*/ 61 w 594406"/>
                <a:gd name="connsiteY3" fmla="*/ 135147 h 135147"/>
                <a:gd name="connsiteX4" fmla="*/ 1422 w 594406"/>
                <a:gd name="connsiteY4" fmla="*/ 15599 h 135147"/>
                <a:gd name="connsiteX0" fmla="*/ 131 w 594476"/>
                <a:gd name="connsiteY0" fmla="*/ 4622 h 135147"/>
                <a:gd name="connsiteX1" fmla="*/ 594476 w 594476"/>
                <a:gd name="connsiteY1" fmla="*/ 0 h 135147"/>
                <a:gd name="connsiteX2" fmla="*/ 594476 w 594476"/>
                <a:gd name="connsiteY2" fmla="*/ 92965 h 135147"/>
                <a:gd name="connsiteX3" fmla="*/ 131 w 594476"/>
                <a:gd name="connsiteY3" fmla="*/ 135147 h 135147"/>
                <a:gd name="connsiteX4" fmla="*/ 131 w 594476"/>
                <a:gd name="connsiteY4" fmla="*/ 4622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22423 h 139660"/>
                <a:gd name="connsiteX1" fmla="*/ 595706 w 595706"/>
                <a:gd name="connsiteY1" fmla="*/ 4513 h 139660"/>
                <a:gd name="connsiteX2" fmla="*/ 595706 w 595706"/>
                <a:gd name="connsiteY2" fmla="*/ 97478 h 139660"/>
                <a:gd name="connsiteX3" fmla="*/ 1361 w 595706"/>
                <a:gd name="connsiteY3" fmla="*/ 139660 h 139660"/>
                <a:gd name="connsiteX4" fmla="*/ 0 w 595706"/>
                <a:gd name="connsiteY4" fmla="*/ 22423 h 139660"/>
                <a:gd name="connsiteX0" fmla="*/ 0 w 595706"/>
                <a:gd name="connsiteY0" fmla="*/ 26413 h 143650"/>
                <a:gd name="connsiteX1" fmla="*/ 595706 w 595706"/>
                <a:gd name="connsiteY1" fmla="*/ 8503 h 143650"/>
                <a:gd name="connsiteX2" fmla="*/ 595706 w 595706"/>
                <a:gd name="connsiteY2" fmla="*/ 101468 h 143650"/>
                <a:gd name="connsiteX3" fmla="*/ 1361 w 595706"/>
                <a:gd name="connsiteY3" fmla="*/ 143650 h 143650"/>
                <a:gd name="connsiteX4" fmla="*/ 0 w 595706"/>
                <a:gd name="connsiteY4" fmla="*/ 26413 h 143650"/>
                <a:gd name="connsiteX0" fmla="*/ 0 w 595706"/>
                <a:gd name="connsiteY0" fmla="*/ 21286 h 138523"/>
                <a:gd name="connsiteX1" fmla="*/ 595706 w 595706"/>
                <a:gd name="connsiteY1" fmla="*/ 3376 h 138523"/>
                <a:gd name="connsiteX2" fmla="*/ 595706 w 595706"/>
                <a:gd name="connsiteY2" fmla="*/ 96341 h 138523"/>
                <a:gd name="connsiteX3" fmla="*/ 1361 w 595706"/>
                <a:gd name="connsiteY3" fmla="*/ 138523 h 138523"/>
                <a:gd name="connsiteX4" fmla="*/ 0 w 595706"/>
                <a:gd name="connsiteY4" fmla="*/ 21286 h 138523"/>
                <a:gd name="connsiteX0" fmla="*/ 0 w 595706"/>
                <a:gd name="connsiteY0" fmla="*/ 22534 h 139771"/>
                <a:gd name="connsiteX1" fmla="*/ 595706 w 595706"/>
                <a:gd name="connsiteY1" fmla="*/ 4624 h 139771"/>
                <a:gd name="connsiteX2" fmla="*/ 595706 w 595706"/>
                <a:gd name="connsiteY2" fmla="*/ 97589 h 139771"/>
                <a:gd name="connsiteX3" fmla="*/ 1361 w 595706"/>
                <a:gd name="connsiteY3" fmla="*/ 139771 h 139771"/>
                <a:gd name="connsiteX4" fmla="*/ 0 w 595706"/>
                <a:gd name="connsiteY4" fmla="*/ 22534 h 139771"/>
                <a:gd name="connsiteX0" fmla="*/ 0 w 595706"/>
                <a:gd name="connsiteY0" fmla="*/ 23494 h 140731"/>
                <a:gd name="connsiteX1" fmla="*/ 595706 w 595706"/>
                <a:gd name="connsiteY1" fmla="*/ 2118 h 140731"/>
                <a:gd name="connsiteX2" fmla="*/ 595706 w 595706"/>
                <a:gd name="connsiteY2" fmla="*/ 98549 h 140731"/>
                <a:gd name="connsiteX3" fmla="*/ 1361 w 595706"/>
                <a:gd name="connsiteY3" fmla="*/ 140731 h 140731"/>
                <a:gd name="connsiteX4" fmla="*/ 0 w 595706"/>
                <a:gd name="connsiteY4" fmla="*/ 23494 h 140731"/>
                <a:gd name="connsiteX0" fmla="*/ 0 w 595706"/>
                <a:gd name="connsiteY0" fmla="*/ 23494 h 140731"/>
                <a:gd name="connsiteX1" fmla="*/ 595706 w 595706"/>
                <a:gd name="connsiteY1" fmla="*/ 2118 h 140731"/>
                <a:gd name="connsiteX2" fmla="*/ 595706 w 595706"/>
                <a:gd name="connsiteY2" fmla="*/ 98549 h 140731"/>
                <a:gd name="connsiteX3" fmla="*/ 1361 w 595706"/>
                <a:gd name="connsiteY3" fmla="*/ 140731 h 140731"/>
                <a:gd name="connsiteX4" fmla="*/ 0 w 595706"/>
                <a:gd name="connsiteY4" fmla="*/ 23494 h 140731"/>
                <a:gd name="connsiteX0" fmla="*/ 0 w 595706"/>
                <a:gd name="connsiteY0" fmla="*/ 25030 h 142267"/>
                <a:gd name="connsiteX1" fmla="*/ 595706 w 595706"/>
                <a:gd name="connsiteY1" fmla="*/ 3654 h 142267"/>
                <a:gd name="connsiteX2" fmla="*/ 595706 w 595706"/>
                <a:gd name="connsiteY2" fmla="*/ 100085 h 142267"/>
                <a:gd name="connsiteX3" fmla="*/ 1361 w 595706"/>
                <a:gd name="connsiteY3" fmla="*/ 142267 h 142267"/>
                <a:gd name="connsiteX4" fmla="*/ 0 w 595706"/>
                <a:gd name="connsiteY4" fmla="*/ 25030 h 142267"/>
                <a:gd name="connsiteX0" fmla="*/ 0 w 595706"/>
                <a:gd name="connsiteY0" fmla="*/ 22091 h 139328"/>
                <a:gd name="connsiteX1" fmla="*/ 595706 w 595706"/>
                <a:gd name="connsiteY1" fmla="*/ 715 h 139328"/>
                <a:gd name="connsiteX2" fmla="*/ 595706 w 595706"/>
                <a:gd name="connsiteY2" fmla="*/ 97146 h 139328"/>
                <a:gd name="connsiteX3" fmla="*/ 1361 w 595706"/>
                <a:gd name="connsiteY3" fmla="*/ 139328 h 139328"/>
                <a:gd name="connsiteX4" fmla="*/ 0 w 595706"/>
                <a:gd name="connsiteY4" fmla="*/ 22091 h 139328"/>
                <a:gd name="connsiteX0" fmla="*/ 0 w 595706"/>
                <a:gd name="connsiteY0" fmla="*/ 23573 h 140810"/>
                <a:gd name="connsiteX1" fmla="*/ 595706 w 595706"/>
                <a:gd name="connsiteY1" fmla="*/ 2197 h 140810"/>
                <a:gd name="connsiteX2" fmla="*/ 595706 w 595706"/>
                <a:gd name="connsiteY2" fmla="*/ 98628 h 140810"/>
                <a:gd name="connsiteX3" fmla="*/ 1361 w 595706"/>
                <a:gd name="connsiteY3" fmla="*/ 140810 h 140810"/>
                <a:gd name="connsiteX4" fmla="*/ 0 w 595706"/>
                <a:gd name="connsiteY4" fmla="*/ 23573 h 140810"/>
                <a:gd name="connsiteX0" fmla="*/ 0 w 595706"/>
                <a:gd name="connsiteY0" fmla="*/ 21908 h 139145"/>
                <a:gd name="connsiteX1" fmla="*/ 595706 w 595706"/>
                <a:gd name="connsiteY1" fmla="*/ 532 h 139145"/>
                <a:gd name="connsiteX2" fmla="*/ 595706 w 595706"/>
                <a:gd name="connsiteY2" fmla="*/ 96963 h 139145"/>
                <a:gd name="connsiteX3" fmla="*/ 1361 w 595706"/>
                <a:gd name="connsiteY3" fmla="*/ 139145 h 139145"/>
                <a:gd name="connsiteX4" fmla="*/ 0 w 595706"/>
                <a:gd name="connsiteY4" fmla="*/ 21908 h 139145"/>
                <a:gd name="connsiteX0" fmla="*/ 0 w 595706"/>
                <a:gd name="connsiteY0" fmla="*/ 23863 h 141100"/>
                <a:gd name="connsiteX1" fmla="*/ 595706 w 595706"/>
                <a:gd name="connsiteY1" fmla="*/ 2487 h 141100"/>
                <a:gd name="connsiteX2" fmla="*/ 595706 w 595706"/>
                <a:gd name="connsiteY2" fmla="*/ 98918 h 141100"/>
                <a:gd name="connsiteX3" fmla="*/ 1361 w 595706"/>
                <a:gd name="connsiteY3" fmla="*/ 141100 h 141100"/>
                <a:gd name="connsiteX4" fmla="*/ 0 w 595706"/>
                <a:gd name="connsiteY4" fmla="*/ 23863 h 141100"/>
                <a:gd name="connsiteX0" fmla="*/ 0 w 595706"/>
                <a:gd name="connsiteY0" fmla="*/ 24472 h 141709"/>
                <a:gd name="connsiteX1" fmla="*/ 595706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0 w 595706"/>
                <a:gd name="connsiteY0" fmla="*/ 24267 h 141504"/>
                <a:gd name="connsiteX1" fmla="*/ 595706 w 595706"/>
                <a:gd name="connsiteY1" fmla="*/ 2891 h 141504"/>
                <a:gd name="connsiteX2" fmla="*/ 595706 w 595706"/>
                <a:gd name="connsiteY2" fmla="*/ 99322 h 141504"/>
                <a:gd name="connsiteX3" fmla="*/ 1361 w 595706"/>
                <a:gd name="connsiteY3" fmla="*/ 141504 h 141504"/>
                <a:gd name="connsiteX4" fmla="*/ 0 w 595706"/>
                <a:gd name="connsiteY4" fmla="*/ 24267 h 141504"/>
                <a:gd name="connsiteX0" fmla="*/ 0 w 595706"/>
                <a:gd name="connsiteY0" fmla="*/ 24472 h 141709"/>
                <a:gd name="connsiteX1" fmla="*/ 595706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0 w 595706"/>
                <a:gd name="connsiteY0" fmla="*/ 24472 h 141709"/>
                <a:gd name="connsiteX1" fmla="*/ 594353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124 w 595830"/>
                <a:gd name="connsiteY0" fmla="*/ 24472 h 141709"/>
                <a:gd name="connsiteX1" fmla="*/ 594477 w 595830"/>
                <a:gd name="connsiteY1" fmla="*/ 3096 h 141709"/>
                <a:gd name="connsiteX2" fmla="*/ 595830 w 595830"/>
                <a:gd name="connsiteY2" fmla="*/ 99527 h 141709"/>
                <a:gd name="connsiteX3" fmla="*/ 131 w 595830"/>
                <a:gd name="connsiteY3" fmla="*/ 141709 h 141709"/>
                <a:gd name="connsiteX4" fmla="*/ 124 w 595830"/>
                <a:gd name="connsiteY4" fmla="*/ 24472 h 141709"/>
                <a:gd name="connsiteX0" fmla="*/ 124 w 597179"/>
                <a:gd name="connsiteY0" fmla="*/ 25207 h 142444"/>
                <a:gd name="connsiteX1" fmla="*/ 597179 w 597179"/>
                <a:gd name="connsiteY1" fmla="*/ 481 h 142444"/>
                <a:gd name="connsiteX2" fmla="*/ 595830 w 597179"/>
                <a:gd name="connsiteY2" fmla="*/ 100262 h 142444"/>
                <a:gd name="connsiteX3" fmla="*/ 131 w 597179"/>
                <a:gd name="connsiteY3" fmla="*/ 142444 h 142444"/>
                <a:gd name="connsiteX4" fmla="*/ 124 w 597179"/>
                <a:gd name="connsiteY4" fmla="*/ 25207 h 142444"/>
                <a:gd name="connsiteX0" fmla="*/ 124 w 595889"/>
                <a:gd name="connsiteY0" fmla="*/ 25842 h 143079"/>
                <a:gd name="connsiteX1" fmla="*/ 594477 w 595889"/>
                <a:gd name="connsiteY1" fmla="*/ 0 h 143079"/>
                <a:gd name="connsiteX2" fmla="*/ 595830 w 595889"/>
                <a:gd name="connsiteY2" fmla="*/ 100897 h 143079"/>
                <a:gd name="connsiteX3" fmla="*/ 131 w 595889"/>
                <a:gd name="connsiteY3" fmla="*/ 143079 h 143079"/>
                <a:gd name="connsiteX4" fmla="*/ 124 w 595889"/>
                <a:gd name="connsiteY4" fmla="*/ 25842 h 143079"/>
                <a:gd name="connsiteX0" fmla="*/ 124 w 595889"/>
                <a:gd name="connsiteY0" fmla="*/ 24713 h 141950"/>
                <a:gd name="connsiteX1" fmla="*/ 594477 w 595889"/>
                <a:gd name="connsiteY1" fmla="*/ 2221 h 141950"/>
                <a:gd name="connsiteX2" fmla="*/ 595830 w 595889"/>
                <a:gd name="connsiteY2" fmla="*/ 99768 h 141950"/>
                <a:gd name="connsiteX3" fmla="*/ 131 w 595889"/>
                <a:gd name="connsiteY3" fmla="*/ 141950 h 141950"/>
                <a:gd name="connsiteX4" fmla="*/ 124 w 595889"/>
                <a:gd name="connsiteY4" fmla="*/ 24713 h 141950"/>
                <a:gd name="connsiteX0" fmla="*/ 124 w 595959"/>
                <a:gd name="connsiteY0" fmla="*/ 24713 h 141950"/>
                <a:gd name="connsiteX1" fmla="*/ 595828 w 595959"/>
                <a:gd name="connsiteY1" fmla="*/ 2221 h 141950"/>
                <a:gd name="connsiteX2" fmla="*/ 595830 w 595959"/>
                <a:gd name="connsiteY2" fmla="*/ 99768 h 141950"/>
                <a:gd name="connsiteX3" fmla="*/ 131 w 595959"/>
                <a:gd name="connsiteY3" fmla="*/ 141950 h 141950"/>
                <a:gd name="connsiteX4" fmla="*/ 124 w 595959"/>
                <a:gd name="connsiteY4" fmla="*/ 24713 h 141950"/>
                <a:gd name="connsiteX0" fmla="*/ 124 w 595959"/>
                <a:gd name="connsiteY0" fmla="*/ 24925 h 142162"/>
                <a:gd name="connsiteX1" fmla="*/ 595828 w 595959"/>
                <a:gd name="connsiteY1" fmla="*/ 2433 h 142162"/>
                <a:gd name="connsiteX2" fmla="*/ 595830 w 595959"/>
                <a:gd name="connsiteY2" fmla="*/ 99980 h 142162"/>
                <a:gd name="connsiteX3" fmla="*/ 131 w 595959"/>
                <a:gd name="connsiteY3" fmla="*/ 142162 h 142162"/>
                <a:gd name="connsiteX4" fmla="*/ 124 w 595959"/>
                <a:gd name="connsiteY4" fmla="*/ 24925 h 142162"/>
                <a:gd name="connsiteX0" fmla="*/ 124 w 595959"/>
                <a:gd name="connsiteY0" fmla="*/ 22492 h 139729"/>
                <a:gd name="connsiteX1" fmla="*/ 595828 w 595959"/>
                <a:gd name="connsiteY1" fmla="*/ 0 h 139729"/>
                <a:gd name="connsiteX2" fmla="*/ 595830 w 595959"/>
                <a:gd name="connsiteY2" fmla="*/ 97547 h 139729"/>
                <a:gd name="connsiteX3" fmla="*/ 131 w 595959"/>
                <a:gd name="connsiteY3" fmla="*/ 139729 h 139729"/>
                <a:gd name="connsiteX4" fmla="*/ 124 w 595959"/>
                <a:gd name="connsiteY4" fmla="*/ 22492 h 139729"/>
                <a:gd name="connsiteX0" fmla="*/ 124 w 595959"/>
                <a:gd name="connsiteY0" fmla="*/ 25585 h 142822"/>
                <a:gd name="connsiteX1" fmla="*/ 595828 w 595959"/>
                <a:gd name="connsiteY1" fmla="*/ 3093 h 142822"/>
                <a:gd name="connsiteX2" fmla="*/ 595830 w 595959"/>
                <a:gd name="connsiteY2" fmla="*/ 100640 h 142822"/>
                <a:gd name="connsiteX3" fmla="*/ 131 w 595959"/>
                <a:gd name="connsiteY3" fmla="*/ 142822 h 142822"/>
                <a:gd name="connsiteX4" fmla="*/ 124 w 595959"/>
                <a:gd name="connsiteY4" fmla="*/ 25585 h 142822"/>
                <a:gd name="connsiteX0" fmla="*/ 124 w 595959"/>
                <a:gd name="connsiteY0" fmla="*/ 25585 h 142822"/>
                <a:gd name="connsiteX1" fmla="*/ 595828 w 595959"/>
                <a:gd name="connsiteY1" fmla="*/ 3093 h 142822"/>
                <a:gd name="connsiteX2" fmla="*/ 595830 w 595959"/>
                <a:gd name="connsiteY2" fmla="*/ 100640 h 142822"/>
                <a:gd name="connsiteX3" fmla="*/ 131 w 595959"/>
                <a:gd name="connsiteY3" fmla="*/ 142822 h 142822"/>
                <a:gd name="connsiteX4" fmla="*/ 124 w 595959"/>
                <a:gd name="connsiteY4" fmla="*/ 25585 h 142822"/>
                <a:gd name="connsiteX0" fmla="*/ 124 w 595959"/>
                <a:gd name="connsiteY0" fmla="*/ 26512 h 143749"/>
                <a:gd name="connsiteX1" fmla="*/ 595828 w 595959"/>
                <a:gd name="connsiteY1" fmla="*/ 4020 h 143749"/>
                <a:gd name="connsiteX2" fmla="*/ 595830 w 595959"/>
                <a:gd name="connsiteY2" fmla="*/ 101567 h 143749"/>
                <a:gd name="connsiteX3" fmla="*/ 131 w 595959"/>
                <a:gd name="connsiteY3" fmla="*/ 143749 h 143749"/>
                <a:gd name="connsiteX4" fmla="*/ 124 w 595959"/>
                <a:gd name="connsiteY4" fmla="*/ 26512 h 143749"/>
                <a:gd name="connsiteX0" fmla="*/ 124 w 595959"/>
                <a:gd name="connsiteY0" fmla="*/ 26512 h 143749"/>
                <a:gd name="connsiteX1" fmla="*/ 595828 w 595959"/>
                <a:gd name="connsiteY1" fmla="*/ 4020 h 143749"/>
                <a:gd name="connsiteX2" fmla="*/ 595830 w 595959"/>
                <a:gd name="connsiteY2" fmla="*/ 101567 h 143749"/>
                <a:gd name="connsiteX3" fmla="*/ 131 w 595959"/>
                <a:gd name="connsiteY3" fmla="*/ 143749 h 143749"/>
                <a:gd name="connsiteX4" fmla="*/ 124 w 595959"/>
                <a:gd name="connsiteY4" fmla="*/ 26512 h 143749"/>
                <a:gd name="connsiteX0" fmla="*/ 124 w 595959"/>
                <a:gd name="connsiteY0" fmla="*/ 28496 h 145733"/>
                <a:gd name="connsiteX1" fmla="*/ 595828 w 595959"/>
                <a:gd name="connsiteY1" fmla="*/ 6004 h 145733"/>
                <a:gd name="connsiteX2" fmla="*/ 595830 w 595959"/>
                <a:gd name="connsiteY2" fmla="*/ 103551 h 145733"/>
                <a:gd name="connsiteX3" fmla="*/ 131 w 595959"/>
                <a:gd name="connsiteY3" fmla="*/ 145733 h 145733"/>
                <a:gd name="connsiteX4" fmla="*/ 124 w 595959"/>
                <a:gd name="connsiteY4" fmla="*/ 28496 h 14573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856"/>
                <a:gd name="connsiteY0" fmla="*/ 41841 h 159078"/>
                <a:gd name="connsiteX1" fmla="*/ 591261 w 595856"/>
                <a:gd name="connsiteY1" fmla="*/ 0 h 159078"/>
                <a:gd name="connsiteX2" fmla="*/ 595830 w 595856"/>
                <a:gd name="connsiteY2" fmla="*/ 116896 h 159078"/>
                <a:gd name="connsiteX3" fmla="*/ 131 w 595856"/>
                <a:gd name="connsiteY3" fmla="*/ 159078 h 159078"/>
                <a:gd name="connsiteX4" fmla="*/ 124 w 595856"/>
                <a:gd name="connsiteY4" fmla="*/ 41841 h 159078"/>
                <a:gd name="connsiteX0" fmla="*/ 124 w 595959"/>
                <a:gd name="connsiteY0" fmla="*/ 41841 h 159078"/>
                <a:gd name="connsiteX1" fmla="*/ 595828 w 595959"/>
                <a:gd name="connsiteY1" fmla="*/ 0 h 159078"/>
                <a:gd name="connsiteX2" fmla="*/ 595830 w 595959"/>
                <a:gd name="connsiteY2" fmla="*/ 116896 h 159078"/>
                <a:gd name="connsiteX3" fmla="*/ 131 w 595959"/>
                <a:gd name="connsiteY3" fmla="*/ 159078 h 159078"/>
                <a:gd name="connsiteX4" fmla="*/ 124 w 595959"/>
                <a:gd name="connsiteY4" fmla="*/ 41841 h 159078"/>
                <a:gd name="connsiteX0" fmla="*/ 124 w 597349"/>
                <a:gd name="connsiteY0" fmla="*/ 42378 h 159615"/>
                <a:gd name="connsiteX1" fmla="*/ 597349 w 597349"/>
                <a:gd name="connsiteY1" fmla="*/ 0 h 159615"/>
                <a:gd name="connsiteX2" fmla="*/ 595830 w 597349"/>
                <a:gd name="connsiteY2" fmla="*/ 117433 h 159615"/>
                <a:gd name="connsiteX3" fmla="*/ 131 w 597349"/>
                <a:gd name="connsiteY3" fmla="*/ 159615 h 159615"/>
                <a:gd name="connsiteX4" fmla="*/ 124 w 597349"/>
                <a:gd name="connsiteY4" fmla="*/ 42378 h 159615"/>
                <a:gd name="connsiteX0" fmla="*/ 124 w 600443"/>
                <a:gd name="connsiteY0" fmla="*/ 42378 h 159615"/>
                <a:gd name="connsiteX1" fmla="*/ 597349 w 600443"/>
                <a:gd name="connsiteY1" fmla="*/ 0 h 159615"/>
                <a:gd name="connsiteX2" fmla="*/ 600408 w 600443"/>
                <a:gd name="connsiteY2" fmla="*/ 117433 h 159615"/>
                <a:gd name="connsiteX3" fmla="*/ 131 w 600443"/>
                <a:gd name="connsiteY3" fmla="*/ 159615 h 159615"/>
                <a:gd name="connsiteX4" fmla="*/ 124 w 600443"/>
                <a:gd name="connsiteY4" fmla="*/ 42378 h 159615"/>
                <a:gd name="connsiteX0" fmla="*/ 124 w 600537"/>
                <a:gd name="connsiteY0" fmla="*/ 42378 h 159615"/>
                <a:gd name="connsiteX1" fmla="*/ 600401 w 600537"/>
                <a:gd name="connsiteY1" fmla="*/ 0 h 159615"/>
                <a:gd name="connsiteX2" fmla="*/ 600408 w 600537"/>
                <a:gd name="connsiteY2" fmla="*/ 117433 h 159615"/>
                <a:gd name="connsiteX3" fmla="*/ 131 w 600537"/>
                <a:gd name="connsiteY3" fmla="*/ 159615 h 159615"/>
                <a:gd name="connsiteX4" fmla="*/ 124 w 600537"/>
                <a:gd name="connsiteY4" fmla="*/ 42378 h 159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0537" h="159615">
                  <a:moveTo>
                    <a:pt x="124" y="42378"/>
                  </a:moveTo>
                  <a:cubicBezTo>
                    <a:pt x="296414" y="-50243"/>
                    <a:pt x="418111" y="75773"/>
                    <a:pt x="600401" y="0"/>
                  </a:cubicBezTo>
                  <a:cubicBezTo>
                    <a:pt x="599951" y="33260"/>
                    <a:pt x="600858" y="84173"/>
                    <a:pt x="600408" y="117433"/>
                  </a:cubicBezTo>
                  <a:cubicBezTo>
                    <a:pt x="395490" y="192726"/>
                    <a:pt x="285331" y="62551"/>
                    <a:pt x="131" y="159615"/>
                  </a:cubicBezTo>
                  <a:cubicBezTo>
                    <a:pt x="-323" y="114566"/>
                    <a:pt x="578" y="87427"/>
                    <a:pt x="124" y="42378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5" name="矩形 1174">
              <a:extLst>
                <a:ext uri="{FF2B5EF4-FFF2-40B4-BE49-F238E27FC236}">
                  <a16:creationId xmlns:a16="http://schemas.microsoft.com/office/drawing/2014/main" id="{C8682012-ED77-363F-B90A-F668D851D3A6}"/>
                </a:ext>
              </a:extLst>
            </p:cNvPr>
            <p:cNvSpPr/>
            <p:nvPr/>
          </p:nvSpPr>
          <p:spPr>
            <a:xfrm rot="10800000">
              <a:off x="5041542" y="6890402"/>
              <a:ext cx="618706" cy="226680"/>
            </a:xfrm>
            <a:custGeom>
              <a:avLst/>
              <a:gdLst>
                <a:gd name="connsiteX0" fmla="*/ 0 w 595706"/>
                <a:gd name="connsiteY0" fmla="*/ 0 h 92965"/>
                <a:gd name="connsiteX1" fmla="*/ 595706 w 595706"/>
                <a:gd name="connsiteY1" fmla="*/ 0 h 92965"/>
                <a:gd name="connsiteX2" fmla="*/ 595706 w 595706"/>
                <a:gd name="connsiteY2" fmla="*/ 92965 h 92965"/>
                <a:gd name="connsiteX3" fmla="*/ 0 w 595706"/>
                <a:gd name="connsiteY3" fmla="*/ 92965 h 92965"/>
                <a:gd name="connsiteX4" fmla="*/ 0 w 595706"/>
                <a:gd name="connsiteY4" fmla="*/ 0 h 92965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1422 w 594406"/>
                <a:gd name="connsiteY0" fmla="*/ 21376 h 135147"/>
                <a:gd name="connsiteX1" fmla="*/ 594406 w 594406"/>
                <a:gd name="connsiteY1" fmla="*/ 0 h 135147"/>
                <a:gd name="connsiteX2" fmla="*/ 594406 w 594406"/>
                <a:gd name="connsiteY2" fmla="*/ 92965 h 135147"/>
                <a:gd name="connsiteX3" fmla="*/ 61 w 594406"/>
                <a:gd name="connsiteY3" fmla="*/ 135147 h 135147"/>
                <a:gd name="connsiteX4" fmla="*/ 1422 w 594406"/>
                <a:gd name="connsiteY4" fmla="*/ 21376 h 135147"/>
                <a:gd name="connsiteX0" fmla="*/ 1422 w 594406"/>
                <a:gd name="connsiteY0" fmla="*/ 15599 h 135147"/>
                <a:gd name="connsiteX1" fmla="*/ 594406 w 594406"/>
                <a:gd name="connsiteY1" fmla="*/ 0 h 135147"/>
                <a:gd name="connsiteX2" fmla="*/ 594406 w 594406"/>
                <a:gd name="connsiteY2" fmla="*/ 92965 h 135147"/>
                <a:gd name="connsiteX3" fmla="*/ 61 w 594406"/>
                <a:gd name="connsiteY3" fmla="*/ 135147 h 135147"/>
                <a:gd name="connsiteX4" fmla="*/ 1422 w 594406"/>
                <a:gd name="connsiteY4" fmla="*/ 15599 h 135147"/>
                <a:gd name="connsiteX0" fmla="*/ 131 w 594476"/>
                <a:gd name="connsiteY0" fmla="*/ 4622 h 135147"/>
                <a:gd name="connsiteX1" fmla="*/ 594476 w 594476"/>
                <a:gd name="connsiteY1" fmla="*/ 0 h 135147"/>
                <a:gd name="connsiteX2" fmla="*/ 594476 w 594476"/>
                <a:gd name="connsiteY2" fmla="*/ 92965 h 135147"/>
                <a:gd name="connsiteX3" fmla="*/ 131 w 594476"/>
                <a:gd name="connsiteY3" fmla="*/ 135147 h 135147"/>
                <a:gd name="connsiteX4" fmla="*/ 131 w 594476"/>
                <a:gd name="connsiteY4" fmla="*/ 4622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22423 h 139660"/>
                <a:gd name="connsiteX1" fmla="*/ 595706 w 595706"/>
                <a:gd name="connsiteY1" fmla="*/ 4513 h 139660"/>
                <a:gd name="connsiteX2" fmla="*/ 595706 w 595706"/>
                <a:gd name="connsiteY2" fmla="*/ 97478 h 139660"/>
                <a:gd name="connsiteX3" fmla="*/ 1361 w 595706"/>
                <a:gd name="connsiteY3" fmla="*/ 139660 h 139660"/>
                <a:gd name="connsiteX4" fmla="*/ 0 w 595706"/>
                <a:gd name="connsiteY4" fmla="*/ 22423 h 139660"/>
                <a:gd name="connsiteX0" fmla="*/ 0 w 595706"/>
                <a:gd name="connsiteY0" fmla="*/ 26413 h 143650"/>
                <a:gd name="connsiteX1" fmla="*/ 595706 w 595706"/>
                <a:gd name="connsiteY1" fmla="*/ 8503 h 143650"/>
                <a:gd name="connsiteX2" fmla="*/ 595706 w 595706"/>
                <a:gd name="connsiteY2" fmla="*/ 101468 h 143650"/>
                <a:gd name="connsiteX3" fmla="*/ 1361 w 595706"/>
                <a:gd name="connsiteY3" fmla="*/ 143650 h 143650"/>
                <a:gd name="connsiteX4" fmla="*/ 0 w 595706"/>
                <a:gd name="connsiteY4" fmla="*/ 26413 h 143650"/>
                <a:gd name="connsiteX0" fmla="*/ 0 w 595706"/>
                <a:gd name="connsiteY0" fmla="*/ 21286 h 138523"/>
                <a:gd name="connsiteX1" fmla="*/ 595706 w 595706"/>
                <a:gd name="connsiteY1" fmla="*/ 3376 h 138523"/>
                <a:gd name="connsiteX2" fmla="*/ 595706 w 595706"/>
                <a:gd name="connsiteY2" fmla="*/ 96341 h 138523"/>
                <a:gd name="connsiteX3" fmla="*/ 1361 w 595706"/>
                <a:gd name="connsiteY3" fmla="*/ 138523 h 138523"/>
                <a:gd name="connsiteX4" fmla="*/ 0 w 595706"/>
                <a:gd name="connsiteY4" fmla="*/ 21286 h 138523"/>
                <a:gd name="connsiteX0" fmla="*/ 0 w 595706"/>
                <a:gd name="connsiteY0" fmla="*/ 22534 h 139771"/>
                <a:gd name="connsiteX1" fmla="*/ 595706 w 595706"/>
                <a:gd name="connsiteY1" fmla="*/ 4624 h 139771"/>
                <a:gd name="connsiteX2" fmla="*/ 595706 w 595706"/>
                <a:gd name="connsiteY2" fmla="*/ 97589 h 139771"/>
                <a:gd name="connsiteX3" fmla="*/ 1361 w 595706"/>
                <a:gd name="connsiteY3" fmla="*/ 139771 h 139771"/>
                <a:gd name="connsiteX4" fmla="*/ 0 w 595706"/>
                <a:gd name="connsiteY4" fmla="*/ 22534 h 139771"/>
                <a:gd name="connsiteX0" fmla="*/ 0 w 595706"/>
                <a:gd name="connsiteY0" fmla="*/ 23494 h 140731"/>
                <a:gd name="connsiteX1" fmla="*/ 595706 w 595706"/>
                <a:gd name="connsiteY1" fmla="*/ 2118 h 140731"/>
                <a:gd name="connsiteX2" fmla="*/ 595706 w 595706"/>
                <a:gd name="connsiteY2" fmla="*/ 98549 h 140731"/>
                <a:gd name="connsiteX3" fmla="*/ 1361 w 595706"/>
                <a:gd name="connsiteY3" fmla="*/ 140731 h 140731"/>
                <a:gd name="connsiteX4" fmla="*/ 0 w 595706"/>
                <a:gd name="connsiteY4" fmla="*/ 23494 h 140731"/>
                <a:gd name="connsiteX0" fmla="*/ 0 w 595706"/>
                <a:gd name="connsiteY0" fmla="*/ 23494 h 140731"/>
                <a:gd name="connsiteX1" fmla="*/ 595706 w 595706"/>
                <a:gd name="connsiteY1" fmla="*/ 2118 h 140731"/>
                <a:gd name="connsiteX2" fmla="*/ 595706 w 595706"/>
                <a:gd name="connsiteY2" fmla="*/ 98549 h 140731"/>
                <a:gd name="connsiteX3" fmla="*/ 1361 w 595706"/>
                <a:gd name="connsiteY3" fmla="*/ 140731 h 140731"/>
                <a:gd name="connsiteX4" fmla="*/ 0 w 595706"/>
                <a:gd name="connsiteY4" fmla="*/ 23494 h 140731"/>
                <a:gd name="connsiteX0" fmla="*/ 0 w 595706"/>
                <a:gd name="connsiteY0" fmla="*/ 25030 h 142267"/>
                <a:gd name="connsiteX1" fmla="*/ 595706 w 595706"/>
                <a:gd name="connsiteY1" fmla="*/ 3654 h 142267"/>
                <a:gd name="connsiteX2" fmla="*/ 595706 w 595706"/>
                <a:gd name="connsiteY2" fmla="*/ 100085 h 142267"/>
                <a:gd name="connsiteX3" fmla="*/ 1361 w 595706"/>
                <a:gd name="connsiteY3" fmla="*/ 142267 h 142267"/>
                <a:gd name="connsiteX4" fmla="*/ 0 w 595706"/>
                <a:gd name="connsiteY4" fmla="*/ 25030 h 142267"/>
                <a:gd name="connsiteX0" fmla="*/ 0 w 595706"/>
                <a:gd name="connsiteY0" fmla="*/ 22091 h 139328"/>
                <a:gd name="connsiteX1" fmla="*/ 595706 w 595706"/>
                <a:gd name="connsiteY1" fmla="*/ 715 h 139328"/>
                <a:gd name="connsiteX2" fmla="*/ 595706 w 595706"/>
                <a:gd name="connsiteY2" fmla="*/ 97146 h 139328"/>
                <a:gd name="connsiteX3" fmla="*/ 1361 w 595706"/>
                <a:gd name="connsiteY3" fmla="*/ 139328 h 139328"/>
                <a:gd name="connsiteX4" fmla="*/ 0 w 595706"/>
                <a:gd name="connsiteY4" fmla="*/ 22091 h 139328"/>
                <a:gd name="connsiteX0" fmla="*/ 0 w 595706"/>
                <a:gd name="connsiteY0" fmla="*/ 23573 h 140810"/>
                <a:gd name="connsiteX1" fmla="*/ 595706 w 595706"/>
                <a:gd name="connsiteY1" fmla="*/ 2197 h 140810"/>
                <a:gd name="connsiteX2" fmla="*/ 595706 w 595706"/>
                <a:gd name="connsiteY2" fmla="*/ 98628 h 140810"/>
                <a:gd name="connsiteX3" fmla="*/ 1361 w 595706"/>
                <a:gd name="connsiteY3" fmla="*/ 140810 h 140810"/>
                <a:gd name="connsiteX4" fmla="*/ 0 w 595706"/>
                <a:gd name="connsiteY4" fmla="*/ 23573 h 140810"/>
                <a:gd name="connsiteX0" fmla="*/ 0 w 595706"/>
                <a:gd name="connsiteY0" fmla="*/ 21908 h 139145"/>
                <a:gd name="connsiteX1" fmla="*/ 595706 w 595706"/>
                <a:gd name="connsiteY1" fmla="*/ 532 h 139145"/>
                <a:gd name="connsiteX2" fmla="*/ 595706 w 595706"/>
                <a:gd name="connsiteY2" fmla="*/ 96963 h 139145"/>
                <a:gd name="connsiteX3" fmla="*/ 1361 w 595706"/>
                <a:gd name="connsiteY3" fmla="*/ 139145 h 139145"/>
                <a:gd name="connsiteX4" fmla="*/ 0 w 595706"/>
                <a:gd name="connsiteY4" fmla="*/ 21908 h 139145"/>
                <a:gd name="connsiteX0" fmla="*/ 0 w 595706"/>
                <a:gd name="connsiteY0" fmla="*/ 23863 h 141100"/>
                <a:gd name="connsiteX1" fmla="*/ 595706 w 595706"/>
                <a:gd name="connsiteY1" fmla="*/ 2487 h 141100"/>
                <a:gd name="connsiteX2" fmla="*/ 595706 w 595706"/>
                <a:gd name="connsiteY2" fmla="*/ 98918 h 141100"/>
                <a:gd name="connsiteX3" fmla="*/ 1361 w 595706"/>
                <a:gd name="connsiteY3" fmla="*/ 141100 h 141100"/>
                <a:gd name="connsiteX4" fmla="*/ 0 w 595706"/>
                <a:gd name="connsiteY4" fmla="*/ 23863 h 141100"/>
                <a:gd name="connsiteX0" fmla="*/ 0 w 595706"/>
                <a:gd name="connsiteY0" fmla="*/ 24472 h 141709"/>
                <a:gd name="connsiteX1" fmla="*/ 595706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0 w 595706"/>
                <a:gd name="connsiteY0" fmla="*/ 24267 h 141504"/>
                <a:gd name="connsiteX1" fmla="*/ 595706 w 595706"/>
                <a:gd name="connsiteY1" fmla="*/ 2891 h 141504"/>
                <a:gd name="connsiteX2" fmla="*/ 595706 w 595706"/>
                <a:gd name="connsiteY2" fmla="*/ 99322 h 141504"/>
                <a:gd name="connsiteX3" fmla="*/ 1361 w 595706"/>
                <a:gd name="connsiteY3" fmla="*/ 141504 h 141504"/>
                <a:gd name="connsiteX4" fmla="*/ 0 w 595706"/>
                <a:gd name="connsiteY4" fmla="*/ 24267 h 141504"/>
                <a:gd name="connsiteX0" fmla="*/ 0 w 595706"/>
                <a:gd name="connsiteY0" fmla="*/ 24472 h 141709"/>
                <a:gd name="connsiteX1" fmla="*/ 595706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0 w 595706"/>
                <a:gd name="connsiteY0" fmla="*/ 24472 h 141709"/>
                <a:gd name="connsiteX1" fmla="*/ 594353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124 w 595830"/>
                <a:gd name="connsiteY0" fmla="*/ 24472 h 141709"/>
                <a:gd name="connsiteX1" fmla="*/ 594477 w 595830"/>
                <a:gd name="connsiteY1" fmla="*/ 3096 h 141709"/>
                <a:gd name="connsiteX2" fmla="*/ 595830 w 595830"/>
                <a:gd name="connsiteY2" fmla="*/ 99527 h 141709"/>
                <a:gd name="connsiteX3" fmla="*/ 131 w 595830"/>
                <a:gd name="connsiteY3" fmla="*/ 141709 h 141709"/>
                <a:gd name="connsiteX4" fmla="*/ 124 w 595830"/>
                <a:gd name="connsiteY4" fmla="*/ 24472 h 141709"/>
                <a:gd name="connsiteX0" fmla="*/ 124 w 597179"/>
                <a:gd name="connsiteY0" fmla="*/ 25207 h 142444"/>
                <a:gd name="connsiteX1" fmla="*/ 597179 w 597179"/>
                <a:gd name="connsiteY1" fmla="*/ 481 h 142444"/>
                <a:gd name="connsiteX2" fmla="*/ 595830 w 597179"/>
                <a:gd name="connsiteY2" fmla="*/ 100262 h 142444"/>
                <a:gd name="connsiteX3" fmla="*/ 131 w 597179"/>
                <a:gd name="connsiteY3" fmla="*/ 142444 h 142444"/>
                <a:gd name="connsiteX4" fmla="*/ 124 w 597179"/>
                <a:gd name="connsiteY4" fmla="*/ 25207 h 142444"/>
                <a:gd name="connsiteX0" fmla="*/ 124 w 595889"/>
                <a:gd name="connsiteY0" fmla="*/ 25842 h 143079"/>
                <a:gd name="connsiteX1" fmla="*/ 594477 w 595889"/>
                <a:gd name="connsiteY1" fmla="*/ 0 h 143079"/>
                <a:gd name="connsiteX2" fmla="*/ 595830 w 595889"/>
                <a:gd name="connsiteY2" fmla="*/ 100897 h 143079"/>
                <a:gd name="connsiteX3" fmla="*/ 131 w 595889"/>
                <a:gd name="connsiteY3" fmla="*/ 143079 h 143079"/>
                <a:gd name="connsiteX4" fmla="*/ 124 w 595889"/>
                <a:gd name="connsiteY4" fmla="*/ 25842 h 143079"/>
                <a:gd name="connsiteX0" fmla="*/ 124 w 595889"/>
                <a:gd name="connsiteY0" fmla="*/ 24713 h 141950"/>
                <a:gd name="connsiteX1" fmla="*/ 594477 w 595889"/>
                <a:gd name="connsiteY1" fmla="*/ 2221 h 141950"/>
                <a:gd name="connsiteX2" fmla="*/ 595830 w 595889"/>
                <a:gd name="connsiteY2" fmla="*/ 99768 h 141950"/>
                <a:gd name="connsiteX3" fmla="*/ 131 w 595889"/>
                <a:gd name="connsiteY3" fmla="*/ 141950 h 141950"/>
                <a:gd name="connsiteX4" fmla="*/ 124 w 595889"/>
                <a:gd name="connsiteY4" fmla="*/ 24713 h 141950"/>
                <a:gd name="connsiteX0" fmla="*/ 124 w 595959"/>
                <a:gd name="connsiteY0" fmla="*/ 24713 h 141950"/>
                <a:gd name="connsiteX1" fmla="*/ 595828 w 595959"/>
                <a:gd name="connsiteY1" fmla="*/ 2221 h 141950"/>
                <a:gd name="connsiteX2" fmla="*/ 595830 w 595959"/>
                <a:gd name="connsiteY2" fmla="*/ 99768 h 141950"/>
                <a:gd name="connsiteX3" fmla="*/ 131 w 595959"/>
                <a:gd name="connsiteY3" fmla="*/ 141950 h 141950"/>
                <a:gd name="connsiteX4" fmla="*/ 124 w 595959"/>
                <a:gd name="connsiteY4" fmla="*/ 24713 h 141950"/>
                <a:gd name="connsiteX0" fmla="*/ 124 w 595959"/>
                <a:gd name="connsiteY0" fmla="*/ 24925 h 142162"/>
                <a:gd name="connsiteX1" fmla="*/ 595828 w 595959"/>
                <a:gd name="connsiteY1" fmla="*/ 2433 h 142162"/>
                <a:gd name="connsiteX2" fmla="*/ 595830 w 595959"/>
                <a:gd name="connsiteY2" fmla="*/ 99980 h 142162"/>
                <a:gd name="connsiteX3" fmla="*/ 131 w 595959"/>
                <a:gd name="connsiteY3" fmla="*/ 142162 h 142162"/>
                <a:gd name="connsiteX4" fmla="*/ 124 w 595959"/>
                <a:gd name="connsiteY4" fmla="*/ 24925 h 142162"/>
                <a:gd name="connsiteX0" fmla="*/ 124 w 595959"/>
                <a:gd name="connsiteY0" fmla="*/ 22492 h 139729"/>
                <a:gd name="connsiteX1" fmla="*/ 595828 w 595959"/>
                <a:gd name="connsiteY1" fmla="*/ 0 h 139729"/>
                <a:gd name="connsiteX2" fmla="*/ 595830 w 595959"/>
                <a:gd name="connsiteY2" fmla="*/ 97547 h 139729"/>
                <a:gd name="connsiteX3" fmla="*/ 131 w 595959"/>
                <a:gd name="connsiteY3" fmla="*/ 139729 h 139729"/>
                <a:gd name="connsiteX4" fmla="*/ 124 w 595959"/>
                <a:gd name="connsiteY4" fmla="*/ 22492 h 139729"/>
                <a:gd name="connsiteX0" fmla="*/ 124 w 595959"/>
                <a:gd name="connsiteY0" fmla="*/ 25585 h 142822"/>
                <a:gd name="connsiteX1" fmla="*/ 595828 w 595959"/>
                <a:gd name="connsiteY1" fmla="*/ 3093 h 142822"/>
                <a:gd name="connsiteX2" fmla="*/ 595830 w 595959"/>
                <a:gd name="connsiteY2" fmla="*/ 100640 h 142822"/>
                <a:gd name="connsiteX3" fmla="*/ 131 w 595959"/>
                <a:gd name="connsiteY3" fmla="*/ 142822 h 142822"/>
                <a:gd name="connsiteX4" fmla="*/ 124 w 595959"/>
                <a:gd name="connsiteY4" fmla="*/ 25585 h 142822"/>
                <a:gd name="connsiteX0" fmla="*/ 124 w 595959"/>
                <a:gd name="connsiteY0" fmla="*/ 25585 h 142822"/>
                <a:gd name="connsiteX1" fmla="*/ 595828 w 595959"/>
                <a:gd name="connsiteY1" fmla="*/ 3093 h 142822"/>
                <a:gd name="connsiteX2" fmla="*/ 595830 w 595959"/>
                <a:gd name="connsiteY2" fmla="*/ 100640 h 142822"/>
                <a:gd name="connsiteX3" fmla="*/ 131 w 595959"/>
                <a:gd name="connsiteY3" fmla="*/ 142822 h 142822"/>
                <a:gd name="connsiteX4" fmla="*/ 124 w 595959"/>
                <a:gd name="connsiteY4" fmla="*/ 25585 h 142822"/>
                <a:gd name="connsiteX0" fmla="*/ 124 w 595959"/>
                <a:gd name="connsiteY0" fmla="*/ 26512 h 143749"/>
                <a:gd name="connsiteX1" fmla="*/ 595828 w 595959"/>
                <a:gd name="connsiteY1" fmla="*/ 4020 h 143749"/>
                <a:gd name="connsiteX2" fmla="*/ 595830 w 595959"/>
                <a:gd name="connsiteY2" fmla="*/ 101567 h 143749"/>
                <a:gd name="connsiteX3" fmla="*/ 131 w 595959"/>
                <a:gd name="connsiteY3" fmla="*/ 143749 h 143749"/>
                <a:gd name="connsiteX4" fmla="*/ 124 w 595959"/>
                <a:gd name="connsiteY4" fmla="*/ 26512 h 143749"/>
                <a:gd name="connsiteX0" fmla="*/ 124 w 595959"/>
                <a:gd name="connsiteY0" fmla="*/ 26512 h 143749"/>
                <a:gd name="connsiteX1" fmla="*/ 595828 w 595959"/>
                <a:gd name="connsiteY1" fmla="*/ 4020 h 143749"/>
                <a:gd name="connsiteX2" fmla="*/ 595830 w 595959"/>
                <a:gd name="connsiteY2" fmla="*/ 101567 h 143749"/>
                <a:gd name="connsiteX3" fmla="*/ 131 w 595959"/>
                <a:gd name="connsiteY3" fmla="*/ 143749 h 143749"/>
                <a:gd name="connsiteX4" fmla="*/ 124 w 595959"/>
                <a:gd name="connsiteY4" fmla="*/ 26512 h 143749"/>
                <a:gd name="connsiteX0" fmla="*/ 124 w 595959"/>
                <a:gd name="connsiteY0" fmla="*/ 28496 h 145733"/>
                <a:gd name="connsiteX1" fmla="*/ 595828 w 595959"/>
                <a:gd name="connsiteY1" fmla="*/ 6004 h 145733"/>
                <a:gd name="connsiteX2" fmla="*/ 595830 w 595959"/>
                <a:gd name="connsiteY2" fmla="*/ 103551 h 145733"/>
                <a:gd name="connsiteX3" fmla="*/ 131 w 595959"/>
                <a:gd name="connsiteY3" fmla="*/ 145733 h 145733"/>
                <a:gd name="connsiteX4" fmla="*/ 124 w 595959"/>
                <a:gd name="connsiteY4" fmla="*/ 28496 h 14573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856"/>
                <a:gd name="connsiteY0" fmla="*/ 41841 h 159078"/>
                <a:gd name="connsiteX1" fmla="*/ 591261 w 595856"/>
                <a:gd name="connsiteY1" fmla="*/ 0 h 159078"/>
                <a:gd name="connsiteX2" fmla="*/ 595830 w 595856"/>
                <a:gd name="connsiteY2" fmla="*/ 116896 h 159078"/>
                <a:gd name="connsiteX3" fmla="*/ 131 w 595856"/>
                <a:gd name="connsiteY3" fmla="*/ 159078 h 159078"/>
                <a:gd name="connsiteX4" fmla="*/ 124 w 595856"/>
                <a:gd name="connsiteY4" fmla="*/ 41841 h 159078"/>
                <a:gd name="connsiteX0" fmla="*/ 124 w 595959"/>
                <a:gd name="connsiteY0" fmla="*/ 41841 h 159078"/>
                <a:gd name="connsiteX1" fmla="*/ 595828 w 595959"/>
                <a:gd name="connsiteY1" fmla="*/ 0 h 159078"/>
                <a:gd name="connsiteX2" fmla="*/ 595830 w 595959"/>
                <a:gd name="connsiteY2" fmla="*/ 116896 h 159078"/>
                <a:gd name="connsiteX3" fmla="*/ 131 w 595959"/>
                <a:gd name="connsiteY3" fmla="*/ 159078 h 159078"/>
                <a:gd name="connsiteX4" fmla="*/ 124 w 595959"/>
                <a:gd name="connsiteY4" fmla="*/ 41841 h 159078"/>
                <a:gd name="connsiteX0" fmla="*/ 124 w 597349"/>
                <a:gd name="connsiteY0" fmla="*/ 42378 h 159615"/>
                <a:gd name="connsiteX1" fmla="*/ 597349 w 597349"/>
                <a:gd name="connsiteY1" fmla="*/ 0 h 159615"/>
                <a:gd name="connsiteX2" fmla="*/ 595830 w 597349"/>
                <a:gd name="connsiteY2" fmla="*/ 117433 h 159615"/>
                <a:gd name="connsiteX3" fmla="*/ 131 w 597349"/>
                <a:gd name="connsiteY3" fmla="*/ 159615 h 159615"/>
                <a:gd name="connsiteX4" fmla="*/ 124 w 597349"/>
                <a:gd name="connsiteY4" fmla="*/ 42378 h 159615"/>
                <a:gd name="connsiteX0" fmla="*/ 124 w 600443"/>
                <a:gd name="connsiteY0" fmla="*/ 42378 h 159615"/>
                <a:gd name="connsiteX1" fmla="*/ 597349 w 600443"/>
                <a:gd name="connsiteY1" fmla="*/ 0 h 159615"/>
                <a:gd name="connsiteX2" fmla="*/ 600408 w 600443"/>
                <a:gd name="connsiteY2" fmla="*/ 117433 h 159615"/>
                <a:gd name="connsiteX3" fmla="*/ 131 w 600443"/>
                <a:gd name="connsiteY3" fmla="*/ 159615 h 159615"/>
                <a:gd name="connsiteX4" fmla="*/ 124 w 600443"/>
                <a:gd name="connsiteY4" fmla="*/ 42378 h 159615"/>
                <a:gd name="connsiteX0" fmla="*/ 124 w 600537"/>
                <a:gd name="connsiteY0" fmla="*/ 42378 h 159615"/>
                <a:gd name="connsiteX1" fmla="*/ 600401 w 600537"/>
                <a:gd name="connsiteY1" fmla="*/ 0 h 159615"/>
                <a:gd name="connsiteX2" fmla="*/ 600408 w 600537"/>
                <a:gd name="connsiteY2" fmla="*/ 117433 h 159615"/>
                <a:gd name="connsiteX3" fmla="*/ 131 w 600537"/>
                <a:gd name="connsiteY3" fmla="*/ 159615 h 159615"/>
                <a:gd name="connsiteX4" fmla="*/ 124 w 600537"/>
                <a:gd name="connsiteY4" fmla="*/ 42378 h 159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0537" h="159615">
                  <a:moveTo>
                    <a:pt x="124" y="42378"/>
                  </a:moveTo>
                  <a:cubicBezTo>
                    <a:pt x="296414" y="-50243"/>
                    <a:pt x="418111" y="75773"/>
                    <a:pt x="600401" y="0"/>
                  </a:cubicBezTo>
                  <a:cubicBezTo>
                    <a:pt x="599951" y="33260"/>
                    <a:pt x="600858" y="84173"/>
                    <a:pt x="600408" y="117433"/>
                  </a:cubicBezTo>
                  <a:cubicBezTo>
                    <a:pt x="395490" y="192726"/>
                    <a:pt x="285331" y="62551"/>
                    <a:pt x="131" y="159615"/>
                  </a:cubicBezTo>
                  <a:cubicBezTo>
                    <a:pt x="-323" y="114566"/>
                    <a:pt x="578" y="87427"/>
                    <a:pt x="124" y="42378"/>
                  </a:cubicBezTo>
                  <a:close/>
                </a:path>
              </a:pathLst>
            </a:custGeom>
            <a:solidFill>
              <a:schemeClr val="accent2">
                <a:lumMod val="40000"/>
                <a:lumOff val="6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6" name="矩形 1174">
              <a:extLst>
                <a:ext uri="{FF2B5EF4-FFF2-40B4-BE49-F238E27FC236}">
                  <a16:creationId xmlns:a16="http://schemas.microsoft.com/office/drawing/2014/main" id="{C6B5F08D-52EC-D18D-BCB0-E8FA0849CFA0}"/>
                </a:ext>
              </a:extLst>
            </p:cNvPr>
            <p:cNvSpPr/>
            <p:nvPr/>
          </p:nvSpPr>
          <p:spPr>
            <a:xfrm rot="10800000">
              <a:off x="5041541" y="7045652"/>
              <a:ext cx="618707" cy="139508"/>
            </a:xfrm>
            <a:custGeom>
              <a:avLst/>
              <a:gdLst>
                <a:gd name="connsiteX0" fmla="*/ 0 w 595706"/>
                <a:gd name="connsiteY0" fmla="*/ 0 h 92965"/>
                <a:gd name="connsiteX1" fmla="*/ 595706 w 595706"/>
                <a:gd name="connsiteY1" fmla="*/ 0 h 92965"/>
                <a:gd name="connsiteX2" fmla="*/ 595706 w 595706"/>
                <a:gd name="connsiteY2" fmla="*/ 92965 h 92965"/>
                <a:gd name="connsiteX3" fmla="*/ 0 w 595706"/>
                <a:gd name="connsiteY3" fmla="*/ 92965 h 92965"/>
                <a:gd name="connsiteX4" fmla="*/ 0 w 595706"/>
                <a:gd name="connsiteY4" fmla="*/ 0 h 92965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131 w 595837"/>
                <a:gd name="connsiteY0" fmla="*/ 0 h 148754"/>
                <a:gd name="connsiteX1" fmla="*/ 595837 w 595837"/>
                <a:gd name="connsiteY1" fmla="*/ 0 h 148754"/>
                <a:gd name="connsiteX2" fmla="*/ 595837 w 595837"/>
                <a:gd name="connsiteY2" fmla="*/ 92965 h 148754"/>
                <a:gd name="connsiteX3" fmla="*/ 131 w 595837"/>
                <a:gd name="connsiteY3" fmla="*/ 148754 h 148754"/>
                <a:gd name="connsiteX4" fmla="*/ 131 w 595837"/>
                <a:gd name="connsiteY4" fmla="*/ 0 h 148754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56571"/>
                <a:gd name="connsiteX1" fmla="*/ 595837 w 595837"/>
                <a:gd name="connsiteY1" fmla="*/ 0 h 156571"/>
                <a:gd name="connsiteX2" fmla="*/ 594316 w 595837"/>
                <a:gd name="connsiteY2" fmla="*/ 141984 h 156571"/>
                <a:gd name="connsiteX3" fmla="*/ 131 w 595837"/>
                <a:gd name="connsiteY3" fmla="*/ 140590 h 156571"/>
                <a:gd name="connsiteX4" fmla="*/ 131 w 595837"/>
                <a:gd name="connsiteY4" fmla="*/ 0 h 156571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0 w 600949"/>
                <a:gd name="connsiteY0" fmla="*/ 0 h 271309"/>
                <a:gd name="connsiteX1" fmla="*/ 600949 w 600949"/>
                <a:gd name="connsiteY1" fmla="*/ 0 h 271309"/>
                <a:gd name="connsiteX2" fmla="*/ 599428 w 600949"/>
                <a:gd name="connsiteY2" fmla="*/ 141984 h 271309"/>
                <a:gd name="connsiteX3" fmla="*/ 3722 w 600949"/>
                <a:gd name="connsiteY3" fmla="*/ 271309 h 271309"/>
                <a:gd name="connsiteX4" fmla="*/ 0 w 600949"/>
                <a:gd name="connsiteY4" fmla="*/ 0 h 271309"/>
                <a:gd name="connsiteX0" fmla="*/ 0 w 599639"/>
                <a:gd name="connsiteY0" fmla="*/ 0 h 271309"/>
                <a:gd name="connsiteX1" fmla="*/ 599639 w 599639"/>
                <a:gd name="connsiteY1" fmla="*/ 0 h 271309"/>
                <a:gd name="connsiteX2" fmla="*/ 599428 w 599639"/>
                <a:gd name="connsiteY2" fmla="*/ 141984 h 271309"/>
                <a:gd name="connsiteX3" fmla="*/ 3722 w 599639"/>
                <a:gd name="connsiteY3" fmla="*/ 271309 h 271309"/>
                <a:gd name="connsiteX4" fmla="*/ 0 w 599639"/>
                <a:gd name="connsiteY4" fmla="*/ 0 h 271309"/>
                <a:gd name="connsiteX0" fmla="*/ 0 w 597018"/>
                <a:gd name="connsiteY0" fmla="*/ 0 h 271309"/>
                <a:gd name="connsiteX1" fmla="*/ 597018 w 597018"/>
                <a:gd name="connsiteY1" fmla="*/ 0 h 271309"/>
                <a:gd name="connsiteX2" fmla="*/ 596807 w 597018"/>
                <a:gd name="connsiteY2" fmla="*/ 141984 h 271309"/>
                <a:gd name="connsiteX3" fmla="*/ 1101 w 597018"/>
                <a:gd name="connsiteY3" fmla="*/ 271309 h 271309"/>
                <a:gd name="connsiteX4" fmla="*/ 0 w 597018"/>
                <a:gd name="connsiteY4" fmla="*/ 0 h 271309"/>
                <a:gd name="connsiteX0" fmla="*/ 0 w 596807"/>
                <a:gd name="connsiteY0" fmla="*/ 0 h 271309"/>
                <a:gd name="connsiteX1" fmla="*/ 591775 w 596807"/>
                <a:gd name="connsiteY1" fmla="*/ 0 h 271309"/>
                <a:gd name="connsiteX2" fmla="*/ 596807 w 596807"/>
                <a:gd name="connsiteY2" fmla="*/ 141984 h 271309"/>
                <a:gd name="connsiteX3" fmla="*/ 1101 w 596807"/>
                <a:gd name="connsiteY3" fmla="*/ 271309 h 271309"/>
                <a:gd name="connsiteX4" fmla="*/ 0 w 596807"/>
                <a:gd name="connsiteY4" fmla="*/ 0 h 271309"/>
                <a:gd name="connsiteX0" fmla="*/ 0 w 596807"/>
                <a:gd name="connsiteY0" fmla="*/ 0 h 271309"/>
                <a:gd name="connsiteX1" fmla="*/ 595708 w 596807"/>
                <a:gd name="connsiteY1" fmla="*/ 0 h 271309"/>
                <a:gd name="connsiteX2" fmla="*/ 596807 w 596807"/>
                <a:gd name="connsiteY2" fmla="*/ 141984 h 271309"/>
                <a:gd name="connsiteX3" fmla="*/ 1101 w 596807"/>
                <a:gd name="connsiteY3" fmla="*/ 271309 h 271309"/>
                <a:gd name="connsiteX4" fmla="*/ 0 w 596807"/>
                <a:gd name="connsiteY4" fmla="*/ 0 h 271309"/>
                <a:gd name="connsiteX0" fmla="*/ 0 w 595708"/>
                <a:gd name="connsiteY0" fmla="*/ 0 h 271309"/>
                <a:gd name="connsiteX1" fmla="*/ 595708 w 595708"/>
                <a:gd name="connsiteY1" fmla="*/ 0 h 271309"/>
                <a:gd name="connsiteX2" fmla="*/ 594186 w 595708"/>
                <a:gd name="connsiteY2" fmla="*/ 141985 h 271309"/>
                <a:gd name="connsiteX3" fmla="*/ 1101 w 595708"/>
                <a:gd name="connsiteY3" fmla="*/ 271309 h 271309"/>
                <a:gd name="connsiteX4" fmla="*/ 0 w 595708"/>
                <a:gd name="connsiteY4" fmla="*/ 0 h 271309"/>
                <a:gd name="connsiteX0" fmla="*/ 0 w 596439"/>
                <a:gd name="connsiteY0" fmla="*/ 109083 h 380392"/>
                <a:gd name="connsiteX1" fmla="*/ 595708 w 596439"/>
                <a:gd name="connsiteY1" fmla="*/ 109083 h 380392"/>
                <a:gd name="connsiteX2" fmla="*/ 594186 w 596439"/>
                <a:gd name="connsiteY2" fmla="*/ 251068 h 380392"/>
                <a:gd name="connsiteX3" fmla="*/ 1101 w 596439"/>
                <a:gd name="connsiteY3" fmla="*/ 380392 h 380392"/>
                <a:gd name="connsiteX4" fmla="*/ 0 w 596439"/>
                <a:gd name="connsiteY4" fmla="*/ 109083 h 380392"/>
                <a:gd name="connsiteX0" fmla="*/ 0 w 595708"/>
                <a:gd name="connsiteY0" fmla="*/ 0 h 271309"/>
                <a:gd name="connsiteX1" fmla="*/ 595708 w 595708"/>
                <a:gd name="connsiteY1" fmla="*/ 0 h 271309"/>
                <a:gd name="connsiteX2" fmla="*/ 594186 w 595708"/>
                <a:gd name="connsiteY2" fmla="*/ 141985 h 271309"/>
                <a:gd name="connsiteX3" fmla="*/ 1101 w 595708"/>
                <a:gd name="connsiteY3" fmla="*/ 271309 h 271309"/>
                <a:gd name="connsiteX4" fmla="*/ 0 w 595708"/>
                <a:gd name="connsiteY4" fmla="*/ 0 h 271309"/>
                <a:gd name="connsiteX0" fmla="*/ 0 w 596808"/>
                <a:gd name="connsiteY0" fmla="*/ 0 h 271309"/>
                <a:gd name="connsiteX1" fmla="*/ 595708 w 596808"/>
                <a:gd name="connsiteY1" fmla="*/ 0 h 271309"/>
                <a:gd name="connsiteX2" fmla="*/ 596808 w 596808"/>
                <a:gd name="connsiteY2" fmla="*/ 141985 h 271309"/>
                <a:gd name="connsiteX3" fmla="*/ 1101 w 596808"/>
                <a:gd name="connsiteY3" fmla="*/ 271309 h 271309"/>
                <a:gd name="connsiteX4" fmla="*/ 0 w 596808"/>
                <a:gd name="connsiteY4" fmla="*/ 0 h 271309"/>
                <a:gd name="connsiteX0" fmla="*/ 0 w 596808"/>
                <a:gd name="connsiteY0" fmla="*/ 0 h 271309"/>
                <a:gd name="connsiteX1" fmla="*/ 595708 w 596808"/>
                <a:gd name="connsiteY1" fmla="*/ 0 h 271309"/>
                <a:gd name="connsiteX2" fmla="*/ 596808 w 596808"/>
                <a:gd name="connsiteY2" fmla="*/ 141985 h 271309"/>
                <a:gd name="connsiteX3" fmla="*/ 1101 w 596808"/>
                <a:gd name="connsiteY3" fmla="*/ 271309 h 271309"/>
                <a:gd name="connsiteX4" fmla="*/ 0 w 596808"/>
                <a:gd name="connsiteY4" fmla="*/ 0 h 271309"/>
                <a:gd name="connsiteX0" fmla="*/ 0 w 596808"/>
                <a:gd name="connsiteY0" fmla="*/ 0 h 271309"/>
                <a:gd name="connsiteX1" fmla="*/ 595708 w 596808"/>
                <a:gd name="connsiteY1" fmla="*/ 0 h 271309"/>
                <a:gd name="connsiteX2" fmla="*/ 596808 w 596808"/>
                <a:gd name="connsiteY2" fmla="*/ 141985 h 271309"/>
                <a:gd name="connsiteX3" fmla="*/ 1101 w 596808"/>
                <a:gd name="connsiteY3" fmla="*/ 271309 h 271309"/>
                <a:gd name="connsiteX4" fmla="*/ 0 w 596808"/>
                <a:gd name="connsiteY4" fmla="*/ 0 h 271309"/>
                <a:gd name="connsiteX0" fmla="*/ 0 w 595708"/>
                <a:gd name="connsiteY0" fmla="*/ 0 h 271309"/>
                <a:gd name="connsiteX1" fmla="*/ 595708 w 595708"/>
                <a:gd name="connsiteY1" fmla="*/ 0 h 271309"/>
                <a:gd name="connsiteX2" fmla="*/ 594186 w 595708"/>
                <a:gd name="connsiteY2" fmla="*/ 141985 h 271309"/>
                <a:gd name="connsiteX3" fmla="*/ 1101 w 595708"/>
                <a:gd name="connsiteY3" fmla="*/ 271309 h 271309"/>
                <a:gd name="connsiteX4" fmla="*/ 0 w 595708"/>
                <a:gd name="connsiteY4" fmla="*/ 0 h 271309"/>
                <a:gd name="connsiteX0" fmla="*/ 0 w 595708"/>
                <a:gd name="connsiteY0" fmla="*/ 0 h 271309"/>
                <a:gd name="connsiteX1" fmla="*/ 595708 w 595708"/>
                <a:gd name="connsiteY1" fmla="*/ 0 h 271309"/>
                <a:gd name="connsiteX2" fmla="*/ 594186 w 595708"/>
                <a:gd name="connsiteY2" fmla="*/ 141985 h 271309"/>
                <a:gd name="connsiteX3" fmla="*/ 1101 w 595708"/>
                <a:gd name="connsiteY3" fmla="*/ 271309 h 271309"/>
                <a:gd name="connsiteX4" fmla="*/ 0 w 595708"/>
                <a:gd name="connsiteY4" fmla="*/ 0 h 271309"/>
                <a:gd name="connsiteX0" fmla="*/ 0 w 595936"/>
                <a:gd name="connsiteY0" fmla="*/ 0 h 271309"/>
                <a:gd name="connsiteX1" fmla="*/ 595708 w 595936"/>
                <a:gd name="connsiteY1" fmla="*/ 0 h 271309"/>
                <a:gd name="connsiteX2" fmla="*/ 594186 w 595936"/>
                <a:gd name="connsiteY2" fmla="*/ 141985 h 271309"/>
                <a:gd name="connsiteX3" fmla="*/ 1101 w 595936"/>
                <a:gd name="connsiteY3" fmla="*/ 271309 h 271309"/>
                <a:gd name="connsiteX4" fmla="*/ 0 w 595936"/>
                <a:gd name="connsiteY4" fmla="*/ 0 h 271309"/>
                <a:gd name="connsiteX0" fmla="*/ 319 w 596255"/>
                <a:gd name="connsiteY0" fmla="*/ 0 h 271309"/>
                <a:gd name="connsiteX1" fmla="*/ 596027 w 596255"/>
                <a:gd name="connsiteY1" fmla="*/ 0 h 271309"/>
                <a:gd name="connsiteX2" fmla="*/ 594505 w 596255"/>
                <a:gd name="connsiteY2" fmla="*/ 141985 h 271309"/>
                <a:gd name="connsiteX3" fmla="*/ 110 w 596255"/>
                <a:gd name="connsiteY3" fmla="*/ 271309 h 271309"/>
                <a:gd name="connsiteX4" fmla="*/ 319 w 596255"/>
                <a:gd name="connsiteY4" fmla="*/ 0 h 271309"/>
                <a:gd name="connsiteX0" fmla="*/ 0 w 595936"/>
                <a:gd name="connsiteY0" fmla="*/ 0 h 271309"/>
                <a:gd name="connsiteX1" fmla="*/ 595708 w 595936"/>
                <a:gd name="connsiteY1" fmla="*/ 0 h 271309"/>
                <a:gd name="connsiteX2" fmla="*/ 594186 w 595936"/>
                <a:gd name="connsiteY2" fmla="*/ 141985 h 271309"/>
                <a:gd name="connsiteX3" fmla="*/ 1101 w 595936"/>
                <a:gd name="connsiteY3" fmla="*/ 271309 h 271309"/>
                <a:gd name="connsiteX4" fmla="*/ 0 w 595936"/>
                <a:gd name="connsiteY4" fmla="*/ 0 h 271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5936" h="271309">
                  <a:moveTo>
                    <a:pt x="0" y="0"/>
                  </a:moveTo>
                  <a:lnTo>
                    <a:pt x="595708" y="0"/>
                  </a:lnTo>
                  <a:cubicBezTo>
                    <a:pt x="595708" y="30988"/>
                    <a:pt x="596806" y="39550"/>
                    <a:pt x="594186" y="141985"/>
                  </a:cubicBezTo>
                  <a:cubicBezTo>
                    <a:pt x="404809" y="352086"/>
                    <a:pt x="341643" y="22672"/>
                    <a:pt x="1101" y="271309"/>
                  </a:cubicBezTo>
                  <a:cubicBezTo>
                    <a:pt x="647" y="226260"/>
                    <a:pt x="454" y="45049"/>
                    <a:pt x="0" y="0"/>
                  </a:cubicBez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7" name="矩形 1174">
              <a:extLst>
                <a:ext uri="{FF2B5EF4-FFF2-40B4-BE49-F238E27FC236}">
                  <a16:creationId xmlns:a16="http://schemas.microsoft.com/office/drawing/2014/main" id="{B02A69AF-DC58-B700-30E1-F70D1879F85E}"/>
                </a:ext>
              </a:extLst>
            </p:cNvPr>
            <p:cNvSpPr/>
            <p:nvPr/>
          </p:nvSpPr>
          <p:spPr>
            <a:xfrm rot="10800000">
              <a:off x="5041542" y="6594252"/>
              <a:ext cx="618706" cy="226680"/>
            </a:xfrm>
            <a:custGeom>
              <a:avLst/>
              <a:gdLst>
                <a:gd name="connsiteX0" fmla="*/ 0 w 595706"/>
                <a:gd name="connsiteY0" fmla="*/ 0 h 92965"/>
                <a:gd name="connsiteX1" fmla="*/ 595706 w 595706"/>
                <a:gd name="connsiteY1" fmla="*/ 0 h 92965"/>
                <a:gd name="connsiteX2" fmla="*/ 595706 w 595706"/>
                <a:gd name="connsiteY2" fmla="*/ 92965 h 92965"/>
                <a:gd name="connsiteX3" fmla="*/ 0 w 595706"/>
                <a:gd name="connsiteY3" fmla="*/ 92965 h 92965"/>
                <a:gd name="connsiteX4" fmla="*/ 0 w 595706"/>
                <a:gd name="connsiteY4" fmla="*/ 0 h 92965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1422 w 594406"/>
                <a:gd name="connsiteY0" fmla="*/ 21376 h 135147"/>
                <a:gd name="connsiteX1" fmla="*/ 594406 w 594406"/>
                <a:gd name="connsiteY1" fmla="*/ 0 h 135147"/>
                <a:gd name="connsiteX2" fmla="*/ 594406 w 594406"/>
                <a:gd name="connsiteY2" fmla="*/ 92965 h 135147"/>
                <a:gd name="connsiteX3" fmla="*/ 61 w 594406"/>
                <a:gd name="connsiteY3" fmla="*/ 135147 h 135147"/>
                <a:gd name="connsiteX4" fmla="*/ 1422 w 594406"/>
                <a:gd name="connsiteY4" fmla="*/ 21376 h 135147"/>
                <a:gd name="connsiteX0" fmla="*/ 1422 w 594406"/>
                <a:gd name="connsiteY0" fmla="*/ 15599 h 135147"/>
                <a:gd name="connsiteX1" fmla="*/ 594406 w 594406"/>
                <a:gd name="connsiteY1" fmla="*/ 0 h 135147"/>
                <a:gd name="connsiteX2" fmla="*/ 594406 w 594406"/>
                <a:gd name="connsiteY2" fmla="*/ 92965 h 135147"/>
                <a:gd name="connsiteX3" fmla="*/ 61 w 594406"/>
                <a:gd name="connsiteY3" fmla="*/ 135147 h 135147"/>
                <a:gd name="connsiteX4" fmla="*/ 1422 w 594406"/>
                <a:gd name="connsiteY4" fmla="*/ 15599 h 135147"/>
                <a:gd name="connsiteX0" fmla="*/ 131 w 594476"/>
                <a:gd name="connsiteY0" fmla="*/ 4622 h 135147"/>
                <a:gd name="connsiteX1" fmla="*/ 594476 w 594476"/>
                <a:gd name="connsiteY1" fmla="*/ 0 h 135147"/>
                <a:gd name="connsiteX2" fmla="*/ 594476 w 594476"/>
                <a:gd name="connsiteY2" fmla="*/ 92965 h 135147"/>
                <a:gd name="connsiteX3" fmla="*/ 131 w 594476"/>
                <a:gd name="connsiteY3" fmla="*/ 135147 h 135147"/>
                <a:gd name="connsiteX4" fmla="*/ 131 w 594476"/>
                <a:gd name="connsiteY4" fmla="*/ 4622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22423 h 139660"/>
                <a:gd name="connsiteX1" fmla="*/ 595706 w 595706"/>
                <a:gd name="connsiteY1" fmla="*/ 4513 h 139660"/>
                <a:gd name="connsiteX2" fmla="*/ 595706 w 595706"/>
                <a:gd name="connsiteY2" fmla="*/ 97478 h 139660"/>
                <a:gd name="connsiteX3" fmla="*/ 1361 w 595706"/>
                <a:gd name="connsiteY3" fmla="*/ 139660 h 139660"/>
                <a:gd name="connsiteX4" fmla="*/ 0 w 595706"/>
                <a:gd name="connsiteY4" fmla="*/ 22423 h 139660"/>
                <a:gd name="connsiteX0" fmla="*/ 0 w 595706"/>
                <a:gd name="connsiteY0" fmla="*/ 26413 h 143650"/>
                <a:gd name="connsiteX1" fmla="*/ 595706 w 595706"/>
                <a:gd name="connsiteY1" fmla="*/ 8503 h 143650"/>
                <a:gd name="connsiteX2" fmla="*/ 595706 w 595706"/>
                <a:gd name="connsiteY2" fmla="*/ 101468 h 143650"/>
                <a:gd name="connsiteX3" fmla="*/ 1361 w 595706"/>
                <a:gd name="connsiteY3" fmla="*/ 143650 h 143650"/>
                <a:gd name="connsiteX4" fmla="*/ 0 w 595706"/>
                <a:gd name="connsiteY4" fmla="*/ 26413 h 143650"/>
                <a:gd name="connsiteX0" fmla="*/ 0 w 595706"/>
                <a:gd name="connsiteY0" fmla="*/ 21286 h 138523"/>
                <a:gd name="connsiteX1" fmla="*/ 595706 w 595706"/>
                <a:gd name="connsiteY1" fmla="*/ 3376 h 138523"/>
                <a:gd name="connsiteX2" fmla="*/ 595706 w 595706"/>
                <a:gd name="connsiteY2" fmla="*/ 96341 h 138523"/>
                <a:gd name="connsiteX3" fmla="*/ 1361 w 595706"/>
                <a:gd name="connsiteY3" fmla="*/ 138523 h 138523"/>
                <a:gd name="connsiteX4" fmla="*/ 0 w 595706"/>
                <a:gd name="connsiteY4" fmla="*/ 21286 h 138523"/>
                <a:gd name="connsiteX0" fmla="*/ 0 w 595706"/>
                <a:gd name="connsiteY0" fmla="*/ 22534 h 139771"/>
                <a:gd name="connsiteX1" fmla="*/ 595706 w 595706"/>
                <a:gd name="connsiteY1" fmla="*/ 4624 h 139771"/>
                <a:gd name="connsiteX2" fmla="*/ 595706 w 595706"/>
                <a:gd name="connsiteY2" fmla="*/ 97589 h 139771"/>
                <a:gd name="connsiteX3" fmla="*/ 1361 w 595706"/>
                <a:gd name="connsiteY3" fmla="*/ 139771 h 139771"/>
                <a:gd name="connsiteX4" fmla="*/ 0 w 595706"/>
                <a:gd name="connsiteY4" fmla="*/ 22534 h 139771"/>
                <a:gd name="connsiteX0" fmla="*/ 0 w 595706"/>
                <a:gd name="connsiteY0" fmla="*/ 23494 h 140731"/>
                <a:gd name="connsiteX1" fmla="*/ 595706 w 595706"/>
                <a:gd name="connsiteY1" fmla="*/ 2118 h 140731"/>
                <a:gd name="connsiteX2" fmla="*/ 595706 w 595706"/>
                <a:gd name="connsiteY2" fmla="*/ 98549 h 140731"/>
                <a:gd name="connsiteX3" fmla="*/ 1361 w 595706"/>
                <a:gd name="connsiteY3" fmla="*/ 140731 h 140731"/>
                <a:gd name="connsiteX4" fmla="*/ 0 w 595706"/>
                <a:gd name="connsiteY4" fmla="*/ 23494 h 140731"/>
                <a:gd name="connsiteX0" fmla="*/ 0 w 595706"/>
                <a:gd name="connsiteY0" fmla="*/ 23494 h 140731"/>
                <a:gd name="connsiteX1" fmla="*/ 595706 w 595706"/>
                <a:gd name="connsiteY1" fmla="*/ 2118 h 140731"/>
                <a:gd name="connsiteX2" fmla="*/ 595706 w 595706"/>
                <a:gd name="connsiteY2" fmla="*/ 98549 h 140731"/>
                <a:gd name="connsiteX3" fmla="*/ 1361 w 595706"/>
                <a:gd name="connsiteY3" fmla="*/ 140731 h 140731"/>
                <a:gd name="connsiteX4" fmla="*/ 0 w 595706"/>
                <a:gd name="connsiteY4" fmla="*/ 23494 h 140731"/>
                <a:gd name="connsiteX0" fmla="*/ 0 w 595706"/>
                <a:gd name="connsiteY0" fmla="*/ 25030 h 142267"/>
                <a:gd name="connsiteX1" fmla="*/ 595706 w 595706"/>
                <a:gd name="connsiteY1" fmla="*/ 3654 h 142267"/>
                <a:gd name="connsiteX2" fmla="*/ 595706 w 595706"/>
                <a:gd name="connsiteY2" fmla="*/ 100085 h 142267"/>
                <a:gd name="connsiteX3" fmla="*/ 1361 w 595706"/>
                <a:gd name="connsiteY3" fmla="*/ 142267 h 142267"/>
                <a:gd name="connsiteX4" fmla="*/ 0 w 595706"/>
                <a:gd name="connsiteY4" fmla="*/ 25030 h 142267"/>
                <a:gd name="connsiteX0" fmla="*/ 0 w 595706"/>
                <a:gd name="connsiteY0" fmla="*/ 22091 h 139328"/>
                <a:gd name="connsiteX1" fmla="*/ 595706 w 595706"/>
                <a:gd name="connsiteY1" fmla="*/ 715 h 139328"/>
                <a:gd name="connsiteX2" fmla="*/ 595706 w 595706"/>
                <a:gd name="connsiteY2" fmla="*/ 97146 h 139328"/>
                <a:gd name="connsiteX3" fmla="*/ 1361 w 595706"/>
                <a:gd name="connsiteY3" fmla="*/ 139328 h 139328"/>
                <a:gd name="connsiteX4" fmla="*/ 0 w 595706"/>
                <a:gd name="connsiteY4" fmla="*/ 22091 h 139328"/>
                <a:gd name="connsiteX0" fmla="*/ 0 w 595706"/>
                <a:gd name="connsiteY0" fmla="*/ 23573 h 140810"/>
                <a:gd name="connsiteX1" fmla="*/ 595706 w 595706"/>
                <a:gd name="connsiteY1" fmla="*/ 2197 h 140810"/>
                <a:gd name="connsiteX2" fmla="*/ 595706 w 595706"/>
                <a:gd name="connsiteY2" fmla="*/ 98628 h 140810"/>
                <a:gd name="connsiteX3" fmla="*/ 1361 w 595706"/>
                <a:gd name="connsiteY3" fmla="*/ 140810 h 140810"/>
                <a:gd name="connsiteX4" fmla="*/ 0 w 595706"/>
                <a:gd name="connsiteY4" fmla="*/ 23573 h 140810"/>
                <a:gd name="connsiteX0" fmla="*/ 0 w 595706"/>
                <a:gd name="connsiteY0" fmla="*/ 21908 h 139145"/>
                <a:gd name="connsiteX1" fmla="*/ 595706 w 595706"/>
                <a:gd name="connsiteY1" fmla="*/ 532 h 139145"/>
                <a:gd name="connsiteX2" fmla="*/ 595706 w 595706"/>
                <a:gd name="connsiteY2" fmla="*/ 96963 h 139145"/>
                <a:gd name="connsiteX3" fmla="*/ 1361 w 595706"/>
                <a:gd name="connsiteY3" fmla="*/ 139145 h 139145"/>
                <a:gd name="connsiteX4" fmla="*/ 0 w 595706"/>
                <a:gd name="connsiteY4" fmla="*/ 21908 h 139145"/>
                <a:gd name="connsiteX0" fmla="*/ 0 w 595706"/>
                <a:gd name="connsiteY0" fmla="*/ 23863 h 141100"/>
                <a:gd name="connsiteX1" fmla="*/ 595706 w 595706"/>
                <a:gd name="connsiteY1" fmla="*/ 2487 h 141100"/>
                <a:gd name="connsiteX2" fmla="*/ 595706 w 595706"/>
                <a:gd name="connsiteY2" fmla="*/ 98918 h 141100"/>
                <a:gd name="connsiteX3" fmla="*/ 1361 w 595706"/>
                <a:gd name="connsiteY3" fmla="*/ 141100 h 141100"/>
                <a:gd name="connsiteX4" fmla="*/ 0 w 595706"/>
                <a:gd name="connsiteY4" fmla="*/ 23863 h 141100"/>
                <a:gd name="connsiteX0" fmla="*/ 0 w 595706"/>
                <a:gd name="connsiteY0" fmla="*/ 24472 h 141709"/>
                <a:gd name="connsiteX1" fmla="*/ 595706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0 w 595706"/>
                <a:gd name="connsiteY0" fmla="*/ 24267 h 141504"/>
                <a:gd name="connsiteX1" fmla="*/ 595706 w 595706"/>
                <a:gd name="connsiteY1" fmla="*/ 2891 h 141504"/>
                <a:gd name="connsiteX2" fmla="*/ 595706 w 595706"/>
                <a:gd name="connsiteY2" fmla="*/ 99322 h 141504"/>
                <a:gd name="connsiteX3" fmla="*/ 1361 w 595706"/>
                <a:gd name="connsiteY3" fmla="*/ 141504 h 141504"/>
                <a:gd name="connsiteX4" fmla="*/ 0 w 595706"/>
                <a:gd name="connsiteY4" fmla="*/ 24267 h 141504"/>
                <a:gd name="connsiteX0" fmla="*/ 0 w 595706"/>
                <a:gd name="connsiteY0" fmla="*/ 24472 h 141709"/>
                <a:gd name="connsiteX1" fmla="*/ 595706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0 w 595706"/>
                <a:gd name="connsiteY0" fmla="*/ 24472 h 141709"/>
                <a:gd name="connsiteX1" fmla="*/ 594353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124 w 595830"/>
                <a:gd name="connsiteY0" fmla="*/ 24472 h 141709"/>
                <a:gd name="connsiteX1" fmla="*/ 594477 w 595830"/>
                <a:gd name="connsiteY1" fmla="*/ 3096 h 141709"/>
                <a:gd name="connsiteX2" fmla="*/ 595830 w 595830"/>
                <a:gd name="connsiteY2" fmla="*/ 99527 h 141709"/>
                <a:gd name="connsiteX3" fmla="*/ 131 w 595830"/>
                <a:gd name="connsiteY3" fmla="*/ 141709 h 141709"/>
                <a:gd name="connsiteX4" fmla="*/ 124 w 595830"/>
                <a:gd name="connsiteY4" fmla="*/ 24472 h 141709"/>
                <a:gd name="connsiteX0" fmla="*/ 124 w 597179"/>
                <a:gd name="connsiteY0" fmla="*/ 25207 h 142444"/>
                <a:gd name="connsiteX1" fmla="*/ 597179 w 597179"/>
                <a:gd name="connsiteY1" fmla="*/ 481 h 142444"/>
                <a:gd name="connsiteX2" fmla="*/ 595830 w 597179"/>
                <a:gd name="connsiteY2" fmla="*/ 100262 h 142444"/>
                <a:gd name="connsiteX3" fmla="*/ 131 w 597179"/>
                <a:gd name="connsiteY3" fmla="*/ 142444 h 142444"/>
                <a:gd name="connsiteX4" fmla="*/ 124 w 597179"/>
                <a:gd name="connsiteY4" fmla="*/ 25207 h 142444"/>
                <a:gd name="connsiteX0" fmla="*/ 124 w 595889"/>
                <a:gd name="connsiteY0" fmla="*/ 25842 h 143079"/>
                <a:gd name="connsiteX1" fmla="*/ 594477 w 595889"/>
                <a:gd name="connsiteY1" fmla="*/ 0 h 143079"/>
                <a:gd name="connsiteX2" fmla="*/ 595830 w 595889"/>
                <a:gd name="connsiteY2" fmla="*/ 100897 h 143079"/>
                <a:gd name="connsiteX3" fmla="*/ 131 w 595889"/>
                <a:gd name="connsiteY3" fmla="*/ 143079 h 143079"/>
                <a:gd name="connsiteX4" fmla="*/ 124 w 595889"/>
                <a:gd name="connsiteY4" fmla="*/ 25842 h 143079"/>
                <a:gd name="connsiteX0" fmla="*/ 124 w 595889"/>
                <a:gd name="connsiteY0" fmla="*/ 24713 h 141950"/>
                <a:gd name="connsiteX1" fmla="*/ 594477 w 595889"/>
                <a:gd name="connsiteY1" fmla="*/ 2221 h 141950"/>
                <a:gd name="connsiteX2" fmla="*/ 595830 w 595889"/>
                <a:gd name="connsiteY2" fmla="*/ 99768 h 141950"/>
                <a:gd name="connsiteX3" fmla="*/ 131 w 595889"/>
                <a:gd name="connsiteY3" fmla="*/ 141950 h 141950"/>
                <a:gd name="connsiteX4" fmla="*/ 124 w 595889"/>
                <a:gd name="connsiteY4" fmla="*/ 24713 h 141950"/>
                <a:gd name="connsiteX0" fmla="*/ 124 w 595959"/>
                <a:gd name="connsiteY0" fmla="*/ 24713 h 141950"/>
                <a:gd name="connsiteX1" fmla="*/ 595828 w 595959"/>
                <a:gd name="connsiteY1" fmla="*/ 2221 h 141950"/>
                <a:gd name="connsiteX2" fmla="*/ 595830 w 595959"/>
                <a:gd name="connsiteY2" fmla="*/ 99768 h 141950"/>
                <a:gd name="connsiteX3" fmla="*/ 131 w 595959"/>
                <a:gd name="connsiteY3" fmla="*/ 141950 h 141950"/>
                <a:gd name="connsiteX4" fmla="*/ 124 w 595959"/>
                <a:gd name="connsiteY4" fmla="*/ 24713 h 141950"/>
                <a:gd name="connsiteX0" fmla="*/ 124 w 595959"/>
                <a:gd name="connsiteY0" fmla="*/ 24925 h 142162"/>
                <a:gd name="connsiteX1" fmla="*/ 595828 w 595959"/>
                <a:gd name="connsiteY1" fmla="*/ 2433 h 142162"/>
                <a:gd name="connsiteX2" fmla="*/ 595830 w 595959"/>
                <a:gd name="connsiteY2" fmla="*/ 99980 h 142162"/>
                <a:gd name="connsiteX3" fmla="*/ 131 w 595959"/>
                <a:gd name="connsiteY3" fmla="*/ 142162 h 142162"/>
                <a:gd name="connsiteX4" fmla="*/ 124 w 595959"/>
                <a:gd name="connsiteY4" fmla="*/ 24925 h 142162"/>
                <a:gd name="connsiteX0" fmla="*/ 124 w 595959"/>
                <a:gd name="connsiteY0" fmla="*/ 22492 h 139729"/>
                <a:gd name="connsiteX1" fmla="*/ 595828 w 595959"/>
                <a:gd name="connsiteY1" fmla="*/ 0 h 139729"/>
                <a:gd name="connsiteX2" fmla="*/ 595830 w 595959"/>
                <a:gd name="connsiteY2" fmla="*/ 97547 h 139729"/>
                <a:gd name="connsiteX3" fmla="*/ 131 w 595959"/>
                <a:gd name="connsiteY3" fmla="*/ 139729 h 139729"/>
                <a:gd name="connsiteX4" fmla="*/ 124 w 595959"/>
                <a:gd name="connsiteY4" fmla="*/ 22492 h 139729"/>
                <a:gd name="connsiteX0" fmla="*/ 124 w 595959"/>
                <a:gd name="connsiteY0" fmla="*/ 25585 h 142822"/>
                <a:gd name="connsiteX1" fmla="*/ 595828 w 595959"/>
                <a:gd name="connsiteY1" fmla="*/ 3093 h 142822"/>
                <a:gd name="connsiteX2" fmla="*/ 595830 w 595959"/>
                <a:gd name="connsiteY2" fmla="*/ 100640 h 142822"/>
                <a:gd name="connsiteX3" fmla="*/ 131 w 595959"/>
                <a:gd name="connsiteY3" fmla="*/ 142822 h 142822"/>
                <a:gd name="connsiteX4" fmla="*/ 124 w 595959"/>
                <a:gd name="connsiteY4" fmla="*/ 25585 h 142822"/>
                <a:gd name="connsiteX0" fmla="*/ 124 w 595959"/>
                <a:gd name="connsiteY0" fmla="*/ 25585 h 142822"/>
                <a:gd name="connsiteX1" fmla="*/ 595828 w 595959"/>
                <a:gd name="connsiteY1" fmla="*/ 3093 h 142822"/>
                <a:gd name="connsiteX2" fmla="*/ 595830 w 595959"/>
                <a:gd name="connsiteY2" fmla="*/ 100640 h 142822"/>
                <a:gd name="connsiteX3" fmla="*/ 131 w 595959"/>
                <a:gd name="connsiteY3" fmla="*/ 142822 h 142822"/>
                <a:gd name="connsiteX4" fmla="*/ 124 w 595959"/>
                <a:gd name="connsiteY4" fmla="*/ 25585 h 142822"/>
                <a:gd name="connsiteX0" fmla="*/ 124 w 595959"/>
                <a:gd name="connsiteY0" fmla="*/ 26512 h 143749"/>
                <a:gd name="connsiteX1" fmla="*/ 595828 w 595959"/>
                <a:gd name="connsiteY1" fmla="*/ 4020 h 143749"/>
                <a:gd name="connsiteX2" fmla="*/ 595830 w 595959"/>
                <a:gd name="connsiteY2" fmla="*/ 101567 h 143749"/>
                <a:gd name="connsiteX3" fmla="*/ 131 w 595959"/>
                <a:gd name="connsiteY3" fmla="*/ 143749 h 143749"/>
                <a:gd name="connsiteX4" fmla="*/ 124 w 595959"/>
                <a:gd name="connsiteY4" fmla="*/ 26512 h 143749"/>
                <a:gd name="connsiteX0" fmla="*/ 124 w 595959"/>
                <a:gd name="connsiteY0" fmla="*/ 26512 h 143749"/>
                <a:gd name="connsiteX1" fmla="*/ 595828 w 595959"/>
                <a:gd name="connsiteY1" fmla="*/ 4020 h 143749"/>
                <a:gd name="connsiteX2" fmla="*/ 595830 w 595959"/>
                <a:gd name="connsiteY2" fmla="*/ 101567 h 143749"/>
                <a:gd name="connsiteX3" fmla="*/ 131 w 595959"/>
                <a:gd name="connsiteY3" fmla="*/ 143749 h 143749"/>
                <a:gd name="connsiteX4" fmla="*/ 124 w 595959"/>
                <a:gd name="connsiteY4" fmla="*/ 26512 h 143749"/>
                <a:gd name="connsiteX0" fmla="*/ 124 w 595959"/>
                <a:gd name="connsiteY0" fmla="*/ 28496 h 145733"/>
                <a:gd name="connsiteX1" fmla="*/ 595828 w 595959"/>
                <a:gd name="connsiteY1" fmla="*/ 6004 h 145733"/>
                <a:gd name="connsiteX2" fmla="*/ 595830 w 595959"/>
                <a:gd name="connsiteY2" fmla="*/ 103551 h 145733"/>
                <a:gd name="connsiteX3" fmla="*/ 131 w 595959"/>
                <a:gd name="connsiteY3" fmla="*/ 145733 h 145733"/>
                <a:gd name="connsiteX4" fmla="*/ 124 w 595959"/>
                <a:gd name="connsiteY4" fmla="*/ 28496 h 14573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856"/>
                <a:gd name="connsiteY0" fmla="*/ 41841 h 159078"/>
                <a:gd name="connsiteX1" fmla="*/ 591261 w 595856"/>
                <a:gd name="connsiteY1" fmla="*/ 0 h 159078"/>
                <a:gd name="connsiteX2" fmla="*/ 595830 w 595856"/>
                <a:gd name="connsiteY2" fmla="*/ 116896 h 159078"/>
                <a:gd name="connsiteX3" fmla="*/ 131 w 595856"/>
                <a:gd name="connsiteY3" fmla="*/ 159078 h 159078"/>
                <a:gd name="connsiteX4" fmla="*/ 124 w 595856"/>
                <a:gd name="connsiteY4" fmla="*/ 41841 h 159078"/>
                <a:gd name="connsiteX0" fmla="*/ 124 w 595959"/>
                <a:gd name="connsiteY0" fmla="*/ 41841 h 159078"/>
                <a:gd name="connsiteX1" fmla="*/ 595828 w 595959"/>
                <a:gd name="connsiteY1" fmla="*/ 0 h 159078"/>
                <a:gd name="connsiteX2" fmla="*/ 595830 w 595959"/>
                <a:gd name="connsiteY2" fmla="*/ 116896 h 159078"/>
                <a:gd name="connsiteX3" fmla="*/ 131 w 595959"/>
                <a:gd name="connsiteY3" fmla="*/ 159078 h 159078"/>
                <a:gd name="connsiteX4" fmla="*/ 124 w 595959"/>
                <a:gd name="connsiteY4" fmla="*/ 41841 h 159078"/>
                <a:gd name="connsiteX0" fmla="*/ 124 w 597349"/>
                <a:gd name="connsiteY0" fmla="*/ 42378 h 159615"/>
                <a:gd name="connsiteX1" fmla="*/ 597349 w 597349"/>
                <a:gd name="connsiteY1" fmla="*/ 0 h 159615"/>
                <a:gd name="connsiteX2" fmla="*/ 595830 w 597349"/>
                <a:gd name="connsiteY2" fmla="*/ 117433 h 159615"/>
                <a:gd name="connsiteX3" fmla="*/ 131 w 597349"/>
                <a:gd name="connsiteY3" fmla="*/ 159615 h 159615"/>
                <a:gd name="connsiteX4" fmla="*/ 124 w 597349"/>
                <a:gd name="connsiteY4" fmla="*/ 42378 h 159615"/>
                <a:gd name="connsiteX0" fmla="*/ 124 w 600443"/>
                <a:gd name="connsiteY0" fmla="*/ 42378 h 159615"/>
                <a:gd name="connsiteX1" fmla="*/ 597349 w 600443"/>
                <a:gd name="connsiteY1" fmla="*/ 0 h 159615"/>
                <a:gd name="connsiteX2" fmla="*/ 600408 w 600443"/>
                <a:gd name="connsiteY2" fmla="*/ 117433 h 159615"/>
                <a:gd name="connsiteX3" fmla="*/ 131 w 600443"/>
                <a:gd name="connsiteY3" fmla="*/ 159615 h 159615"/>
                <a:gd name="connsiteX4" fmla="*/ 124 w 600443"/>
                <a:gd name="connsiteY4" fmla="*/ 42378 h 159615"/>
                <a:gd name="connsiteX0" fmla="*/ 124 w 600537"/>
                <a:gd name="connsiteY0" fmla="*/ 42378 h 159615"/>
                <a:gd name="connsiteX1" fmla="*/ 600401 w 600537"/>
                <a:gd name="connsiteY1" fmla="*/ 0 h 159615"/>
                <a:gd name="connsiteX2" fmla="*/ 600408 w 600537"/>
                <a:gd name="connsiteY2" fmla="*/ 117433 h 159615"/>
                <a:gd name="connsiteX3" fmla="*/ 131 w 600537"/>
                <a:gd name="connsiteY3" fmla="*/ 159615 h 159615"/>
                <a:gd name="connsiteX4" fmla="*/ 124 w 600537"/>
                <a:gd name="connsiteY4" fmla="*/ 42378 h 159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0537" h="159615">
                  <a:moveTo>
                    <a:pt x="124" y="42378"/>
                  </a:moveTo>
                  <a:cubicBezTo>
                    <a:pt x="296414" y="-50243"/>
                    <a:pt x="418111" y="75773"/>
                    <a:pt x="600401" y="0"/>
                  </a:cubicBezTo>
                  <a:cubicBezTo>
                    <a:pt x="599951" y="33260"/>
                    <a:pt x="600858" y="84173"/>
                    <a:pt x="600408" y="117433"/>
                  </a:cubicBezTo>
                  <a:cubicBezTo>
                    <a:pt x="395490" y="192726"/>
                    <a:pt x="285331" y="62551"/>
                    <a:pt x="131" y="159615"/>
                  </a:cubicBezTo>
                  <a:cubicBezTo>
                    <a:pt x="-323" y="114566"/>
                    <a:pt x="578" y="87427"/>
                    <a:pt x="124" y="42378"/>
                  </a:cubicBezTo>
                  <a:close/>
                </a:path>
              </a:pathLst>
            </a:custGeom>
            <a:solidFill>
              <a:schemeClr val="accent5">
                <a:lumMod val="40000"/>
                <a:lumOff val="6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58" name="组合 57">
              <a:extLst>
                <a:ext uri="{FF2B5EF4-FFF2-40B4-BE49-F238E27FC236}">
                  <a16:creationId xmlns:a16="http://schemas.microsoft.com/office/drawing/2014/main" id="{060CF41F-93D2-C061-196D-97B843814087}"/>
                </a:ext>
              </a:extLst>
            </p:cNvPr>
            <p:cNvGrpSpPr/>
            <p:nvPr/>
          </p:nvGrpSpPr>
          <p:grpSpPr>
            <a:xfrm>
              <a:off x="5040167" y="6521415"/>
              <a:ext cx="621640" cy="663817"/>
              <a:chOff x="3656357" y="6507685"/>
              <a:chExt cx="621640" cy="663817"/>
            </a:xfrm>
          </p:grpSpPr>
          <p:sp>
            <p:nvSpPr>
              <p:cNvPr id="59" name="矩形 58">
                <a:extLst>
                  <a:ext uri="{FF2B5EF4-FFF2-40B4-BE49-F238E27FC236}">
                    <a16:creationId xmlns:a16="http://schemas.microsoft.com/office/drawing/2014/main" id="{024FEA7C-20F4-7197-7BE9-E1B8BFF3874D}"/>
                  </a:ext>
                </a:extLst>
              </p:cNvPr>
              <p:cNvSpPr/>
              <p:nvPr/>
            </p:nvSpPr>
            <p:spPr>
              <a:xfrm>
                <a:off x="3656465" y="6640950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0" name="矩形 59">
                <a:extLst>
                  <a:ext uri="{FF2B5EF4-FFF2-40B4-BE49-F238E27FC236}">
                    <a16:creationId xmlns:a16="http://schemas.microsoft.com/office/drawing/2014/main" id="{A67E75BB-3F05-8B91-6DE2-DAD283D09EDD}"/>
                  </a:ext>
                </a:extLst>
              </p:cNvPr>
              <p:cNvSpPr/>
              <p:nvPr/>
            </p:nvSpPr>
            <p:spPr>
              <a:xfrm>
                <a:off x="3811875" y="6640950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" name="矩形 60">
                <a:extLst>
                  <a:ext uri="{FF2B5EF4-FFF2-40B4-BE49-F238E27FC236}">
                    <a16:creationId xmlns:a16="http://schemas.microsoft.com/office/drawing/2014/main" id="{6CD29B4A-5416-F9E4-3D2A-E40715CEF429}"/>
                  </a:ext>
                </a:extLst>
              </p:cNvPr>
              <p:cNvSpPr/>
              <p:nvPr/>
            </p:nvSpPr>
            <p:spPr>
              <a:xfrm>
                <a:off x="3967285" y="6640950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2" name="矩形 61">
                <a:extLst>
                  <a:ext uri="{FF2B5EF4-FFF2-40B4-BE49-F238E27FC236}">
                    <a16:creationId xmlns:a16="http://schemas.microsoft.com/office/drawing/2014/main" id="{94938878-9FFE-1628-EDEC-DB3DB0F99ED2}"/>
                  </a:ext>
                </a:extLst>
              </p:cNvPr>
              <p:cNvSpPr/>
              <p:nvPr/>
            </p:nvSpPr>
            <p:spPr>
              <a:xfrm>
                <a:off x="4122695" y="6640950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04" name="矩形 903">
                <a:extLst>
                  <a:ext uri="{FF2B5EF4-FFF2-40B4-BE49-F238E27FC236}">
                    <a16:creationId xmlns:a16="http://schemas.microsoft.com/office/drawing/2014/main" id="{10731FCC-49DC-F18F-12B6-CDBBE8F1D68A}"/>
                  </a:ext>
                </a:extLst>
              </p:cNvPr>
              <p:cNvSpPr/>
              <p:nvPr/>
            </p:nvSpPr>
            <p:spPr>
              <a:xfrm>
                <a:off x="3656465" y="6773574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05" name="矩形 904">
                <a:extLst>
                  <a:ext uri="{FF2B5EF4-FFF2-40B4-BE49-F238E27FC236}">
                    <a16:creationId xmlns:a16="http://schemas.microsoft.com/office/drawing/2014/main" id="{884D5049-3DBA-B281-8868-694C777EF086}"/>
                  </a:ext>
                </a:extLst>
              </p:cNvPr>
              <p:cNvSpPr/>
              <p:nvPr/>
            </p:nvSpPr>
            <p:spPr>
              <a:xfrm>
                <a:off x="3811875" y="6773574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06" name="矩形 905">
                <a:extLst>
                  <a:ext uri="{FF2B5EF4-FFF2-40B4-BE49-F238E27FC236}">
                    <a16:creationId xmlns:a16="http://schemas.microsoft.com/office/drawing/2014/main" id="{C92C0487-67DB-3741-0A69-9AA032826E85}"/>
                  </a:ext>
                </a:extLst>
              </p:cNvPr>
              <p:cNvSpPr/>
              <p:nvPr/>
            </p:nvSpPr>
            <p:spPr>
              <a:xfrm>
                <a:off x="3967285" y="6773574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07" name="矩形 906">
                <a:extLst>
                  <a:ext uri="{FF2B5EF4-FFF2-40B4-BE49-F238E27FC236}">
                    <a16:creationId xmlns:a16="http://schemas.microsoft.com/office/drawing/2014/main" id="{C28C8031-37F2-AD65-4FC1-EF92D22FB3FB}"/>
                  </a:ext>
                </a:extLst>
              </p:cNvPr>
              <p:cNvSpPr/>
              <p:nvPr/>
            </p:nvSpPr>
            <p:spPr>
              <a:xfrm>
                <a:off x="4122695" y="6773574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08" name="矩形 907">
                <a:extLst>
                  <a:ext uri="{FF2B5EF4-FFF2-40B4-BE49-F238E27FC236}">
                    <a16:creationId xmlns:a16="http://schemas.microsoft.com/office/drawing/2014/main" id="{B7779E3D-39CA-697A-4773-8C3B947DB8AD}"/>
                  </a:ext>
                </a:extLst>
              </p:cNvPr>
              <p:cNvSpPr/>
              <p:nvPr/>
            </p:nvSpPr>
            <p:spPr>
              <a:xfrm>
                <a:off x="3656357" y="690625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09" name="矩形 908">
                <a:extLst>
                  <a:ext uri="{FF2B5EF4-FFF2-40B4-BE49-F238E27FC236}">
                    <a16:creationId xmlns:a16="http://schemas.microsoft.com/office/drawing/2014/main" id="{EFA6DB75-CA01-2F26-4C65-7E0DC26AF626}"/>
                  </a:ext>
                </a:extLst>
              </p:cNvPr>
              <p:cNvSpPr/>
              <p:nvPr/>
            </p:nvSpPr>
            <p:spPr>
              <a:xfrm>
                <a:off x="3811767" y="690625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10" name="矩形 909">
                <a:extLst>
                  <a:ext uri="{FF2B5EF4-FFF2-40B4-BE49-F238E27FC236}">
                    <a16:creationId xmlns:a16="http://schemas.microsoft.com/office/drawing/2014/main" id="{039BE8A1-616D-62CD-93A6-1A32E1775EDD}"/>
                  </a:ext>
                </a:extLst>
              </p:cNvPr>
              <p:cNvSpPr/>
              <p:nvPr/>
            </p:nvSpPr>
            <p:spPr>
              <a:xfrm>
                <a:off x="3967177" y="690625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11" name="矩形 910">
                <a:extLst>
                  <a:ext uri="{FF2B5EF4-FFF2-40B4-BE49-F238E27FC236}">
                    <a16:creationId xmlns:a16="http://schemas.microsoft.com/office/drawing/2014/main" id="{7FDC3155-63C0-9D26-9970-2461F472E39E}"/>
                  </a:ext>
                </a:extLst>
              </p:cNvPr>
              <p:cNvSpPr/>
              <p:nvPr/>
            </p:nvSpPr>
            <p:spPr>
              <a:xfrm>
                <a:off x="4122587" y="690625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12" name="矩形 911">
                <a:extLst>
                  <a:ext uri="{FF2B5EF4-FFF2-40B4-BE49-F238E27FC236}">
                    <a16:creationId xmlns:a16="http://schemas.microsoft.com/office/drawing/2014/main" id="{9244DA77-5907-B838-C572-C3A0FA180BCA}"/>
                  </a:ext>
                </a:extLst>
              </p:cNvPr>
              <p:cNvSpPr/>
              <p:nvPr/>
            </p:nvSpPr>
            <p:spPr>
              <a:xfrm>
                <a:off x="3656357" y="7038879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13" name="矩形 912">
                <a:extLst>
                  <a:ext uri="{FF2B5EF4-FFF2-40B4-BE49-F238E27FC236}">
                    <a16:creationId xmlns:a16="http://schemas.microsoft.com/office/drawing/2014/main" id="{6207B73F-80C5-A55E-06C0-617D7040C006}"/>
                  </a:ext>
                </a:extLst>
              </p:cNvPr>
              <p:cNvSpPr/>
              <p:nvPr/>
            </p:nvSpPr>
            <p:spPr>
              <a:xfrm>
                <a:off x="3811767" y="7038879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14" name="矩形 913">
                <a:extLst>
                  <a:ext uri="{FF2B5EF4-FFF2-40B4-BE49-F238E27FC236}">
                    <a16:creationId xmlns:a16="http://schemas.microsoft.com/office/drawing/2014/main" id="{C7AEECA8-B318-C03A-BA41-C1AB70ADDDA0}"/>
                  </a:ext>
                </a:extLst>
              </p:cNvPr>
              <p:cNvSpPr/>
              <p:nvPr/>
            </p:nvSpPr>
            <p:spPr>
              <a:xfrm>
                <a:off x="3967177" y="7038879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15" name="矩形 914">
                <a:extLst>
                  <a:ext uri="{FF2B5EF4-FFF2-40B4-BE49-F238E27FC236}">
                    <a16:creationId xmlns:a16="http://schemas.microsoft.com/office/drawing/2014/main" id="{796797A8-7958-4B77-BAAE-38E38190F7D4}"/>
                  </a:ext>
                </a:extLst>
              </p:cNvPr>
              <p:cNvSpPr/>
              <p:nvPr/>
            </p:nvSpPr>
            <p:spPr>
              <a:xfrm>
                <a:off x="4122587" y="7038879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16" name="矩形 915">
                <a:extLst>
                  <a:ext uri="{FF2B5EF4-FFF2-40B4-BE49-F238E27FC236}">
                    <a16:creationId xmlns:a16="http://schemas.microsoft.com/office/drawing/2014/main" id="{83548880-EAB8-B070-8E17-3BFBAA2ED52C}"/>
                  </a:ext>
                </a:extLst>
              </p:cNvPr>
              <p:cNvSpPr/>
              <p:nvPr/>
            </p:nvSpPr>
            <p:spPr>
              <a:xfrm>
                <a:off x="3656357" y="650768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17" name="矩形 916">
                <a:extLst>
                  <a:ext uri="{FF2B5EF4-FFF2-40B4-BE49-F238E27FC236}">
                    <a16:creationId xmlns:a16="http://schemas.microsoft.com/office/drawing/2014/main" id="{890EB0EF-9E25-7F77-830A-0A9E4E511972}"/>
                  </a:ext>
                </a:extLst>
              </p:cNvPr>
              <p:cNvSpPr/>
              <p:nvPr/>
            </p:nvSpPr>
            <p:spPr>
              <a:xfrm>
                <a:off x="3811767" y="650768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18" name="矩形 917">
                <a:extLst>
                  <a:ext uri="{FF2B5EF4-FFF2-40B4-BE49-F238E27FC236}">
                    <a16:creationId xmlns:a16="http://schemas.microsoft.com/office/drawing/2014/main" id="{9BB706D8-D317-67A2-5032-BCBE48EEE17C}"/>
                  </a:ext>
                </a:extLst>
              </p:cNvPr>
              <p:cNvSpPr/>
              <p:nvPr/>
            </p:nvSpPr>
            <p:spPr>
              <a:xfrm>
                <a:off x="3967177" y="650768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19" name="矩形 918">
                <a:extLst>
                  <a:ext uri="{FF2B5EF4-FFF2-40B4-BE49-F238E27FC236}">
                    <a16:creationId xmlns:a16="http://schemas.microsoft.com/office/drawing/2014/main" id="{258BCCB6-8D6E-CB71-85F6-DF1BE801B167}"/>
                  </a:ext>
                </a:extLst>
              </p:cNvPr>
              <p:cNvSpPr/>
              <p:nvPr/>
            </p:nvSpPr>
            <p:spPr>
              <a:xfrm>
                <a:off x="4122587" y="650768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938" name="组合 937">
            <a:extLst>
              <a:ext uri="{FF2B5EF4-FFF2-40B4-BE49-F238E27FC236}">
                <a16:creationId xmlns:a16="http://schemas.microsoft.com/office/drawing/2014/main" id="{391FB3D2-08DA-4792-8F06-8A9F35F509F2}"/>
              </a:ext>
            </a:extLst>
          </p:cNvPr>
          <p:cNvGrpSpPr/>
          <p:nvPr/>
        </p:nvGrpSpPr>
        <p:grpSpPr>
          <a:xfrm>
            <a:off x="3041171" y="2236284"/>
            <a:ext cx="734881" cy="457486"/>
            <a:chOff x="3262267" y="3927547"/>
            <a:chExt cx="599802" cy="343893"/>
          </a:xfrm>
        </p:grpSpPr>
        <p:sp>
          <p:nvSpPr>
            <p:cNvPr id="939" name="矩形: 圆角 938">
              <a:extLst>
                <a:ext uri="{FF2B5EF4-FFF2-40B4-BE49-F238E27FC236}">
                  <a16:creationId xmlns:a16="http://schemas.microsoft.com/office/drawing/2014/main" id="{DBD26964-4080-5F1E-62BC-149FB5913F77}"/>
                </a:ext>
              </a:extLst>
            </p:cNvPr>
            <p:cNvSpPr/>
            <p:nvPr/>
          </p:nvSpPr>
          <p:spPr>
            <a:xfrm>
              <a:off x="3337478" y="3927547"/>
              <a:ext cx="393114" cy="343893"/>
            </a:xfrm>
            <a:prstGeom prst="roundRect">
              <a:avLst>
                <a:gd name="adj" fmla="val 31589"/>
              </a:avLst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40" name="矩形 939">
                  <a:extLst>
                    <a:ext uri="{FF2B5EF4-FFF2-40B4-BE49-F238E27FC236}">
                      <a16:creationId xmlns:a16="http://schemas.microsoft.com/office/drawing/2014/main" id="{0D870B33-4F24-B64D-F4B5-9EFE6A4FB429}"/>
                    </a:ext>
                  </a:extLst>
                </p:cNvPr>
                <p:cNvSpPr/>
                <p:nvPr/>
              </p:nvSpPr>
              <p:spPr>
                <a:xfrm>
                  <a:off x="3262267" y="3956287"/>
                  <a:ext cx="599802" cy="27762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dirty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altLang="zh-CN" i="1" dirty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𝑊</m:t>
                            </m:r>
                          </m:sub>
                        </m:s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()</m:t>
                        </m:r>
                      </m:oMath>
                    </m:oMathPara>
                  </a14:m>
                  <a:endParaRPr lang="zh-CN" altLang="en-US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744" name="矩形 743">
                  <a:extLst>
                    <a:ext uri="{FF2B5EF4-FFF2-40B4-BE49-F238E27FC236}">
                      <a16:creationId xmlns:a16="http://schemas.microsoft.com/office/drawing/2014/main" id="{6DD87F4D-7CF6-EBAE-A2AB-0D441457B57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62267" y="3956287"/>
                  <a:ext cx="599802" cy="277627"/>
                </a:xfrm>
                <a:prstGeom prst="rect">
                  <a:avLst/>
                </a:prstGeom>
                <a:blipFill>
                  <a:blip r:embed="rId4"/>
                  <a:stretch>
                    <a:fillRect b="-1475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41" name="组合 940">
            <a:extLst>
              <a:ext uri="{FF2B5EF4-FFF2-40B4-BE49-F238E27FC236}">
                <a16:creationId xmlns:a16="http://schemas.microsoft.com/office/drawing/2014/main" id="{F35EEFFF-D27D-DA1C-94C2-5B4FCF71B15E}"/>
              </a:ext>
            </a:extLst>
          </p:cNvPr>
          <p:cNvGrpSpPr/>
          <p:nvPr/>
        </p:nvGrpSpPr>
        <p:grpSpPr>
          <a:xfrm>
            <a:off x="2145112" y="2208160"/>
            <a:ext cx="723869" cy="479642"/>
            <a:chOff x="2692563" y="3943241"/>
            <a:chExt cx="523260" cy="289098"/>
          </a:xfrm>
        </p:grpSpPr>
        <p:sp>
          <p:nvSpPr>
            <p:cNvPr id="942" name="椭圆 941">
              <a:extLst>
                <a:ext uri="{FF2B5EF4-FFF2-40B4-BE49-F238E27FC236}">
                  <a16:creationId xmlns:a16="http://schemas.microsoft.com/office/drawing/2014/main" id="{99C5B602-D463-7425-87B2-15B83B77141B}"/>
                </a:ext>
              </a:extLst>
            </p:cNvPr>
            <p:cNvSpPr/>
            <p:nvPr/>
          </p:nvSpPr>
          <p:spPr>
            <a:xfrm>
              <a:off x="2692563" y="3963677"/>
              <a:ext cx="477615" cy="268662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43" name="矩形 942">
                  <a:extLst>
                    <a:ext uri="{FF2B5EF4-FFF2-40B4-BE49-F238E27FC236}">
                      <a16:creationId xmlns:a16="http://schemas.microsoft.com/office/drawing/2014/main" id="{122D247E-8F33-1B80-8EF0-A4A93051E698}"/>
                    </a:ext>
                  </a:extLst>
                </p:cNvPr>
                <p:cNvSpPr/>
                <p:nvPr/>
              </p:nvSpPr>
              <p:spPr>
                <a:xfrm>
                  <a:off x="2760246" y="3943241"/>
                  <a:ext cx="455577" cy="27826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70AD47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altLang="zh-CN" sz="2400" b="1" i="1" dirty="0">
                                <a:solidFill>
                                  <a:srgbClr val="70AD47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𝑿</m:t>
                            </m:r>
                          </m:e>
                          <m:sub>
                            <m:r>
                              <a:rPr lang="en-US" altLang="zh-CN" sz="2400" b="1" i="1" dirty="0">
                                <a:solidFill>
                                  <a:srgbClr val="70AD47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𝟎</m:t>
                            </m:r>
                          </m:sub>
                        </m:sSub>
                      </m:oMath>
                    </m:oMathPara>
                  </a14:m>
                  <a:endParaRPr lang="zh-CN" altLang="en-US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943" name="矩形 942">
                  <a:extLst>
                    <a:ext uri="{FF2B5EF4-FFF2-40B4-BE49-F238E27FC236}">
                      <a16:creationId xmlns:a16="http://schemas.microsoft.com/office/drawing/2014/main" id="{122D247E-8F33-1B80-8EF0-A4A93051E69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60246" y="3943241"/>
                  <a:ext cx="455577" cy="278262"/>
                </a:xfrm>
                <a:prstGeom prst="rect">
                  <a:avLst/>
                </a:prstGeom>
                <a:blipFill>
                  <a:blip r:embed="rId5"/>
                  <a:stretch>
                    <a:fillRect l="-1923" b="-526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944" name="矩形 943">
            <a:extLst>
              <a:ext uri="{FF2B5EF4-FFF2-40B4-BE49-F238E27FC236}">
                <a16:creationId xmlns:a16="http://schemas.microsoft.com/office/drawing/2014/main" id="{ED0ACBB3-5769-6CC8-8107-CF60C4B0E0CE}"/>
              </a:ext>
            </a:extLst>
          </p:cNvPr>
          <p:cNvSpPr/>
          <p:nvPr/>
        </p:nvSpPr>
        <p:spPr>
          <a:xfrm>
            <a:off x="1162176" y="2286520"/>
            <a:ext cx="10310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i="0" dirty="0">
                <a:latin typeface="Arial" panose="020B0604020202020204" pitchFamily="34" charset="0"/>
                <a:cs typeface="Arial" panose="020B0604020202020204" pitchFamily="34" charset="0"/>
              </a:rPr>
              <a:t>Forward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47" name="矩形 946">
            <a:extLst>
              <a:ext uri="{FF2B5EF4-FFF2-40B4-BE49-F238E27FC236}">
                <a16:creationId xmlns:a16="http://schemas.microsoft.com/office/drawing/2014/main" id="{F7C6E80A-4697-E4C6-DBD5-09F43A555DAD}"/>
              </a:ext>
            </a:extLst>
          </p:cNvPr>
          <p:cNvSpPr/>
          <p:nvPr/>
        </p:nvSpPr>
        <p:spPr>
          <a:xfrm>
            <a:off x="3764217" y="1451132"/>
            <a:ext cx="852774" cy="3684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200" dirty="0">
                <a:latin typeface="Arial" panose="020B0604020202020204" pitchFamily="34" charset="0"/>
                <a:cs typeface="Arial" panose="020B0604020202020204" pitchFamily="34" charset="0"/>
              </a:rPr>
              <a:t>Layer 1</a:t>
            </a:r>
            <a:endParaRPr lang="zh-CN" alt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49" name="椭圆 948">
            <a:extLst>
              <a:ext uri="{FF2B5EF4-FFF2-40B4-BE49-F238E27FC236}">
                <a16:creationId xmlns:a16="http://schemas.microsoft.com/office/drawing/2014/main" id="{818AD21A-CAE0-D4BC-9C80-6E067A23187D}"/>
              </a:ext>
            </a:extLst>
          </p:cNvPr>
          <p:cNvSpPr/>
          <p:nvPr/>
        </p:nvSpPr>
        <p:spPr>
          <a:xfrm>
            <a:off x="3948243" y="2242432"/>
            <a:ext cx="660722" cy="44573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951" name="组合 950">
            <a:extLst>
              <a:ext uri="{FF2B5EF4-FFF2-40B4-BE49-F238E27FC236}">
                <a16:creationId xmlns:a16="http://schemas.microsoft.com/office/drawing/2014/main" id="{E5E75A57-6557-9A66-C5AA-7EB86C98D168}"/>
              </a:ext>
            </a:extLst>
          </p:cNvPr>
          <p:cNvGrpSpPr/>
          <p:nvPr/>
        </p:nvGrpSpPr>
        <p:grpSpPr>
          <a:xfrm>
            <a:off x="4936437" y="2238788"/>
            <a:ext cx="481646" cy="457486"/>
            <a:chOff x="4842156" y="3773497"/>
            <a:chExt cx="393114" cy="343893"/>
          </a:xfrm>
        </p:grpSpPr>
        <p:grpSp>
          <p:nvGrpSpPr>
            <p:cNvPr id="952" name="组合 951">
              <a:extLst>
                <a:ext uri="{FF2B5EF4-FFF2-40B4-BE49-F238E27FC236}">
                  <a16:creationId xmlns:a16="http://schemas.microsoft.com/office/drawing/2014/main" id="{791A5E5C-9CA9-F511-2A17-8783E84B22AC}"/>
                </a:ext>
              </a:extLst>
            </p:cNvPr>
            <p:cNvGrpSpPr/>
            <p:nvPr/>
          </p:nvGrpSpPr>
          <p:grpSpPr>
            <a:xfrm>
              <a:off x="4937067" y="3821336"/>
              <a:ext cx="261952" cy="260359"/>
              <a:chOff x="5436287" y="3505571"/>
              <a:chExt cx="336942" cy="321770"/>
            </a:xfrm>
          </p:grpSpPr>
          <p:sp>
            <p:nvSpPr>
              <p:cNvPr id="954" name="流程图: 接点 953">
                <a:extLst>
                  <a:ext uri="{FF2B5EF4-FFF2-40B4-BE49-F238E27FC236}">
                    <a16:creationId xmlns:a16="http://schemas.microsoft.com/office/drawing/2014/main" id="{F4545866-31AE-9193-9A44-B42755D8A1BE}"/>
                  </a:ext>
                </a:extLst>
              </p:cNvPr>
              <p:cNvSpPr/>
              <p:nvPr/>
            </p:nvSpPr>
            <p:spPr>
              <a:xfrm>
                <a:off x="5436288" y="3505571"/>
                <a:ext cx="96883" cy="88611"/>
              </a:xfrm>
              <a:prstGeom prst="flowChartConnector">
                <a:avLst/>
              </a:prstGeom>
              <a:noFill/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500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955" name="流程图: 接点 954">
                <a:extLst>
                  <a:ext uri="{FF2B5EF4-FFF2-40B4-BE49-F238E27FC236}">
                    <a16:creationId xmlns:a16="http://schemas.microsoft.com/office/drawing/2014/main" id="{E25326A8-31B9-88B7-6260-B33F7FA7B91E}"/>
                  </a:ext>
                </a:extLst>
              </p:cNvPr>
              <p:cNvSpPr/>
              <p:nvPr/>
            </p:nvSpPr>
            <p:spPr>
              <a:xfrm>
                <a:off x="5436288" y="3623512"/>
                <a:ext cx="96883" cy="88611"/>
              </a:xfrm>
              <a:prstGeom prst="flowChartConnector">
                <a:avLst/>
              </a:prstGeom>
              <a:noFill/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500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956" name="流程图: 接点 955">
                <a:extLst>
                  <a:ext uri="{FF2B5EF4-FFF2-40B4-BE49-F238E27FC236}">
                    <a16:creationId xmlns:a16="http://schemas.microsoft.com/office/drawing/2014/main" id="{47AAA29F-B7A0-6CFB-C948-983EB10D0626}"/>
                  </a:ext>
                </a:extLst>
              </p:cNvPr>
              <p:cNvSpPr/>
              <p:nvPr/>
            </p:nvSpPr>
            <p:spPr>
              <a:xfrm>
                <a:off x="5436287" y="3738730"/>
                <a:ext cx="96883" cy="88611"/>
              </a:xfrm>
              <a:prstGeom prst="flowChartConnector">
                <a:avLst/>
              </a:prstGeom>
              <a:noFill/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500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957" name="流程图: 接点 956">
                <a:extLst>
                  <a:ext uri="{FF2B5EF4-FFF2-40B4-BE49-F238E27FC236}">
                    <a16:creationId xmlns:a16="http://schemas.microsoft.com/office/drawing/2014/main" id="{EA45D55B-3E07-1767-5FCB-0B9BCF00F861}"/>
                  </a:ext>
                </a:extLst>
              </p:cNvPr>
              <p:cNvSpPr/>
              <p:nvPr/>
            </p:nvSpPr>
            <p:spPr>
              <a:xfrm>
                <a:off x="5676346" y="3623512"/>
                <a:ext cx="96883" cy="88611"/>
              </a:xfrm>
              <a:prstGeom prst="flowChartConnector">
                <a:avLst/>
              </a:prstGeom>
              <a:noFill/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500" dirty="0">
                  <a:solidFill>
                    <a:sysClr val="windowText" lastClr="000000"/>
                  </a:solidFill>
                </a:endParaRPr>
              </a:p>
            </p:txBody>
          </p:sp>
          <p:cxnSp>
            <p:nvCxnSpPr>
              <p:cNvPr id="958" name="直接箭头连接符 957">
                <a:extLst>
                  <a:ext uri="{FF2B5EF4-FFF2-40B4-BE49-F238E27FC236}">
                    <a16:creationId xmlns:a16="http://schemas.microsoft.com/office/drawing/2014/main" id="{428BE267-E236-F160-E1E0-E23A2DB1A5A2}"/>
                  </a:ext>
                </a:extLst>
              </p:cNvPr>
              <p:cNvCxnSpPr>
                <a:cxnSpLocks/>
                <a:stCxn id="954" idx="6"/>
                <a:endCxn id="957" idx="2"/>
              </p:cNvCxnSpPr>
              <p:nvPr/>
            </p:nvCxnSpPr>
            <p:spPr>
              <a:xfrm>
                <a:off x="5533171" y="3549877"/>
                <a:ext cx="143175" cy="117941"/>
              </a:xfrm>
              <a:prstGeom prst="straightConnector1">
                <a:avLst/>
              </a:prstGeom>
              <a:ln w="12700">
                <a:tailEnd type="triangle" w="sm" len="sm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59" name="直接箭头连接符 958">
                <a:extLst>
                  <a:ext uri="{FF2B5EF4-FFF2-40B4-BE49-F238E27FC236}">
                    <a16:creationId xmlns:a16="http://schemas.microsoft.com/office/drawing/2014/main" id="{BB0168F8-4653-0BEF-0658-BE386BF8550F}"/>
                  </a:ext>
                </a:extLst>
              </p:cNvPr>
              <p:cNvCxnSpPr>
                <a:cxnSpLocks/>
                <a:stCxn id="955" idx="6"/>
                <a:endCxn id="957" idx="2"/>
              </p:cNvCxnSpPr>
              <p:nvPr/>
            </p:nvCxnSpPr>
            <p:spPr>
              <a:xfrm>
                <a:off x="5533171" y="3667818"/>
                <a:ext cx="143175" cy="0"/>
              </a:xfrm>
              <a:prstGeom prst="straightConnector1">
                <a:avLst/>
              </a:prstGeom>
              <a:ln w="12700">
                <a:tailEnd type="triangle" w="sm" len="sm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91" name="直接箭头连接符 590">
                <a:extLst>
                  <a:ext uri="{FF2B5EF4-FFF2-40B4-BE49-F238E27FC236}">
                    <a16:creationId xmlns:a16="http://schemas.microsoft.com/office/drawing/2014/main" id="{2293BBB7-B187-B99B-F16B-5BCF59A35116}"/>
                  </a:ext>
                </a:extLst>
              </p:cNvPr>
              <p:cNvCxnSpPr>
                <a:cxnSpLocks/>
                <a:stCxn id="956" idx="6"/>
                <a:endCxn id="957" idx="2"/>
              </p:cNvCxnSpPr>
              <p:nvPr/>
            </p:nvCxnSpPr>
            <p:spPr>
              <a:xfrm flipV="1">
                <a:off x="5533170" y="3667818"/>
                <a:ext cx="143176" cy="115218"/>
              </a:xfrm>
              <a:prstGeom prst="straightConnector1">
                <a:avLst/>
              </a:prstGeom>
              <a:ln w="12700">
                <a:tailEnd type="triangle" w="sm" len="sm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953" name="矩形: 圆角 952">
              <a:extLst>
                <a:ext uri="{FF2B5EF4-FFF2-40B4-BE49-F238E27FC236}">
                  <a16:creationId xmlns:a16="http://schemas.microsoft.com/office/drawing/2014/main" id="{005CC2A4-3AC6-92D0-8491-ED17CE3C584B}"/>
                </a:ext>
              </a:extLst>
            </p:cNvPr>
            <p:cNvSpPr/>
            <p:nvPr/>
          </p:nvSpPr>
          <p:spPr>
            <a:xfrm>
              <a:off x="4842156" y="3773497"/>
              <a:ext cx="393114" cy="343893"/>
            </a:xfrm>
            <a:prstGeom prst="roundRect">
              <a:avLst>
                <a:gd name="adj" fmla="val 31589"/>
              </a:avLst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593" name="椭圆 592">
            <a:extLst>
              <a:ext uri="{FF2B5EF4-FFF2-40B4-BE49-F238E27FC236}">
                <a16:creationId xmlns:a16="http://schemas.microsoft.com/office/drawing/2014/main" id="{71D04AB9-B73E-5324-6191-7A6D0120FF8F}"/>
              </a:ext>
            </a:extLst>
          </p:cNvPr>
          <p:cNvSpPr/>
          <p:nvPr/>
        </p:nvSpPr>
        <p:spPr>
          <a:xfrm>
            <a:off x="5750164" y="2247480"/>
            <a:ext cx="660724" cy="44573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595" name="组合 594">
            <a:extLst>
              <a:ext uri="{FF2B5EF4-FFF2-40B4-BE49-F238E27FC236}">
                <a16:creationId xmlns:a16="http://schemas.microsoft.com/office/drawing/2014/main" id="{9FC51C82-3821-42E6-8D8D-809604E65E0B}"/>
              </a:ext>
            </a:extLst>
          </p:cNvPr>
          <p:cNvGrpSpPr/>
          <p:nvPr/>
        </p:nvGrpSpPr>
        <p:grpSpPr>
          <a:xfrm>
            <a:off x="6658518" y="2249670"/>
            <a:ext cx="734881" cy="457486"/>
            <a:chOff x="3262267" y="3927547"/>
            <a:chExt cx="599802" cy="343893"/>
          </a:xfrm>
        </p:grpSpPr>
        <p:sp>
          <p:nvSpPr>
            <p:cNvPr id="596" name="矩形: 圆角 595">
              <a:extLst>
                <a:ext uri="{FF2B5EF4-FFF2-40B4-BE49-F238E27FC236}">
                  <a16:creationId xmlns:a16="http://schemas.microsoft.com/office/drawing/2014/main" id="{16F99BF4-1C95-CD83-7EAB-9E8A6423AF3A}"/>
                </a:ext>
              </a:extLst>
            </p:cNvPr>
            <p:cNvSpPr/>
            <p:nvPr/>
          </p:nvSpPr>
          <p:spPr>
            <a:xfrm>
              <a:off x="3337478" y="3927547"/>
              <a:ext cx="393114" cy="343893"/>
            </a:xfrm>
            <a:prstGeom prst="roundRect">
              <a:avLst>
                <a:gd name="adj" fmla="val 31589"/>
              </a:avLst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8" name="矩形 627">
                  <a:extLst>
                    <a:ext uri="{FF2B5EF4-FFF2-40B4-BE49-F238E27FC236}">
                      <a16:creationId xmlns:a16="http://schemas.microsoft.com/office/drawing/2014/main" id="{AEFC0BF3-2086-2A8B-C8F7-4A98B8CB03D2}"/>
                    </a:ext>
                  </a:extLst>
                </p:cNvPr>
                <p:cNvSpPr/>
                <p:nvPr/>
              </p:nvSpPr>
              <p:spPr>
                <a:xfrm>
                  <a:off x="3262267" y="3956287"/>
                  <a:ext cx="599802" cy="27762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dirty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altLang="zh-CN" i="1" dirty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𝑊</m:t>
                            </m:r>
                          </m:sub>
                        </m:s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()</m:t>
                        </m:r>
                      </m:oMath>
                    </m:oMathPara>
                  </a14:m>
                  <a:endParaRPr lang="zh-CN" altLang="en-US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727" name="矩形 726">
                  <a:extLst>
                    <a:ext uri="{FF2B5EF4-FFF2-40B4-BE49-F238E27FC236}">
                      <a16:creationId xmlns:a16="http://schemas.microsoft.com/office/drawing/2014/main" id="{C93EC40D-74C7-130C-25BA-67268259231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62267" y="3956287"/>
                  <a:ext cx="599802" cy="277627"/>
                </a:xfrm>
                <a:prstGeom prst="rect">
                  <a:avLst/>
                </a:prstGeom>
                <a:blipFill>
                  <a:blip r:embed="rId8"/>
                  <a:stretch>
                    <a:fillRect b="-1475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631" name="椭圆 630">
            <a:extLst>
              <a:ext uri="{FF2B5EF4-FFF2-40B4-BE49-F238E27FC236}">
                <a16:creationId xmlns:a16="http://schemas.microsoft.com/office/drawing/2014/main" id="{AF060704-C7F1-8D1C-4B1A-F76477ED719A}"/>
              </a:ext>
            </a:extLst>
          </p:cNvPr>
          <p:cNvSpPr/>
          <p:nvPr/>
        </p:nvSpPr>
        <p:spPr>
          <a:xfrm>
            <a:off x="7565590" y="2255817"/>
            <a:ext cx="660722" cy="44573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633" name="组合 632">
            <a:extLst>
              <a:ext uri="{FF2B5EF4-FFF2-40B4-BE49-F238E27FC236}">
                <a16:creationId xmlns:a16="http://schemas.microsoft.com/office/drawing/2014/main" id="{AFECA9DB-73BA-EFB6-9994-2CEFAB1500CE}"/>
              </a:ext>
            </a:extLst>
          </p:cNvPr>
          <p:cNvGrpSpPr/>
          <p:nvPr/>
        </p:nvGrpSpPr>
        <p:grpSpPr>
          <a:xfrm>
            <a:off x="8553784" y="2252174"/>
            <a:ext cx="481646" cy="457486"/>
            <a:chOff x="4842156" y="3773497"/>
            <a:chExt cx="393114" cy="343893"/>
          </a:xfrm>
        </p:grpSpPr>
        <p:grpSp>
          <p:nvGrpSpPr>
            <p:cNvPr id="634" name="组合 633">
              <a:extLst>
                <a:ext uri="{FF2B5EF4-FFF2-40B4-BE49-F238E27FC236}">
                  <a16:creationId xmlns:a16="http://schemas.microsoft.com/office/drawing/2014/main" id="{D60DB2A4-2836-3205-7C2D-758AE6ECDD20}"/>
                </a:ext>
              </a:extLst>
            </p:cNvPr>
            <p:cNvGrpSpPr/>
            <p:nvPr/>
          </p:nvGrpSpPr>
          <p:grpSpPr>
            <a:xfrm>
              <a:off x="4937067" y="3821336"/>
              <a:ext cx="261952" cy="260359"/>
              <a:chOff x="5436287" y="3505571"/>
              <a:chExt cx="336942" cy="321770"/>
            </a:xfrm>
          </p:grpSpPr>
          <p:sp>
            <p:nvSpPr>
              <p:cNvPr id="636" name="流程图: 接点 635">
                <a:extLst>
                  <a:ext uri="{FF2B5EF4-FFF2-40B4-BE49-F238E27FC236}">
                    <a16:creationId xmlns:a16="http://schemas.microsoft.com/office/drawing/2014/main" id="{A0D79A93-37FD-B8BF-F952-5AD3D4BC84DC}"/>
                  </a:ext>
                </a:extLst>
              </p:cNvPr>
              <p:cNvSpPr/>
              <p:nvPr/>
            </p:nvSpPr>
            <p:spPr>
              <a:xfrm>
                <a:off x="5436288" y="3505571"/>
                <a:ext cx="96883" cy="88611"/>
              </a:xfrm>
              <a:prstGeom prst="flowChartConnector">
                <a:avLst/>
              </a:prstGeom>
              <a:noFill/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500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637" name="流程图: 接点 636">
                <a:extLst>
                  <a:ext uri="{FF2B5EF4-FFF2-40B4-BE49-F238E27FC236}">
                    <a16:creationId xmlns:a16="http://schemas.microsoft.com/office/drawing/2014/main" id="{168BF05F-5639-D16A-388A-CCC459FF5449}"/>
                  </a:ext>
                </a:extLst>
              </p:cNvPr>
              <p:cNvSpPr/>
              <p:nvPr/>
            </p:nvSpPr>
            <p:spPr>
              <a:xfrm>
                <a:off x="5436288" y="3623512"/>
                <a:ext cx="96883" cy="88611"/>
              </a:xfrm>
              <a:prstGeom prst="flowChartConnector">
                <a:avLst/>
              </a:prstGeom>
              <a:noFill/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500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638" name="流程图: 接点 637">
                <a:extLst>
                  <a:ext uri="{FF2B5EF4-FFF2-40B4-BE49-F238E27FC236}">
                    <a16:creationId xmlns:a16="http://schemas.microsoft.com/office/drawing/2014/main" id="{5B1BD912-022A-F8DF-538D-CC6C8131FCDA}"/>
                  </a:ext>
                </a:extLst>
              </p:cNvPr>
              <p:cNvSpPr/>
              <p:nvPr/>
            </p:nvSpPr>
            <p:spPr>
              <a:xfrm>
                <a:off x="5436287" y="3738730"/>
                <a:ext cx="96883" cy="88611"/>
              </a:xfrm>
              <a:prstGeom prst="flowChartConnector">
                <a:avLst/>
              </a:prstGeom>
              <a:noFill/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500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639" name="流程图: 接点 638">
                <a:extLst>
                  <a:ext uri="{FF2B5EF4-FFF2-40B4-BE49-F238E27FC236}">
                    <a16:creationId xmlns:a16="http://schemas.microsoft.com/office/drawing/2014/main" id="{7F73837D-B587-CD5F-2A9B-FFFB45E37C1A}"/>
                  </a:ext>
                </a:extLst>
              </p:cNvPr>
              <p:cNvSpPr/>
              <p:nvPr/>
            </p:nvSpPr>
            <p:spPr>
              <a:xfrm>
                <a:off x="5676346" y="3623512"/>
                <a:ext cx="96883" cy="88611"/>
              </a:xfrm>
              <a:prstGeom prst="flowChartConnector">
                <a:avLst/>
              </a:prstGeom>
              <a:noFill/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500" dirty="0">
                  <a:solidFill>
                    <a:sysClr val="windowText" lastClr="000000"/>
                  </a:solidFill>
                </a:endParaRPr>
              </a:p>
            </p:txBody>
          </p:sp>
          <p:cxnSp>
            <p:nvCxnSpPr>
              <p:cNvPr id="640" name="直接箭头连接符 639">
                <a:extLst>
                  <a:ext uri="{FF2B5EF4-FFF2-40B4-BE49-F238E27FC236}">
                    <a16:creationId xmlns:a16="http://schemas.microsoft.com/office/drawing/2014/main" id="{363F39EE-AB2F-412F-D228-04E8AA6A7E7C}"/>
                  </a:ext>
                </a:extLst>
              </p:cNvPr>
              <p:cNvCxnSpPr>
                <a:cxnSpLocks/>
                <a:stCxn id="636" idx="6"/>
                <a:endCxn id="639" idx="2"/>
              </p:cNvCxnSpPr>
              <p:nvPr/>
            </p:nvCxnSpPr>
            <p:spPr>
              <a:xfrm>
                <a:off x="5533171" y="3549877"/>
                <a:ext cx="143175" cy="117941"/>
              </a:xfrm>
              <a:prstGeom prst="straightConnector1">
                <a:avLst/>
              </a:prstGeom>
              <a:ln w="12700">
                <a:tailEnd type="triangle" w="sm" len="sm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41" name="直接箭头连接符 640">
                <a:extLst>
                  <a:ext uri="{FF2B5EF4-FFF2-40B4-BE49-F238E27FC236}">
                    <a16:creationId xmlns:a16="http://schemas.microsoft.com/office/drawing/2014/main" id="{9829A5DC-26F2-D341-A7E6-08B461D1E4EC}"/>
                  </a:ext>
                </a:extLst>
              </p:cNvPr>
              <p:cNvCxnSpPr>
                <a:cxnSpLocks/>
                <a:stCxn id="637" idx="6"/>
                <a:endCxn id="639" idx="2"/>
              </p:cNvCxnSpPr>
              <p:nvPr/>
            </p:nvCxnSpPr>
            <p:spPr>
              <a:xfrm>
                <a:off x="5533171" y="3667818"/>
                <a:ext cx="143175" cy="0"/>
              </a:xfrm>
              <a:prstGeom prst="straightConnector1">
                <a:avLst/>
              </a:prstGeom>
              <a:ln w="12700">
                <a:tailEnd type="triangle" w="sm" len="sm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42" name="直接箭头连接符 641">
                <a:extLst>
                  <a:ext uri="{FF2B5EF4-FFF2-40B4-BE49-F238E27FC236}">
                    <a16:creationId xmlns:a16="http://schemas.microsoft.com/office/drawing/2014/main" id="{43CB39C9-DE06-93DF-60DD-F7DE9CEF12AE}"/>
                  </a:ext>
                </a:extLst>
              </p:cNvPr>
              <p:cNvCxnSpPr>
                <a:cxnSpLocks/>
                <a:stCxn id="638" idx="6"/>
                <a:endCxn id="639" idx="2"/>
              </p:cNvCxnSpPr>
              <p:nvPr/>
            </p:nvCxnSpPr>
            <p:spPr>
              <a:xfrm flipV="1">
                <a:off x="5533170" y="3667818"/>
                <a:ext cx="143176" cy="115218"/>
              </a:xfrm>
              <a:prstGeom prst="straightConnector1">
                <a:avLst/>
              </a:prstGeom>
              <a:ln w="12700">
                <a:tailEnd type="triangle" w="sm" len="sm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635" name="矩形: 圆角 634">
              <a:extLst>
                <a:ext uri="{FF2B5EF4-FFF2-40B4-BE49-F238E27FC236}">
                  <a16:creationId xmlns:a16="http://schemas.microsoft.com/office/drawing/2014/main" id="{9316CFCA-7977-2493-4590-83ABF7952FB7}"/>
                </a:ext>
              </a:extLst>
            </p:cNvPr>
            <p:cNvSpPr/>
            <p:nvPr/>
          </p:nvSpPr>
          <p:spPr>
            <a:xfrm>
              <a:off x="4842156" y="3773497"/>
              <a:ext cx="393114" cy="343893"/>
            </a:xfrm>
            <a:prstGeom prst="roundRect">
              <a:avLst>
                <a:gd name="adj" fmla="val 31589"/>
              </a:avLst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658" name="椭圆 657">
            <a:extLst>
              <a:ext uri="{FF2B5EF4-FFF2-40B4-BE49-F238E27FC236}">
                <a16:creationId xmlns:a16="http://schemas.microsoft.com/office/drawing/2014/main" id="{0313ED1B-D6DC-96A2-9B12-D7B3528CA3D6}"/>
              </a:ext>
            </a:extLst>
          </p:cNvPr>
          <p:cNvSpPr/>
          <p:nvPr/>
        </p:nvSpPr>
        <p:spPr>
          <a:xfrm>
            <a:off x="9367511" y="2260866"/>
            <a:ext cx="660724" cy="44573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88" name="矩形 687">
            <a:extLst>
              <a:ext uri="{FF2B5EF4-FFF2-40B4-BE49-F238E27FC236}">
                <a16:creationId xmlns:a16="http://schemas.microsoft.com/office/drawing/2014/main" id="{771B9DCA-8E62-7E7A-443B-5301EB34126E}"/>
              </a:ext>
            </a:extLst>
          </p:cNvPr>
          <p:cNvSpPr/>
          <p:nvPr/>
        </p:nvSpPr>
        <p:spPr>
          <a:xfrm>
            <a:off x="7697258" y="1444382"/>
            <a:ext cx="852774" cy="3684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200" dirty="0">
                <a:latin typeface="Arial" panose="020B0604020202020204" pitchFamily="34" charset="0"/>
                <a:cs typeface="Arial" panose="020B0604020202020204" pitchFamily="34" charset="0"/>
              </a:rPr>
              <a:t>Layer 2</a:t>
            </a:r>
            <a:endParaRPr lang="zh-CN" alt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89" name="直接箭头连接符 688">
            <a:extLst>
              <a:ext uri="{FF2B5EF4-FFF2-40B4-BE49-F238E27FC236}">
                <a16:creationId xmlns:a16="http://schemas.microsoft.com/office/drawing/2014/main" id="{CE2B0B79-8453-7E79-C90B-AFE03C8B1F73}"/>
              </a:ext>
            </a:extLst>
          </p:cNvPr>
          <p:cNvCxnSpPr>
            <a:cxnSpLocks/>
            <a:stCxn id="942" idx="6"/>
            <a:endCxn id="939" idx="1"/>
          </p:cNvCxnSpPr>
          <p:nvPr/>
        </p:nvCxnSpPr>
        <p:spPr>
          <a:xfrm>
            <a:off x="2805827" y="2464946"/>
            <a:ext cx="327498" cy="82"/>
          </a:xfrm>
          <a:prstGeom prst="straightConnector1">
            <a:avLst/>
          </a:prstGeom>
          <a:ln w="19050"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90" name="直接箭头连接符 689">
            <a:extLst>
              <a:ext uri="{FF2B5EF4-FFF2-40B4-BE49-F238E27FC236}">
                <a16:creationId xmlns:a16="http://schemas.microsoft.com/office/drawing/2014/main" id="{3D9F5547-9B67-71D1-C0DD-6152FF23CB9B}"/>
              </a:ext>
            </a:extLst>
          </p:cNvPr>
          <p:cNvCxnSpPr>
            <a:cxnSpLocks/>
            <a:stCxn id="949" idx="6"/>
            <a:endCxn id="953" idx="1"/>
          </p:cNvCxnSpPr>
          <p:nvPr/>
        </p:nvCxnSpPr>
        <p:spPr>
          <a:xfrm>
            <a:off x="4608974" y="2465308"/>
            <a:ext cx="327462" cy="2224"/>
          </a:xfrm>
          <a:prstGeom prst="straightConnector1">
            <a:avLst/>
          </a:prstGeom>
          <a:ln w="19050"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95" name="直接箭头连接符 694">
            <a:extLst>
              <a:ext uri="{FF2B5EF4-FFF2-40B4-BE49-F238E27FC236}">
                <a16:creationId xmlns:a16="http://schemas.microsoft.com/office/drawing/2014/main" id="{602CDC0C-FD33-219A-3FAC-0D449DB8FA24}"/>
              </a:ext>
            </a:extLst>
          </p:cNvPr>
          <p:cNvCxnSpPr>
            <a:cxnSpLocks/>
            <a:stCxn id="947" idx="1"/>
          </p:cNvCxnSpPr>
          <p:nvPr/>
        </p:nvCxnSpPr>
        <p:spPr>
          <a:xfrm flipH="1">
            <a:off x="2194750" y="1635381"/>
            <a:ext cx="1569467" cy="0"/>
          </a:xfrm>
          <a:prstGeom prst="straightConnector1">
            <a:avLst/>
          </a:prstGeom>
          <a:ln w="19050"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97" name="直接箭头连接符 696">
            <a:extLst>
              <a:ext uri="{FF2B5EF4-FFF2-40B4-BE49-F238E27FC236}">
                <a16:creationId xmlns:a16="http://schemas.microsoft.com/office/drawing/2014/main" id="{53241C87-5BAC-604A-A6BA-ADD40D8A312E}"/>
              </a:ext>
            </a:extLst>
          </p:cNvPr>
          <p:cNvCxnSpPr>
            <a:cxnSpLocks/>
            <a:stCxn id="947" idx="3"/>
          </p:cNvCxnSpPr>
          <p:nvPr/>
        </p:nvCxnSpPr>
        <p:spPr>
          <a:xfrm>
            <a:off x="4616991" y="1635381"/>
            <a:ext cx="1448335" cy="0"/>
          </a:xfrm>
          <a:prstGeom prst="straightConnector1">
            <a:avLst/>
          </a:prstGeom>
          <a:ln w="19050"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98" name="直接箭头连接符 697">
            <a:extLst>
              <a:ext uri="{FF2B5EF4-FFF2-40B4-BE49-F238E27FC236}">
                <a16:creationId xmlns:a16="http://schemas.microsoft.com/office/drawing/2014/main" id="{2235710B-E4A4-5B15-B829-8BF511436A42}"/>
              </a:ext>
            </a:extLst>
          </p:cNvPr>
          <p:cNvCxnSpPr>
            <a:cxnSpLocks/>
            <a:stCxn id="939" idx="3"/>
            <a:endCxn id="949" idx="2"/>
          </p:cNvCxnSpPr>
          <p:nvPr/>
        </p:nvCxnSpPr>
        <p:spPr>
          <a:xfrm>
            <a:off x="3614971" y="2465028"/>
            <a:ext cx="333280" cy="279"/>
          </a:xfrm>
          <a:prstGeom prst="straightConnector1">
            <a:avLst/>
          </a:prstGeom>
          <a:ln w="19050"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99" name="直接箭头连接符 698">
            <a:extLst>
              <a:ext uri="{FF2B5EF4-FFF2-40B4-BE49-F238E27FC236}">
                <a16:creationId xmlns:a16="http://schemas.microsoft.com/office/drawing/2014/main" id="{32B78F36-B604-C7A3-518C-26E499D54BB1}"/>
              </a:ext>
            </a:extLst>
          </p:cNvPr>
          <p:cNvCxnSpPr>
            <a:cxnSpLocks/>
            <a:stCxn id="953" idx="3"/>
            <a:endCxn id="593" idx="2"/>
          </p:cNvCxnSpPr>
          <p:nvPr/>
        </p:nvCxnSpPr>
        <p:spPr>
          <a:xfrm>
            <a:off x="5418083" y="2467532"/>
            <a:ext cx="332075" cy="2818"/>
          </a:xfrm>
          <a:prstGeom prst="straightConnector1">
            <a:avLst/>
          </a:prstGeom>
          <a:ln w="19050"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00" name="直接箭头连接符 699">
            <a:extLst>
              <a:ext uri="{FF2B5EF4-FFF2-40B4-BE49-F238E27FC236}">
                <a16:creationId xmlns:a16="http://schemas.microsoft.com/office/drawing/2014/main" id="{D8873C8D-72C9-DC8E-9929-0D8AC5C42C6C}"/>
              </a:ext>
            </a:extLst>
          </p:cNvPr>
          <p:cNvCxnSpPr>
            <a:cxnSpLocks/>
            <a:stCxn id="631" idx="6"/>
            <a:endCxn id="635" idx="1"/>
          </p:cNvCxnSpPr>
          <p:nvPr/>
        </p:nvCxnSpPr>
        <p:spPr>
          <a:xfrm>
            <a:off x="8226322" y="2478693"/>
            <a:ext cx="327462" cy="2224"/>
          </a:xfrm>
          <a:prstGeom prst="straightConnector1">
            <a:avLst/>
          </a:prstGeom>
          <a:ln w="19050"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01" name="直接箭头连接符 700">
            <a:extLst>
              <a:ext uri="{FF2B5EF4-FFF2-40B4-BE49-F238E27FC236}">
                <a16:creationId xmlns:a16="http://schemas.microsoft.com/office/drawing/2014/main" id="{BE62346D-C77A-5CF6-8C08-48378F9293B1}"/>
              </a:ext>
            </a:extLst>
          </p:cNvPr>
          <p:cNvCxnSpPr>
            <a:cxnSpLocks/>
            <a:stCxn id="596" idx="3"/>
            <a:endCxn id="631" idx="2"/>
          </p:cNvCxnSpPr>
          <p:nvPr/>
        </p:nvCxnSpPr>
        <p:spPr>
          <a:xfrm>
            <a:off x="7232318" y="2478414"/>
            <a:ext cx="333280" cy="279"/>
          </a:xfrm>
          <a:prstGeom prst="straightConnector1">
            <a:avLst/>
          </a:prstGeom>
          <a:ln w="19050"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02" name="直接箭头连接符 701">
            <a:extLst>
              <a:ext uri="{FF2B5EF4-FFF2-40B4-BE49-F238E27FC236}">
                <a16:creationId xmlns:a16="http://schemas.microsoft.com/office/drawing/2014/main" id="{0F7D6FF3-DE41-F429-EACE-1AFE8E7E7C2F}"/>
              </a:ext>
            </a:extLst>
          </p:cNvPr>
          <p:cNvCxnSpPr>
            <a:cxnSpLocks/>
            <a:stCxn id="635" idx="3"/>
            <a:endCxn id="658" idx="2"/>
          </p:cNvCxnSpPr>
          <p:nvPr/>
        </p:nvCxnSpPr>
        <p:spPr>
          <a:xfrm>
            <a:off x="9035430" y="2480918"/>
            <a:ext cx="332075" cy="2818"/>
          </a:xfrm>
          <a:prstGeom prst="straightConnector1">
            <a:avLst/>
          </a:prstGeom>
          <a:ln w="19050"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03" name="直接箭头连接符 702">
            <a:extLst>
              <a:ext uri="{FF2B5EF4-FFF2-40B4-BE49-F238E27FC236}">
                <a16:creationId xmlns:a16="http://schemas.microsoft.com/office/drawing/2014/main" id="{DB5F739F-3C0B-48C9-78BE-C53228032CBE}"/>
              </a:ext>
            </a:extLst>
          </p:cNvPr>
          <p:cNvCxnSpPr>
            <a:cxnSpLocks/>
            <a:stCxn id="593" idx="6"/>
            <a:endCxn id="596" idx="1"/>
          </p:cNvCxnSpPr>
          <p:nvPr/>
        </p:nvCxnSpPr>
        <p:spPr>
          <a:xfrm>
            <a:off x="6410882" y="2470350"/>
            <a:ext cx="339790" cy="8064"/>
          </a:xfrm>
          <a:prstGeom prst="straightConnector1">
            <a:avLst/>
          </a:prstGeom>
          <a:ln w="19050"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18" name="直接箭头连接符 717">
            <a:extLst>
              <a:ext uri="{FF2B5EF4-FFF2-40B4-BE49-F238E27FC236}">
                <a16:creationId xmlns:a16="http://schemas.microsoft.com/office/drawing/2014/main" id="{297DAA03-5651-4DBC-5ABE-85F6A453FF91}"/>
              </a:ext>
            </a:extLst>
          </p:cNvPr>
          <p:cNvCxnSpPr>
            <a:cxnSpLocks/>
            <a:stCxn id="688" idx="1"/>
          </p:cNvCxnSpPr>
          <p:nvPr/>
        </p:nvCxnSpPr>
        <p:spPr>
          <a:xfrm flipH="1">
            <a:off x="6127790" y="1628631"/>
            <a:ext cx="1569467" cy="0"/>
          </a:xfrm>
          <a:prstGeom prst="straightConnector1">
            <a:avLst/>
          </a:prstGeom>
          <a:ln w="19050"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19" name="直接箭头连接符 718">
            <a:extLst>
              <a:ext uri="{FF2B5EF4-FFF2-40B4-BE49-F238E27FC236}">
                <a16:creationId xmlns:a16="http://schemas.microsoft.com/office/drawing/2014/main" id="{7543D4AF-2919-D2AE-929C-1B8EEE95B49B}"/>
              </a:ext>
            </a:extLst>
          </p:cNvPr>
          <p:cNvCxnSpPr>
            <a:cxnSpLocks/>
            <a:stCxn id="688" idx="3"/>
          </p:cNvCxnSpPr>
          <p:nvPr/>
        </p:nvCxnSpPr>
        <p:spPr>
          <a:xfrm>
            <a:off x="8550031" y="1628631"/>
            <a:ext cx="1448335" cy="0"/>
          </a:xfrm>
          <a:prstGeom prst="straightConnector1">
            <a:avLst/>
          </a:prstGeom>
          <a:ln w="19050"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23" name="文本框 722">
                <a:extLst>
                  <a:ext uri="{FF2B5EF4-FFF2-40B4-BE49-F238E27FC236}">
                    <a16:creationId xmlns:a16="http://schemas.microsoft.com/office/drawing/2014/main" id="{5025BB57-FAAF-4B61-7BB9-29663CE28B41}"/>
                  </a:ext>
                </a:extLst>
              </p:cNvPr>
              <p:cNvSpPr txBox="1"/>
              <p:nvPr/>
            </p:nvSpPr>
            <p:spPr>
              <a:xfrm>
                <a:off x="3774833" y="2231552"/>
                <a:ext cx="1071288" cy="461665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1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altLang="zh-CN" sz="2400" b="1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𝑿</m:t>
                          </m:r>
                        </m:e>
                        <m:sub>
                          <m:r>
                            <a:rPr lang="en-US" altLang="zh-CN" sz="2400" b="1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zh-CN" altLang="en-US" sz="2400" b="1" dirty="0">
                  <a:solidFill>
                    <a:schemeClr val="accent6"/>
                  </a:solidFill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723" name="文本框 722">
                <a:extLst>
                  <a:ext uri="{FF2B5EF4-FFF2-40B4-BE49-F238E27FC236}">
                    <a16:creationId xmlns:a16="http://schemas.microsoft.com/office/drawing/2014/main" id="{5025BB57-FAAF-4B61-7BB9-29663CE28B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4833" y="2231552"/>
                <a:ext cx="1071288" cy="461665"/>
              </a:xfrm>
              <a:prstGeom prst="rect">
                <a:avLst/>
              </a:prstGeom>
              <a:blipFill>
                <a:blip r:embed="rId9"/>
                <a:stretch>
                  <a:fillRect b="-2632"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1" name="文本框 730">
                <a:extLst>
                  <a:ext uri="{FF2B5EF4-FFF2-40B4-BE49-F238E27FC236}">
                    <a16:creationId xmlns:a16="http://schemas.microsoft.com/office/drawing/2014/main" id="{B267F1F4-1244-17C0-277E-74E9C8D7AEB9}"/>
                  </a:ext>
                </a:extLst>
              </p:cNvPr>
              <p:cNvSpPr txBox="1"/>
              <p:nvPr/>
            </p:nvSpPr>
            <p:spPr>
              <a:xfrm>
                <a:off x="5562214" y="2221549"/>
                <a:ext cx="1071288" cy="461665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1" i="1" dirty="0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altLang="zh-CN" sz="2400" b="1" i="1" dirty="0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𝑯</m:t>
                          </m:r>
                        </m:e>
                        <m:sub>
                          <m:r>
                            <a:rPr lang="en-US" altLang="zh-CN" sz="2400" b="1" i="1" dirty="0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zh-CN" altLang="en-US" sz="2400" b="1" dirty="0">
                  <a:solidFill>
                    <a:schemeClr val="accent5"/>
                  </a:solidFill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731" name="文本框 730">
                <a:extLst>
                  <a:ext uri="{FF2B5EF4-FFF2-40B4-BE49-F238E27FC236}">
                    <a16:creationId xmlns:a16="http://schemas.microsoft.com/office/drawing/2014/main" id="{B267F1F4-1244-17C0-277E-74E9C8D7AE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2214" y="2221549"/>
                <a:ext cx="1071288" cy="461665"/>
              </a:xfrm>
              <a:prstGeom prst="rect">
                <a:avLst/>
              </a:prstGeom>
              <a:blipFill>
                <a:blip r:embed="rId10"/>
                <a:stretch>
                  <a:fillRect b="-2632"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2" name="文本框 731">
                <a:extLst>
                  <a:ext uri="{FF2B5EF4-FFF2-40B4-BE49-F238E27FC236}">
                    <a16:creationId xmlns:a16="http://schemas.microsoft.com/office/drawing/2014/main" id="{CCE7606F-93DA-0F8E-2985-B287AA770876}"/>
                  </a:ext>
                </a:extLst>
              </p:cNvPr>
              <p:cNvSpPr txBox="1"/>
              <p:nvPr/>
            </p:nvSpPr>
            <p:spPr>
              <a:xfrm>
                <a:off x="7403462" y="2238788"/>
                <a:ext cx="1071288" cy="461665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1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altLang="zh-CN" sz="2400" b="1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𝑿</m:t>
                          </m:r>
                        </m:e>
                        <m:sub>
                          <m:r>
                            <a:rPr lang="en-US" altLang="zh-CN" sz="2400" b="1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zh-CN" altLang="en-US" sz="2400" b="1" dirty="0">
                  <a:solidFill>
                    <a:schemeClr val="accent6"/>
                  </a:solidFill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732" name="文本框 731">
                <a:extLst>
                  <a:ext uri="{FF2B5EF4-FFF2-40B4-BE49-F238E27FC236}">
                    <a16:creationId xmlns:a16="http://schemas.microsoft.com/office/drawing/2014/main" id="{CCE7606F-93DA-0F8E-2985-B287AA7708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03462" y="2238788"/>
                <a:ext cx="1071288" cy="461665"/>
              </a:xfrm>
              <a:prstGeom prst="rect">
                <a:avLst/>
              </a:prstGeom>
              <a:blipFill>
                <a:blip r:embed="rId11"/>
                <a:stretch>
                  <a:fillRect b="-2632"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3" name="文本框 732">
                <a:extLst>
                  <a:ext uri="{FF2B5EF4-FFF2-40B4-BE49-F238E27FC236}">
                    <a16:creationId xmlns:a16="http://schemas.microsoft.com/office/drawing/2014/main" id="{38625109-3FFF-3160-5BF0-3E232EF17847}"/>
                  </a:ext>
                </a:extLst>
              </p:cNvPr>
              <p:cNvSpPr txBox="1"/>
              <p:nvPr/>
            </p:nvSpPr>
            <p:spPr>
              <a:xfrm>
                <a:off x="9179561" y="2243549"/>
                <a:ext cx="1071288" cy="461665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1" i="1" dirty="0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altLang="zh-CN" sz="2400" b="1" i="1" dirty="0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𝑯</m:t>
                          </m:r>
                        </m:e>
                        <m:sub>
                          <m:r>
                            <a:rPr lang="en-US" altLang="zh-CN" sz="2400" b="1" i="1" dirty="0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zh-CN" altLang="en-US" sz="2400" b="1" dirty="0">
                  <a:solidFill>
                    <a:schemeClr val="accent5"/>
                  </a:solidFill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733" name="文本框 732">
                <a:extLst>
                  <a:ext uri="{FF2B5EF4-FFF2-40B4-BE49-F238E27FC236}">
                    <a16:creationId xmlns:a16="http://schemas.microsoft.com/office/drawing/2014/main" id="{38625109-3FFF-3160-5BF0-3E232EF178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79561" y="2243549"/>
                <a:ext cx="1071288" cy="461665"/>
              </a:xfrm>
              <a:prstGeom prst="rect">
                <a:avLst/>
              </a:prstGeom>
              <a:blipFill>
                <a:blip r:embed="rId12"/>
                <a:stretch>
                  <a:fillRect b="-2632"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34" name="组合 733">
            <a:extLst>
              <a:ext uri="{FF2B5EF4-FFF2-40B4-BE49-F238E27FC236}">
                <a16:creationId xmlns:a16="http://schemas.microsoft.com/office/drawing/2014/main" id="{07DE8C35-A87C-E22C-485E-A926497315A0}"/>
              </a:ext>
            </a:extLst>
          </p:cNvPr>
          <p:cNvGrpSpPr/>
          <p:nvPr/>
        </p:nvGrpSpPr>
        <p:grpSpPr>
          <a:xfrm>
            <a:off x="8114701" y="6002924"/>
            <a:ext cx="621640" cy="735125"/>
            <a:chOff x="5766806" y="6445933"/>
            <a:chExt cx="621640" cy="735125"/>
          </a:xfrm>
        </p:grpSpPr>
        <p:sp>
          <p:nvSpPr>
            <p:cNvPr id="735" name="矩形 1174">
              <a:extLst>
                <a:ext uri="{FF2B5EF4-FFF2-40B4-BE49-F238E27FC236}">
                  <a16:creationId xmlns:a16="http://schemas.microsoft.com/office/drawing/2014/main" id="{A967C7DD-3494-F2C5-E139-3CCEFDF6652A}"/>
                </a:ext>
              </a:extLst>
            </p:cNvPr>
            <p:cNvSpPr/>
            <p:nvPr/>
          </p:nvSpPr>
          <p:spPr>
            <a:xfrm rot="10800000">
              <a:off x="5768235" y="6445933"/>
              <a:ext cx="618706" cy="226680"/>
            </a:xfrm>
            <a:custGeom>
              <a:avLst/>
              <a:gdLst>
                <a:gd name="connsiteX0" fmla="*/ 0 w 595706"/>
                <a:gd name="connsiteY0" fmla="*/ 0 h 92965"/>
                <a:gd name="connsiteX1" fmla="*/ 595706 w 595706"/>
                <a:gd name="connsiteY1" fmla="*/ 0 h 92965"/>
                <a:gd name="connsiteX2" fmla="*/ 595706 w 595706"/>
                <a:gd name="connsiteY2" fmla="*/ 92965 h 92965"/>
                <a:gd name="connsiteX3" fmla="*/ 0 w 595706"/>
                <a:gd name="connsiteY3" fmla="*/ 92965 h 92965"/>
                <a:gd name="connsiteX4" fmla="*/ 0 w 595706"/>
                <a:gd name="connsiteY4" fmla="*/ 0 h 92965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1422 w 594406"/>
                <a:gd name="connsiteY0" fmla="*/ 21376 h 135147"/>
                <a:gd name="connsiteX1" fmla="*/ 594406 w 594406"/>
                <a:gd name="connsiteY1" fmla="*/ 0 h 135147"/>
                <a:gd name="connsiteX2" fmla="*/ 594406 w 594406"/>
                <a:gd name="connsiteY2" fmla="*/ 92965 h 135147"/>
                <a:gd name="connsiteX3" fmla="*/ 61 w 594406"/>
                <a:gd name="connsiteY3" fmla="*/ 135147 h 135147"/>
                <a:gd name="connsiteX4" fmla="*/ 1422 w 594406"/>
                <a:gd name="connsiteY4" fmla="*/ 21376 h 135147"/>
                <a:gd name="connsiteX0" fmla="*/ 1422 w 594406"/>
                <a:gd name="connsiteY0" fmla="*/ 15599 h 135147"/>
                <a:gd name="connsiteX1" fmla="*/ 594406 w 594406"/>
                <a:gd name="connsiteY1" fmla="*/ 0 h 135147"/>
                <a:gd name="connsiteX2" fmla="*/ 594406 w 594406"/>
                <a:gd name="connsiteY2" fmla="*/ 92965 h 135147"/>
                <a:gd name="connsiteX3" fmla="*/ 61 w 594406"/>
                <a:gd name="connsiteY3" fmla="*/ 135147 h 135147"/>
                <a:gd name="connsiteX4" fmla="*/ 1422 w 594406"/>
                <a:gd name="connsiteY4" fmla="*/ 15599 h 135147"/>
                <a:gd name="connsiteX0" fmla="*/ 131 w 594476"/>
                <a:gd name="connsiteY0" fmla="*/ 4622 h 135147"/>
                <a:gd name="connsiteX1" fmla="*/ 594476 w 594476"/>
                <a:gd name="connsiteY1" fmla="*/ 0 h 135147"/>
                <a:gd name="connsiteX2" fmla="*/ 594476 w 594476"/>
                <a:gd name="connsiteY2" fmla="*/ 92965 h 135147"/>
                <a:gd name="connsiteX3" fmla="*/ 131 w 594476"/>
                <a:gd name="connsiteY3" fmla="*/ 135147 h 135147"/>
                <a:gd name="connsiteX4" fmla="*/ 131 w 594476"/>
                <a:gd name="connsiteY4" fmla="*/ 4622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22423 h 139660"/>
                <a:gd name="connsiteX1" fmla="*/ 595706 w 595706"/>
                <a:gd name="connsiteY1" fmla="*/ 4513 h 139660"/>
                <a:gd name="connsiteX2" fmla="*/ 595706 w 595706"/>
                <a:gd name="connsiteY2" fmla="*/ 97478 h 139660"/>
                <a:gd name="connsiteX3" fmla="*/ 1361 w 595706"/>
                <a:gd name="connsiteY3" fmla="*/ 139660 h 139660"/>
                <a:gd name="connsiteX4" fmla="*/ 0 w 595706"/>
                <a:gd name="connsiteY4" fmla="*/ 22423 h 139660"/>
                <a:gd name="connsiteX0" fmla="*/ 0 w 595706"/>
                <a:gd name="connsiteY0" fmla="*/ 26413 h 143650"/>
                <a:gd name="connsiteX1" fmla="*/ 595706 w 595706"/>
                <a:gd name="connsiteY1" fmla="*/ 8503 h 143650"/>
                <a:gd name="connsiteX2" fmla="*/ 595706 w 595706"/>
                <a:gd name="connsiteY2" fmla="*/ 101468 h 143650"/>
                <a:gd name="connsiteX3" fmla="*/ 1361 w 595706"/>
                <a:gd name="connsiteY3" fmla="*/ 143650 h 143650"/>
                <a:gd name="connsiteX4" fmla="*/ 0 w 595706"/>
                <a:gd name="connsiteY4" fmla="*/ 26413 h 143650"/>
                <a:gd name="connsiteX0" fmla="*/ 0 w 595706"/>
                <a:gd name="connsiteY0" fmla="*/ 21286 h 138523"/>
                <a:gd name="connsiteX1" fmla="*/ 595706 w 595706"/>
                <a:gd name="connsiteY1" fmla="*/ 3376 h 138523"/>
                <a:gd name="connsiteX2" fmla="*/ 595706 w 595706"/>
                <a:gd name="connsiteY2" fmla="*/ 96341 h 138523"/>
                <a:gd name="connsiteX3" fmla="*/ 1361 w 595706"/>
                <a:gd name="connsiteY3" fmla="*/ 138523 h 138523"/>
                <a:gd name="connsiteX4" fmla="*/ 0 w 595706"/>
                <a:gd name="connsiteY4" fmla="*/ 21286 h 138523"/>
                <a:gd name="connsiteX0" fmla="*/ 0 w 595706"/>
                <a:gd name="connsiteY0" fmla="*/ 22534 h 139771"/>
                <a:gd name="connsiteX1" fmla="*/ 595706 w 595706"/>
                <a:gd name="connsiteY1" fmla="*/ 4624 h 139771"/>
                <a:gd name="connsiteX2" fmla="*/ 595706 w 595706"/>
                <a:gd name="connsiteY2" fmla="*/ 97589 h 139771"/>
                <a:gd name="connsiteX3" fmla="*/ 1361 w 595706"/>
                <a:gd name="connsiteY3" fmla="*/ 139771 h 139771"/>
                <a:gd name="connsiteX4" fmla="*/ 0 w 595706"/>
                <a:gd name="connsiteY4" fmla="*/ 22534 h 139771"/>
                <a:gd name="connsiteX0" fmla="*/ 0 w 595706"/>
                <a:gd name="connsiteY0" fmla="*/ 23494 h 140731"/>
                <a:gd name="connsiteX1" fmla="*/ 595706 w 595706"/>
                <a:gd name="connsiteY1" fmla="*/ 2118 h 140731"/>
                <a:gd name="connsiteX2" fmla="*/ 595706 w 595706"/>
                <a:gd name="connsiteY2" fmla="*/ 98549 h 140731"/>
                <a:gd name="connsiteX3" fmla="*/ 1361 w 595706"/>
                <a:gd name="connsiteY3" fmla="*/ 140731 h 140731"/>
                <a:gd name="connsiteX4" fmla="*/ 0 w 595706"/>
                <a:gd name="connsiteY4" fmla="*/ 23494 h 140731"/>
                <a:gd name="connsiteX0" fmla="*/ 0 w 595706"/>
                <a:gd name="connsiteY0" fmla="*/ 23494 h 140731"/>
                <a:gd name="connsiteX1" fmla="*/ 595706 w 595706"/>
                <a:gd name="connsiteY1" fmla="*/ 2118 h 140731"/>
                <a:gd name="connsiteX2" fmla="*/ 595706 w 595706"/>
                <a:gd name="connsiteY2" fmla="*/ 98549 h 140731"/>
                <a:gd name="connsiteX3" fmla="*/ 1361 w 595706"/>
                <a:gd name="connsiteY3" fmla="*/ 140731 h 140731"/>
                <a:gd name="connsiteX4" fmla="*/ 0 w 595706"/>
                <a:gd name="connsiteY4" fmla="*/ 23494 h 140731"/>
                <a:gd name="connsiteX0" fmla="*/ 0 w 595706"/>
                <a:gd name="connsiteY0" fmla="*/ 25030 h 142267"/>
                <a:gd name="connsiteX1" fmla="*/ 595706 w 595706"/>
                <a:gd name="connsiteY1" fmla="*/ 3654 h 142267"/>
                <a:gd name="connsiteX2" fmla="*/ 595706 w 595706"/>
                <a:gd name="connsiteY2" fmla="*/ 100085 h 142267"/>
                <a:gd name="connsiteX3" fmla="*/ 1361 w 595706"/>
                <a:gd name="connsiteY3" fmla="*/ 142267 h 142267"/>
                <a:gd name="connsiteX4" fmla="*/ 0 w 595706"/>
                <a:gd name="connsiteY4" fmla="*/ 25030 h 142267"/>
                <a:gd name="connsiteX0" fmla="*/ 0 w 595706"/>
                <a:gd name="connsiteY0" fmla="*/ 22091 h 139328"/>
                <a:gd name="connsiteX1" fmla="*/ 595706 w 595706"/>
                <a:gd name="connsiteY1" fmla="*/ 715 h 139328"/>
                <a:gd name="connsiteX2" fmla="*/ 595706 w 595706"/>
                <a:gd name="connsiteY2" fmla="*/ 97146 h 139328"/>
                <a:gd name="connsiteX3" fmla="*/ 1361 w 595706"/>
                <a:gd name="connsiteY3" fmla="*/ 139328 h 139328"/>
                <a:gd name="connsiteX4" fmla="*/ 0 w 595706"/>
                <a:gd name="connsiteY4" fmla="*/ 22091 h 139328"/>
                <a:gd name="connsiteX0" fmla="*/ 0 w 595706"/>
                <a:gd name="connsiteY0" fmla="*/ 23573 h 140810"/>
                <a:gd name="connsiteX1" fmla="*/ 595706 w 595706"/>
                <a:gd name="connsiteY1" fmla="*/ 2197 h 140810"/>
                <a:gd name="connsiteX2" fmla="*/ 595706 w 595706"/>
                <a:gd name="connsiteY2" fmla="*/ 98628 h 140810"/>
                <a:gd name="connsiteX3" fmla="*/ 1361 w 595706"/>
                <a:gd name="connsiteY3" fmla="*/ 140810 h 140810"/>
                <a:gd name="connsiteX4" fmla="*/ 0 w 595706"/>
                <a:gd name="connsiteY4" fmla="*/ 23573 h 140810"/>
                <a:gd name="connsiteX0" fmla="*/ 0 w 595706"/>
                <a:gd name="connsiteY0" fmla="*/ 21908 h 139145"/>
                <a:gd name="connsiteX1" fmla="*/ 595706 w 595706"/>
                <a:gd name="connsiteY1" fmla="*/ 532 h 139145"/>
                <a:gd name="connsiteX2" fmla="*/ 595706 w 595706"/>
                <a:gd name="connsiteY2" fmla="*/ 96963 h 139145"/>
                <a:gd name="connsiteX3" fmla="*/ 1361 w 595706"/>
                <a:gd name="connsiteY3" fmla="*/ 139145 h 139145"/>
                <a:gd name="connsiteX4" fmla="*/ 0 w 595706"/>
                <a:gd name="connsiteY4" fmla="*/ 21908 h 139145"/>
                <a:gd name="connsiteX0" fmla="*/ 0 w 595706"/>
                <a:gd name="connsiteY0" fmla="*/ 23863 h 141100"/>
                <a:gd name="connsiteX1" fmla="*/ 595706 w 595706"/>
                <a:gd name="connsiteY1" fmla="*/ 2487 h 141100"/>
                <a:gd name="connsiteX2" fmla="*/ 595706 w 595706"/>
                <a:gd name="connsiteY2" fmla="*/ 98918 h 141100"/>
                <a:gd name="connsiteX3" fmla="*/ 1361 w 595706"/>
                <a:gd name="connsiteY3" fmla="*/ 141100 h 141100"/>
                <a:gd name="connsiteX4" fmla="*/ 0 w 595706"/>
                <a:gd name="connsiteY4" fmla="*/ 23863 h 141100"/>
                <a:gd name="connsiteX0" fmla="*/ 0 w 595706"/>
                <a:gd name="connsiteY0" fmla="*/ 24472 h 141709"/>
                <a:gd name="connsiteX1" fmla="*/ 595706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0 w 595706"/>
                <a:gd name="connsiteY0" fmla="*/ 24267 h 141504"/>
                <a:gd name="connsiteX1" fmla="*/ 595706 w 595706"/>
                <a:gd name="connsiteY1" fmla="*/ 2891 h 141504"/>
                <a:gd name="connsiteX2" fmla="*/ 595706 w 595706"/>
                <a:gd name="connsiteY2" fmla="*/ 99322 h 141504"/>
                <a:gd name="connsiteX3" fmla="*/ 1361 w 595706"/>
                <a:gd name="connsiteY3" fmla="*/ 141504 h 141504"/>
                <a:gd name="connsiteX4" fmla="*/ 0 w 595706"/>
                <a:gd name="connsiteY4" fmla="*/ 24267 h 141504"/>
                <a:gd name="connsiteX0" fmla="*/ 0 w 595706"/>
                <a:gd name="connsiteY0" fmla="*/ 24472 h 141709"/>
                <a:gd name="connsiteX1" fmla="*/ 595706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0 w 595706"/>
                <a:gd name="connsiteY0" fmla="*/ 24472 h 141709"/>
                <a:gd name="connsiteX1" fmla="*/ 594353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124 w 595830"/>
                <a:gd name="connsiteY0" fmla="*/ 24472 h 141709"/>
                <a:gd name="connsiteX1" fmla="*/ 594477 w 595830"/>
                <a:gd name="connsiteY1" fmla="*/ 3096 h 141709"/>
                <a:gd name="connsiteX2" fmla="*/ 595830 w 595830"/>
                <a:gd name="connsiteY2" fmla="*/ 99527 h 141709"/>
                <a:gd name="connsiteX3" fmla="*/ 131 w 595830"/>
                <a:gd name="connsiteY3" fmla="*/ 141709 h 141709"/>
                <a:gd name="connsiteX4" fmla="*/ 124 w 595830"/>
                <a:gd name="connsiteY4" fmla="*/ 24472 h 141709"/>
                <a:gd name="connsiteX0" fmla="*/ 124 w 597179"/>
                <a:gd name="connsiteY0" fmla="*/ 25207 h 142444"/>
                <a:gd name="connsiteX1" fmla="*/ 597179 w 597179"/>
                <a:gd name="connsiteY1" fmla="*/ 481 h 142444"/>
                <a:gd name="connsiteX2" fmla="*/ 595830 w 597179"/>
                <a:gd name="connsiteY2" fmla="*/ 100262 h 142444"/>
                <a:gd name="connsiteX3" fmla="*/ 131 w 597179"/>
                <a:gd name="connsiteY3" fmla="*/ 142444 h 142444"/>
                <a:gd name="connsiteX4" fmla="*/ 124 w 597179"/>
                <a:gd name="connsiteY4" fmla="*/ 25207 h 142444"/>
                <a:gd name="connsiteX0" fmla="*/ 124 w 595889"/>
                <a:gd name="connsiteY0" fmla="*/ 25842 h 143079"/>
                <a:gd name="connsiteX1" fmla="*/ 594477 w 595889"/>
                <a:gd name="connsiteY1" fmla="*/ 0 h 143079"/>
                <a:gd name="connsiteX2" fmla="*/ 595830 w 595889"/>
                <a:gd name="connsiteY2" fmla="*/ 100897 h 143079"/>
                <a:gd name="connsiteX3" fmla="*/ 131 w 595889"/>
                <a:gd name="connsiteY3" fmla="*/ 143079 h 143079"/>
                <a:gd name="connsiteX4" fmla="*/ 124 w 595889"/>
                <a:gd name="connsiteY4" fmla="*/ 25842 h 143079"/>
                <a:gd name="connsiteX0" fmla="*/ 124 w 595889"/>
                <a:gd name="connsiteY0" fmla="*/ 24713 h 141950"/>
                <a:gd name="connsiteX1" fmla="*/ 594477 w 595889"/>
                <a:gd name="connsiteY1" fmla="*/ 2221 h 141950"/>
                <a:gd name="connsiteX2" fmla="*/ 595830 w 595889"/>
                <a:gd name="connsiteY2" fmla="*/ 99768 h 141950"/>
                <a:gd name="connsiteX3" fmla="*/ 131 w 595889"/>
                <a:gd name="connsiteY3" fmla="*/ 141950 h 141950"/>
                <a:gd name="connsiteX4" fmla="*/ 124 w 595889"/>
                <a:gd name="connsiteY4" fmla="*/ 24713 h 141950"/>
                <a:gd name="connsiteX0" fmla="*/ 124 w 595959"/>
                <a:gd name="connsiteY0" fmla="*/ 24713 h 141950"/>
                <a:gd name="connsiteX1" fmla="*/ 595828 w 595959"/>
                <a:gd name="connsiteY1" fmla="*/ 2221 h 141950"/>
                <a:gd name="connsiteX2" fmla="*/ 595830 w 595959"/>
                <a:gd name="connsiteY2" fmla="*/ 99768 h 141950"/>
                <a:gd name="connsiteX3" fmla="*/ 131 w 595959"/>
                <a:gd name="connsiteY3" fmla="*/ 141950 h 141950"/>
                <a:gd name="connsiteX4" fmla="*/ 124 w 595959"/>
                <a:gd name="connsiteY4" fmla="*/ 24713 h 141950"/>
                <a:gd name="connsiteX0" fmla="*/ 124 w 595959"/>
                <a:gd name="connsiteY0" fmla="*/ 24925 h 142162"/>
                <a:gd name="connsiteX1" fmla="*/ 595828 w 595959"/>
                <a:gd name="connsiteY1" fmla="*/ 2433 h 142162"/>
                <a:gd name="connsiteX2" fmla="*/ 595830 w 595959"/>
                <a:gd name="connsiteY2" fmla="*/ 99980 h 142162"/>
                <a:gd name="connsiteX3" fmla="*/ 131 w 595959"/>
                <a:gd name="connsiteY3" fmla="*/ 142162 h 142162"/>
                <a:gd name="connsiteX4" fmla="*/ 124 w 595959"/>
                <a:gd name="connsiteY4" fmla="*/ 24925 h 142162"/>
                <a:gd name="connsiteX0" fmla="*/ 124 w 595959"/>
                <a:gd name="connsiteY0" fmla="*/ 22492 h 139729"/>
                <a:gd name="connsiteX1" fmla="*/ 595828 w 595959"/>
                <a:gd name="connsiteY1" fmla="*/ 0 h 139729"/>
                <a:gd name="connsiteX2" fmla="*/ 595830 w 595959"/>
                <a:gd name="connsiteY2" fmla="*/ 97547 h 139729"/>
                <a:gd name="connsiteX3" fmla="*/ 131 w 595959"/>
                <a:gd name="connsiteY3" fmla="*/ 139729 h 139729"/>
                <a:gd name="connsiteX4" fmla="*/ 124 w 595959"/>
                <a:gd name="connsiteY4" fmla="*/ 22492 h 139729"/>
                <a:gd name="connsiteX0" fmla="*/ 124 w 595959"/>
                <a:gd name="connsiteY0" fmla="*/ 25585 h 142822"/>
                <a:gd name="connsiteX1" fmla="*/ 595828 w 595959"/>
                <a:gd name="connsiteY1" fmla="*/ 3093 h 142822"/>
                <a:gd name="connsiteX2" fmla="*/ 595830 w 595959"/>
                <a:gd name="connsiteY2" fmla="*/ 100640 h 142822"/>
                <a:gd name="connsiteX3" fmla="*/ 131 w 595959"/>
                <a:gd name="connsiteY3" fmla="*/ 142822 h 142822"/>
                <a:gd name="connsiteX4" fmla="*/ 124 w 595959"/>
                <a:gd name="connsiteY4" fmla="*/ 25585 h 142822"/>
                <a:gd name="connsiteX0" fmla="*/ 124 w 595959"/>
                <a:gd name="connsiteY0" fmla="*/ 25585 h 142822"/>
                <a:gd name="connsiteX1" fmla="*/ 595828 w 595959"/>
                <a:gd name="connsiteY1" fmla="*/ 3093 h 142822"/>
                <a:gd name="connsiteX2" fmla="*/ 595830 w 595959"/>
                <a:gd name="connsiteY2" fmla="*/ 100640 h 142822"/>
                <a:gd name="connsiteX3" fmla="*/ 131 w 595959"/>
                <a:gd name="connsiteY3" fmla="*/ 142822 h 142822"/>
                <a:gd name="connsiteX4" fmla="*/ 124 w 595959"/>
                <a:gd name="connsiteY4" fmla="*/ 25585 h 142822"/>
                <a:gd name="connsiteX0" fmla="*/ 124 w 595959"/>
                <a:gd name="connsiteY0" fmla="*/ 26512 h 143749"/>
                <a:gd name="connsiteX1" fmla="*/ 595828 w 595959"/>
                <a:gd name="connsiteY1" fmla="*/ 4020 h 143749"/>
                <a:gd name="connsiteX2" fmla="*/ 595830 w 595959"/>
                <a:gd name="connsiteY2" fmla="*/ 101567 h 143749"/>
                <a:gd name="connsiteX3" fmla="*/ 131 w 595959"/>
                <a:gd name="connsiteY3" fmla="*/ 143749 h 143749"/>
                <a:gd name="connsiteX4" fmla="*/ 124 w 595959"/>
                <a:gd name="connsiteY4" fmla="*/ 26512 h 143749"/>
                <a:gd name="connsiteX0" fmla="*/ 124 w 595959"/>
                <a:gd name="connsiteY0" fmla="*/ 26512 h 143749"/>
                <a:gd name="connsiteX1" fmla="*/ 595828 w 595959"/>
                <a:gd name="connsiteY1" fmla="*/ 4020 h 143749"/>
                <a:gd name="connsiteX2" fmla="*/ 595830 w 595959"/>
                <a:gd name="connsiteY2" fmla="*/ 101567 h 143749"/>
                <a:gd name="connsiteX3" fmla="*/ 131 w 595959"/>
                <a:gd name="connsiteY3" fmla="*/ 143749 h 143749"/>
                <a:gd name="connsiteX4" fmla="*/ 124 w 595959"/>
                <a:gd name="connsiteY4" fmla="*/ 26512 h 143749"/>
                <a:gd name="connsiteX0" fmla="*/ 124 w 595959"/>
                <a:gd name="connsiteY0" fmla="*/ 28496 h 145733"/>
                <a:gd name="connsiteX1" fmla="*/ 595828 w 595959"/>
                <a:gd name="connsiteY1" fmla="*/ 6004 h 145733"/>
                <a:gd name="connsiteX2" fmla="*/ 595830 w 595959"/>
                <a:gd name="connsiteY2" fmla="*/ 103551 h 145733"/>
                <a:gd name="connsiteX3" fmla="*/ 131 w 595959"/>
                <a:gd name="connsiteY3" fmla="*/ 145733 h 145733"/>
                <a:gd name="connsiteX4" fmla="*/ 124 w 595959"/>
                <a:gd name="connsiteY4" fmla="*/ 28496 h 14573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856"/>
                <a:gd name="connsiteY0" fmla="*/ 41841 h 159078"/>
                <a:gd name="connsiteX1" fmla="*/ 591261 w 595856"/>
                <a:gd name="connsiteY1" fmla="*/ 0 h 159078"/>
                <a:gd name="connsiteX2" fmla="*/ 595830 w 595856"/>
                <a:gd name="connsiteY2" fmla="*/ 116896 h 159078"/>
                <a:gd name="connsiteX3" fmla="*/ 131 w 595856"/>
                <a:gd name="connsiteY3" fmla="*/ 159078 h 159078"/>
                <a:gd name="connsiteX4" fmla="*/ 124 w 595856"/>
                <a:gd name="connsiteY4" fmla="*/ 41841 h 159078"/>
                <a:gd name="connsiteX0" fmla="*/ 124 w 595959"/>
                <a:gd name="connsiteY0" fmla="*/ 41841 h 159078"/>
                <a:gd name="connsiteX1" fmla="*/ 595828 w 595959"/>
                <a:gd name="connsiteY1" fmla="*/ 0 h 159078"/>
                <a:gd name="connsiteX2" fmla="*/ 595830 w 595959"/>
                <a:gd name="connsiteY2" fmla="*/ 116896 h 159078"/>
                <a:gd name="connsiteX3" fmla="*/ 131 w 595959"/>
                <a:gd name="connsiteY3" fmla="*/ 159078 h 159078"/>
                <a:gd name="connsiteX4" fmla="*/ 124 w 595959"/>
                <a:gd name="connsiteY4" fmla="*/ 41841 h 159078"/>
                <a:gd name="connsiteX0" fmla="*/ 124 w 597349"/>
                <a:gd name="connsiteY0" fmla="*/ 42378 h 159615"/>
                <a:gd name="connsiteX1" fmla="*/ 597349 w 597349"/>
                <a:gd name="connsiteY1" fmla="*/ 0 h 159615"/>
                <a:gd name="connsiteX2" fmla="*/ 595830 w 597349"/>
                <a:gd name="connsiteY2" fmla="*/ 117433 h 159615"/>
                <a:gd name="connsiteX3" fmla="*/ 131 w 597349"/>
                <a:gd name="connsiteY3" fmla="*/ 159615 h 159615"/>
                <a:gd name="connsiteX4" fmla="*/ 124 w 597349"/>
                <a:gd name="connsiteY4" fmla="*/ 42378 h 159615"/>
                <a:gd name="connsiteX0" fmla="*/ 124 w 600443"/>
                <a:gd name="connsiteY0" fmla="*/ 42378 h 159615"/>
                <a:gd name="connsiteX1" fmla="*/ 597349 w 600443"/>
                <a:gd name="connsiteY1" fmla="*/ 0 h 159615"/>
                <a:gd name="connsiteX2" fmla="*/ 600408 w 600443"/>
                <a:gd name="connsiteY2" fmla="*/ 117433 h 159615"/>
                <a:gd name="connsiteX3" fmla="*/ 131 w 600443"/>
                <a:gd name="connsiteY3" fmla="*/ 159615 h 159615"/>
                <a:gd name="connsiteX4" fmla="*/ 124 w 600443"/>
                <a:gd name="connsiteY4" fmla="*/ 42378 h 159615"/>
                <a:gd name="connsiteX0" fmla="*/ 124 w 600537"/>
                <a:gd name="connsiteY0" fmla="*/ 42378 h 159615"/>
                <a:gd name="connsiteX1" fmla="*/ 600401 w 600537"/>
                <a:gd name="connsiteY1" fmla="*/ 0 h 159615"/>
                <a:gd name="connsiteX2" fmla="*/ 600408 w 600537"/>
                <a:gd name="connsiteY2" fmla="*/ 117433 h 159615"/>
                <a:gd name="connsiteX3" fmla="*/ 131 w 600537"/>
                <a:gd name="connsiteY3" fmla="*/ 159615 h 159615"/>
                <a:gd name="connsiteX4" fmla="*/ 124 w 600537"/>
                <a:gd name="connsiteY4" fmla="*/ 42378 h 159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0537" h="159615">
                  <a:moveTo>
                    <a:pt x="124" y="42378"/>
                  </a:moveTo>
                  <a:cubicBezTo>
                    <a:pt x="296414" y="-50243"/>
                    <a:pt x="418111" y="75773"/>
                    <a:pt x="600401" y="0"/>
                  </a:cubicBezTo>
                  <a:cubicBezTo>
                    <a:pt x="599951" y="33260"/>
                    <a:pt x="600858" y="84173"/>
                    <a:pt x="600408" y="117433"/>
                  </a:cubicBezTo>
                  <a:cubicBezTo>
                    <a:pt x="395490" y="192726"/>
                    <a:pt x="285331" y="62551"/>
                    <a:pt x="131" y="159615"/>
                  </a:cubicBezTo>
                  <a:cubicBezTo>
                    <a:pt x="-323" y="114566"/>
                    <a:pt x="578" y="87427"/>
                    <a:pt x="124" y="42378"/>
                  </a:cubicBezTo>
                  <a:close/>
                </a:path>
              </a:pathLst>
            </a:custGeom>
            <a:solidFill>
              <a:schemeClr val="accent2">
                <a:lumMod val="40000"/>
                <a:lumOff val="6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736" name="组合 735">
              <a:extLst>
                <a:ext uri="{FF2B5EF4-FFF2-40B4-BE49-F238E27FC236}">
                  <a16:creationId xmlns:a16="http://schemas.microsoft.com/office/drawing/2014/main" id="{B71A8AC7-7811-AF76-486E-2E2EA239EBBA}"/>
                </a:ext>
              </a:extLst>
            </p:cNvPr>
            <p:cNvGrpSpPr/>
            <p:nvPr/>
          </p:nvGrpSpPr>
          <p:grpSpPr>
            <a:xfrm>
              <a:off x="5766806" y="6517241"/>
              <a:ext cx="621640" cy="663817"/>
              <a:chOff x="5040167" y="6521415"/>
              <a:chExt cx="621640" cy="663817"/>
            </a:xfrm>
          </p:grpSpPr>
          <p:sp>
            <p:nvSpPr>
              <p:cNvPr id="737" name="矩形 1174">
                <a:extLst>
                  <a:ext uri="{FF2B5EF4-FFF2-40B4-BE49-F238E27FC236}">
                    <a16:creationId xmlns:a16="http://schemas.microsoft.com/office/drawing/2014/main" id="{FD5CA058-D9E5-B1EE-C732-9AAA840594C0}"/>
                  </a:ext>
                </a:extLst>
              </p:cNvPr>
              <p:cNvSpPr/>
              <p:nvPr/>
            </p:nvSpPr>
            <p:spPr>
              <a:xfrm rot="10800000">
                <a:off x="5041542" y="6760560"/>
                <a:ext cx="618706" cy="201627"/>
              </a:xfrm>
              <a:custGeom>
                <a:avLst/>
                <a:gdLst>
                  <a:gd name="connsiteX0" fmla="*/ 0 w 595706"/>
                  <a:gd name="connsiteY0" fmla="*/ 0 h 92965"/>
                  <a:gd name="connsiteX1" fmla="*/ 595706 w 595706"/>
                  <a:gd name="connsiteY1" fmla="*/ 0 h 92965"/>
                  <a:gd name="connsiteX2" fmla="*/ 595706 w 595706"/>
                  <a:gd name="connsiteY2" fmla="*/ 92965 h 92965"/>
                  <a:gd name="connsiteX3" fmla="*/ 0 w 595706"/>
                  <a:gd name="connsiteY3" fmla="*/ 92965 h 92965"/>
                  <a:gd name="connsiteX4" fmla="*/ 0 w 595706"/>
                  <a:gd name="connsiteY4" fmla="*/ 0 h 92965"/>
                  <a:gd name="connsiteX0" fmla="*/ 0 w 595706"/>
                  <a:gd name="connsiteY0" fmla="*/ 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0 h 135147"/>
                  <a:gd name="connsiteX0" fmla="*/ 0 w 595706"/>
                  <a:gd name="connsiteY0" fmla="*/ 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0 h 135147"/>
                  <a:gd name="connsiteX0" fmla="*/ 0 w 595706"/>
                  <a:gd name="connsiteY0" fmla="*/ 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0 h 135147"/>
                  <a:gd name="connsiteX0" fmla="*/ 0 w 595706"/>
                  <a:gd name="connsiteY0" fmla="*/ 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0 h 135147"/>
                  <a:gd name="connsiteX0" fmla="*/ 1422 w 594406"/>
                  <a:gd name="connsiteY0" fmla="*/ 21376 h 135147"/>
                  <a:gd name="connsiteX1" fmla="*/ 594406 w 594406"/>
                  <a:gd name="connsiteY1" fmla="*/ 0 h 135147"/>
                  <a:gd name="connsiteX2" fmla="*/ 594406 w 594406"/>
                  <a:gd name="connsiteY2" fmla="*/ 92965 h 135147"/>
                  <a:gd name="connsiteX3" fmla="*/ 61 w 594406"/>
                  <a:gd name="connsiteY3" fmla="*/ 135147 h 135147"/>
                  <a:gd name="connsiteX4" fmla="*/ 1422 w 594406"/>
                  <a:gd name="connsiteY4" fmla="*/ 21376 h 135147"/>
                  <a:gd name="connsiteX0" fmla="*/ 1422 w 594406"/>
                  <a:gd name="connsiteY0" fmla="*/ 15599 h 135147"/>
                  <a:gd name="connsiteX1" fmla="*/ 594406 w 594406"/>
                  <a:gd name="connsiteY1" fmla="*/ 0 h 135147"/>
                  <a:gd name="connsiteX2" fmla="*/ 594406 w 594406"/>
                  <a:gd name="connsiteY2" fmla="*/ 92965 h 135147"/>
                  <a:gd name="connsiteX3" fmla="*/ 61 w 594406"/>
                  <a:gd name="connsiteY3" fmla="*/ 135147 h 135147"/>
                  <a:gd name="connsiteX4" fmla="*/ 1422 w 594406"/>
                  <a:gd name="connsiteY4" fmla="*/ 15599 h 135147"/>
                  <a:gd name="connsiteX0" fmla="*/ 131 w 594476"/>
                  <a:gd name="connsiteY0" fmla="*/ 4622 h 135147"/>
                  <a:gd name="connsiteX1" fmla="*/ 594476 w 594476"/>
                  <a:gd name="connsiteY1" fmla="*/ 0 h 135147"/>
                  <a:gd name="connsiteX2" fmla="*/ 594476 w 594476"/>
                  <a:gd name="connsiteY2" fmla="*/ 92965 h 135147"/>
                  <a:gd name="connsiteX3" fmla="*/ 131 w 594476"/>
                  <a:gd name="connsiteY3" fmla="*/ 135147 h 135147"/>
                  <a:gd name="connsiteX4" fmla="*/ 131 w 594476"/>
                  <a:gd name="connsiteY4" fmla="*/ 4622 h 135147"/>
                  <a:gd name="connsiteX0" fmla="*/ 0 w 595706"/>
                  <a:gd name="connsiteY0" fmla="*/ 1791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17910 h 135147"/>
                  <a:gd name="connsiteX0" fmla="*/ 0 w 595706"/>
                  <a:gd name="connsiteY0" fmla="*/ 1791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17910 h 135147"/>
                  <a:gd name="connsiteX0" fmla="*/ 0 w 595706"/>
                  <a:gd name="connsiteY0" fmla="*/ 1791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17910 h 135147"/>
                  <a:gd name="connsiteX0" fmla="*/ 0 w 595706"/>
                  <a:gd name="connsiteY0" fmla="*/ 1791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17910 h 135147"/>
                  <a:gd name="connsiteX0" fmla="*/ 0 w 595706"/>
                  <a:gd name="connsiteY0" fmla="*/ 22423 h 139660"/>
                  <a:gd name="connsiteX1" fmla="*/ 595706 w 595706"/>
                  <a:gd name="connsiteY1" fmla="*/ 4513 h 139660"/>
                  <a:gd name="connsiteX2" fmla="*/ 595706 w 595706"/>
                  <a:gd name="connsiteY2" fmla="*/ 97478 h 139660"/>
                  <a:gd name="connsiteX3" fmla="*/ 1361 w 595706"/>
                  <a:gd name="connsiteY3" fmla="*/ 139660 h 139660"/>
                  <a:gd name="connsiteX4" fmla="*/ 0 w 595706"/>
                  <a:gd name="connsiteY4" fmla="*/ 22423 h 139660"/>
                  <a:gd name="connsiteX0" fmla="*/ 0 w 595706"/>
                  <a:gd name="connsiteY0" fmla="*/ 26413 h 143650"/>
                  <a:gd name="connsiteX1" fmla="*/ 595706 w 595706"/>
                  <a:gd name="connsiteY1" fmla="*/ 8503 h 143650"/>
                  <a:gd name="connsiteX2" fmla="*/ 595706 w 595706"/>
                  <a:gd name="connsiteY2" fmla="*/ 101468 h 143650"/>
                  <a:gd name="connsiteX3" fmla="*/ 1361 w 595706"/>
                  <a:gd name="connsiteY3" fmla="*/ 143650 h 143650"/>
                  <a:gd name="connsiteX4" fmla="*/ 0 w 595706"/>
                  <a:gd name="connsiteY4" fmla="*/ 26413 h 143650"/>
                  <a:gd name="connsiteX0" fmla="*/ 0 w 595706"/>
                  <a:gd name="connsiteY0" fmla="*/ 21286 h 138523"/>
                  <a:gd name="connsiteX1" fmla="*/ 595706 w 595706"/>
                  <a:gd name="connsiteY1" fmla="*/ 3376 h 138523"/>
                  <a:gd name="connsiteX2" fmla="*/ 595706 w 595706"/>
                  <a:gd name="connsiteY2" fmla="*/ 96341 h 138523"/>
                  <a:gd name="connsiteX3" fmla="*/ 1361 w 595706"/>
                  <a:gd name="connsiteY3" fmla="*/ 138523 h 138523"/>
                  <a:gd name="connsiteX4" fmla="*/ 0 w 595706"/>
                  <a:gd name="connsiteY4" fmla="*/ 21286 h 138523"/>
                  <a:gd name="connsiteX0" fmla="*/ 0 w 595706"/>
                  <a:gd name="connsiteY0" fmla="*/ 22534 h 139771"/>
                  <a:gd name="connsiteX1" fmla="*/ 595706 w 595706"/>
                  <a:gd name="connsiteY1" fmla="*/ 4624 h 139771"/>
                  <a:gd name="connsiteX2" fmla="*/ 595706 w 595706"/>
                  <a:gd name="connsiteY2" fmla="*/ 97589 h 139771"/>
                  <a:gd name="connsiteX3" fmla="*/ 1361 w 595706"/>
                  <a:gd name="connsiteY3" fmla="*/ 139771 h 139771"/>
                  <a:gd name="connsiteX4" fmla="*/ 0 w 595706"/>
                  <a:gd name="connsiteY4" fmla="*/ 22534 h 139771"/>
                  <a:gd name="connsiteX0" fmla="*/ 0 w 595706"/>
                  <a:gd name="connsiteY0" fmla="*/ 23494 h 140731"/>
                  <a:gd name="connsiteX1" fmla="*/ 595706 w 595706"/>
                  <a:gd name="connsiteY1" fmla="*/ 2118 h 140731"/>
                  <a:gd name="connsiteX2" fmla="*/ 595706 w 595706"/>
                  <a:gd name="connsiteY2" fmla="*/ 98549 h 140731"/>
                  <a:gd name="connsiteX3" fmla="*/ 1361 w 595706"/>
                  <a:gd name="connsiteY3" fmla="*/ 140731 h 140731"/>
                  <a:gd name="connsiteX4" fmla="*/ 0 w 595706"/>
                  <a:gd name="connsiteY4" fmla="*/ 23494 h 140731"/>
                  <a:gd name="connsiteX0" fmla="*/ 0 w 595706"/>
                  <a:gd name="connsiteY0" fmla="*/ 23494 h 140731"/>
                  <a:gd name="connsiteX1" fmla="*/ 595706 w 595706"/>
                  <a:gd name="connsiteY1" fmla="*/ 2118 h 140731"/>
                  <a:gd name="connsiteX2" fmla="*/ 595706 w 595706"/>
                  <a:gd name="connsiteY2" fmla="*/ 98549 h 140731"/>
                  <a:gd name="connsiteX3" fmla="*/ 1361 w 595706"/>
                  <a:gd name="connsiteY3" fmla="*/ 140731 h 140731"/>
                  <a:gd name="connsiteX4" fmla="*/ 0 w 595706"/>
                  <a:gd name="connsiteY4" fmla="*/ 23494 h 140731"/>
                  <a:gd name="connsiteX0" fmla="*/ 0 w 595706"/>
                  <a:gd name="connsiteY0" fmla="*/ 25030 h 142267"/>
                  <a:gd name="connsiteX1" fmla="*/ 595706 w 595706"/>
                  <a:gd name="connsiteY1" fmla="*/ 3654 h 142267"/>
                  <a:gd name="connsiteX2" fmla="*/ 595706 w 595706"/>
                  <a:gd name="connsiteY2" fmla="*/ 100085 h 142267"/>
                  <a:gd name="connsiteX3" fmla="*/ 1361 w 595706"/>
                  <a:gd name="connsiteY3" fmla="*/ 142267 h 142267"/>
                  <a:gd name="connsiteX4" fmla="*/ 0 w 595706"/>
                  <a:gd name="connsiteY4" fmla="*/ 25030 h 142267"/>
                  <a:gd name="connsiteX0" fmla="*/ 0 w 595706"/>
                  <a:gd name="connsiteY0" fmla="*/ 22091 h 139328"/>
                  <a:gd name="connsiteX1" fmla="*/ 595706 w 595706"/>
                  <a:gd name="connsiteY1" fmla="*/ 715 h 139328"/>
                  <a:gd name="connsiteX2" fmla="*/ 595706 w 595706"/>
                  <a:gd name="connsiteY2" fmla="*/ 97146 h 139328"/>
                  <a:gd name="connsiteX3" fmla="*/ 1361 w 595706"/>
                  <a:gd name="connsiteY3" fmla="*/ 139328 h 139328"/>
                  <a:gd name="connsiteX4" fmla="*/ 0 w 595706"/>
                  <a:gd name="connsiteY4" fmla="*/ 22091 h 139328"/>
                  <a:gd name="connsiteX0" fmla="*/ 0 w 595706"/>
                  <a:gd name="connsiteY0" fmla="*/ 23573 h 140810"/>
                  <a:gd name="connsiteX1" fmla="*/ 595706 w 595706"/>
                  <a:gd name="connsiteY1" fmla="*/ 2197 h 140810"/>
                  <a:gd name="connsiteX2" fmla="*/ 595706 w 595706"/>
                  <a:gd name="connsiteY2" fmla="*/ 98628 h 140810"/>
                  <a:gd name="connsiteX3" fmla="*/ 1361 w 595706"/>
                  <a:gd name="connsiteY3" fmla="*/ 140810 h 140810"/>
                  <a:gd name="connsiteX4" fmla="*/ 0 w 595706"/>
                  <a:gd name="connsiteY4" fmla="*/ 23573 h 140810"/>
                  <a:gd name="connsiteX0" fmla="*/ 0 w 595706"/>
                  <a:gd name="connsiteY0" fmla="*/ 21908 h 139145"/>
                  <a:gd name="connsiteX1" fmla="*/ 595706 w 595706"/>
                  <a:gd name="connsiteY1" fmla="*/ 532 h 139145"/>
                  <a:gd name="connsiteX2" fmla="*/ 595706 w 595706"/>
                  <a:gd name="connsiteY2" fmla="*/ 96963 h 139145"/>
                  <a:gd name="connsiteX3" fmla="*/ 1361 w 595706"/>
                  <a:gd name="connsiteY3" fmla="*/ 139145 h 139145"/>
                  <a:gd name="connsiteX4" fmla="*/ 0 w 595706"/>
                  <a:gd name="connsiteY4" fmla="*/ 21908 h 139145"/>
                  <a:gd name="connsiteX0" fmla="*/ 0 w 595706"/>
                  <a:gd name="connsiteY0" fmla="*/ 23863 h 141100"/>
                  <a:gd name="connsiteX1" fmla="*/ 595706 w 595706"/>
                  <a:gd name="connsiteY1" fmla="*/ 2487 h 141100"/>
                  <a:gd name="connsiteX2" fmla="*/ 595706 w 595706"/>
                  <a:gd name="connsiteY2" fmla="*/ 98918 h 141100"/>
                  <a:gd name="connsiteX3" fmla="*/ 1361 w 595706"/>
                  <a:gd name="connsiteY3" fmla="*/ 141100 h 141100"/>
                  <a:gd name="connsiteX4" fmla="*/ 0 w 595706"/>
                  <a:gd name="connsiteY4" fmla="*/ 23863 h 141100"/>
                  <a:gd name="connsiteX0" fmla="*/ 0 w 595706"/>
                  <a:gd name="connsiteY0" fmla="*/ 24472 h 141709"/>
                  <a:gd name="connsiteX1" fmla="*/ 595706 w 595706"/>
                  <a:gd name="connsiteY1" fmla="*/ 3096 h 141709"/>
                  <a:gd name="connsiteX2" fmla="*/ 595706 w 595706"/>
                  <a:gd name="connsiteY2" fmla="*/ 99527 h 141709"/>
                  <a:gd name="connsiteX3" fmla="*/ 1361 w 595706"/>
                  <a:gd name="connsiteY3" fmla="*/ 141709 h 141709"/>
                  <a:gd name="connsiteX4" fmla="*/ 0 w 595706"/>
                  <a:gd name="connsiteY4" fmla="*/ 24472 h 141709"/>
                  <a:gd name="connsiteX0" fmla="*/ 0 w 595706"/>
                  <a:gd name="connsiteY0" fmla="*/ 24267 h 141504"/>
                  <a:gd name="connsiteX1" fmla="*/ 595706 w 595706"/>
                  <a:gd name="connsiteY1" fmla="*/ 2891 h 141504"/>
                  <a:gd name="connsiteX2" fmla="*/ 595706 w 595706"/>
                  <a:gd name="connsiteY2" fmla="*/ 99322 h 141504"/>
                  <a:gd name="connsiteX3" fmla="*/ 1361 w 595706"/>
                  <a:gd name="connsiteY3" fmla="*/ 141504 h 141504"/>
                  <a:gd name="connsiteX4" fmla="*/ 0 w 595706"/>
                  <a:gd name="connsiteY4" fmla="*/ 24267 h 141504"/>
                  <a:gd name="connsiteX0" fmla="*/ 0 w 595706"/>
                  <a:gd name="connsiteY0" fmla="*/ 24472 h 141709"/>
                  <a:gd name="connsiteX1" fmla="*/ 595706 w 595706"/>
                  <a:gd name="connsiteY1" fmla="*/ 3096 h 141709"/>
                  <a:gd name="connsiteX2" fmla="*/ 595706 w 595706"/>
                  <a:gd name="connsiteY2" fmla="*/ 99527 h 141709"/>
                  <a:gd name="connsiteX3" fmla="*/ 1361 w 595706"/>
                  <a:gd name="connsiteY3" fmla="*/ 141709 h 141709"/>
                  <a:gd name="connsiteX4" fmla="*/ 0 w 595706"/>
                  <a:gd name="connsiteY4" fmla="*/ 24472 h 141709"/>
                  <a:gd name="connsiteX0" fmla="*/ 0 w 595706"/>
                  <a:gd name="connsiteY0" fmla="*/ 24472 h 141709"/>
                  <a:gd name="connsiteX1" fmla="*/ 594353 w 595706"/>
                  <a:gd name="connsiteY1" fmla="*/ 3096 h 141709"/>
                  <a:gd name="connsiteX2" fmla="*/ 595706 w 595706"/>
                  <a:gd name="connsiteY2" fmla="*/ 99527 h 141709"/>
                  <a:gd name="connsiteX3" fmla="*/ 1361 w 595706"/>
                  <a:gd name="connsiteY3" fmla="*/ 141709 h 141709"/>
                  <a:gd name="connsiteX4" fmla="*/ 0 w 595706"/>
                  <a:gd name="connsiteY4" fmla="*/ 24472 h 141709"/>
                  <a:gd name="connsiteX0" fmla="*/ 124 w 595830"/>
                  <a:gd name="connsiteY0" fmla="*/ 24472 h 141709"/>
                  <a:gd name="connsiteX1" fmla="*/ 594477 w 595830"/>
                  <a:gd name="connsiteY1" fmla="*/ 3096 h 141709"/>
                  <a:gd name="connsiteX2" fmla="*/ 595830 w 595830"/>
                  <a:gd name="connsiteY2" fmla="*/ 99527 h 141709"/>
                  <a:gd name="connsiteX3" fmla="*/ 131 w 595830"/>
                  <a:gd name="connsiteY3" fmla="*/ 141709 h 141709"/>
                  <a:gd name="connsiteX4" fmla="*/ 124 w 595830"/>
                  <a:gd name="connsiteY4" fmla="*/ 24472 h 141709"/>
                  <a:gd name="connsiteX0" fmla="*/ 124 w 597179"/>
                  <a:gd name="connsiteY0" fmla="*/ 25207 h 142444"/>
                  <a:gd name="connsiteX1" fmla="*/ 597179 w 597179"/>
                  <a:gd name="connsiteY1" fmla="*/ 481 h 142444"/>
                  <a:gd name="connsiteX2" fmla="*/ 595830 w 597179"/>
                  <a:gd name="connsiteY2" fmla="*/ 100262 h 142444"/>
                  <a:gd name="connsiteX3" fmla="*/ 131 w 597179"/>
                  <a:gd name="connsiteY3" fmla="*/ 142444 h 142444"/>
                  <a:gd name="connsiteX4" fmla="*/ 124 w 597179"/>
                  <a:gd name="connsiteY4" fmla="*/ 25207 h 142444"/>
                  <a:gd name="connsiteX0" fmla="*/ 124 w 595889"/>
                  <a:gd name="connsiteY0" fmla="*/ 25842 h 143079"/>
                  <a:gd name="connsiteX1" fmla="*/ 594477 w 595889"/>
                  <a:gd name="connsiteY1" fmla="*/ 0 h 143079"/>
                  <a:gd name="connsiteX2" fmla="*/ 595830 w 595889"/>
                  <a:gd name="connsiteY2" fmla="*/ 100897 h 143079"/>
                  <a:gd name="connsiteX3" fmla="*/ 131 w 595889"/>
                  <a:gd name="connsiteY3" fmla="*/ 143079 h 143079"/>
                  <a:gd name="connsiteX4" fmla="*/ 124 w 595889"/>
                  <a:gd name="connsiteY4" fmla="*/ 25842 h 143079"/>
                  <a:gd name="connsiteX0" fmla="*/ 124 w 595889"/>
                  <a:gd name="connsiteY0" fmla="*/ 24713 h 141950"/>
                  <a:gd name="connsiteX1" fmla="*/ 594477 w 595889"/>
                  <a:gd name="connsiteY1" fmla="*/ 2221 h 141950"/>
                  <a:gd name="connsiteX2" fmla="*/ 595830 w 595889"/>
                  <a:gd name="connsiteY2" fmla="*/ 99768 h 141950"/>
                  <a:gd name="connsiteX3" fmla="*/ 131 w 595889"/>
                  <a:gd name="connsiteY3" fmla="*/ 141950 h 141950"/>
                  <a:gd name="connsiteX4" fmla="*/ 124 w 595889"/>
                  <a:gd name="connsiteY4" fmla="*/ 24713 h 141950"/>
                  <a:gd name="connsiteX0" fmla="*/ 124 w 595959"/>
                  <a:gd name="connsiteY0" fmla="*/ 24713 h 141950"/>
                  <a:gd name="connsiteX1" fmla="*/ 595828 w 595959"/>
                  <a:gd name="connsiteY1" fmla="*/ 2221 h 141950"/>
                  <a:gd name="connsiteX2" fmla="*/ 595830 w 595959"/>
                  <a:gd name="connsiteY2" fmla="*/ 99768 h 141950"/>
                  <a:gd name="connsiteX3" fmla="*/ 131 w 595959"/>
                  <a:gd name="connsiteY3" fmla="*/ 141950 h 141950"/>
                  <a:gd name="connsiteX4" fmla="*/ 124 w 595959"/>
                  <a:gd name="connsiteY4" fmla="*/ 24713 h 141950"/>
                  <a:gd name="connsiteX0" fmla="*/ 124 w 595959"/>
                  <a:gd name="connsiteY0" fmla="*/ 24925 h 142162"/>
                  <a:gd name="connsiteX1" fmla="*/ 595828 w 595959"/>
                  <a:gd name="connsiteY1" fmla="*/ 2433 h 142162"/>
                  <a:gd name="connsiteX2" fmla="*/ 595830 w 595959"/>
                  <a:gd name="connsiteY2" fmla="*/ 99980 h 142162"/>
                  <a:gd name="connsiteX3" fmla="*/ 131 w 595959"/>
                  <a:gd name="connsiteY3" fmla="*/ 142162 h 142162"/>
                  <a:gd name="connsiteX4" fmla="*/ 124 w 595959"/>
                  <a:gd name="connsiteY4" fmla="*/ 24925 h 142162"/>
                  <a:gd name="connsiteX0" fmla="*/ 124 w 595959"/>
                  <a:gd name="connsiteY0" fmla="*/ 22492 h 139729"/>
                  <a:gd name="connsiteX1" fmla="*/ 595828 w 595959"/>
                  <a:gd name="connsiteY1" fmla="*/ 0 h 139729"/>
                  <a:gd name="connsiteX2" fmla="*/ 595830 w 595959"/>
                  <a:gd name="connsiteY2" fmla="*/ 97547 h 139729"/>
                  <a:gd name="connsiteX3" fmla="*/ 131 w 595959"/>
                  <a:gd name="connsiteY3" fmla="*/ 139729 h 139729"/>
                  <a:gd name="connsiteX4" fmla="*/ 124 w 595959"/>
                  <a:gd name="connsiteY4" fmla="*/ 22492 h 139729"/>
                  <a:gd name="connsiteX0" fmla="*/ 124 w 595959"/>
                  <a:gd name="connsiteY0" fmla="*/ 25585 h 142822"/>
                  <a:gd name="connsiteX1" fmla="*/ 595828 w 595959"/>
                  <a:gd name="connsiteY1" fmla="*/ 3093 h 142822"/>
                  <a:gd name="connsiteX2" fmla="*/ 595830 w 595959"/>
                  <a:gd name="connsiteY2" fmla="*/ 100640 h 142822"/>
                  <a:gd name="connsiteX3" fmla="*/ 131 w 595959"/>
                  <a:gd name="connsiteY3" fmla="*/ 142822 h 142822"/>
                  <a:gd name="connsiteX4" fmla="*/ 124 w 595959"/>
                  <a:gd name="connsiteY4" fmla="*/ 25585 h 142822"/>
                  <a:gd name="connsiteX0" fmla="*/ 124 w 595959"/>
                  <a:gd name="connsiteY0" fmla="*/ 25585 h 142822"/>
                  <a:gd name="connsiteX1" fmla="*/ 595828 w 595959"/>
                  <a:gd name="connsiteY1" fmla="*/ 3093 h 142822"/>
                  <a:gd name="connsiteX2" fmla="*/ 595830 w 595959"/>
                  <a:gd name="connsiteY2" fmla="*/ 100640 h 142822"/>
                  <a:gd name="connsiteX3" fmla="*/ 131 w 595959"/>
                  <a:gd name="connsiteY3" fmla="*/ 142822 h 142822"/>
                  <a:gd name="connsiteX4" fmla="*/ 124 w 595959"/>
                  <a:gd name="connsiteY4" fmla="*/ 25585 h 142822"/>
                  <a:gd name="connsiteX0" fmla="*/ 124 w 595959"/>
                  <a:gd name="connsiteY0" fmla="*/ 26512 h 143749"/>
                  <a:gd name="connsiteX1" fmla="*/ 595828 w 595959"/>
                  <a:gd name="connsiteY1" fmla="*/ 4020 h 143749"/>
                  <a:gd name="connsiteX2" fmla="*/ 595830 w 595959"/>
                  <a:gd name="connsiteY2" fmla="*/ 101567 h 143749"/>
                  <a:gd name="connsiteX3" fmla="*/ 131 w 595959"/>
                  <a:gd name="connsiteY3" fmla="*/ 143749 h 143749"/>
                  <a:gd name="connsiteX4" fmla="*/ 124 w 595959"/>
                  <a:gd name="connsiteY4" fmla="*/ 26512 h 143749"/>
                  <a:gd name="connsiteX0" fmla="*/ 124 w 595959"/>
                  <a:gd name="connsiteY0" fmla="*/ 26512 h 143749"/>
                  <a:gd name="connsiteX1" fmla="*/ 595828 w 595959"/>
                  <a:gd name="connsiteY1" fmla="*/ 4020 h 143749"/>
                  <a:gd name="connsiteX2" fmla="*/ 595830 w 595959"/>
                  <a:gd name="connsiteY2" fmla="*/ 101567 h 143749"/>
                  <a:gd name="connsiteX3" fmla="*/ 131 w 595959"/>
                  <a:gd name="connsiteY3" fmla="*/ 143749 h 143749"/>
                  <a:gd name="connsiteX4" fmla="*/ 124 w 595959"/>
                  <a:gd name="connsiteY4" fmla="*/ 26512 h 143749"/>
                  <a:gd name="connsiteX0" fmla="*/ 124 w 595959"/>
                  <a:gd name="connsiteY0" fmla="*/ 28496 h 145733"/>
                  <a:gd name="connsiteX1" fmla="*/ 595828 w 595959"/>
                  <a:gd name="connsiteY1" fmla="*/ 6004 h 145733"/>
                  <a:gd name="connsiteX2" fmla="*/ 595830 w 595959"/>
                  <a:gd name="connsiteY2" fmla="*/ 103551 h 145733"/>
                  <a:gd name="connsiteX3" fmla="*/ 131 w 595959"/>
                  <a:gd name="connsiteY3" fmla="*/ 145733 h 145733"/>
                  <a:gd name="connsiteX4" fmla="*/ 124 w 595959"/>
                  <a:gd name="connsiteY4" fmla="*/ 28496 h 14573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856"/>
                  <a:gd name="connsiteY0" fmla="*/ 41841 h 159078"/>
                  <a:gd name="connsiteX1" fmla="*/ 591261 w 595856"/>
                  <a:gd name="connsiteY1" fmla="*/ 0 h 159078"/>
                  <a:gd name="connsiteX2" fmla="*/ 595830 w 595856"/>
                  <a:gd name="connsiteY2" fmla="*/ 116896 h 159078"/>
                  <a:gd name="connsiteX3" fmla="*/ 131 w 595856"/>
                  <a:gd name="connsiteY3" fmla="*/ 159078 h 159078"/>
                  <a:gd name="connsiteX4" fmla="*/ 124 w 595856"/>
                  <a:gd name="connsiteY4" fmla="*/ 41841 h 159078"/>
                  <a:gd name="connsiteX0" fmla="*/ 124 w 595959"/>
                  <a:gd name="connsiteY0" fmla="*/ 41841 h 159078"/>
                  <a:gd name="connsiteX1" fmla="*/ 595828 w 595959"/>
                  <a:gd name="connsiteY1" fmla="*/ 0 h 159078"/>
                  <a:gd name="connsiteX2" fmla="*/ 595830 w 595959"/>
                  <a:gd name="connsiteY2" fmla="*/ 116896 h 159078"/>
                  <a:gd name="connsiteX3" fmla="*/ 131 w 595959"/>
                  <a:gd name="connsiteY3" fmla="*/ 159078 h 159078"/>
                  <a:gd name="connsiteX4" fmla="*/ 124 w 595959"/>
                  <a:gd name="connsiteY4" fmla="*/ 41841 h 159078"/>
                  <a:gd name="connsiteX0" fmla="*/ 124 w 597349"/>
                  <a:gd name="connsiteY0" fmla="*/ 42378 h 159615"/>
                  <a:gd name="connsiteX1" fmla="*/ 597349 w 597349"/>
                  <a:gd name="connsiteY1" fmla="*/ 0 h 159615"/>
                  <a:gd name="connsiteX2" fmla="*/ 595830 w 597349"/>
                  <a:gd name="connsiteY2" fmla="*/ 117433 h 159615"/>
                  <a:gd name="connsiteX3" fmla="*/ 131 w 597349"/>
                  <a:gd name="connsiteY3" fmla="*/ 159615 h 159615"/>
                  <a:gd name="connsiteX4" fmla="*/ 124 w 597349"/>
                  <a:gd name="connsiteY4" fmla="*/ 42378 h 159615"/>
                  <a:gd name="connsiteX0" fmla="*/ 124 w 600443"/>
                  <a:gd name="connsiteY0" fmla="*/ 42378 h 159615"/>
                  <a:gd name="connsiteX1" fmla="*/ 597349 w 600443"/>
                  <a:gd name="connsiteY1" fmla="*/ 0 h 159615"/>
                  <a:gd name="connsiteX2" fmla="*/ 600408 w 600443"/>
                  <a:gd name="connsiteY2" fmla="*/ 117433 h 159615"/>
                  <a:gd name="connsiteX3" fmla="*/ 131 w 600443"/>
                  <a:gd name="connsiteY3" fmla="*/ 159615 h 159615"/>
                  <a:gd name="connsiteX4" fmla="*/ 124 w 600443"/>
                  <a:gd name="connsiteY4" fmla="*/ 42378 h 159615"/>
                  <a:gd name="connsiteX0" fmla="*/ 124 w 600537"/>
                  <a:gd name="connsiteY0" fmla="*/ 42378 h 159615"/>
                  <a:gd name="connsiteX1" fmla="*/ 600401 w 600537"/>
                  <a:gd name="connsiteY1" fmla="*/ 0 h 159615"/>
                  <a:gd name="connsiteX2" fmla="*/ 600408 w 600537"/>
                  <a:gd name="connsiteY2" fmla="*/ 117433 h 159615"/>
                  <a:gd name="connsiteX3" fmla="*/ 131 w 600537"/>
                  <a:gd name="connsiteY3" fmla="*/ 159615 h 159615"/>
                  <a:gd name="connsiteX4" fmla="*/ 124 w 600537"/>
                  <a:gd name="connsiteY4" fmla="*/ 42378 h 1596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00537" h="159615">
                    <a:moveTo>
                      <a:pt x="124" y="42378"/>
                    </a:moveTo>
                    <a:cubicBezTo>
                      <a:pt x="296414" y="-50243"/>
                      <a:pt x="418111" y="75773"/>
                      <a:pt x="600401" y="0"/>
                    </a:cubicBezTo>
                    <a:cubicBezTo>
                      <a:pt x="599951" y="33260"/>
                      <a:pt x="600858" y="84173"/>
                      <a:pt x="600408" y="117433"/>
                    </a:cubicBezTo>
                    <a:cubicBezTo>
                      <a:pt x="395490" y="192726"/>
                      <a:pt x="285331" y="62551"/>
                      <a:pt x="131" y="159615"/>
                    </a:cubicBezTo>
                    <a:cubicBezTo>
                      <a:pt x="-323" y="114566"/>
                      <a:pt x="578" y="87427"/>
                      <a:pt x="124" y="42378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</a:schemeClr>
              </a:solidFill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38" name="矩形 1174">
                <a:extLst>
                  <a:ext uri="{FF2B5EF4-FFF2-40B4-BE49-F238E27FC236}">
                    <a16:creationId xmlns:a16="http://schemas.microsoft.com/office/drawing/2014/main" id="{74CB673C-C0D4-7EDF-FB01-710931A7A813}"/>
                  </a:ext>
                </a:extLst>
              </p:cNvPr>
              <p:cNvSpPr/>
              <p:nvPr/>
            </p:nvSpPr>
            <p:spPr>
              <a:xfrm rot="10800000">
                <a:off x="5041542" y="6890402"/>
                <a:ext cx="618706" cy="226680"/>
              </a:xfrm>
              <a:custGeom>
                <a:avLst/>
                <a:gdLst>
                  <a:gd name="connsiteX0" fmla="*/ 0 w 595706"/>
                  <a:gd name="connsiteY0" fmla="*/ 0 h 92965"/>
                  <a:gd name="connsiteX1" fmla="*/ 595706 w 595706"/>
                  <a:gd name="connsiteY1" fmla="*/ 0 h 92965"/>
                  <a:gd name="connsiteX2" fmla="*/ 595706 w 595706"/>
                  <a:gd name="connsiteY2" fmla="*/ 92965 h 92965"/>
                  <a:gd name="connsiteX3" fmla="*/ 0 w 595706"/>
                  <a:gd name="connsiteY3" fmla="*/ 92965 h 92965"/>
                  <a:gd name="connsiteX4" fmla="*/ 0 w 595706"/>
                  <a:gd name="connsiteY4" fmla="*/ 0 h 92965"/>
                  <a:gd name="connsiteX0" fmla="*/ 0 w 595706"/>
                  <a:gd name="connsiteY0" fmla="*/ 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0 h 135147"/>
                  <a:gd name="connsiteX0" fmla="*/ 0 w 595706"/>
                  <a:gd name="connsiteY0" fmla="*/ 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0 h 135147"/>
                  <a:gd name="connsiteX0" fmla="*/ 0 w 595706"/>
                  <a:gd name="connsiteY0" fmla="*/ 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0 h 135147"/>
                  <a:gd name="connsiteX0" fmla="*/ 0 w 595706"/>
                  <a:gd name="connsiteY0" fmla="*/ 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0 h 135147"/>
                  <a:gd name="connsiteX0" fmla="*/ 1422 w 594406"/>
                  <a:gd name="connsiteY0" fmla="*/ 21376 h 135147"/>
                  <a:gd name="connsiteX1" fmla="*/ 594406 w 594406"/>
                  <a:gd name="connsiteY1" fmla="*/ 0 h 135147"/>
                  <a:gd name="connsiteX2" fmla="*/ 594406 w 594406"/>
                  <a:gd name="connsiteY2" fmla="*/ 92965 h 135147"/>
                  <a:gd name="connsiteX3" fmla="*/ 61 w 594406"/>
                  <a:gd name="connsiteY3" fmla="*/ 135147 h 135147"/>
                  <a:gd name="connsiteX4" fmla="*/ 1422 w 594406"/>
                  <a:gd name="connsiteY4" fmla="*/ 21376 h 135147"/>
                  <a:gd name="connsiteX0" fmla="*/ 1422 w 594406"/>
                  <a:gd name="connsiteY0" fmla="*/ 15599 h 135147"/>
                  <a:gd name="connsiteX1" fmla="*/ 594406 w 594406"/>
                  <a:gd name="connsiteY1" fmla="*/ 0 h 135147"/>
                  <a:gd name="connsiteX2" fmla="*/ 594406 w 594406"/>
                  <a:gd name="connsiteY2" fmla="*/ 92965 h 135147"/>
                  <a:gd name="connsiteX3" fmla="*/ 61 w 594406"/>
                  <a:gd name="connsiteY3" fmla="*/ 135147 h 135147"/>
                  <a:gd name="connsiteX4" fmla="*/ 1422 w 594406"/>
                  <a:gd name="connsiteY4" fmla="*/ 15599 h 135147"/>
                  <a:gd name="connsiteX0" fmla="*/ 131 w 594476"/>
                  <a:gd name="connsiteY0" fmla="*/ 4622 h 135147"/>
                  <a:gd name="connsiteX1" fmla="*/ 594476 w 594476"/>
                  <a:gd name="connsiteY1" fmla="*/ 0 h 135147"/>
                  <a:gd name="connsiteX2" fmla="*/ 594476 w 594476"/>
                  <a:gd name="connsiteY2" fmla="*/ 92965 h 135147"/>
                  <a:gd name="connsiteX3" fmla="*/ 131 w 594476"/>
                  <a:gd name="connsiteY3" fmla="*/ 135147 h 135147"/>
                  <a:gd name="connsiteX4" fmla="*/ 131 w 594476"/>
                  <a:gd name="connsiteY4" fmla="*/ 4622 h 135147"/>
                  <a:gd name="connsiteX0" fmla="*/ 0 w 595706"/>
                  <a:gd name="connsiteY0" fmla="*/ 1791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17910 h 135147"/>
                  <a:gd name="connsiteX0" fmla="*/ 0 w 595706"/>
                  <a:gd name="connsiteY0" fmla="*/ 1791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17910 h 135147"/>
                  <a:gd name="connsiteX0" fmla="*/ 0 w 595706"/>
                  <a:gd name="connsiteY0" fmla="*/ 1791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17910 h 135147"/>
                  <a:gd name="connsiteX0" fmla="*/ 0 w 595706"/>
                  <a:gd name="connsiteY0" fmla="*/ 1791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17910 h 135147"/>
                  <a:gd name="connsiteX0" fmla="*/ 0 w 595706"/>
                  <a:gd name="connsiteY0" fmla="*/ 22423 h 139660"/>
                  <a:gd name="connsiteX1" fmla="*/ 595706 w 595706"/>
                  <a:gd name="connsiteY1" fmla="*/ 4513 h 139660"/>
                  <a:gd name="connsiteX2" fmla="*/ 595706 w 595706"/>
                  <a:gd name="connsiteY2" fmla="*/ 97478 h 139660"/>
                  <a:gd name="connsiteX3" fmla="*/ 1361 w 595706"/>
                  <a:gd name="connsiteY3" fmla="*/ 139660 h 139660"/>
                  <a:gd name="connsiteX4" fmla="*/ 0 w 595706"/>
                  <a:gd name="connsiteY4" fmla="*/ 22423 h 139660"/>
                  <a:gd name="connsiteX0" fmla="*/ 0 w 595706"/>
                  <a:gd name="connsiteY0" fmla="*/ 26413 h 143650"/>
                  <a:gd name="connsiteX1" fmla="*/ 595706 w 595706"/>
                  <a:gd name="connsiteY1" fmla="*/ 8503 h 143650"/>
                  <a:gd name="connsiteX2" fmla="*/ 595706 w 595706"/>
                  <a:gd name="connsiteY2" fmla="*/ 101468 h 143650"/>
                  <a:gd name="connsiteX3" fmla="*/ 1361 w 595706"/>
                  <a:gd name="connsiteY3" fmla="*/ 143650 h 143650"/>
                  <a:gd name="connsiteX4" fmla="*/ 0 w 595706"/>
                  <a:gd name="connsiteY4" fmla="*/ 26413 h 143650"/>
                  <a:gd name="connsiteX0" fmla="*/ 0 w 595706"/>
                  <a:gd name="connsiteY0" fmla="*/ 21286 h 138523"/>
                  <a:gd name="connsiteX1" fmla="*/ 595706 w 595706"/>
                  <a:gd name="connsiteY1" fmla="*/ 3376 h 138523"/>
                  <a:gd name="connsiteX2" fmla="*/ 595706 w 595706"/>
                  <a:gd name="connsiteY2" fmla="*/ 96341 h 138523"/>
                  <a:gd name="connsiteX3" fmla="*/ 1361 w 595706"/>
                  <a:gd name="connsiteY3" fmla="*/ 138523 h 138523"/>
                  <a:gd name="connsiteX4" fmla="*/ 0 w 595706"/>
                  <a:gd name="connsiteY4" fmla="*/ 21286 h 138523"/>
                  <a:gd name="connsiteX0" fmla="*/ 0 w 595706"/>
                  <a:gd name="connsiteY0" fmla="*/ 22534 h 139771"/>
                  <a:gd name="connsiteX1" fmla="*/ 595706 w 595706"/>
                  <a:gd name="connsiteY1" fmla="*/ 4624 h 139771"/>
                  <a:gd name="connsiteX2" fmla="*/ 595706 w 595706"/>
                  <a:gd name="connsiteY2" fmla="*/ 97589 h 139771"/>
                  <a:gd name="connsiteX3" fmla="*/ 1361 w 595706"/>
                  <a:gd name="connsiteY3" fmla="*/ 139771 h 139771"/>
                  <a:gd name="connsiteX4" fmla="*/ 0 w 595706"/>
                  <a:gd name="connsiteY4" fmla="*/ 22534 h 139771"/>
                  <a:gd name="connsiteX0" fmla="*/ 0 w 595706"/>
                  <a:gd name="connsiteY0" fmla="*/ 23494 h 140731"/>
                  <a:gd name="connsiteX1" fmla="*/ 595706 w 595706"/>
                  <a:gd name="connsiteY1" fmla="*/ 2118 h 140731"/>
                  <a:gd name="connsiteX2" fmla="*/ 595706 w 595706"/>
                  <a:gd name="connsiteY2" fmla="*/ 98549 h 140731"/>
                  <a:gd name="connsiteX3" fmla="*/ 1361 w 595706"/>
                  <a:gd name="connsiteY3" fmla="*/ 140731 h 140731"/>
                  <a:gd name="connsiteX4" fmla="*/ 0 w 595706"/>
                  <a:gd name="connsiteY4" fmla="*/ 23494 h 140731"/>
                  <a:gd name="connsiteX0" fmla="*/ 0 w 595706"/>
                  <a:gd name="connsiteY0" fmla="*/ 23494 h 140731"/>
                  <a:gd name="connsiteX1" fmla="*/ 595706 w 595706"/>
                  <a:gd name="connsiteY1" fmla="*/ 2118 h 140731"/>
                  <a:gd name="connsiteX2" fmla="*/ 595706 w 595706"/>
                  <a:gd name="connsiteY2" fmla="*/ 98549 h 140731"/>
                  <a:gd name="connsiteX3" fmla="*/ 1361 w 595706"/>
                  <a:gd name="connsiteY3" fmla="*/ 140731 h 140731"/>
                  <a:gd name="connsiteX4" fmla="*/ 0 w 595706"/>
                  <a:gd name="connsiteY4" fmla="*/ 23494 h 140731"/>
                  <a:gd name="connsiteX0" fmla="*/ 0 w 595706"/>
                  <a:gd name="connsiteY0" fmla="*/ 25030 h 142267"/>
                  <a:gd name="connsiteX1" fmla="*/ 595706 w 595706"/>
                  <a:gd name="connsiteY1" fmla="*/ 3654 h 142267"/>
                  <a:gd name="connsiteX2" fmla="*/ 595706 w 595706"/>
                  <a:gd name="connsiteY2" fmla="*/ 100085 h 142267"/>
                  <a:gd name="connsiteX3" fmla="*/ 1361 w 595706"/>
                  <a:gd name="connsiteY3" fmla="*/ 142267 h 142267"/>
                  <a:gd name="connsiteX4" fmla="*/ 0 w 595706"/>
                  <a:gd name="connsiteY4" fmla="*/ 25030 h 142267"/>
                  <a:gd name="connsiteX0" fmla="*/ 0 w 595706"/>
                  <a:gd name="connsiteY0" fmla="*/ 22091 h 139328"/>
                  <a:gd name="connsiteX1" fmla="*/ 595706 w 595706"/>
                  <a:gd name="connsiteY1" fmla="*/ 715 h 139328"/>
                  <a:gd name="connsiteX2" fmla="*/ 595706 w 595706"/>
                  <a:gd name="connsiteY2" fmla="*/ 97146 h 139328"/>
                  <a:gd name="connsiteX3" fmla="*/ 1361 w 595706"/>
                  <a:gd name="connsiteY3" fmla="*/ 139328 h 139328"/>
                  <a:gd name="connsiteX4" fmla="*/ 0 w 595706"/>
                  <a:gd name="connsiteY4" fmla="*/ 22091 h 139328"/>
                  <a:gd name="connsiteX0" fmla="*/ 0 w 595706"/>
                  <a:gd name="connsiteY0" fmla="*/ 23573 h 140810"/>
                  <a:gd name="connsiteX1" fmla="*/ 595706 w 595706"/>
                  <a:gd name="connsiteY1" fmla="*/ 2197 h 140810"/>
                  <a:gd name="connsiteX2" fmla="*/ 595706 w 595706"/>
                  <a:gd name="connsiteY2" fmla="*/ 98628 h 140810"/>
                  <a:gd name="connsiteX3" fmla="*/ 1361 w 595706"/>
                  <a:gd name="connsiteY3" fmla="*/ 140810 h 140810"/>
                  <a:gd name="connsiteX4" fmla="*/ 0 w 595706"/>
                  <a:gd name="connsiteY4" fmla="*/ 23573 h 140810"/>
                  <a:gd name="connsiteX0" fmla="*/ 0 w 595706"/>
                  <a:gd name="connsiteY0" fmla="*/ 21908 h 139145"/>
                  <a:gd name="connsiteX1" fmla="*/ 595706 w 595706"/>
                  <a:gd name="connsiteY1" fmla="*/ 532 h 139145"/>
                  <a:gd name="connsiteX2" fmla="*/ 595706 w 595706"/>
                  <a:gd name="connsiteY2" fmla="*/ 96963 h 139145"/>
                  <a:gd name="connsiteX3" fmla="*/ 1361 w 595706"/>
                  <a:gd name="connsiteY3" fmla="*/ 139145 h 139145"/>
                  <a:gd name="connsiteX4" fmla="*/ 0 w 595706"/>
                  <a:gd name="connsiteY4" fmla="*/ 21908 h 139145"/>
                  <a:gd name="connsiteX0" fmla="*/ 0 w 595706"/>
                  <a:gd name="connsiteY0" fmla="*/ 23863 h 141100"/>
                  <a:gd name="connsiteX1" fmla="*/ 595706 w 595706"/>
                  <a:gd name="connsiteY1" fmla="*/ 2487 h 141100"/>
                  <a:gd name="connsiteX2" fmla="*/ 595706 w 595706"/>
                  <a:gd name="connsiteY2" fmla="*/ 98918 h 141100"/>
                  <a:gd name="connsiteX3" fmla="*/ 1361 w 595706"/>
                  <a:gd name="connsiteY3" fmla="*/ 141100 h 141100"/>
                  <a:gd name="connsiteX4" fmla="*/ 0 w 595706"/>
                  <a:gd name="connsiteY4" fmla="*/ 23863 h 141100"/>
                  <a:gd name="connsiteX0" fmla="*/ 0 w 595706"/>
                  <a:gd name="connsiteY0" fmla="*/ 24472 h 141709"/>
                  <a:gd name="connsiteX1" fmla="*/ 595706 w 595706"/>
                  <a:gd name="connsiteY1" fmla="*/ 3096 h 141709"/>
                  <a:gd name="connsiteX2" fmla="*/ 595706 w 595706"/>
                  <a:gd name="connsiteY2" fmla="*/ 99527 h 141709"/>
                  <a:gd name="connsiteX3" fmla="*/ 1361 w 595706"/>
                  <a:gd name="connsiteY3" fmla="*/ 141709 h 141709"/>
                  <a:gd name="connsiteX4" fmla="*/ 0 w 595706"/>
                  <a:gd name="connsiteY4" fmla="*/ 24472 h 141709"/>
                  <a:gd name="connsiteX0" fmla="*/ 0 w 595706"/>
                  <a:gd name="connsiteY0" fmla="*/ 24267 h 141504"/>
                  <a:gd name="connsiteX1" fmla="*/ 595706 w 595706"/>
                  <a:gd name="connsiteY1" fmla="*/ 2891 h 141504"/>
                  <a:gd name="connsiteX2" fmla="*/ 595706 w 595706"/>
                  <a:gd name="connsiteY2" fmla="*/ 99322 h 141504"/>
                  <a:gd name="connsiteX3" fmla="*/ 1361 w 595706"/>
                  <a:gd name="connsiteY3" fmla="*/ 141504 h 141504"/>
                  <a:gd name="connsiteX4" fmla="*/ 0 w 595706"/>
                  <a:gd name="connsiteY4" fmla="*/ 24267 h 141504"/>
                  <a:gd name="connsiteX0" fmla="*/ 0 w 595706"/>
                  <a:gd name="connsiteY0" fmla="*/ 24472 h 141709"/>
                  <a:gd name="connsiteX1" fmla="*/ 595706 w 595706"/>
                  <a:gd name="connsiteY1" fmla="*/ 3096 h 141709"/>
                  <a:gd name="connsiteX2" fmla="*/ 595706 w 595706"/>
                  <a:gd name="connsiteY2" fmla="*/ 99527 h 141709"/>
                  <a:gd name="connsiteX3" fmla="*/ 1361 w 595706"/>
                  <a:gd name="connsiteY3" fmla="*/ 141709 h 141709"/>
                  <a:gd name="connsiteX4" fmla="*/ 0 w 595706"/>
                  <a:gd name="connsiteY4" fmla="*/ 24472 h 141709"/>
                  <a:gd name="connsiteX0" fmla="*/ 0 w 595706"/>
                  <a:gd name="connsiteY0" fmla="*/ 24472 h 141709"/>
                  <a:gd name="connsiteX1" fmla="*/ 594353 w 595706"/>
                  <a:gd name="connsiteY1" fmla="*/ 3096 h 141709"/>
                  <a:gd name="connsiteX2" fmla="*/ 595706 w 595706"/>
                  <a:gd name="connsiteY2" fmla="*/ 99527 h 141709"/>
                  <a:gd name="connsiteX3" fmla="*/ 1361 w 595706"/>
                  <a:gd name="connsiteY3" fmla="*/ 141709 h 141709"/>
                  <a:gd name="connsiteX4" fmla="*/ 0 w 595706"/>
                  <a:gd name="connsiteY4" fmla="*/ 24472 h 141709"/>
                  <a:gd name="connsiteX0" fmla="*/ 124 w 595830"/>
                  <a:gd name="connsiteY0" fmla="*/ 24472 h 141709"/>
                  <a:gd name="connsiteX1" fmla="*/ 594477 w 595830"/>
                  <a:gd name="connsiteY1" fmla="*/ 3096 h 141709"/>
                  <a:gd name="connsiteX2" fmla="*/ 595830 w 595830"/>
                  <a:gd name="connsiteY2" fmla="*/ 99527 h 141709"/>
                  <a:gd name="connsiteX3" fmla="*/ 131 w 595830"/>
                  <a:gd name="connsiteY3" fmla="*/ 141709 h 141709"/>
                  <a:gd name="connsiteX4" fmla="*/ 124 w 595830"/>
                  <a:gd name="connsiteY4" fmla="*/ 24472 h 141709"/>
                  <a:gd name="connsiteX0" fmla="*/ 124 w 597179"/>
                  <a:gd name="connsiteY0" fmla="*/ 25207 h 142444"/>
                  <a:gd name="connsiteX1" fmla="*/ 597179 w 597179"/>
                  <a:gd name="connsiteY1" fmla="*/ 481 h 142444"/>
                  <a:gd name="connsiteX2" fmla="*/ 595830 w 597179"/>
                  <a:gd name="connsiteY2" fmla="*/ 100262 h 142444"/>
                  <a:gd name="connsiteX3" fmla="*/ 131 w 597179"/>
                  <a:gd name="connsiteY3" fmla="*/ 142444 h 142444"/>
                  <a:gd name="connsiteX4" fmla="*/ 124 w 597179"/>
                  <a:gd name="connsiteY4" fmla="*/ 25207 h 142444"/>
                  <a:gd name="connsiteX0" fmla="*/ 124 w 595889"/>
                  <a:gd name="connsiteY0" fmla="*/ 25842 h 143079"/>
                  <a:gd name="connsiteX1" fmla="*/ 594477 w 595889"/>
                  <a:gd name="connsiteY1" fmla="*/ 0 h 143079"/>
                  <a:gd name="connsiteX2" fmla="*/ 595830 w 595889"/>
                  <a:gd name="connsiteY2" fmla="*/ 100897 h 143079"/>
                  <a:gd name="connsiteX3" fmla="*/ 131 w 595889"/>
                  <a:gd name="connsiteY3" fmla="*/ 143079 h 143079"/>
                  <a:gd name="connsiteX4" fmla="*/ 124 w 595889"/>
                  <a:gd name="connsiteY4" fmla="*/ 25842 h 143079"/>
                  <a:gd name="connsiteX0" fmla="*/ 124 w 595889"/>
                  <a:gd name="connsiteY0" fmla="*/ 24713 h 141950"/>
                  <a:gd name="connsiteX1" fmla="*/ 594477 w 595889"/>
                  <a:gd name="connsiteY1" fmla="*/ 2221 h 141950"/>
                  <a:gd name="connsiteX2" fmla="*/ 595830 w 595889"/>
                  <a:gd name="connsiteY2" fmla="*/ 99768 h 141950"/>
                  <a:gd name="connsiteX3" fmla="*/ 131 w 595889"/>
                  <a:gd name="connsiteY3" fmla="*/ 141950 h 141950"/>
                  <a:gd name="connsiteX4" fmla="*/ 124 w 595889"/>
                  <a:gd name="connsiteY4" fmla="*/ 24713 h 141950"/>
                  <a:gd name="connsiteX0" fmla="*/ 124 w 595959"/>
                  <a:gd name="connsiteY0" fmla="*/ 24713 h 141950"/>
                  <a:gd name="connsiteX1" fmla="*/ 595828 w 595959"/>
                  <a:gd name="connsiteY1" fmla="*/ 2221 h 141950"/>
                  <a:gd name="connsiteX2" fmla="*/ 595830 w 595959"/>
                  <a:gd name="connsiteY2" fmla="*/ 99768 h 141950"/>
                  <a:gd name="connsiteX3" fmla="*/ 131 w 595959"/>
                  <a:gd name="connsiteY3" fmla="*/ 141950 h 141950"/>
                  <a:gd name="connsiteX4" fmla="*/ 124 w 595959"/>
                  <a:gd name="connsiteY4" fmla="*/ 24713 h 141950"/>
                  <a:gd name="connsiteX0" fmla="*/ 124 w 595959"/>
                  <a:gd name="connsiteY0" fmla="*/ 24925 h 142162"/>
                  <a:gd name="connsiteX1" fmla="*/ 595828 w 595959"/>
                  <a:gd name="connsiteY1" fmla="*/ 2433 h 142162"/>
                  <a:gd name="connsiteX2" fmla="*/ 595830 w 595959"/>
                  <a:gd name="connsiteY2" fmla="*/ 99980 h 142162"/>
                  <a:gd name="connsiteX3" fmla="*/ 131 w 595959"/>
                  <a:gd name="connsiteY3" fmla="*/ 142162 h 142162"/>
                  <a:gd name="connsiteX4" fmla="*/ 124 w 595959"/>
                  <a:gd name="connsiteY4" fmla="*/ 24925 h 142162"/>
                  <a:gd name="connsiteX0" fmla="*/ 124 w 595959"/>
                  <a:gd name="connsiteY0" fmla="*/ 22492 h 139729"/>
                  <a:gd name="connsiteX1" fmla="*/ 595828 w 595959"/>
                  <a:gd name="connsiteY1" fmla="*/ 0 h 139729"/>
                  <a:gd name="connsiteX2" fmla="*/ 595830 w 595959"/>
                  <a:gd name="connsiteY2" fmla="*/ 97547 h 139729"/>
                  <a:gd name="connsiteX3" fmla="*/ 131 w 595959"/>
                  <a:gd name="connsiteY3" fmla="*/ 139729 h 139729"/>
                  <a:gd name="connsiteX4" fmla="*/ 124 w 595959"/>
                  <a:gd name="connsiteY4" fmla="*/ 22492 h 139729"/>
                  <a:gd name="connsiteX0" fmla="*/ 124 w 595959"/>
                  <a:gd name="connsiteY0" fmla="*/ 25585 h 142822"/>
                  <a:gd name="connsiteX1" fmla="*/ 595828 w 595959"/>
                  <a:gd name="connsiteY1" fmla="*/ 3093 h 142822"/>
                  <a:gd name="connsiteX2" fmla="*/ 595830 w 595959"/>
                  <a:gd name="connsiteY2" fmla="*/ 100640 h 142822"/>
                  <a:gd name="connsiteX3" fmla="*/ 131 w 595959"/>
                  <a:gd name="connsiteY3" fmla="*/ 142822 h 142822"/>
                  <a:gd name="connsiteX4" fmla="*/ 124 w 595959"/>
                  <a:gd name="connsiteY4" fmla="*/ 25585 h 142822"/>
                  <a:gd name="connsiteX0" fmla="*/ 124 w 595959"/>
                  <a:gd name="connsiteY0" fmla="*/ 25585 h 142822"/>
                  <a:gd name="connsiteX1" fmla="*/ 595828 w 595959"/>
                  <a:gd name="connsiteY1" fmla="*/ 3093 h 142822"/>
                  <a:gd name="connsiteX2" fmla="*/ 595830 w 595959"/>
                  <a:gd name="connsiteY2" fmla="*/ 100640 h 142822"/>
                  <a:gd name="connsiteX3" fmla="*/ 131 w 595959"/>
                  <a:gd name="connsiteY3" fmla="*/ 142822 h 142822"/>
                  <a:gd name="connsiteX4" fmla="*/ 124 w 595959"/>
                  <a:gd name="connsiteY4" fmla="*/ 25585 h 142822"/>
                  <a:gd name="connsiteX0" fmla="*/ 124 w 595959"/>
                  <a:gd name="connsiteY0" fmla="*/ 26512 h 143749"/>
                  <a:gd name="connsiteX1" fmla="*/ 595828 w 595959"/>
                  <a:gd name="connsiteY1" fmla="*/ 4020 h 143749"/>
                  <a:gd name="connsiteX2" fmla="*/ 595830 w 595959"/>
                  <a:gd name="connsiteY2" fmla="*/ 101567 h 143749"/>
                  <a:gd name="connsiteX3" fmla="*/ 131 w 595959"/>
                  <a:gd name="connsiteY3" fmla="*/ 143749 h 143749"/>
                  <a:gd name="connsiteX4" fmla="*/ 124 w 595959"/>
                  <a:gd name="connsiteY4" fmla="*/ 26512 h 143749"/>
                  <a:gd name="connsiteX0" fmla="*/ 124 w 595959"/>
                  <a:gd name="connsiteY0" fmla="*/ 26512 h 143749"/>
                  <a:gd name="connsiteX1" fmla="*/ 595828 w 595959"/>
                  <a:gd name="connsiteY1" fmla="*/ 4020 h 143749"/>
                  <a:gd name="connsiteX2" fmla="*/ 595830 w 595959"/>
                  <a:gd name="connsiteY2" fmla="*/ 101567 h 143749"/>
                  <a:gd name="connsiteX3" fmla="*/ 131 w 595959"/>
                  <a:gd name="connsiteY3" fmla="*/ 143749 h 143749"/>
                  <a:gd name="connsiteX4" fmla="*/ 124 w 595959"/>
                  <a:gd name="connsiteY4" fmla="*/ 26512 h 143749"/>
                  <a:gd name="connsiteX0" fmla="*/ 124 w 595959"/>
                  <a:gd name="connsiteY0" fmla="*/ 28496 h 145733"/>
                  <a:gd name="connsiteX1" fmla="*/ 595828 w 595959"/>
                  <a:gd name="connsiteY1" fmla="*/ 6004 h 145733"/>
                  <a:gd name="connsiteX2" fmla="*/ 595830 w 595959"/>
                  <a:gd name="connsiteY2" fmla="*/ 103551 h 145733"/>
                  <a:gd name="connsiteX3" fmla="*/ 131 w 595959"/>
                  <a:gd name="connsiteY3" fmla="*/ 145733 h 145733"/>
                  <a:gd name="connsiteX4" fmla="*/ 124 w 595959"/>
                  <a:gd name="connsiteY4" fmla="*/ 28496 h 14573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856"/>
                  <a:gd name="connsiteY0" fmla="*/ 41841 h 159078"/>
                  <a:gd name="connsiteX1" fmla="*/ 591261 w 595856"/>
                  <a:gd name="connsiteY1" fmla="*/ 0 h 159078"/>
                  <a:gd name="connsiteX2" fmla="*/ 595830 w 595856"/>
                  <a:gd name="connsiteY2" fmla="*/ 116896 h 159078"/>
                  <a:gd name="connsiteX3" fmla="*/ 131 w 595856"/>
                  <a:gd name="connsiteY3" fmla="*/ 159078 h 159078"/>
                  <a:gd name="connsiteX4" fmla="*/ 124 w 595856"/>
                  <a:gd name="connsiteY4" fmla="*/ 41841 h 159078"/>
                  <a:gd name="connsiteX0" fmla="*/ 124 w 595959"/>
                  <a:gd name="connsiteY0" fmla="*/ 41841 h 159078"/>
                  <a:gd name="connsiteX1" fmla="*/ 595828 w 595959"/>
                  <a:gd name="connsiteY1" fmla="*/ 0 h 159078"/>
                  <a:gd name="connsiteX2" fmla="*/ 595830 w 595959"/>
                  <a:gd name="connsiteY2" fmla="*/ 116896 h 159078"/>
                  <a:gd name="connsiteX3" fmla="*/ 131 w 595959"/>
                  <a:gd name="connsiteY3" fmla="*/ 159078 h 159078"/>
                  <a:gd name="connsiteX4" fmla="*/ 124 w 595959"/>
                  <a:gd name="connsiteY4" fmla="*/ 41841 h 159078"/>
                  <a:gd name="connsiteX0" fmla="*/ 124 w 597349"/>
                  <a:gd name="connsiteY0" fmla="*/ 42378 h 159615"/>
                  <a:gd name="connsiteX1" fmla="*/ 597349 w 597349"/>
                  <a:gd name="connsiteY1" fmla="*/ 0 h 159615"/>
                  <a:gd name="connsiteX2" fmla="*/ 595830 w 597349"/>
                  <a:gd name="connsiteY2" fmla="*/ 117433 h 159615"/>
                  <a:gd name="connsiteX3" fmla="*/ 131 w 597349"/>
                  <a:gd name="connsiteY3" fmla="*/ 159615 h 159615"/>
                  <a:gd name="connsiteX4" fmla="*/ 124 w 597349"/>
                  <a:gd name="connsiteY4" fmla="*/ 42378 h 159615"/>
                  <a:gd name="connsiteX0" fmla="*/ 124 w 600443"/>
                  <a:gd name="connsiteY0" fmla="*/ 42378 h 159615"/>
                  <a:gd name="connsiteX1" fmla="*/ 597349 w 600443"/>
                  <a:gd name="connsiteY1" fmla="*/ 0 h 159615"/>
                  <a:gd name="connsiteX2" fmla="*/ 600408 w 600443"/>
                  <a:gd name="connsiteY2" fmla="*/ 117433 h 159615"/>
                  <a:gd name="connsiteX3" fmla="*/ 131 w 600443"/>
                  <a:gd name="connsiteY3" fmla="*/ 159615 h 159615"/>
                  <a:gd name="connsiteX4" fmla="*/ 124 w 600443"/>
                  <a:gd name="connsiteY4" fmla="*/ 42378 h 159615"/>
                  <a:gd name="connsiteX0" fmla="*/ 124 w 600537"/>
                  <a:gd name="connsiteY0" fmla="*/ 42378 h 159615"/>
                  <a:gd name="connsiteX1" fmla="*/ 600401 w 600537"/>
                  <a:gd name="connsiteY1" fmla="*/ 0 h 159615"/>
                  <a:gd name="connsiteX2" fmla="*/ 600408 w 600537"/>
                  <a:gd name="connsiteY2" fmla="*/ 117433 h 159615"/>
                  <a:gd name="connsiteX3" fmla="*/ 131 w 600537"/>
                  <a:gd name="connsiteY3" fmla="*/ 159615 h 159615"/>
                  <a:gd name="connsiteX4" fmla="*/ 124 w 600537"/>
                  <a:gd name="connsiteY4" fmla="*/ 42378 h 1596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00537" h="159615">
                    <a:moveTo>
                      <a:pt x="124" y="42378"/>
                    </a:moveTo>
                    <a:cubicBezTo>
                      <a:pt x="296414" y="-50243"/>
                      <a:pt x="418111" y="75773"/>
                      <a:pt x="600401" y="0"/>
                    </a:cubicBezTo>
                    <a:cubicBezTo>
                      <a:pt x="599951" y="33260"/>
                      <a:pt x="600858" y="84173"/>
                      <a:pt x="600408" y="117433"/>
                    </a:cubicBezTo>
                    <a:cubicBezTo>
                      <a:pt x="395490" y="192726"/>
                      <a:pt x="285331" y="62551"/>
                      <a:pt x="131" y="159615"/>
                    </a:cubicBezTo>
                    <a:cubicBezTo>
                      <a:pt x="-323" y="114566"/>
                      <a:pt x="578" y="87427"/>
                      <a:pt x="124" y="42378"/>
                    </a:cubicBezTo>
                    <a:close/>
                  </a:path>
                </a:pathLst>
              </a:custGeom>
              <a:solidFill>
                <a:schemeClr val="accent2">
                  <a:lumMod val="40000"/>
                  <a:lumOff val="60000"/>
                </a:schemeClr>
              </a:solidFill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39" name="矩形 1174">
                <a:extLst>
                  <a:ext uri="{FF2B5EF4-FFF2-40B4-BE49-F238E27FC236}">
                    <a16:creationId xmlns:a16="http://schemas.microsoft.com/office/drawing/2014/main" id="{B217019E-479F-C93F-8C59-B443936DF58A}"/>
                  </a:ext>
                </a:extLst>
              </p:cNvPr>
              <p:cNvSpPr/>
              <p:nvPr/>
            </p:nvSpPr>
            <p:spPr>
              <a:xfrm rot="10800000">
                <a:off x="5041541" y="7045652"/>
                <a:ext cx="618707" cy="139508"/>
              </a:xfrm>
              <a:custGeom>
                <a:avLst/>
                <a:gdLst>
                  <a:gd name="connsiteX0" fmla="*/ 0 w 595706"/>
                  <a:gd name="connsiteY0" fmla="*/ 0 h 92965"/>
                  <a:gd name="connsiteX1" fmla="*/ 595706 w 595706"/>
                  <a:gd name="connsiteY1" fmla="*/ 0 h 92965"/>
                  <a:gd name="connsiteX2" fmla="*/ 595706 w 595706"/>
                  <a:gd name="connsiteY2" fmla="*/ 92965 h 92965"/>
                  <a:gd name="connsiteX3" fmla="*/ 0 w 595706"/>
                  <a:gd name="connsiteY3" fmla="*/ 92965 h 92965"/>
                  <a:gd name="connsiteX4" fmla="*/ 0 w 595706"/>
                  <a:gd name="connsiteY4" fmla="*/ 0 h 92965"/>
                  <a:gd name="connsiteX0" fmla="*/ 0 w 595706"/>
                  <a:gd name="connsiteY0" fmla="*/ 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0 h 135147"/>
                  <a:gd name="connsiteX0" fmla="*/ 0 w 595706"/>
                  <a:gd name="connsiteY0" fmla="*/ 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0 h 135147"/>
                  <a:gd name="connsiteX0" fmla="*/ 0 w 595706"/>
                  <a:gd name="connsiteY0" fmla="*/ 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0 h 135147"/>
                  <a:gd name="connsiteX0" fmla="*/ 0 w 595706"/>
                  <a:gd name="connsiteY0" fmla="*/ 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0 h 135147"/>
                  <a:gd name="connsiteX0" fmla="*/ 131 w 595837"/>
                  <a:gd name="connsiteY0" fmla="*/ 0 h 148754"/>
                  <a:gd name="connsiteX1" fmla="*/ 595837 w 595837"/>
                  <a:gd name="connsiteY1" fmla="*/ 0 h 148754"/>
                  <a:gd name="connsiteX2" fmla="*/ 595837 w 595837"/>
                  <a:gd name="connsiteY2" fmla="*/ 92965 h 148754"/>
                  <a:gd name="connsiteX3" fmla="*/ 131 w 595837"/>
                  <a:gd name="connsiteY3" fmla="*/ 148754 h 148754"/>
                  <a:gd name="connsiteX4" fmla="*/ 131 w 595837"/>
                  <a:gd name="connsiteY4" fmla="*/ 0 h 148754"/>
                  <a:gd name="connsiteX0" fmla="*/ 131 w 595837"/>
                  <a:gd name="connsiteY0" fmla="*/ 0 h 140590"/>
                  <a:gd name="connsiteX1" fmla="*/ 595837 w 595837"/>
                  <a:gd name="connsiteY1" fmla="*/ 0 h 140590"/>
                  <a:gd name="connsiteX2" fmla="*/ 595837 w 595837"/>
                  <a:gd name="connsiteY2" fmla="*/ 92965 h 140590"/>
                  <a:gd name="connsiteX3" fmla="*/ 131 w 595837"/>
                  <a:gd name="connsiteY3" fmla="*/ 140590 h 140590"/>
                  <a:gd name="connsiteX4" fmla="*/ 131 w 595837"/>
                  <a:gd name="connsiteY4" fmla="*/ 0 h 140590"/>
                  <a:gd name="connsiteX0" fmla="*/ 131 w 595837"/>
                  <a:gd name="connsiteY0" fmla="*/ 0 h 140590"/>
                  <a:gd name="connsiteX1" fmla="*/ 595837 w 595837"/>
                  <a:gd name="connsiteY1" fmla="*/ 0 h 140590"/>
                  <a:gd name="connsiteX2" fmla="*/ 595837 w 595837"/>
                  <a:gd name="connsiteY2" fmla="*/ 92965 h 140590"/>
                  <a:gd name="connsiteX3" fmla="*/ 131 w 595837"/>
                  <a:gd name="connsiteY3" fmla="*/ 140590 h 140590"/>
                  <a:gd name="connsiteX4" fmla="*/ 131 w 595837"/>
                  <a:gd name="connsiteY4" fmla="*/ 0 h 140590"/>
                  <a:gd name="connsiteX0" fmla="*/ 131 w 595837"/>
                  <a:gd name="connsiteY0" fmla="*/ 0 h 140590"/>
                  <a:gd name="connsiteX1" fmla="*/ 595837 w 595837"/>
                  <a:gd name="connsiteY1" fmla="*/ 0 h 140590"/>
                  <a:gd name="connsiteX2" fmla="*/ 595837 w 595837"/>
                  <a:gd name="connsiteY2" fmla="*/ 92965 h 140590"/>
                  <a:gd name="connsiteX3" fmla="*/ 131 w 595837"/>
                  <a:gd name="connsiteY3" fmla="*/ 140590 h 140590"/>
                  <a:gd name="connsiteX4" fmla="*/ 131 w 595837"/>
                  <a:gd name="connsiteY4" fmla="*/ 0 h 140590"/>
                  <a:gd name="connsiteX0" fmla="*/ 131 w 595837"/>
                  <a:gd name="connsiteY0" fmla="*/ 0 h 140590"/>
                  <a:gd name="connsiteX1" fmla="*/ 595837 w 595837"/>
                  <a:gd name="connsiteY1" fmla="*/ 0 h 140590"/>
                  <a:gd name="connsiteX2" fmla="*/ 595837 w 595837"/>
                  <a:gd name="connsiteY2" fmla="*/ 92965 h 140590"/>
                  <a:gd name="connsiteX3" fmla="*/ 131 w 595837"/>
                  <a:gd name="connsiteY3" fmla="*/ 140590 h 140590"/>
                  <a:gd name="connsiteX4" fmla="*/ 131 w 595837"/>
                  <a:gd name="connsiteY4" fmla="*/ 0 h 140590"/>
                  <a:gd name="connsiteX0" fmla="*/ 131 w 595837"/>
                  <a:gd name="connsiteY0" fmla="*/ 0 h 140590"/>
                  <a:gd name="connsiteX1" fmla="*/ 595837 w 595837"/>
                  <a:gd name="connsiteY1" fmla="*/ 0 h 140590"/>
                  <a:gd name="connsiteX2" fmla="*/ 595837 w 595837"/>
                  <a:gd name="connsiteY2" fmla="*/ 92965 h 140590"/>
                  <a:gd name="connsiteX3" fmla="*/ 131 w 595837"/>
                  <a:gd name="connsiteY3" fmla="*/ 140590 h 140590"/>
                  <a:gd name="connsiteX4" fmla="*/ 131 w 595837"/>
                  <a:gd name="connsiteY4" fmla="*/ 0 h 140590"/>
                  <a:gd name="connsiteX0" fmla="*/ 131 w 595837"/>
                  <a:gd name="connsiteY0" fmla="*/ 0 h 156571"/>
                  <a:gd name="connsiteX1" fmla="*/ 595837 w 595837"/>
                  <a:gd name="connsiteY1" fmla="*/ 0 h 156571"/>
                  <a:gd name="connsiteX2" fmla="*/ 594316 w 595837"/>
                  <a:gd name="connsiteY2" fmla="*/ 141984 h 156571"/>
                  <a:gd name="connsiteX3" fmla="*/ 131 w 595837"/>
                  <a:gd name="connsiteY3" fmla="*/ 140590 h 156571"/>
                  <a:gd name="connsiteX4" fmla="*/ 131 w 595837"/>
                  <a:gd name="connsiteY4" fmla="*/ 0 h 156571"/>
                  <a:gd name="connsiteX0" fmla="*/ 1577 w 597283"/>
                  <a:gd name="connsiteY0" fmla="*/ 0 h 271309"/>
                  <a:gd name="connsiteX1" fmla="*/ 597283 w 597283"/>
                  <a:gd name="connsiteY1" fmla="*/ 0 h 271309"/>
                  <a:gd name="connsiteX2" fmla="*/ 595762 w 597283"/>
                  <a:gd name="connsiteY2" fmla="*/ 141984 h 271309"/>
                  <a:gd name="connsiteX3" fmla="*/ 56 w 597283"/>
                  <a:gd name="connsiteY3" fmla="*/ 271309 h 271309"/>
                  <a:gd name="connsiteX4" fmla="*/ 1577 w 597283"/>
                  <a:gd name="connsiteY4" fmla="*/ 0 h 271309"/>
                  <a:gd name="connsiteX0" fmla="*/ 1577 w 597283"/>
                  <a:gd name="connsiteY0" fmla="*/ 0 h 271309"/>
                  <a:gd name="connsiteX1" fmla="*/ 597283 w 597283"/>
                  <a:gd name="connsiteY1" fmla="*/ 0 h 271309"/>
                  <a:gd name="connsiteX2" fmla="*/ 595762 w 597283"/>
                  <a:gd name="connsiteY2" fmla="*/ 141984 h 271309"/>
                  <a:gd name="connsiteX3" fmla="*/ 56 w 597283"/>
                  <a:gd name="connsiteY3" fmla="*/ 271309 h 271309"/>
                  <a:gd name="connsiteX4" fmla="*/ 1577 w 597283"/>
                  <a:gd name="connsiteY4" fmla="*/ 0 h 271309"/>
                  <a:gd name="connsiteX0" fmla="*/ 1577 w 597283"/>
                  <a:gd name="connsiteY0" fmla="*/ 0 h 271309"/>
                  <a:gd name="connsiteX1" fmla="*/ 597283 w 597283"/>
                  <a:gd name="connsiteY1" fmla="*/ 0 h 271309"/>
                  <a:gd name="connsiteX2" fmla="*/ 595762 w 597283"/>
                  <a:gd name="connsiteY2" fmla="*/ 141984 h 271309"/>
                  <a:gd name="connsiteX3" fmla="*/ 56 w 597283"/>
                  <a:gd name="connsiteY3" fmla="*/ 271309 h 271309"/>
                  <a:gd name="connsiteX4" fmla="*/ 1577 w 597283"/>
                  <a:gd name="connsiteY4" fmla="*/ 0 h 271309"/>
                  <a:gd name="connsiteX0" fmla="*/ 1577 w 597283"/>
                  <a:gd name="connsiteY0" fmla="*/ 0 h 271309"/>
                  <a:gd name="connsiteX1" fmla="*/ 597283 w 597283"/>
                  <a:gd name="connsiteY1" fmla="*/ 0 h 271309"/>
                  <a:gd name="connsiteX2" fmla="*/ 595762 w 597283"/>
                  <a:gd name="connsiteY2" fmla="*/ 141984 h 271309"/>
                  <a:gd name="connsiteX3" fmla="*/ 56 w 597283"/>
                  <a:gd name="connsiteY3" fmla="*/ 271309 h 271309"/>
                  <a:gd name="connsiteX4" fmla="*/ 1577 w 597283"/>
                  <a:gd name="connsiteY4" fmla="*/ 0 h 271309"/>
                  <a:gd name="connsiteX0" fmla="*/ 1577 w 597283"/>
                  <a:gd name="connsiteY0" fmla="*/ 0 h 271309"/>
                  <a:gd name="connsiteX1" fmla="*/ 597283 w 597283"/>
                  <a:gd name="connsiteY1" fmla="*/ 0 h 271309"/>
                  <a:gd name="connsiteX2" fmla="*/ 595762 w 597283"/>
                  <a:gd name="connsiteY2" fmla="*/ 141984 h 271309"/>
                  <a:gd name="connsiteX3" fmla="*/ 56 w 597283"/>
                  <a:gd name="connsiteY3" fmla="*/ 271309 h 271309"/>
                  <a:gd name="connsiteX4" fmla="*/ 1577 w 597283"/>
                  <a:gd name="connsiteY4" fmla="*/ 0 h 271309"/>
                  <a:gd name="connsiteX0" fmla="*/ 0 w 600949"/>
                  <a:gd name="connsiteY0" fmla="*/ 0 h 271309"/>
                  <a:gd name="connsiteX1" fmla="*/ 600949 w 600949"/>
                  <a:gd name="connsiteY1" fmla="*/ 0 h 271309"/>
                  <a:gd name="connsiteX2" fmla="*/ 599428 w 600949"/>
                  <a:gd name="connsiteY2" fmla="*/ 141984 h 271309"/>
                  <a:gd name="connsiteX3" fmla="*/ 3722 w 600949"/>
                  <a:gd name="connsiteY3" fmla="*/ 271309 h 271309"/>
                  <a:gd name="connsiteX4" fmla="*/ 0 w 600949"/>
                  <a:gd name="connsiteY4" fmla="*/ 0 h 271309"/>
                  <a:gd name="connsiteX0" fmla="*/ 0 w 599639"/>
                  <a:gd name="connsiteY0" fmla="*/ 0 h 271309"/>
                  <a:gd name="connsiteX1" fmla="*/ 599639 w 599639"/>
                  <a:gd name="connsiteY1" fmla="*/ 0 h 271309"/>
                  <a:gd name="connsiteX2" fmla="*/ 599428 w 599639"/>
                  <a:gd name="connsiteY2" fmla="*/ 141984 h 271309"/>
                  <a:gd name="connsiteX3" fmla="*/ 3722 w 599639"/>
                  <a:gd name="connsiteY3" fmla="*/ 271309 h 271309"/>
                  <a:gd name="connsiteX4" fmla="*/ 0 w 599639"/>
                  <a:gd name="connsiteY4" fmla="*/ 0 h 271309"/>
                  <a:gd name="connsiteX0" fmla="*/ 0 w 597018"/>
                  <a:gd name="connsiteY0" fmla="*/ 0 h 271309"/>
                  <a:gd name="connsiteX1" fmla="*/ 597018 w 597018"/>
                  <a:gd name="connsiteY1" fmla="*/ 0 h 271309"/>
                  <a:gd name="connsiteX2" fmla="*/ 596807 w 597018"/>
                  <a:gd name="connsiteY2" fmla="*/ 141984 h 271309"/>
                  <a:gd name="connsiteX3" fmla="*/ 1101 w 597018"/>
                  <a:gd name="connsiteY3" fmla="*/ 271309 h 271309"/>
                  <a:gd name="connsiteX4" fmla="*/ 0 w 597018"/>
                  <a:gd name="connsiteY4" fmla="*/ 0 h 271309"/>
                  <a:gd name="connsiteX0" fmla="*/ 0 w 596807"/>
                  <a:gd name="connsiteY0" fmla="*/ 0 h 271309"/>
                  <a:gd name="connsiteX1" fmla="*/ 591775 w 596807"/>
                  <a:gd name="connsiteY1" fmla="*/ 0 h 271309"/>
                  <a:gd name="connsiteX2" fmla="*/ 596807 w 596807"/>
                  <a:gd name="connsiteY2" fmla="*/ 141984 h 271309"/>
                  <a:gd name="connsiteX3" fmla="*/ 1101 w 596807"/>
                  <a:gd name="connsiteY3" fmla="*/ 271309 h 271309"/>
                  <a:gd name="connsiteX4" fmla="*/ 0 w 596807"/>
                  <a:gd name="connsiteY4" fmla="*/ 0 h 271309"/>
                  <a:gd name="connsiteX0" fmla="*/ 0 w 596807"/>
                  <a:gd name="connsiteY0" fmla="*/ 0 h 271309"/>
                  <a:gd name="connsiteX1" fmla="*/ 595708 w 596807"/>
                  <a:gd name="connsiteY1" fmla="*/ 0 h 271309"/>
                  <a:gd name="connsiteX2" fmla="*/ 596807 w 596807"/>
                  <a:gd name="connsiteY2" fmla="*/ 141984 h 271309"/>
                  <a:gd name="connsiteX3" fmla="*/ 1101 w 596807"/>
                  <a:gd name="connsiteY3" fmla="*/ 271309 h 271309"/>
                  <a:gd name="connsiteX4" fmla="*/ 0 w 596807"/>
                  <a:gd name="connsiteY4" fmla="*/ 0 h 271309"/>
                  <a:gd name="connsiteX0" fmla="*/ 0 w 595708"/>
                  <a:gd name="connsiteY0" fmla="*/ 0 h 271309"/>
                  <a:gd name="connsiteX1" fmla="*/ 595708 w 595708"/>
                  <a:gd name="connsiteY1" fmla="*/ 0 h 271309"/>
                  <a:gd name="connsiteX2" fmla="*/ 594186 w 595708"/>
                  <a:gd name="connsiteY2" fmla="*/ 141985 h 271309"/>
                  <a:gd name="connsiteX3" fmla="*/ 1101 w 595708"/>
                  <a:gd name="connsiteY3" fmla="*/ 271309 h 271309"/>
                  <a:gd name="connsiteX4" fmla="*/ 0 w 595708"/>
                  <a:gd name="connsiteY4" fmla="*/ 0 h 271309"/>
                  <a:gd name="connsiteX0" fmla="*/ 0 w 596439"/>
                  <a:gd name="connsiteY0" fmla="*/ 109083 h 380392"/>
                  <a:gd name="connsiteX1" fmla="*/ 595708 w 596439"/>
                  <a:gd name="connsiteY1" fmla="*/ 109083 h 380392"/>
                  <a:gd name="connsiteX2" fmla="*/ 594186 w 596439"/>
                  <a:gd name="connsiteY2" fmla="*/ 251068 h 380392"/>
                  <a:gd name="connsiteX3" fmla="*/ 1101 w 596439"/>
                  <a:gd name="connsiteY3" fmla="*/ 380392 h 380392"/>
                  <a:gd name="connsiteX4" fmla="*/ 0 w 596439"/>
                  <a:gd name="connsiteY4" fmla="*/ 109083 h 380392"/>
                  <a:gd name="connsiteX0" fmla="*/ 0 w 595708"/>
                  <a:gd name="connsiteY0" fmla="*/ 0 h 271309"/>
                  <a:gd name="connsiteX1" fmla="*/ 595708 w 595708"/>
                  <a:gd name="connsiteY1" fmla="*/ 0 h 271309"/>
                  <a:gd name="connsiteX2" fmla="*/ 594186 w 595708"/>
                  <a:gd name="connsiteY2" fmla="*/ 141985 h 271309"/>
                  <a:gd name="connsiteX3" fmla="*/ 1101 w 595708"/>
                  <a:gd name="connsiteY3" fmla="*/ 271309 h 271309"/>
                  <a:gd name="connsiteX4" fmla="*/ 0 w 595708"/>
                  <a:gd name="connsiteY4" fmla="*/ 0 h 271309"/>
                  <a:gd name="connsiteX0" fmla="*/ 0 w 596808"/>
                  <a:gd name="connsiteY0" fmla="*/ 0 h 271309"/>
                  <a:gd name="connsiteX1" fmla="*/ 595708 w 596808"/>
                  <a:gd name="connsiteY1" fmla="*/ 0 h 271309"/>
                  <a:gd name="connsiteX2" fmla="*/ 596808 w 596808"/>
                  <a:gd name="connsiteY2" fmla="*/ 141985 h 271309"/>
                  <a:gd name="connsiteX3" fmla="*/ 1101 w 596808"/>
                  <a:gd name="connsiteY3" fmla="*/ 271309 h 271309"/>
                  <a:gd name="connsiteX4" fmla="*/ 0 w 596808"/>
                  <a:gd name="connsiteY4" fmla="*/ 0 h 271309"/>
                  <a:gd name="connsiteX0" fmla="*/ 0 w 596808"/>
                  <a:gd name="connsiteY0" fmla="*/ 0 h 271309"/>
                  <a:gd name="connsiteX1" fmla="*/ 595708 w 596808"/>
                  <a:gd name="connsiteY1" fmla="*/ 0 h 271309"/>
                  <a:gd name="connsiteX2" fmla="*/ 596808 w 596808"/>
                  <a:gd name="connsiteY2" fmla="*/ 141985 h 271309"/>
                  <a:gd name="connsiteX3" fmla="*/ 1101 w 596808"/>
                  <a:gd name="connsiteY3" fmla="*/ 271309 h 271309"/>
                  <a:gd name="connsiteX4" fmla="*/ 0 w 596808"/>
                  <a:gd name="connsiteY4" fmla="*/ 0 h 271309"/>
                  <a:gd name="connsiteX0" fmla="*/ 0 w 596808"/>
                  <a:gd name="connsiteY0" fmla="*/ 0 h 271309"/>
                  <a:gd name="connsiteX1" fmla="*/ 595708 w 596808"/>
                  <a:gd name="connsiteY1" fmla="*/ 0 h 271309"/>
                  <a:gd name="connsiteX2" fmla="*/ 596808 w 596808"/>
                  <a:gd name="connsiteY2" fmla="*/ 141985 h 271309"/>
                  <a:gd name="connsiteX3" fmla="*/ 1101 w 596808"/>
                  <a:gd name="connsiteY3" fmla="*/ 271309 h 271309"/>
                  <a:gd name="connsiteX4" fmla="*/ 0 w 596808"/>
                  <a:gd name="connsiteY4" fmla="*/ 0 h 271309"/>
                  <a:gd name="connsiteX0" fmla="*/ 0 w 595708"/>
                  <a:gd name="connsiteY0" fmla="*/ 0 h 271309"/>
                  <a:gd name="connsiteX1" fmla="*/ 595708 w 595708"/>
                  <a:gd name="connsiteY1" fmla="*/ 0 h 271309"/>
                  <a:gd name="connsiteX2" fmla="*/ 594186 w 595708"/>
                  <a:gd name="connsiteY2" fmla="*/ 141985 h 271309"/>
                  <a:gd name="connsiteX3" fmla="*/ 1101 w 595708"/>
                  <a:gd name="connsiteY3" fmla="*/ 271309 h 271309"/>
                  <a:gd name="connsiteX4" fmla="*/ 0 w 595708"/>
                  <a:gd name="connsiteY4" fmla="*/ 0 h 271309"/>
                  <a:gd name="connsiteX0" fmla="*/ 0 w 595708"/>
                  <a:gd name="connsiteY0" fmla="*/ 0 h 271309"/>
                  <a:gd name="connsiteX1" fmla="*/ 595708 w 595708"/>
                  <a:gd name="connsiteY1" fmla="*/ 0 h 271309"/>
                  <a:gd name="connsiteX2" fmla="*/ 594186 w 595708"/>
                  <a:gd name="connsiteY2" fmla="*/ 141985 h 271309"/>
                  <a:gd name="connsiteX3" fmla="*/ 1101 w 595708"/>
                  <a:gd name="connsiteY3" fmla="*/ 271309 h 271309"/>
                  <a:gd name="connsiteX4" fmla="*/ 0 w 595708"/>
                  <a:gd name="connsiteY4" fmla="*/ 0 h 271309"/>
                  <a:gd name="connsiteX0" fmla="*/ 0 w 595936"/>
                  <a:gd name="connsiteY0" fmla="*/ 0 h 271309"/>
                  <a:gd name="connsiteX1" fmla="*/ 595708 w 595936"/>
                  <a:gd name="connsiteY1" fmla="*/ 0 h 271309"/>
                  <a:gd name="connsiteX2" fmla="*/ 594186 w 595936"/>
                  <a:gd name="connsiteY2" fmla="*/ 141985 h 271309"/>
                  <a:gd name="connsiteX3" fmla="*/ 1101 w 595936"/>
                  <a:gd name="connsiteY3" fmla="*/ 271309 h 271309"/>
                  <a:gd name="connsiteX4" fmla="*/ 0 w 595936"/>
                  <a:gd name="connsiteY4" fmla="*/ 0 h 271309"/>
                  <a:gd name="connsiteX0" fmla="*/ 319 w 596255"/>
                  <a:gd name="connsiteY0" fmla="*/ 0 h 271309"/>
                  <a:gd name="connsiteX1" fmla="*/ 596027 w 596255"/>
                  <a:gd name="connsiteY1" fmla="*/ 0 h 271309"/>
                  <a:gd name="connsiteX2" fmla="*/ 594505 w 596255"/>
                  <a:gd name="connsiteY2" fmla="*/ 141985 h 271309"/>
                  <a:gd name="connsiteX3" fmla="*/ 110 w 596255"/>
                  <a:gd name="connsiteY3" fmla="*/ 271309 h 271309"/>
                  <a:gd name="connsiteX4" fmla="*/ 319 w 596255"/>
                  <a:gd name="connsiteY4" fmla="*/ 0 h 271309"/>
                  <a:gd name="connsiteX0" fmla="*/ 0 w 595936"/>
                  <a:gd name="connsiteY0" fmla="*/ 0 h 271309"/>
                  <a:gd name="connsiteX1" fmla="*/ 595708 w 595936"/>
                  <a:gd name="connsiteY1" fmla="*/ 0 h 271309"/>
                  <a:gd name="connsiteX2" fmla="*/ 594186 w 595936"/>
                  <a:gd name="connsiteY2" fmla="*/ 141985 h 271309"/>
                  <a:gd name="connsiteX3" fmla="*/ 1101 w 595936"/>
                  <a:gd name="connsiteY3" fmla="*/ 271309 h 271309"/>
                  <a:gd name="connsiteX4" fmla="*/ 0 w 595936"/>
                  <a:gd name="connsiteY4" fmla="*/ 0 h 2713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5936" h="271309">
                    <a:moveTo>
                      <a:pt x="0" y="0"/>
                    </a:moveTo>
                    <a:lnTo>
                      <a:pt x="595708" y="0"/>
                    </a:lnTo>
                    <a:cubicBezTo>
                      <a:pt x="595708" y="30988"/>
                      <a:pt x="596806" y="39550"/>
                      <a:pt x="594186" y="141985"/>
                    </a:cubicBezTo>
                    <a:cubicBezTo>
                      <a:pt x="404809" y="352086"/>
                      <a:pt x="341643" y="22672"/>
                      <a:pt x="1101" y="271309"/>
                    </a:cubicBezTo>
                    <a:cubicBezTo>
                      <a:pt x="647" y="226260"/>
                      <a:pt x="454" y="45049"/>
                      <a:pt x="0" y="0"/>
                    </a:cubicBezTo>
                    <a:close/>
                  </a:path>
                </a:pathLst>
              </a:custGeom>
              <a:solidFill>
                <a:schemeClr val="accent6">
                  <a:lumMod val="20000"/>
                  <a:lumOff val="80000"/>
                </a:schemeClr>
              </a:solidFill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40" name="矩形 1174">
                <a:extLst>
                  <a:ext uri="{FF2B5EF4-FFF2-40B4-BE49-F238E27FC236}">
                    <a16:creationId xmlns:a16="http://schemas.microsoft.com/office/drawing/2014/main" id="{117A019A-F986-53F7-A9D2-85E109981912}"/>
                  </a:ext>
                </a:extLst>
              </p:cNvPr>
              <p:cNvSpPr/>
              <p:nvPr/>
            </p:nvSpPr>
            <p:spPr>
              <a:xfrm rot="10800000">
                <a:off x="5041542" y="6594252"/>
                <a:ext cx="618706" cy="226680"/>
              </a:xfrm>
              <a:custGeom>
                <a:avLst/>
                <a:gdLst>
                  <a:gd name="connsiteX0" fmla="*/ 0 w 595706"/>
                  <a:gd name="connsiteY0" fmla="*/ 0 h 92965"/>
                  <a:gd name="connsiteX1" fmla="*/ 595706 w 595706"/>
                  <a:gd name="connsiteY1" fmla="*/ 0 h 92965"/>
                  <a:gd name="connsiteX2" fmla="*/ 595706 w 595706"/>
                  <a:gd name="connsiteY2" fmla="*/ 92965 h 92965"/>
                  <a:gd name="connsiteX3" fmla="*/ 0 w 595706"/>
                  <a:gd name="connsiteY3" fmla="*/ 92965 h 92965"/>
                  <a:gd name="connsiteX4" fmla="*/ 0 w 595706"/>
                  <a:gd name="connsiteY4" fmla="*/ 0 h 92965"/>
                  <a:gd name="connsiteX0" fmla="*/ 0 w 595706"/>
                  <a:gd name="connsiteY0" fmla="*/ 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0 h 135147"/>
                  <a:gd name="connsiteX0" fmla="*/ 0 w 595706"/>
                  <a:gd name="connsiteY0" fmla="*/ 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0 h 135147"/>
                  <a:gd name="connsiteX0" fmla="*/ 0 w 595706"/>
                  <a:gd name="connsiteY0" fmla="*/ 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0 h 135147"/>
                  <a:gd name="connsiteX0" fmla="*/ 0 w 595706"/>
                  <a:gd name="connsiteY0" fmla="*/ 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0 h 135147"/>
                  <a:gd name="connsiteX0" fmla="*/ 1422 w 594406"/>
                  <a:gd name="connsiteY0" fmla="*/ 21376 h 135147"/>
                  <a:gd name="connsiteX1" fmla="*/ 594406 w 594406"/>
                  <a:gd name="connsiteY1" fmla="*/ 0 h 135147"/>
                  <a:gd name="connsiteX2" fmla="*/ 594406 w 594406"/>
                  <a:gd name="connsiteY2" fmla="*/ 92965 h 135147"/>
                  <a:gd name="connsiteX3" fmla="*/ 61 w 594406"/>
                  <a:gd name="connsiteY3" fmla="*/ 135147 h 135147"/>
                  <a:gd name="connsiteX4" fmla="*/ 1422 w 594406"/>
                  <a:gd name="connsiteY4" fmla="*/ 21376 h 135147"/>
                  <a:gd name="connsiteX0" fmla="*/ 1422 w 594406"/>
                  <a:gd name="connsiteY0" fmla="*/ 15599 h 135147"/>
                  <a:gd name="connsiteX1" fmla="*/ 594406 w 594406"/>
                  <a:gd name="connsiteY1" fmla="*/ 0 h 135147"/>
                  <a:gd name="connsiteX2" fmla="*/ 594406 w 594406"/>
                  <a:gd name="connsiteY2" fmla="*/ 92965 h 135147"/>
                  <a:gd name="connsiteX3" fmla="*/ 61 w 594406"/>
                  <a:gd name="connsiteY3" fmla="*/ 135147 h 135147"/>
                  <a:gd name="connsiteX4" fmla="*/ 1422 w 594406"/>
                  <a:gd name="connsiteY4" fmla="*/ 15599 h 135147"/>
                  <a:gd name="connsiteX0" fmla="*/ 131 w 594476"/>
                  <a:gd name="connsiteY0" fmla="*/ 4622 h 135147"/>
                  <a:gd name="connsiteX1" fmla="*/ 594476 w 594476"/>
                  <a:gd name="connsiteY1" fmla="*/ 0 h 135147"/>
                  <a:gd name="connsiteX2" fmla="*/ 594476 w 594476"/>
                  <a:gd name="connsiteY2" fmla="*/ 92965 h 135147"/>
                  <a:gd name="connsiteX3" fmla="*/ 131 w 594476"/>
                  <a:gd name="connsiteY3" fmla="*/ 135147 h 135147"/>
                  <a:gd name="connsiteX4" fmla="*/ 131 w 594476"/>
                  <a:gd name="connsiteY4" fmla="*/ 4622 h 135147"/>
                  <a:gd name="connsiteX0" fmla="*/ 0 w 595706"/>
                  <a:gd name="connsiteY0" fmla="*/ 1791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17910 h 135147"/>
                  <a:gd name="connsiteX0" fmla="*/ 0 w 595706"/>
                  <a:gd name="connsiteY0" fmla="*/ 1791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17910 h 135147"/>
                  <a:gd name="connsiteX0" fmla="*/ 0 w 595706"/>
                  <a:gd name="connsiteY0" fmla="*/ 1791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17910 h 135147"/>
                  <a:gd name="connsiteX0" fmla="*/ 0 w 595706"/>
                  <a:gd name="connsiteY0" fmla="*/ 1791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17910 h 135147"/>
                  <a:gd name="connsiteX0" fmla="*/ 0 w 595706"/>
                  <a:gd name="connsiteY0" fmla="*/ 22423 h 139660"/>
                  <a:gd name="connsiteX1" fmla="*/ 595706 w 595706"/>
                  <a:gd name="connsiteY1" fmla="*/ 4513 h 139660"/>
                  <a:gd name="connsiteX2" fmla="*/ 595706 w 595706"/>
                  <a:gd name="connsiteY2" fmla="*/ 97478 h 139660"/>
                  <a:gd name="connsiteX3" fmla="*/ 1361 w 595706"/>
                  <a:gd name="connsiteY3" fmla="*/ 139660 h 139660"/>
                  <a:gd name="connsiteX4" fmla="*/ 0 w 595706"/>
                  <a:gd name="connsiteY4" fmla="*/ 22423 h 139660"/>
                  <a:gd name="connsiteX0" fmla="*/ 0 w 595706"/>
                  <a:gd name="connsiteY0" fmla="*/ 26413 h 143650"/>
                  <a:gd name="connsiteX1" fmla="*/ 595706 w 595706"/>
                  <a:gd name="connsiteY1" fmla="*/ 8503 h 143650"/>
                  <a:gd name="connsiteX2" fmla="*/ 595706 w 595706"/>
                  <a:gd name="connsiteY2" fmla="*/ 101468 h 143650"/>
                  <a:gd name="connsiteX3" fmla="*/ 1361 w 595706"/>
                  <a:gd name="connsiteY3" fmla="*/ 143650 h 143650"/>
                  <a:gd name="connsiteX4" fmla="*/ 0 w 595706"/>
                  <a:gd name="connsiteY4" fmla="*/ 26413 h 143650"/>
                  <a:gd name="connsiteX0" fmla="*/ 0 w 595706"/>
                  <a:gd name="connsiteY0" fmla="*/ 21286 h 138523"/>
                  <a:gd name="connsiteX1" fmla="*/ 595706 w 595706"/>
                  <a:gd name="connsiteY1" fmla="*/ 3376 h 138523"/>
                  <a:gd name="connsiteX2" fmla="*/ 595706 w 595706"/>
                  <a:gd name="connsiteY2" fmla="*/ 96341 h 138523"/>
                  <a:gd name="connsiteX3" fmla="*/ 1361 w 595706"/>
                  <a:gd name="connsiteY3" fmla="*/ 138523 h 138523"/>
                  <a:gd name="connsiteX4" fmla="*/ 0 w 595706"/>
                  <a:gd name="connsiteY4" fmla="*/ 21286 h 138523"/>
                  <a:gd name="connsiteX0" fmla="*/ 0 w 595706"/>
                  <a:gd name="connsiteY0" fmla="*/ 22534 h 139771"/>
                  <a:gd name="connsiteX1" fmla="*/ 595706 w 595706"/>
                  <a:gd name="connsiteY1" fmla="*/ 4624 h 139771"/>
                  <a:gd name="connsiteX2" fmla="*/ 595706 w 595706"/>
                  <a:gd name="connsiteY2" fmla="*/ 97589 h 139771"/>
                  <a:gd name="connsiteX3" fmla="*/ 1361 w 595706"/>
                  <a:gd name="connsiteY3" fmla="*/ 139771 h 139771"/>
                  <a:gd name="connsiteX4" fmla="*/ 0 w 595706"/>
                  <a:gd name="connsiteY4" fmla="*/ 22534 h 139771"/>
                  <a:gd name="connsiteX0" fmla="*/ 0 w 595706"/>
                  <a:gd name="connsiteY0" fmla="*/ 23494 h 140731"/>
                  <a:gd name="connsiteX1" fmla="*/ 595706 w 595706"/>
                  <a:gd name="connsiteY1" fmla="*/ 2118 h 140731"/>
                  <a:gd name="connsiteX2" fmla="*/ 595706 w 595706"/>
                  <a:gd name="connsiteY2" fmla="*/ 98549 h 140731"/>
                  <a:gd name="connsiteX3" fmla="*/ 1361 w 595706"/>
                  <a:gd name="connsiteY3" fmla="*/ 140731 h 140731"/>
                  <a:gd name="connsiteX4" fmla="*/ 0 w 595706"/>
                  <a:gd name="connsiteY4" fmla="*/ 23494 h 140731"/>
                  <a:gd name="connsiteX0" fmla="*/ 0 w 595706"/>
                  <a:gd name="connsiteY0" fmla="*/ 23494 h 140731"/>
                  <a:gd name="connsiteX1" fmla="*/ 595706 w 595706"/>
                  <a:gd name="connsiteY1" fmla="*/ 2118 h 140731"/>
                  <a:gd name="connsiteX2" fmla="*/ 595706 w 595706"/>
                  <a:gd name="connsiteY2" fmla="*/ 98549 h 140731"/>
                  <a:gd name="connsiteX3" fmla="*/ 1361 w 595706"/>
                  <a:gd name="connsiteY3" fmla="*/ 140731 h 140731"/>
                  <a:gd name="connsiteX4" fmla="*/ 0 w 595706"/>
                  <a:gd name="connsiteY4" fmla="*/ 23494 h 140731"/>
                  <a:gd name="connsiteX0" fmla="*/ 0 w 595706"/>
                  <a:gd name="connsiteY0" fmla="*/ 25030 h 142267"/>
                  <a:gd name="connsiteX1" fmla="*/ 595706 w 595706"/>
                  <a:gd name="connsiteY1" fmla="*/ 3654 h 142267"/>
                  <a:gd name="connsiteX2" fmla="*/ 595706 w 595706"/>
                  <a:gd name="connsiteY2" fmla="*/ 100085 h 142267"/>
                  <a:gd name="connsiteX3" fmla="*/ 1361 w 595706"/>
                  <a:gd name="connsiteY3" fmla="*/ 142267 h 142267"/>
                  <a:gd name="connsiteX4" fmla="*/ 0 w 595706"/>
                  <a:gd name="connsiteY4" fmla="*/ 25030 h 142267"/>
                  <a:gd name="connsiteX0" fmla="*/ 0 w 595706"/>
                  <a:gd name="connsiteY0" fmla="*/ 22091 h 139328"/>
                  <a:gd name="connsiteX1" fmla="*/ 595706 w 595706"/>
                  <a:gd name="connsiteY1" fmla="*/ 715 h 139328"/>
                  <a:gd name="connsiteX2" fmla="*/ 595706 w 595706"/>
                  <a:gd name="connsiteY2" fmla="*/ 97146 h 139328"/>
                  <a:gd name="connsiteX3" fmla="*/ 1361 w 595706"/>
                  <a:gd name="connsiteY3" fmla="*/ 139328 h 139328"/>
                  <a:gd name="connsiteX4" fmla="*/ 0 w 595706"/>
                  <a:gd name="connsiteY4" fmla="*/ 22091 h 139328"/>
                  <a:gd name="connsiteX0" fmla="*/ 0 w 595706"/>
                  <a:gd name="connsiteY0" fmla="*/ 23573 h 140810"/>
                  <a:gd name="connsiteX1" fmla="*/ 595706 w 595706"/>
                  <a:gd name="connsiteY1" fmla="*/ 2197 h 140810"/>
                  <a:gd name="connsiteX2" fmla="*/ 595706 w 595706"/>
                  <a:gd name="connsiteY2" fmla="*/ 98628 h 140810"/>
                  <a:gd name="connsiteX3" fmla="*/ 1361 w 595706"/>
                  <a:gd name="connsiteY3" fmla="*/ 140810 h 140810"/>
                  <a:gd name="connsiteX4" fmla="*/ 0 w 595706"/>
                  <a:gd name="connsiteY4" fmla="*/ 23573 h 140810"/>
                  <a:gd name="connsiteX0" fmla="*/ 0 w 595706"/>
                  <a:gd name="connsiteY0" fmla="*/ 21908 h 139145"/>
                  <a:gd name="connsiteX1" fmla="*/ 595706 w 595706"/>
                  <a:gd name="connsiteY1" fmla="*/ 532 h 139145"/>
                  <a:gd name="connsiteX2" fmla="*/ 595706 w 595706"/>
                  <a:gd name="connsiteY2" fmla="*/ 96963 h 139145"/>
                  <a:gd name="connsiteX3" fmla="*/ 1361 w 595706"/>
                  <a:gd name="connsiteY3" fmla="*/ 139145 h 139145"/>
                  <a:gd name="connsiteX4" fmla="*/ 0 w 595706"/>
                  <a:gd name="connsiteY4" fmla="*/ 21908 h 139145"/>
                  <a:gd name="connsiteX0" fmla="*/ 0 w 595706"/>
                  <a:gd name="connsiteY0" fmla="*/ 23863 h 141100"/>
                  <a:gd name="connsiteX1" fmla="*/ 595706 w 595706"/>
                  <a:gd name="connsiteY1" fmla="*/ 2487 h 141100"/>
                  <a:gd name="connsiteX2" fmla="*/ 595706 w 595706"/>
                  <a:gd name="connsiteY2" fmla="*/ 98918 h 141100"/>
                  <a:gd name="connsiteX3" fmla="*/ 1361 w 595706"/>
                  <a:gd name="connsiteY3" fmla="*/ 141100 h 141100"/>
                  <a:gd name="connsiteX4" fmla="*/ 0 w 595706"/>
                  <a:gd name="connsiteY4" fmla="*/ 23863 h 141100"/>
                  <a:gd name="connsiteX0" fmla="*/ 0 w 595706"/>
                  <a:gd name="connsiteY0" fmla="*/ 24472 h 141709"/>
                  <a:gd name="connsiteX1" fmla="*/ 595706 w 595706"/>
                  <a:gd name="connsiteY1" fmla="*/ 3096 h 141709"/>
                  <a:gd name="connsiteX2" fmla="*/ 595706 w 595706"/>
                  <a:gd name="connsiteY2" fmla="*/ 99527 h 141709"/>
                  <a:gd name="connsiteX3" fmla="*/ 1361 w 595706"/>
                  <a:gd name="connsiteY3" fmla="*/ 141709 h 141709"/>
                  <a:gd name="connsiteX4" fmla="*/ 0 w 595706"/>
                  <a:gd name="connsiteY4" fmla="*/ 24472 h 141709"/>
                  <a:gd name="connsiteX0" fmla="*/ 0 w 595706"/>
                  <a:gd name="connsiteY0" fmla="*/ 24267 h 141504"/>
                  <a:gd name="connsiteX1" fmla="*/ 595706 w 595706"/>
                  <a:gd name="connsiteY1" fmla="*/ 2891 h 141504"/>
                  <a:gd name="connsiteX2" fmla="*/ 595706 w 595706"/>
                  <a:gd name="connsiteY2" fmla="*/ 99322 h 141504"/>
                  <a:gd name="connsiteX3" fmla="*/ 1361 w 595706"/>
                  <a:gd name="connsiteY3" fmla="*/ 141504 h 141504"/>
                  <a:gd name="connsiteX4" fmla="*/ 0 w 595706"/>
                  <a:gd name="connsiteY4" fmla="*/ 24267 h 141504"/>
                  <a:gd name="connsiteX0" fmla="*/ 0 w 595706"/>
                  <a:gd name="connsiteY0" fmla="*/ 24472 h 141709"/>
                  <a:gd name="connsiteX1" fmla="*/ 595706 w 595706"/>
                  <a:gd name="connsiteY1" fmla="*/ 3096 h 141709"/>
                  <a:gd name="connsiteX2" fmla="*/ 595706 w 595706"/>
                  <a:gd name="connsiteY2" fmla="*/ 99527 h 141709"/>
                  <a:gd name="connsiteX3" fmla="*/ 1361 w 595706"/>
                  <a:gd name="connsiteY3" fmla="*/ 141709 h 141709"/>
                  <a:gd name="connsiteX4" fmla="*/ 0 w 595706"/>
                  <a:gd name="connsiteY4" fmla="*/ 24472 h 141709"/>
                  <a:gd name="connsiteX0" fmla="*/ 0 w 595706"/>
                  <a:gd name="connsiteY0" fmla="*/ 24472 h 141709"/>
                  <a:gd name="connsiteX1" fmla="*/ 594353 w 595706"/>
                  <a:gd name="connsiteY1" fmla="*/ 3096 h 141709"/>
                  <a:gd name="connsiteX2" fmla="*/ 595706 w 595706"/>
                  <a:gd name="connsiteY2" fmla="*/ 99527 h 141709"/>
                  <a:gd name="connsiteX3" fmla="*/ 1361 w 595706"/>
                  <a:gd name="connsiteY3" fmla="*/ 141709 h 141709"/>
                  <a:gd name="connsiteX4" fmla="*/ 0 w 595706"/>
                  <a:gd name="connsiteY4" fmla="*/ 24472 h 141709"/>
                  <a:gd name="connsiteX0" fmla="*/ 124 w 595830"/>
                  <a:gd name="connsiteY0" fmla="*/ 24472 h 141709"/>
                  <a:gd name="connsiteX1" fmla="*/ 594477 w 595830"/>
                  <a:gd name="connsiteY1" fmla="*/ 3096 h 141709"/>
                  <a:gd name="connsiteX2" fmla="*/ 595830 w 595830"/>
                  <a:gd name="connsiteY2" fmla="*/ 99527 h 141709"/>
                  <a:gd name="connsiteX3" fmla="*/ 131 w 595830"/>
                  <a:gd name="connsiteY3" fmla="*/ 141709 h 141709"/>
                  <a:gd name="connsiteX4" fmla="*/ 124 w 595830"/>
                  <a:gd name="connsiteY4" fmla="*/ 24472 h 141709"/>
                  <a:gd name="connsiteX0" fmla="*/ 124 w 597179"/>
                  <a:gd name="connsiteY0" fmla="*/ 25207 h 142444"/>
                  <a:gd name="connsiteX1" fmla="*/ 597179 w 597179"/>
                  <a:gd name="connsiteY1" fmla="*/ 481 h 142444"/>
                  <a:gd name="connsiteX2" fmla="*/ 595830 w 597179"/>
                  <a:gd name="connsiteY2" fmla="*/ 100262 h 142444"/>
                  <a:gd name="connsiteX3" fmla="*/ 131 w 597179"/>
                  <a:gd name="connsiteY3" fmla="*/ 142444 h 142444"/>
                  <a:gd name="connsiteX4" fmla="*/ 124 w 597179"/>
                  <a:gd name="connsiteY4" fmla="*/ 25207 h 142444"/>
                  <a:gd name="connsiteX0" fmla="*/ 124 w 595889"/>
                  <a:gd name="connsiteY0" fmla="*/ 25842 h 143079"/>
                  <a:gd name="connsiteX1" fmla="*/ 594477 w 595889"/>
                  <a:gd name="connsiteY1" fmla="*/ 0 h 143079"/>
                  <a:gd name="connsiteX2" fmla="*/ 595830 w 595889"/>
                  <a:gd name="connsiteY2" fmla="*/ 100897 h 143079"/>
                  <a:gd name="connsiteX3" fmla="*/ 131 w 595889"/>
                  <a:gd name="connsiteY3" fmla="*/ 143079 h 143079"/>
                  <a:gd name="connsiteX4" fmla="*/ 124 w 595889"/>
                  <a:gd name="connsiteY4" fmla="*/ 25842 h 143079"/>
                  <a:gd name="connsiteX0" fmla="*/ 124 w 595889"/>
                  <a:gd name="connsiteY0" fmla="*/ 24713 h 141950"/>
                  <a:gd name="connsiteX1" fmla="*/ 594477 w 595889"/>
                  <a:gd name="connsiteY1" fmla="*/ 2221 h 141950"/>
                  <a:gd name="connsiteX2" fmla="*/ 595830 w 595889"/>
                  <a:gd name="connsiteY2" fmla="*/ 99768 h 141950"/>
                  <a:gd name="connsiteX3" fmla="*/ 131 w 595889"/>
                  <a:gd name="connsiteY3" fmla="*/ 141950 h 141950"/>
                  <a:gd name="connsiteX4" fmla="*/ 124 w 595889"/>
                  <a:gd name="connsiteY4" fmla="*/ 24713 h 141950"/>
                  <a:gd name="connsiteX0" fmla="*/ 124 w 595959"/>
                  <a:gd name="connsiteY0" fmla="*/ 24713 h 141950"/>
                  <a:gd name="connsiteX1" fmla="*/ 595828 w 595959"/>
                  <a:gd name="connsiteY1" fmla="*/ 2221 h 141950"/>
                  <a:gd name="connsiteX2" fmla="*/ 595830 w 595959"/>
                  <a:gd name="connsiteY2" fmla="*/ 99768 h 141950"/>
                  <a:gd name="connsiteX3" fmla="*/ 131 w 595959"/>
                  <a:gd name="connsiteY3" fmla="*/ 141950 h 141950"/>
                  <a:gd name="connsiteX4" fmla="*/ 124 w 595959"/>
                  <a:gd name="connsiteY4" fmla="*/ 24713 h 141950"/>
                  <a:gd name="connsiteX0" fmla="*/ 124 w 595959"/>
                  <a:gd name="connsiteY0" fmla="*/ 24925 h 142162"/>
                  <a:gd name="connsiteX1" fmla="*/ 595828 w 595959"/>
                  <a:gd name="connsiteY1" fmla="*/ 2433 h 142162"/>
                  <a:gd name="connsiteX2" fmla="*/ 595830 w 595959"/>
                  <a:gd name="connsiteY2" fmla="*/ 99980 h 142162"/>
                  <a:gd name="connsiteX3" fmla="*/ 131 w 595959"/>
                  <a:gd name="connsiteY3" fmla="*/ 142162 h 142162"/>
                  <a:gd name="connsiteX4" fmla="*/ 124 w 595959"/>
                  <a:gd name="connsiteY4" fmla="*/ 24925 h 142162"/>
                  <a:gd name="connsiteX0" fmla="*/ 124 w 595959"/>
                  <a:gd name="connsiteY0" fmla="*/ 22492 h 139729"/>
                  <a:gd name="connsiteX1" fmla="*/ 595828 w 595959"/>
                  <a:gd name="connsiteY1" fmla="*/ 0 h 139729"/>
                  <a:gd name="connsiteX2" fmla="*/ 595830 w 595959"/>
                  <a:gd name="connsiteY2" fmla="*/ 97547 h 139729"/>
                  <a:gd name="connsiteX3" fmla="*/ 131 w 595959"/>
                  <a:gd name="connsiteY3" fmla="*/ 139729 h 139729"/>
                  <a:gd name="connsiteX4" fmla="*/ 124 w 595959"/>
                  <a:gd name="connsiteY4" fmla="*/ 22492 h 139729"/>
                  <a:gd name="connsiteX0" fmla="*/ 124 w 595959"/>
                  <a:gd name="connsiteY0" fmla="*/ 25585 h 142822"/>
                  <a:gd name="connsiteX1" fmla="*/ 595828 w 595959"/>
                  <a:gd name="connsiteY1" fmla="*/ 3093 h 142822"/>
                  <a:gd name="connsiteX2" fmla="*/ 595830 w 595959"/>
                  <a:gd name="connsiteY2" fmla="*/ 100640 h 142822"/>
                  <a:gd name="connsiteX3" fmla="*/ 131 w 595959"/>
                  <a:gd name="connsiteY3" fmla="*/ 142822 h 142822"/>
                  <a:gd name="connsiteX4" fmla="*/ 124 w 595959"/>
                  <a:gd name="connsiteY4" fmla="*/ 25585 h 142822"/>
                  <a:gd name="connsiteX0" fmla="*/ 124 w 595959"/>
                  <a:gd name="connsiteY0" fmla="*/ 25585 h 142822"/>
                  <a:gd name="connsiteX1" fmla="*/ 595828 w 595959"/>
                  <a:gd name="connsiteY1" fmla="*/ 3093 h 142822"/>
                  <a:gd name="connsiteX2" fmla="*/ 595830 w 595959"/>
                  <a:gd name="connsiteY2" fmla="*/ 100640 h 142822"/>
                  <a:gd name="connsiteX3" fmla="*/ 131 w 595959"/>
                  <a:gd name="connsiteY3" fmla="*/ 142822 h 142822"/>
                  <a:gd name="connsiteX4" fmla="*/ 124 w 595959"/>
                  <a:gd name="connsiteY4" fmla="*/ 25585 h 142822"/>
                  <a:gd name="connsiteX0" fmla="*/ 124 w 595959"/>
                  <a:gd name="connsiteY0" fmla="*/ 26512 h 143749"/>
                  <a:gd name="connsiteX1" fmla="*/ 595828 w 595959"/>
                  <a:gd name="connsiteY1" fmla="*/ 4020 h 143749"/>
                  <a:gd name="connsiteX2" fmla="*/ 595830 w 595959"/>
                  <a:gd name="connsiteY2" fmla="*/ 101567 h 143749"/>
                  <a:gd name="connsiteX3" fmla="*/ 131 w 595959"/>
                  <a:gd name="connsiteY3" fmla="*/ 143749 h 143749"/>
                  <a:gd name="connsiteX4" fmla="*/ 124 w 595959"/>
                  <a:gd name="connsiteY4" fmla="*/ 26512 h 143749"/>
                  <a:gd name="connsiteX0" fmla="*/ 124 w 595959"/>
                  <a:gd name="connsiteY0" fmla="*/ 26512 h 143749"/>
                  <a:gd name="connsiteX1" fmla="*/ 595828 w 595959"/>
                  <a:gd name="connsiteY1" fmla="*/ 4020 h 143749"/>
                  <a:gd name="connsiteX2" fmla="*/ 595830 w 595959"/>
                  <a:gd name="connsiteY2" fmla="*/ 101567 h 143749"/>
                  <a:gd name="connsiteX3" fmla="*/ 131 w 595959"/>
                  <a:gd name="connsiteY3" fmla="*/ 143749 h 143749"/>
                  <a:gd name="connsiteX4" fmla="*/ 124 w 595959"/>
                  <a:gd name="connsiteY4" fmla="*/ 26512 h 143749"/>
                  <a:gd name="connsiteX0" fmla="*/ 124 w 595959"/>
                  <a:gd name="connsiteY0" fmla="*/ 28496 h 145733"/>
                  <a:gd name="connsiteX1" fmla="*/ 595828 w 595959"/>
                  <a:gd name="connsiteY1" fmla="*/ 6004 h 145733"/>
                  <a:gd name="connsiteX2" fmla="*/ 595830 w 595959"/>
                  <a:gd name="connsiteY2" fmla="*/ 103551 h 145733"/>
                  <a:gd name="connsiteX3" fmla="*/ 131 w 595959"/>
                  <a:gd name="connsiteY3" fmla="*/ 145733 h 145733"/>
                  <a:gd name="connsiteX4" fmla="*/ 124 w 595959"/>
                  <a:gd name="connsiteY4" fmla="*/ 28496 h 14573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856"/>
                  <a:gd name="connsiteY0" fmla="*/ 41841 h 159078"/>
                  <a:gd name="connsiteX1" fmla="*/ 591261 w 595856"/>
                  <a:gd name="connsiteY1" fmla="*/ 0 h 159078"/>
                  <a:gd name="connsiteX2" fmla="*/ 595830 w 595856"/>
                  <a:gd name="connsiteY2" fmla="*/ 116896 h 159078"/>
                  <a:gd name="connsiteX3" fmla="*/ 131 w 595856"/>
                  <a:gd name="connsiteY3" fmla="*/ 159078 h 159078"/>
                  <a:gd name="connsiteX4" fmla="*/ 124 w 595856"/>
                  <a:gd name="connsiteY4" fmla="*/ 41841 h 159078"/>
                  <a:gd name="connsiteX0" fmla="*/ 124 w 595959"/>
                  <a:gd name="connsiteY0" fmla="*/ 41841 h 159078"/>
                  <a:gd name="connsiteX1" fmla="*/ 595828 w 595959"/>
                  <a:gd name="connsiteY1" fmla="*/ 0 h 159078"/>
                  <a:gd name="connsiteX2" fmla="*/ 595830 w 595959"/>
                  <a:gd name="connsiteY2" fmla="*/ 116896 h 159078"/>
                  <a:gd name="connsiteX3" fmla="*/ 131 w 595959"/>
                  <a:gd name="connsiteY3" fmla="*/ 159078 h 159078"/>
                  <a:gd name="connsiteX4" fmla="*/ 124 w 595959"/>
                  <a:gd name="connsiteY4" fmla="*/ 41841 h 159078"/>
                  <a:gd name="connsiteX0" fmla="*/ 124 w 597349"/>
                  <a:gd name="connsiteY0" fmla="*/ 42378 h 159615"/>
                  <a:gd name="connsiteX1" fmla="*/ 597349 w 597349"/>
                  <a:gd name="connsiteY1" fmla="*/ 0 h 159615"/>
                  <a:gd name="connsiteX2" fmla="*/ 595830 w 597349"/>
                  <a:gd name="connsiteY2" fmla="*/ 117433 h 159615"/>
                  <a:gd name="connsiteX3" fmla="*/ 131 w 597349"/>
                  <a:gd name="connsiteY3" fmla="*/ 159615 h 159615"/>
                  <a:gd name="connsiteX4" fmla="*/ 124 w 597349"/>
                  <a:gd name="connsiteY4" fmla="*/ 42378 h 159615"/>
                  <a:gd name="connsiteX0" fmla="*/ 124 w 600443"/>
                  <a:gd name="connsiteY0" fmla="*/ 42378 h 159615"/>
                  <a:gd name="connsiteX1" fmla="*/ 597349 w 600443"/>
                  <a:gd name="connsiteY1" fmla="*/ 0 h 159615"/>
                  <a:gd name="connsiteX2" fmla="*/ 600408 w 600443"/>
                  <a:gd name="connsiteY2" fmla="*/ 117433 h 159615"/>
                  <a:gd name="connsiteX3" fmla="*/ 131 w 600443"/>
                  <a:gd name="connsiteY3" fmla="*/ 159615 h 159615"/>
                  <a:gd name="connsiteX4" fmla="*/ 124 w 600443"/>
                  <a:gd name="connsiteY4" fmla="*/ 42378 h 159615"/>
                  <a:gd name="connsiteX0" fmla="*/ 124 w 600537"/>
                  <a:gd name="connsiteY0" fmla="*/ 42378 h 159615"/>
                  <a:gd name="connsiteX1" fmla="*/ 600401 w 600537"/>
                  <a:gd name="connsiteY1" fmla="*/ 0 h 159615"/>
                  <a:gd name="connsiteX2" fmla="*/ 600408 w 600537"/>
                  <a:gd name="connsiteY2" fmla="*/ 117433 h 159615"/>
                  <a:gd name="connsiteX3" fmla="*/ 131 w 600537"/>
                  <a:gd name="connsiteY3" fmla="*/ 159615 h 159615"/>
                  <a:gd name="connsiteX4" fmla="*/ 124 w 600537"/>
                  <a:gd name="connsiteY4" fmla="*/ 42378 h 1596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00537" h="159615">
                    <a:moveTo>
                      <a:pt x="124" y="42378"/>
                    </a:moveTo>
                    <a:cubicBezTo>
                      <a:pt x="296414" y="-50243"/>
                      <a:pt x="418111" y="75773"/>
                      <a:pt x="600401" y="0"/>
                    </a:cubicBezTo>
                    <a:cubicBezTo>
                      <a:pt x="599951" y="33260"/>
                      <a:pt x="600858" y="84173"/>
                      <a:pt x="600408" y="117433"/>
                    </a:cubicBezTo>
                    <a:cubicBezTo>
                      <a:pt x="395490" y="192726"/>
                      <a:pt x="285331" y="62551"/>
                      <a:pt x="131" y="159615"/>
                    </a:cubicBezTo>
                    <a:cubicBezTo>
                      <a:pt x="-323" y="114566"/>
                      <a:pt x="578" y="87427"/>
                      <a:pt x="124" y="42378"/>
                    </a:cubicBezTo>
                    <a:close/>
                  </a:path>
                </a:pathLst>
              </a:custGeom>
              <a:solidFill>
                <a:schemeClr val="accent5">
                  <a:lumMod val="40000"/>
                  <a:lumOff val="60000"/>
                </a:schemeClr>
              </a:solidFill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grpSp>
            <p:nvGrpSpPr>
              <p:cNvPr id="741" name="组合 740">
                <a:extLst>
                  <a:ext uri="{FF2B5EF4-FFF2-40B4-BE49-F238E27FC236}">
                    <a16:creationId xmlns:a16="http://schemas.microsoft.com/office/drawing/2014/main" id="{DF8CC6E8-9575-CA4D-6E94-6535355DD547}"/>
                  </a:ext>
                </a:extLst>
              </p:cNvPr>
              <p:cNvGrpSpPr/>
              <p:nvPr/>
            </p:nvGrpSpPr>
            <p:grpSpPr>
              <a:xfrm>
                <a:off x="5040167" y="6521415"/>
                <a:ext cx="621640" cy="663817"/>
                <a:chOff x="3656357" y="6507685"/>
                <a:chExt cx="621640" cy="663817"/>
              </a:xfrm>
            </p:grpSpPr>
            <p:sp>
              <p:nvSpPr>
                <p:cNvPr id="742" name="矩形 741">
                  <a:extLst>
                    <a:ext uri="{FF2B5EF4-FFF2-40B4-BE49-F238E27FC236}">
                      <a16:creationId xmlns:a16="http://schemas.microsoft.com/office/drawing/2014/main" id="{1435B8A9-1813-53AC-006C-602A1A3C7ED0}"/>
                    </a:ext>
                  </a:extLst>
                </p:cNvPr>
                <p:cNvSpPr/>
                <p:nvPr/>
              </p:nvSpPr>
              <p:spPr>
                <a:xfrm>
                  <a:off x="3656465" y="6640950"/>
                  <a:ext cx="155302" cy="132623"/>
                </a:xfrm>
                <a:prstGeom prst="rect">
                  <a:avLst/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43" name="矩形 742">
                  <a:extLst>
                    <a:ext uri="{FF2B5EF4-FFF2-40B4-BE49-F238E27FC236}">
                      <a16:creationId xmlns:a16="http://schemas.microsoft.com/office/drawing/2014/main" id="{D4B3FDBF-1CF9-9507-3FB7-96CF77618EED}"/>
                    </a:ext>
                  </a:extLst>
                </p:cNvPr>
                <p:cNvSpPr/>
                <p:nvPr/>
              </p:nvSpPr>
              <p:spPr>
                <a:xfrm>
                  <a:off x="3811875" y="6640950"/>
                  <a:ext cx="155302" cy="132623"/>
                </a:xfrm>
                <a:prstGeom prst="rect">
                  <a:avLst/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44" name="矩形 743">
                  <a:extLst>
                    <a:ext uri="{FF2B5EF4-FFF2-40B4-BE49-F238E27FC236}">
                      <a16:creationId xmlns:a16="http://schemas.microsoft.com/office/drawing/2014/main" id="{0D75CB3B-8582-F695-B440-67D35FE5C8A0}"/>
                    </a:ext>
                  </a:extLst>
                </p:cNvPr>
                <p:cNvSpPr/>
                <p:nvPr/>
              </p:nvSpPr>
              <p:spPr>
                <a:xfrm>
                  <a:off x="3967285" y="6640950"/>
                  <a:ext cx="155302" cy="132623"/>
                </a:xfrm>
                <a:prstGeom prst="rect">
                  <a:avLst/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45" name="矩形 744">
                  <a:extLst>
                    <a:ext uri="{FF2B5EF4-FFF2-40B4-BE49-F238E27FC236}">
                      <a16:creationId xmlns:a16="http://schemas.microsoft.com/office/drawing/2014/main" id="{C028862E-65D0-95F0-C226-92709D777212}"/>
                    </a:ext>
                  </a:extLst>
                </p:cNvPr>
                <p:cNvSpPr/>
                <p:nvPr/>
              </p:nvSpPr>
              <p:spPr>
                <a:xfrm>
                  <a:off x="4122695" y="6640950"/>
                  <a:ext cx="155302" cy="132623"/>
                </a:xfrm>
                <a:prstGeom prst="rect">
                  <a:avLst/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46" name="矩形 745">
                  <a:extLst>
                    <a:ext uri="{FF2B5EF4-FFF2-40B4-BE49-F238E27FC236}">
                      <a16:creationId xmlns:a16="http://schemas.microsoft.com/office/drawing/2014/main" id="{2F8842D0-0522-6D4C-D967-65EC42F04B40}"/>
                    </a:ext>
                  </a:extLst>
                </p:cNvPr>
                <p:cNvSpPr/>
                <p:nvPr/>
              </p:nvSpPr>
              <p:spPr>
                <a:xfrm>
                  <a:off x="3656465" y="6773574"/>
                  <a:ext cx="155302" cy="132623"/>
                </a:xfrm>
                <a:prstGeom prst="rect">
                  <a:avLst/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47" name="矩形 746">
                  <a:extLst>
                    <a:ext uri="{FF2B5EF4-FFF2-40B4-BE49-F238E27FC236}">
                      <a16:creationId xmlns:a16="http://schemas.microsoft.com/office/drawing/2014/main" id="{8351540B-E2E8-390D-B47E-D2BB391E823F}"/>
                    </a:ext>
                  </a:extLst>
                </p:cNvPr>
                <p:cNvSpPr/>
                <p:nvPr/>
              </p:nvSpPr>
              <p:spPr>
                <a:xfrm>
                  <a:off x="3811875" y="6773574"/>
                  <a:ext cx="155302" cy="132623"/>
                </a:xfrm>
                <a:prstGeom prst="rect">
                  <a:avLst/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48" name="矩形 747">
                  <a:extLst>
                    <a:ext uri="{FF2B5EF4-FFF2-40B4-BE49-F238E27FC236}">
                      <a16:creationId xmlns:a16="http://schemas.microsoft.com/office/drawing/2014/main" id="{29F96FFD-D73D-192A-ECBD-8AE667CF3DB7}"/>
                    </a:ext>
                  </a:extLst>
                </p:cNvPr>
                <p:cNvSpPr/>
                <p:nvPr/>
              </p:nvSpPr>
              <p:spPr>
                <a:xfrm>
                  <a:off x="3967285" y="6773574"/>
                  <a:ext cx="155302" cy="132623"/>
                </a:xfrm>
                <a:prstGeom prst="rect">
                  <a:avLst/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49" name="矩形 748">
                  <a:extLst>
                    <a:ext uri="{FF2B5EF4-FFF2-40B4-BE49-F238E27FC236}">
                      <a16:creationId xmlns:a16="http://schemas.microsoft.com/office/drawing/2014/main" id="{479E535E-437C-6E8B-4E7F-DB8BC63616BB}"/>
                    </a:ext>
                  </a:extLst>
                </p:cNvPr>
                <p:cNvSpPr/>
                <p:nvPr/>
              </p:nvSpPr>
              <p:spPr>
                <a:xfrm>
                  <a:off x="4122695" y="6773574"/>
                  <a:ext cx="155302" cy="132623"/>
                </a:xfrm>
                <a:prstGeom prst="rect">
                  <a:avLst/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50" name="矩形 749">
                  <a:extLst>
                    <a:ext uri="{FF2B5EF4-FFF2-40B4-BE49-F238E27FC236}">
                      <a16:creationId xmlns:a16="http://schemas.microsoft.com/office/drawing/2014/main" id="{FEE59B1F-D8B1-399D-9354-413406D921CC}"/>
                    </a:ext>
                  </a:extLst>
                </p:cNvPr>
                <p:cNvSpPr/>
                <p:nvPr/>
              </p:nvSpPr>
              <p:spPr>
                <a:xfrm>
                  <a:off x="3656357" y="6906255"/>
                  <a:ext cx="155302" cy="132623"/>
                </a:xfrm>
                <a:prstGeom prst="rect">
                  <a:avLst/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51" name="矩形 750">
                  <a:extLst>
                    <a:ext uri="{FF2B5EF4-FFF2-40B4-BE49-F238E27FC236}">
                      <a16:creationId xmlns:a16="http://schemas.microsoft.com/office/drawing/2014/main" id="{FDD07DBE-6E77-D37F-2031-E3ACE922D7D7}"/>
                    </a:ext>
                  </a:extLst>
                </p:cNvPr>
                <p:cNvSpPr/>
                <p:nvPr/>
              </p:nvSpPr>
              <p:spPr>
                <a:xfrm>
                  <a:off x="3811767" y="6906255"/>
                  <a:ext cx="155302" cy="132623"/>
                </a:xfrm>
                <a:prstGeom prst="rect">
                  <a:avLst/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52" name="矩形 751">
                  <a:extLst>
                    <a:ext uri="{FF2B5EF4-FFF2-40B4-BE49-F238E27FC236}">
                      <a16:creationId xmlns:a16="http://schemas.microsoft.com/office/drawing/2014/main" id="{D63E8D40-7087-9DB9-06AC-97C81113E4F6}"/>
                    </a:ext>
                  </a:extLst>
                </p:cNvPr>
                <p:cNvSpPr/>
                <p:nvPr/>
              </p:nvSpPr>
              <p:spPr>
                <a:xfrm>
                  <a:off x="3967177" y="6906255"/>
                  <a:ext cx="155302" cy="132623"/>
                </a:xfrm>
                <a:prstGeom prst="rect">
                  <a:avLst/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53" name="矩形 752">
                  <a:extLst>
                    <a:ext uri="{FF2B5EF4-FFF2-40B4-BE49-F238E27FC236}">
                      <a16:creationId xmlns:a16="http://schemas.microsoft.com/office/drawing/2014/main" id="{8AE01846-1F51-C590-B65F-792D2BD9490B}"/>
                    </a:ext>
                  </a:extLst>
                </p:cNvPr>
                <p:cNvSpPr/>
                <p:nvPr/>
              </p:nvSpPr>
              <p:spPr>
                <a:xfrm>
                  <a:off x="4122587" y="6906255"/>
                  <a:ext cx="155302" cy="132623"/>
                </a:xfrm>
                <a:prstGeom prst="rect">
                  <a:avLst/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54" name="矩形 753">
                  <a:extLst>
                    <a:ext uri="{FF2B5EF4-FFF2-40B4-BE49-F238E27FC236}">
                      <a16:creationId xmlns:a16="http://schemas.microsoft.com/office/drawing/2014/main" id="{F178F084-3B05-176D-D259-E6DF0AC6110E}"/>
                    </a:ext>
                  </a:extLst>
                </p:cNvPr>
                <p:cNvSpPr/>
                <p:nvPr/>
              </p:nvSpPr>
              <p:spPr>
                <a:xfrm>
                  <a:off x="3656357" y="7038879"/>
                  <a:ext cx="155302" cy="132623"/>
                </a:xfrm>
                <a:prstGeom prst="rect">
                  <a:avLst/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803" name="矩形 802">
                  <a:extLst>
                    <a:ext uri="{FF2B5EF4-FFF2-40B4-BE49-F238E27FC236}">
                      <a16:creationId xmlns:a16="http://schemas.microsoft.com/office/drawing/2014/main" id="{15C518EC-5FD5-B0A5-3BAA-DE5D9301EAC2}"/>
                    </a:ext>
                  </a:extLst>
                </p:cNvPr>
                <p:cNvSpPr/>
                <p:nvPr/>
              </p:nvSpPr>
              <p:spPr>
                <a:xfrm>
                  <a:off x="3811767" y="7038879"/>
                  <a:ext cx="155302" cy="132623"/>
                </a:xfrm>
                <a:prstGeom prst="rect">
                  <a:avLst/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804" name="矩形 803">
                  <a:extLst>
                    <a:ext uri="{FF2B5EF4-FFF2-40B4-BE49-F238E27FC236}">
                      <a16:creationId xmlns:a16="http://schemas.microsoft.com/office/drawing/2014/main" id="{3932B514-09B6-6DCF-CF5D-2989E07AE42B}"/>
                    </a:ext>
                  </a:extLst>
                </p:cNvPr>
                <p:cNvSpPr/>
                <p:nvPr/>
              </p:nvSpPr>
              <p:spPr>
                <a:xfrm>
                  <a:off x="3967177" y="7038879"/>
                  <a:ext cx="155302" cy="132623"/>
                </a:xfrm>
                <a:prstGeom prst="rect">
                  <a:avLst/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805" name="矩形 804">
                  <a:extLst>
                    <a:ext uri="{FF2B5EF4-FFF2-40B4-BE49-F238E27FC236}">
                      <a16:creationId xmlns:a16="http://schemas.microsoft.com/office/drawing/2014/main" id="{6F24A74E-287A-35DF-46BF-7F937CC89A28}"/>
                    </a:ext>
                  </a:extLst>
                </p:cNvPr>
                <p:cNvSpPr/>
                <p:nvPr/>
              </p:nvSpPr>
              <p:spPr>
                <a:xfrm>
                  <a:off x="4122587" y="7038879"/>
                  <a:ext cx="155302" cy="132623"/>
                </a:xfrm>
                <a:prstGeom prst="rect">
                  <a:avLst/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806" name="矩形 805">
                  <a:extLst>
                    <a:ext uri="{FF2B5EF4-FFF2-40B4-BE49-F238E27FC236}">
                      <a16:creationId xmlns:a16="http://schemas.microsoft.com/office/drawing/2014/main" id="{1FFF0D0C-154B-5D1B-E5C5-28BBCE2FA4C0}"/>
                    </a:ext>
                  </a:extLst>
                </p:cNvPr>
                <p:cNvSpPr/>
                <p:nvPr/>
              </p:nvSpPr>
              <p:spPr>
                <a:xfrm>
                  <a:off x="3656357" y="6507685"/>
                  <a:ext cx="155302" cy="132623"/>
                </a:xfrm>
                <a:prstGeom prst="rect">
                  <a:avLst/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807" name="矩形 806">
                  <a:extLst>
                    <a:ext uri="{FF2B5EF4-FFF2-40B4-BE49-F238E27FC236}">
                      <a16:creationId xmlns:a16="http://schemas.microsoft.com/office/drawing/2014/main" id="{F1FA3708-5282-746F-6052-7D8DF5C07406}"/>
                    </a:ext>
                  </a:extLst>
                </p:cNvPr>
                <p:cNvSpPr/>
                <p:nvPr/>
              </p:nvSpPr>
              <p:spPr>
                <a:xfrm>
                  <a:off x="3811767" y="6507685"/>
                  <a:ext cx="155302" cy="132623"/>
                </a:xfrm>
                <a:prstGeom prst="rect">
                  <a:avLst/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808" name="矩形 807">
                  <a:extLst>
                    <a:ext uri="{FF2B5EF4-FFF2-40B4-BE49-F238E27FC236}">
                      <a16:creationId xmlns:a16="http://schemas.microsoft.com/office/drawing/2014/main" id="{EDF3530E-7950-DCD3-FDCB-235EB46C0B41}"/>
                    </a:ext>
                  </a:extLst>
                </p:cNvPr>
                <p:cNvSpPr/>
                <p:nvPr/>
              </p:nvSpPr>
              <p:spPr>
                <a:xfrm>
                  <a:off x="3967177" y="6507685"/>
                  <a:ext cx="155302" cy="132623"/>
                </a:xfrm>
                <a:prstGeom prst="rect">
                  <a:avLst/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809" name="矩形 808">
                  <a:extLst>
                    <a:ext uri="{FF2B5EF4-FFF2-40B4-BE49-F238E27FC236}">
                      <a16:creationId xmlns:a16="http://schemas.microsoft.com/office/drawing/2014/main" id="{336BE9C1-8DC0-5467-5617-5C8C0C86E646}"/>
                    </a:ext>
                  </a:extLst>
                </p:cNvPr>
                <p:cNvSpPr/>
                <p:nvPr/>
              </p:nvSpPr>
              <p:spPr>
                <a:xfrm>
                  <a:off x="4122587" y="6507685"/>
                  <a:ext cx="155302" cy="132623"/>
                </a:xfrm>
                <a:prstGeom prst="rect">
                  <a:avLst/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</p:grpSp>
      </p:grpSp>
      <p:grpSp>
        <p:nvGrpSpPr>
          <p:cNvPr id="810" name="组合 809">
            <a:extLst>
              <a:ext uri="{FF2B5EF4-FFF2-40B4-BE49-F238E27FC236}">
                <a16:creationId xmlns:a16="http://schemas.microsoft.com/office/drawing/2014/main" id="{9CD46A6D-0CF4-F551-076D-F646CFD59B46}"/>
              </a:ext>
            </a:extLst>
          </p:cNvPr>
          <p:cNvGrpSpPr/>
          <p:nvPr/>
        </p:nvGrpSpPr>
        <p:grpSpPr>
          <a:xfrm>
            <a:off x="9278344" y="5698278"/>
            <a:ext cx="621640" cy="1039771"/>
            <a:chOff x="6489710" y="6141287"/>
            <a:chExt cx="621640" cy="1039771"/>
          </a:xfrm>
        </p:grpSpPr>
        <p:sp>
          <p:nvSpPr>
            <p:cNvPr id="811" name="矩形 1174">
              <a:extLst>
                <a:ext uri="{FF2B5EF4-FFF2-40B4-BE49-F238E27FC236}">
                  <a16:creationId xmlns:a16="http://schemas.microsoft.com/office/drawing/2014/main" id="{B41C59C4-0E7F-5E39-F66E-CAE68F0D2378}"/>
                </a:ext>
              </a:extLst>
            </p:cNvPr>
            <p:cNvSpPr/>
            <p:nvPr/>
          </p:nvSpPr>
          <p:spPr>
            <a:xfrm rot="10800000">
              <a:off x="6490934" y="6307595"/>
              <a:ext cx="618706" cy="201627"/>
            </a:xfrm>
            <a:custGeom>
              <a:avLst/>
              <a:gdLst>
                <a:gd name="connsiteX0" fmla="*/ 0 w 595706"/>
                <a:gd name="connsiteY0" fmla="*/ 0 h 92965"/>
                <a:gd name="connsiteX1" fmla="*/ 595706 w 595706"/>
                <a:gd name="connsiteY1" fmla="*/ 0 h 92965"/>
                <a:gd name="connsiteX2" fmla="*/ 595706 w 595706"/>
                <a:gd name="connsiteY2" fmla="*/ 92965 h 92965"/>
                <a:gd name="connsiteX3" fmla="*/ 0 w 595706"/>
                <a:gd name="connsiteY3" fmla="*/ 92965 h 92965"/>
                <a:gd name="connsiteX4" fmla="*/ 0 w 595706"/>
                <a:gd name="connsiteY4" fmla="*/ 0 h 92965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1422 w 594406"/>
                <a:gd name="connsiteY0" fmla="*/ 21376 h 135147"/>
                <a:gd name="connsiteX1" fmla="*/ 594406 w 594406"/>
                <a:gd name="connsiteY1" fmla="*/ 0 h 135147"/>
                <a:gd name="connsiteX2" fmla="*/ 594406 w 594406"/>
                <a:gd name="connsiteY2" fmla="*/ 92965 h 135147"/>
                <a:gd name="connsiteX3" fmla="*/ 61 w 594406"/>
                <a:gd name="connsiteY3" fmla="*/ 135147 h 135147"/>
                <a:gd name="connsiteX4" fmla="*/ 1422 w 594406"/>
                <a:gd name="connsiteY4" fmla="*/ 21376 h 135147"/>
                <a:gd name="connsiteX0" fmla="*/ 1422 w 594406"/>
                <a:gd name="connsiteY0" fmla="*/ 15599 h 135147"/>
                <a:gd name="connsiteX1" fmla="*/ 594406 w 594406"/>
                <a:gd name="connsiteY1" fmla="*/ 0 h 135147"/>
                <a:gd name="connsiteX2" fmla="*/ 594406 w 594406"/>
                <a:gd name="connsiteY2" fmla="*/ 92965 h 135147"/>
                <a:gd name="connsiteX3" fmla="*/ 61 w 594406"/>
                <a:gd name="connsiteY3" fmla="*/ 135147 h 135147"/>
                <a:gd name="connsiteX4" fmla="*/ 1422 w 594406"/>
                <a:gd name="connsiteY4" fmla="*/ 15599 h 135147"/>
                <a:gd name="connsiteX0" fmla="*/ 131 w 594476"/>
                <a:gd name="connsiteY0" fmla="*/ 4622 h 135147"/>
                <a:gd name="connsiteX1" fmla="*/ 594476 w 594476"/>
                <a:gd name="connsiteY1" fmla="*/ 0 h 135147"/>
                <a:gd name="connsiteX2" fmla="*/ 594476 w 594476"/>
                <a:gd name="connsiteY2" fmla="*/ 92965 h 135147"/>
                <a:gd name="connsiteX3" fmla="*/ 131 w 594476"/>
                <a:gd name="connsiteY3" fmla="*/ 135147 h 135147"/>
                <a:gd name="connsiteX4" fmla="*/ 131 w 594476"/>
                <a:gd name="connsiteY4" fmla="*/ 4622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22423 h 139660"/>
                <a:gd name="connsiteX1" fmla="*/ 595706 w 595706"/>
                <a:gd name="connsiteY1" fmla="*/ 4513 h 139660"/>
                <a:gd name="connsiteX2" fmla="*/ 595706 w 595706"/>
                <a:gd name="connsiteY2" fmla="*/ 97478 h 139660"/>
                <a:gd name="connsiteX3" fmla="*/ 1361 w 595706"/>
                <a:gd name="connsiteY3" fmla="*/ 139660 h 139660"/>
                <a:gd name="connsiteX4" fmla="*/ 0 w 595706"/>
                <a:gd name="connsiteY4" fmla="*/ 22423 h 139660"/>
                <a:gd name="connsiteX0" fmla="*/ 0 w 595706"/>
                <a:gd name="connsiteY0" fmla="*/ 26413 h 143650"/>
                <a:gd name="connsiteX1" fmla="*/ 595706 w 595706"/>
                <a:gd name="connsiteY1" fmla="*/ 8503 h 143650"/>
                <a:gd name="connsiteX2" fmla="*/ 595706 w 595706"/>
                <a:gd name="connsiteY2" fmla="*/ 101468 h 143650"/>
                <a:gd name="connsiteX3" fmla="*/ 1361 w 595706"/>
                <a:gd name="connsiteY3" fmla="*/ 143650 h 143650"/>
                <a:gd name="connsiteX4" fmla="*/ 0 w 595706"/>
                <a:gd name="connsiteY4" fmla="*/ 26413 h 143650"/>
                <a:gd name="connsiteX0" fmla="*/ 0 w 595706"/>
                <a:gd name="connsiteY0" fmla="*/ 21286 h 138523"/>
                <a:gd name="connsiteX1" fmla="*/ 595706 w 595706"/>
                <a:gd name="connsiteY1" fmla="*/ 3376 h 138523"/>
                <a:gd name="connsiteX2" fmla="*/ 595706 w 595706"/>
                <a:gd name="connsiteY2" fmla="*/ 96341 h 138523"/>
                <a:gd name="connsiteX3" fmla="*/ 1361 w 595706"/>
                <a:gd name="connsiteY3" fmla="*/ 138523 h 138523"/>
                <a:gd name="connsiteX4" fmla="*/ 0 w 595706"/>
                <a:gd name="connsiteY4" fmla="*/ 21286 h 138523"/>
                <a:gd name="connsiteX0" fmla="*/ 0 w 595706"/>
                <a:gd name="connsiteY0" fmla="*/ 22534 h 139771"/>
                <a:gd name="connsiteX1" fmla="*/ 595706 w 595706"/>
                <a:gd name="connsiteY1" fmla="*/ 4624 h 139771"/>
                <a:gd name="connsiteX2" fmla="*/ 595706 w 595706"/>
                <a:gd name="connsiteY2" fmla="*/ 97589 h 139771"/>
                <a:gd name="connsiteX3" fmla="*/ 1361 w 595706"/>
                <a:gd name="connsiteY3" fmla="*/ 139771 h 139771"/>
                <a:gd name="connsiteX4" fmla="*/ 0 w 595706"/>
                <a:gd name="connsiteY4" fmla="*/ 22534 h 139771"/>
                <a:gd name="connsiteX0" fmla="*/ 0 w 595706"/>
                <a:gd name="connsiteY0" fmla="*/ 23494 h 140731"/>
                <a:gd name="connsiteX1" fmla="*/ 595706 w 595706"/>
                <a:gd name="connsiteY1" fmla="*/ 2118 h 140731"/>
                <a:gd name="connsiteX2" fmla="*/ 595706 w 595706"/>
                <a:gd name="connsiteY2" fmla="*/ 98549 h 140731"/>
                <a:gd name="connsiteX3" fmla="*/ 1361 w 595706"/>
                <a:gd name="connsiteY3" fmla="*/ 140731 h 140731"/>
                <a:gd name="connsiteX4" fmla="*/ 0 w 595706"/>
                <a:gd name="connsiteY4" fmla="*/ 23494 h 140731"/>
                <a:gd name="connsiteX0" fmla="*/ 0 w 595706"/>
                <a:gd name="connsiteY0" fmla="*/ 23494 h 140731"/>
                <a:gd name="connsiteX1" fmla="*/ 595706 w 595706"/>
                <a:gd name="connsiteY1" fmla="*/ 2118 h 140731"/>
                <a:gd name="connsiteX2" fmla="*/ 595706 w 595706"/>
                <a:gd name="connsiteY2" fmla="*/ 98549 h 140731"/>
                <a:gd name="connsiteX3" fmla="*/ 1361 w 595706"/>
                <a:gd name="connsiteY3" fmla="*/ 140731 h 140731"/>
                <a:gd name="connsiteX4" fmla="*/ 0 w 595706"/>
                <a:gd name="connsiteY4" fmla="*/ 23494 h 140731"/>
                <a:gd name="connsiteX0" fmla="*/ 0 w 595706"/>
                <a:gd name="connsiteY0" fmla="*/ 25030 h 142267"/>
                <a:gd name="connsiteX1" fmla="*/ 595706 w 595706"/>
                <a:gd name="connsiteY1" fmla="*/ 3654 h 142267"/>
                <a:gd name="connsiteX2" fmla="*/ 595706 w 595706"/>
                <a:gd name="connsiteY2" fmla="*/ 100085 h 142267"/>
                <a:gd name="connsiteX3" fmla="*/ 1361 w 595706"/>
                <a:gd name="connsiteY3" fmla="*/ 142267 h 142267"/>
                <a:gd name="connsiteX4" fmla="*/ 0 w 595706"/>
                <a:gd name="connsiteY4" fmla="*/ 25030 h 142267"/>
                <a:gd name="connsiteX0" fmla="*/ 0 w 595706"/>
                <a:gd name="connsiteY0" fmla="*/ 22091 h 139328"/>
                <a:gd name="connsiteX1" fmla="*/ 595706 w 595706"/>
                <a:gd name="connsiteY1" fmla="*/ 715 h 139328"/>
                <a:gd name="connsiteX2" fmla="*/ 595706 w 595706"/>
                <a:gd name="connsiteY2" fmla="*/ 97146 h 139328"/>
                <a:gd name="connsiteX3" fmla="*/ 1361 w 595706"/>
                <a:gd name="connsiteY3" fmla="*/ 139328 h 139328"/>
                <a:gd name="connsiteX4" fmla="*/ 0 w 595706"/>
                <a:gd name="connsiteY4" fmla="*/ 22091 h 139328"/>
                <a:gd name="connsiteX0" fmla="*/ 0 w 595706"/>
                <a:gd name="connsiteY0" fmla="*/ 23573 h 140810"/>
                <a:gd name="connsiteX1" fmla="*/ 595706 w 595706"/>
                <a:gd name="connsiteY1" fmla="*/ 2197 h 140810"/>
                <a:gd name="connsiteX2" fmla="*/ 595706 w 595706"/>
                <a:gd name="connsiteY2" fmla="*/ 98628 h 140810"/>
                <a:gd name="connsiteX3" fmla="*/ 1361 w 595706"/>
                <a:gd name="connsiteY3" fmla="*/ 140810 h 140810"/>
                <a:gd name="connsiteX4" fmla="*/ 0 w 595706"/>
                <a:gd name="connsiteY4" fmla="*/ 23573 h 140810"/>
                <a:gd name="connsiteX0" fmla="*/ 0 w 595706"/>
                <a:gd name="connsiteY0" fmla="*/ 21908 h 139145"/>
                <a:gd name="connsiteX1" fmla="*/ 595706 w 595706"/>
                <a:gd name="connsiteY1" fmla="*/ 532 h 139145"/>
                <a:gd name="connsiteX2" fmla="*/ 595706 w 595706"/>
                <a:gd name="connsiteY2" fmla="*/ 96963 h 139145"/>
                <a:gd name="connsiteX3" fmla="*/ 1361 w 595706"/>
                <a:gd name="connsiteY3" fmla="*/ 139145 h 139145"/>
                <a:gd name="connsiteX4" fmla="*/ 0 w 595706"/>
                <a:gd name="connsiteY4" fmla="*/ 21908 h 139145"/>
                <a:gd name="connsiteX0" fmla="*/ 0 w 595706"/>
                <a:gd name="connsiteY0" fmla="*/ 23863 h 141100"/>
                <a:gd name="connsiteX1" fmla="*/ 595706 w 595706"/>
                <a:gd name="connsiteY1" fmla="*/ 2487 h 141100"/>
                <a:gd name="connsiteX2" fmla="*/ 595706 w 595706"/>
                <a:gd name="connsiteY2" fmla="*/ 98918 h 141100"/>
                <a:gd name="connsiteX3" fmla="*/ 1361 w 595706"/>
                <a:gd name="connsiteY3" fmla="*/ 141100 h 141100"/>
                <a:gd name="connsiteX4" fmla="*/ 0 w 595706"/>
                <a:gd name="connsiteY4" fmla="*/ 23863 h 141100"/>
                <a:gd name="connsiteX0" fmla="*/ 0 w 595706"/>
                <a:gd name="connsiteY0" fmla="*/ 24472 h 141709"/>
                <a:gd name="connsiteX1" fmla="*/ 595706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0 w 595706"/>
                <a:gd name="connsiteY0" fmla="*/ 24267 h 141504"/>
                <a:gd name="connsiteX1" fmla="*/ 595706 w 595706"/>
                <a:gd name="connsiteY1" fmla="*/ 2891 h 141504"/>
                <a:gd name="connsiteX2" fmla="*/ 595706 w 595706"/>
                <a:gd name="connsiteY2" fmla="*/ 99322 h 141504"/>
                <a:gd name="connsiteX3" fmla="*/ 1361 w 595706"/>
                <a:gd name="connsiteY3" fmla="*/ 141504 h 141504"/>
                <a:gd name="connsiteX4" fmla="*/ 0 w 595706"/>
                <a:gd name="connsiteY4" fmla="*/ 24267 h 141504"/>
                <a:gd name="connsiteX0" fmla="*/ 0 w 595706"/>
                <a:gd name="connsiteY0" fmla="*/ 24472 h 141709"/>
                <a:gd name="connsiteX1" fmla="*/ 595706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0 w 595706"/>
                <a:gd name="connsiteY0" fmla="*/ 24472 h 141709"/>
                <a:gd name="connsiteX1" fmla="*/ 594353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124 w 595830"/>
                <a:gd name="connsiteY0" fmla="*/ 24472 h 141709"/>
                <a:gd name="connsiteX1" fmla="*/ 594477 w 595830"/>
                <a:gd name="connsiteY1" fmla="*/ 3096 h 141709"/>
                <a:gd name="connsiteX2" fmla="*/ 595830 w 595830"/>
                <a:gd name="connsiteY2" fmla="*/ 99527 h 141709"/>
                <a:gd name="connsiteX3" fmla="*/ 131 w 595830"/>
                <a:gd name="connsiteY3" fmla="*/ 141709 h 141709"/>
                <a:gd name="connsiteX4" fmla="*/ 124 w 595830"/>
                <a:gd name="connsiteY4" fmla="*/ 24472 h 141709"/>
                <a:gd name="connsiteX0" fmla="*/ 124 w 597179"/>
                <a:gd name="connsiteY0" fmla="*/ 25207 h 142444"/>
                <a:gd name="connsiteX1" fmla="*/ 597179 w 597179"/>
                <a:gd name="connsiteY1" fmla="*/ 481 h 142444"/>
                <a:gd name="connsiteX2" fmla="*/ 595830 w 597179"/>
                <a:gd name="connsiteY2" fmla="*/ 100262 h 142444"/>
                <a:gd name="connsiteX3" fmla="*/ 131 w 597179"/>
                <a:gd name="connsiteY3" fmla="*/ 142444 h 142444"/>
                <a:gd name="connsiteX4" fmla="*/ 124 w 597179"/>
                <a:gd name="connsiteY4" fmla="*/ 25207 h 142444"/>
                <a:gd name="connsiteX0" fmla="*/ 124 w 595889"/>
                <a:gd name="connsiteY0" fmla="*/ 25842 h 143079"/>
                <a:gd name="connsiteX1" fmla="*/ 594477 w 595889"/>
                <a:gd name="connsiteY1" fmla="*/ 0 h 143079"/>
                <a:gd name="connsiteX2" fmla="*/ 595830 w 595889"/>
                <a:gd name="connsiteY2" fmla="*/ 100897 h 143079"/>
                <a:gd name="connsiteX3" fmla="*/ 131 w 595889"/>
                <a:gd name="connsiteY3" fmla="*/ 143079 h 143079"/>
                <a:gd name="connsiteX4" fmla="*/ 124 w 595889"/>
                <a:gd name="connsiteY4" fmla="*/ 25842 h 143079"/>
                <a:gd name="connsiteX0" fmla="*/ 124 w 595889"/>
                <a:gd name="connsiteY0" fmla="*/ 24713 h 141950"/>
                <a:gd name="connsiteX1" fmla="*/ 594477 w 595889"/>
                <a:gd name="connsiteY1" fmla="*/ 2221 h 141950"/>
                <a:gd name="connsiteX2" fmla="*/ 595830 w 595889"/>
                <a:gd name="connsiteY2" fmla="*/ 99768 h 141950"/>
                <a:gd name="connsiteX3" fmla="*/ 131 w 595889"/>
                <a:gd name="connsiteY3" fmla="*/ 141950 h 141950"/>
                <a:gd name="connsiteX4" fmla="*/ 124 w 595889"/>
                <a:gd name="connsiteY4" fmla="*/ 24713 h 141950"/>
                <a:gd name="connsiteX0" fmla="*/ 124 w 595959"/>
                <a:gd name="connsiteY0" fmla="*/ 24713 h 141950"/>
                <a:gd name="connsiteX1" fmla="*/ 595828 w 595959"/>
                <a:gd name="connsiteY1" fmla="*/ 2221 h 141950"/>
                <a:gd name="connsiteX2" fmla="*/ 595830 w 595959"/>
                <a:gd name="connsiteY2" fmla="*/ 99768 h 141950"/>
                <a:gd name="connsiteX3" fmla="*/ 131 w 595959"/>
                <a:gd name="connsiteY3" fmla="*/ 141950 h 141950"/>
                <a:gd name="connsiteX4" fmla="*/ 124 w 595959"/>
                <a:gd name="connsiteY4" fmla="*/ 24713 h 141950"/>
                <a:gd name="connsiteX0" fmla="*/ 124 w 595959"/>
                <a:gd name="connsiteY0" fmla="*/ 24925 h 142162"/>
                <a:gd name="connsiteX1" fmla="*/ 595828 w 595959"/>
                <a:gd name="connsiteY1" fmla="*/ 2433 h 142162"/>
                <a:gd name="connsiteX2" fmla="*/ 595830 w 595959"/>
                <a:gd name="connsiteY2" fmla="*/ 99980 h 142162"/>
                <a:gd name="connsiteX3" fmla="*/ 131 w 595959"/>
                <a:gd name="connsiteY3" fmla="*/ 142162 h 142162"/>
                <a:gd name="connsiteX4" fmla="*/ 124 w 595959"/>
                <a:gd name="connsiteY4" fmla="*/ 24925 h 142162"/>
                <a:gd name="connsiteX0" fmla="*/ 124 w 595959"/>
                <a:gd name="connsiteY0" fmla="*/ 22492 h 139729"/>
                <a:gd name="connsiteX1" fmla="*/ 595828 w 595959"/>
                <a:gd name="connsiteY1" fmla="*/ 0 h 139729"/>
                <a:gd name="connsiteX2" fmla="*/ 595830 w 595959"/>
                <a:gd name="connsiteY2" fmla="*/ 97547 h 139729"/>
                <a:gd name="connsiteX3" fmla="*/ 131 w 595959"/>
                <a:gd name="connsiteY3" fmla="*/ 139729 h 139729"/>
                <a:gd name="connsiteX4" fmla="*/ 124 w 595959"/>
                <a:gd name="connsiteY4" fmla="*/ 22492 h 139729"/>
                <a:gd name="connsiteX0" fmla="*/ 124 w 595959"/>
                <a:gd name="connsiteY0" fmla="*/ 25585 h 142822"/>
                <a:gd name="connsiteX1" fmla="*/ 595828 w 595959"/>
                <a:gd name="connsiteY1" fmla="*/ 3093 h 142822"/>
                <a:gd name="connsiteX2" fmla="*/ 595830 w 595959"/>
                <a:gd name="connsiteY2" fmla="*/ 100640 h 142822"/>
                <a:gd name="connsiteX3" fmla="*/ 131 w 595959"/>
                <a:gd name="connsiteY3" fmla="*/ 142822 h 142822"/>
                <a:gd name="connsiteX4" fmla="*/ 124 w 595959"/>
                <a:gd name="connsiteY4" fmla="*/ 25585 h 142822"/>
                <a:gd name="connsiteX0" fmla="*/ 124 w 595959"/>
                <a:gd name="connsiteY0" fmla="*/ 25585 h 142822"/>
                <a:gd name="connsiteX1" fmla="*/ 595828 w 595959"/>
                <a:gd name="connsiteY1" fmla="*/ 3093 h 142822"/>
                <a:gd name="connsiteX2" fmla="*/ 595830 w 595959"/>
                <a:gd name="connsiteY2" fmla="*/ 100640 h 142822"/>
                <a:gd name="connsiteX3" fmla="*/ 131 w 595959"/>
                <a:gd name="connsiteY3" fmla="*/ 142822 h 142822"/>
                <a:gd name="connsiteX4" fmla="*/ 124 w 595959"/>
                <a:gd name="connsiteY4" fmla="*/ 25585 h 142822"/>
                <a:gd name="connsiteX0" fmla="*/ 124 w 595959"/>
                <a:gd name="connsiteY0" fmla="*/ 26512 h 143749"/>
                <a:gd name="connsiteX1" fmla="*/ 595828 w 595959"/>
                <a:gd name="connsiteY1" fmla="*/ 4020 h 143749"/>
                <a:gd name="connsiteX2" fmla="*/ 595830 w 595959"/>
                <a:gd name="connsiteY2" fmla="*/ 101567 h 143749"/>
                <a:gd name="connsiteX3" fmla="*/ 131 w 595959"/>
                <a:gd name="connsiteY3" fmla="*/ 143749 h 143749"/>
                <a:gd name="connsiteX4" fmla="*/ 124 w 595959"/>
                <a:gd name="connsiteY4" fmla="*/ 26512 h 143749"/>
                <a:gd name="connsiteX0" fmla="*/ 124 w 595959"/>
                <a:gd name="connsiteY0" fmla="*/ 26512 h 143749"/>
                <a:gd name="connsiteX1" fmla="*/ 595828 w 595959"/>
                <a:gd name="connsiteY1" fmla="*/ 4020 h 143749"/>
                <a:gd name="connsiteX2" fmla="*/ 595830 w 595959"/>
                <a:gd name="connsiteY2" fmla="*/ 101567 h 143749"/>
                <a:gd name="connsiteX3" fmla="*/ 131 w 595959"/>
                <a:gd name="connsiteY3" fmla="*/ 143749 h 143749"/>
                <a:gd name="connsiteX4" fmla="*/ 124 w 595959"/>
                <a:gd name="connsiteY4" fmla="*/ 26512 h 143749"/>
                <a:gd name="connsiteX0" fmla="*/ 124 w 595959"/>
                <a:gd name="connsiteY0" fmla="*/ 28496 h 145733"/>
                <a:gd name="connsiteX1" fmla="*/ 595828 w 595959"/>
                <a:gd name="connsiteY1" fmla="*/ 6004 h 145733"/>
                <a:gd name="connsiteX2" fmla="*/ 595830 w 595959"/>
                <a:gd name="connsiteY2" fmla="*/ 103551 h 145733"/>
                <a:gd name="connsiteX3" fmla="*/ 131 w 595959"/>
                <a:gd name="connsiteY3" fmla="*/ 145733 h 145733"/>
                <a:gd name="connsiteX4" fmla="*/ 124 w 595959"/>
                <a:gd name="connsiteY4" fmla="*/ 28496 h 14573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856"/>
                <a:gd name="connsiteY0" fmla="*/ 41841 h 159078"/>
                <a:gd name="connsiteX1" fmla="*/ 591261 w 595856"/>
                <a:gd name="connsiteY1" fmla="*/ 0 h 159078"/>
                <a:gd name="connsiteX2" fmla="*/ 595830 w 595856"/>
                <a:gd name="connsiteY2" fmla="*/ 116896 h 159078"/>
                <a:gd name="connsiteX3" fmla="*/ 131 w 595856"/>
                <a:gd name="connsiteY3" fmla="*/ 159078 h 159078"/>
                <a:gd name="connsiteX4" fmla="*/ 124 w 595856"/>
                <a:gd name="connsiteY4" fmla="*/ 41841 h 159078"/>
                <a:gd name="connsiteX0" fmla="*/ 124 w 595959"/>
                <a:gd name="connsiteY0" fmla="*/ 41841 h 159078"/>
                <a:gd name="connsiteX1" fmla="*/ 595828 w 595959"/>
                <a:gd name="connsiteY1" fmla="*/ 0 h 159078"/>
                <a:gd name="connsiteX2" fmla="*/ 595830 w 595959"/>
                <a:gd name="connsiteY2" fmla="*/ 116896 h 159078"/>
                <a:gd name="connsiteX3" fmla="*/ 131 w 595959"/>
                <a:gd name="connsiteY3" fmla="*/ 159078 h 159078"/>
                <a:gd name="connsiteX4" fmla="*/ 124 w 595959"/>
                <a:gd name="connsiteY4" fmla="*/ 41841 h 159078"/>
                <a:gd name="connsiteX0" fmla="*/ 124 w 597349"/>
                <a:gd name="connsiteY0" fmla="*/ 42378 h 159615"/>
                <a:gd name="connsiteX1" fmla="*/ 597349 w 597349"/>
                <a:gd name="connsiteY1" fmla="*/ 0 h 159615"/>
                <a:gd name="connsiteX2" fmla="*/ 595830 w 597349"/>
                <a:gd name="connsiteY2" fmla="*/ 117433 h 159615"/>
                <a:gd name="connsiteX3" fmla="*/ 131 w 597349"/>
                <a:gd name="connsiteY3" fmla="*/ 159615 h 159615"/>
                <a:gd name="connsiteX4" fmla="*/ 124 w 597349"/>
                <a:gd name="connsiteY4" fmla="*/ 42378 h 159615"/>
                <a:gd name="connsiteX0" fmla="*/ 124 w 600443"/>
                <a:gd name="connsiteY0" fmla="*/ 42378 h 159615"/>
                <a:gd name="connsiteX1" fmla="*/ 597349 w 600443"/>
                <a:gd name="connsiteY1" fmla="*/ 0 h 159615"/>
                <a:gd name="connsiteX2" fmla="*/ 600408 w 600443"/>
                <a:gd name="connsiteY2" fmla="*/ 117433 h 159615"/>
                <a:gd name="connsiteX3" fmla="*/ 131 w 600443"/>
                <a:gd name="connsiteY3" fmla="*/ 159615 h 159615"/>
                <a:gd name="connsiteX4" fmla="*/ 124 w 600443"/>
                <a:gd name="connsiteY4" fmla="*/ 42378 h 159615"/>
                <a:gd name="connsiteX0" fmla="*/ 124 w 600537"/>
                <a:gd name="connsiteY0" fmla="*/ 42378 h 159615"/>
                <a:gd name="connsiteX1" fmla="*/ 600401 w 600537"/>
                <a:gd name="connsiteY1" fmla="*/ 0 h 159615"/>
                <a:gd name="connsiteX2" fmla="*/ 600408 w 600537"/>
                <a:gd name="connsiteY2" fmla="*/ 117433 h 159615"/>
                <a:gd name="connsiteX3" fmla="*/ 131 w 600537"/>
                <a:gd name="connsiteY3" fmla="*/ 159615 h 159615"/>
                <a:gd name="connsiteX4" fmla="*/ 124 w 600537"/>
                <a:gd name="connsiteY4" fmla="*/ 42378 h 159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0537" h="159615">
                  <a:moveTo>
                    <a:pt x="124" y="42378"/>
                  </a:moveTo>
                  <a:cubicBezTo>
                    <a:pt x="296414" y="-50243"/>
                    <a:pt x="418111" y="75773"/>
                    <a:pt x="600401" y="0"/>
                  </a:cubicBezTo>
                  <a:cubicBezTo>
                    <a:pt x="599951" y="33260"/>
                    <a:pt x="600858" y="84173"/>
                    <a:pt x="600408" y="117433"/>
                  </a:cubicBezTo>
                  <a:cubicBezTo>
                    <a:pt x="395490" y="192726"/>
                    <a:pt x="285331" y="62551"/>
                    <a:pt x="131" y="159615"/>
                  </a:cubicBezTo>
                  <a:cubicBezTo>
                    <a:pt x="-323" y="114566"/>
                    <a:pt x="578" y="87427"/>
                    <a:pt x="124" y="42378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12" name="矩形 1174">
              <a:extLst>
                <a:ext uri="{FF2B5EF4-FFF2-40B4-BE49-F238E27FC236}">
                  <a16:creationId xmlns:a16="http://schemas.microsoft.com/office/drawing/2014/main" id="{530EAA4D-D330-C1FE-5258-D9EF854235E3}"/>
                </a:ext>
              </a:extLst>
            </p:cNvPr>
            <p:cNvSpPr/>
            <p:nvPr/>
          </p:nvSpPr>
          <p:spPr>
            <a:xfrm rot="10800000">
              <a:off x="6490934" y="6141287"/>
              <a:ext cx="618706" cy="226680"/>
            </a:xfrm>
            <a:custGeom>
              <a:avLst/>
              <a:gdLst>
                <a:gd name="connsiteX0" fmla="*/ 0 w 595706"/>
                <a:gd name="connsiteY0" fmla="*/ 0 h 92965"/>
                <a:gd name="connsiteX1" fmla="*/ 595706 w 595706"/>
                <a:gd name="connsiteY1" fmla="*/ 0 h 92965"/>
                <a:gd name="connsiteX2" fmla="*/ 595706 w 595706"/>
                <a:gd name="connsiteY2" fmla="*/ 92965 h 92965"/>
                <a:gd name="connsiteX3" fmla="*/ 0 w 595706"/>
                <a:gd name="connsiteY3" fmla="*/ 92965 h 92965"/>
                <a:gd name="connsiteX4" fmla="*/ 0 w 595706"/>
                <a:gd name="connsiteY4" fmla="*/ 0 h 92965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1422 w 594406"/>
                <a:gd name="connsiteY0" fmla="*/ 21376 h 135147"/>
                <a:gd name="connsiteX1" fmla="*/ 594406 w 594406"/>
                <a:gd name="connsiteY1" fmla="*/ 0 h 135147"/>
                <a:gd name="connsiteX2" fmla="*/ 594406 w 594406"/>
                <a:gd name="connsiteY2" fmla="*/ 92965 h 135147"/>
                <a:gd name="connsiteX3" fmla="*/ 61 w 594406"/>
                <a:gd name="connsiteY3" fmla="*/ 135147 h 135147"/>
                <a:gd name="connsiteX4" fmla="*/ 1422 w 594406"/>
                <a:gd name="connsiteY4" fmla="*/ 21376 h 135147"/>
                <a:gd name="connsiteX0" fmla="*/ 1422 w 594406"/>
                <a:gd name="connsiteY0" fmla="*/ 15599 h 135147"/>
                <a:gd name="connsiteX1" fmla="*/ 594406 w 594406"/>
                <a:gd name="connsiteY1" fmla="*/ 0 h 135147"/>
                <a:gd name="connsiteX2" fmla="*/ 594406 w 594406"/>
                <a:gd name="connsiteY2" fmla="*/ 92965 h 135147"/>
                <a:gd name="connsiteX3" fmla="*/ 61 w 594406"/>
                <a:gd name="connsiteY3" fmla="*/ 135147 h 135147"/>
                <a:gd name="connsiteX4" fmla="*/ 1422 w 594406"/>
                <a:gd name="connsiteY4" fmla="*/ 15599 h 135147"/>
                <a:gd name="connsiteX0" fmla="*/ 131 w 594476"/>
                <a:gd name="connsiteY0" fmla="*/ 4622 h 135147"/>
                <a:gd name="connsiteX1" fmla="*/ 594476 w 594476"/>
                <a:gd name="connsiteY1" fmla="*/ 0 h 135147"/>
                <a:gd name="connsiteX2" fmla="*/ 594476 w 594476"/>
                <a:gd name="connsiteY2" fmla="*/ 92965 h 135147"/>
                <a:gd name="connsiteX3" fmla="*/ 131 w 594476"/>
                <a:gd name="connsiteY3" fmla="*/ 135147 h 135147"/>
                <a:gd name="connsiteX4" fmla="*/ 131 w 594476"/>
                <a:gd name="connsiteY4" fmla="*/ 4622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22423 h 139660"/>
                <a:gd name="connsiteX1" fmla="*/ 595706 w 595706"/>
                <a:gd name="connsiteY1" fmla="*/ 4513 h 139660"/>
                <a:gd name="connsiteX2" fmla="*/ 595706 w 595706"/>
                <a:gd name="connsiteY2" fmla="*/ 97478 h 139660"/>
                <a:gd name="connsiteX3" fmla="*/ 1361 w 595706"/>
                <a:gd name="connsiteY3" fmla="*/ 139660 h 139660"/>
                <a:gd name="connsiteX4" fmla="*/ 0 w 595706"/>
                <a:gd name="connsiteY4" fmla="*/ 22423 h 139660"/>
                <a:gd name="connsiteX0" fmla="*/ 0 w 595706"/>
                <a:gd name="connsiteY0" fmla="*/ 26413 h 143650"/>
                <a:gd name="connsiteX1" fmla="*/ 595706 w 595706"/>
                <a:gd name="connsiteY1" fmla="*/ 8503 h 143650"/>
                <a:gd name="connsiteX2" fmla="*/ 595706 w 595706"/>
                <a:gd name="connsiteY2" fmla="*/ 101468 h 143650"/>
                <a:gd name="connsiteX3" fmla="*/ 1361 w 595706"/>
                <a:gd name="connsiteY3" fmla="*/ 143650 h 143650"/>
                <a:gd name="connsiteX4" fmla="*/ 0 w 595706"/>
                <a:gd name="connsiteY4" fmla="*/ 26413 h 143650"/>
                <a:gd name="connsiteX0" fmla="*/ 0 w 595706"/>
                <a:gd name="connsiteY0" fmla="*/ 21286 h 138523"/>
                <a:gd name="connsiteX1" fmla="*/ 595706 w 595706"/>
                <a:gd name="connsiteY1" fmla="*/ 3376 h 138523"/>
                <a:gd name="connsiteX2" fmla="*/ 595706 w 595706"/>
                <a:gd name="connsiteY2" fmla="*/ 96341 h 138523"/>
                <a:gd name="connsiteX3" fmla="*/ 1361 w 595706"/>
                <a:gd name="connsiteY3" fmla="*/ 138523 h 138523"/>
                <a:gd name="connsiteX4" fmla="*/ 0 w 595706"/>
                <a:gd name="connsiteY4" fmla="*/ 21286 h 138523"/>
                <a:gd name="connsiteX0" fmla="*/ 0 w 595706"/>
                <a:gd name="connsiteY0" fmla="*/ 22534 h 139771"/>
                <a:gd name="connsiteX1" fmla="*/ 595706 w 595706"/>
                <a:gd name="connsiteY1" fmla="*/ 4624 h 139771"/>
                <a:gd name="connsiteX2" fmla="*/ 595706 w 595706"/>
                <a:gd name="connsiteY2" fmla="*/ 97589 h 139771"/>
                <a:gd name="connsiteX3" fmla="*/ 1361 w 595706"/>
                <a:gd name="connsiteY3" fmla="*/ 139771 h 139771"/>
                <a:gd name="connsiteX4" fmla="*/ 0 w 595706"/>
                <a:gd name="connsiteY4" fmla="*/ 22534 h 139771"/>
                <a:gd name="connsiteX0" fmla="*/ 0 w 595706"/>
                <a:gd name="connsiteY0" fmla="*/ 23494 h 140731"/>
                <a:gd name="connsiteX1" fmla="*/ 595706 w 595706"/>
                <a:gd name="connsiteY1" fmla="*/ 2118 h 140731"/>
                <a:gd name="connsiteX2" fmla="*/ 595706 w 595706"/>
                <a:gd name="connsiteY2" fmla="*/ 98549 h 140731"/>
                <a:gd name="connsiteX3" fmla="*/ 1361 w 595706"/>
                <a:gd name="connsiteY3" fmla="*/ 140731 h 140731"/>
                <a:gd name="connsiteX4" fmla="*/ 0 w 595706"/>
                <a:gd name="connsiteY4" fmla="*/ 23494 h 140731"/>
                <a:gd name="connsiteX0" fmla="*/ 0 w 595706"/>
                <a:gd name="connsiteY0" fmla="*/ 23494 h 140731"/>
                <a:gd name="connsiteX1" fmla="*/ 595706 w 595706"/>
                <a:gd name="connsiteY1" fmla="*/ 2118 h 140731"/>
                <a:gd name="connsiteX2" fmla="*/ 595706 w 595706"/>
                <a:gd name="connsiteY2" fmla="*/ 98549 h 140731"/>
                <a:gd name="connsiteX3" fmla="*/ 1361 w 595706"/>
                <a:gd name="connsiteY3" fmla="*/ 140731 h 140731"/>
                <a:gd name="connsiteX4" fmla="*/ 0 w 595706"/>
                <a:gd name="connsiteY4" fmla="*/ 23494 h 140731"/>
                <a:gd name="connsiteX0" fmla="*/ 0 w 595706"/>
                <a:gd name="connsiteY0" fmla="*/ 25030 h 142267"/>
                <a:gd name="connsiteX1" fmla="*/ 595706 w 595706"/>
                <a:gd name="connsiteY1" fmla="*/ 3654 h 142267"/>
                <a:gd name="connsiteX2" fmla="*/ 595706 w 595706"/>
                <a:gd name="connsiteY2" fmla="*/ 100085 h 142267"/>
                <a:gd name="connsiteX3" fmla="*/ 1361 w 595706"/>
                <a:gd name="connsiteY3" fmla="*/ 142267 h 142267"/>
                <a:gd name="connsiteX4" fmla="*/ 0 w 595706"/>
                <a:gd name="connsiteY4" fmla="*/ 25030 h 142267"/>
                <a:gd name="connsiteX0" fmla="*/ 0 w 595706"/>
                <a:gd name="connsiteY0" fmla="*/ 22091 h 139328"/>
                <a:gd name="connsiteX1" fmla="*/ 595706 w 595706"/>
                <a:gd name="connsiteY1" fmla="*/ 715 h 139328"/>
                <a:gd name="connsiteX2" fmla="*/ 595706 w 595706"/>
                <a:gd name="connsiteY2" fmla="*/ 97146 h 139328"/>
                <a:gd name="connsiteX3" fmla="*/ 1361 w 595706"/>
                <a:gd name="connsiteY3" fmla="*/ 139328 h 139328"/>
                <a:gd name="connsiteX4" fmla="*/ 0 w 595706"/>
                <a:gd name="connsiteY4" fmla="*/ 22091 h 139328"/>
                <a:gd name="connsiteX0" fmla="*/ 0 w 595706"/>
                <a:gd name="connsiteY0" fmla="*/ 23573 h 140810"/>
                <a:gd name="connsiteX1" fmla="*/ 595706 w 595706"/>
                <a:gd name="connsiteY1" fmla="*/ 2197 h 140810"/>
                <a:gd name="connsiteX2" fmla="*/ 595706 w 595706"/>
                <a:gd name="connsiteY2" fmla="*/ 98628 h 140810"/>
                <a:gd name="connsiteX3" fmla="*/ 1361 w 595706"/>
                <a:gd name="connsiteY3" fmla="*/ 140810 h 140810"/>
                <a:gd name="connsiteX4" fmla="*/ 0 w 595706"/>
                <a:gd name="connsiteY4" fmla="*/ 23573 h 140810"/>
                <a:gd name="connsiteX0" fmla="*/ 0 w 595706"/>
                <a:gd name="connsiteY0" fmla="*/ 21908 h 139145"/>
                <a:gd name="connsiteX1" fmla="*/ 595706 w 595706"/>
                <a:gd name="connsiteY1" fmla="*/ 532 h 139145"/>
                <a:gd name="connsiteX2" fmla="*/ 595706 w 595706"/>
                <a:gd name="connsiteY2" fmla="*/ 96963 h 139145"/>
                <a:gd name="connsiteX3" fmla="*/ 1361 w 595706"/>
                <a:gd name="connsiteY3" fmla="*/ 139145 h 139145"/>
                <a:gd name="connsiteX4" fmla="*/ 0 w 595706"/>
                <a:gd name="connsiteY4" fmla="*/ 21908 h 139145"/>
                <a:gd name="connsiteX0" fmla="*/ 0 w 595706"/>
                <a:gd name="connsiteY0" fmla="*/ 23863 h 141100"/>
                <a:gd name="connsiteX1" fmla="*/ 595706 w 595706"/>
                <a:gd name="connsiteY1" fmla="*/ 2487 h 141100"/>
                <a:gd name="connsiteX2" fmla="*/ 595706 w 595706"/>
                <a:gd name="connsiteY2" fmla="*/ 98918 h 141100"/>
                <a:gd name="connsiteX3" fmla="*/ 1361 w 595706"/>
                <a:gd name="connsiteY3" fmla="*/ 141100 h 141100"/>
                <a:gd name="connsiteX4" fmla="*/ 0 w 595706"/>
                <a:gd name="connsiteY4" fmla="*/ 23863 h 141100"/>
                <a:gd name="connsiteX0" fmla="*/ 0 w 595706"/>
                <a:gd name="connsiteY0" fmla="*/ 24472 h 141709"/>
                <a:gd name="connsiteX1" fmla="*/ 595706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0 w 595706"/>
                <a:gd name="connsiteY0" fmla="*/ 24267 h 141504"/>
                <a:gd name="connsiteX1" fmla="*/ 595706 w 595706"/>
                <a:gd name="connsiteY1" fmla="*/ 2891 h 141504"/>
                <a:gd name="connsiteX2" fmla="*/ 595706 w 595706"/>
                <a:gd name="connsiteY2" fmla="*/ 99322 h 141504"/>
                <a:gd name="connsiteX3" fmla="*/ 1361 w 595706"/>
                <a:gd name="connsiteY3" fmla="*/ 141504 h 141504"/>
                <a:gd name="connsiteX4" fmla="*/ 0 w 595706"/>
                <a:gd name="connsiteY4" fmla="*/ 24267 h 141504"/>
                <a:gd name="connsiteX0" fmla="*/ 0 w 595706"/>
                <a:gd name="connsiteY0" fmla="*/ 24472 h 141709"/>
                <a:gd name="connsiteX1" fmla="*/ 595706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0 w 595706"/>
                <a:gd name="connsiteY0" fmla="*/ 24472 h 141709"/>
                <a:gd name="connsiteX1" fmla="*/ 594353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124 w 595830"/>
                <a:gd name="connsiteY0" fmla="*/ 24472 h 141709"/>
                <a:gd name="connsiteX1" fmla="*/ 594477 w 595830"/>
                <a:gd name="connsiteY1" fmla="*/ 3096 h 141709"/>
                <a:gd name="connsiteX2" fmla="*/ 595830 w 595830"/>
                <a:gd name="connsiteY2" fmla="*/ 99527 h 141709"/>
                <a:gd name="connsiteX3" fmla="*/ 131 w 595830"/>
                <a:gd name="connsiteY3" fmla="*/ 141709 h 141709"/>
                <a:gd name="connsiteX4" fmla="*/ 124 w 595830"/>
                <a:gd name="connsiteY4" fmla="*/ 24472 h 141709"/>
                <a:gd name="connsiteX0" fmla="*/ 124 w 597179"/>
                <a:gd name="connsiteY0" fmla="*/ 25207 h 142444"/>
                <a:gd name="connsiteX1" fmla="*/ 597179 w 597179"/>
                <a:gd name="connsiteY1" fmla="*/ 481 h 142444"/>
                <a:gd name="connsiteX2" fmla="*/ 595830 w 597179"/>
                <a:gd name="connsiteY2" fmla="*/ 100262 h 142444"/>
                <a:gd name="connsiteX3" fmla="*/ 131 w 597179"/>
                <a:gd name="connsiteY3" fmla="*/ 142444 h 142444"/>
                <a:gd name="connsiteX4" fmla="*/ 124 w 597179"/>
                <a:gd name="connsiteY4" fmla="*/ 25207 h 142444"/>
                <a:gd name="connsiteX0" fmla="*/ 124 w 595889"/>
                <a:gd name="connsiteY0" fmla="*/ 25842 h 143079"/>
                <a:gd name="connsiteX1" fmla="*/ 594477 w 595889"/>
                <a:gd name="connsiteY1" fmla="*/ 0 h 143079"/>
                <a:gd name="connsiteX2" fmla="*/ 595830 w 595889"/>
                <a:gd name="connsiteY2" fmla="*/ 100897 h 143079"/>
                <a:gd name="connsiteX3" fmla="*/ 131 w 595889"/>
                <a:gd name="connsiteY3" fmla="*/ 143079 h 143079"/>
                <a:gd name="connsiteX4" fmla="*/ 124 w 595889"/>
                <a:gd name="connsiteY4" fmla="*/ 25842 h 143079"/>
                <a:gd name="connsiteX0" fmla="*/ 124 w 595889"/>
                <a:gd name="connsiteY0" fmla="*/ 24713 h 141950"/>
                <a:gd name="connsiteX1" fmla="*/ 594477 w 595889"/>
                <a:gd name="connsiteY1" fmla="*/ 2221 h 141950"/>
                <a:gd name="connsiteX2" fmla="*/ 595830 w 595889"/>
                <a:gd name="connsiteY2" fmla="*/ 99768 h 141950"/>
                <a:gd name="connsiteX3" fmla="*/ 131 w 595889"/>
                <a:gd name="connsiteY3" fmla="*/ 141950 h 141950"/>
                <a:gd name="connsiteX4" fmla="*/ 124 w 595889"/>
                <a:gd name="connsiteY4" fmla="*/ 24713 h 141950"/>
                <a:gd name="connsiteX0" fmla="*/ 124 w 595959"/>
                <a:gd name="connsiteY0" fmla="*/ 24713 h 141950"/>
                <a:gd name="connsiteX1" fmla="*/ 595828 w 595959"/>
                <a:gd name="connsiteY1" fmla="*/ 2221 h 141950"/>
                <a:gd name="connsiteX2" fmla="*/ 595830 w 595959"/>
                <a:gd name="connsiteY2" fmla="*/ 99768 h 141950"/>
                <a:gd name="connsiteX3" fmla="*/ 131 w 595959"/>
                <a:gd name="connsiteY3" fmla="*/ 141950 h 141950"/>
                <a:gd name="connsiteX4" fmla="*/ 124 w 595959"/>
                <a:gd name="connsiteY4" fmla="*/ 24713 h 141950"/>
                <a:gd name="connsiteX0" fmla="*/ 124 w 595959"/>
                <a:gd name="connsiteY0" fmla="*/ 24925 h 142162"/>
                <a:gd name="connsiteX1" fmla="*/ 595828 w 595959"/>
                <a:gd name="connsiteY1" fmla="*/ 2433 h 142162"/>
                <a:gd name="connsiteX2" fmla="*/ 595830 w 595959"/>
                <a:gd name="connsiteY2" fmla="*/ 99980 h 142162"/>
                <a:gd name="connsiteX3" fmla="*/ 131 w 595959"/>
                <a:gd name="connsiteY3" fmla="*/ 142162 h 142162"/>
                <a:gd name="connsiteX4" fmla="*/ 124 w 595959"/>
                <a:gd name="connsiteY4" fmla="*/ 24925 h 142162"/>
                <a:gd name="connsiteX0" fmla="*/ 124 w 595959"/>
                <a:gd name="connsiteY0" fmla="*/ 22492 h 139729"/>
                <a:gd name="connsiteX1" fmla="*/ 595828 w 595959"/>
                <a:gd name="connsiteY1" fmla="*/ 0 h 139729"/>
                <a:gd name="connsiteX2" fmla="*/ 595830 w 595959"/>
                <a:gd name="connsiteY2" fmla="*/ 97547 h 139729"/>
                <a:gd name="connsiteX3" fmla="*/ 131 w 595959"/>
                <a:gd name="connsiteY3" fmla="*/ 139729 h 139729"/>
                <a:gd name="connsiteX4" fmla="*/ 124 w 595959"/>
                <a:gd name="connsiteY4" fmla="*/ 22492 h 139729"/>
                <a:gd name="connsiteX0" fmla="*/ 124 w 595959"/>
                <a:gd name="connsiteY0" fmla="*/ 25585 h 142822"/>
                <a:gd name="connsiteX1" fmla="*/ 595828 w 595959"/>
                <a:gd name="connsiteY1" fmla="*/ 3093 h 142822"/>
                <a:gd name="connsiteX2" fmla="*/ 595830 w 595959"/>
                <a:gd name="connsiteY2" fmla="*/ 100640 h 142822"/>
                <a:gd name="connsiteX3" fmla="*/ 131 w 595959"/>
                <a:gd name="connsiteY3" fmla="*/ 142822 h 142822"/>
                <a:gd name="connsiteX4" fmla="*/ 124 w 595959"/>
                <a:gd name="connsiteY4" fmla="*/ 25585 h 142822"/>
                <a:gd name="connsiteX0" fmla="*/ 124 w 595959"/>
                <a:gd name="connsiteY0" fmla="*/ 25585 h 142822"/>
                <a:gd name="connsiteX1" fmla="*/ 595828 w 595959"/>
                <a:gd name="connsiteY1" fmla="*/ 3093 h 142822"/>
                <a:gd name="connsiteX2" fmla="*/ 595830 w 595959"/>
                <a:gd name="connsiteY2" fmla="*/ 100640 h 142822"/>
                <a:gd name="connsiteX3" fmla="*/ 131 w 595959"/>
                <a:gd name="connsiteY3" fmla="*/ 142822 h 142822"/>
                <a:gd name="connsiteX4" fmla="*/ 124 w 595959"/>
                <a:gd name="connsiteY4" fmla="*/ 25585 h 142822"/>
                <a:gd name="connsiteX0" fmla="*/ 124 w 595959"/>
                <a:gd name="connsiteY0" fmla="*/ 26512 h 143749"/>
                <a:gd name="connsiteX1" fmla="*/ 595828 w 595959"/>
                <a:gd name="connsiteY1" fmla="*/ 4020 h 143749"/>
                <a:gd name="connsiteX2" fmla="*/ 595830 w 595959"/>
                <a:gd name="connsiteY2" fmla="*/ 101567 h 143749"/>
                <a:gd name="connsiteX3" fmla="*/ 131 w 595959"/>
                <a:gd name="connsiteY3" fmla="*/ 143749 h 143749"/>
                <a:gd name="connsiteX4" fmla="*/ 124 w 595959"/>
                <a:gd name="connsiteY4" fmla="*/ 26512 h 143749"/>
                <a:gd name="connsiteX0" fmla="*/ 124 w 595959"/>
                <a:gd name="connsiteY0" fmla="*/ 26512 h 143749"/>
                <a:gd name="connsiteX1" fmla="*/ 595828 w 595959"/>
                <a:gd name="connsiteY1" fmla="*/ 4020 h 143749"/>
                <a:gd name="connsiteX2" fmla="*/ 595830 w 595959"/>
                <a:gd name="connsiteY2" fmla="*/ 101567 h 143749"/>
                <a:gd name="connsiteX3" fmla="*/ 131 w 595959"/>
                <a:gd name="connsiteY3" fmla="*/ 143749 h 143749"/>
                <a:gd name="connsiteX4" fmla="*/ 124 w 595959"/>
                <a:gd name="connsiteY4" fmla="*/ 26512 h 143749"/>
                <a:gd name="connsiteX0" fmla="*/ 124 w 595959"/>
                <a:gd name="connsiteY0" fmla="*/ 28496 h 145733"/>
                <a:gd name="connsiteX1" fmla="*/ 595828 w 595959"/>
                <a:gd name="connsiteY1" fmla="*/ 6004 h 145733"/>
                <a:gd name="connsiteX2" fmla="*/ 595830 w 595959"/>
                <a:gd name="connsiteY2" fmla="*/ 103551 h 145733"/>
                <a:gd name="connsiteX3" fmla="*/ 131 w 595959"/>
                <a:gd name="connsiteY3" fmla="*/ 145733 h 145733"/>
                <a:gd name="connsiteX4" fmla="*/ 124 w 595959"/>
                <a:gd name="connsiteY4" fmla="*/ 28496 h 14573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856"/>
                <a:gd name="connsiteY0" fmla="*/ 41841 h 159078"/>
                <a:gd name="connsiteX1" fmla="*/ 591261 w 595856"/>
                <a:gd name="connsiteY1" fmla="*/ 0 h 159078"/>
                <a:gd name="connsiteX2" fmla="*/ 595830 w 595856"/>
                <a:gd name="connsiteY2" fmla="*/ 116896 h 159078"/>
                <a:gd name="connsiteX3" fmla="*/ 131 w 595856"/>
                <a:gd name="connsiteY3" fmla="*/ 159078 h 159078"/>
                <a:gd name="connsiteX4" fmla="*/ 124 w 595856"/>
                <a:gd name="connsiteY4" fmla="*/ 41841 h 159078"/>
                <a:gd name="connsiteX0" fmla="*/ 124 w 595959"/>
                <a:gd name="connsiteY0" fmla="*/ 41841 h 159078"/>
                <a:gd name="connsiteX1" fmla="*/ 595828 w 595959"/>
                <a:gd name="connsiteY1" fmla="*/ 0 h 159078"/>
                <a:gd name="connsiteX2" fmla="*/ 595830 w 595959"/>
                <a:gd name="connsiteY2" fmla="*/ 116896 h 159078"/>
                <a:gd name="connsiteX3" fmla="*/ 131 w 595959"/>
                <a:gd name="connsiteY3" fmla="*/ 159078 h 159078"/>
                <a:gd name="connsiteX4" fmla="*/ 124 w 595959"/>
                <a:gd name="connsiteY4" fmla="*/ 41841 h 159078"/>
                <a:gd name="connsiteX0" fmla="*/ 124 w 597349"/>
                <a:gd name="connsiteY0" fmla="*/ 42378 h 159615"/>
                <a:gd name="connsiteX1" fmla="*/ 597349 w 597349"/>
                <a:gd name="connsiteY1" fmla="*/ 0 h 159615"/>
                <a:gd name="connsiteX2" fmla="*/ 595830 w 597349"/>
                <a:gd name="connsiteY2" fmla="*/ 117433 h 159615"/>
                <a:gd name="connsiteX3" fmla="*/ 131 w 597349"/>
                <a:gd name="connsiteY3" fmla="*/ 159615 h 159615"/>
                <a:gd name="connsiteX4" fmla="*/ 124 w 597349"/>
                <a:gd name="connsiteY4" fmla="*/ 42378 h 159615"/>
                <a:gd name="connsiteX0" fmla="*/ 124 w 600443"/>
                <a:gd name="connsiteY0" fmla="*/ 42378 h 159615"/>
                <a:gd name="connsiteX1" fmla="*/ 597349 w 600443"/>
                <a:gd name="connsiteY1" fmla="*/ 0 h 159615"/>
                <a:gd name="connsiteX2" fmla="*/ 600408 w 600443"/>
                <a:gd name="connsiteY2" fmla="*/ 117433 h 159615"/>
                <a:gd name="connsiteX3" fmla="*/ 131 w 600443"/>
                <a:gd name="connsiteY3" fmla="*/ 159615 h 159615"/>
                <a:gd name="connsiteX4" fmla="*/ 124 w 600443"/>
                <a:gd name="connsiteY4" fmla="*/ 42378 h 159615"/>
                <a:gd name="connsiteX0" fmla="*/ 124 w 600537"/>
                <a:gd name="connsiteY0" fmla="*/ 42378 h 159615"/>
                <a:gd name="connsiteX1" fmla="*/ 600401 w 600537"/>
                <a:gd name="connsiteY1" fmla="*/ 0 h 159615"/>
                <a:gd name="connsiteX2" fmla="*/ 600408 w 600537"/>
                <a:gd name="connsiteY2" fmla="*/ 117433 h 159615"/>
                <a:gd name="connsiteX3" fmla="*/ 131 w 600537"/>
                <a:gd name="connsiteY3" fmla="*/ 159615 h 159615"/>
                <a:gd name="connsiteX4" fmla="*/ 124 w 600537"/>
                <a:gd name="connsiteY4" fmla="*/ 42378 h 159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0537" h="159615">
                  <a:moveTo>
                    <a:pt x="124" y="42378"/>
                  </a:moveTo>
                  <a:cubicBezTo>
                    <a:pt x="296414" y="-50243"/>
                    <a:pt x="418111" y="75773"/>
                    <a:pt x="600401" y="0"/>
                  </a:cubicBezTo>
                  <a:cubicBezTo>
                    <a:pt x="599951" y="33260"/>
                    <a:pt x="600858" y="84173"/>
                    <a:pt x="600408" y="117433"/>
                  </a:cubicBezTo>
                  <a:cubicBezTo>
                    <a:pt x="395490" y="192726"/>
                    <a:pt x="285331" y="62551"/>
                    <a:pt x="131" y="159615"/>
                  </a:cubicBezTo>
                  <a:cubicBezTo>
                    <a:pt x="-323" y="114566"/>
                    <a:pt x="578" y="87427"/>
                    <a:pt x="124" y="42378"/>
                  </a:cubicBezTo>
                  <a:close/>
                </a:path>
              </a:pathLst>
            </a:custGeom>
            <a:solidFill>
              <a:schemeClr val="accent5">
                <a:lumMod val="40000"/>
                <a:lumOff val="6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813" name="组合 812">
              <a:extLst>
                <a:ext uri="{FF2B5EF4-FFF2-40B4-BE49-F238E27FC236}">
                  <a16:creationId xmlns:a16="http://schemas.microsoft.com/office/drawing/2014/main" id="{A7B164DB-2948-3657-C7BA-DF5BE0FE510F}"/>
                </a:ext>
              </a:extLst>
            </p:cNvPr>
            <p:cNvGrpSpPr/>
            <p:nvPr/>
          </p:nvGrpSpPr>
          <p:grpSpPr>
            <a:xfrm>
              <a:off x="6489710" y="6445933"/>
              <a:ext cx="621640" cy="735125"/>
              <a:chOff x="5766806" y="6445933"/>
              <a:chExt cx="621640" cy="735125"/>
            </a:xfrm>
          </p:grpSpPr>
          <p:sp>
            <p:nvSpPr>
              <p:cNvPr id="814" name="矩形 1174">
                <a:extLst>
                  <a:ext uri="{FF2B5EF4-FFF2-40B4-BE49-F238E27FC236}">
                    <a16:creationId xmlns:a16="http://schemas.microsoft.com/office/drawing/2014/main" id="{3DB8F40C-E5C9-9CC9-0708-5D20DAC6CDC1}"/>
                  </a:ext>
                </a:extLst>
              </p:cNvPr>
              <p:cNvSpPr/>
              <p:nvPr/>
            </p:nvSpPr>
            <p:spPr>
              <a:xfrm rot="10800000">
                <a:off x="5768235" y="6445933"/>
                <a:ext cx="618706" cy="226680"/>
              </a:xfrm>
              <a:custGeom>
                <a:avLst/>
                <a:gdLst>
                  <a:gd name="connsiteX0" fmla="*/ 0 w 595706"/>
                  <a:gd name="connsiteY0" fmla="*/ 0 h 92965"/>
                  <a:gd name="connsiteX1" fmla="*/ 595706 w 595706"/>
                  <a:gd name="connsiteY1" fmla="*/ 0 h 92965"/>
                  <a:gd name="connsiteX2" fmla="*/ 595706 w 595706"/>
                  <a:gd name="connsiteY2" fmla="*/ 92965 h 92965"/>
                  <a:gd name="connsiteX3" fmla="*/ 0 w 595706"/>
                  <a:gd name="connsiteY3" fmla="*/ 92965 h 92965"/>
                  <a:gd name="connsiteX4" fmla="*/ 0 w 595706"/>
                  <a:gd name="connsiteY4" fmla="*/ 0 h 92965"/>
                  <a:gd name="connsiteX0" fmla="*/ 0 w 595706"/>
                  <a:gd name="connsiteY0" fmla="*/ 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0 h 135147"/>
                  <a:gd name="connsiteX0" fmla="*/ 0 w 595706"/>
                  <a:gd name="connsiteY0" fmla="*/ 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0 h 135147"/>
                  <a:gd name="connsiteX0" fmla="*/ 0 w 595706"/>
                  <a:gd name="connsiteY0" fmla="*/ 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0 h 135147"/>
                  <a:gd name="connsiteX0" fmla="*/ 0 w 595706"/>
                  <a:gd name="connsiteY0" fmla="*/ 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0 h 135147"/>
                  <a:gd name="connsiteX0" fmla="*/ 1422 w 594406"/>
                  <a:gd name="connsiteY0" fmla="*/ 21376 h 135147"/>
                  <a:gd name="connsiteX1" fmla="*/ 594406 w 594406"/>
                  <a:gd name="connsiteY1" fmla="*/ 0 h 135147"/>
                  <a:gd name="connsiteX2" fmla="*/ 594406 w 594406"/>
                  <a:gd name="connsiteY2" fmla="*/ 92965 h 135147"/>
                  <a:gd name="connsiteX3" fmla="*/ 61 w 594406"/>
                  <a:gd name="connsiteY3" fmla="*/ 135147 h 135147"/>
                  <a:gd name="connsiteX4" fmla="*/ 1422 w 594406"/>
                  <a:gd name="connsiteY4" fmla="*/ 21376 h 135147"/>
                  <a:gd name="connsiteX0" fmla="*/ 1422 w 594406"/>
                  <a:gd name="connsiteY0" fmla="*/ 15599 h 135147"/>
                  <a:gd name="connsiteX1" fmla="*/ 594406 w 594406"/>
                  <a:gd name="connsiteY1" fmla="*/ 0 h 135147"/>
                  <a:gd name="connsiteX2" fmla="*/ 594406 w 594406"/>
                  <a:gd name="connsiteY2" fmla="*/ 92965 h 135147"/>
                  <a:gd name="connsiteX3" fmla="*/ 61 w 594406"/>
                  <a:gd name="connsiteY3" fmla="*/ 135147 h 135147"/>
                  <a:gd name="connsiteX4" fmla="*/ 1422 w 594406"/>
                  <a:gd name="connsiteY4" fmla="*/ 15599 h 135147"/>
                  <a:gd name="connsiteX0" fmla="*/ 131 w 594476"/>
                  <a:gd name="connsiteY0" fmla="*/ 4622 h 135147"/>
                  <a:gd name="connsiteX1" fmla="*/ 594476 w 594476"/>
                  <a:gd name="connsiteY1" fmla="*/ 0 h 135147"/>
                  <a:gd name="connsiteX2" fmla="*/ 594476 w 594476"/>
                  <a:gd name="connsiteY2" fmla="*/ 92965 h 135147"/>
                  <a:gd name="connsiteX3" fmla="*/ 131 w 594476"/>
                  <a:gd name="connsiteY3" fmla="*/ 135147 h 135147"/>
                  <a:gd name="connsiteX4" fmla="*/ 131 w 594476"/>
                  <a:gd name="connsiteY4" fmla="*/ 4622 h 135147"/>
                  <a:gd name="connsiteX0" fmla="*/ 0 w 595706"/>
                  <a:gd name="connsiteY0" fmla="*/ 1791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17910 h 135147"/>
                  <a:gd name="connsiteX0" fmla="*/ 0 w 595706"/>
                  <a:gd name="connsiteY0" fmla="*/ 1791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17910 h 135147"/>
                  <a:gd name="connsiteX0" fmla="*/ 0 w 595706"/>
                  <a:gd name="connsiteY0" fmla="*/ 1791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17910 h 135147"/>
                  <a:gd name="connsiteX0" fmla="*/ 0 w 595706"/>
                  <a:gd name="connsiteY0" fmla="*/ 17910 h 135147"/>
                  <a:gd name="connsiteX1" fmla="*/ 595706 w 595706"/>
                  <a:gd name="connsiteY1" fmla="*/ 0 h 135147"/>
                  <a:gd name="connsiteX2" fmla="*/ 595706 w 595706"/>
                  <a:gd name="connsiteY2" fmla="*/ 92965 h 135147"/>
                  <a:gd name="connsiteX3" fmla="*/ 1361 w 595706"/>
                  <a:gd name="connsiteY3" fmla="*/ 135147 h 135147"/>
                  <a:gd name="connsiteX4" fmla="*/ 0 w 595706"/>
                  <a:gd name="connsiteY4" fmla="*/ 17910 h 135147"/>
                  <a:gd name="connsiteX0" fmla="*/ 0 w 595706"/>
                  <a:gd name="connsiteY0" fmla="*/ 22423 h 139660"/>
                  <a:gd name="connsiteX1" fmla="*/ 595706 w 595706"/>
                  <a:gd name="connsiteY1" fmla="*/ 4513 h 139660"/>
                  <a:gd name="connsiteX2" fmla="*/ 595706 w 595706"/>
                  <a:gd name="connsiteY2" fmla="*/ 97478 h 139660"/>
                  <a:gd name="connsiteX3" fmla="*/ 1361 w 595706"/>
                  <a:gd name="connsiteY3" fmla="*/ 139660 h 139660"/>
                  <a:gd name="connsiteX4" fmla="*/ 0 w 595706"/>
                  <a:gd name="connsiteY4" fmla="*/ 22423 h 139660"/>
                  <a:gd name="connsiteX0" fmla="*/ 0 w 595706"/>
                  <a:gd name="connsiteY0" fmla="*/ 26413 h 143650"/>
                  <a:gd name="connsiteX1" fmla="*/ 595706 w 595706"/>
                  <a:gd name="connsiteY1" fmla="*/ 8503 h 143650"/>
                  <a:gd name="connsiteX2" fmla="*/ 595706 w 595706"/>
                  <a:gd name="connsiteY2" fmla="*/ 101468 h 143650"/>
                  <a:gd name="connsiteX3" fmla="*/ 1361 w 595706"/>
                  <a:gd name="connsiteY3" fmla="*/ 143650 h 143650"/>
                  <a:gd name="connsiteX4" fmla="*/ 0 w 595706"/>
                  <a:gd name="connsiteY4" fmla="*/ 26413 h 143650"/>
                  <a:gd name="connsiteX0" fmla="*/ 0 w 595706"/>
                  <a:gd name="connsiteY0" fmla="*/ 21286 h 138523"/>
                  <a:gd name="connsiteX1" fmla="*/ 595706 w 595706"/>
                  <a:gd name="connsiteY1" fmla="*/ 3376 h 138523"/>
                  <a:gd name="connsiteX2" fmla="*/ 595706 w 595706"/>
                  <a:gd name="connsiteY2" fmla="*/ 96341 h 138523"/>
                  <a:gd name="connsiteX3" fmla="*/ 1361 w 595706"/>
                  <a:gd name="connsiteY3" fmla="*/ 138523 h 138523"/>
                  <a:gd name="connsiteX4" fmla="*/ 0 w 595706"/>
                  <a:gd name="connsiteY4" fmla="*/ 21286 h 138523"/>
                  <a:gd name="connsiteX0" fmla="*/ 0 w 595706"/>
                  <a:gd name="connsiteY0" fmla="*/ 22534 h 139771"/>
                  <a:gd name="connsiteX1" fmla="*/ 595706 w 595706"/>
                  <a:gd name="connsiteY1" fmla="*/ 4624 h 139771"/>
                  <a:gd name="connsiteX2" fmla="*/ 595706 w 595706"/>
                  <a:gd name="connsiteY2" fmla="*/ 97589 h 139771"/>
                  <a:gd name="connsiteX3" fmla="*/ 1361 w 595706"/>
                  <a:gd name="connsiteY3" fmla="*/ 139771 h 139771"/>
                  <a:gd name="connsiteX4" fmla="*/ 0 w 595706"/>
                  <a:gd name="connsiteY4" fmla="*/ 22534 h 139771"/>
                  <a:gd name="connsiteX0" fmla="*/ 0 w 595706"/>
                  <a:gd name="connsiteY0" fmla="*/ 23494 h 140731"/>
                  <a:gd name="connsiteX1" fmla="*/ 595706 w 595706"/>
                  <a:gd name="connsiteY1" fmla="*/ 2118 h 140731"/>
                  <a:gd name="connsiteX2" fmla="*/ 595706 w 595706"/>
                  <a:gd name="connsiteY2" fmla="*/ 98549 h 140731"/>
                  <a:gd name="connsiteX3" fmla="*/ 1361 w 595706"/>
                  <a:gd name="connsiteY3" fmla="*/ 140731 h 140731"/>
                  <a:gd name="connsiteX4" fmla="*/ 0 w 595706"/>
                  <a:gd name="connsiteY4" fmla="*/ 23494 h 140731"/>
                  <a:gd name="connsiteX0" fmla="*/ 0 w 595706"/>
                  <a:gd name="connsiteY0" fmla="*/ 23494 h 140731"/>
                  <a:gd name="connsiteX1" fmla="*/ 595706 w 595706"/>
                  <a:gd name="connsiteY1" fmla="*/ 2118 h 140731"/>
                  <a:gd name="connsiteX2" fmla="*/ 595706 w 595706"/>
                  <a:gd name="connsiteY2" fmla="*/ 98549 h 140731"/>
                  <a:gd name="connsiteX3" fmla="*/ 1361 w 595706"/>
                  <a:gd name="connsiteY3" fmla="*/ 140731 h 140731"/>
                  <a:gd name="connsiteX4" fmla="*/ 0 w 595706"/>
                  <a:gd name="connsiteY4" fmla="*/ 23494 h 140731"/>
                  <a:gd name="connsiteX0" fmla="*/ 0 w 595706"/>
                  <a:gd name="connsiteY0" fmla="*/ 25030 h 142267"/>
                  <a:gd name="connsiteX1" fmla="*/ 595706 w 595706"/>
                  <a:gd name="connsiteY1" fmla="*/ 3654 h 142267"/>
                  <a:gd name="connsiteX2" fmla="*/ 595706 w 595706"/>
                  <a:gd name="connsiteY2" fmla="*/ 100085 h 142267"/>
                  <a:gd name="connsiteX3" fmla="*/ 1361 w 595706"/>
                  <a:gd name="connsiteY3" fmla="*/ 142267 h 142267"/>
                  <a:gd name="connsiteX4" fmla="*/ 0 w 595706"/>
                  <a:gd name="connsiteY4" fmla="*/ 25030 h 142267"/>
                  <a:gd name="connsiteX0" fmla="*/ 0 w 595706"/>
                  <a:gd name="connsiteY0" fmla="*/ 22091 h 139328"/>
                  <a:gd name="connsiteX1" fmla="*/ 595706 w 595706"/>
                  <a:gd name="connsiteY1" fmla="*/ 715 h 139328"/>
                  <a:gd name="connsiteX2" fmla="*/ 595706 w 595706"/>
                  <a:gd name="connsiteY2" fmla="*/ 97146 h 139328"/>
                  <a:gd name="connsiteX3" fmla="*/ 1361 w 595706"/>
                  <a:gd name="connsiteY3" fmla="*/ 139328 h 139328"/>
                  <a:gd name="connsiteX4" fmla="*/ 0 w 595706"/>
                  <a:gd name="connsiteY4" fmla="*/ 22091 h 139328"/>
                  <a:gd name="connsiteX0" fmla="*/ 0 w 595706"/>
                  <a:gd name="connsiteY0" fmla="*/ 23573 h 140810"/>
                  <a:gd name="connsiteX1" fmla="*/ 595706 w 595706"/>
                  <a:gd name="connsiteY1" fmla="*/ 2197 h 140810"/>
                  <a:gd name="connsiteX2" fmla="*/ 595706 w 595706"/>
                  <a:gd name="connsiteY2" fmla="*/ 98628 h 140810"/>
                  <a:gd name="connsiteX3" fmla="*/ 1361 w 595706"/>
                  <a:gd name="connsiteY3" fmla="*/ 140810 h 140810"/>
                  <a:gd name="connsiteX4" fmla="*/ 0 w 595706"/>
                  <a:gd name="connsiteY4" fmla="*/ 23573 h 140810"/>
                  <a:gd name="connsiteX0" fmla="*/ 0 w 595706"/>
                  <a:gd name="connsiteY0" fmla="*/ 21908 h 139145"/>
                  <a:gd name="connsiteX1" fmla="*/ 595706 w 595706"/>
                  <a:gd name="connsiteY1" fmla="*/ 532 h 139145"/>
                  <a:gd name="connsiteX2" fmla="*/ 595706 w 595706"/>
                  <a:gd name="connsiteY2" fmla="*/ 96963 h 139145"/>
                  <a:gd name="connsiteX3" fmla="*/ 1361 w 595706"/>
                  <a:gd name="connsiteY3" fmla="*/ 139145 h 139145"/>
                  <a:gd name="connsiteX4" fmla="*/ 0 w 595706"/>
                  <a:gd name="connsiteY4" fmla="*/ 21908 h 139145"/>
                  <a:gd name="connsiteX0" fmla="*/ 0 w 595706"/>
                  <a:gd name="connsiteY0" fmla="*/ 23863 h 141100"/>
                  <a:gd name="connsiteX1" fmla="*/ 595706 w 595706"/>
                  <a:gd name="connsiteY1" fmla="*/ 2487 h 141100"/>
                  <a:gd name="connsiteX2" fmla="*/ 595706 w 595706"/>
                  <a:gd name="connsiteY2" fmla="*/ 98918 h 141100"/>
                  <a:gd name="connsiteX3" fmla="*/ 1361 w 595706"/>
                  <a:gd name="connsiteY3" fmla="*/ 141100 h 141100"/>
                  <a:gd name="connsiteX4" fmla="*/ 0 w 595706"/>
                  <a:gd name="connsiteY4" fmla="*/ 23863 h 141100"/>
                  <a:gd name="connsiteX0" fmla="*/ 0 w 595706"/>
                  <a:gd name="connsiteY0" fmla="*/ 24472 h 141709"/>
                  <a:gd name="connsiteX1" fmla="*/ 595706 w 595706"/>
                  <a:gd name="connsiteY1" fmla="*/ 3096 h 141709"/>
                  <a:gd name="connsiteX2" fmla="*/ 595706 w 595706"/>
                  <a:gd name="connsiteY2" fmla="*/ 99527 h 141709"/>
                  <a:gd name="connsiteX3" fmla="*/ 1361 w 595706"/>
                  <a:gd name="connsiteY3" fmla="*/ 141709 h 141709"/>
                  <a:gd name="connsiteX4" fmla="*/ 0 w 595706"/>
                  <a:gd name="connsiteY4" fmla="*/ 24472 h 141709"/>
                  <a:gd name="connsiteX0" fmla="*/ 0 w 595706"/>
                  <a:gd name="connsiteY0" fmla="*/ 24267 h 141504"/>
                  <a:gd name="connsiteX1" fmla="*/ 595706 w 595706"/>
                  <a:gd name="connsiteY1" fmla="*/ 2891 h 141504"/>
                  <a:gd name="connsiteX2" fmla="*/ 595706 w 595706"/>
                  <a:gd name="connsiteY2" fmla="*/ 99322 h 141504"/>
                  <a:gd name="connsiteX3" fmla="*/ 1361 w 595706"/>
                  <a:gd name="connsiteY3" fmla="*/ 141504 h 141504"/>
                  <a:gd name="connsiteX4" fmla="*/ 0 w 595706"/>
                  <a:gd name="connsiteY4" fmla="*/ 24267 h 141504"/>
                  <a:gd name="connsiteX0" fmla="*/ 0 w 595706"/>
                  <a:gd name="connsiteY0" fmla="*/ 24472 h 141709"/>
                  <a:gd name="connsiteX1" fmla="*/ 595706 w 595706"/>
                  <a:gd name="connsiteY1" fmla="*/ 3096 h 141709"/>
                  <a:gd name="connsiteX2" fmla="*/ 595706 w 595706"/>
                  <a:gd name="connsiteY2" fmla="*/ 99527 h 141709"/>
                  <a:gd name="connsiteX3" fmla="*/ 1361 w 595706"/>
                  <a:gd name="connsiteY3" fmla="*/ 141709 h 141709"/>
                  <a:gd name="connsiteX4" fmla="*/ 0 w 595706"/>
                  <a:gd name="connsiteY4" fmla="*/ 24472 h 141709"/>
                  <a:gd name="connsiteX0" fmla="*/ 0 w 595706"/>
                  <a:gd name="connsiteY0" fmla="*/ 24472 h 141709"/>
                  <a:gd name="connsiteX1" fmla="*/ 594353 w 595706"/>
                  <a:gd name="connsiteY1" fmla="*/ 3096 h 141709"/>
                  <a:gd name="connsiteX2" fmla="*/ 595706 w 595706"/>
                  <a:gd name="connsiteY2" fmla="*/ 99527 h 141709"/>
                  <a:gd name="connsiteX3" fmla="*/ 1361 w 595706"/>
                  <a:gd name="connsiteY3" fmla="*/ 141709 h 141709"/>
                  <a:gd name="connsiteX4" fmla="*/ 0 w 595706"/>
                  <a:gd name="connsiteY4" fmla="*/ 24472 h 141709"/>
                  <a:gd name="connsiteX0" fmla="*/ 124 w 595830"/>
                  <a:gd name="connsiteY0" fmla="*/ 24472 h 141709"/>
                  <a:gd name="connsiteX1" fmla="*/ 594477 w 595830"/>
                  <a:gd name="connsiteY1" fmla="*/ 3096 h 141709"/>
                  <a:gd name="connsiteX2" fmla="*/ 595830 w 595830"/>
                  <a:gd name="connsiteY2" fmla="*/ 99527 h 141709"/>
                  <a:gd name="connsiteX3" fmla="*/ 131 w 595830"/>
                  <a:gd name="connsiteY3" fmla="*/ 141709 h 141709"/>
                  <a:gd name="connsiteX4" fmla="*/ 124 w 595830"/>
                  <a:gd name="connsiteY4" fmla="*/ 24472 h 141709"/>
                  <a:gd name="connsiteX0" fmla="*/ 124 w 597179"/>
                  <a:gd name="connsiteY0" fmla="*/ 25207 h 142444"/>
                  <a:gd name="connsiteX1" fmla="*/ 597179 w 597179"/>
                  <a:gd name="connsiteY1" fmla="*/ 481 h 142444"/>
                  <a:gd name="connsiteX2" fmla="*/ 595830 w 597179"/>
                  <a:gd name="connsiteY2" fmla="*/ 100262 h 142444"/>
                  <a:gd name="connsiteX3" fmla="*/ 131 w 597179"/>
                  <a:gd name="connsiteY3" fmla="*/ 142444 h 142444"/>
                  <a:gd name="connsiteX4" fmla="*/ 124 w 597179"/>
                  <a:gd name="connsiteY4" fmla="*/ 25207 h 142444"/>
                  <a:gd name="connsiteX0" fmla="*/ 124 w 595889"/>
                  <a:gd name="connsiteY0" fmla="*/ 25842 h 143079"/>
                  <a:gd name="connsiteX1" fmla="*/ 594477 w 595889"/>
                  <a:gd name="connsiteY1" fmla="*/ 0 h 143079"/>
                  <a:gd name="connsiteX2" fmla="*/ 595830 w 595889"/>
                  <a:gd name="connsiteY2" fmla="*/ 100897 h 143079"/>
                  <a:gd name="connsiteX3" fmla="*/ 131 w 595889"/>
                  <a:gd name="connsiteY3" fmla="*/ 143079 h 143079"/>
                  <a:gd name="connsiteX4" fmla="*/ 124 w 595889"/>
                  <a:gd name="connsiteY4" fmla="*/ 25842 h 143079"/>
                  <a:gd name="connsiteX0" fmla="*/ 124 w 595889"/>
                  <a:gd name="connsiteY0" fmla="*/ 24713 h 141950"/>
                  <a:gd name="connsiteX1" fmla="*/ 594477 w 595889"/>
                  <a:gd name="connsiteY1" fmla="*/ 2221 h 141950"/>
                  <a:gd name="connsiteX2" fmla="*/ 595830 w 595889"/>
                  <a:gd name="connsiteY2" fmla="*/ 99768 h 141950"/>
                  <a:gd name="connsiteX3" fmla="*/ 131 w 595889"/>
                  <a:gd name="connsiteY3" fmla="*/ 141950 h 141950"/>
                  <a:gd name="connsiteX4" fmla="*/ 124 w 595889"/>
                  <a:gd name="connsiteY4" fmla="*/ 24713 h 141950"/>
                  <a:gd name="connsiteX0" fmla="*/ 124 w 595959"/>
                  <a:gd name="connsiteY0" fmla="*/ 24713 h 141950"/>
                  <a:gd name="connsiteX1" fmla="*/ 595828 w 595959"/>
                  <a:gd name="connsiteY1" fmla="*/ 2221 h 141950"/>
                  <a:gd name="connsiteX2" fmla="*/ 595830 w 595959"/>
                  <a:gd name="connsiteY2" fmla="*/ 99768 h 141950"/>
                  <a:gd name="connsiteX3" fmla="*/ 131 w 595959"/>
                  <a:gd name="connsiteY3" fmla="*/ 141950 h 141950"/>
                  <a:gd name="connsiteX4" fmla="*/ 124 w 595959"/>
                  <a:gd name="connsiteY4" fmla="*/ 24713 h 141950"/>
                  <a:gd name="connsiteX0" fmla="*/ 124 w 595959"/>
                  <a:gd name="connsiteY0" fmla="*/ 24925 h 142162"/>
                  <a:gd name="connsiteX1" fmla="*/ 595828 w 595959"/>
                  <a:gd name="connsiteY1" fmla="*/ 2433 h 142162"/>
                  <a:gd name="connsiteX2" fmla="*/ 595830 w 595959"/>
                  <a:gd name="connsiteY2" fmla="*/ 99980 h 142162"/>
                  <a:gd name="connsiteX3" fmla="*/ 131 w 595959"/>
                  <a:gd name="connsiteY3" fmla="*/ 142162 h 142162"/>
                  <a:gd name="connsiteX4" fmla="*/ 124 w 595959"/>
                  <a:gd name="connsiteY4" fmla="*/ 24925 h 142162"/>
                  <a:gd name="connsiteX0" fmla="*/ 124 w 595959"/>
                  <a:gd name="connsiteY0" fmla="*/ 22492 h 139729"/>
                  <a:gd name="connsiteX1" fmla="*/ 595828 w 595959"/>
                  <a:gd name="connsiteY1" fmla="*/ 0 h 139729"/>
                  <a:gd name="connsiteX2" fmla="*/ 595830 w 595959"/>
                  <a:gd name="connsiteY2" fmla="*/ 97547 h 139729"/>
                  <a:gd name="connsiteX3" fmla="*/ 131 w 595959"/>
                  <a:gd name="connsiteY3" fmla="*/ 139729 h 139729"/>
                  <a:gd name="connsiteX4" fmla="*/ 124 w 595959"/>
                  <a:gd name="connsiteY4" fmla="*/ 22492 h 139729"/>
                  <a:gd name="connsiteX0" fmla="*/ 124 w 595959"/>
                  <a:gd name="connsiteY0" fmla="*/ 25585 h 142822"/>
                  <a:gd name="connsiteX1" fmla="*/ 595828 w 595959"/>
                  <a:gd name="connsiteY1" fmla="*/ 3093 h 142822"/>
                  <a:gd name="connsiteX2" fmla="*/ 595830 w 595959"/>
                  <a:gd name="connsiteY2" fmla="*/ 100640 h 142822"/>
                  <a:gd name="connsiteX3" fmla="*/ 131 w 595959"/>
                  <a:gd name="connsiteY3" fmla="*/ 142822 h 142822"/>
                  <a:gd name="connsiteX4" fmla="*/ 124 w 595959"/>
                  <a:gd name="connsiteY4" fmla="*/ 25585 h 142822"/>
                  <a:gd name="connsiteX0" fmla="*/ 124 w 595959"/>
                  <a:gd name="connsiteY0" fmla="*/ 25585 h 142822"/>
                  <a:gd name="connsiteX1" fmla="*/ 595828 w 595959"/>
                  <a:gd name="connsiteY1" fmla="*/ 3093 h 142822"/>
                  <a:gd name="connsiteX2" fmla="*/ 595830 w 595959"/>
                  <a:gd name="connsiteY2" fmla="*/ 100640 h 142822"/>
                  <a:gd name="connsiteX3" fmla="*/ 131 w 595959"/>
                  <a:gd name="connsiteY3" fmla="*/ 142822 h 142822"/>
                  <a:gd name="connsiteX4" fmla="*/ 124 w 595959"/>
                  <a:gd name="connsiteY4" fmla="*/ 25585 h 142822"/>
                  <a:gd name="connsiteX0" fmla="*/ 124 w 595959"/>
                  <a:gd name="connsiteY0" fmla="*/ 26512 h 143749"/>
                  <a:gd name="connsiteX1" fmla="*/ 595828 w 595959"/>
                  <a:gd name="connsiteY1" fmla="*/ 4020 h 143749"/>
                  <a:gd name="connsiteX2" fmla="*/ 595830 w 595959"/>
                  <a:gd name="connsiteY2" fmla="*/ 101567 h 143749"/>
                  <a:gd name="connsiteX3" fmla="*/ 131 w 595959"/>
                  <a:gd name="connsiteY3" fmla="*/ 143749 h 143749"/>
                  <a:gd name="connsiteX4" fmla="*/ 124 w 595959"/>
                  <a:gd name="connsiteY4" fmla="*/ 26512 h 143749"/>
                  <a:gd name="connsiteX0" fmla="*/ 124 w 595959"/>
                  <a:gd name="connsiteY0" fmla="*/ 26512 h 143749"/>
                  <a:gd name="connsiteX1" fmla="*/ 595828 w 595959"/>
                  <a:gd name="connsiteY1" fmla="*/ 4020 h 143749"/>
                  <a:gd name="connsiteX2" fmla="*/ 595830 w 595959"/>
                  <a:gd name="connsiteY2" fmla="*/ 101567 h 143749"/>
                  <a:gd name="connsiteX3" fmla="*/ 131 w 595959"/>
                  <a:gd name="connsiteY3" fmla="*/ 143749 h 143749"/>
                  <a:gd name="connsiteX4" fmla="*/ 124 w 595959"/>
                  <a:gd name="connsiteY4" fmla="*/ 26512 h 143749"/>
                  <a:gd name="connsiteX0" fmla="*/ 124 w 595959"/>
                  <a:gd name="connsiteY0" fmla="*/ 28496 h 145733"/>
                  <a:gd name="connsiteX1" fmla="*/ 595828 w 595959"/>
                  <a:gd name="connsiteY1" fmla="*/ 6004 h 145733"/>
                  <a:gd name="connsiteX2" fmla="*/ 595830 w 595959"/>
                  <a:gd name="connsiteY2" fmla="*/ 103551 h 145733"/>
                  <a:gd name="connsiteX3" fmla="*/ 131 w 595959"/>
                  <a:gd name="connsiteY3" fmla="*/ 145733 h 145733"/>
                  <a:gd name="connsiteX4" fmla="*/ 124 w 595959"/>
                  <a:gd name="connsiteY4" fmla="*/ 28496 h 14573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959"/>
                  <a:gd name="connsiteY0" fmla="*/ 40766 h 158003"/>
                  <a:gd name="connsiteX1" fmla="*/ 595828 w 595959"/>
                  <a:gd name="connsiteY1" fmla="*/ 0 h 158003"/>
                  <a:gd name="connsiteX2" fmla="*/ 595830 w 595959"/>
                  <a:gd name="connsiteY2" fmla="*/ 115821 h 158003"/>
                  <a:gd name="connsiteX3" fmla="*/ 131 w 595959"/>
                  <a:gd name="connsiteY3" fmla="*/ 158003 h 158003"/>
                  <a:gd name="connsiteX4" fmla="*/ 124 w 595959"/>
                  <a:gd name="connsiteY4" fmla="*/ 40766 h 158003"/>
                  <a:gd name="connsiteX0" fmla="*/ 124 w 595856"/>
                  <a:gd name="connsiteY0" fmla="*/ 41841 h 159078"/>
                  <a:gd name="connsiteX1" fmla="*/ 591261 w 595856"/>
                  <a:gd name="connsiteY1" fmla="*/ 0 h 159078"/>
                  <a:gd name="connsiteX2" fmla="*/ 595830 w 595856"/>
                  <a:gd name="connsiteY2" fmla="*/ 116896 h 159078"/>
                  <a:gd name="connsiteX3" fmla="*/ 131 w 595856"/>
                  <a:gd name="connsiteY3" fmla="*/ 159078 h 159078"/>
                  <a:gd name="connsiteX4" fmla="*/ 124 w 595856"/>
                  <a:gd name="connsiteY4" fmla="*/ 41841 h 159078"/>
                  <a:gd name="connsiteX0" fmla="*/ 124 w 595959"/>
                  <a:gd name="connsiteY0" fmla="*/ 41841 h 159078"/>
                  <a:gd name="connsiteX1" fmla="*/ 595828 w 595959"/>
                  <a:gd name="connsiteY1" fmla="*/ 0 h 159078"/>
                  <a:gd name="connsiteX2" fmla="*/ 595830 w 595959"/>
                  <a:gd name="connsiteY2" fmla="*/ 116896 h 159078"/>
                  <a:gd name="connsiteX3" fmla="*/ 131 w 595959"/>
                  <a:gd name="connsiteY3" fmla="*/ 159078 h 159078"/>
                  <a:gd name="connsiteX4" fmla="*/ 124 w 595959"/>
                  <a:gd name="connsiteY4" fmla="*/ 41841 h 159078"/>
                  <a:gd name="connsiteX0" fmla="*/ 124 w 597349"/>
                  <a:gd name="connsiteY0" fmla="*/ 42378 h 159615"/>
                  <a:gd name="connsiteX1" fmla="*/ 597349 w 597349"/>
                  <a:gd name="connsiteY1" fmla="*/ 0 h 159615"/>
                  <a:gd name="connsiteX2" fmla="*/ 595830 w 597349"/>
                  <a:gd name="connsiteY2" fmla="*/ 117433 h 159615"/>
                  <a:gd name="connsiteX3" fmla="*/ 131 w 597349"/>
                  <a:gd name="connsiteY3" fmla="*/ 159615 h 159615"/>
                  <a:gd name="connsiteX4" fmla="*/ 124 w 597349"/>
                  <a:gd name="connsiteY4" fmla="*/ 42378 h 159615"/>
                  <a:gd name="connsiteX0" fmla="*/ 124 w 600443"/>
                  <a:gd name="connsiteY0" fmla="*/ 42378 h 159615"/>
                  <a:gd name="connsiteX1" fmla="*/ 597349 w 600443"/>
                  <a:gd name="connsiteY1" fmla="*/ 0 h 159615"/>
                  <a:gd name="connsiteX2" fmla="*/ 600408 w 600443"/>
                  <a:gd name="connsiteY2" fmla="*/ 117433 h 159615"/>
                  <a:gd name="connsiteX3" fmla="*/ 131 w 600443"/>
                  <a:gd name="connsiteY3" fmla="*/ 159615 h 159615"/>
                  <a:gd name="connsiteX4" fmla="*/ 124 w 600443"/>
                  <a:gd name="connsiteY4" fmla="*/ 42378 h 159615"/>
                  <a:gd name="connsiteX0" fmla="*/ 124 w 600537"/>
                  <a:gd name="connsiteY0" fmla="*/ 42378 h 159615"/>
                  <a:gd name="connsiteX1" fmla="*/ 600401 w 600537"/>
                  <a:gd name="connsiteY1" fmla="*/ 0 h 159615"/>
                  <a:gd name="connsiteX2" fmla="*/ 600408 w 600537"/>
                  <a:gd name="connsiteY2" fmla="*/ 117433 h 159615"/>
                  <a:gd name="connsiteX3" fmla="*/ 131 w 600537"/>
                  <a:gd name="connsiteY3" fmla="*/ 159615 h 159615"/>
                  <a:gd name="connsiteX4" fmla="*/ 124 w 600537"/>
                  <a:gd name="connsiteY4" fmla="*/ 42378 h 1596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00537" h="159615">
                    <a:moveTo>
                      <a:pt x="124" y="42378"/>
                    </a:moveTo>
                    <a:cubicBezTo>
                      <a:pt x="296414" y="-50243"/>
                      <a:pt x="418111" y="75773"/>
                      <a:pt x="600401" y="0"/>
                    </a:cubicBezTo>
                    <a:cubicBezTo>
                      <a:pt x="599951" y="33260"/>
                      <a:pt x="600858" y="84173"/>
                      <a:pt x="600408" y="117433"/>
                    </a:cubicBezTo>
                    <a:cubicBezTo>
                      <a:pt x="395490" y="192726"/>
                      <a:pt x="285331" y="62551"/>
                      <a:pt x="131" y="159615"/>
                    </a:cubicBezTo>
                    <a:cubicBezTo>
                      <a:pt x="-323" y="114566"/>
                      <a:pt x="578" y="87427"/>
                      <a:pt x="124" y="42378"/>
                    </a:cubicBezTo>
                    <a:close/>
                  </a:path>
                </a:pathLst>
              </a:custGeom>
              <a:solidFill>
                <a:schemeClr val="accent2">
                  <a:lumMod val="40000"/>
                  <a:lumOff val="60000"/>
                </a:schemeClr>
              </a:solidFill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grpSp>
            <p:nvGrpSpPr>
              <p:cNvPr id="815" name="组合 814">
                <a:extLst>
                  <a:ext uri="{FF2B5EF4-FFF2-40B4-BE49-F238E27FC236}">
                    <a16:creationId xmlns:a16="http://schemas.microsoft.com/office/drawing/2014/main" id="{BD621120-FBF2-BF60-551B-376B7E2791C8}"/>
                  </a:ext>
                </a:extLst>
              </p:cNvPr>
              <p:cNvGrpSpPr/>
              <p:nvPr/>
            </p:nvGrpSpPr>
            <p:grpSpPr>
              <a:xfrm>
                <a:off x="5766806" y="6517241"/>
                <a:ext cx="621640" cy="663817"/>
                <a:chOff x="5040167" y="6521415"/>
                <a:chExt cx="621640" cy="663817"/>
              </a:xfrm>
            </p:grpSpPr>
            <p:sp>
              <p:nvSpPr>
                <p:cNvPr id="816" name="矩形 1174">
                  <a:extLst>
                    <a:ext uri="{FF2B5EF4-FFF2-40B4-BE49-F238E27FC236}">
                      <a16:creationId xmlns:a16="http://schemas.microsoft.com/office/drawing/2014/main" id="{A4A9384D-F4D2-513D-74E9-929BCA2A5854}"/>
                    </a:ext>
                  </a:extLst>
                </p:cNvPr>
                <p:cNvSpPr/>
                <p:nvPr/>
              </p:nvSpPr>
              <p:spPr>
                <a:xfrm rot="10800000">
                  <a:off x="5041542" y="6760560"/>
                  <a:ext cx="618706" cy="201627"/>
                </a:xfrm>
                <a:custGeom>
                  <a:avLst/>
                  <a:gdLst>
                    <a:gd name="connsiteX0" fmla="*/ 0 w 595706"/>
                    <a:gd name="connsiteY0" fmla="*/ 0 h 92965"/>
                    <a:gd name="connsiteX1" fmla="*/ 595706 w 595706"/>
                    <a:gd name="connsiteY1" fmla="*/ 0 h 92965"/>
                    <a:gd name="connsiteX2" fmla="*/ 595706 w 595706"/>
                    <a:gd name="connsiteY2" fmla="*/ 92965 h 92965"/>
                    <a:gd name="connsiteX3" fmla="*/ 0 w 595706"/>
                    <a:gd name="connsiteY3" fmla="*/ 92965 h 92965"/>
                    <a:gd name="connsiteX4" fmla="*/ 0 w 595706"/>
                    <a:gd name="connsiteY4" fmla="*/ 0 h 92965"/>
                    <a:gd name="connsiteX0" fmla="*/ 0 w 595706"/>
                    <a:gd name="connsiteY0" fmla="*/ 0 h 135147"/>
                    <a:gd name="connsiteX1" fmla="*/ 595706 w 595706"/>
                    <a:gd name="connsiteY1" fmla="*/ 0 h 135147"/>
                    <a:gd name="connsiteX2" fmla="*/ 595706 w 595706"/>
                    <a:gd name="connsiteY2" fmla="*/ 92965 h 135147"/>
                    <a:gd name="connsiteX3" fmla="*/ 1361 w 595706"/>
                    <a:gd name="connsiteY3" fmla="*/ 135147 h 135147"/>
                    <a:gd name="connsiteX4" fmla="*/ 0 w 595706"/>
                    <a:gd name="connsiteY4" fmla="*/ 0 h 135147"/>
                    <a:gd name="connsiteX0" fmla="*/ 0 w 595706"/>
                    <a:gd name="connsiteY0" fmla="*/ 0 h 135147"/>
                    <a:gd name="connsiteX1" fmla="*/ 595706 w 595706"/>
                    <a:gd name="connsiteY1" fmla="*/ 0 h 135147"/>
                    <a:gd name="connsiteX2" fmla="*/ 595706 w 595706"/>
                    <a:gd name="connsiteY2" fmla="*/ 92965 h 135147"/>
                    <a:gd name="connsiteX3" fmla="*/ 1361 w 595706"/>
                    <a:gd name="connsiteY3" fmla="*/ 135147 h 135147"/>
                    <a:gd name="connsiteX4" fmla="*/ 0 w 595706"/>
                    <a:gd name="connsiteY4" fmla="*/ 0 h 135147"/>
                    <a:gd name="connsiteX0" fmla="*/ 0 w 595706"/>
                    <a:gd name="connsiteY0" fmla="*/ 0 h 135147"/>
                    <a:gd name="connsiteX1" fmla="*/ 595706 w 595706"/>
                    <a:gd name="connsiteY1" fmla="*/ 0 h 135147"/>
                    <a:gd name="connsiteX2" fmla="*/ 595706 w 595706"/>
                    <a:gd name="connsiteY2" fmla="*/ 92965 h 135147"/>
                    <a:gd name="connsiteX3" fmla="*/ 1361 w 595706"/>
                    <a:gd name="connsiteY3" fmla="*/ 135147 h 135147"/>
                    <a:gd name="connsiteX4" fmla="*/ 0 w 595706"/>
                    <a:gd name="connsiteY4" fmla="*/ 0 h 135147"/>
                    <a:gd name="connsiteX0" fmla="*/ 0 w 595706"/>
                    <a:gd name="connsiteY0" fmla="*/ 0 h 135147"/>
                    <a:gd name="connsiteX1" fmla="*/ 595706 w 595706"/>
                    <a:gd name="connsiteY1" fmla="*/ 0 h 135147"/>
                    <a:gd name="connsiteX2" fmla="*/ 595706 w 595706"/>
                    <a:gd name="connsiteY2" fmla="*/ 92965 h 135147"/>
                    <a:gd name="connsiteX3" fmla="*/ 1361 w 595706"/>
                    <a:gd name="connsiteY3" fmla="*/ 135147 h 135147"/>
                    <a:gd name="connsiteX4" fmla="*/ 0 w 595706"/>
                    <a:gd name="connsiteY4" fmla="*/ 0 h 135147"/>
                    <a:gd name="connsiteX0" fmla="*/ 1422 w 594406"/>
                    <a:gd name="connsiteY0" fmla="*/ 21376 h 135147"/>
                    <a:gd name="connsiteX1" fmla="*/ 594406 w 594406"/>
                    <a:gd name="connsiteY1" fmla="*/ 0 h 135147"/>
                    <a:gd name="connsiteX2" fmla="*/ 594406 w 594406"/>
                    <a:gd name="connsiteY2" fmla="*/ 92965 h 135147"/>
                    <a:gd name="connsiteX3" fmla="*/ 61 w 594406"/>
                    <a:gd name="connsiteY3" fmla="*/ 135147 h 135147"/>
                    <a:gd name="connsiteX4" fmla="*/ 1422 w 594406"/>
                    <a:gd name="connsiteY4" fmla="*/ 21376 h 135147"/>
                    <a:gd name="connsiteX0" fmla="*/ 1422 w 594406"/>
                    <a:gd name="connsiteY0" fmla="*/ 15599 h 135147"/>
                    <a:gd name="connsiteX1" fmla="*/ 594406 w 594406"/>
                    <a:gd name="connsiteY1" fmla="*/ 0 h 135147"/>
                    <a:gd name="connsiteX2" fmla="*/ 594406 w 594406"/>
                    <a:gd name="connsiteY2" fmla="*/ 92965 h 135147"/>
                    <a:gd name="connsiteX3" fmla="*/ 61 w 594406"/>
                    <a:gd name="connsiteY3" fmla="*/ 135147 h 135147"/>
                    <a:gd name="connsiteX4" fmla="*/ 1422 w 594406"/>
                    <a:gd name="connsiteY4" fmla="*/ 15599 h 135147"/>
                    <a:gd name="connsiteX0" fmla="*/ 131 w 594476"/>
                    <a:gd name="connsiteY0" fmla="*/ 4622 h 135147"/>
                    <a:gd name="connsiteX1" fmla="*/ 594476 w 594476"/>
                    <a:gd name="connsiteY1" fmla="*/ 0 h 135147"/>
                    <a:gd name="connsiteX2" fmla="*/ 594476 w 594476"/>
                    <a:gd name="connsiteY2" fmla="*/ 92965 h 135147"/>
                    <a:gd name="connsiteX3" fmla="*/ 131 w 594476"/>
                    <a:gd name="connsiteY3" fmla="*/ 135147 h 135147"/>
                    <a:gd name="connsiteX4" fmla="*/ 131 w 594476"/>
                    <a:gd name="connsiteY4" fmla="*/ 4622 h 135147"/>
                    <a:gd name="connsiteX0" fmla="*/ 0 w 595706"/>
                    <a:gd name="connsiteY0" fmla="*/ 17910 h 135147"/>
                    <a:gd name="connsiteX1" fmla="*/ 595706 w 595706"/>
                    <a:gd name="connsiteY1" fmla="*/ 0 h 135147"/>
                    <a:gd name="connsiteX2" fmla="*/ 595706 w 595706"/>
                    <a:gd name="connsiteY2" fmla="*/ 92965 h 135147"/>
                    <a:gd name="connsiteX3" fmla="*/ 1361 w 595706"/>
                    <a:gd name="connsiteY3" fmla="*/ 135147 h 135147"/>
                    <a:gd name="connsiteX4" fmla="*/ 0 w 595706"/>
                    <a:gd name="connsiteY4" fmla="*/ 17910 h 135147"/>
                    <a:gd name="connsiteX0" fmla="*/ 0 w 595706"/>
                    <a:gd name="connsiteY0" fmla="*/ 17910 h 135147"/>
                    <a:gd name="connsiteX1" fmla="*/ 595706 w 595706"/>
                    <a:gd name="connsiteY1" fmla="*/ 0 h 135147"/>
                    <a:gd name="connsiteX2" fmla="*/ 595706 w 595706"/>
                    <a:gd name="connsiteY2" fmla="*/ 92965 h 135147"/>
                    <a:gd name="connsiteX3" fmla="*/ 1361 w 595706"/>
                    <a:gd name="connsiteY3" fmla="*/ 135147 h 135147"/>
                    <a:gd name="connsiteX4" fmla="*/ 0 w 595706"/>
                    <a:gd name="connsiteY4" fmla="*/ 17910 h 135147"/>
                    <a:gd name="connsiteX0" fmla="*/ 0 w 595706"/>
                    <a:gd name="connsiteY0" fmla="*/ 17910 h 135147"/>
                    <a:gd name="connsiteX1" fmla="*/ 595706 w 595706"/>
                    <a:gd name="connsiteY1" fmla="*/ 0 h 135147"/>
                    <a:gd name="connsiteX2" fmla="*/ 595706 w 595706"/>
                    <a:gd name="connsiteY2" fmla="*/ 92965 h 135147"/>
                    <a:gd name="connsiteX3" fmla="*/ 1361 w 595706"/>
                    <a:gd name="connsiteY3" fmla="*/ 135147 h 135147"/>
                    <a:gd name="connsiteX4" fmla="*/ 0 w 595706"/>
                    <a:gd name="connsiteY4" fmla="*/ 17910 h 135147"/>
                    <a:gd name="connsiteX0" fmla="*/ 0 w 595706"/>
                    <a:gd name="connsiteY0" fmla="*/ 17910 h 135147"/>
                    <a:gd name="connsiteX1" fmla="*/ 595706 w 595706"/>
                    <a:gd name="connsiteY1" fmla="*/ 0 h 135147"/>
                    <a:gd name="connsiteX2" fmla="*/ 595706 w 595706"/>
                    <a:gd name="connsiteY2" fmla="*/ 92965 h 135147"/>
                    <a:gd name="connsiteX3" fmla="*/ 1361 w 595706"/>
                    <a:gd name="connsiteY3" fmla="*/ 135147 h 135147"/>
                    <a:gd name="connsiteX4" fmla="*/ 0 w 595706"/>
                    <a:gd name="connsiteY4" fmla="*/ 17910 h 135147"/>
                    <a:gd name="connsiteX0" fmla="*/ 0 w 595706"/>
                    <a:gd name="connsiteY0" fmla="*/ 22423 h 139660"/>
                    <a:gd name="connsiteX1" fmla="*/ 595706 w 595706"/>
                    <a:gd name="connsiteY1" fmla="*/ 4513 h 139660"/>
                    <a:gd name="connsiteX2" fmla="*/ 595706 w 595706"/>
                    <a:gd name="connsiteY2" fmla="*/ 97478 h 139660"/>
                    <a:gd name="connsiteX3" fmla="*/ 1361 w 595706"/>
                    <a:gd name="connsiteY3" fmla="*/ 139660 h 139660"/>
                    <a:gd name="connsiteX4" fmla="*/ 0 w 595706"/>
                    <a:gd name="connsiteY4" fmla="*/ 22423 h 139660"/>
                    <a:gd name="connsiteX0" fmla="*/ 0 w 595706"/>
                    <a:gd name="connsiteY0" fmla="*/ 26413 h 143650"/>
                    <a:gd name="connsiteX1" fmla="*/ 595706 w 595706"/>
                    <a:gd name="connsiteY1" fmla="*/ 8503 h 143650"/>
                    <a:gd name="connsiteX2" fmla="*/ 595706 w 595706"/>
                    <a:gd name="connsiteY2" fmla="*/ 101468 h 143650"/>
                    <a:gd name="connsiteX3" fmla="*/ 1361 w 595706"/>
                    <a:gd name="connsiteY3" fmla="*/ 143650 h 143650"/>
                    <a:gd name="connsiteX4" fmla="*/ 0 w 595706"/>
                    <a:gd name="connsiteY4" fmla="*/ 26413 h 143650"/>
                    <a:gd name="connsiteX0" fmla="*/ 0 w 595706"/>
                    <a:gd name="connsiteY0" fmla="*/ 21286 h 138523"/>
                    <a:gd name="connsiteX1" fmla="*/ 595706 w 595706"/>
                    <a:gd name="connsiteY1" fmla="*/ 3376 h 138523"/>
                    <a:gd name="connsiteX2" fmla="*/ 595706 w 595706"/>
                    <a:gd name="connsiteY2" fmla="*/ 96341 h 138523"/>
                    <a:gd name="connsiteX3" fmla="*/ 1361 w 595706"/>
                    <a:gd name="connsiteY3" fmla="*/ 138523 h 138523"/>
                    <a:gd name="connsiteX4" fmla="*/ 0 w 595706"/>
                    <a:gd name="connsiteY4" fmla="*/ 21286 h 138523"/>
                    <a:gd name="connsiteX0" fmla="*/ 0 w 595706"/>
                    <a:gd name="connsiteY0" fmla="*/ 22534 h 139771"/>
                    <a:gd name="connsiteX1" fmla="*/ 595706 w 595706"/>
                    <a:gd name="connsiteY1" fmla="*/ 4624 h 139771"/>
                    <a:gd name="connsiteX2" fmla="*/ 595706 w 595706"/>
                    <a:gd name="connsiteY2" fmla="*/ 97589 h 139771"/>
                    <a:gd name="connsiteX3" fmla="*/ 1361 w 595706"/>
                    <a:gd name="connsiteY3" fmla="*/ 139771 h 139771"/>
                    <a:gd name="connsiteX4" fmla="*/ 0 w 595706"/>
                    <a:gd name="connsiteY4" fmla="*/ 22534 h 139771"/>
                    <a:gd name="connsiteX0" fmla="*/ 0 w 595706"/>
                    <a:gd name="connsiteY0" fmla="*/ 23494 h 140731"/>
                    <a:gd name="connsiteX1" fmla="*/ 595706 w 595706"/>
                    <a:gd name="connsiteY1" fmla="*/ 2118 h 140731"/>
                    <a:gd name="connsiteX2" fmla="*/ 595706 w 595706"/>
                    <a:gd name="connsiteY2" fmla="*/ 98549 h 140731"/>
                    <a:gd name="connsiteX3" fmla="*/ 1361 w 595706"/>
                    <a:gd name="connsiteY3" fmla="*/ 140731 h 140731"/>
                    <a:gd name="connsiteX4" fmla="*/ 0 w 595706"/>
                    <a:gd name="connsiteY4" fmla="*/ 23494 h 140731"/>
                    <a:gd name="connsiteX0" fmla="*/ 0 w 595706"/>
                    <a:gd name="connsiteY0" fmla="*/ 23494 h 140731"/>
                    <a:gd name="connsiteX1" fmla="*/ 595706 w 595706"/>
                    <a:gd name="connsiteY1" fmla="*/ 2118 h 140731"/>
                    <a:gd name="connsiteX2" fmla="*/ 595706 w 595706"/>
                    <a:gd name="connsiteY2" fmla="*/ 98549 h 140731"/>
                    <a:gd name="connsiteX3" fmla="*/ 1361 w 595706"/>
                    <a:gd name="connsiteY3" fmla="*/ 140731 h 140731"/>
                    <a:gd name="connsiteX4" fmla="*/ 0 w 595706"/>
                    <a:gd name="connsiteY4" fmla="*/ 23494 h 140731"/>
                    <a:gd name="connsiteX0" fmla="*/ 0 w 595706"/>
                    <a:gd name="connsiteY0" fmla="*/ 25030 h 142267"/>
                    <a:gd name="connsiteX1" fmla="*/ 595706 w 595706"/>
                    <a:gd name="connsiteY1" fmla="*/ 3654 h 142267"/>
                    <a:gd name="connsiteX2" fmla="*/ 595706 w 595706"/>
                    <a:gd name="connsiteY2" fmla="*/ 100085 h 142267"/>
                    <a:gd name="connsiteX3" fmla="*/ 1361 w 595706"/>
                    <a:gd name="connsiteY3" fmla="*/ 142267 h 142267"/>
                    <a:gd name="connsiteX4" fmla="*/ 0 w 595706"/>
                    <a:gd name="connsiteY4" fmla="*/ 25030 h 142267"/>
                    <a:gd name="connsiteX0" fmla="*/ 0 w 595706"/>
                    <a:gd name="connsiteY0" fmla="*/ 22091 h 139328"/>
                    <a:gd name="connsiteX1" fmla="*/ 595706 w 595706"/>
                    <a:gd name="connsiteY1" fmla="*/ 715 h 139328"/>
                    <a:gd name="connsiteX2" fmla="*/ 595706 w 595706"/>
                    <a:gd name="connsiteY2" fmla="*/ 97146 h 139328"/>
                    <a:gd name="connsiteX3" fmla="*/ 1361 w 595706"/>
                    <a:gd name="connsiteY3" fmla="*/ 139328 h 139328"/>
                    <a:gd name="connsiteX4" fmla="*/ 0 w 595706"/>
                    <a:gd name="connsiteY4" fmla="*/ 22091 h 139328"/>
                    <a:gd name="connsiteX0" fmla="*/ 0 w 595706"/>
                    <a:gd name="connsiteY0" fmla="*/ 23573 h 140810"/>
                    <a:gd name="connsiteX1" fmla="*/ 595706 w 595706"/>
                    <a:gd name="connsiteY1" fmla="*/ 2197 h 140810"/>
                    <a:gd name="connsiteX2" fmla="*/ 595706 w 595706"/>
                    <a:gd name="connsiteY2" fmla="*/ 98628 h 140810"/>
                    <a:gd name="connsiteX3" fmla="*/ 1361 w 595706"/>
                    <a:gd name="connsiteY3" fmla="*/ 140810 h 140810"/>
                    <a:gd name="connsiteX4" fmla="*/ 0 w 595706"/>
                    <a:gd name="connsiteY4" fmla="*/ 23573 h 140810"/>
                    <a:gd name="connsiteX0" fmla="*/ 0 w 595706"/>
                    <a:gd name="connsiteY0" fmla="*/ 21908 h 139145"/>
                    <a:gd name="connsiteX1" fmla="*/ 595706 w 595706"/>
                    <a:gd name="connsiteY1" fmla="*/ 532 h 139145"/>
                    <a:gd name="connsiteX2" fmla="*/ 595706 w 595706"/>
                    <a:gd name="connsiteY2" fmla="*/ 96963 h 139145"/>
                    <a:gd name="connsiteX3" fmla="*/ 1361 w 595706"/>
                    <a:gd name="connsiteY3" fmla="*/ 139145 h 139145"/>
                    <a:gd name="connsiteX4" fmla="*/ 0 w 595706"/>
                    <a:gd name="connsiteY4" fmla="*/ 21908 h 139145"/>
                    <a:gd name="connsiteX0" fmla="*/ 0 w 595706"/>
                    <a:gd name="connsiteY0" fmla="*/ 23863 h 141100"/>
                    <a:gd name="connsiteX1" fmla="*/ 595706 w 595706"/>
                    <a:gd name="connsiteY1" fmla="*/ 2487 h 141100"/>
                    <a:gd name="connsiteX2" fmla="*/ 595706 w 595706"/>
                    <a:gd name="connsiteY2" fmla="*/ 98918 h 141100"/>
                    <a:gd name="connsiteX3" fmla="*/ 1361 w 595706"/>
                    <a:gd name="connsiteY3" fmla="*/ 141100 h 141100"/>
                    <a:gd name="connsiteX4" fmla="*/ 0 w 595706"/>
                    <a:gd name="connsiteY4" fmla="*/ 23863 h 141100"/>
                    <a:gd name="connsiteX0" fmla="*/ 0 w 595706"/>
                    <a:gd name="connsiteY0" fmla="*/ 24472 h 141709"/>
                    <a:gd name="connsiteX1" fmla="*/ 595706 w 595706"/>
                    <a:gd name="connsiteY1" fmla="*/ 3096 h 141709"/>
                    <a:gd name="connsiteX2" fmla="*/ 595706 w 595706"/>
                    <a:gd name="connsiteY2" fmla="*/ 99527 h 141709"/>
                    <a:gd name="connsiteX3" fmla="*/ 1361 w 595706"/>
                    <a:gd name="connsiteY3" fmla="*/ 141709 h 141709"/>
                    <a:gd name="connsiteX4" fmla="*/ 0 w 595706"/>
                    <a:gd name="connsiteY4" fmla="*/ 24472 h 141709"/>
                    <a:gd name="connsiteX0" fmla="*/ 0 w 595706"/>
                    <a:gd name="connsiteY0" fmla="*/ 24267 h 141504"/>
                    <a:gd name="connsiteX1" fmla="*/ 595706 w 595706"/>
                    <a:gd name="connsiteY1" fmla="*/ 2891 h 141504"/>
                    <a:gd name="connsiteX2" fmla="*/ 595706 w 595706"/>
                    <a:gd name="connsiteY2" fmla="*/ 99322 h 141504"/>
                    <a:gd name="connsiteX3" fmla="*/ 1361 w 595706"/>
                    <a:gd name="connsiteY3" fmla="*/ 141504 h 141504"/>
                    <a:gd name="connsiteX4" fmla="*/ 0 w 595706"/>
                    <a:gd name="connsiteY4" fmla="*/ 24267 h 141504"/>
                    <a:gd name="connsiteX0" fmla="*/ 0 w 595706"/>
                    <a:gd name="connsiteY0" fmla="*/ 24472 h 141709"/>
                    <a:gd name="connsiteX1" fmla="*/ 595706 w 595706"/>
                    <a:gd name="connsiteY1" fmla="*/ 3096 h 141709"/>
                    <a:gd name="connsiteX2" fmla="*/ 595706 w 595706"/>
                    <a:gd name="connsiteY2" fmla="*/ 99527 h 141709"/>
                    <a:gd name="connsiteX3" fmla="*/ 1361 w 595706"/>
                    <a:gd name="connsiteY3" fmla="*/ 141709 h 141709"/>
                    <a:gd name="connsiteX4" fmla="*/ 0 w 595706"/>
                    <a:gd name="connsiteY4" fmla="*/ 24472 h 141709"/>
                    <a:gd name="connsiteX0" fmla="*/ 0 w 595706"/>
                    <a:gd name="connsiteY0" fmla="*/ 24472 h 141709"/>
                    <a:gd name="connsiteX1" fmla="*/ 594353 w 595706"/>
                    <a:gd name="connsiteY1" fmla="*/ 3096 h 141709"/>
                    <a:gd name="connsiteX2" fmla="*/ 595706 w 595706"/>
                    <a:gd name="connsiteY2" fmla="*/ 99527 h 141709"/>
                    <a:gd name="connsiteX3" fmla="*/ 1361 w 595706"/>
                    <a:gd name="connsiteY3" fmla="*/ 141709 h 141709"/>
                    <a:gd name="connsiteX4" fmla="*/ 0 w 595706"/>
                    <a:gd name="connsiteY4" fmla="*/ 24472 h 141709"/>
                    <a:gd name="connsiteX0" fmla="*/ 124 w 595830"/>
                    <a:gd name="connsiteY0" fmla="*/ 24472 h 141709"/>
                    <a:gd name="connsiteX1" fmla="*/ 594477 w 595830"/>
                    <a:gd name="connsiteY1" fmla="*/ 3096 h 141709"/>
                    <a:gd name="connsiteX2" fmla="*/ 595830 w 595830"/>
                    <a:gd name="connsiteY2" fmla="*/ 99527 h 141709"/>
                    <a:gd name="connsiteX3" fmla="*/ 131 w 595830"/>
                    <a:gd name="connsiteY3" fmla="*/ 141709 h 141709"/>
                    <a:gd name="connsiteX4" fmla="*/ 124 w 595830"/>
                    <a:gd name="connsiteY4" fmla="*/ 24472 h 141709"/>
                    <a:gd name="connsiteX0" fmla="*/ 124 w 597179"/>
                    <a:gd name="connsiteY0" fmla="*/ 25207 h 142444"/>
                    <a:gd name="connsiteX1" fmla="*/ 597179 w 597179"/>
                    <a:gd name="connsiteY1" fmla="*/ 481 h 142444"/>
                    <a:gd name="connsiteX2" fmla="*/ 595830 w 597179"/>
                    <a:gd name="connsiteY2" fmla="*/ 100262 h 142444"/>
                    <a:gd name="connsiteX3" fmla="*/ 131 w 597179"/>
                    <a:gd name="connsiteY3" fmla="*/ 142444 h 142444"/>
                    <a:gd name="connsiteX4" fmla="*/ 124 w 597179"/>
                    <a:gd name="connsiteY4" fmla="*/ 25207 h 142444"/>
                    <a:gd name="connsiteX0" fmla="*/ 124 w 595889"/>
                    <a:gd name="connsiteY0" fmla="*/ 25842 h 143079"/>
                    <a:gd name="connsiteX1" fmla="*/ 594477 w 595889"/>
                    <a:gd name="connsiteY1" fmla="*/ 0 h 143079"/>
                    <a:gd name="connsiteX2" fmla="*/ 595830 w 595889"/>
                    <a:gd name="connsiteY2" fmla="*/ 100897 h 143079"/>
                    <a:gd name="connsiteX3" fmla="*/ 131 w 595889"/>
                    <a:gd name="connsiteY3" fmla="*/ 143079 h 143079"/>
                    <a:gd name="connsiteX4" fmla="*/ 124 w 595889"/>
                    <a:gd name="connsiteY4" fmla="*/ 25842 h 143079"/>
                    <a:gd name="connsiteX0" fmla="*/ 124 w 595889"/>
                    <a:gd name="connsiteY0" fmla="*/ 24713 h 141950"/>
                    <a:gd name="connsiteX1" fmla="*/ 594477 w 595889"/>
                    <a:gd name="connsiteY1" fmla="*/ 2221 h 141950"/>
                    <a:gd name="connsiteX2" fmla="*/ 595830 w 595889"/>
                    <a:gd name="connsiteY2" fmla="*/ 99768 h 141950"/>
                    <a:gd name="connsiteX3" fmla="*/ 131 w 595889"/>
                    <a:gd name="connsiteY3" fmla="*/ 141950 h 141950"/>
                    <a:gd name="connsiteX4" fmla="*/ 124 w 595889"/>
                    <a:gd name="connsiteY4" fmla="*/ 24713 h 141950"/>
                    <a:gd name="connsiteX0" fmla="*/ 124 w 595959"/>
                    <a:gd name="connsiteY0" fmla="*/ 24713 h 141950"/>
                    <a:gd name="connsiteX1" fmla="*/ 595828 w 595959"/>
                    <a:gd name="connsiteY1" fmla="*/ 2221 h 141950"/>
                    <a:gd name="connsiteX2" fmla="*/ 595830 w 595959"/>
                    <a:gd name="connsiteY2" fmla="*/ 99768 h 141950"/>
                    <a:gd name="connsiteX3" fmla="*/ 131 w 595959"/>
                    <a:gd name="connsiteY3" fmla="*/ 141950 h 141950"/>
                    <a:gd name="connsiteX4" fmla="*/ 124 w 595959"/>
                    <a:gd name="connsiteY4" fmla="*/ 24713 h 141950"/>
                    <a:gd name="connsiteX0" fmla="*/ 124 w 595959"/>
                    <a:gd name="connsiteY0" fmla="*/ 24925 h 142162"/>
                    <a:gd name="connsiteX1" fmla="*/ 595828 w 595959"/>
                    <a:gd name="connsiteY1" fmla="*/ 2433 h 142162"/>
                    <a:gd name="connsiteX2" fmla="*/ 595830 w 595959"/>
                    <a:gd name="connsiteY2" fmla="*/ 99980 h 142162"/>
                    <a:gd name="connsiteX3" fmla="*/ 131 w 595959"/>
                    <a:gd name="connsiteY3" fmla="*/ 142162 h 142162"/>
                    <a:gd name="connsiteX4" fmla="*/ 124 w 595959"/>
                    <a:gd name="connsiteY4" fmla="*/ 24925 h 142162"/>
                    <a:gd name="connsiteX0" fmla="*/ 124 w 595959"/>
                    <a:gd name="connsiteY0" fmla="*/ 22492 h 139729"/>
                    <a:gd name="connsiteX1" fmla="*/ 595828 w 595959"/>
                    <a:gd name="connsiteY1" fmla="*/ 0 h 139729"/>
                    <a:gd name="connsiteX2" fmla="*/ 595830 w 595959"/>
                    <a:gd name="connsiteY2" fmla="*/ 97547 h 139729"/>
                    <a:gd name="connsiteX3" fmla="*/ 131 w 595959"/>
                    <a:gd name="connsiteY3" fmla="*/ 139729 h 139729"/>
                    <a:gd name="connsiteX4" fmla="*/ 124 w 595959"/>
                    <a:gd name="connsiteY4" fmla="*/ 22492 h 139729"/>
                    <a:gd name="connsiteX0" fmla="*/ 124 w 595959"/>
                    <a:gd name="connsiteY0" fmla="*/ 25585 h 142822"/>
                    <a:gd name="connsiteX1" fmla="*/ 595828 w 595959"/>
                    <a:gd name="connsiteY1" fmla="*/ 3093 h 142822"/>
                    <a:gd name="connsiteX2" fmla="*/ 595830 w 595959"/>
                    <a:gd name="connsiteY2" fmla="*/ 100640 h 142822"/>
                    <a:gd name="connsiteX3" fmla="*/ 131 w 595959"/>
                    <a:gd name="connsiteY3" fmla="*/ 142822 h 142822"/>
                    <a:gd name="connsiteX4" fmla="*/ 124 w 595959"/>
                    <a:gd name="connsiteY4" fmla="*/ 25585 h 142822"/>
                    <a:gd name="connsiteX0" fmla="*/ 124 w 595959"/>
                    <a:gd name="connsiteY0" fmla="*/ 25585 h 142822"/>
                    <a:gd name="connsiteX1" fmla="*/ 595828 w 595959"/>
                    <a:gd name="connsiteY1" fmla="*/ 3093 h 142822"/>
                    <a:gd name="connsiteX2" fmla="*/ 595830 w 595959"/>
                    <a:gd name="connsiteY2" fmla="*/ 100640 h 142822"/>
                    <a:gd name="connsiteX3" fmla="*/ 131 w 595959"/>
                    <a:gd name="connsiteY3" fmla="*/ 142822 h 142822"/>
                    <a:gd name="connsiteX4" fmla="*/ 124 w 595959"/>
                    <a:gd name="connsiteY4" fmla="*/ 25585 h 142822"/>
                    <a:gd name="connsiteX0" fmla="*/ 124 w 595959"/>
                    <a:gd name="connsiteY0" fmla="*/ 26512 h 143749"/>
                    <a:gd name="connsiteX1" fmla="*/ 595828 w 595959"/>
                    <a:gd name="connsiteY1" fmla="*/ 4020 h 143749"/>
                    <a:gd name="connsiteX2" fmla="*/ 595830 w 595959"/>
                    <a:gd name="connsiteY2" fmla="*/ 101567 h 143749"/>
                    <a:gd name="connsiteX3" fmla="*/ 131 w 595959"/>
                    <a:gd name="connsiteY3" fmla="*/ 143749 h 143749"/>
                    <a:gd name="connsiteX4" fmla="*/ 124 w 595959"/>
                    <a:gd name="connsiteY4" fmla="*/ 26512 h 143749"/>
                    <a:gd name="connsiteX0" fmla="*/ 124 w 595959"/>
                    <a:gd name="connsiteY0" fmla="*/ 26512 h 143749"/>
                    <a:gd name="connsiteX1" fmla="*/ 595828 w 595959"/>
                    <a:gd name="connsiteY1" fmla="*/ 4020 h 143749"/>
                    <a:gd name="connsiteX2" fmla="*/ 595830 w 595959"/>
                    <a:gd name="connsiteY2" fmla="*/ 101567 h 143749"/>
                    <a:gd name="connsiteX3" fmla="*/ 131 w 595959"/>
                    <a:gd name="connsiteY3" fmla="*/ 143749 h 143749"/>
                    <a:gd name="connsiteX4" fmla="*/ 124 w 595959"/>
                    <a:gd name="connsiteY4" fmla="*/ 26512 h 143749"/>
                    <a:gd name="connsiteX0" fmla="*/ 124 w 595959"/>
                    <a:gd name="connsiteY0" fmla="*/ 28496 h 145733"/>
                    <a:gd name="connsiteX1" fmla="*/ 595828 w 595959"/>
                    <a:gd name="connsiteY1" fmla="*/ 6004 h 145733"/>
                    <a:gd name="connsiteX2" fmla="*/ 595830 w 595959"/>
                    <a:gd name="connsiteY2" fmla="*/ 103551 h 145733"/>
                    <a:gd name="connsiteX3" fmla="*/ 131 w 595959"/>
                    <a:gd name="connsiteY3" fmla="*/ 145733 h 145733"/>
                    <a:gd name="connsiteX4" fmla="*/ 124 w 595959"/>
                    <a:gd name="connsiteY4" fmla="*/ 28496 h 145733"/>
                    <a:gd name="connsiteX0" fmla="*/ 124 w 595959"/>
                    <a:gd name="connsiteY0" fmla="*/ 40766 h 158003"/>
                    <a:gd name="connsiteX1" fmla="*/ 595828 w 595959"/>
                    <a:gd name="connsiteY1" fmla="*/ 0 h 158003"/>
                    <a:gd name="connsiteX2" fmla="*/ 595830 w 595959"/>
                    <a:gd name="connsiteY2" fmla="*/ 115821 h 158003"/>
                    <a:gd name="connsiteX3" fmla="*/ 131 w 595959"/>
                    <a:gd name="connsiteY3" fmla="*/ 158003 h 158003"/>
                    <a:gd name="connsiteX4" fmla="*/ 124 w 595959"/>
                    <a:gd name="connsiteY4" fmla="*/ 40766 h 158003"/>
                    <a:gd name="connsiteX0" fmla="*/ 124 w 595959"/>
                    <a:gd name="connsiteY0" fmla="*/ 40766 h 158003"/>
                    <a:gd name="connsiteX1" fmla="*/ 595828 w 595959"/>
                    <a:gd name="connsiteY1" fmla="*/ 0 h 158003"/>
                    <a:gd name="connsiteX2" fmla="*/ 595830 w 595959"/>
                    <a:gd name="connsiteY2" fmla="*/ 115821 h 158003"/>
                    <a:gd name="connsiteX3" fmla="*/ 131 w 595959"/>
                    <a:gd name="connsiteY3" fmla="*/ 158003 h 158003"/>
                    <a:gd name="connsiteX4" fmla="*/ 124 w 595959"/>
                    <a:gd name="connsiteY4" fmla="*/ 40766 h 158003"/>
                    <a:gd name="connsiteX0" fmla="*/ 124 w 595959"/>
                    <a:gd name="connsiteY0" fmla="*/ 40766 h 158003"/>
                    <a:gd name="connsiteX1" fmla="*/ 595828 w 595959"/>
                    <a:gd name="connsiteY1" fmla="*/ 0 h 158003"/>
                    <a:gd name="connsiteX2" fmla="*/ 595830 w 595959"/>
                    <a:gd name="connsiteY2" fmla="*/ 115821 h 158003"/>
                    <a:gd name="connsiteX3" fmla="*/ 131 w 595959"/>
                    <a:gd name="connsiteY3" fmla="*/ 158003 h 158003"/>
                    <a:gd name="connsiteX4" fmla="*/ 124 w 595959"/>
                    <a:gd name="connsiteY4" fmla="*/ 40766 h 158003"/>
                    <a:gd name="connsiteX0" fmla="*/ 124 w 595959"/>
                    <a:gd name="connsiteY0" fmla="*/ 40766 h 158003"/>
                    <a:gd name="connsiteX1" fmla="*/ 595828 w 595959"/>
                    <a:gd name="connsiteY1" fmla="*/ 0 h 158003"/>
                    <a:gd name="connsiteX2" fmla="*/ 595830 w 595959"/>
                    <a:gd name="connsiteY2" fmla="*/ 115821 h 158003"/>
                    <a:gd name="connsiteX3" fmla="*/ 131 w 595959"/>
                    <a:gd name="connsiteY3" fmla="*/ 158003 h 158003"/>
                    <a:gd name="connsiteX4" fmla="*/ 124 w 595959"/>
                    <a:gd name="connsiteY4" fmla="*/ 40766 h 158003"/>
                    <a:gd name="connsiteX0" fmla="*/ 124 w 595959"/>
                    <a:gd name="connsiteY0" fmla="*/ 40766 h 158003"/>
                    <a:gd name="connsiteX1" fmla="*/ 595828 w 595959"/>
                    <a:gd name="connsiteY1" fmla="*/ 0 h 158003"/>
                    <a:gd name="connsiteX2" fmla="*/ 595830 w 595959"/>
                    <a:gd name="connsiteY2" fmla="*/ 115821 h 158003"/>
                    <a:gd name="connsiteX3" fmla="*/ 131 w 595959"/>
                    <a:gd name="connsiteY3" fmla="*/ 158003 h 158003"/>
                    <a:gd name="connsiteX4" fmla="*/ 124 w 595959"/>
                    <a:gd name="connsiteY4" fmla="*/ 40766 h 158003"/>
                    <a:gd name="connsiteX0" fmla="*/ 124 w 595959"/>
                    <a:gd name="connsiteY0" fmla="*/ 40766 h 158003"/>
                    <a:gd name="connsiteX1" fmla="*/ 595828 w 595959"/>
                    <a:gd name="connsiteY1" fmla="*/ 0 h 158003"/>
                    <a:gd name="connsiteX2" fmla="*/ 595830 w 595959"/>
                    <a:gd name="connsiteY2" fmla="*/ 115821 h 158003"/>
                    <a:gd name="connsiteX3" fmla="*/ 131 w 595959"/>
                    <a:gd name="connsiteY3" fmla="*/ 158003 h 158003"/>
                    <a:gd name="connsiteX4" fmla="*/ 124 w 595959"/>
                    <a:gd name="connsiteY4" fmla="*/ 40766 h 158003"/>
                    <a:gd name="connsiteX0" fmla="*/ 124 w 595959"/>
                    <a:gd name="connsiteY0" fmla="*/ 40766 h 158003"/>
                    <a:gd name="connsiteX1" fmla="*/ 595828 w 595959"/>
                    <a:gd name="connsiteY1" fmla="*/ 0 h 158003"/>
                    <a:gd name="connsiteX2" fmla="*/ 595830 w 595959"/>
                    <a:gd name="connsiteY2" fmla="*/ 115821 h 158003"/>
                    <a:gd name="connsiteX3" fmla="*/ 131 w 595959"/>
                    <a:gd name="connsiteY3" fmla="*/ 158003 h 158003"/>
                    <a:gd name="connsiteX4" fmla="*/ 124 w 595959"/>
                    <a:gd name="connsiteY4" fmla="*/ 40766 h 158003"/>
                    <a:gd name="connsiteX0" fmla="*/ 124 w 595959"/>
                    <a:gd name="connsiteY0" fmla="*/ 40766 h 158003"/>
                    <a:gd name="connsiteX1" fmla="*/ 595828 w 595959"/>
                    <a:gd name="connsiteY1" fmla="*/ 0 h 158003"/>
                    <a:gd name="connsiteX2" fmla="*/ 595830 w 595959"/>
                    <a:gd name="connsiteY2" fmla="*/ 115821 h 158003"/>
                    <a:gd name="connsiteX3" fmla="*/ 131 w 595959"/>
                    <a:gd name="connsiteY3" fmla="*/ 158003 h 158003"/>
                    <a:gd name="connsiteX4" fmla="*/ 124 w 595959"/>
                    <a:gd name="connsiteY4" fmla="*/ 40766 h 158003"/>
                    <a:gd name="connsiteX0" fmla="*/ 124 w 595959"/>
                    <a:gd name="connsiteY0" fmla="*/ 40766 h 158003"/>
                    <a:gd name="connsiteX1" fmla="*/ 595828 w 595959"/>
                    <a:gd name="connsiteY1" fmla="*/ 0 h 158003"/>
                    <a:gd name="connsiteX2" fmla="*/ 595830 w 595959"/>
                    <a:gd name="connsiteY2" fmla="*/ 115821 h 158003"/>
                    <a:gd name="connsiteX3" fmla="*/ 131 w 595959"/>
                    <a:gd name="connsiteY3" fmla="*/ 158003 h 158003"/>
                    <a:gd name="connsiteX4" fmla="*/ 124 w 595959"/>
                    <a:gd name="connsiteY4" fmla="*/ 40766 h 158003"/>
                    <a:gd name="connsiteX0" fmla="*/ 124 w 595856"/>
                    <a:gd name="connsiteY0" fmla="*/ 41841 h 159078"/>
                    <a:gd name="connsiteX1" fmla="*/ 591261 w 595856"/>
                    <a:gd name="connsiteY1" fmla="*/ 0 h 159078"/>
                    <a:gd name="connsiteX2" fmla="*/ 595830 w 595856"/>
                    <a:gd name="connsiteY2" fmla="*/ 116896 h 159078"/>
                    <a:gd name="connsiteX3" fmla="*/ 131 w 595856"/>
                    <a:gd name="connsiteY3" fmla="*/ 159078 h 159078"/>
                    <a:gd name="connsiteX4" fmla="*/ 124 w 595856"/>
                    <a:gd name="connsiteY4" fmla="*/ 41841 h 159078"/>
                    <a:gd name="connsiteX0" fmla="*/ 124 w 595959"/>
                    <a:gd name="connsiteY0" fmla="*/ 41841 h 159078"/>
                    <a:gd name="connsiteX1" fmla="*/ 595828 w 595959"/>
                    <a:gd name="connsiteY1" fmla="*/ 0 h 159078"/>
                    <a:gd name="connsiteX2" fmla="*/ 595830 w 595959"/>
                    <a:gd name="connsiteY2" fmla="*/ 116896 h 159078"/>
                    <a:gd name="connsiteX3" fmla="*/ 131 w 595959"/>
                    <a:gd name="connsiteY3" fmla="*/ 159078 h 159078"/>
                    <a:gd name="connsiteX4" fmla="*/ 124 w 595959"/>
                    <a:gd name="connsiteY4" fmla="*/ 41841 h 159078"/>
                    <a:gd name="connsiteX0" fmla="*/ 124 w 597349"/>
                    <a:gd name="connsiteY0" fmla="*/ 42378 h 159615"/>
                    <a:gd name="connsiteX1" fmla="*/ 597349 w 597349"/>
                    <a:gd name="connsiteY1" fmla="*/ 0 h 159615"/>
                    <a:gd name="connsiteX2" fmla="*/ 595830 w 597349"/>
                    <a:gd name="connsiteY2" fmla="*/ 117433 h 159615"/>
                    <a:gd name="connsiteX3" fmla="*/ 131 w 597349"/>
                    <a:gd name="connsiteY3" fmla="*/ 159615 h 159615"/>
                    <a:gd name="connsiteX4" fmla="*/ 124 w 597349"/>
                    <a:gd name="connsiteY4" fmla="*/ 42378 h 159615"/>
                    <a:gd name="connsiteX0" fmla="*/ 124 w 600443"/>
                    <a:gd name="connsiteY0" fmla="*/ 42378 h 159615"/>
                    <a:gd name="connsiteX1" fmla="*/ 597349 w 600443"/>
                    <a:gd name="connsiteY1" fmla="*/ 0 h 159615"/>
                    <a:gd name="connsiteX2" fmla="*/ 600408 w 600443"/>
                    <a:gd name="connsiteY2" fmla="*/ 117433 h 159615"/>
                    <a:gd name="connsiteX3" fmla="*/ 131 w 600443"/>
                    <a:gd name="connsiteY3" fmla="*/ 159615 h 159615"/>
                    <a:gd name="connsiteX4" fmla="*/ 124 w 600443"/>
                    <a:gd name="connsiteY4" fmla="*/ 42378 h 159615"/>
                    <a:gd name="connsiteX0" fmla="*/ 124 w 600537"/>
                    <a:gd name="connsiteY0" fmla="*/ 42378 h 159615"/>
                    <a:gd name="connsiteX1" fmla="*/ 600401 w 600537"/>
                    <a:gd name="connsiteY1" fmla="*/ 0 h 159615"/>
                    <a:gd name="connsiteX2" fmla="*/ 600408 w 600537"/>
                    <a:gd name="connsiteY2" fmla="*/ 117433 h 159615"/>
                    <a:gd name="connsiteX3" fmla="*/ 131 w 600537"/>
                    <a:gd name="connsiteY3" fmla="*/ 159615 h 159615"/>
                    <a:gd name="connsiteX4" fmla="*/ 124 w 600537"/>
                    <a:gd name="connsiteY4" fmla="*/ 42378 h 15961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00537" h="159615">
                      <a:moveTo>
                        <a:pt x="124" y="42378"/>
                      </a:moveTo>
                      <a:cubicBezTo>
                        <a:pt x="296414" y="-50243"/>
                        <a:pt x="418111" y="75773"/>
                        <a:pt x="600401" y="0"/>
                      </a:cubicBezTo>
                      <a:cubicBezTo>
                        <a:pt x="599951" y="33260"/>
                        <a:pt x="600858" y="84173"/>
                        <a:pt x="600408" y="117433"/>
                      </a:cubicBezTo>
                      <a:cubicBezTo>
                        <a:pt x="395490" y="192726"/>
                        <a:pt x="285331" y="62551"/>
                        <a:pt x="131" y="159615"/>
                      </a:cubicBezTo>
                      <a:cubicBezTo>
                        <a:pt x="-323" y="114566"/>
                        <a:pt x="578" y="87427"/>
                        <a:pt x="124" y="42378"/>
                      </a:cubicBezTo>
                      <a:close/>
                    </a:path>
                  </a:pathLst>
                </a:custGeom>
                <a:solidFill>
                  <a:schemeClr val="accent4">
                    <a:lumMod val="60000"/>
                    <a:lumOff val="40000"/>
                  </a:schemeClr>
                </a:solidFill>
                <a:ln w="1270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817" name="矩形 1174">
                  <a:extLst>
                    <a:ext uri="{FF2B5EF4-FFF2-40B4-BE49-F238E27FC236}">
                      <a16:creationId xmlns:a16="http://schemas.microsoft.com/office/drawing/2014/main" id="{8400E767-5D1D-F9D9-ECEF-E583D778EEC5}"/>
                    </a:ext>
                  </a:extLst>
                </p:cNvPr>
                <p:cNvSpPr/>
                <p:nvPr/>
              </p:nvSpPr>
              <p:spPr>
                <a:xfrm rot="10800000">
                  <a:off x="5041542" y="6890402"/>
                  <a:ext cx="618706" cy="226680"/>
                </a:xfrm>
                <a:custGeom>
                  <a:avLst/>
                  <a:gdLst>
                    <a:gd name="connsiteX0" fmla="*/ 0 w 595706"/>
                    <a:gd name="connsiteY0" fmla="*/ 0 h 92965"/>
                    <a:gd name="connsiteX1" fmla="*/ 595706 w 595706"/>
                    <a:gd name="connsiteY1" fmla="*/ 0 h 92965"/>
                    <a:gd name="connsiteX2" fmla="*/ 595706 w 595706"/>
                    <a:gd name="connsiteY2" fmla="*/ 92965 h 92965"/>
                    <a:gd name="connsiteX3" fmla="*/ 0 w 595706"/>
                    <a:gd name="connsiteY3" fmla="*/ 92965 h 92965"/>
                    <a:gd name="connsiteX4" fmla="*/ 0 w 595706"/>
                    <a:gd name="connsiteY4" fmla="*/ 0 h 92965"/>
                    <a:gd name="connsiteX0" fmla="*/ 0 w 595706"/>
                    <a:gd name="connsiteY0" fmla="*/ 0 h 135147"/>
                    <a:gd name="connsiteX1" fmla="*/ 595706 w 595706"/>
                    <a:gd name="connsiteY1" fmla="*/ 0 h 135147"/>
                    <a:gd name="connsiteX2" fmla="*/ 595706 w 595706"/>
                    <a:gd name="connsiteY2" fmla="*/ 92965 h 135147"/>
                    <a:gd name="connsiteX3" fmla="*/ 1361 w 595706"/>
                    <a:gd name="connsiteY3" fmla="*/ 135147 h 135147"/>
                    <a:gd name="connsiteX4" fmla="*/ 0 w 595706"/>
                    <a:gd name="connsiteY4" fmla="*/ 0 h 135147"/>
                    <a:gd name="connsiteX0" fmla="*/ 0 w 595706"/>
                    <a:gd name="connsiteY0" fmla="*/ 0 h 135147"/>
                    <a:gd name="connsiteX1" fmla="*/ 595706 w 595706"/>
                    <a:gd name="connsiteY1" fmla="*/ 0 h 135147"/>
                    <a:gd name="connsiteX2" fmla="*/ 595706 w 595706"/>
                    <a:gd name="connsiteY2" fmla="*/ 92965 h 135147"/>
                    <a:gd name="connsiteX3" fmla="*/ 1361 w 595706"/>
                    <a:gd name="connsiteY3" fmla="*/ 135147 h 135147"/>
                    <a:gd name="connsiteX4" fmla="*/ 0 w 595706"/>
                    <a:gd name="connsiteY4" fmla="*/ 0 h 135147"/>
                    <a:gd name="connsiteX0" fmla="*/ 0 w 595706"/>
                    <a:gd name="connsiteY0" fmla="*/ 0 h 135147"/>
                    <a:gd name="connsiteX1" fmla="*/ 595706 w 595706"/>
                    <a:gd name="connsiteY1" fmla="*/ 0 h 135147"/>
                    <a:gd name="connsiteX2" fmla="*/ 595706 w 595706"/>
                    <a:gd name="connsiteY2" fmla="*/ 92965 h 135147"/>
                    <a:gd name="connsiteX3" fmla="*/ 1361 w 595706"/>
                    <a:gd name="connsiteY3" fmla="*/ 135147 h 135147"/>
                    <a:gd name="connsiteX4" fmla="*/ 0 w 595706"/>
                    <a:gd name="connsiteY4" fmla="*/ 0 h 135147"/>
                    <a:gd name="connsiteX0" fmla="*/ 0 w 595706"/>
                    <a:gd name="connsiteY0" fmla="*/ 0 h 135147"/>
                    <a:gd name="connsiteX1" fmla="*/ 595706 w 595706"/>
                    <a:gd name="connsiteY1" fmla="*/ 0 h 135147"/>
                    <a:gd name="connsiteX2" fmla="*/ 595706 w 595706"/>
                    <a:gd name="connsiteY2" fmla="*/ 92965 h 135147"/>
                    <a:gd name="connsiteX3" fmla="*/ 1361 w 595706"/>
                    <a:gd name="connsiteY3" fmla="*/ 135147 h 135147"/>
                    <a:gd name="connsiteX4" fmla="*/ 0 w 595706"/>
                    <a:gd name="connsiteY4" fmla="*/ 0 h 135147"/>
                    <a:gd name="connsiteX0" fmla="*/ 1422 w 594406"/>
                    <a:gd name="connsiteY0" fmla="*/ 21376 h 135147"/>
                    <a:gd name="connsiteX1" fmla="*/ 594406 w 594406"/>
                    <a:gd name="connsiteY1" fmla="*/ 0 h 135147"/>
                    <a:gd name="connsiteX2" fmla="*/ 594406 w 594406"/>
                    <a:gd name="connsiteY2" fmla="*/ 92965 h 135147"/>
                    <a:gd name="connsiteX3" fmla="*/ 61 w 594406"/>
                    <a:gd name="connsiteY3" fmla="*/ 135147 h 135147"/>
                    <a:gd name="connsiteX4" fmla="*/ 1422 w 594406"/>
                    <a:gd name="connsiteY4" fmla="*/ 21376 h 135147"/>
                    <a:gd name="connsiteX0" fmla="*/ 1422 w 594406"/>
                    <a:gd name="connsiteY0" fmla="*/ 15599 h 135147"/>
                    <a:gd name="connsiteX1" fmla="*/ 594406 w 594406"/>
                    <a:gd name="connsiteY1" fmla="*/ 0 h 135147"/>
                    <a:gd name="connsiteX2" fmla="*/ 594406 w 594406"/>
                    <a:gd name="connsiteY2" fmla="*/ 92965 h 135147"/>
                    <a:gd name="connsiteX3" fmla="*/ 61 w 594406"/>
                    <a:gd name="connsiteY3" fmla="*/ 135147 h 135147"/>
                    <a:gd name="connsiteX4" fmla="*/ 1422 w 594406"/>
                    <a:gd name="connsiteY4" fmla="*/ 15599 h 135147"/>
                    <a:gd name="connsiteX0" fmla="*/ 131 w 594476"/>
                    <a:gd name="connsiteY0" fmla="*/ 4622 h 135147"/>
                    <a:gd name="connsiteX1" fmla="*/ 594476 w 594476"/>
                    <a:gd name="connsiteY1" fmla="*/ 0 h 135147"/>
                    <a:gd name="connsiteX2" fmla="*/ 594476 w 594476"/>
                    <a:gd name="connsiteY2" fmla="*/ 92965 h 135147"/>
                    <a:gd name="connsiteX3" fmla="*/ 131 w 594476"/>
                    <a:gd name="connsiteY3" fmla="*/ 135147 h 135147"/>
                    <a:gd name="connsiteX4" fmla="*/ 131 w 594476"/>
                    <a:gd name="connsiteY4" fmla="*/ 4622 h 135147"/>
                    <a:gd name="connsiteX0" fmla="*/ 0 w 595706"/>
                    <a:gd name="connsiteY0" fmla="*/ 17910 h 135147"/>
                    <a:gd name="connsiteX1" fmla="*/ 595706 w 595706"/>
                    <a:gd name="connsiteY1" fmla="*/ 0 h 135147"/>
                    <a:gd name="connsiteX2" fmla="*/ 595706 w 595706"/>
                    <a:gd name="connsiteY2" fmla="*/ 92965 h 135147"/>
                    <a:gd name="connsiteX3" fmla="*/ 1361 w 595706"/>
                    <a:gd name="connsiteY3" fmla="*/ 135147 h 135147"/>
                    <a:gd name="connsiteX4" fmla="*/ 0 w 595706"/>
                    <a:gd name="connsiteY4" fmla="*/ 17910 h 135147"/>
                    <a:gd name="connsiteX0" fmla="*/ 0 w 595706"/>
                    <a:gd name="connsiteY0" fmla="*/ 17910 h 135147"/>
                    <a:gd name="connsiteX1" fmla="*/ 595706 w 595706"/>
                    <a:gd name="connsiteY1" fmla="*/ 0 h 135147"/>
                    <a:gd name="connsiteX2" fmla="*/ 595706 w 595706"/>
                    <a:gd name="connsiteY2" fmla="*/ 92965 h 135147"/>
                    <a:gd name="connsiteX3" fmla="*/ 1361 w 595706"/>
                    <a:gd name="connsiteY3" fmla="*/ 135147 h 135147"/>
                    <a:gd name="connsiteX4" fmla="*/ 0 w 595706"/>
                    <a:gd name="connsiteY4" fmla="*/ 17910 h 135147"/>
                    <a:gd name="connsiteX0" fmla="*/ 0 w 595706"/>
                    <a:gd name="connsiteY0" fmla="*/ 17910 h 135147"/>
                    <a:gd name="connsiteX1" fmla="*/ 595706 w 595706"/>
                    <a:gd name="connsiteY1" fmla="*/ 0 h 135147"/>
                    <a:gd name="connsiteX2" fmla="*/ 595706 w 595706"/>
                    <a:gd name="connsiteY2" fmla="*/ 92965 h 135147"/>
                    <a:gd name="connsiteX3" fmla="*/ 1361 w 595706"/>
                    <a:gd name="connsiteY3" fmla="*/ 135147 h 135147"/>
                    <a:gd name="connsiteX4" fmla="*/ 0 w 595706"/>
                    <a:gd name="connsiteY4" fmla="*/ 17910 h 135147"/>
                    <a:gd name="connsiteX0" fmla="*/ 0 w 595706"/>
                    <a:gd name="connsiteY0" fmla="*/ 17910 h 135147"/>
                    <a:gd name="connsiteX1" fmla="*/ 595706 w 595706"/>
                    <a:gd name="connsiteY1" fmla="*/ 0 h 135147"/>
                    <a:gd name="connsiteX2" fmla="*/ 595706 w 595706"/>
                    <a:gd name="connsiteY2" fmla="*/ 92965 h 135147"/>
                    <a:gd name="connsiteX3" fmla="*/ 1361 w 595706"/>
                    <a:gd name="connsiteY3" fmla="*/ 135147 h 135147"/>
                    <a:gd name="connsiteX4" fmla="*/ 0 w 595706"/>
                    <a:gd name="connsiteY4" fmla="*/ 17910 h 135147"/>
                    <a:gd name="connsiteX0" fmla="*/ 0 w 595706"/>
                    <a:gd name="connsiteY0" fmla="*/ 22423 h 139660"/>
                    <a:gd name="connsiteX1" fmla="*/ 595706 w 595706"/>
                    <a:gd name="connsiteY1" fmla="*/ 4513 h 139660"/>
                    <a:gd name="connsiteX2" fmla="*/ 595706 w 595706"/>
                    <a:gd name="connsiteY2" fmla="*/ 97478 h 139660"/>
                    <a:gd name="connsiteX3" fmla="*/ 1361 w 595706"/>
                    <a:gd name="connsiteY3" fmla="*/ 139660 h 139660"/>
                    <a:gd name="connsiteX4" fmla="*/ 0 w 595706"/>
                    <a:gd name="connsiteY4" fmla="*/ 22423 h 139660"/>
                    <a:gd name="connsiteX0" fmla="*/ 0 w 595706"/>
                    <a:gd name="connsiteY0" fmla="*/ 26413 h 143650"/>
                    <a:gd name="connsiteX1" fmla="*/ 595706 w 595706"/>
                    <a:gd name="connsiteY1" fmla="*/ 8503 h 143650"/>
                    <a:gd name="connsiteX2" fmla="*/ 595706 w 595706"/>
                    <a:gd name="connsiteY2" fmla="*/ 101468 h 143650"/>
                    <a:gd name="connsiteX3" fmla="*/ 1361 w 595706"/>
                    <a:gd name="connsiteY3" fmla="*/ 143650 h 143650"/>
                    <a:gd name="connsiteX4" fmla="*/ 0 w 595706"/>
                    <a:gd name="connsiteY4" fmla="*/ 26413 h 143650"/>
                    <a:gd name="connsiteX0" fmla="*/ 0 w 595706"/>
                    <a:gd name="connsiteY0" fmla="*/ 21286 h 138523"/>
                    <a:gd name="connsiteX1" fmla="*/ 595706 w 595706"/>
                    <a:gd name="connsiteY1" fmla="*/ 3376 h 138523"/>
                    <a:gd name="connsiteX2" fmla="*/ 595706 w 595706"/>
                    <a:gd name="connsiteY2" fmla="*/ 96341 h 138523"/>
                    <a:gd name="connsiteX3" fmla="*/ 1361 w 595706"/>
                    <a:gd name="connsiteY3" fmla="*/ 138523 h 138523"/>
                    <a:gd name="connsiteX4" fmla="*/ 0 w 595706"/>
                    <a:gd name="connsiteY4" fmla="*/ 21286 h 138523"/>
                    <a:gd name="connsiteX0" fmla="*/ 0 w 595706"/>
                    <a:gd name="connsiteY0" fmla="*/ 22534 h 139771"/>
                    <a:gd name="connsiteX1" fmla="*/ 595706 w 595706"/>
                    <a:gd name="connsiteY1" fmla="*/ 4624 h 139771"/>
                    <a:gd name="connsiteX2" fmla="*/ 595706 w 595706"/>
                    <a:gd name="connsiteY2" fmla="*/ 97589 h 139771"/>
                    <a:gd name="connsiteX3" fmla="*/ 1361 w 595706"/>
                    <a:gd name="connsiteY3" fmla="*/ 139771 h 139771"/>
                    <a:gd name="connsiteX4" fmla="*/ 0 w 595706"/>
                    <a:gd name="connsiteY4" fmla="*/ 22534 h 139771"/>
                    <a:gd name="connsiteX0" fmla="*/ 0 w 595706"/>
                    <a:gd name="connsiteY0" fmla="*/ 23494 h 140731"/>
                    <a:gd name="connsiteX1" fmla="*/ 595706 w 595706"/>
                    <a:gd name="connsiteY1" fmla="*/ 2118 h 140731"/>
                    <a:gd name="connsiteX2" fmla="*/ 595706 w 595706"/>
                    <a:gd name="connsiteY2" fmla="*/ 98549 h 140731"/>
                    <a:gd name="connsiteX3" fmla="*/ 1361 w 595706"/>
                    <a:gd name="connsiteY3" fmla="*/ 140731 h 140731"/>
                    <a:gd name="connsiteX4" fmla="*/ 0 w 595706"/>
                    <a:gd name="connsiteY4" fmla="*/ 23494 h 140731"/>
                    <a:gd name="connsiteX0" fmla="*/ 0 w 595706"/>
                    <a:gd name="connsiteY0" fmla="*/ 23494 h 140731"/>
                    <a:gd name="connsiteX1" fmla="*/ 595706 w 595706"/>
                    <a:gd name="connsiteY1" fmla="*/ 2118 h 140731"/>
                    <a:gd name="connsiteX2" fmla="*/ 595706 w 595706"/>
                    <a:gd name="connsiteY2" fmla="*/ 98549 h 140731"/>
                    <a:gd name="connsiteX3" fmla="*/ 1361 w 595706"/>
                    <a:gd name="connsiteY3" fmla="*/ 140731 h 140731"/>
                    <a:gd name="connsiteX4" fmla="*/ 0 w 595706"/>
                    <a:gd name="connsiteY4" fmla="*/ 23494 h 140731"/>
                    <a:gd name="connsiteX0" fmla="*/ 0 w 595706"/>
                    <a:gd name="connsiteY0" fmla="*/ 25030 h 142267"/>
                    <a:gd name="connsiteX1" fmla="*/ 595706 w 595706"/>
                    <a:gd name="connsiteY1" fmla="*/ 3654 h 142267"/>
                    <a:gd name="connsiteX2" fmla="*/ 595706 w 595706"/>
                    <a:gd name="connsiteY2" fmla="*/ 100085 h 142267"/>
                    <a:gd name="connsiteX3" fmla="*/ 1361 w 595706"/>
                    <a:gd name="connsiteY3" fmla="*/ 142267 h 142267"/>
                    <a:gd name="connsiteX4" fmla="*/ 0 w 595706"/>
                    <a:gd name="connsiteY4" fmla="*/ 25030 h 142267"/>
                    <a:gd name="connsiteX0" fmla="*/ 0 w 595706"/>
                    <a:gd name="connsiteY0" fmla="*/ 22091 h 139328"/>
                    <a:gd name="connsiteX1" fmla="*/ 595706 w 595706"/>
                    <a:gd name="connsiteY1" fmla="*/ 715 h 139328"/>
                    <a:gd name="connsiteX2" fmla="*/ 595706 w 595706"/>
                    <a:gd name="connsiteY2" fmla="*/ 97146 h 139328"/>
                    <a:gd name="connsiteX3" fmla="*/ 1361 w 595706"/>
                    <a:gd name="connsiteY3" fmla="*/ 139328 h 139328"/>
                    <a:gd name="connsiteX4" fmla="*/ 0 w 595706"/>
                    <a:gd name="connsiteY4" fmla="*/ 22091 h 139328"/>
                    <a:gd name="connsiteX0" fmla="*/ 0 w 595706"/>
                    <a:gd name="connsiteY0" fmla="*/ 23573 h 140810"/>
                    <a:gd name="connsiteX1" fmla="*/ 595706 w 595706"/>
                    <a:gd name="connsiteY1" fmla="*/ 2197 h 140810"/>
                    <a:gd name="connsiteX2" fmla="*/ 595706 w 595706"/>
                    <a:gd name="connsiteY2" fmla="*/ 98628 h 140810"/>
                    <a:gd name="connsiteX3" fmla="*/ 1361 w 595706"/>
                    <a:gd name="connsiteY3" fmla="*/ 140810 h 140810"/>
                    <a:gd name="connsiteX4" fmla="*/ 0 w 595706"/>
                    <a:gd name="connsiteY4" fmla="*/ 23573 h 140810"/>
                    <a:gd name="connsiteX0" fmla="*/ 0 w 595706"/>
                    <a:gd name="connsiteY0" fmla="*/ 21908 h 139145"/>
                    <a:gd name="connsiteX1" fmla="*/ 595706 w 595706"/>
                    <a:gd name="connsiteY1" fmla="*/ 532 h 139145"/>
                    <a:gd name="connsiteX2" fmla="*/ 595706 w 595706"/>
                    <a:gd name="connsiteY2" fmla="*/ 96963 h 139145"/>
                    <a:gd name="connsiteX3" fmla="*/ 1361 w 595706"/>
                    <a:gd name="connsiteY3" fmla="*/ 139145 h 139145"/>
                    <a:gd name="connsiteX4" fmla="*/ 0 w 595706"/>
                    <a:gd name="connsiteY4" fmla="*/ 21908 h 139145"/>
                    <a:gd name="connsiteX0" fmla="*/ 0 w 595706"/>
                    <a:gd name="connsiteY0" fmla="*/ 23863 h 141100"/>
                    <a:gd name="connsiteX1" fmla="*/ 595706 w 595706"/>
                    <a:gd name="connsiteY1" fmla="*/ 2487 h 141100"/>
                    <a:gd name="connsiteX2" fmla="*/ 595706 w 595706"/>
                    <a:gd name="connsiteY2" fmla="*/ 98918 h 141100"/>
                    <a:gd name="connsiteX3" fmla="*/ 1361 w 595706"/>
                    <a:gd name="connsiteY3" fmla="*/ 141100 h 141100"/>
                    <a:gd name="connsiteX4" fmla="*/ 0 w 595706"/>
                    <a:gd name="connsiteY4" fmla="*/ 23863 h 141100"/>
                    <a:gd name="connsiteX0" fmla="*/ 0 w 595706"/>
                    <a:gd name="connsiteY0" fmla="*/ 24472 h 141709"/>
                    <a:gd name="connsiteX1" fmla="*/ 595706 w 595706"/>
                    <a:gd name="connsiteY1" fmla="*/ 3096 h 141709"/>
                    <a:gd name="connsiteX2" fmla="*/ 595706 w 595706"/>
                    <a:gd name="connsiteY2" fmla="*/ 99527 h 141709"/>
                    <a:gd name="connsiteX3" fmla="*/ 1361 w 595706"/>
                    <a:gd name="connsiteY3" fmla="*/ 141709 h 141709"/>
                    <a:gd name="connsiteX4" fmla="*/ 0 w 595706"/>
                    <a:gd name="connsiteY4" fmla="*/ 24472 h 141709"/>
                    <a:gd name="connsiteX0" fmla="*/ 0 w 595706"/>
                    <a:gd name="connsiteY0" fmla="*/ 24267 h 141504"/>
                    <a:gd name="connsiteX1" fmla="*/ 595706 w 595706"/>
                    <a:gd name="connsiteY1" fmla="*/ 2891 h 141504"/>
                    <a:gd name="connsiteX2" fmla="*/ 595706 w 595706"/>
                    <a:gd name="connsiteY2" fmla="*/ 99322 h 141504"/>
                    <a:gd name="connsiteX3" fmla="*/ 1361 w 595706"/>
                    <a:gd name="connsiteY3" fmla="*/ 141504 h 141504"/>
                    <a:gd name="connsiteX4" fmla="*/ 0 w 595706"/>
                    <a:gd name="connsiteY4" fmla="*/ 24267 h 141504"/>
                    <a:gd name="connsiteX0" fmla="*/ 0 w 595706"/>
                    <a:gd name="connsiteY0" fmla="*/ 24472 h 141709"/>
                    <a:gd name="connsiteX1" fmla="*/ 595706 w 595706"/>
                    <a:gd name="connsiteY1" fmla="*/ 3096 h 141709"/>
                    <a:gd name="connsiteX2" fmla="*/ 595706 w 595706"/>
                    <a:gd name="connsiteY2" fmla="*/ 99527 h 141709"/>
                    <a:gd name="connsiteX3" fmla="*/ 1361 w 595706"/>
                    <a:gd name="connsiteY3" fmla="*/ 141709 h 141709"/>
                    <a:gd name="connsiteX4" fmla="*/ 0 w 595706"/>
                    <a:gd name="connsiteY4" fmla="*/ 24472 h 141709"/>
                    <a:gd name="connsiteX0" fmla="*/ 0 w 595706"/>
                    <a:gd name="connsiteY0" fmla="*/ 24472 h 141709"/>
                    <a:gd name="connsiteX1" fmla="*/ 594353 w 595706"/>
                    <a:gd name="connsiteY1" fmla="*/ 3096 h 141709"/>
                    <a:gd name="connsiteX2" fmla="*/ 595706 w 595706"/>
                    <a:gd name="connsiteY2" fmla="*/ 99527 h 141709"/>
                    <a:gd name="connsiteX3" fmla="*/ 1361 w 595706"/>
                    <a:gd name="connsiteY3" fmla="*/ 141709 h 141709"/>
                    <a:gd name="connsiteX4" fmla="*/ 0 w 595706"/>
                    <a:gd name="connsiteY4" fmla="*/ 24472 h 141709"/>
                    <a:gd name="connsiteX0" fmla="*/ 124 w 595830"/>
                    <a:gd name="connsiteY0" fmla="*/ 24472 h 141709"/>
                    <a:gd name="connsiteX1" fmla="*/ 594477 w 595830"/>
                    <a:gd name="connsiteY1" fmla="*/ 3096 h 141709"/>
                    <a:gd name="connsiteX2" fmla="*/ 595830 w 595830"/>
                    <a:gd name="connsiteY2" fmla="*/ 99527 h 141709"/>
                    <a:gd name="connsiteX3" fmla="*/ 131 w 595830"/>
                    <a:gd name="connsiteY3" fmla="*/ 141709 h 141709"/>
                    <a:gd name="connsiteX4" fmla="*/ 124 w 595830"/>
                    <a:gd name="connsiteY4" fmla="*/ 24472 h 141709"/>
                    <a:gd name="connsiteX0" fmla="*/ 124 w 597179"/>
                    <a:gd name="connsiteY0" fmla="*/ 25207 h 142444"/>
                    <a:gd name="connsiteX1" fmla="*/ 597179 w 597179"/>
                    <a:gd name="connsiteY1" fmla="*/ 481 h 142444"/>
                    <a:gd name="connsiteX2" fmla="*/ 595830 w 597179"/>
                    <a:gd name="connsiteY2" fmla="*/ 100262 h 142444"/>
                    <a:gd name="connsiteX3" fmla="*/ 131 w 597179"/>
                    <a:gd name="connsiteY3" fmla="*/ 142444 h 142444"/>
                    <a:gd name="connsiteX4" fmla="*/ 124 w 597179"/>
                    <a:gd name="connsiteY4" fmla="*/ 25207 h 142444"/>
                    <a:gd name="connsiteX0" fmla="*/ 124 w 595889"/>
                    <a:gd name="connsiteY0" fmla="*/ 25842 h 143079"/>
                    <a:gd name="connsiteX1" fmla="*/ 594477 w 595889"/>
                    <a:gd name="connsiteY1" fmla="*/ 0 h 143079"/>
                    <a:gd name="connsiteX2" fmla="*/ 595830 w 595889"/>
                    <a:gd name="connsiteY2" fmla="*/ 100897 h 143079"/>
                    <a:gd name="connsiteX3" fmla="*/ 131 w 595889"/>
                    <a:gd name="connsiteY3" fmla="*/ 143079 h 143079"/>
                    <a:gd name="connsiteX4" fmla="*/ 124 w 595889"/>
                    <a:gd name="connsiteY4" fmla="*/ 25842 h 143079"/>
                    <a:gd name="connsiteX0" fmla="*/ 124 w 595889"/>
                    <a:gd name="connsiteY0" fmla="*/ 24713 h 141950"/>
                    <a:gd name="connsiteX1" fmla="*/ 594477 w 595889"/>
                    <a:gd name="connsiteY1" fmla="*/ 2221 h 141950"/>
                    <a:gd name="connsiteX2" fmla="*/ 595830 w 595889"/>
                    <a:gd name="connsiteY2" fmla="*/ 99768 h 141950"/>
                    <a:gd name="connsiteX3" fmla="*/ 131 w 595889"/>
                    <a:gd name="connsiteY3" fmla="*/ 141950 h 141950"/>
                    <a:gd name="connsiteX4" fmla="*/ 124 w 595889"/>
                    <a:gd name="connsiteY4" fmla="*/ 24713 h 141950"/>
                    <a:gd name="connsiteX0" fmla="*/ 124 w 595959"/>
                    <a:gd name="connsiteY0" fmla="*/ 24713 h 141950"/>
                    <a:gd name="connsiteX1" fmla="*/ 595828 w 595959"/>
                    <a:gd name="connsiteY1" fmla="*/ 2221 h 141950"/>
                    <a:gd name="connsiteX2" fmla="*/ 595830 w 595959"/>
                    <a:gd name="connsiteY2" fmla="*/ 99768 h 141950"/>
                    <a:gd name="connsiteX3" fmla="*/ 131 w 595959"/>
                    <a:gd name="connsiteY3" fmla="*/ 141950 h 141950"/>
                    <a:gd name="connsiteX4" fmla="*/ 124 w 595959"/>
                    <a:gd name="connsiteY4" fmla="*/ 24713 h 141950"/>
                    <a:gd name="connsiteX0" fmla="*/ 124 w 595959"/>
                    <a:gd name="connsiteY0" fmla="*/ 24925 h 142162"/>
                    <a:gd name="connsiteX1" fmla="*/ 595828 w 595959"/>
                    <a:gd name="connsiteY1" fmla="*/ 2433 h 142162"/>
                    <a:gd name="connsiteX2" fmla="*/ 595830 w 595959"/>
                    <a:gd name="connsiteY2" fmla="*/ 99980 h 142162"/>
                    <a:gd name="connsiteX3" fmla="*/ 131 w 595959"/>
                    <a:gd name="connsiteY3" fmla="*/ 142162 h 142162"/>
                    <a:gd name="connsiteX4" fmla="*/ 124 w 595959"/>
                    <a:gd name="connsiteY4" fmla="*/ 24925 h 142162"/>
                    <a:gd name="connsiteX0" fmla="*/ 124 w 595959"/>
                    <a:gd name="connsiteY0" fmla="*/ 22492 h 139729"/>
                    <a:gd name="connsiteX1" fmla="*/ 595828 w 595959"/>
                    <a:gd name="connsiteY1" fmla="*/ 0 h 139729"/>
                    <a:gd name="connsiteX2" fmla="*/ 595830 w 595959"/>
                    <a:gd name="connsiteY2" fmla="*/ 97547 h 139729"/>
                    <a:gd name="connsiteX3" fmla="*/ 131 w 595959"/>
                    <a:gd name="connsiteY3" fmla="*/ 139729 h 139729"/>
                    <a:gd name="connsiteX4" fmla="*/ 124 w 595959"/>
                    <a:gd name="connsiteY4" fmla="*/ 22492 h 139729"/>
                    <a:gd name="connsiteX0" fmla="*/ 124 w 595959"/>
                    <a:gd name="connsiteY0" fmla="*/ 25585 h 142822"/>
                    <a:gd name="connsiteX1" fmla="*/ 595828 w 595959"/>
                    <a:gd name="connsiteY1" fmla="*/ 3093 h 142822"/>
                    <a:gd name="connsiteX2" fmla="*/ 595830 w 595959"/>
                    <a:gd name="connsiteY2" fmla="*/ 100640 h 142822"/>
                    <a:gd name="connsiteX3" fmla="*/ 131 w 595959"/>
                    <a:gd name="connsiteY3" fmla="*/ 142822 h 142822"/>
                    <a:gd name="connsiteX4" fmla="*/ 124 w 595959"/>
                    <a:gd name="connsiteY4" fmla="*/ 25585 h 142822"/>
                    <a:gd name="connsiteX0" fmla="*/ 124 w 595959"/>
                    <a:gd name="connsiteY0" fmla="*/ 25585 h 142822"/>
                    <a:gd name="connsiteX1" fmla="*/ 595828 w 595959"/>
                    <a:gd name="connsiteY1" fmla="*/ 3093 h 142822"/>
                    <a:gd name="connsiteX2" fmla="*/ 595830 w 595959"/>
                    <a:gd name="connsiteY2" fmla="*/ 100640 h 142822"/>
                    <a:gd name="connsiteX3" fmla="*/ 131 w 595959"/>
                    <a:gd name="connsiteY3" fmla="*/ 142822 h 142822"/>
                    <a:gd name="connsiteX4" fmla="*/ 124 w 595959"/>
                    <a:gd name="connsiteY4" fmla="*/ 25585 h 142822"/>
                    <a:gd name="connsiteX0" fmla="*/ 124 w 595959"/>
                    <a:gd name="connsiteY0" fmla="*/ 26512 h 143749"/>
                    <a:gd name="connsiteX1" fmla="*/ 595828 w 595959"/>
                    <a:gd name="connsiteY1" fmla="*/ 4020 h 143749"/>
                    <a:gd name="connsiteX2" fmla="*/ 595830 w 595959"/>
                    <a:gd name="connsiteY2" fmla="*/ 101567 h 143749"/>
                    <a:gd name="connsiteX3" fmla="*/ 131 w 595959"/>
                    <a:gd name="connsiteY3" fmla="*/ 143749 h 143749"/>
                    <a:gd name="connsiteX4" fmla="*/ 124 w 595959"/>
                    <a:gd name="connsiteY4" fmla="*/ 26512 h 143749"/>
                    <a:gd name="connsiteX0" fmla="*/ 124 w 595959"/>
                    <a:gd name="connsiteY0" fmla="*/ 26512 h 143749"/>
                    <a:gd name="connsiteX1" fmla="*/ 595828 w 595959"/>
                    <a:gd name="connsiteY1" fmla="*/ 4020 h 143749"/>
                    <a:gd name="connsiteX2" fmla="*/ 595830 w 595959"/>
                    <a:gd name="connsiteY2" fmla="*/ 101567 h 143749"/>
                    <a:gd name="connsiteX3" fmla="*/ 131 w 595959"/>
                    <a:gd name="connsiteY3" fmla="*/ 143749 h 143749"/>
                    <a:gd name="connsiteX4" fmla="*/ 124 w 595959"/>
                    <a:gd name="connsiteY4" fmla="*/ 26512 h 143749"/>
                    <a:gd name="connsiteX0" fmla="*/ 124 w 595959"/>
                    <a:gd name="connsiteY0" fmla="*/ 28496 h 145733"/>
                    <a:gd name="connsiteX1" fmla="*/ 595828 w 595959"/>
                    <a:gd name="connsiteY1" fmla="*/ 6004 h 145733"/>
                    <a:gd name="connsiteX2" fmla="*/ 595830 w 595959"/>
                    <a:gd name="connsiteY2" fmla="*/ 103551 h 145733"/>
                    <a:gd name="connsiteX3" fmla="*/ 131 w 595959"/>
                    <a:gd name="connsiteY3" fmla="*/ 145733 h 145733"/>
                    <a:gd name="connsiteX4" fmla="*/ 124 w 595959"/>
                    <a:gd name="connsiteY4" fmla="*/ 28496 h 145733"/>
                    <a:gd name="connsiteX0" fmla="*/ 124 w 595959"/>
                    <a:gd name="connsiteY0" fmla="*/ 40766 h 158003"/>
                    <a:gd name="connsiteX1" fmla="*/ 595828 w 595959"/>
                    <a:gd name="connsiteY1" fmla="*/ 0 h 158003"/>
                    <a:gd name="connsiteX2" fmla="*/ 595830 w 595959"/>
                    <a:gd name="connsiteY2" fmla="*/ 115821 h 158003"/>
                    <a:gd name="connsiteX3" fmla="*/ 131 w 595959"/>
                    <a:gd name="connsiteY3" fmla="*/ 158003 h 158003"/>
                    <a:gd name="connsiteX4" fmla="*/ 124 w 595959"/>
                    <a:gd name="connsiteY4" fmla="*/ 40766 h 158003"/>
                    <a:gd name="connsiteX0" fmla="*/ 124 w 595959"/>
                    <a:gd name="connsiteY0" fmla="*/ 40766 h 158003"/>
                    <a:gd name="connsiteX1" fmla="*/ 595828 w 595959"/>
                    <a:gd name="connsiteY1" fmla="*/ 0 h 158003"/>
                    <a:gd name="connsiteX2" fmla="*/ 595830 w 595959"/>
                    <a:gd name="connsiteY2" fmla="*/ 115821 h 158003"/>
                    <a:gd name="connsiteX3" fmla="*/ 131 w 595959"/>
                    <a:gd name="connsiteY3" fmla="*/ 158003 h 158003"/>
                    <a:gd name="connsiteX4" fmla="*/ 124 w 595959"/>
                    <a:gd name="connsiteY4" fmla="*/ 40766 h 158003"/>
                    <a:gd name="connsiteX0" fmla="*/ 124 w 595959"/>
                    <a:gd name="connsiteY0" fmla="*/ 40766 h 158003"/>
                    <a:gd name="connsiteX1" fmla="*/ 595828 w 595959"/>
                    <a:gd name="connsiteY1" fmla="*/ 0 h 158003"/>
                    <a:gd name="connsiteX2" fmla="*/ 595830 w 595959"/>
                    <a:gd name="connsiteY2" fmla="*/ 115821 h 158003"/>
                    <a:gd name="connsiteX3" fmla="*/ 131 w 595959"/>
                    <a:gd name="connsiteY3" fmla="*/ 158003 h 158003"/>
                    <a:gd name="connsiteX4" fmla="*/ 124 w 595959"/>
                    <a:gd name="connsiteY4" fmla="*/ 40766 h 158003"/>
                    <a:gd name="connsiteX0" fmla="*/ 124 w 595959"/>
                    <a:gd name="connsiteY0" fmla="*/ 40766 h 158003"/>
                    <a:gd name="connsiteX1" fmla="*/ 595828 w 595959"/>
                    <a:gd name="connsiteY1" fmla="*/ 0 h 158003"/>
                    <a:gd name="connsiteX2" fmla="*/ 595830 w 595959"/>
                    <a:gd name="connsiteY2" fmla="*/ 115821 h 158003"/>
                    <a:gd name="connsiteX3" fmla="*/ 131 w 595959"/>
                    <a:gd name="connsiteY3" fmla="*/ 158003 h 158003"/>
                    <a:gd name="connsiteX4" fmla="*/ 124 w 595959"/>
                    <a:gd name="connsiteY4" fmla="*/ 40766 h 158003"/>
                    <a:gd name="connsiteX0" fmla="*/ 124 w 595959"/>
                    <a:gd name="connsiteY0" fmla="*/ 40766 h 158003"/>
                    <a:gd name="connsiteX1" fmla="*/ 595828 w 595959"/>
                    <a:gd name="connsiteY1" fmla="*/ 0 h 158003"/>
                    <a:gd name="connsiteX2" fmla="*/ 595830 w 595959"/>
                    <a:gd name="connsiteY2" fmla="*/ 115821 h 158003"/>
                    <a:gd name="connsiteX3" fmla="*/ 131 w 595959"/>
                    <a:gd name="connsiteY3" fmla="*/ 158003 h 158003"/>
                    <a:gd name="connsiteX4" fmla="*/ 124 w 595959"/>
                    <a:gd name="connsiteY4" fmla="*/ 40766 h 158003"/>
                    <a:gd name="connsiteX0" fmla="*/ 124 w 595959"/>
                    <a:gd name="connsiteY0" fmla="*/ 40766 h 158003"/>
                    <a:gd name="connsiteX1" fmla="*/ 595828 w 595959"/>
                    <a:gd name="connsiteY1" fmla="*/ 0 h 158003"/>
                    <a:gd name="connsiteX2" fmla="*/ 595830 w 595959"/>
                    <a:gd name="connsiteY2" fmla="*/ 115821 h 158003"/>
                    <a:gd name="connsiteX3" fmla="*/ 131 w 595959"/>
                    <a:gd name="connsiteY3" fmla="*/ 158003 h 158003"/>
                    <a:gd name="connsiteX4" fmla="*/ 124 w 595959"/>
                    <a:gd name="connsiteY4" fmla="*/ 40766 h 158003"/>
                    <a:gd name="connsiteX0" fmla="*/ 124 w 595959"/>
                    <a:gd name="connsiteY0" fmla="*/ 40766 h 158003"/>
                    <a:gd name="connsiteX1" fmla="*/ 595828 w 595959"/>
                    <a:gd name="connsiteY1" fmla="*/ 0 h 158003"/>
                    <a:gd name="connsiteX2" fmla="*/ 595830 w 595959"/>
                    <a:gd name="connsiteY2" fmla="*/ 115821 h 158003"/>
                    <a:gd name="connsiteX3" fmla="*/ 131 w 595959"/>
                    <a:gd name="connsiteY3" fmla="*/ 158003 h 158003"/>
                    <a:gd name="connsiteX4" fmla="*/ 124 w 595959"/>
                    <a:gd name="connsiteY4" fmla="*/ 40766 h 158003"/>
                    <a:gd name="connsiteX0" fmla="*/ 124 w 595959"/>
                    <a:gd name="connsiteY0" fmla="*/ 40766 h 158003"/>
                    <a:gd name="connsiteX1" fmla="*/ 595828 w 595959"/>
                    <a:gd name="connsiteY1" fmla="*/ 0 h 158003"/>
                    <a:gd name="connsiteX2" fmla="*/ 595830 w 595959"/>
                    <a:gd name="connsiteY2" fmla="*/ 115821 h 158003"/>
                    <a:gd name="connsiteX3" fmla="*/ 131 w 595959"/>
                    <a:gd name="connsiteY3" fmla="*/ 158003 h 158003"/>
                    <a:gd name="connsiteX4" fmla="*/ 124 w 595959"/>
                    <a:gd name="connsiteY4" fmla="*/ 40766 h 158003"/>
                    <a:gd name="connsiteX0" fmla="*/ 124 w 595959"/>
                    <a:gd name="connsiteY0" fmla="*/ 40766 h 158003"/>
                    <a:gd name="connsiteX1" fmla="*/ 595828 w 595959"/>
                    <a:gd name="connsiteY1" fmla="*/ 0 h 158003"/>
                    <a:gd name="connsiteX2" fmla="*/ 595830 w 595959"/>
                    <a:gd name="connsiteY2" fmla="*/ 115821 h 158003"/>
                    <a:gd name="connsiteX3" fmla="*/ 131 w 595959"/>
                    <a:gd name="connsiteY3" fmla="*/ 158003 h 158003"/>
                    <a:gd name="connsiteX4" fmla="*/ 124 w 595959"/>
                    <a:gd name="connsiteY4" fmla="*/ 40766 h 158003"/>
                    <a:gd name="connsiteX0" fmla="*/ 124 w 595856"/>
                    <a:gd name="connsiteY0" fmla="*/ 41841 h 159078"/>
                    <a:gd name="connsiteX1" fmla="*/ 591261 w 595856"/>
                    <a:gd name="connsiteY1" fmla="*/ 0 h 159078"/>
                    <a:gd name="connsiteX2" fmla="*/ 595830 w 595856"/>
                    <a:gd name="connsiteY2" fmla="*/ 116896 h 159078"/>
                    <a:gd name="connsiteX3" fmla="*/ 131 w 595856"/>
                    <a:gd name="connsiteY3" fmla="*/ 159078 h 159078"/>
                    <a:gd name="connsiteX4" fmla="*/ 124 w 595856"/>
                    <a:gd name="connsiteY4" fmla="*/ 41841 h 159078"/>
                    <a:gd name="connsiteX0" fmla="*/ 124 w 595959"/>
                    <a:gd name="connsiteY0" fmla="*/ 41841 h 159078"/>
                    <a:gd name="connsiteX1" fmla="*/ 595828 w 595959"/>
                    <a:gd name="connsiteY1" fmla="*/ 0 h 159078"/>
                    <a:gd name="connsiteX2" fmla="*/ 595830 w 595959"/>
                    <a:gd name="connsiteY2" fmla="*/ 116896 h 159078"/>
                    <a:gd name="connsiteX3" fmla="*/ 131 w 595959"/>
                    <a:gd name="connsiteY3" fmla="*/ 159078 h 159078"/>
                    <a:gd name="connsiteX4" fmla="*/ 124 w 595959"/>
                    <a:gd name="connsiteY4" fmla="*/ 41841 h 159078"/>
                    <a:gd name="connsiteX0" fmla="*/ 124 w 597349"/>
                    <a:gd name="connsiteY0" fmla="*/ 42378 h 159615"/>
                    <a:gd name="connsiteX1" fmla="*/ 597349 w 597349"/>
                    <a:gd name="connsiteY1" fmla="*/ 0 h 159615"/>
                    <a:gd name="connsiteX2" fmla="*/ 595830 w 597349"/>
                    <a:gd name="connsiteY2" fmla="*/ 117433 h 159615"/>
                    <a:gd name="connsiteX3" fmla="*/ 131 w 597349"/>
                    <a:gd name="connsiteY3" fmla="*/ 159615 h 159615"/>
                    <a:gd name="connsiteX4" fmla="*/ 124 w 597349"/>
                    <a:gd name="connsiteY4" fmla="*/ 42378 h 159615"/>
                    <a:gd name="connsiteX0" fmla="*/ 124 w 600443"/>
                    <a:gd name="connsiteY0" fmla="*/ 42378 h 159615"/>
                    <a:gd name="connsiteX1" fmla="*/ 597349 w 600443"/>
                    <a:gd name="connsiteY1" fmla="*/ 0 h 159615"/>
                    <a:gd name="connsiteX2" fmla="*/ 600408 w 600443"/>
                    <a:gd name="connsiteY2" fmla="*/ 117433 h 159615"/>
                    <a:gd name="connsiteX3" fmla="*/ 131 w 600443"/>
                    <a:gd name="connsiteY3" fmla="*/ 159615 h 159615"/>
                    <a:gd name="connsiteX4" fmla="*/ 124 w 600443"/>
                    <a:gd name="connsiteY4" fmla="*/ 42378 h 159615"/>
                    <a:gd name="connsiteX0" fmla="*/ 124 w 600537"/>
                    <a:gd name="connsiteY0" fmla="*/ 42378 h 159615"/>
                    <a:gd name="connsiteX1" fmla="*/ 600401 w 600537"/>
                    <a:gd name="connsiteY1" fmla="*/ 0 h 159615"/>
                    <a:gd name="connsiteX2" fmla="*/ 600408 w 600537"/>
                    <a:gd name="connsiteY2" fmla="*/ 117433 h 159615"/>
                    <a:gd name="connsiteX3" fmla="*/ 131 w 600537"/>
                    <a:gd name="connsiteY3" fmla="*/ 159615 h 159615"/>
                    <a:gd name="connsiteX4" fmla="*/ 124 w 600537"/>
                    <a:gd name="connsiteY4" fmla="*/ 42378 h 15961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00537" h="159615">
                      <a:moveTo>
                        <a:pt x="124" y="42378"/>
                      </a:moveTo>
                      <a:cubicBezTo>
                        <a:pt x="296414" y="-50243"/>
                        <a:pt x="418111" y="75773"/>
                        <a:pt x="600401" y="0"/>
                      </a:cubicBezTo>
                      <a:cubicBezTo>
                        <a:pt x="599951" y="33260"/>
                        <a:pt x="600858" y="84173"/>
                        <a:pt x="600408" y="117433"/>
                      </a:cubicBezTo>
                      <a:cubicBezTo>
                        <a:pt x="395490" y="192726"/>
                        <a:pt x="285331" y="62551"/>
                        <a:pt x="131" y="159615"/>
                      </a:cubicBezTo>
                      <a:cubicBezTo>
                        <a:pt x="-323" y="114566"/>
                        <a:pt x="578" y="87427"/>
                        <a:pt x="124" y="42378"/>
                      </a:cubicBezTo>
                      <a:close/>
                    </a:path>
                  </a:pathLst>
                </a:custGeom>
                <a:solidFill>
                  <a:schemeClr val="accent2">
                    <a:lumMod val="40000"/>
                    <a:lumOff val="60000"/>
                  </a:schemeClr>
                </a:solidFill>
                <a:ln w="1270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818" name="矩形 1174">
                  <a:extLst>
                    <a:ext uri="{FF2B5EF4-FFF2-40B4-BE49-F238E27FC236}">
                      <a16:creationId xmlns:a16="http://schemas.microsoft.com/office/drawing/2014/main" id="{A61DB58C-0733-77B2-6D41-5C73C5105D0A}"/>
                    </a:ext>
                  </a:extLst>
                </p:cNvPr>
                <p:cNvSpPr/>
                <p:nvPr/>
              </p:nvSpPr>
              <p:spPr>
                <a:xfrm rot="10800000">
                  <a:off x="5041541" y="7045652"/>
                  <a:ext cx="618707" cy="139508"/>
                </a:xfrm>
                <a:custGeom>
                  <a:avLst/>
                  <a:gdLst>
                    <a:gd name="connsiteX0" fmla="*/ 0 w 595706"/>
                    <a:gd name="connsiteY0" fmla="*/ 0 h 92965"/>
                    <a:gd name="connsiteX1" fmla="*/ 595706 w 595706"/>
                    <a:gd name="connsiteY1" fmla="*/ 0 h 92965"/>
                    <a:gd name="connsiteX2" fmla="*/ 595706 w 595706"/>
                    <a:gd name="connsiteY2" fmla="*/ 92965 h 92965"/>
                    <a:gd name="connsiteX3" fmla="*/ 0 w 595706"/>
                    <a:gd name="connsiteY3" fmla="*/ 92965 h 92965"/>
                    <a:gd name="connsiteX4" fmla="*/ 0 w 595706"/>
                    <a:gd name="connsiteY4" fmla="*/ 0 h 92965"/>
                    <a:gd name="connsiteX0" fmla="*/ 0 w 595706"/>
                    <a:gd name="connsiteY0" fmla="*/ 0 h 135147"/>
                    <a:gd name="connsiteX1" fmla="*/ 595706 w 595706"/>
                    <a:gd name="connsiteY1" fmla="*/ 0 h 135147"/>
                    <a:gd name="connsiteX2" fmla="*/ 595706 w 595706"/>
                    <a:gd name="connsiteY2" fmla="*/ 92965 h 135147"/>
                    <a:gd name="connsiteX3" fmla="*/ 1361 w 595706"/>
                    <a:gd name="connsiteY3" fmla="*/ 135147 h 135147"/>
                    <a:gd name="connsiteX4" fmla="*/ 0 w 595706"/>
                    <a:gd name="connsiteY4" fmla="*/ 0 h 135147"/>
                    <a:gd name="connsiteX0" fmla="*/ 0 w 595706"/>
                    <a:gd name="connsiteY0" fmla="*/ 0 h 135147"/>
                    <a:gd name="connsiteX1" fmla="*/ 595706 w 595706"/>
                    <a:gd name="connsiteY1" fmla="*/ 0 h 135147"/>
                    <a:gd name="connsiteX2" fmla="*/ 595706 w 595706"/>
                    <a:gd name="connsiteY2" fmla="*/ 92965 h 135147"/>
                    <a:gd name="connsiteX3" fmla="*/ 1361 w 595706"/>
                    <a:gd name="connsiteY3" fmla="*/ 135147 h 135147"/>
                    <a:gd name="connsiteX4" fmla="*/ 0 w 595706"/>
                    <a:gd name="connsiteY4" fmla="*/ 0 h 135147"/>
                    <a:gd name="connsiteX0" fmla="*/ 0 w 595706"/>
                    <a:gd name="connsiteY0" fmla="*/ 0 h 135147"/>
                    <a:gd name="connsiteX1" fmla="*/ 595706 w 595706"/>
                    <a:gd name="connsiteY1" fmla="*/ 0 h 135147"/>
                    <a:gd name="connsiteX2" fmla="*/ 595706 w 595706"/>
                    <a:gd name="connsiteY2" fmla="*/ 92965 h 135147"/>
                    <a:gd name="connsiteX3" fmla="*/ 1361 w 595706"/>
                    <a:gd name="connsiteY3" fmla="*/ 135147 h 135147"/>
                    <a:gd name="connsiteX4" fmla="*/ 0 w 595706"/>
                    <a:gd name="connsiteY4" fmla="*/ 0 h 135147"/>
                    <a:gd name="connsiteX0" fmla="*/ 0 w 595706"/>
                    <a:gd name="connsiteY0" fmla="*/ 0 h 135147"/>
                    <a:gd name="connsiteX1" fmla="*/ 595706 w 595706"/>
                    <a:gd name="connsiteY1" fmla="*/ 0 h 135147"/>
                    <a:gd name="connsiteX2" fmla="*/ 595706 w 595706"/>
                    <a:gd name="connsiteY2" fmla="*/ 92965 h 135147"/>
                    <a:gd name="connsiteX3" fmla="*/ 1361 w 595706"/>
                    <a:gd name="connsiteY3" fmla="*/ 135147 h 135147"/>
                    <a:gd name="connsiteX4" fmla="*/ 0 w 595706"/>
                    <a:gd name="connsiteY4" fmla="*/ 0 h 135147"/>
                    <a:gd name="connsiteX0" fmla="*/ 131 w 595837"/>
                    <a:gd name="connsiteY0" fmla="*/ 0 h 148754"/>
                    <a:gd name="connsiteX1" fmla="*/ 595837 w 595837"/>
                    <a:gd name="connsiteY1" fmla="*/ 0 h 148754"/>
                    <a:gd name="connsiteX2" fmla="*/ 595837 w 595837"/>
                    <a:gd name="connsiteY2" fmla="*/ 92965 h 148754"/>
                    <a:gd name="connsiteX3" fmla="*/ 131 w 595837"/>
                    <a:gd name="connsiteY3" fmla="*/ 148754 h 148754"/>
                    <a:gd name="connsiteX4" fmla="*/ 131 w 595837"/>
                    <a:gd name="connsiteY4" fmla="*/ 0 h 148754"/>
                    <a:gd name="connsiteX0" fmla="*/ 131 w 595837"/>
                    <a:gd name="connsiteY0" fmla="*/ 0 h 140590"/>
                    <a:gd name="connsiteX1" fmla="*/ 595837 w 595837"/>
                    <a:gd name="connsiteY1" fmla="*/ 0 h 140590"/>
                    <a:gd name="connsiteX2" fmla="*/ 595837 w 595837"/>
                    <a:gd name="connsiteY2" fmla="*/ 92965 h 140590"/>
                    <a:gd name="connsiteX3" fmla="*/ 131 w 595837"/>
                    <a:gd name="connsiteY3" fmla="*/ 140590 h 140590"/>
                    <a:gd name="connsiteX4" fmla="*/ 131 w 595837"/>
                    <a:gd name="connsiteY4" fmla="*/ 0 h 140590"/>
                    <a:gd name="connsiteX0" fmla="*/ 131 w 595837"/>
                    <a:gd name="connsiteY0" fmla="*/ 0 h 140590"/>
                    <a:gd name="connsiteX1" fmla="*/ 595837 w 595837"/>
                    <a:gd name="connsiteY1" fmla="*/ 0 h 140590"/>
                    <a:gd name="connsiteX2" fmla="*/ 595837 w 595837"/>
                    <a:gd name="connsiteY2" fmla="*/ 92965 h 140590"/>
                    <a:gd name="connsiteX3" fmla="*/ 131 w 595837"/>
                    <a:gd name="connsiteY3" fmla="*/ 140590 h 140590"/>
                    <a:gd name="connsiteX4" fmla="*/ 131 w 595837"/>
                    <a:gd name="connsiteY4" fmla="*/ 0 h 140590"/>
                    <a:gd name="connsiteX0" fmla="*/ 131 w 595837"/>
                    <a:gd name="connsiteY0" fmla="*/ 0 h 140590"/>
                    <a:gd name="connsiteX1" fmla="*/ 595837 w 595837"/>
                    <a:gd name="connsiteY1" fmla="*/ 0 h 140590"/>
                    <a:gd name="connsiteX2" fmla="*/ 595837 w 595837"/>
                    <a:gd name="connsiteY2" fmla="*/ 92965 h 140590"/>
                    <a:gd name="connsiteX3" fmla="*/ 131 w 595837"/>
                    <a:gd name="connsiteY3" fmla="*/ 140590 h 140590"/>
                    <a:gd name="connsiteX4" fmla="*/ 131 w 595837"/>
                    <a:gd name="connsiteY4" fmla="*/ 0 h 140590"/>
                    <a:gd name="connsiteX0" fmla="*/ 131 w 595837"/>
                    <a:gd name="connsiteY0" fmla="*/ 0 h 140590"/>
                    <a:gd name="connsiteX1" fmla="*/ 595837 w 595837"/>
                    <a:gd name="connsiteY1" fmla="*/ 0 h 140590"/>
                    <a:gd name="connsiteX2" fmla="*/ 595837 w 595837"/>
                    <a:gd name="connsiteY2" fmla="*/ 92965 h 140590"/>
                    <a:gd name="connsiteX3" fmla="*/ 131 w 595837"/>
                    <a:gd name="connsiteY3" fmla="*/ 140590 h 140590"/>
                    <a:gd name="connsiteX4" fmla="*/ 131 w 595837"/>
                    <a:gd name="connsiteY4" fmla="*/ 0 h 140590"/>
                    <a:gd name="connsiteX0" fmla="*/ 131 w 595837"/>
                    <a:gd name="connsiteY0" fmla="*/ 0 h 140590"/>
                    <a:gd name="connsiteX1" fmla="*/ 595837 w 595837"/>
                    <a:gd name="connsiteY1" fmla="*/ 0 h 140590"/>
                    <a:gd name="connsiteX2" fmla="*/ 595837 w 595837"/>
                    <a:gd name="connsiteY2" fmla="*/ 92965 h 140590"/>
                    <a:gd name="connsiteX3" fmla="*/ 131 w 595837"/>
                    <a:gd name="connsiteY3" fmla="*/ 140590 h 140590"/>
                    <a:gd name="connsiteX4" fmla="*/ 131 w 595837"/>
                    <a:gd name="connsiteY4" fmla="*/ 0 h 140590"/>
                    <a:gd name="connsiteX0" fmla="*/ 131 w 595837"/>
                    <a:gd name="connsiteY0" fmla="*/ 0 h 156571"/>
                    <a:gd name="connsiteX1" fmla="*/ 595837 w 595837"/>
                    <a:gd name="connsiteY1" fmla="*/ 0 h 156571"/>
                    <a:gd name="connsiteX2" fmla="*/ 594316 w 595837"/>
                    <a:gd name="connsiteY2" fmla="*/ 141984 h 156571"/>
                    <a:gd name="connsiteX3" fmla="*/ 131 w 595837"/>
                    <a:gd name="connsiteY3" fmla="*/ 140590 h 156571"/>
                    <a:gd name="connsiteX4" fmla="*/ 131 w 595837"/>
                    <a:gd name="connsiteY4" fmla="*/ 0 h 156571"/>
                    <a:gd name="connsiteX0" fmla="*/ 1577 w 597283"/>
                    <a:gd name="connsiteY0" fmla="*/ 0 h 271309"/>
                    <a:gd name="connsiteX1" fmla="*/ 597283 w 597283"/>
                    <a:gd name="connsiteY1" fmla="*/ 0 h 271309"/>
                    <a:gd name="connsiteX2" fmla="*/ 595762 w 597283"/>
                    <a:gd name="connsiteY2" fmla="*/ 141984 h 271309"/>
                    <a:gd name="connsiteX3" fmla="*/ 56 w 597283"/>
                    <a:gd name="connsiteY3" fmla="*/ 271309 h 271309"/>
                    <a:gd name="connsiteX4" fmla="*/ 1577 w 597283"/>
                    <a:gd name="connsiteY4" fmla="*/ 0 h 271309"/>
                    <a:gd name="connsiteX0" fmla="*/ 1577 w 597283"/>
                    <a:gd name="connsiteY0" fmla="*/ 0 h 271309"/>
                    <a:gd name="connsiteX1" fmla="*/ 597283 w 597283"/>
                    <a:gd name="connsiteY1" fmla="*/ 0 h 271309"/>
                    <a:gd name="connsiteX2" fmla="*/ 595762 w 597283"/>
                    <a:gd name="connsiteY2" fmla="*/ 141984 h 271309"/>
                    <a:gd name="connsiteX3" fmla="*/ 56 w 597283"/>
                    <a:gd name="connsiteY3" fmla="*/ 271309 h 271309"/>
                    <a:gd name="connsiteX4" fmla="*/ 1577 w 597283"/>
                    <a:gd name="connsiteY4" fmla="*/ 0 h 271309"/>
                    <a:gd name="connsiteX0" fmla="*/ 1577 w 597283"/>
                    <a:gd name="connsiteY0" fmla="*/ 0 h 271309"/>
                    <a:gd name="connsiteX1" fmla="*/ 597283 w 597283"/>
                    <a:gd name="connsiteY1" fmla="*/ 0 h 271309"/>
                    <a:gd name="connsiteX2" fmla="*/ 595762 w 597283"/>
                    <a:gd name="connsiteY2" fmla="*/ 141984 h 271309"/>
                    <a:gd name="connsiteX3" fmla="*/ 56 w 597283"/>
                    <a:gd name="connsiteY3" fmla="*/ 271309 h 271309"/>
                    <a:gd name="connsiteX4" fmla="*/ 1577 w 597283"/>
                    <a:gd name="connsiteY4" fmla="*/ 0 h 271309"/>
                    <a:gd name="connsiteX0" fmla="*/ 1577 w 597283"/>
                    <a:gd name="connsiteY0" fmla="*/ 0 h 271309"/>
                    <a:gd name="connsiteX1" fmla="*/ 597283 w 597283"/>
                    <a:gd name="connsiteY1" fmla="*/ 0 h 271309"/>
                    <a:gd name="connsiteX2" fmla="*/ 595762 w 597283"/>
                    <a:gd name="connsiteY2" fmla="*/ 141984 h 271309"/>
                    <a:gd name="connsiteX3" fmla="*/ 56 w 597283"/>
                    <a:gd name="connsiteY3" fmla="*/ 271309 h 271309"/>
                    <a:gd name="connsiteX4" fmla="*/ 1577 w 597283"/>
                    <a:gd name="connsiteY4" fmla="*/ 0 h 271309"/>
                    <a:gd name="connsiteX0" fmla="*/ 1577 w 597283"/>
                    <a:gd name="connsiteY0" fmla="*/ 0 h 271309"/>
                    <a:gd name="connsiteX1" fmla="*/ 597283 w 597283"/>
                    <a:gd name="connsiteY1" fmla="*/ 0 h 271309"/>
                    <a:gd name="connsiteX2" fmla="*/ 595762 w 597283"/>
                    <a:gd name="connsiteY2" fmla="*/ 141984 h 271309"/>
                    <a:gd name="connsiteX3" fmla="*/ 56 w 597283"/>
                    <a:gd name="connsiteY3" fmla="*/ 271309 h 271309"/>
                    <a:gd name="connsiteX4" fmla="*/ 1577 w 597283"/>
                    <a:gd name="connsiteY4" fmla="*/ 0 h 271309"/>
                    <a:gd name="connsiteX0" fmla="*/ 0 w 600949"/>
                    <a:gd name="connsiteY0" fmla="*/ 0 h 271309"/>
                    <a:gd name="connsiteX1" fmla="*/ 600949 w 600949"/>
                    <a:gd name="connsiteY1" fmla="*/ 0 h 271309"/>
                    <a:gd name="connsiteX2" fmla="*/ 599428 w 600949"/>
                    <a:gd name="connsiteY2" fmla="*/ 141984 h 271309"/>
                    <a:gd name="connsiteX3" fmla="*/ 3722 w 600949"/>
                    <a:gd name="connsiteY3" fmla="*/ 271309 h 271309"/>
                    <a:gd name="connsiteX4" fmla="*/ 0 w 600949"/>
                    <a:gd name="connsiteY4" fmla="*/ 0 h 271309"/>
                    <a:gd name="connsiteX0" fmla="*/ 0 w 599639"/>
                    <a:gd name="connsiteY0" fmla="*/ 0 h 271309"/>
                    <a:gd name="connsiteX1" fmla="*/ 599639 w 599639"/>
                    <a:gd name="connsiteY1" fmla="*/ 0 h 271309"/>
                    <a:gd name="connsiteX2" fmla="*/ 599428 w 599639"/>
                    <a:gd name="connsiteY2" fmla="*/ 141984 h 271309"/>
                    <a:gd name="connsiteX3" fmla="*/ 3722 w 599639"/>
                    <a:gd name="connsiteY3" fmla="*/ 271309 h 271309"/>
                    <a:gd name="connsiteX4" fmla="*/ 0 w 599639"/>
                    <a:gd name="connsiteY4" fmla="*/ 0 h 271309"/>
                    <a:gd name="connsiteX0" fmla="*/ 0 w 597018"/>
                    <a:gd name="connsiteY0" fmla="*/ 0 h 271309"/>
                    <a:gd name="connsiteX1" fmla="*/ 597018 w 597018"/>
                    <a:gd name="connsiteY1" fmla="*/ 0 h 271309"/>
                    <a:gd name="connsiteX2" fmla="*/ 596807 w 597018"/>
                    <a:gd name="connsiteY2" fmla="*/ 141984 h 271309"/>
                    <a:gd name="connsiteX3" fmla="*/ 1101 w 597018"/>
                    <a:gd name="connsiteY3" fmla="*/ 271309 h 271309"/>
                    <a:gd name="connsiteX4" fmla="*/ 0 w 597018"/>
                    <a:gd name="connsiteY4" fmla="*/ 0 h 271309"/>
                    <a:gd name="connsiteX0" fmla="*/ 0 w 596807"/>
                    <a:gd name="connsiteY0" fmla="*/ 0 h 271309"/>
                    <a:gd name="connsiteX1" fmla="*/ 591775 w 596807"/>
                    <a:gd name="connsiteY1" fmla="*/ 0 h 271309"/>
                    <a:gd name="connsiteX2" fmla="*/ 596807 w 596807"/>
                    <a:gd name="connsiteY2" fmla="*/ 141984 h 271309"/>
                    <a:gd name="connsiteX3" fmla="*/ 1101 w 596807"/>
                    <a:gd name="connsiteY3" fmla="*/ 271309 h 271309"/>
                    <a:gd name="connsiteX4" fmla="*/ 0 w 596807"/>
                    <a:gd name="connsiteY4" fmla="*/ 0 h 271309"/>
                    <a:gd name="connsiteX0" fmla="*/ 0 w 596807"/>
                    <a:gd name="connsiteY0" fmla="*/ 0 h 271309"/>
                    <a:gd name="connsiteX1" fmla="*/ 595708 w 596807"/>
                    <a:gd name="connsiteY1" fmla="*/ 0 h 271309"/>
                    <a:gd name="connsiteX2" fmla="*/ 596807 w 596807"/>
                    <a:gd name="connsiteY2" fmla="*/ 141984 h 271309"/>
                    <a:gd name="connsiteX3" fmla="*/ 1101 w 596807"/>
                    <a:gd name="connsiteY3" fmla="*/ 271309 h 271309"/>
                    <a:gd name="connsiteX4" fmla="*/ 0 w 596807"/>
                    <a:gd name="connsiteY4" fmla="*/ 0 h 271309"/>
                    <a:gd name="connsiteX0" fmla="*/ 0 w 595708"/>
                    <a:gd name="connsiteY0" fmla="*/ 0 h 271309"/>
                    <a:gd name="connsiteX1" fmla="*/ 595708 w 595708"/>
                    <a:gd name="connsiteY1" fmla="*/ 0 h 271309"/>
                    <a:gd name="connsiteX2" fmla="*/ 594186 w 595708"/>
                    <a:gd name="connsiteY2" fmla="*/ 141985 h 271309"/>
                    <a:gd name="connsiteX3" fmla="*/ 1101 w 595708"/>
                    <a:gd name="connsiteY3" fmla="*/ 271309 h 271309"/>
                    <a:gd name="connsiteX4" fmla="*/ 0 w 595708"/>
                    <a:gd name="connsiteY4" fmla="*/ 0 h 271309"/>
                    <a:gd name="connsiteX0" fmla="*/ 0 w 596439"/>
                    <a:gd name="connsiteY0" fmla="*/ 109083 h 380392"/>
                    <a:gd name="connsiteX1" fmla="*/ 595708 w 596439"/>
                    <a:gd name="connsiteY1" fmla="*/ 109083 h 380392"/>
                    <a:gd name="connsiteX2" fmla="*/ 594186 w 596439"/>
                    <a:gd name="connsiteY2" fmla="*/ 251068 h 380392"/>
                    <a:gd name="connsiteX3" fmla="*/ 1101 w 596439"/>
                    <a:gd name="connsiteY3" fmla="*/ 380392 h 380392"/>
                    <a:gd name="connsiteX4" fmla="*/ 0 w 596439"/>
                    <a:gd name="connsiteY4" fmla="*/ 109083 h 380392"/>
                    <a:gd name="connsiteX0" fmla="*/ 0 w 595708"/>
                    <a:gd name="connsiteY0" fmla="*/ 0 h 271309"/>
                    <a:gd name="connsiteX1" fmla="*/ 595708 w 595708"/>
                    <a:gd name="connsiteY1" fmla="*/ 0 h 271309"/>
                    <a:gd name="connsiteX2" fmla="*/ 594186 w 595708"/>
                    <a:gd name="connsiteY2" fmla="*/ 141985 h 271309"/>
                    <a:gd name="connsiteX3" fmla="*/ 1101 w 595708"/>
                    <a:gd name="connsiteY3" fmla="*/ 271309 h 271309"/>
                    <a:gd name="connsiteX4" fmla="*/ 0 w 595708"/>
                    <a:gd name="connsiteY4" fmla="*/ 0 h 271309"/>
                    <a:gd name="connsiteX0" fmla="*/ 0 w 596808"/>
                    <a:gd name="connsiteY0" fmla="*/ 0 h 271309"/>
                    <a:gd name="connsiteX1" fmla="*/ 595708 w 596808"/>
                    <a:gd name="connsiteY1" fmla="*/ 0 h 271309"/>
                    <a:gd name="connsiteX2" fmla="*/ 596808 w 596808"/>
                    <a:gd name="connsiteY2" fmla="*/ 141985 h 271309"/>
                    <a:gd name="connsiteX3" fmla="*/ 1101 w 596808"/>
                    <a:gd name="connsiteY3" fmla="*/ 271309 h 271309"/>
                    <a:gd name="connsiteX4" fmla="*/ 0 w 596808"/>
                    <a:gd name="connsiteY4" fmla="*/ 0 h 271309"/>
                    <a:gd name="connsiteX0" fmla="*/ 0 w 596808"/>
                    <a:gd name="connsiteY0" fmla="*/ 0 h 271309"/>
                    <a:gd name="connsiteX1" fmla="*/ 595708 w 596808"/>
                    <a:gd name="connsiteY1" fmla="*/ 0 h 271309"/>
                    <a:gd name="connsiteX2" fmla="*/ 596808 w 596808"/>
                    <a:gd name="connsiteY2" fmla="*/ 141985 h 271309"/>
                    <a:gd name="connsiteX3" fmla="*/ 1101 w 596808"/>
                    <a:gd name="connsiteY3" fmla="*/ 271309 h 271309"/>
                    <a:gd name="connsiteX4" fmla="*/ 0 w 596808"/>
                    <a:gd name="connsiteY4" fmla="*/ 0 h 271309"/>
                    <a:gd name="connsiteX0" fmla="*/ 0 w 596808"/>
                    <a:gd name="connsiteY0" fmla="*/ 0 h 271309"/>
                    <a:gd name="connsiteX1" fmla="*/ 595708 w 596808"/>
                    <a:gd name="connsiteY1" fmla="*/ 0 h 271309"/>
                    <a:gd name="connsiteX2" fmla="*/ 596808 w 596808"/>
                    <a:gd name="connsiteY2" fmla="*/ 141985 h 271309"/>
                    <a:gd name="connsiteX3" fmla="*/ 1101 w 596808"/>
                    <a:gd name="connsiteY3" fmla="*/ 271309 h 271309"/>
                    <a:gd name="connsiteX4" fmla="*/ 0 w 596808"/>
                    <a:gd name="connsiteY4" fmla="*/ 0 h 271309"/>
                    <a:gd name="connsiteX0" fmla="*/ 0 w 595708"/>
                    <a:gd name="connsiteY0" fmla="*/ 0 h 271309"/>
                    <a:gd name="connsiteX1" fmla="*/ 595708 w 595708"/>
                    <a:gd name="connsiteY1" fmla="*/ 0 h 271309"/>
                    <a:gd name="connsiteX2" fmla="*/ 594186 w 595708"/>
                    <a:gd name="connsiteY2" fmla="*/ 141985 h 271309"/>
                    <a:gd name="connsiteX3" fmla="*/ 1101 w 595708"/>
                    <a:gd name="connsiteY3" fmla="*/ 271309 h 271309"/>
                    <a:gd name="connsiteX4" fmla="*/ 0 w 595708"/>
                    <a:gd name="connsiteY4" fmla="*/ 0 h 271309"/>
                    <a:gd name="connsiteX0" fmla="*/ 0 w 595708"/>
                    <a:gd name="connsiteY0" fmla="*/ 0 h 271309"/>
                    <a:gd name="connsiteX1" fmla="*/ 595708 w 595708"/>
                    <a:gd name="connsiteY1" fmla="*/ 0 h 271309"/>
                    <a:gd name="connsiteX2" fmla="*/ 594186 w 595708"/>
                    <a:gd name="connsiteY2" fmla="*/ 141985 h 271309"/>
                    <a:gd name="connsiteX3" fmla="*/ 1101 w 595708"/>
                    <a:gd name="connsiteY3" fmla="*/ 271309 h 271309"/>
                    <a:gd name="connsiteX4" fmla="*/ 0 w 595708"/>
                    <a:gd name="connsiteY4" fmla="*/ 0 h 271309"/>
                    <a:gd name="connsiteX0" fmla="*/ 0 w 595936"/>
                    <a:gd name="connsiteY0" fmla="*/ 0 h 271309"/>
                    <a:gd name="connsiteX1" fmla="*/ 595708 w 595936"/>
                    <a:gd name="connsiteY1" fmla="*/ 0 h 271309"/>
                    <a:gd name="connsiteX2" fmla="*/ 594186 w 595936"/>
                    <a:gd name="connsiteY2" fmla="*/ 141985 h 271309"/>
                    <a:gd name="connsiteX3" fmla="*/ 1101 w 595936"/>
                    <a:gd name="connsiteY3" fmla="*/ 271309 h 271309"/>
                    <a:gd name="connsiteX4" fmla="*/ 0 w 595936"/>
                    <a:gd name="connsiteY4" fmla="*/ 0 h 271309"/>
                    <a:gd name="connsiteX0" fmla="*/ 319 w 596255"/>
                    <a:gd name="connsiteY0" fmla="*/ 0 h 271309"/>
                    <a:gd name="connsiteX1" fmla="*/ 596027 w 596255"/>
                    <a:gd name="connsiteY1" fmla="*/ 0 h 271309"/>
                    <a:gd name="connsiteX2" fmla="*/ 594505 w 596255"/>
                    <a:gd name="connsiteY2" fmla="*/ 141985 h 271309"/>
                    <a:gd name="connsiteX3" fmla="*/ 110 w 596255"/>
                    <a:gd name="connsiteY3" fmla="*/ 271309 h 271309"/>
                    <a:gd name="connsiteX4" fmla="*/ 319 w 596255"/>
                    <a:gd name="connsiteY4" fmla="*/ 0 h 271309"/>
                    <a:gd name="connsiteX0" fmla="*/ 0 w 595936"/>
                    <a:gd name="connsiteY0" fmla="*/ 0 h 271309"/>
                    <a:gd name="connsiteX1" fmla="*/ 595708 w 595936"/>
                    <a:gd name="connsiteY1" fmla="*/ 0 h 271309"/>
                    <a:gd name="connsiteX2" fmla="*/ 594186 w 595936"/>
                    <a:gd name="connsiteY2" fmla="*/ 141985 h 271309"/>
                    <a:gd name="connsiteX3" fmla="*/ 1101 w 595936"/>
                    <a:gd name="connsiteY3" fmla="*/ 271309 h 271309"/>
                    <a:gd name="connsiteX4" fmla="*/ 0 w 595936"/>
                    <a:gd name="connsiteY4" fmla="*/ 0 h 2713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95936" h="271309">
                      <a:moveTo>
                        <a:pt x="0" y="0"/>
                      </a:moveTo>
                      <a:lnTo>
                        <a:pt x="595708" y="0"/>
                      </a:lnTo>
                      <a:cubicBezTo>
                        <a:pt x="595708" y="30988"/>
                        <a:pt x="596806" y="39550"/>
                        <a:pt x="594186" y="141985"/>
                      </a:cubicBezTo>
                      <a:cubicBezTo>
                        <a:pt x="404809" y="352086"/>
                        <a:pt x="341643" y="22672"/>
                        <a:pt x="1101" y="271309"/>
                      </a:cubicBezTo>
                      <a:cubicBezTo>
                        <a:pt x="647" y="226260"/>
                        <a:pt x="454" y="45049"/>
                        <a:pt x="0" y="0"/>
                      </a:cubicBezTo>
                      <a:close/>
                    </a:path>
                  </a:pathLst>
                </a:custGeom>
                <a:solidFill>
                  <a:schemeClr val="accent6">
                    <a:lumMod val="20000"/>
                    <a:lumOff val="80000"/>
                  </a:schemeClr>
                </a:solidFill>
                <a:ln w="1270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819" name="矩形 1174">
                  <a:extLst>
                    <a:ext uri="{FF2B5EF4-FFF2-40B4-BE49-F238E27FC236}">
                      <a16:creationId xmlns:a16="http://schemas.microsoft.com/office/drawing/2014/main" id="{9B1EBA7C-A0DF-F30A-763F-AFEBB25FBB11}"/>
                    </a:ext>
                  </a:extLst>
                </p:cNvPr>
                <p:cNvSpPr/>
                <p:nvPr/>
              </p:nvSpPr>
              <p:spPr>
                <a:xfrm rot="10800000">
                  <a:off x="5041542" y="6594252"/>
                  <a:ext cx="618706" cy="226680"/>
                </a:xfrm>
                <a:custGeom>
                  <a:avLst/>
                  <a:gdLst>
                    <a:gd name="connsiteX0" fmla="*/ 0 w 595706"/>
                    <a:gd name="connsiteY0" fmla="*/ 0 h 92965"/>
                    <a:gd name="connsiteX1" fmla="*/ 595706 w 595706"/>
                    <a:gd name="connsiteY1" fmla="*/ 0 h 92965"/>
                    <a:gd name="connsiteX2" fmla="*/ 595706 w 595706"/>
                    <a:gd name="connsiteY2" fmla="*/ 92965 h 92965"/>
                    <a:gd name="connsiteX3" fmla="*/ 0 w 595706"/>
                    <a:gd name="connsiteY3" fmla="*/ 92965 h 92965"/>
                    <a:gd name="connsiteX4" fmla="*/ 0 w 595706"/>
                    <a:gd name="connsiteY4" fmla="*/ 0 h 92965"/>
                    <a:gd name="connsiteX0" fmla="*/ 0 w 595706"/>
                    <a:gd name="connsiteY0" fmla="*/ 0 h 135147"/>
                    <a:gd name="connsiteX1" fmla="*/ 595706 w 595706"/>
                    <a:gd name="connsiteY1" fmla="*/ 0 h 135147"/>
                    <a:gd name="connsiteX2" fmla="*/ 595706 w 595706"/>
                    <a:gd name="connsiteY2" fmla="*/ 92965 h 135147"/>
                    <a:gd name="connsiteX3" fmla="*/ 1361 w 595706"/>
                    <a:gd name="connsiteY3" fmla="*/ 135147 h 135147"/>
                    <a:gd name="connsiteX4" fmla="*/ 0 w 595706"/>
                    <a:gd name="connsiteY4" fmla="*/ 0 h 135147"/>
                    <a:gd name="connsiteX0" fmla="*/ 0 w 595706"/>
                    <a:gd name="connsiteY0" fmla="*/ 0 h 135147"/>
                    <a:gd name="connsiteX1" fmla="*/ 595706 w 595706"/>
                    <a:gd name="connsiteY1" fmla="*/ 0 h 135147"/>
                    <a:gd name="connsiteX2" fmla="*/ 595706 w 595706"/>
                    <a:gd name="connsiteY2" fmla="*/ 92965 h 135147"/>
                    <a:gd name="connsiteX3" fmla="*/ 1361 w 595706"/>
                    <a:gd name="connsiteY3" fmla="*/ 135147 h 135147"/>
                    <a:gd name="connsiteX4" fmla="*/ 0 w 595706"/>
                    <a:gd name="connsiteY4" fmla="*/ 0 h 135147"/>
                    <a:gd name="connsiteX0" fmla="*/ 0 w 595706"/>
                    <a:gd name="connsiteY0" fmla="*/ 0 h 135147"/>
                    <a:gd name="connsiteX1" fmla="*/ 595706 w 595706"/>
                    <a:gd name="connsiteY1" fmla="*/ 0 h 135147"/>
                    <a:gd name="connsiteX2" fmla="*/ 595706 w 595706"/>
                    <a:gd name="connsiteY2" fmla="*/ 92965 h 135147"/>
                    <a:gd name="connsiteX3" fmla="*/ 1361 w 595706"/>
                    <a:gd name="connsiteY3" fmla="*/ 135147 h 135147"/>
                    <a:gd name="connsiteX4" fmla="*/ 0 w 595706"/>
                    <a:gd name="connsiteY4" fmla="*/ 0 h 135147"/>
                    <a:gd name="connsiteX0" fmla="*/ 0 w 595706"/>
                    <a:gd name="connsiteY0" fmla="*/ 0 h 135147"/>
                    <a:gd name="connsiteX1" fmla="*/ 595706 w 595706"/>
                    <a:gd name="connsiteY1" fmla="*/ 0 h 135147"/>
                    <a:gd name="connsiteX2" fmla="*/ 595706 w 595706"/>
                    <a:gd name="connsiteY2" fmla="*/ 92965 h 135147"/>
                    <a:gd name="connsiteX3" fmla="*/ 1361 w 595706"/>
                    <a:gd name="connsiteY3" fmla="*/ 135147 h 135147"/>
                    <a:gd name="connsiteX4" fmla="*/ 0 w 595706"/>
                    <a:gd name="connsiteY4" fmla="*/ 0 h 135147"/>
                    <a:gd name="connsiteX0" fmla="*/ 1422 w 594406"/>
                    <a:gd name="connsiteY0" fmla="*/ 21376 h 135147"/>
                    <a:gd name="connsiteX1" fmla="*/ 594406 w 594406"/>
                    <a:gd name="connsiteY1" fmla="*/ 0 h 135147"/>
                    <a:gd name="connsiteX2" fmla="*/ 594406 w 594406"/>
                    <a:gd name="connsiteY2" fmla="*/ 92965 h 135147"/>
                    <a:gd name="connsiteX3" fmla="*/ 61 w 594406"/>
                    <a:gd name="connsiteY3" fmla="*/ 135147 h 135147"/>
                    <a:gd name="connsiteX4" fmla="*/ 1422 w 594406"/>
                    <a:gd name="connsiteY4" fmla="*/ 21376 h 135147"/>
                    <a:gd name="connsiteX0" fmla="*/ 1422 w 594406"/>
                    <a:gd name="connsiteY0" fmla="*/ 15599 h 135147"/>
                    <a:gd name="connsiteX1" fmla="*/ 594406 w 594406"/>
                    <a:gd name="connsiteY1" fmla="*/ 0 h 135147"/>
                    <a:gd name="connsiteX2" fmla="*/ 594406 w 594406"/>
                    <a:gd name="connsiteY2" fmla="*/ 92965 h 135147"/>
                    <a:gd name="connsiteX3" fmla="*/ 61 w 594406"/>
                    <a:gd name="connsiteY3" fmla="*/ 135147 h 135147"/>
                    <a:gd name="connsiteX4" fmla="*/ 1422 w 594406"/>
                    <a:gd name="connsiteY4" fmla="*/ 15599 h 135147"/>
                    <a:gd name="connsiteX0" fmla="*/ 131 w 594476"/>
                    <a:gd name="connsiteY0" fmla="*/ 4622 h 135147"/>
                    <a:gd name="connsiteX1" fmla="*/ 594476 w 594476"/>
                    <a:gd name="connsiteY1" fmla="*/ 0 h 135147"/>
                    <a:gd name="connsiteX2" fmla="*/ 594476 w 594476"/>
                    <a:gd name="connsiteY2" fmla="*/ 92965 h 135147"/>
                    <a:gd name="connsiteX3" fmla="*/ 131 w 594476"/>
                    <a:gd name="connsiteY3" fmla="*/ 135147 h 135147"/>
                    <a:gd name="connsiteX4" fmla="*/ 131 w 594476"/>
                    <a:gd name="connsiteY4" fmla="*/ 4622 h 135147"/>
                    <a:gd name="connsiteX0" fmla="*/ 0 w 595706"/>
                    <a:gd name="connsiteY0" fmla="*/ 17910 h 135147"/>
                    <a:gd name="connsiteX1" fmla="*/ 595706 w 595706"/>
                    <a:gd name="connsiteY1" fmla="*/ 0 h 135147"/>
                    <a:gd name="connsiteX2" fmla="*/ 595706 w 595706"/>
                    <a:gd name="connsiteY2" fmla="*/ 92965 h 135147"/>
                    <a:gd name="connsiteX3" fmla="*/ 1361 w 595706"/>
                    <a:gd name="connsiteY3" fmla="*/ 135147 h 135147"/>
                    <a:gd name="connsiteX4" fmla="*/ 0 w 595706"/>
                    <a:gd name="connsiteY4" fmla="*/ 17910 h 135147"/>
                    <a:gd name="connsiteX0" fmla="*/ 0 w 595706"/>
                    <a:gd name="connsiteY0" fmla="*/ 17910 h 135147"/>
                    <a:gd name="connsiteX1" fmla="*/ 595706 w 595706"/>
                    <a:gd name="connsiteY1" fmla="*/ 0 h 135147"/>
                    <a:gd name="connsiteX2" fmla="*/ 595706 w 595706"/>
                    <a:gd name="connsiteY2" fmla="*/ 92965 h 135147"/>
                    <a:gd name="connsiteX3" fmla="*/ 1361 w 595706"/>
                    <a:gd name="connsiteY3" fmla="*/ 135147 h 135147"/>
                    <a:gd name="connsiteX4" fmla="*/ 0 w 595706"/>
                    <a:gd name="connsiteY4" fmla="*/ 17910 h 135147"/>
                    <a:gd name="connsiteX0" fmla="*/ 0 w 595706"/>
                    <a:gd name="connsiteY0" fmla="*/ 17910 h 135147"/>
                    <a:gd name="connsiteX1" fmla="*/ 595706 w 595706"/>
                    <a:gd name="connsiteY1" fmla="*/ 0 h 135147"/>
                    <a:gd name="connsiteX2" fmla="*/ 595706 w 595706"/>
                    <a:gd name="connsiteY2" fmla="*/ 92965 h 135147"/>
                    <a:gd name="connsiteX3" fmla="*/ 1361 w 595706"/>
                    <a:gd name="connsiteY3" fmla="*/ 135147 h 135147"/>
                    <a:gd name="connsiteX4" fmla="*/ 0 w 595706"/>
                    <a:gd name="connsiteY4" fmla="*/ 17910 h 135147"/>
                    <a:gd name="connsiteX0" fmla="*/ 0 w 595706"/>
                    <a:gd name="connsiteY0" fmla="*/ 17910 h 135147"/>
                    <a:gd name="connsiteX1" fmla="*/ 595706 w 595706"/>
                    <a:gd name="connsiteY1" fmla="*/ 0 h 135147"/>
                    <a:gd name="connsiteX2" fmla="*/ 595706 w 595706"/>
                    <a:gd name="connsiteY2" fmla="*/ 92965 h 135147"/>
                    <a:gd name="connsiteX3" fmla="*/ 1361 w 595706"/>
                    <a:gd name="connsiteY3" fmla="*/ 135147 h 135147"/>
                    <a:gd name="connsiteX4" fmla="*/ 0 w 595706"/>
                    <a:gd name="connsiteY4" fmla="*/ 17910 h 135147"/>
                    <a:gd name="connsiteX0" fmla="*/ 0 w 595706"/>
                    <a:gd name="connsiteY0" fmla="*/ 22423 h 139660"/>
                    <a:gd name="connsiteX1" fmla="*/ 595706 w 595706"/>
                    <a:gd name="connsiteY1" fmla="*/ 4513 h 139660"/>
                    <a:gd name="connsiteX2" fmla="*/ 595706 w 595706"/>
                    <a:gd name="connsiteY2" fmla="*/ 97478 h 139660"/>
                    <a:gd name="connsiteX3" fmla="*/ 1361 w 595706"/>
                    <a:gd name="connsiteY3" fmla="*/ 139660 h 139660"/>
                    <a:gd name="connsiteX4" fmla="*/ 0 w 595706"/>
                    <a:gd name="connsiteY4" fmla="*/ 22423 h 139660"/>
                    <a:gd name="connsiteX0" fmla="*/ 0 w 595706"/>
                    <a:gd name="connsiteY0" fmla="*/ 26413 h 143650"/>
                    <a:gd name="connsiteX1" fmla="*/ 595706 w 595706"/>
                    <a:gd name="connsiteY1" fmla="*/ 8503 h 143650"/>
                    <a:gd name="connsiteX2" fmla="*/ 595706 w 595706"/>
                    <a:gd name="connsiteY2" fmla="*/ 101468 h 143650"/>
                    <a:gd name="connsiteX3" fmla="*/ 1361 w 595706"/>
                    <a:gd name="connsiteY3" fmla="*/ 143650 h 143650"/>
                    <a:gd name="connsiteX4" fmla="*/ 0 w 595706"/>
                    <a:gd name="connsiteY4" fmla="*/ 26413 h 143650"/>
                    <a:gd name="connsiteX0" fmla="*/ 0 w 595706"/>
                    <a:gd name="connsiteY0" fmla="*/ 21286 h 138523"/>
                    <a:gd name="connsiteX1" fmla="*/ 595706 w 595706"/>
                    <a:gd name="connsiteY1" fmla="*/ 3376 h 138523"/>
                    <a:gd name="connsiteX2" fmla="*/ 595706 w 595706"/>
                    <a:gd name="connsiteY2" fmla="*/ 96341 h 138523"/>
                    <a:gd name="connsiteX3" fmla="*/ 1361 w 595706"/>
                    <a:gd name="connsiteY3" fmla="*/ 138523 h 138523"/>
                    <a:gd name="connsiteX4" fmla="*/ 0 w 595706"/>
                    <a:gd name="connsiteY4" fmla="*/ 21286 h 138523"/>
                    <a:gd name="connsiteX0" fmla="*/ 0 w 595706"/>
                    <a:gd name="connsiteY0" fmla="*/ 22534 h 139771"/>
                    <a:gd name="connsiteX1" fmla="*/ 595706 w 595706"/>
                    <a:gd name="connsiteY1" fmla="*/ 4624 h 139771"/>
                    <a:gd name="connsiteX2" fmla="*/ 595706 w 595706"/>
                    <a:gd name="connsiteY2" fmla="*/ 97589 h 139771"/>
                    <a:gd name="connsiteX3" fmla="*/ 1361 w 595706"/>
                    <a:gd name="connsiteY3" fmla="*/ 139771 h 139771"/>
                    <a:gd name="connsiteX4" fmla="*/ 0 w 595706"/>
                    <a:gd name="connsiteY4" fmla="*/ 22534 h 139771"/>
                    <a:gd name="connsiteX0" fmla="*/ 0 w 595706"/>
                    <a:gd name="connsiteY0" fmla="*/ 23494 h 140731"/>
                    <a:gd name="connsiteX1" fmla="*/ 595706 w 595706"/>
                    <a:gd name="connsiteY1" fmla="*/ 2118 h 140731"/>
                    <a:gd name="connsiteX2" fmla="*/ 595706 w 595706"/>
                    <a:gd name="connsiteY2" fmla="*/ 98549 h 140731"/>
                    <a:gd name="connsiteX3" fmla="*/ 1361 w 595706"/>
                    <a:gd name="connsiteY3" fmla="*/ 140731 h 140731"/>
                    <a:gd name="connsiteX4" fmla="*/ 0 w 595706"/>
                    <a:gd name="connsiteY4" fmla="*/ 23494 h 140731"/>
                    <a:gd name="connsiteX0" fmla="*/ 0 w 595706"/>
                    <a:gd name="connsiteY0" fmla="*/ 23494 h 140731"/>
                    <a:gd name="connsiteX1" fmla="*/ 595706 w 595706"/>
                    <a:gd name="connsiteY1" fmla="*/ 2118 h 140731"/>
                    <a:gd name="connsiteX2" fmla="*/ 595706 w 595706"/>
                    <a:gd name="connsiteY2" fmla="*/ 98549 h 140731"/>
                    <a:gd name="connsiteX3" fmla="*/ 1361 w 595706"/>
                    <a:gd name="connsiteY3" fmla="*/ 140731 h 140731"/>
                    <a:gd name="connsiteX4" fmla="*/ 0 w 595706"/>
                    <a:gd name="connsiteY4" fmla="*/ 23494 h 140731"/>
                    <a:gd name="connsiteX0" fmla="*/ 0 w 595706"/>
                    <a:gd name="connsiteY0" fmla="*/ 25030 h 142267"/>
                    <a:gd name="connsiteX1" fmla="*/ 595706 w 595706"/>
                    <a:gd name="connsiteY1" fmla="*/ 3654 h 142267"/>
                    <a:gd name="connsiteX2" fmla="*/ 595706 w 595706"/>
                    <a:gd name="connsiteY2" fmla="*/ 100085 h 142267"/>
                    <a:gd name="connsiteX3" fmla="*/ 1361 w 595706"/>
                    <a:gd name="connsiteY3" fmla="*/ 142267 h 142267"/>
                    <a:gd name="connsiteX4" fmla="*/ 0 w 595706"/>
                    <a:gd name="connsiteY4" fmla="*/ 25030 h 142267"/>
                    <a:gd name="connsiteX0" fmla="*/ 0 w 595706"/>
                    <a:gd name="connsiteY0" fmla="*/ 22091 h 139328"/>
                    <a:gd name="connsiteX1" fmla="*/ 595706 w 595706"/>
                    <a:gd name="connsiteY1" fmla="*/ 715 h 139328"/>
                    <a:gd name="connsiteX2" fmla="*/ 595706 w 595706"/>
                    <a:gd name="connsiteY2" fmla="*/ 97146 h 139328"/>
                    <a:gd name="connsiteX3" fmla="*/ 1361 w 595706"/>
                    <a:gd name="connsiteY3" fmla="*/ 139328 h 139328"/>
                    <a:gd name="connsiteX4" fmla="*/ 0 w 595706"/>
                    <a:gd name="connsiteY4" fmla="*/ 22091 h 139328"/>
                    <a:gd name="connsiteX0" fmla="*/ 0 w 595706"/>
                    <a:gd name="connsiteY0" fmla="*/ 23573 h 140810"/>
                    <a:gd name="connsiteX1" fmla="*/ 595706 w 595706"/>
                    <a:gd name="connsiteY1" fmla="*/ 2197 h 140810"/>
                    <a:gd name="connsiteX2" fmla="*/ 595706 w 595706"/>
                    <a:gd name="connsiteY2" fmla="*/ 98628 h 140810"/>
                    <a:gd name="connsiteX3" fmla="*/ 1361 w 595706"/>
                    <a:gd name="connsiteY3" fmla="*/ 140810 h 140810"/>
                    <a:gd name="connsiteX4" fmla="*/ 0 w 595706"/>
                    <a:gd name="connsiteY4" fmla="*/ 23573 h 140810"/>
                    <a:gd name="connsiteX0" fmla="*/ 0 w 595706"/>
                    <a:gd name="connsiteY0" fmla="*/ 21908 h 139145"/>
                    <a:gd name="connsiteX1" fmla="*/ 595706 w 595706"/>
                    <a:gd name="connsiteY1" fmla="*/ 532 h 139145"/>
                    <a:gd name="connsiteX2" fmla="*/ 595706 w 595706"/>
                    <a:gd name="connsiteY2" fmla="*/ 96963 h 139145"/>
                    <a:gd name="connsiteX3" fmla="*/ 1361 w 595706"/>
                    <a:gd name="connsiteY3" fmla="*/ 139145 h 139145"/>
                    <a:gd name="connsiteX4" fmla="*/ 0 w 595706"/>
                    <a:gd name="connsiteY4" fmla="*/ 21908 h 139145"/>
                    <a:gd name="connsiteX0" fmla="*/ 0 w 595706"/>
                    <a:gd name="connsiteY0" fmla="*/ 23863 h 141100"/>
                    <a:gd name="connsiteX1" fmla="*/ 595706 w 595706"/>
                    <a:gd name="connsiteY1" fmla="*/ 2487 h 141100"/>
                    <a:gd name="connsiteX2" fmla="*/ 595706 w 595706"/>
                    <a:gd name="connsiteY2" fmla="*/ 98918 h 141100"/>
                    <a:gd name="connsiteX3" fmla="*/ 1361 w 595706"/>
                    <a:gd name="connsiteY3" fmla="*/ 141100 h 141100"/>
                    <a:gd name="connsiteX4" fmla="*/ 0 w 595706"/>
                    <a:gd name="connsiteY4" fmla="*/ 23863 h 141100"/>
                    <a:gd name="connsiteX0" fmla="*/ 0 w 595706"/>
                    <a:gd name="connsiteY0" fmla="*/ 24472 h 141709"/>
                    <a:gd name="connsiteX1" fmla="*/ 595706 w 595706"/>
                    <a:gd name="connsiteY1" fmla="*/ 3096 h 141709"/>
                    <a:gd name="connsiteX2" fmla="*/ 595706 w 595706"/>
                    <a:gd name="connsiteY2" fmla="*/ 99527 h 141709"/>
                    <a:gd name="connsiteX3" fmla="*/ 1361 w 595706"/>
                    <a:gd name="connsiteY3" fmla="*/ 141709 h 141709"/>
                    <a:gd name="connsiteX4" fmla="*/ 0 w 595706"/>
                    <a:gd name="connsiteY4" fmla="*/ 24472 h 141709"/>
                    <a:gd name="connsiteX0" fmla="*/ 0 w 595706"/>
                    <a:gd name="connsiteY0" fmla="*/ 24267 h 141504"/>
                    <a:gd name="connsiteX1" fmla="*/ 595706 w 595706"/>
                    <a:gd name="connsiteY1" fmla="*/ 2891 h 141504"/>
                    <a:gd name="connsiteX2" fmla="*/ 595706 w 595706"/>
                    <a:gd name="connsiteY2" fmla="*/ 99322 h 141504"/>
                    <a:gd name="connsiteX3" fmla="*/ 1361 w 595706"/>
                    <a:gd name="connsiteY3" fmla="*/ 141504 h 141504"/>
                    <a:gd name="connsiteX4" fmla="*/ 0 w 595706"/>
                    <a:gd name="connsiteY4" fmla="*/ 24267 h 141504"/>
                    <a:gd name="connsiteX0" fmla="*/ 0 w 595706"/>
                    <a:gd name="connsiteY0" fmla="*/ 24472 h 141709"/>
                    <a:gd name="connsiteX1" fmla="*/ 595706 w 595706"/>
                    <a:gd name="connsiteY1" fmla="*/ 3096 h 141709"/>
                    <a:gd name="connsiteX2" fmla="*/ 595706 w 595706"/>
                    <a:gd name="connsiteY2" fmla="*/ 99527 h 141709"/>
                    <a:gd name="connsiteX3" fmla="*/ 1361 w 595706"/>
                    <a:gd name="connsiteY3" fmla="*/ 141709 h 141709"/>
                    <a:gd name="connsiteX4" fmla="*/ 0 w 595706"/>
                    <a:gd name="connsiteY4" fmla="*/ 24472 h 141709"/>
                    <a:gd name="connsiteX0" fmla="*/ 0 w 595706"/>
                    <a:gd name="connsiteY0" fmla="*/ 24472 h 141709"/>
                    <a:gd name="connsiteX1" fmla="*/ 594353 w 595706"/>
                    <a:gd name="connsiteY1" fmla="*/ 3096 h 141709"/>
                    <a:gd name="connsiteX2" fmla="*/ 595706 w 595706"/>
                    <a:gd name="connsiteY2" fmla="*/ 99527 h 141709"/>
                    <a:gd name="connsiteX3" fmla="*/ 1361 w 595706"/>
                    <a:gd name="connsiteY3" fmla="*/ 141709 h 141709"/>
                    <a:gd name="connsiteX4" fmla="*/ 0 w 595706"/>
                    <a:gd name="connsiteY4" fmla="*/ 24472 h 141709"/>
                    <a:gd name="connsiteX0" fmla="*/ 124 w 595830"/>
                    <a:gd name="connsiteY0" fmla="*/ 24472 h 141709"/>
                    <a:gd name="connsiteX1" fmla="*/ 594477 w 595830"/>
                    <a:gd name="connsiteY1" fmla="*/ 3096 h 141709"/>
                    <a:gd name="connsiteX2" fmla="*/ 595830 w 595830"/>
                    <a:gd name="connsiteY2" fmla="*/ 99527 h 141709"/>
                    <a:gd name="connsiteX3" fmla="*/ 131 w 595830"/>
                    <a:gd name="connsiteY3" fmla="*/ 141709 h 141709"/>
                    <a:gd name="connsiteX4" fmla="*/ 124 w 595830"/>
                    <a:gd name="connsiteY4" fmla="*/ 24472 h 141709"/>
                    <a:gd name="connsiteX0" fmla="*/ 124 w 597179"/>
                    <a:gd name="connsiteY0" fmla="*/ 25207 h 142444"/>
                    <a:gd name="connsiteX1" fmla="*/ 597179 w 597179"/>
                    <a:gd name="connsiteY1" fmla="*/ 481 h 142444"/>
                    <a:gd name="connsiteX2" fmla="*/ 595830 w 597179"/>
                    <a:gd name="connsiteY2" fmla="*/ 100262 h 142444"/>
                    <a:gd name="connsiteX3" fmla="*/ 131 w 597179"/>
                    <a:gd name="connsiteY3" fmla="*/ 142444 h 142444"/>
                    <a:gd name="connsiteX4" fmla="*/ 124 w 597179"/>
                    <a:gd name="connsiteY4" fmla="*/ 25207 h 142444"/>
                    <a:gd name="connsiteX0" fmla="*/ 124 w 595889"/>
                    <a:gd name="connsiteY0" fmla="*/ 25842 h 143079"/>
                    <a:gd name="connsiteX1" fmla="*/ 594477 w 595889"/>
                    <a:gd name="connsiteY1" fmla="*/ 0 h 143079"/>
                    <a:gd name="connsiteX2" fmla="*/ 595830 w 595889"/>
                    <a:gd name="connsiteY2" fmla="*/ 100897 h 143079"/>
                    <a:gd name="connsiteX3" fmla="*/ 131 w 595889"/>
                    <a:gd name="connsiteY3" fmla="*/ 143079 h 143079"/>
                    <a:gd name="connsiteX4" fmla="*/ 124 w 595889"/>
                    <a:gd name="connsiteY4" fmla="*/ 25842 h 143079"/>
                    <a:gd name="connsiteX0" fmla="*/ 124 w 595889"/>
                    <a:gd name="connsiteY0" fmla="*/ 24713 h 141950"/>
                    <a:gd name="connsiteX1" fmla="*/ 594477 w 595889"/>
                    <a:gd name="connsiteY1" fmla="*/ 2221 h 141950"/>
                    <a:gd name="connsiteX2" fmla="*/ 595830 w 595889"/>
                    <a:gd name="connsiteY2" fmla="*/ 99768 h 141950"/>
                    <a:gd name="connsiteX3" fmla="*/ 131 w 595889"/>
                    <a:gd name="connsiteY3" fmla="*/ 141950 h 141950"/>
                    <a:gd name="connsiteX4" fmla="*/ 124 w 595889"/>
                    <a:gd name="connsiteY4" fmla="*/ 24713 h 141950"/>
                    <a:gd name="connsiteX0" fmla="*/ 124 w 595959"/>
                    <a:gd name="connsiteY0" fmla="*/ 24713 h 141950"/>
                    <a:gd name="connsiteX1" fmla="*/ 595828 w 595959"/>
                    <a:gd name="connsiteY1" fmla="*/ 2221 h 141950"/>
                    <a:gd name="connsiteX2" fmla="*/ 595830 w 595959"/>
                    <a:gd name="connsiteY2" fmla="*/ 99768 h 141950"/>
                    <a:gd name="connsiteX3" fmla="*/ 131 w 595959"/>
                    <a:gd name="connsiteY3" fmla="*/ 141950 h 141950"/>
                    <a:gd name="connsiteX4" fmla="*/ 124 w 595959"/>
                    <a:gd name="connsiteY4" fmla="*/ 24713 h 141950"/>
                    <a:gd name="connsiteX0" fmla="*/ 124 w 595959"/>
                    <a:gd name="connsiteY0" fmla="*/ 24925 h 142162"/>
                    <a:gd name="connsiteX1" fmla="*/ 595828 w 595959"/>
                    <a:gd name="connsiteY1" fmla="*/ 2433 h 142162"/>
                    <a:gd name="connsiteX2" fmla="*/ 595830 w 595959"/>
                    <a:gd name="connsiteY2" fmla="*/ 99980 h 142162"/>
                    <a:gd name="connsiteX3" fmla="*/ 131 w 595959"/>
                    <a:gd name="connsiteY3" fmla="*/ 142162 h 142162"/>
                    <a:gd name="connsiteX4" fmla="*/ 124 w 595959"/>
                    <a:gd name="connsiteY4" fmla="*/ 24925 h 142162"/>
                    <a:gd name="connsiteX0" fmla="*/ 124 w 595959"/>
                    <a:gd name="connsiteY0" fmla="*/ 22492 h 139729"/>
                    <a:gd name="connsiteX1" fmla="*/ 595828 w 595959"/>
                    <a:gd name="connsiteY1" fmla="*/ 0 h 139729"/>
                    <a:gd name="connsiteX2" fmla="*/ 595830 w 595959"/>
                    <a:gd name="connsiteY2" fmla="*/ 97547 h 139729"/>
                    <a:gd name="connsiteX3" fmla="*/ 131 w 595959"/>
                    <a:gd name="connsiteY3" fmla="*/ 139729 h 139729"/>
                    <a:gd name="connsiteX4" fmla="*/ 124 w 595959"/>
                    <a:gd name="connsiteY4" fmla="*/ 22492 h 139729"/>
                    <a:gd name="connsiteX0" fmla="*/ 124 w 595959"/>
                    <a:gd name="connsiteY0" fmla="*/ 25585 h 142822"/>
                    <a:gd name="connsiteX1" fmla="*/ 595828 w 595959"/>
                    <a:gd name="connsiteY1" fmla="*/ 3093 h 142822"/>
                    <a:gd name="connsiteX2" fmla="*/ 595830 w 595959"/>
                    <a:gd name="connsiteY2" fmla="*/ 100640 h 142822"/>
                    <a:gd name="connsiteX3" fmla="*/ 131 w 595959"/>
                    <a:gd name="connsiteY3" fmla="*/ 142822 h 142822"/>
                    <a:gd name="connsiteX4" fmla="*/ 124 w 595959"/>
                    <a:gd name="connsiteY4" fmla="*/ 25585 h 142822"/>
                    <a:gd name="connsiteX0" fmla="*/ 124 w 595959"/>
                    <a:gd name="connsiteY0" fmla="*/ 25585 h 142822"/>
                    <a:gd name="connsiteX1" fmla="*/ 595828 w 595959"/>
                    <a:gd name="connsiteY1" fmla="*/ 3093 h 142822"/>
                    <a:gd name="connsiteX2" fmla="*/ 595830 w 595959"/>
                    <a:gd name="connsiteY2" fmla="*/ 100640 h 142822"/>
                    <a:gd name="connsiteX3" fmla="*/ 131 w 595959"/>
                    <a:gd name="connsiteY3" fmla="*/ 142822 h 142822"/>
                    <a:gd name="connsiteX4" fmla="*/ 124 w 595959"/>
                    <a:gd name="connsiteY4" fmla="*/ 25585 h 142822"/>
                    <a:gd name="connsiteX0" fmla="*/ 124 w 595959"/>
                    <a:gd name="connsiteY0" fmla="*/ 26512 h 143749"/>
                    <a:gd name="connsiteX1" fmla="*/ 595828 w 595959"/>
                    <a:gd name="connsiteY1" fmla="*/ 4020 h 143749"/>
                    <a:gd name="connsiteX2" fmla="*/ 595830 w 595959"/>
                    <a:gd name="connsiteY2" fmla="*/ 101567 h 143749"/>
                    <a:gd name="connsiteX3" fmla="*/ 131 w 595959"/>
                    <a:gd name="connsiteY3" fmla="*/ 143749 h 143749"/>
                    <a:gd name="connsiteX4" fmla="*/ 124 w 595959"/>
                    <a:gd name="connsiteY4" fmla="*/ 26512 h 143749"/>
                    <a:gd name="connsiteX0" fmla="*/ 124 w 595959"/>
                    <a:gd name="connsiteY0" fmla="*/ 26512 h 143749"/>
                    <a:gd name="connsiteX1" fmla="*/ 595828 w 595959"/>
                    <a:gd name="connsiteY1" fmla="*/ 4020 h 143749"/>
                    <a:gd name="connsiteX2" fmla="*/ 595830 w 595959"/>
                    <a:gd name="connsiteY2" fmla="*/ 101567 h 143749"/>
                    <a:gd name="connsiteX3" fmla="*/ 131 w 595959"/>
                    <a:gd name="connsiteY3" fmla="*/ 143749 h 143749"/>
                    <a:gd name="connsiteX4" fmla="*/ 124 w 595959"/>
                    <a:gd name="connsiteY4" fmla="*/ 26512 h 143749"/>
                    <a:gd name="connsiteX0" fmla="*/ 124 w 595959"/>
                    <a:gd name="connsiteY0" fmla="*/ 28496 h 145733"/>
                    <a:gd name="connsiteX1" fmla="*/ 595828 w 595959"/>
                    <a:gd name="connsiteY1" fmla="*/ 6004 h 145733"/>
                    <a:gd name="connsiteX2" fmla="*/ 595830 w 595959"/>
                    <a:gd name="connsiteY2" fmla="*/ 103551 h 145733"/>
                    <a:gd name="connsiteX3" fmla="*/ 131 w 595959"/>
                    <a:gd name="connsiteY3" fmla="*/ 145733 h 145733"/>
                    <a:gd name="connsiteX4" fmla="*/ 124 w 595959"/>
                    <a:gd name="connsiteY4" fmla="*/ 28496 h 145733"/>
                    <a:gd name="connsiteX0" fmla="*/ 124 w 595959"/>
                    <a:gd name="connsiteY0" fmla="*/ 40766 h 158003"/>
                    <a:gd name="connsiteX1" fmla="*/ 595828 w 595959"/>
                    <a:gd name="connsiteY1" fmla="*/ 0 h 158003"/>
                    <a:gd name="connsiteX2" fmla="*/ 595830 w 595959"/>
                    <a:gd name="connsiteY2" fmla="*/ 115821 h 158003"/>
                    <a:gd name="connsiteX3" fmla="*/ 131 w 595959"/>
                    <a:gd name="connsiteY3" fmla="*/ 158003 h 158003"/>
                    <a:gd name="connsiteX4" fmla="*/ 124 w 595959"/>
                    <a:gd name="connsiteY4" fmla="*/ 40766 h 158003"/>
                    <a:gd name="connsiteX0" fmla="*/ 124 w 595959"/>
                    <a:gd name="connsiteY0" fmla="*/ 40766 h 158003"/>
                    <a:gd name="connsiteX1" fmla="*/ 595828 w 595959"/>
                    <a:gd name="connsiteY1" fmla="*/ 0 h 158003"/>
                    <a:gd name="connsiteX2" fmla="*/ 595830 w 595959"/>
                    <a:gd name="connsiteY2" fmla="*/ 115821 h 158003"/>
                    <a:gd name="connsiteX3" fmla="*/ 131 w 595959"/>
                    <a:gd name="connsiteY3" fmla="*/ 158003 h 158003"/>
                    <a:gd name="connsiteX4" fmla="*/ 124 w 595959"/>
                    <a:gd name="connsiteY4" fmla="*/ 40766 h 158003"/>
                    <a:gd name="connsiteX0" fmla="*/ 124 w 595959"/>
                    <a:gd name="connsiteY0" fmla="*/ 40766 h 158003"/>
                    <a:gd name="connsiteX1" fmla="*/ 595828 w 595959"/>
                    <a:gd name="connsiteY1" fmla="*/ 0 h 158003"/>
                    <a:gd name="connsiteX2" fmla="*/ 595830 w 595959"/>
                    <a:gd name="connsiteY2" fmla="*/ 115821 h 158003"/>
                    <a:gd name="connsiteX3" fmla="*/ 131 w 595959"/>
                    <a:gd name="connsiteY3" fmla="*/ 158003 h 158003"/>
                    <a:gd name="connsiteX4" fmla="*/ 124 w 595959"/>
                    <a:gd name="connsiteY4" fmla="*/ 40766 h 158003"/>
                    <a:gd name="connsiteX0" fmla="*/ 124 w 595959"/>
                    <a:gd name="connsiteY0" fmla="*/ 40766 h 158003"/>
                    <a:gd name="connsiteX1" fmla="*/ 595828 w 595959"/>
                    <a:gd name="connsiteY1" fmla="*/ 0 h 158003"/>
                    <a:gd name="connsiteX2" fmla="*/ 595830 w 595959"/>
                    <a:gd name="connsiteY2" fmla="*/ 115821 h 158003"/>
                    <a:gd name="connsiteX3" fmla="*/ 131 w 595959"/>
                    <a:gd name="connsiteY3" fmla="*/ 158003 h 158003"/>
                    <a:gd name="connsiteX4" fmla="*/ 124 w 595959"/>
                    <a:gd name="connsiteY4" fmla="*/ 40766 h 158003"/>
                    <a:gd name="connsiteX0" fmla="*/ 124 w 595959"/>
                    <a:gd name="connsiteY0" fmla="*/ 40766 h 158003"/>
                    <a:gd name="connsiteX1" fmla="*/ 595828 w 595959"/>
                    <a:gd name="connsiteY1" fmla="*/ 0 h 158003"/>
                    <a:gd name="connsiteX2" fmla="*/ 595830 w 595959"/>
                    <a:gd name="connsiteY2" fmla="*/ 115821 h 158003"/>
                    <a:gd name="connsiteX3" fmla="*/ 131 w 595959"/>
                    <a:gd name="connsiteY3" fmla="*/ 158003 h 158003"/>
                    <a:gd name="connsiteX4" fmla="*/ 124 w 595959"/>
                    <a:gd name="connsiteY4" fmla="*/ 40766 h 158003"/>
                    <a:gd name="connsiteX0" fmla="*/ 124 w 595959"/>
                    <a:gd name="connsiteY0" fmla="*/ 40766 h 158003"/>
                    <a:gd name="connsiteX1" fmla="*/ 595828 w 595959"/>
                    <a:gd name="connsiteY1" fmla="*/ 0 h 158003"/>
                    <a:gd name="connsiteX2" fmla="*/ 595830 w 595959"/>
                    <a:gd name="connsiteY2" fmla="*/ 115821 h 158003"/>
                    <a:gd name="connsiteX3" fmla="*/ 131 w 595959"/>
                    <a:gd name="connsiteY3" fmla="*/ 158003 h 158003"/>
                    <a:gd name="connsiteX4" fmla="*/ 124 w 595959"/>
                    <a:gd name="connsiteY4" fmla="*/ 40766 h 158003"/>
                    <a:gd name="connsiteX0" fmla="*/ 124 w 595959"/>
                    <a:gd name="connsiteY0" fmla="*/ 40766 h 158003"/>
                    <a:gd name="connsiteX1" fmla="*/ 595828 w 595959"/>
                    <a:gd name="connsiteY1" fmla="*/ 0 h 158003"/>
                    <a:gd name="connsiteX2" fmla="*/ 595830 w 595959"/>
                    <a:gd name="connsiteY2" fmla="*/ 115821 h 158003"/>
                    <a:gd name="connsiteX3" fmla="*/ 131 w 595959"/>
                    <a:gd name="connsiteY3" fmla="*/ 158003 h 158003"/>
                    <a:gd name="connsiteX4" fmla="*/ 124 w 595959"/>
                    <a:gd name="connsiteY4" fmla="*/ 40766 h 158003"/>
                    <a:gd name="connsiteX0" fmla="*/ 124 w 595959"/>
                    <a:gd name="connsiteY0" fmla="*/ 40766 h 158003"/>
                    <a:gd name="connsiteX1" fmla="*/ 595828 w 595959"/>
                    <a:gd name="connsiteY1" fmla="*/ 0 h 158003"/>
                    <a:gd name="connsiteX2" fmla="*/ 595830 w 595959"/>
                    <a:gd name="connsiteY2" fmla="*/ 115821 h 158003"/>
                    <a:gd name="connsiteX3" fmla="*/ 131 w 595959"/>
                    <a:gd name="connsiteY3" fmla="*/ 158003 h 158003"/>
                    <a:gd name="connsiteX4" fmla="*/ 124 w 595959"/>
                    <a:gd name="connsiteY4" fmla="*/ 40766 h 158003"/>
                    <a:gd name="connsiteX0" fmla="*/ 124 w 595959"/>
                    <a:gd name="connsiteY0" fmla="*/ 40766 h 158003"/>
                    <a:gd name="connsiteX1" fmla="*/ 595828 w 595959"/>
                    <a:gd name="connsiteY1" fmla="*/ 0 h 158003"/>
                    <a:gd name="connsiteX2" fmla="*/ 595830 w 595959"/>
                    <a:gd name="connsiteY2" fmla="*/ 115821 h 158003"/>
                    <a:gd name="connsiteX3" fmla="*/ 131 w 595959"/>
                    <a:gd name="connsiteY3" fmla="*/ 158003 h 158003"/>
                    <a:gd name="connsiteX4" fmla="*/ 124 w 595959"/>
                    <a:gd name="connsiteY4" fmla="*/ 40766 h 158003"/>
                    <a:gd name="connsiteX0" fmla="*/ 124 w 595856"/>
                    <a:gd name="connsiteY0" fmla="*/ 41841 h 159078"/>
                    <a:gd name="connsiteX1" fmla="*/ 591261 w 595856"/>
                    <a:gd name="connsiteY1" fmla="*/ 0 h 159078"/>
                    <a:gd name="connsiteX2" fmla="*/ 595830 w 595856"/>
                    <a:gd name="connsiteY2" fmla="*/ 116896 h 159078"/>
                    <a:gd name="connsiteX3" fmla="*/ 131 w 595856"/>
                    <a:gd name="connsiteY3" fmla="*/ 159078 h 159078"/>
                    <a:gd name="connsiteX4" fmla="*/ 124 w 595856"/>
                    <a:gd name="connsiteY4" fmla="*/ 41841 h 159078"/>
                    <a:gd name="connsiteX0" fmla="*/ 124 w 595959"/>
                    <a:gd name="connsiteY0" fmla="*/ 41841 h 159078"/>
                    <a:gd name="connsiteX1" fmla="*/ 595828 w 595959"/>
                    <a:gd name="connsiteY1" fmla="*/ 0 h 159078"/>
                    <a:gd name="connsiteX2" fmla="*/ 595830 w 595959"/>
                    <a:gd name="connsiteY2" fmla="*/ 116896 h 159078"/>
                    <a:gd name="connsiteX3" fmla="*/ 131 w 595959"/>
                    <a:gd name="connsiteY3" fmla="*/ 159078 h 159078"/>
                    <a:gd name="connsiteX4" fmla="*/ 124 w 595959"/>
                    <a:gd name="connsiteY4" fmla="*/ 41841 h 159078"/>
                    <a:gd name="connsiteX0" fmla="*/ 124 w 597349"/>
                    <a:gd name="connsiteY0" fmla="*/ 42378 h 159615"/>
                    <a:gd name="connsiteX1" fmla="*/ 597349 w 597349"/>
                    <a:gd name="connsiteY1" fmla="*/ 0 h 159615"/>
                    <a:gd name="connsiteX2" fmla="*/ 595830 w 597349"/>
                    <a:gd name="connsiteY2" fmla="*/ 117433 h 159615"/>
                    <a:gd name="connsiteX3" fmla="*/ 131 w 597349"/>
                    <a:gd name="connsiteY3" fmla="*/ 159615 h 159615"/>
                    <a:gd name="connsiteX4" fmla="*/ 124 w 597349"/>
                    <a:gd name="connsiteY4" fmla="*/ 42378 h 159615"/>
                    <a:gd name="connsiteX0" fmla="*/ 124 w 600443"/>
                    <a:gd name="connsiteY0" fmla="*/ 42378 h 159615"/>
                    <a:gd name="connsiteX1" fmla="*/ 597349 w 600443"/>
                    <a:gd name="connsiteY1" fmla="*/ 0 h 159615"/>
                    <a:gd name="connsiteX2" fmla="*/ 600408 w 600443"/>
                    <a:gd name="connsiteY2" fmla="*/ 117433 h 159615"/>
                    <a:gd name="connsiteX3" fmla="*/ 131 w 600443"/>
                    <a:gd name="connsiteY3" fmla="*/ 159615 h 159615"/>
                    <a:gd name="connsiteX4" fmla="*/ 124 w 600443"/>
                    <a:gd name="connsiteY4" fmla="*/ 42378 h 159615"/>
                    <a:gd name="connsiteX0" fmla="*/ 124 w 600537"/>
                    <a:gd name="connsiteY0" fmla="*/ 42378 h 159615"/>
                    <a:gd name="connsiteX1" fmla="*/ 600401 w 600537"/>
                    <a:gd name="connsiteY1" fmla="*/ 0 h 159615"/>
                    <a:gd name="connsiteX2" fmla="*/ 600408 w 600537"/>
                    <a:gd name="connsiteY2" fmla="*/ 117433 h 159615"/>
                    <a:gd name="connsiteX3" fmla="*/ 131 w 600537"/>
                    <a:gd name="connsiteY3" fmla="*/ 159615 h 159615"/>
                    <a:gd name="connsiteX4" fmla="*/ 124 w 600537"/>
                    <a:gd name="connsiteY4" fmla="*/ 42378 h 15961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00537" h="159615">
                      <a:moveTo>
                        <a:pt x="124" y="42378"/>
                      </a:moveTo>
                      <a:cubicBezTo>
                        <a:pt x="296414" y="-50243"/>
                        <a:pt x="418111" y="75773"/>
                        <a:pt x="600401" y="0"/>
                      </a:cubicBezTo>
                      <a:cubicBezTo>
                        <a:pt x="599951" y="33260"/>
                        <a:pt x="600858" y="84173"/>
                        <a:pt x="600408" y="117433"/>
                      </a:cubicBezTo>
                      <a:cubicBezTo>
                        <a:pt x="395490" y="192726"/>
                        <a:pt x="285331" y="62551"/>
                        <a:pt x="131" y="159615"/>
                      </a:cubicBezTo>
                      <a:cubicBezTo>
                        <a:pt x="-323" y="114566"/>
                        <a:pt x="578" y="87427"/>
                        <a:pt x="124" y="42378"/>
                      </a:cubicBezTo>
                      <a:close/>
                    </a:path>
                  </a:pathLst>
                </a:custGeom>
                <a:solidFill>
                  <a:schemeClr val="accent5">
                    <a:lumMod val="40000"/>
                    <a:lumOff val="60000"/>
                  </a:schemeClr>
                </a:solidFill>
                <a:ln w="1270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grpSp>
              <p:nvGrpSpPr>
                <p:cNvPr id="820" name="组合 819">
                  <a:extLst>
                    <a:ext uri="{FF2B5EF4-FFF2-40B4-BE49-F238E27FC236}">
                      <a16:creationId xmlns:a16="http://schemas.microsoft.com/office/drawing/2014/main" id="{DDF9FDEF-9EF9-3DC4-9806-10293BFF368F}"/>
                    </a:ext>
                  </a:extLst>
                </p:cNvPr>
                <p:cNvGrpSpPr/>
                <p:nvPr/>
              </p:nvGrpSpPr>
              <p:grpSpPr>
                <a:xfrm>
                  <a:off x="5040167" y="6521415"/>
                  <a:ext cx="621640" cy="663817"/>
                  <a:chOff x="3656357" y="6507685"/>
                  <a:chExt cx="621640" cy="663817"/>
                </a:xfrm>
              </p:grpSpPr>
              <p:sp>
                <p:nvSpPr>
                  <p:cNvPr id="821" name="矩形 820">
                    <a:extLst>
                      <a:ext uri="{FF2B5EF4-FFF2-40B4-BE49-F238E27FC236}">
                        <a16:creationId xmlns:a16="http://schemas.microsoft.com/office/drawing/2014/main" id="{A6F8E977-1CF5-70B0-D9D2-18259F60EC40}"/>
                      </a:ext>
                    </a:extLst>
                  </p:cNvPr>
                  <p:cNvSpPr/>
                  <p:nvPr/>
                </p:nvSpPr>
                <p:spPr>
                  <a:xfrm>
                    <a:off x="3656465" y="6640950"/>
                    <a:ext cx="155302" cy="132623"/>
                  </a:xfrm>
                  <a:prstGeom prst="rect">
                    <a:avLst/>
                  </a:prstGeom>
                  <a:no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22" name="矩形 821">
                    <a:extLst>
                      <a:ext uri="{FF2B5EF4-FFF2-40B4-BE49-F238E27FC236}">
                        <a16:creationId xmlns:a16="http://schemas.microsoft.com/office/drawing/2014/main" id="{17CADB2A-0A02-2C19-901E-31E1D8F73B0E}"/>
                      </a:ext>
                    </a:extLst>
                  </p:cNvPr>
                  <p:cNvSpPr/>
                  <p:nvPr/>
                </p:nvSpPr>
                <p:spPr>
                  <a:xfrm>
                    <a:off x="3811875" y="6640950"/>
                    <a:ext cx="155302" cy="132623"/>
                  </a:xfrm>
                  <a:prstGeom prst="rect">
                    <a:avLst/>
                  </a:prstGeom>
                  <a:no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23" name="矩形 822">
                    <a:extLst>
                      <a:ext uri="{FF2B5EF4-FFF2-40B4-BE49-F238E27FC236}">
                        <a16:creationId xmlns:a16="http://schemas.microsoft.com/office/drawing/2014/main" id="{0B15FF0F-3F16-5917-686C-45053DFB9732}"/>
                      </a:ext>
                    </a:extLst>
                  </p:cNvPr>
                  <p:cNvSpPr/>
                  <p:nvPr/>
                </p:nvSpPr>
                <p:spPr>
                  <a:xfrm>
                    <a:off x="3967285" y="6640950"/>
                    <a:ext cx="155302" cy="132623"/>
                  </a:xfrm>
                  <a:prstGeom prst="rect">
                    <a:avLst/>
                  </a:prstGeom>
                  <a:no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24" name="矩形 823">
                    <a:extLst>
                      <a:ext uri="{FF2B5EF4-FFF2-40B4-BE49-F238E27FC236}">
                        <a16:creationId xmlns:a16="http://schemas.microsoft.com/office/drawing/2014/main" id="{EE000950-4856-C0AA-8BF2-5DC2D17A0CC2}"/>
                      </a:ext>
                    </a:extLst>
                  </p:cNvPr>
                  <p:cNvSpPr/>
                  <p:nvPr/>
                </p:nvSpPr>
                <p:spPr>
                  <a:xfrm>
                    <a:off x="4122695" y="6640950"/>
                    <a:ext cx="155302" cy="132623"/>
                  </a:xfrm>
                  <a:prstGeom prst="rect">
                    <a:avLst/>
                  </a:prstGeom>
                  <a:no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25" name="矩形 824">
                    <a:extLst>
                      <a:ext uri="{FF2B5EF4-FFF2-40B4-BE49-F238E27FC236}">
                        <a16:creationId xmlns:a16="http://schemas.microsoft.com/office/drawing/2014/main" id="{400DEDE8-8983-0850-B031-C355E7977628}"/>
                      </a:ext>
                    </a:extLst>
                  </p:cNvPr>
                  <p:cNvSpPr/>
                  <p:nvPr/>
                </p:nvSpPr>
                <p:spPr>
                  <a:xfrm>
                    <a:off x="3656465" y="6773574"/>
                    <a:ext cx="155302" cy="132623"/>
                  </a:xfrm>
                  <a:prstGeom prst="rect">
                    <a:avLst/>
                  </a:prstGeom>
                  <a:no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26" name="矩形 825">
                    <a:extLst>
                      <a:ext uri="{FF2B5EF4-FFF2-40B4-BE49-F238E27FC236}">
                        <a16:creationId xmlns:a16="http://schemas.microsoft.com/office/drawing/2014/main" id="{E6B6EE4F-3015-A04C-47D8-2953758AAAB8}"/>
                      </a:ext>
                    </a:extLst>
                  </p:cNvPr>
                  <p:cNvSpPr/>
                  <p:nvPr/>
                </p:nvSpPr>
                <p:spPr>
                  <a:xfrm>
                    <a:off x="3811875" y="6773574"/>
                    <a:ext cx="155302" cy="132623"/>
                  </a:xfrm>
                  <a:prstGeom prst="rect">
                    <a:avLst/>
                  </a:prstGeom>
                  <a:no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27" name="矩形 826">
                    <a:extLst>
                      <a:ext uri="{FF2B5EF4-FFF2-40B4-BE49-F238E27FC236}">
                        <a16:creationId xmlns:a16="http://schemas.microsoft.com/office/drawing/2014/main" id="{F1227407-F670-9EFE-7D04-7C8DE85D997B}"/>
                      </a:ext>
                    </a:extLst>
                  </p:cNvPr>
                  <p:cNvSpPr/>
                  <p:nvPr/>
                </p:nvSpPr>
                <p:spPr>
                  <a:xfrm>
                    <a:off x="3967285" y="6773574"/>
                    <a:ext cx="155302" cy="132623"/>
                  </a:xfrm>
                  <a:prstGeom prst="rect">
                    <a:avLst/>
                  </a:prstGeom>
                  <a:no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28" name="矩形 827">
                    <a:extLst>
                      <a:ext uri="{FF2B5EF4-FFF2-40B4-BE49-F238E27FC236}">
                        <a16:creationId xmlns:a16="http://schemas.microsoft.com/office/drawing/2014/main" id="{765ED5F6-1FAD-C376-9AB1-0183C08503CB}"/>
                      </a:ext>
                    </a:extLst>
                  </p:cNvPr>
                  <p:cNvSpPr/>
                  <p:nvPr/>
                </p:nvSpPr>
                <p:spPr>
                  <a:xfrm>
                    <a:off x="4122695" y="6773574"/>
                    <a:ext cx="155302" cy="132623"/>
                  </a:xfrm>
                  <a:prstGeom prst="rect">
                    <a:avLst/>
                  </a:prstGeom>
                  <a:no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29" name="矩形 828">
                    <a:extLst>
                      <a:ext uri="{FF2B5EF4-FFF2-40B4-BE49-F238E27FC236}">
                        <a16:creationId xmlns:a16="http://schemas.microsoft.com/office/drawing/2014/main" id="{508368B3-35A6-AD2F-6190-014A911EC72D}"/>
                      </a:ext>
                    </a:extLst>
                  </p:cNvPr>
                  <p:cNvSpPr/>
                  <p:nvPr/>
                </p:nvSpPr>
                <p:spPr>
                  <a:xfrm>
                    <a:off x="3656357" y="6906255"/>
                    <a:ext cx="155302" cy="132623"/>
                  </a:xfrm>
                  <a:prstGeom prst="rect">
                    <a:avLst/>
                  </a:prstGeom>
                  <a:no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30" name="矩形 829">
                    <a:extLst>
                      <a:ext uri="{FF2B5EF4-FFF2-40B4-BE49-F238E27FC236}">
                        <a16:creationId xmlns:a16="http://schemas.microsoft.com/office/drawing/2014/main" id="{64E483E5-7704-5586-4425-BAF3A3952FAE}"/>
                      </a:ext>
                    </a:extLst>
                  </p:cNvPr>
                  <p:cNvSpPr/>
                  <p:nvPr/>
                </p:nvSpPr>
                <p:spPr>
                  <a:xfrm>
                    <a:off x="3811767" y="6906255"/>
                    <a:ext cx="155302" cy="132623"/>
                  </a:xfrm>
                  <a:prstGeom prst="rect">
                    <a:avLst/>
                  </a:prstGeom>
                  <a:no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31" name="矩形 830">
                    <a:extLst>
                      <a:ext uri="{FF2B5EF4-FFF2-40B4-BE49-F238E27FC236}">
                        <a16:creationId xmlns:a16="http://schemas.microsoft.com/office/drawing/2014/main" id="{8EA13E82-97DA-40EE-D650-CDD9E3E69918}"/>
                      </a:ext>
                    </a:extLst>
                  </p:cNvPr>
                  <p:cNvSpPr/>
                  <p:nvPr/>
                </p:nvSpPr>
                <p:spPr>
                  <a:xfrm>
                    <a:off x="3967177" y="6906255"/>
                    <a:ext cx="155302" cy="132623"/>
                  </a:xfrm>
                  <a:prstGeom prst="rect">
                    <a:avLst/>
                  </a:prstGeom>
                  <a:no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32" name="矩形 831">
                    <a:extLst>
                      <a:ext uri="{FF2B5EF4-FFF2-40B4-BE49-F238E27FC236}">
                        <a16:creationId xmlns:a16="http://schemas.microsoft.com/office/drawing/2014/main" id="{75F7057D-DF5B-ECEB-05B5-BB8BFDA7669D}"/>
                      </a:ext>
                    </a:extLst>
                  </p:cNvPr>
                  <p:cNvSpPr/>
                  <p:nvPr/>
                </p:nvSpPr>
                <p:spPr>
                  <a:xfrm>
                    <a:off x="4122587" y="6906255"/>
                    <a:ext cx="155302" cy="132623"/>
                  </a:xfrm>
                  <a:prstGeom prst="rect">
                    <a:avLst/>
                  </a:prstGeom>
                  <a:no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33" name="矩形 832">
                    <a:extLst>
                      <a:ext uri="{FF2B5EF4-FFF2-40B4-BE49-F238E27FC236}">
                        <a16:creationId xmlns:a16="http://schemas.microsoft.com/office/drawing/2014/main" id="{A4EFA3BC-162F-2296-123F-CB4740EB2C3E}"/>
                      </a:ext>
                    </a:extLst>
                  </p:cNvPr>
                  <p:cNvSpPr/>
                  <p:nvPr/>
                </p:nvSpPr>
                <p:spPr>
                  <a:xfrm>
                    <a:off x="3656357" y="7038879"/>
                    <a:ext cx="155302" cy="132623"/>
                  </a:xfrm>
                  <a:prstGeom prst="rect">
                    <a:avLst/>
                  </a:prstGeom>
                  <a:no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34" name="矩形 833">
                    <a:extLst>
                      <a:ext uri="{FF2B5EF4-FFF2-40B4-BE49-F238E27FC236}">
                        <a16:creationId xmlns:a16="http://schemas.microsoft.com/office/drawing/2014/main" id="{61F8191A-BD09-2E70-2A82-74977A5120D3}"/>
                      </a:ext>
                    </a:extLst>
                  </p:cNvPr>
                  <p:cNvSpPr/>
                  <p:nvPr/>
                </p:nvSpPr>
                <p:spPr>
                  <a:xfrm>
                    <a:off x="3811767" y="7038879"/>
                    <a:ext cx="155302" cy="132623"/>
                  </a:xfrm>
                  <a:prstGeom prst="rect">
                    <a:avLst/>
                  </a:prstGeom>
                  <a:no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35" name="矩形 834">
                    <a:extLst>
                      <a:ext uri="{FF2B5EF4-FFF2-40B4-BE49-F238E27FC236}">
                        <a16:creationId xmlns:a16="http://schemas.microsoft.com/office/drawing/2014/main" id="{E501E06A-6E25-CE46-9765-33147AE465B0}"/>
                      </a:ext>
                    </a:extLst>
                  </p:cNvPr>
                  <p:cNvSpPr/>
                  <p:nvPr/>
                </p:nvSpPr>
                <p:spPr>
                  <a:xfrm>
                    <a:off x="3967177" y="7038879"/>
                    <a:ext cx="155302" cy="132623"/>
                  </a:xfrm>
                  <a:prstGeom prst="rect">
                    <a:avLst/>
                  </a:prstGeom>
                  <a:no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36" name="矩形 835">
                    <a:extLst>
                      <a:ext uri="{FF2B5EF4-FFF2-40B4-BE49-F238E27FC236}">
                        <a16:creationId xmlns:a16="http://schemas.microsoft.com/office/drawing/2014/main" id="{5F6D8FCA-BFD1-EE73-FA09-D30DFAF133C8}"/>
                      </a:ext>
                    </a:extLst>
                  </p:cNvPr>
                  <p:cNvSpPr/>
                  <p:nvPr/>
                </p:nvSpPr>
                <p:spPr>
                  <a:xfrm>
                    <a:off x="4122587" y="7038879"/>
                    <a:ext cx="155302" cy="132623"/>
                  </a:xfrm>
                  <a:prstGeom prst="rect">
                    <a:avLst/>
                  </a:prstGeom>
                  <a:no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37" name="矩形 836">
                    <a:extLst>
                      <a:ext uri="{FF2B5EF4-FFF2-40B4-BE49-F238E27FC236}">
                        <a16:creationId xmlns:a16="http://schemas.microsoft.com/office/drawing/2014/main" id="{0191537C-FAD7-CFA3-90A8-1F7D9020F204}"/>
                      </a:ext>
                    </a:extLst>
                  </p:cNvPr>
                  <p:cNvSpPr/>
                  <p:nvPr/>
                </p:nvSpPr>
                <p:spPr>
                  <a:xfrm>
                    <a:off x="3656357" y="6507685"/>
                    <a:ext cx="155302" cy="132623"/>
                  </a:xfrm>
                  <a:prstGeom prst="rect">
                    <a:avLst/>
                  </a:prstGeom>
                  <a:no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38" name="矩形 837">
                    <a:extLst>
                      <a:ext uri="{FF2B5EF4-FFF2-40B4-BE49-F238E27FC236}">
                        <a16:creationId xmlns:a16="http://schemas.microsoft.com/office/drawing/2014/main" id="{595680C1-F9D8-6FCE-905C-97704528F642}"/>
                      </a:ext>
                    </a:extLst>
                  </p:cNvPr>
                  <p:cNvSpPr/>
                  <p:nvPr/>
                </p:nvSpPr>
                <p:spPr>
                  <a:xfrm>
                    <a:off x="3811767" y="6507685"/>
                    <a:ext cx="155302" cy="132623"/>
                  </a:xfrm>
                  <a:prstGeom prst="rect">
                    <a:avLst/>
                  </a:prstGeom>
                  <a:no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39" name="矩形 838">
                    <a:extLst>
                      <a:ext uri="{FF2B5EF4-FFF2-40B4-BE49-F238E27FC236}">
                        <a16:creationId xmlns:a16="http://schemas.microsoft.com/office/drawing/2014/main" id="{0D83E15F-2F33-4004-45F5-877A0FC5B072}"/>
                      </a:ext>
                    </a:extLst>
                  </p:cNvPr>
                  <p:cNvSpPr/>
                  <p:nvPr/>
                </p:nvSpPr>
                <p:spPr>
                  <a:xfrm>
                    <a:off x="3967177" y="6507685"/>
                    <a:ext cx="155302" cy="132623"/>
                  </a:xfrm>
                  <a:prstGeom prst="rect">
                    <a:avLst/>
                  </a:prstGeom>
                  <a:no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40" name="矩形 839">
                    <a:extLst>
                      <a:ext uri="{FF2B5EF4-FFF2-40B4-BE49-F238E27FC236}">
                        <a16:creationId xmlns:a16="http://schemas.microsoft.com/office/drawing/2014/main" id="{EF61ED13-675F-B3B4-F60A-94D1C82F06B4}"/>
                      </a:ext>
                    </a:extLst>
                  </p:cNvPr>
                  <p:cNvSpPr/>
                  <p:nvPr/>
                </p:nvSpPr>
                <p:spPr>
                  <a:xfrm>
                    <a:off x="4122587" y="6507685"/>
                    <a:ext cx="155302" cy="132623"/>
                  </a:xfrm>
                  <a:prstGeom prst="rect">
                    <a:avLst/>
                  </a:prstGeom>
                  <a:noFill/>
                  <a:ln w="63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</p:grpSp>
        </p:grpSp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E5A31017-9940-57C4-60D1-3AB86BC1F74E}"/>
              </a:ext>
            </a:extLst>
          </p:cNvPr>
          <p:cNvGrpSpPr/>
          <p:nvPr/>
        </p:nvGrpSpPr>
        <p:grpSpPr>
          <a:xfrm>
            <a:off x="3041171" y="4244417"/>
            <a:ext cx="734881" cy="457486"/>
            <a:chOff x="3262267" y="3927547"/>
            <a:chExt cx="599802" cy="343893"/>
          </a:xfrm>
        </p:grpSpPr>
        <p:sp>
          <p:nvSpPr>
            <p:cNvPr id="16" name="矩形: 圆角 15">
              <a:extLst>
                <a:ext uri="{FF2B5EF4-FFF2-40B4-BE49-F238E27FC236}">
                  <a16:creationId xmlns:a16="http://schemas.microsoft.com/office/drawing/2014/main" id="{01856623-3F48-87C5-7F91-C832A1234F85}"/>
                </a:ext>
              </a:extLst>
            </p:cNvPr>
            <p:cNvSpPr/>
            <p:nvPr/>
          </p:nvSpPr>
          <p:spPr>
            <a:xfrm>
              <a:off x="3337478" y="3927547"/>
              <a:ext cx="393114" cy="343893"/>
            </a:xfrm>
            <a:prstGeom prst="roundRect">
              <a:avLst>
                <a:gd name="adj" fmla="val 31589"/>
              </a:avLst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矩形 16">
                  <a:extLst>
                    <a:ext uri="{FF2B5EF4-FFF2-40B4-BE49-F238E27FC236}">
                      <a16:creationId xmlns:a16="http://schemas.microsoft.com/office/drawing/2014/main" id="{C309493B-1CC7-1AA3-B105-F433C89F8E6F}"/>
                    </a:ext>
                  </a:extLst>
                </p:cNvPr>
                <p:cNvSpPr/>
                <p:nvPr/>
              </p:nvSpPr>
              <p:spPr>
                <a:xfrm>
                  <a:off x="3262267" y="3956287"/>
                  <a:ext cx="599802" cy="27762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dirty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altLang="zh-CN" i="1" dirty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𝑊</m:t>
                            </m:r>
                          </m:sub>
                        </m:s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()</m:t>
                        </m:r>
                      </m:oMath>
                    </m:oMathPara>
                  </a14:m>
                  <a:endParaRPr lang="zh-CN" altLang="en-US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744" name="矩形 743">
                  <a:extLst>
                    <a:ext uri="{FF2B5EF4-FFF2-40B4-BE49-F238E27FC236}">
                      <a16:creationId xmlns:a16="http://schemas.microsoft.com/office/drawing/2014/main" id="{6DD87F4D-7CF6-EBAE-A2AB-0D441457B57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62267" y="3956287"/>
                  <a:ext cx="599802" cy="277627"/>
                </a:xfrm>
                <a:prstGeom prst="rect">
                  <a:avLst/>
                </a:prstGeom>
                <a:blipFill>
                  <a:blip r:embed="rId4"/>
                  <a:stretch>
                    <a:fillRect b="-1475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1" name="椭圆 20">
            <a:extLst>
              <a:ext uri="{FF2B5EF4-FFF2-40B4-BE49-F238E27FC236}">
                <a16:creationId xmlns:a16="http://schemas.microsoft.com/office/drawing/2014/main" id="{9C9A8941-8145-6C2D-2B1E-AA26B3470DD1}"/>
              </a:ext>
            </a:extLst>
          </p:cNvPr>
          <p:cNvSpPr/>
          <p:nvPr/>
        </p:nvSpPr>
        <p:spPr>
          <a:xfrm>
            <a:off x="3948243" y="4250565"/>
            <a:ext cx="660722" cy="44573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FF7D7AF1-3E31-6B48-035C-D4E6FD29AFF5}"/>
              </a:ext>
            </a:extLst>
          </p:cNvPr>
          <p:cNvGrpSpPr/>
          <p:nvPr/>
        </p:nvGrpSpPr>
        <p:grpSpPr>
          <a:xfrm>
            <a:off x="4936437" y="4246921"/>
            <a:ext cx="481646" cy="457486"/>
            <a:chOff x="4842156" y="3773497"/>
            <a:chExt cx="393114" cy="343893"/>
          </a:xfrm>
        </p:grpSpPr>
        <p:grpSp>
          <p:nvGrpSpPr>
            <p:cNvPr id="23" name="组合 22">
              <a:extLst>
                <a:ext uri="{FF2B5EF4-FFF2-40B4-BE49-F238E27FC236}">
                  <a16:creationId xmlns:a16="http://schemas.microsoft.com/office/drawing/2014/main" id="{05E56553-85AC-41D7-3A28-AC809CB36CB5}"/>
                </a:ext>
              </a:extLst>
            </p:cNvPr>
            <p:cNvGrpSpPr/>
            <p:nvPr/>
          </p:nvGrpSpPr>
          <p:grpSpPr>
            <a:xfrm>
              <a:off x="4937067" y="3821336"/>
              <a:ext cx="261952" cy="260359"/>
              <a:chOff x="5436287" y="3505571"/>
              <a:chExt cx="336942" cy="321770"/>
            </a:xfrm>
          </p:grpSpPr>
          <p:sp>
            <p:nvSpPr>
              <p:cNvPr id="25" name="流程图: 接点 24">
                <a:extLst>
                  <a:ext uri="{FF2B5EF4-FFF2-40B4-BE49-F238E27FC236}">
                    <a16:creationId xmlns:a16="http://schemas.microsoft.com/office/drawing/2014/main" id="{8604710F-C047-3B04-6232-7FDD98C4D55C}"/>
                  </a:ext>
                </a:extLst>
              </p:cNvPr>
              <p:cNvSpPr/>
              <p:nvPr/>
            </p:nvSpPr>
            <p:spPr>
              <a:xfrm>
                <a:off x="5436288" y="3505571"/>
                <a:ext cx="96883" cy="88611"/>
              </a:xfrm>
              <a:prstGeom prst="flowChartConnector">
                <a:avLst/>
              </a:prstGeom>
              <a:noFill/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500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6" name="流程图: 接点 25">
                <a:extLst>
                  <a:ext uri="{FF2B5EF4-FFF2-40B4-BE49-F238E27FC236}">
                    <a16:creationId xmlns:a16="http://schemas.microsoft.com/office/drawing/2014/main" id="{26BE9A32-982C-4C91-CD8E-C0FFB5A24E98}"/>
                  </a:ext>
                </a:extLst>
              </p:cNvPr>
              <p:cNvSpPr/>
              <p:nvPr/>
            </p:nvSpPr>
            <p:spPr>
              <a:xfrm>
                <a:off x="5436288" y="3623512"/>
                <a:ext cx="96883" cy="88611"/>
              </a:xfrm>
              <a:prstGeom prst="flowChartConnector">
                <a:avLst/>
              </a:prstGeom>
              <a:noFill/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500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7" name="流程图: 接点 26">
                <a:extLst>
                  <a:ext uri="{FF2B5EF4-FFF2-40B4-BE49-F238E27FC236}">
                    <a16:creationId xmlns:a16="http://schemas.microsoft.com/office/drawing/2014/main" id="{BE2B33A1-C18F-1296-7FA1-A99E8E508B0F}"/>
                  </a:ext>
                </a:extLst>
              </p:cNvPr>
              <p:cNvSpPr/>
              <p:nvPr/>
            </p:nvSpPr>
            <p:spPr>
              <a:xfrm>
                <a:off x="5436287" y="3738730"/>
                <a:ext cx="96883" cy="88611"/>
              </a:xfrm>
              <a:prstGeom prst="flowChartConnector">
                <a:avLst/>
              </a:prstGeom>
              <a:noFill/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500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8" name="流程图: 接点 27">
                <a:extLst>
                  <a:ext uri="{FF2B5EF4-FFF2-40B4-BE49-F238E27FC236}">
                    <a16:creationId xmlns:a16="http://schemas.microsoft.com/office/drawing/2014/main" id="{9FD296C9-7C67-79F7-B037-ED4E2BAE61BF}"/>
                  </a:ext>
                </a:extLst>
              </p:cNvPr>
              <p:cNvSpPr/>
              <p:nvPr/>
            </p:nvSpPr>
            <p:spPr>
              <a:xfrm>
                <a:off x="5676346" y="3623512"/>
                <a:ext cx="96883" cy="88611"/>
              </a:xfrm>
              <a:prstGeom prst="flowChartConnector">
                <a:avLst/>
              </a:prstGeom>
              <a:noFill/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500" dirty="0">
                  <a:solidFill>
                    <a:sysClr val="windowText" lastClr="000000"/>
                  </a:solidFill>
                </a:endParaRPr>
              </a:p>
            </p:txBody>
          </p:sp>
          <p:cxnSp>
            <p:nvCxnSpPr>
              <p:cNvPr id="29" name="直接箭头连接符 28">
                <a:extLst>
                  <a:ext uri="{FF2B5EF4-FFF2-40B4-BE49-F238E27FC236}">
                    <a16:creationId xmlns:a16="http://schemas.microsoft.com/office/drawing/2014/main" id="{C493E2E4-A80D-3A55-7CD2-1EB2D3385A8B}"/>
                  </a:ext>
                </a:extLst>
              </p:cNvPr>
              <p:cNvCxnSpPr>
                <a:cxnSpLocks/>
                <a:stCxn id="25" idx="6"/>
                <a:endCxn id="28" idx="2"/>
              </p:cNvCxnSpPr>
              <p:nvPr/>
            </p:nvCxnSpPr>
            <p:spPr>
              <a:xfrm>
                <a:off x="5533171" y="3549877"/>
                <a:ext cx="143175" cy="117941"/>
              </a:xfrm>
              <a:prstGeom prst="straightConnector1">
                <a:avLst/>
              </a:prstGeom>
              <a:ln w="12700">
                <a:tailEnd type="triangle" w="sm" len="sm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0" name="直接箭头连接符 29">
                <a:extLst>
                  <a:ext uri="{FF2B5EF4-FFF2-40B4-BE49-F238E27FC236}">
                    <a16:creationId xmlns:a16="http://schemas.microsoft.com/office/drawing/2014/main" id="{D4D411EB-1912-4823-C05E-7CDDA27FEE16}"/>
                  </a:ext>
                </a:extLst>
              </p:cNvPr>
              <p:cNvCxnSpPr>
                <a:cxnSpLocks/>
                <a:stCxn id="26" idx="6"/>
                <a:endCxn id="28" idx="2"/>
              </p:cNvCxnSpPr>
              <p:nvPr/>
            </p:nvCxnSpPr>
            <p:spPr>
              <a:xfrm>
                <a:off x="5533171" y="3667818"/>
                <a:ext cx="143175" cy="0"/>
              </a:xfrm>
              <a:prstGeom prst="straightConnector1">
                <a:avLst/>
              </a:prstGeom>
              <a:ln w="12700">
                <a:tailEnd type="triangle" w="sm" len="sm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1" name="直接箭头连接符 30">
                <a:extLst>
                  <a:ext uri="{FF2B5EF4-FFF2-40B4-BE49-F238E27FC236}">
                    <a16:creationId xmlns:a16="http://schemas.microsoft.com/office/drawing/2014/main" id="{C1E00B14-8610-FE43-704C-EB637869F16F}"/>
                  </a:ext>
                </a:extLst>
              </p:cNvPr>
              <p:cNvCxnSpPr>
                <a:cxnSpLocks/>
                <a:stCxn id="27" idx="6"/>
                <a:endCxn id="28" idx="2"/>
              </p:cNvCxnSpPr>
              <p:nvPr/>
            </p:nvCxnSpPr>
            <p:spPr>
              <a:xfrm flipV="1">
                <a:off x="5533170" y="3667818"/>
                <a:ext cx="143176" cy="115218"/>
              </a:xfrm>
              <a:prstGeom prst="straightConnector1">
                <a:avLst/>
              </a:prstGeom>
              <a:ln w="12700">
                <a:tailEnd type="triangle" w="sm" len="sm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2612BFA0-4D12-30E4-A385-ADB3A512791E}"/>
                </a:ext>
              </a:extLst>
            </p:cNvPr>
            <p:cNvSpPr/>
            <p:nvPr/>
          </p:nvSpPr>
          <p:spPr>
            <a:xfrm>
              <a:off x="4842156" y="3773497"/>
              <a:ext cx="393114" cy="343893"/>
            </a:xfrm>
            <a:prstGeom prst="roundRect">
              <a:avLst>
                <a:gd name="adj" fmla="val 31589"/>
              </a:avLst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32" name="椭圆 31">
            <a:extLst>
              <a:ext uri="{FF2B5EF4-FFF2-40B4-BE49-F238E27FC236}">
                <a16:creationId xmlns:a16="http://schemas.microsoft.com/office/drawing/2014/main" id="{57AD5223-D689-9D30-6734-B811EDDC5035}"/>
              </a:ext>
            </a:extLst>
          </p:cNvPr>
          <p:cNvSpPr/>
          <p:nvPr/>
        </p:nvSpPr>
        <p:spPr>
          <a:xfrm>
            <a:off x="5750164" y="4255613"/>
            <a:ext cx="660724" cy="44573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8E2F235C-6CC1-4C1E-BD49-AFC70BB270F8}"/>
              </a:ext>
            </a:extLst>
          </p:cNvPr>
          <p:cNvGrpSpPr/>
          <p:nvPr/>
        </p:nvGrpSpPr>
        <p:grpSpPr>
          <a:xfrm>
            <a:off x="6658518" y="4257803"/>
            <a:ext cx="734881" cy="457486"/>
            <a:chOff x="3262267" y="3927547"/>
            <a:chExt cx="599802" cy="343893"/>
          </a:xfrm>
        </p:grpSpPr>
        <p:sp>
          <p:nvSpPr>
            <p:cNvPr id="34" name="矩形: 圆角 33">
              <a:extLst>
                <a:ext uri="{FF2B5EF4-FFF2-40B4-BE49-F238E27FC236}">
                  <a16:creationId xmlns:a16="http://schemas.microsoft.com/office/drawing/2014/main" id="{96A41570-C761-D39F-177C-FF6B6F9DF3EA}"/>
                </a:ext>
              </a:extLst>
            </p:cNvPr>
            <p:cNvSpPr/>
            <p:nvPr/>
          </p:nvSpPr>
          <p:spPr>
            <a:xfrm>
              <a:off x="3337478" y="3927547"/>
              <a:ext cx="393114" cy="343893"/>
            </a:xfrm>
            <a:prstGeom prst="roundRect">
              <a:avLst>
                <a:gd name="adj" fmla="val 31589"/>
              </a:avLst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矩形 34">
                  <a:extLst>
                    <a:ext uri="{FF2B5EF4-FFF2-40B4-BE49-F238E27FC236}">
                      <a16:creationId xmlns:a16="http://schemas.microsoft.com/office/drawing/2014/main" id="{3A245697-ED01-61C5-44BF-75529B904CBA}"/>
                    </a:ext>
                  </a:extLst>
                </p:cNvPr>
                <p:cNvSpPr/>
                <p:nvPr/>
              </p:nvSpPr>
              <p:spPr>
                <a:xfrm>
                  <a:off x="3262267" y="3956287"/>
                  <a:ext cx="599802" cy="27762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dirty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altLang="zh-CN" i="1" dirty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𝑊</m:t>
                            </m:r>
                          </m:sub>
                        </m:s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()</m:t>
                        </m:r>
                      </m:oMath>
                    </m:oMathPara>
                  </a14:m>
                  <a:endParaRPr lang="zh-CN" altLang="en-US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727" name="矩形 726">
                  <a:extLst>
                    <a:ext uri="{FF2B5EF4-FFF2-40B4-BE49-F238E27FC236}">
                      <a16:creationId xmlns:a16="http://schemas.microsoft.com/office/drawing/2014/main" id="{C93EC40D-74C7-130C-25BA-67268259231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62267" y="3956287"/>
                  <a:ext cx="599802" cy="277627"/>
                </a:xfrm>
                <a:prstGeom prst="rect">
                  <a:avLst/>
                </a:prstGeom>
                <a:blipFill>
                  <a:blip r:embed="rId8"/>
                  <a:stretch>
                    <a:fillRect b="-1475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6" name="椭圆 35">
            <a:extLst>
              <a:ext uri="{FF2B5EF4-FFF2-40B4-BE49-F238E27FC236}">
                <a16:creationId xmlns:a16="http://schemas.microsoft.com/office/drawing/2014/main" id="{0A6509B9-A573-DEC5-FC88-A1F1D8EFA29C}"/>
              </a:ext>
            </a:extLst>
          </p:cNvPr>
          <p:cNvSpPr/>
          <p:nvPr/>
        </p:nvSpPr>
        <p:spPr>
          <a:xfrm>
            <a:off x="7565590" y="4263950"/>
            <a:ext cx="660722" cy="44573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6D493B23-A7A1-9246-FAAA-DCB36B03F0E4}"/>
              </a:ext>
            </a:extLst>
          </p:cNvPr>
          <p:cNvGrpSpPr/>
          <p:nvPr/>
        </p:nvGrpSpPr>
        <p:grpSpPr>
          <a:xfrm>
            <a:off x="8553784" y="4260307"/>
            <a:ext cx="481646" cy="457486"/>
            <a:chOff x="4842156" y="3773497"/>
            <a:chExt cx="393114" cy="343893"/>
          </a:xfrm>
        </p:grpSpPr>
        <p:grpSp>
          <p:nvGrpSpPr>
            <p:cNvPr id="38" name="组合 37">
              <a:extLst>
                <a:ext uri="{FF2B5EF4-FFF2-40B4-BE49-F238E27FC236}">
                  <a16:creationId xmlns:a16="http://schemas.microsoft.com/office/drawing/2014/main" id="{A43A2C18-443E-B583-59E9-306A9178F979}"/>
                </a:ext>
              </a:extLst>
            </p:cNvPr>
            <p:cNvGrpSpPr/>
            <p:nvPr/>
          </p:nvGrpSpPr>
          <p:grpSpPr>
            <a:xfrm>
              <a:off x="4937067" y="3821336"/>
              <a:ext cx="261952" cy="260359"/>
              <a:chOff x="5436287" y="3505571"/>
              <a:chExt cx="336942" cy="321770"/>
            </a:xfrm>
          </p:grpSpPr>
          <p:sp>
            <p:nvSpPr>
              <p:cNvPr id="40" name="流程图: 接点 39">
                <a:extLst>
                  <a:ext uri="{FF2B5EF4-FFF2-40B4-BE49-F238E27FC236}">
                    <a16:creationId xmlns:a16="http://schemas.microsoft.com/office/drawing/2014/main" id="{D7C9816F-5DF6-025B-5C94-648476AD82AA}"/>
                  </a:ext>
                </a:extLst>
              </p:cNvPr>
              <p:cNvSpPr/>
              <p:nvPr/>
            </p:nvSpPr>
            <p:spPr>
              <a:xfrm>
                <a:off x="5436288" y="3505571"/>
                <a:ext cx="96883" cy="88611"/>
              </a:xfrm>
              <a:prstGeom prst="flowChartConnector">
                <a:avLst/>
              </a:prstGeom>
              <a:noFill/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500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41" name="流程图: 接点 40">
                <a:extLst>
                  <a:ext uri="{FF2B5EF4-FFF2-40B4-BE49-F238E27FC236}">
                    <a16:creationId xmlns:a16="http://schemas.microsoft.com/office/drawing/2014/main" id="{7CB7190E-211D-8FA7-2663-A637915E25E2}"/>
                  </a:ext>
                </a:extLst>
              </p:cNvPr>
              <p:cNvSpPr/>
              <p:nvPr/>
            </p:nvSpPr>
            <p:spPr>
              <a:xfrm>
                <a:off x="5436288" y="3623512"/>
                <a:ext cx="96883" cy="88611"/>
              </a:xfrm>
              <a:prstGeom prst="flowChartConnector">
                <a:avLst/>
              </a:prstGeom>
              <a:noFill/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500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42" name="流程图: 接点 41">
                <a:extLst>
                  <a:ext uri="{FF2B5EF4-FFF2-40B4-BE49-F238E27FC236}">
                    <a16:creationId xmlns:a16="http://schemas.microsoft.com/office/drawing/2014/main" id="{779E8372-37FB-87A1-B28D-E9AE917CC7D7}"/>
                  </a:ext>
                </a:extLst>
              </p:cNvPr>
              <p:cNvSpPr/>
              <p:nvPr/>
            </p:nvSpPr>
            <p:spPr>
              <a:xfrm>
                <a:off x="5436287" y="3738730"/>
                <a:ext cx="96883" cy="88611"/>
              </a:xfrm>
              <a:prstGeom prst="flowChartConnector">
                <a:avLst/>
              </a:prstGeom>
              <a:noFill/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500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43" name="流程图: 接点 42">
                <a:extLst>
                  <a:ext uri="{FF2B5EF4-FFF2-40B4-BE49-F238E27FC236}">
                    <a16:creationId xmlns:a16="http://schemas.microsoft.com/office/drawing/2014/main" id="{768654BC-4371-7E3E-C234-92CDA7E56635}"/>
                  </a:ext>
                </a:extLst>
              </p:cNvPr>
              <p:cNvSpPr/>
              <p:nvPr/>
            </p:nvSpPr>
            <p:spPr>
              <a:xfrm>
                <a:off x="5676346" y="3623512"/>
                <a:ext cx="96883" cy="88611"/>
              </a:xfrm>
              <a:prstGeom prst="flowChartConnector">
                <a:avLst/>
              </a:prstGeom>
              <a:noFill/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500" dirty="0">
                  <a:solidFill>
                    <a:sysClr val="windowText" lastClr="000000"/>
                  </a:solidFill>
                </a:endParaRPr>
              </a:p>
            </p:txBody>
          </p:sp>
          <p:cxnSp>
            <p:nvCxnSpPr>
              <p:cNvPr id="44" name="直接箭头连接符 43">
                <a:extLst>
                  <a:ext uri="{FF2B5EF4-FFF2-40B4-BE49-F238E27FC236}">
                    <a16:creationId xmlns:a16="http://schemas.microsoft.com/office/drawing/2014/main" id="{94A81CB3-5C3C-DE20-38A8-F48830EB2114}"/>
                  </a:ext>
                </a:extLst>
              </p:cNvPr>
              <p:cNvCxnSpPr>
                <a:cxnSpLocks/>
                <a:stCxn id="40" idx="6"/>
                <a:endCxn id="43" idx="2"/>
              </p:cNvCxnSpPr>
              <p:nvPr/>
            </p:nvCxnSpPr>
            <p:spPr>
              <a:xfrm>
                <a:off x="5533171" y="3549877"/>
                <a:ext cx="143175" cy="117941"/>
              </a:xfrm>
              <a:prstGeom prst="straightConnector1">
                <a:avLst/>
              </a:prstGeom>
              <a:ln w="12700">
                <a:tailEnd type="triangle" w="sm" len="sm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5" name="直接箭头连接符 44">
                <a:extLst>
                  <a:ext uri="{FF2B5EF4-FFF2-40B4-BE49-F238E27FC236}">
                    <a16:creationId xmlns:a16="http://schemas.microsoft.com/office/drawing/2014/main" id="{F57F7AC5-5994-1C65-E06A-804093EBBC90}"/>
                  </a:ext>
                </a:extLst>
              </p:cNvPr>
              <p:cNvCxnSpPr>
                <a:cxnSpLocks/>
                <a:stCxn id="41" idx="6"/>
                <a:endCxn id="43" idx="2"/>
              </p:cNvCxnSpPr>
              <p:nvPr/>
            </p:nvCxnSpPr>
            <p:spPr>
              <a:xfrm>
                <a:off x="5533171" y="3667818"/>
                <a:ext cx="143175" cy="0"/>
              </a:xfrm>
              <a:prstGeom prst="straightConnector1">
                <a:avLst/>
              </a:prstGeom>
              <a:ln w="12700">
                <a:tailEnd type="triangle" w="sm" len="sm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6" name="直接箭头连接符 45">
                <a:extLst>
                  <a:ext uri="{FF2B5EF4-FFF2-40B4-BE49-F238E27FC236}">
                    <a16:creationId xmlns:a16="http://schemas.microsoft.com/office/drawing/2014/main" id="{44F450E9-A94F-7919-FDFB-DB3C08ED58E1}"/>
                  </a:ext>
                </a:extLst>
              </p:cNvPr>
              <p:cNvCxnSpPr>
                <a:cxnSpLocks/>
                <a:stCxn id="42" idx="6"/>
                <a:endCxn id="43" idx="2"/>
              </p:cNvCxnSpPr>
              <p:nvPr/>
            </p:nvCxnSpPr>
            <p:spPr>
              <a:xfrm flipV="1">
                <a:off x="5533170" y="3667818"/>
                <a:ext cx="143176" cy="115218"/>
              </a:xfrm>
              <a:prstGeom prst="straightConnector1">
                <a:avLst/>
              </a:prstGeom>
              <a:ln w="12700">
                <a:tailEnd type="triangle" w="sm" len="sm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39" name="矩形: 圆角 38">
              <a:extLst>
                <a:ext uri="{FF2B5EF4-FFF2-40B4-BE49-F238E27FC236}">
                  <a16:creationId xmlns:a16="http://schemas.microsoft.com/office/drawing/2014/main" id="{6F317C1B-FC71-D3EB-A3E0-8BEBBF11D644}"/>
                </a:ext>
              </a:extLst>
            </p:cNvPr>
            <p:cNvSpPr/>
            <p:nvPr/>
          </p:nvSpPr>
          <p:spPr>
            <a:xfrm>
              <a:off x="4842156" y="3773497"/>
              <a:ext cx="393114" cy="343893"/>
            </a:xfrm>
            <a:prstGeom prst="roundRect">
              <a:avLst>
                <a:gd name="adj" fmla="val 31589"/>
              </a:avLst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47" name="椭圆 46">
            <a:extLst>
              <a:ext uri="{FF2B5EF4-FFF2-40B4-BE49-F238E27FC236}">
                <a16:creationId xmlns:a16="http://schemas.microsoft.com/office/drawing/2014/main" id="{026C3F86-303B-DAEF-6CC7-2305995DDB57}"/>
              </a:ext>
            </a:extLst>
          </p:cNvPr>
          <p:cNvSpPr/>
          <p:nvPr/>
        </p:nvSpPr>
        <p:spPr>
          <a:xfrm>
            <a:off x="9367511" y="4268999"/>
            <a:ext cx="660724" cy="44573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9" name="直接箭头连接符 48">
            <a:extLst>
              <a:ext uri="{FF2B5EF4-FFF2-40B4-BE49-F238E27FC236}">
                <a16:creationId xmlns:a16="http://schemas.microsoft.com/office/drawing/2014/main" id="{AAE60AE6-0FED-E206-05D1-C38E88D96943}"/>
              </a:ext>
            </a:extLst>
          </p:cNvPr>
          <p:cNvCxnSpPr>
            <a:cxnSpLocks/>
            <a:stCxn id="21" idx="6"/>
            <a:endCxn id="24" idx="1"/>
          </p:cNvCxnSpPr>
          <p:nvPr/>
        </p:nvCxnSpPr>
        <p:spPr>
          <a:xfrm>
            <a:off x="4608974" y="4473441"/>
            <a:ext cx="327462" cy="2224"/>
          </a:xfrm>
          <a:prstGeom prst="straightConnector1">
            <a:avLst/>
          </a:prstGeom>
          <a:ln w="19050">
            <a:headEnd type="triangle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直接箭头连接符 49">
            <a:extLst>
              <a:ext uri="{FF2B5EF4-FFF2-40B4-BE49-F238E27FC236}">
                <a16:creationId xmlns:a16="http://schemas.microsoft.com/office/drawing/2014/main" id="{E06B763B-B630-A231-8FEF-0A782412B1C5}"/>
              </a:ext>
            </a:extLst>
          </p:cNvPr>
          <p:cNvCxnSpPr>
            <a:cxnSpLocks/>
            <a:stCxn id="16" idx="3"/>
            <a:endCxn id="21" idx="2"/>
          </p:cNvCxnSpPr>
          <p:nvPr/>
        </p:nvCxnSpPr>
        <p:spPr>
          <a:xfrm>
            <a:off x="3614971" y="4473161"/>
            <a:ext cx="333280" cy="279"/>
          </a:xfrm>
          <a:prstGeom prst="straightConnector1">
            <a:avLst/>
          </a:prstGeom>
          <a:ln w="19050">
            <a:headEnd type="triangle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直接箭头连接符 50">
            <a:extLst>
              <a:ext uri="{FF2B5EF4-FFF2-40B4-BE49-F238E27FC236}">
                <a16:creationId xmlns:a16="http://schemas.microsoft.com/office/drawing/2014/main" id="{1852BA9F-C748-E3EC-7070-769E56323D82}"/>
              </a:ext>
            </a:extLst>
          </p:cNvPr>
          <p:cNvCxnSpPr>
            <a:cxnSpLocks/>
            <a:stCxn id="24" idx="3"/>
            <a:endCxn id="32" idx="2"/>
          </p:cNvCxnSpPr>
          <p:nvPr/>
        </p:nvCxnSpPr>
        <p:spPr>
          <a:xfrm>
            <a:off x="5418083" y="4475665"/>
            <a:ext cx="332075" cy="2818"/>
          </a:xfrm>
          <a:prstGeom prst="straightConnector1">
            <a:avLst/>
          </a:prstGeom>
          <a:ln w="19050">
            <a:headEnd type="triangle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直接箭头连接符 51">
            <a:extLst>
              <a:ext uri="{FF2B5EF4-FFF2-40B4-BE49-F238E27FC236}">
                <a16:creationId xmlns:a16="http://schemas.microsoft.com/office/drawing/2014/main" id="{1B6A5EDB-7864-52B4-6ACA-FAA591DE3D3D}"/>
              </a:ext>
            </a:extLst>
          </p:cNvPr>
          <p:cNvCxnSpPr>
            <a:cxnSpLocks/>
            <a:stCxn id="36" idx="6"/>
            <a:endCxn id="39" idx="1"/>
          </p:cNvCxnSpPr>
          <p:nvPr/>
        </p:nvCxnSpPr>
        <p:spPr>
          <a:xfrm>
            <a:off x="8226322" y="4486826"/>
            <a:ext cx="327462" cy="2224"/>
          </a:xfrm>
          <a:prstGeom prst="straightConnector1">
            <a:avLst/>
          </a:prstGeom>
          <a:ln w="19050">
            <a:headEnd type="triangle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3" name="直接箭头连接符 62">
            <a:extLst>
              <a:ext uri="{FF2B5EF4-FFF2-40B4-BE49-F238E27FC236}">
                <a16:creationId xmlns:a16="http://schemas.microsoft.com/office/drawing/2014/main" id="{2FCEAC0B-1700-7437-F56F-D4DDC445DC78}"/>
              </a:ext>
            </a:extLst>
          </p:cNvPr>
          <p:cNvCxnSpPr>
            <a:cxnSpLocks/>
            <a:stCxn id="34" idx="3"/>
            <a:endCxn id="36" idx="2"/>
          </p:cNvCxnSpPr>
          <p:nvPr/>
        </p:nvCxnSpPr>
        <p:spPr>
          <a:xfrm>
            <a:off x="7232318" y="4486547"/>
            <a:ext cx="333280" cy="279"/>
          </a:xfrm>
          <a:prstGeom prst="straightConnector1">
            <a:avLst/>
          </a:prstGeom>
          <a:ln w="19050">
            <a:headEnd type="triangle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96" name="直接箭头连接符 895">
            <a:extLst>
              <a:ext uri="{FF2B5EF4-FFF2-40B4-BE49-F238E27FC236}">
                <a16:creationId xmlns:a16="http://schemas.microsoft.com/office/drawing/2014/main" id="{9FDDECF8-2916-8840-3EC5-DF4C900BA846}"/>
              </a:ext>
            </a:extLst>
          </p:cNvPr>
          <p:cNvCxnSpPr>
            <a:cxnSpLocks/>
            <a:stCxn id="39" idx="3"/>
            <a:endCxn id="47" idx="2"/>
          </p:cNvCxnSpPr>
          <p:nvPr/>
        </p:nvCxnSpPr>
        <p:spPr>
          <a:xfrm>
            <a:off x="9035430" y="4489051"/>
            <a:ext cx="332075" cy="2818"/>
          </a:xfrm>
          <a:prstGeom prst="straightConnector1">
            <a:avLst/>
          </a:prstGeom>
          <a:ln w="19050">
            <a:headEnd type="triangle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97" name="直接箭头连接符 896">
            <a:extLst>
              <a:ext uri="{FF2B5EF4-FFF2-40B4-BE49-F238E27FC236}">
                <a16:creationId xmlns:a16="http://schemas.microsoft.com/office/drawing/2014/main" id="{6E3ED924-25F3-5FCB-DEAB-72154DDB4744}"/>
              </a:ext>
            </a:extLst>
          </p:cNvPr>
          <p:cNvCxnSpPr>
            <a:cxnSpLocks/>
            <a:stCxn id="32" idx="6"/>
            <a:endCxn id="34" idx="1"/>
          </p:cNvCxnSpPr>
          <p:nvPr/>
        </p:nvCxnSpPr>
        <p:spPr>
          <a:xfrm>
            <a:off x="6410882" y="4478483"/>
            <a:ext cx="339790" cy="8064"/>
          </a:xfrm>
          <a:prstGeom prst="straightConnector1">
            <a:avLst/>
          </a:prstGeom>
          <a:ln w="19050">
            <a:headEnd type="triangle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98" name="文本框 897">
                <a:extLst>
                  <a:ext uri="{FF2B5EF4-FFF2-40B4-BE49-F238E27FC236}">
                    <a16:creationId xmlns:a16="http://schemas.microsoft.com/office/drawing/2014/main" id="{9B8363E8-9E39-E514-9B05-9E7B46F28FF7}"/>
                  </a:ext>
                </a:extLst>
              </p:cNvPr>
              <p:cNvSpPr txBox="1"/>
              <p:nvPr/>
            </p:nvSpPr>
            <p:spPr>
              <a:xfrm>
                <a:off x="3730352" y="4269463"/>
                <a:ext cx="1071288" cy="400110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b="1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zh-CN" altLang="en-US" sz="2000" b="1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𝜵</m:t>
                          </m:r>
                          <m:r>
                            <a:rPr lang="en-US" altLang="zh-CN" sz="2000" b="1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𝑿</m:t>
                          </m:r>
                        </m:e>
                        <m:sub>
                          <m:r>
                            <a:rPr lang="en-US" altLang="zh-CN" sz="2000" b="1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zh-CN" altLang="en-US" sz="2000" b="1" dirty="0">
                  <a:solidFill>
                    <a:schemeClr val="accent6"/>
                  </a:solidFill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898" name="文本框 897">
                <a:extLst>
                  <a:ext uri="{FF2B5EF4-FFF2-40B4-BE49-F238E27FC236}">
                    <a16:creationId xmlns:a16="http://schemas.microsoft.com/office/drawing/2014/main" id="{9B8363E8-9E39-E514-9B05-9E7B46F28F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0352" y="4269463"/>
                <a:ext cx="1071288" cy="400110"/>
              </a:xfrm>
              <a:prstGeom prst="rect">
                <a:avLst/>
              </a:prstGeom>
              <a:blipFill>
                <a:blip r:embed="rId13"/>
                <a:stretch>
                  <a:fillRect b="-1515"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99" name="文本框 898">
                <a:extLst>
                  <a:ext uri="{FF2B5EF4-FFF2-40B4-BE49-F238E27FC236}">
                    <a16:creationId xmlns:a16="http://schemas.microsoft.com/office/drawing/2014/main" id="{32782CF4-D4CA-CA40-D016-8D14CCDAB0E5}"/>
                  </a:ext>
                </a:extLst>
              </p:cNvPr>
              <p:cNvSpPr txBox="1"/>
              <p:nvPr/>
            </p:nvSpPr>
            <p:spPr>
              <a:xfrm>
                <a:off x="5561050" y="4259460"/>
                <a:ext cx="1071288" cy="400110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b="1" i="1" dirty="0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zh-CN" altLang="en-US" sz="2000" b="1" i="1" dirty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𝜵</m:t>
                          </m:r>
                          <m:r>
                            <a:rPr lang="en-US" altLang="zh-CN" sz="2000" b="1" i="1" dirty="0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𝑯</m:t>
                          </m:r>
                        </m:e>
                        <m:sub>
                          <m:r>
                            <a:rPr lang="en-US" altLang="zh-CN" sz="2000" b="1" i="1" dirty="0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zh-CN" altLang="en-US" sz="2000" b="1" dirty="0">
                  <a:solidFill>
                    <a:schemeClr val="accent5"/>
                  </a:solidFill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899" name="文本框 898">
                <a:extLst>
                  <a:ext uri="{FF2B5EF4-FFF2-40B4-BE49-F238E27FC236}">
                    <a16:creationId xmlns:a16="http://schemas.microsoft.com/office/drawing/2014/main" id="{32782CF4-D4CA-CA40-D016-8D14CCDAB0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1050" y="4259460"/>
                <a:ext cx="1071288" cy="400110"/>
              </a:xfrm>
              <a:prstGeom prst="rect">
                <a:avLst/>
              </a:prstGeom>
              <a:blipFill>
                <a:blip r:embed="rId14"/>
                <a:stretch>
                  <a:fillRect b="-1538"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00" name="文本框 899">
                <a:extLst>
                  <a:ext uri="{FF2B5EF4-FFF2-40B4-BE49-F238E27FC236}">
                    <a16:creationId xmlns:a16="http://schemas.microsoft.com/office/drawing/2014/main" id="{63AE646F-40D9-6A79-A6EC-30FDB999FD40}"/>
                  </a:ext>
                </a:extLst>
              </p:cNvPr>
              <p:cNvSpPr txBox="1"/>
              <p:nvPr/>
            </p:nvSpPr>
            <p:spPr>
              <a:xfrm>
                <a:off x="7402298" y="4276699"/>
                <a:ext cx="1071288" cy="400110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b="1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zh-CN" altLang="en-US" sz="2000" b="1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𝜵</m:t>
                          </m:r>
                          <m:r>
                            <a:rPr lang="en-US" altLang="zh-CN" sz="2000" b="1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𝑿</m:t>
                          </m:r>
                        </m:e>
                        <m:sub>
                          <m:r>
                            <a:rPr lang="en-US" altLang="zh-CN" sz="2000" b="1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zh-CN" altLang="en-US" sz="2000" b="1" dirty="0">
                  <a:solidFill>
                    <a:schemeClr val="accent6"/>
                  </a:solidFill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900" name="文本框 899">
                <a:extLst>
                  <a:ext uri="{FF2B5EF4-FFF2-40B4-BE49-F238E27FC236}">
                    <a16:creationId xmlns:a16="http://schemas.microsoft.com/office/drawing/2014/main" id="{63AE646F-40D9-6A79-A6EC-30FDB999FD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02298" y="4276699"/>
                <a:ext cx="1071288" cy="400110"/>
              </a:xfrm>
              <a:prstGeom prst="rect">
                <a:avLst/>
              </a:prstGeom>
              <a:blipFill>
                <a:blip r:embed="rId15"/>
                <a:stretch>
                  <a:fillRect b="-1538"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01" name="文本框 900">
                <a:extLst>
                  <a:ext uri="{FF2B5EF4-FFF2-40B4-BE49-F238E27FC236}">
                    <a16:creationId xmlns:a16="http://schemas.microsoft.com/office/drawing/2014/main" id="{03F863AC-6BB6-473F-527D-C96E28B607EB}"/>
                  </a:ext>
                </a:extLst>
              </p:cNvPr>
              <p:cNvSpPr txBox="1"/>
              <p:nvPr/>
            </p:nvSpPr>
            <p:spPr>
              <a:xfrm>
                <a:off x="9178397" y="4281460"/>
                <a:ext cx="1071288" cy="400110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b="1" i="1" dirty="0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zh-CN" altLang="en-US" sz="2000" b="1" i="1" dirty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𝜵</m:t>
                          </m:r>
                          <m:r>
                            <a:rPr lang="en-US" altLang="zh-CN" sz="2000" b="1" i="1" dirty="0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𝑯</m:t>
                          </m:r>
                        </m:e>
                        <m:sub>
                          <m:r>
                            <a:rPr lang="en-US" altLang="zh-CN" sz="2000" b="1" i="1" dirty="0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zh-CN" altLang="en-US" sz="2000" b="1" dirty="0">
                  <a:solidFill>
                    <a:schemeClr val="accent5"/>
                  </a:solidFill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901" name="文本框 900">
                <a:extLst>
                  <a:ext uri="{FF2B5EF4-FFF2-40B4-BE49-F238E27FC236}">
                    <a16:creationId xmlns:a16="http://schemas.microsoft.com/office/drawing/2014/main" id="{03F863AC-6BB6-473F-527D-C96E28B607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78397" y="4281460"/>
                <a:ext cx="1071288" cy="400110"/>
              </a:xfrm>
              <a:prstGeom prst="rect">
                <a:avLst/>
              </a:prstGeom>
              <a:blipFill>
                <a:blip r:embed="rId16"/>
                <a:stretch>
                  <a:fillRect b="-1515"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22" name="矩形 921">
                <a:extLst>
                  <a:ext uri="{FF2B5EF4-FFF2-40B4-BE49-F238E27FC236}">
                    <a16:creationId xmlns:a16="http://schemas.microsoft.com/office/drawing/2014/main" id="{ED429E43-819F-9340-0DBA-E011D3EB87C5}"/>
                  </a:ext>
                </a:extLst>
              </p:cNvPr>
              <p:cNvSpPr/>
              <p:nvPr/>
            </p:nvSpPr>
            <p:spPr>
              <a:xfrm>
                <a:off x="9440435" y="3325806"/>
                <a:ext cx="569957" cy="30777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140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Loss</m:t>
                      </m:r>
                    </m:oMath>
                  </m:oMathPara>
                </a14:m>
                <a:endParaRPr lang="zh-CN" altLang="en-US" sz="1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922" name="矩形 921">
                <a:extLst>
                  <a:ext uri="{FF2B5EF4-FFF2-40B4-BE49-F238E27FC236}">
                    <a16:creationId xmlns:a16="http://schemas.microsoft.com/office/drawing/2014/main" id="{ED429E43-819F-9340-0DBA-E011D3EB87C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40435" y="3325806"/>
                <a:ext cx="569957" cy="307777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23" name="矩形: 圆角 922">
            <a:extLst>
              <a:ext uri="{FF2B5EF4-FFF2-40B4-BE49-F238E27FC236}">
                <a16:creationId xmlns:a16="http://schemas.microsoft.com/office/drawing/2014/main" id="{B760A6C3-FAE2-3C24-4F78-835433D5C372}"/>
              </a:ext>
            </a:extLst>
          </p:cNvPr>
          <p:cNvSpPr/>
          <p:nvPr/>
        </p:nvSpPr>
        <p:spPr>
          <a:xfrm>
            <a:off x="9480432" y="3311601"/>
            <a:ext cx="412824" cy="327552"/>
          </a:xfrm>
          <a:prstGeom prst="roundRect">
            <a:avLst>
              <a:gd name="adj" fmla="val 31589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24" name="椭圆 923">
            <a:extLst>
              <a:ext uri="{FF2B5EF4-FFF2-40B4-BE49-F238E27FC236}">
                <a16:creationId xmlns:a16="http://schemas.microsoft.com/office/drawing/2014/main" id="{296E6076-02DF-D335-42F3-877F466AB1D2}"/>
              </a:ext>
            </a:extLst>
          </p:cNvPr>
          <p:cNvSpPr/>
          <p:nvPr/>
        </p:nvSpPr>
        <p:spPr>
          <a:xfrm>
            <a:off x="3027088" y="3288595"/>
            <a:ext cx="663403" cy="33626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25" name="矩形 924">
                <a:extLst>
                  <a:ext uri="{FF2B5EF4-FFF2-40B4-BE49-F238E27FC236}">
                    <a16:creationId xmlns:a16="http://schemas.microsoft.com/office/drawing/2014/main" id="{9B75DFCF-180A-7525-83D5-08BE09B76F85}"/>
                  </a:ext>
                </a:extLst>
              </p:cNvPr>
              <p:cNvSpPr/>
              <p:nvPr/>
            </p:nvSpPr>
            <p:spPr>
              <a:xfrm>
                <a:off x="2990489" y="3291057"/>
                <a:ext cx="792718" cy="34881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160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∇</m:t>
                      </m:r>
                      <m:sSup>
                        <m:sSupPr>
                          <m:ctrlPr>
                            <a:rPr lang="en-US" altLang="zh-CN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pPr>
                        <m:e>
                          <m:r>
                            <a:rPr lang="en-US" altLang="zh-CN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𝑊</m:t>
                          </m:r>
                        </m:e>
                        <m:sup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(1)</m:t>
                          </m:r>
                        </m:sup>
                      </m:sSup>
                    </m:oMath>
                  </m:oMathPara>
                </a14:m>
                <a:endParaRPr lang="zh-CN" alt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925" name="矩形 924">
                <a:extLst>
                  <a:ext uri="{FF2B5EF4-FFF2-40B4-BE49-F238E27FC236}">
                    <a16:creationId xmlns:a16="http://schemas.microsoft.com/office/drawing/2014/main" id="{9B75DFCF-180A-7525-83D5-08BE09B76F8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0489" y="3291057"/>
                <a:ext cx="792718" cy="348812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26" name="椭圆 925">
            <a:extLst>
              <a:ext uri="{FF2B5EF4-FFF2-40B4-BE49-F238E27FC236}">
                <a16:creationId xmlns:a16="http://schemas.microsoft.com/office/drawing/2014/main" id="{100092DE-9C7C-80FB-37F6-AF8C5C0C1F4D}"/>
              </a:ext>
            </a:extLst>
          </p:cNvPr>
          <p:cNvSpPr/>
          <p:nvPr/>
        </p:nvSpPr>
        <p:spPr>
          <a:xfrm>
            <a:off x="6630075" y="3310310"/>
            <a:ext cx="655837" cy="318859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27" name="矩形 926">
                <a:extLst>
                  <a:ext uri="{FF2B5EF4-FFF2-40B4-BE49-F238E27FC236}">
                    <a16:creationId xmlns:a16="http://schemas.microsoft.com/office/drawing/2014/main" id="{D6EA5A06-D763-95E2-22ED-155C0A6E39EE}"/>
                  </a:ext>
                </a:extLst>
              </p:cNvPr>
              <p:cNvSpPr/>
              <p:nvPr/>
            </p:nvSpPr>
            <p:spPr>
              <a:xfrm>
                <a:off x="6585907" y="3295366"/>
                <a:ext cx="792718" cy="34881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160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∇</m:t>
                      </m:r>
                      <m:sSup>
                        <m:sSupPr>
                          <m:ctrlPr>
                            <a:rPr lang="en-US" altLang="zh-CN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pPr>
                        <m:e>
                          <m:r>
                            <a:rPr lang="en-US" altLang="zh-CN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𝑊</m:t>
                          </m:r>
                        </m:e>
                        <m:sup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(2)</m:t>
                          </m:r>
                        </m:sup>
                      </m:sSup>
                    </m:oMath>
                  </m:oMathPara>
                </a14:m>
                <a:endParaRPr lang="zh-CN" alt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927" name="矩形 926">
                <a:extLst>
                  <a:ext uri="{FF2B5EF4-FFF2-40B4-BE49-F238E27FC236}">
                    <a16:creationId xmlns:a16="http://schemas.microsoft.com/office/drawing/2014/main" id="{D6EA5A06-D763-95E2-22ED-155C0A6E39E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5907" y="3295366"/>
                <a:ext cx="792718" cy="348813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28" name="直接箭头连接符 927">
            <a:extLst>
              <a:ext uri="{FF2B5EF4-FFF2-40B4-BE49-F238E27FC236}">
                <a16:creationId xmlns:a16="http://schemas.microsoft.com/office/drawing/2014/main" id="{7A6CC904-0CEA-AFCC-AEC0-628CA0539F28}"/>
              </a:ext>
            </a:extLst>
          </p:cNvPr>
          <p:cNvCxnSpPr>
            <a:cxnSpLocks/>
            <a:endCxn id="923" idx="0"/>
          </p:cNvCxnSpPr>
          <p:nvPr/>
        </p:nvCxnSpPr>
        <p:spPr>
          <a:xfrm>
            <a:off x="9683786" y="2714014"/>
            <a:ext cx="3058" cy="597587"/>
          </a:xfrm>
          <a:prstGeom prst="straightConnector1">
            <a:avLst/>
          </a:prstGeom>
          <a:ln w="19050"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29" name="直接箭头连接符 928">
            <a:extLst>
              <a:ext uri="{FF2B5EF4-FFF2-40B4-BE49-F238E27FC236}">
                <a16:creationId xmlns:a16="http://schemas.microsoft.com/office/drawing/2014/main" id="{F758FE53-F9A1-9343-5687-7A0C9CFD0F94}"/>
              </a:ext>
            </a:extLst>
          </p:cNvPr>
          <p:cNvCxnSpPr>
            <a:cxnSpLocks/>
            <a:stCxn id="923" idx="2"/>
          </p:cNvCxnSpPr>
          <p:nvPr/>
        </p:nvCxnSpPr>
        <p:spPr>
          <a:xfrm flipH="1">
            <a:off x="9680029" y="3639153"/>
            <a:ext cx="6815" cy="633209"/>
          </a:xfrm>
          <a:prstGeom prst="straightConnector1">
            <a:avLst/>
          </a:prstGeom>
          <a:ln w="19050"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30" name="直接箭头连接符 929">
            <a:extLst>
              <a:ext uri="{FF2B5EF4-FFF2-40B4-BE49-F238E27FC236}">
                <a16:creationId xmlns:a16="http://schemas.microsoft.com/office/drawing/2014/main" id="{08F709C5-C24D-A3AF-C4A8-40FF5ACF737F}"/>
              </a:ext>
            </a:extLst>
          </p:cNvPr>
          <p:cNvCxnSpPr>
            <a:cxnSpLocks/>
            <a:stCxn id="924" idx="4"/>
          </p:cNvCxnSpPr>
          <p:nvPr/>
        </p:nvCxnSpPr>
        <p:spPr>
          <a:xfrm flipH="1">
            <a:off x="3353394" y="3624861"/>
            <a:ext cx="5396" cy="622366"/>
          </a:xfrm>
          <a:prstGeom prst="straightConnector1">
            <a:avLst/>
          </a:prstGeom>
          <a:ln w="19050">
            <a:solidFill>
              <a:srgbClr val="FF0000"/>
            </a:solidFill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31" name="直接箭头连接符 930">
            <a:extLst>
              <a:ext uri="{FF2B5EF4-FFF2-40B4-BE49-F238E27FC236}">
                <a16:creationId xmlns:a16="http://schemas.microsoft.com/office/drawing/2014/main" id="{3C84B17E-76F4-A697-51D6-138A7FD91FF2}"/>
              </a:ext>
            </a:extLst>
          </p:cNvPr>
          <p:cNvCxnSpPr>
            <a:cxnSpLocks/>
          </p:cNvCxnSpPr>
          <p:nvPr/>
        </p:nvCxnSpPr>
        <p:spPr>
          <a:xfrm flipH="1">
            <a:off x="3569023" y="2703644"/>
            <a:ext cx="702236" cy="1588388"/>
          </a:xfrm>
          <a:prstGeom prst="straightConnector1">
            <a:avLst/>
          </a:prstGeom>
          <a:ln w="19050">
            <a:solidFill>
              <a:srgbClr val="FF0000"/>
            </a:solidFill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32" name="直接箭头连接符 931">
            <a:extLst>
              <a:ext uri="{FF2B5EF4-FFF2-40B4-BE49-F238E27FC236}">
                <a16:creationId xmlns:a16="http://schemas.microsoft.com/office/drawing/2014/main" id="{6237F9B1-3F32-132B-B1CF-FF4FD3923C6E}"/>
              </a:ext>
            </a:extLst>
          </p:cNvPr>
          <p:cNvCxnSpPr>
            <a:cxnSpLocks/>
          </p:cNvCxnSpPr>
          <p:nvPr/>
        </p:nvCxnSpPr>
        <p:spPr>
          <a:xfrm>
            <a:off x="2455825" y="2695307"/>
            <a:ext cx="700004" cy="1596725"/>
          </a:xfrm>
          <a:prstGeom prst="straightConnector1">
            <a:avLst/>
          </a:prstGeom>
          <a:ln w="19050">
            <a:solidFill>
              <a:srgbClr val="FF0000"/>
            </a:solidFill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33" name="直接箭头连接符 932">
            <a:extLst>
              <a:ext uri="{FF2B5EF4-FFF2-40B4-BE49-F238E27FC236}">
                <a16:creationId xmlns:a16="http://schemas.microsoft.com/office/drawing/2014/main" id="{A7CCC513-64A6-A0FE-7ACF-DA4E3D6581A1}"/>
              </a:ext>
            </a:extLst>
          </p:cNvPr>
          <p:cNvCxnSpPr>
            <a:cxnSpLocks/>
            <a:endCxn id="924" idx="0"/>
          </p:cNvCxnSpPr>
          <p:nvPr/>
        </p:nvCxnSpPr>
        <p:spPr>
          <a:xfrm flipH="1">
            <a:off x="3358791" y="2701181"/>
            <a:ext cx="1271" cy="587414"/>
          </a:xfrm>
          <a:prstGeom prst="straightConnector1">
            <a:avLst/>
          </a:prstGeom>
          <a:ln w="19050">
            <a:solidFill>
              <a:srgbClr val="FF0000"/>
            </a:solidFill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34" name="直接箭头连接符 933">
            <a:extLst>
              <a:ext uri="{FF2B5EF4-FFF2-40B4-BE49-F238E27FC236}">
                <a16:creationId xmlns:a16="http://schemas.microsoft.com/office/drawing/2014/main" id="{D668075E-4AAB-5816-C886-D8725BD3C231}"/>
              </a:ext>
            </a:extLst>
          </p:cNvPr>
          <p:cNvCxnSpPr>
            <a:cxnSpLocks/>
            <a:stCxn id="926" idx="4"/>
          </p:cNvCxnSpPr>
          <p:nvPr/>
        </p:nvCxnSpPr>
        <p:spPr>
          <a:xfrm flipH="1">
            <a:off x="6951733" y="3629172"/>
            <a:ext cx="6261" cy="622926"/>
          </a:xfrm>
          <a:prstGeom prst="straightConnector1">
            <a:avLst/>
          </a:prstGeom>
          <a:ln w="19050">
            <a:solidFill>
              <a:srgbClr val="FF0000"/>
            </a:solidFill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35" name="直接箭头连接符 934">
            <a:extLst>
              <a:ext uri="{FF2B5EF4-FFF2-40B4-BE49-F238E27FC236}">
                <a16:creationId xmlns:a16="http://schemas.microsoft.com/office/drawing/2014/main" id="{C7FC270F-44CC-77B9-04CE-D85B70D07E13}"/>
              </a:ext>
            </a:extLst>
          </p:cNvPr>
          <p:cNvCxnSpPr>
            <a:cxnSpLocks/>
          </p:cNvCxnSpPr>
          <p:nvPr/>
        </p:nvCxnSpPr>
        <p:spPr>
          <a:xfrm flipH="1">
            <a:off x="7164441" y="2707960"/>
            <a:ext cx="702236" cy="1588388"/>
          </a:xfrm>
          <a:prstGeom prst="straightConnector1">
            <a:avLst/>
          </a:prstGeom>
          <a:ln w="19050">
            <a:solidFill>
              <a:srgbClr val="FF0000"/>
            </a:solidFill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36" name="直接箭头连接符 935">
            <a:extLst>
              <a:ext uri="{FF2B5EF4-FFF2-40B4-BE49-F238E27FC236}">
                <a16:creationId xmlns:a16="http://schemas.microsoft.com/office/drawing/2014/main" id="{0136724F-D4B2-C67F-EF63-0D68C7C6CCFF}"/>
              </a:ext>
            </a:extLst>
          </p:cNvPr>
          <p:cNvCxnSpPr>
            <a:cxnSpLocks/>
          </p:cNvCxnSpPr>
          <p:nvPr/>
        </p:nvCxnSpPr>
        <p:spPr>
          <a:xfrm>
            <a:off x="6051244" y="2699623"/>
            <a:ext cx="700004" cy="1596725"/>
          </a:xfrm>
          <a:prstGeom prst="straightConnector1">
            <a:avLst/>
          </a:prstGeom>
          <a:ln w="19050">
            <a:solidFill>
              <a:srgbClr val="FF0000"/>
            </a:solidFill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37" name="直接箭头连接符 936">
            <a:extLst>
              <a:ext uri="{FF2B5EF4-FFF2-40B4-BE49-F238E27FC236}">
                <a16:creationId xmlns:a16="http://schemas.microsoft.com/office/drawing/2014/main" id="{FC2384DA-D3F9-3FDB-4005-37E7CD4C0DCC}"/>
              </a:ext>
            </a:extLst>
          </p:cNvPr>
          <p:cNvCxnSpPr>
            <a:cxnSpLocks/>
            <a:endCxn id="926" idx="0"/>
          </p:cNvCxnSpPr>
          <p:nvPr/>
        </p:nvCxnSpPr>
        <p:spPr>
          <a:xfrm>
            <a:off x="6955485" y="2705497"/>
            <a:ext cx="2509" cy="604816"/>
          </a:xfrm>
          <a:prstGeom prst="straightConnector1">
            <a:avLst/>
          </a:prstGeom>
          <a:ln w="19050">
            <a:solidFill>
              <a:srgbClr val="FF0000"/>
            </a:solidFill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矩形 1">
            <a:extLst>
              <a:ext uri="{FF2B5EF4-FFF2-40B4-BE49-F238E27FC236}">
                <a16:creationId xmlns:a16="http://schemas.microsoft.com/office/drawing/2014/main" id="{86A769BA-6E2E-2FCB-FAF2-A4BC62C15B33}"/>
              </a:ext>
            </a:extLst>
          </p:cNvPr>
          <p:cNvSpPr/>
          <p:nvPr/>
        </p:nvSpPr>
        <p:spPr>
          <a:xfrm>
            <a:off x="951715" y="3889888"/>
            <a:ext cx="9297970" cy="1412002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54557D8-6911-C332-B599-84409F28101B}"/>
              </a:ext>
            </a:extLst>
          </p:cNvPr>
          <p:cNvSpPr txBox="1"/>
          <p:nvPr/>
        </p:nvSpPr>
        <p:spPr>
          <a:xfrm>
            <a:off x="1053314" y="4114646"/>
            <a:ext cx="3339069" cy="954107"/>
          </a:xfrm>
          <a:prstGeom prst="rect">
            <a:avLst/>
          </a:prstGeom>
          <a:noFill/>
          <a:ln w="19050">
            <a:noFill/>
            <a:prstDash val="solid"/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2800" dirty="0">
                <a:solidFill>
                  <a:srgbClr val="70AD47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A</a:t>
            </a:r>
            <a:r>
              <a:rPr lang="en-US" altLang="zh-CN" sz="2800" kern="1200" dirty="0">
                <a:solidFill>
                  <a:srgbClr val="70AD47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lternating </a:t>
            </a:r>
            <a:r>
              <a:rPr lang="en-US" altLang="zh-CN" sz="2800" dirty="0">
                <a:solidFill>
                  <a:srgbClr val="70AD47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E</a:t>
            </a:r>
            <a:r>
              <a:rPr lang="en-US" altLang="zh-CN" sz="2800" kern="1200" dirty="0">
                <a:solidFill>
                  <a:srgbClr val="70AD47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xecution </a:t>
            </a:r>
          </a:p>
          <a:p>
            <a:pPr algn="ctr"/>
            <a:r>
              <a:rPr lang="en-US" altLang="zh-CN" sz="2800" kern="1200" dirty="0">
                <a:solidFill>
                  <a:srgbClr val="70AD47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of T and P Tasks </a:t>
            </a:r>
            <a:endParaRPr lang="zh-CN" altLang="en-US" sz="2800" dirty="0">
              <a:solidFill>
                <a:srgbClr val="70AD47"/>
              </a:solidFill>
            </a:endParaRPr>
          </a:p>
        </p:txBody>
      </p:sp>
      <p:sp>
        <p:nvSpPr>
          <p:cNvPr id="8" name="箭头: 右 7">
            <a:extLst>
              <a:ext uri="{FF2B5EF4-FFF2-40B4-BE49-F238E27FC236}">
                <a16:creationId xmlns:a16="http://schemas.microsoft.com/office/drawing/2014/main" id="{BDD854F0-D13C-D2FB-6E86-5D0CEFC0D618}"/>
              </a:ext>
            </a:extLst>
          </p:cNvPr>
          <p:cNvSpPr/>
          <p:nvPr/>
        </p:nvSpPr>
        <p:spPr>
          <a:xfrm>
            <a:off x="4432899" y="4436306"/>
            <a:ext cx="901933" cy="453725"/>
          </a:xfrm>
          <a:prstGeom prst="rightArrow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8270EBF-2A0A-AA36-2008-13DF4BA9A883}"/>
              </a:ext>
            </a:extLst>
          </p:cNvPr>
          <p:cNvSpPr txBox="1"/>
          <p:nvPr/>
        </p:nvSpPr>
        <p:spPr>
          <a:xfrm>
            <a:off x="4805578" y="4132176"/>
            <a:ext cx="5900947" cy="954107"/>
          </a:xfrm>
          <a:prstGeom prst="rect">
            <a:avLst/>
          </a:prstGeom>
          <a:noFill/>
          <a:ln w="19050">
            <a:noFill/>
            <a:prstDash val="solid"/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2800" dirty="0">
                <a:solidFill>
                  <a:srgbClr val="70AD47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The output of P Tasks involved </a:t>
            </a:r>
          </a:p>
          <a:p>
            <a:pPr algn="ctr"/>
            <a:r>
              <a:rPr lang="en-US" altLang="zh-CN" sz="2800" dirty="0">
                <a:solidFill>
                  <a:srgbClr val="70AD47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in the computation of T tasks</a:t>
            </a:r>
            <a:endParaRPr lang="zh-CN" altLang="en-US" sz="2800" dirty="0">
              <a:solidFill>
                <a:srgbClr val="70AD47"/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0203635-0C18-31BF-6155-E37EB10B02CA}"/>
              </a:ext>
            </a:extLst>
          </p:cNvPr>
          <p:cNvSpPr txBox="1"/>
          <p:nvPr/>
        </p:nvSpPr>
        <p:spPr>
          <a:xfrm>
            <a:off x="2969576" y="1801764"/>
            <a:ext cx="914954" cy="369332"/>
          </a:xfrm>
          <a:prstGeom prst="rect">
            <a:avLst/>
          </a:prstGeom>
          <a:solidFill>
            <a:srgbClr val="F8CBAD"/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T Task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CCA57E9-8F9C-FE95-0A06-850F477B8771}"/>
              </a:ext>
            </a:extLst>
          </p:cNvPr>
          <p:cNvSpPr txBox="1"/>
          <p:nvPr/>
        </p:nvSpPr>
        <p:spPr>
          <a:xfrm>
            <a:off x="4785228" y="1801764"/>
            <a:ext cx="914954" cy="369332"/>
          </a:xfrm>
          <a:prstGeom prst="rect">
            <a:avLst/>
          </a:prstGeom>
          <a:solidFill>
            <a:srgbClr val="BDD7EE"/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 Task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CC507E5-8EF1-ACD5-4505-19B9CC76EFBD}"/>
              </a:ext>
            </a:extLst>
          </p:cNvPr>
          <p:cNvSpPr txBox="1"/>
          <p:nvPr/>
        </p:nvSpPr>
        <p:spPr>
          <a:xfrm>
            <a:off x="6600880" y="1801764"/>
            <a:ext cx="914954" cy="369332"/>
          </a:xfrm>
          <a:prstGeom prst="rect">
            <a:avLst/>
          </a:prstGeom>
          <a:solidFill>
            <a:srgbClr val="F8CBAD"/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T Task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A76E0DB-4BDA-B432-C39D-30B90FCD14F0}"/>
              </a:ext>
            </a:extLst>
          </p:cNvPr>
          <p:cNvSpPr txBox="1"/>
          <p:nvPr/>
        </p:nvSpPr>
        <p:spPr>
          <a:xfrm>
            <a:off x="8416531" y="1801764"/>
            <a:ext cx="914954" cy="369332"/>
          </a:xfrm>
          <a:prstGeom prst="rect">
            <a:avLst/>
          </a:prstGeom>
          <a:solidFill>
            <a:srgbClr val="BDD7EE"/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 Task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948BCDC2-BB37-B1E8-4F7F-05553C7FDB88}"/>
              </a:ext>
            </a:extLst>
          </p:cNvPr>
          <p:cNvSpPr/>
          <p:nvPr/>
        </p:nvSpPr>
        <p:spPr>
          <a:xfrm>
            <a:off x="5679921" y="1749966"/>
            <a:ext cx="1868764" cy="1271406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8" name="箭头: 右 47">
            <a:extLst>
              <a:ext uri="{FF2B5EF4-FFF2-40B4-BE49-F238E27FC236}">
                <a16:creationId xmlns:a16="http://schemas.microsoft.com/office/drawing/2014/main" id="{49595FDE-8A80-75F9-CEC9-29AE67FA78D6}"/>
              </a:ext>
            </a:extLst>
          </p:cNvPr>
          <p:cNvSpPr/>
          <p:nvPr/>
        </p:nvSpPr>
        <p:spPr>
          <a:xfrm rot="19064750">
            <a:off x="4673104" y="3164730"/>
            <a:ext cx="901933" cy="453725"/>
          </a:xfrm>
          <a:prstGeom prst="rightArrow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682327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288000" y="0"/>
            <a:ext cx="11164860" cy="141763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badi" panose="020B060402020202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Limitations</a:t>
            </a:r>
            <a:endParaRPr lang="en-US" altLang="zh-CN" sz="3600" dirty="0">
              <a:latin typeface="Century Gothic" panose="020B050202020202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5" name="Rectangle 10"/>
          <p:cNvSpPr/>
          <p:nvPr/>
        </p:nvSpPr>
        <p:spPr>
          <a:xfrm>
            <a:off x="0" y="420787"/>
            <a:ext cx="288000" cy="57606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CA4F4F7-2BE1-7CB8-B537-64AFF9844B8C}"/>
              </a:ext>
            </a:extLst>
          </p:cNvPr>
          <p:cNvSpPr/>
          <p:nvPr/>
        </p:nvSpPr>
        <p:spPr>
          <a:xfrm>
            <a:off x="6986829" y="1999028"/>
            <a:ext cx="1613390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Neighbor</a:t>
            </a:r>
          </a:p>
          <a:p>
            <a:pPr algn="ctr"/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Replication</a:t>
            </a:r>
            <a:endParaRPr lang="zh-CN" altLang="en-US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47654D60-9875-99C2-2603-CFFF6399EDA1}"/>
              </a:ext>
            </a:extLst>
          </p:cNvPr>
          <p:cNvSpPr/>
          <p:nvPr/>
        </p:nvSpPr>
        <p:spPr>
          <a:xfrm>
            <a:off x="6986829" y="3477834"/>
            <a:ext cx="1851276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Intermediate</a:t>
            </a:r>
          </a:p>
          <a:p>
            <a:pPr algn="ctr"/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Data</a:t>
            </a:r>
            <a:endParaRPr lang="zh-CN" altLang="en-US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02" name="矩形 901">
            <a:extLst>
              <a:ext uri="{FF2B5EF4-FFF2-40B4-BE49-F238E27FC236}">
                <a16:creationId xmlns:a16="http://schemas.microsoft.com/office/drawing/2014/main" id="{993DA914-540C-5CE2-7E81-0493ADEFE496}"/>
              </a:ext>
            </a:extLst>
          </p:cNvPr>
          <p:cNvSpPr/>
          <p:nvPr/>
        </p:nvSpPr>
        <p:spPr>
          <a:xfrm>
            <a:off x="4366777" y="2686347"/>
            <a:ext cx="1999009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2400" b="1" dirty="0"/>
              <a:t>High Memory </a:t>
            </a:r>
          </a:p>
          <a:p>
            <a:pPr algn="ctr"/>
            <a:r>
              <a:rPr lang="en-US" altLang="zh-CN" sz="2400" b="1" dirty="0"/>
              <a:t>Consumption</a:t>
            </a:r>
            <a:endParaRPr lang="zh-CN" altLang="en-US" sz="2400" b="1" dirty="0"/>
          </a:p>
        </p:txBody>
      </p:sp>
      <p:cxnSp>
        <p:nvCxnSpPr>
          <p:cNvPr id="903" name="直接箭头连接符 902">
            <a:extLst>
              <a:ext uri="{FF2B5EF4-FFF2-40B4-BE49-F238E27FC236}">
                <a16:creationId xmlns:a16="http://schemas.microsoft.com/office/drawing/2014/main" id="{23E94F0E-44FA-2256-284E-9E6F8FB5E090}"/>
              </a:ext>
            </a:extLst>
          </p:cNvPr>
          <p:cNvCxnSpPr>
            <a:cxnSpLocks/>
            <a:stCxn id="902" idx="3"/>
          </p:cNvCxnSpPr>
          <p:nvPr/>
        </p:nvCxnSpPr>
        <p:spPr>
          <a:xfrm flipV="1">
            <a:off x="6365786" y="2300431"/>
            <a:ext cx="621043" cy="801415"/>
          </a:xfrm>
          <a:prstGeom prst="straightConnector1">
            <a:avLst/>
          </a:prstGeom>
          <a:ln w="57150" cap="rnd">
            <a:round/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20" name="直接箭头连接符 919">
            <a:extLst>
              <a:ext uri="{FF2B5EF4-FFF2-40B4-BE49-F238E27FC236}">
                <a16:creationId xmlns:a16="http://schemas.microsoft.com/office/drawing/2014/main" id="{FB660D71-6673-B85C-EBC2-82F6FF15ED1F}"/>
              </a:ext>
            </a:extLst>
          </p:cNvPr>
          <p:cNvCxnSpPr>
            <a:cxnSpLocks/>
            <a:stCxn id="902" idx="3"/>
          </p:cNvCxnSpPr>
          <p:nvPr/>
        </p:nvCxnSpPr>
        <p:spPr>
          <a:xfrm>
            <a:off x="6365786" y="3101846"/>
            <a:ext cx="621043" cy="905787"/>
          </a:xfrm>
          <a:prstGeom prst="straightConnector1">
            <a:avLst/>
          </a:prstGeom>
          <a:ln w="57150" cap="rnd">
            <a:round/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950" name="图片 949">
            <a:extLst>
              <a:ext uri="{FF2B5EF4-FFF2-40B4-BE49-F238E27FC236}">
                <a16:creationId xmlns:a16="http://schemas.microsoft.com/office/drawing/2014/main" id="{15837314-3686-8A63-469D-52FEAA46D6E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91044"/>
          <a:stretch/>
        </p:blipFill>
        <p:spPr>
          <a:xfrm>
            <a:off x="107799" y="1305494"/>
            <a:ext cx="11976401" cy="320106"/>
          </a:xfrm>
          <a:prstGeom prst="rect">
            <a:avLst/>
          </a:prstGeom>
        </p:spPr>
      </p:pic>
      <p:pic>
        <p:nvPicPr>
          <p:cNvPr id="576" name="图片 575">
            <a:extLst>
              <a:ext uri="{FF2B5EF4-FFF2-40B4-BE49-F238E27FC236}">
                <a16:creationId xmlns:a16="http://schemas.microsoft.com/office/drawing/2014/main" id="{1AEEFA17-C098-AAD2-DE52-92693FFD108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8961" r="66755" b="1675"/>
          <a:stretch/>
        </p:blipFill>
        <p:spPr>
          <a:xfrm>
            <a:off x="107799" y="1625600"/>
            <a:ext cx="3981601" cy="3194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123579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288000" y="0"/>
            <a:ext cx="11164860" cy="141763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badi" panose="020B060402020202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Limitations</a:t>
            </a:r>
            <a:endParaRPr lang="en-US" altLang="zh-CN" sz="3600" dirty="0">
              <a:latin typeface="Century Gothic" panose="020B050202020202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5" name="Rectangle 10"/>
          <p:cNvSpPr/>
          <p:nvPr/>
        </p:nvSpPr>
        <p:spPr>
          <a:xfrm>
            <a:off x="0" y="420787"/>
            <a:ext cx="288000" cy="57606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CA4F4F7-2BE1-7CB8-B537-64AFF9844B8C}"/>
              </a:ext>
            </a:extLst>
          </p:cNvPr>
          <p:cNvSpPr/>
          <p:nvPr/>
        </p:nvSpPr>
        <p:spPr>
          <a:xfrm>
            <a:off x="6986829" y="1999028"/>
            <a:ext cx="1613390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Neighbor</a:t>
            </a:r>
          </a:p>
          <a:p>
            <a:pPr algn="ctr"/>
            <a:r>
              <a:rPr lang="en-US" altLang="zh-CN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Replication</a:t>
            </a:r>
            <a:endParaRPr lang="zh-CN" altLang="en-US" sz="24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43AA8F5-E123-B74E-D34A-0ECC6181065B}"/>
              </a:ext>
            </a:extLst>
          </p:cNvPr>
          <p:cNvSpPr/>
          <p:nvPr/>
        </p:nvSpPr>
        <p:spPr>
          <a:xfrm>
            <a:off x="9651312" y="1999028"/>
            <a:ext cx="2148410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Inter-GPU</a:t>
            </a:r>
          </a:p>
          <a:p>
            <a:pPr algn="ctr"/>
            <a:r>
              <a:rPr lang="en-US" altLang="zh-CN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Graph Partition</a:t>
            </a:r>
            <a:endParaRPr lang="zh-CN" altLang="en-US" sz="24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8" name="箭头: 右 17">
            <a:extLst>
              <a:ext uri="{FF2B5EF4-FFF2-40B4-BE49-F238E27FC236}">
                <a16:creationId xmlns:a16="http://schemas.microsoft.com/office/drawing/2014/main" id="{7C2D9D46-C984-8065-B9B7-55DD19D632E0}"/>
              </a:ext>
            </a:extLst>
          </p:cNvPr>
          <p:cNvSpPr/>
          <p:nvPr/>
        </p:nvSpPr>
        <p:spPr>
          <a:xfrm rot="10800000">
            <a:off x="8838920" y="2206990"/>
            <a:ext cx="667144" cy="453725"/>
          </a:xfrm>
          <a:prstGeom prst="rightArrow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47654D60-9875-99C2-2603-CFFF6399EDA1}"/>
              </a:ext>
            </a:extLst>
          </p:cNvPr>
          <p:cNvSpPr/>
          <p:nvPr/>
        </p:nvSpPr>
        <p:spPr>
          <a:xfrm>
            <a:off x="6986829" y="3477834"/>
            <a:ext cx="1851276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Intermediate</a:t>
            </a:r>
          </a:p>
          <a:p>
            <a:pPr algn="ctr"/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Data</a:t>
            </a:r>
            <a:endParaRPr lang="zh-CN" altLang="en-US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02" name="矩形 901">
            <a:extLst>
              <a:ext uri="{FF2B5EF4-FFF2-40B4-BE49-F238E27FC236}">
                <a16:creationId xmlns:a16="http://schemas.microsoft.com/office/drawing/2014/main" id="{993DA914-540C-5CE2-7E81-0493ADEFE496}"/>
              </a:ext>
            </a:extLst>
          </p:cNvPr>
          <p:cNvSpPr/>
          <p:nvPr/>
        </p:nvSpPr>
        <p:spPr>
          <a:xfrm>
            <a:off x="4366777" y="2686347"/>
            <a:ext cx="1999009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2400" b="1" dirty="0"/>
              <a:t>High Memory </a:t>
            </a:r>
          </a:p>
          <a:p>
            <a:pPr algn="ctr"/>
            <a:r>
              <a:rPr lang="en-US" altLang="zh-CN" sz="2400" b="1" dirty="0"/>
              <a:t>Consumption</a:t>
            </a:r>
            <a:endParaRPr lang="zh-CN" altLang="en-US" sz="2400" b="1" dirty="0"/>
          </a:p>
        </p:txBody>
      </p:sp>
      <p:cxnSp>
        <p:nvCxnSpPr>
          <p:cNvPr id="903" name="直接箭头连接符 902">
            <a:extLst>
              <a:ext uri="{FF2B5EF4-FFF2-40B4-BE49-F238E27FC236}">
                <a16:creationId xmlns:a16="http://schemas.microsoft.com/office/drawing/2014/main" id="{23E94F0E-44FA-2256-284E-9E6F8FB5E090}"/>
              </a:ext>
            </a:extLst>
          </p:cNvPr>
          <p:cNvCxnSpPr>
            <a:cxnSpLocks/>
            <a:stCxn id="902" idx="3"/>
          </p:cNvCxnSpPr>
          <p:nvPr/>
        </p:nvCxnSpPr>
        <p:spPr>
          <a:xfrm flipV="1">
            <a:off x="6365786" y="2300431"/>
            <a:ext cx="621043" cy="801415"/>
          </a:xfrm>
          <a:prstGeom prst="straightConnector1">
            <a:avLst/>
          </a:prstGeom>
          <a:ln w="57150" cap="rnd">
            <a:round/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20" name="直接箭头连接符 919">
            <a:extLst>
              <a:ext uri="{FF2B5EF4-FFF2-40B4-BE49-F238E27FC236}">
                <a16:creationId xmlns:a16="http://schemas.microsoft.com/office/drawing/2014/main" id="{FB660D71-6673-B85C-EBC2-82F6FF15ED1F}"/>
              </a:ext>
            </a:extLst>
          </p:cNvPr>
          <p:cNvCxnSpPr>
            <a:cxnSpLocks/>
            <a:stCxn id="902" idx="3"/>
          </p:cNvCxnSpPr>
          <p:nvPr/>
        </p:nvCxnSpPr>
        <p:spPr>
          <a:xfrm>
            <a:off x="6365786" y="3101846"/>
            <a:ext cx="621043" cy="905787"/>
          </a:xfrm>
          <a:prstGeom prst="straightConnector1">
            <a:avLst/>
          </a:prstGeom>
          <a:ln w="57150" cap="rnd">
            <a:round/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950" name="图片 949">
            <a:extLst>
              <a:ext uri="{FF2B5EF4-FFF2-40B4-BE49-F238E27FC236}">
                <a16:creationId xmlns:a16="http://schemas.microsoft.com/office/drawing/2014/main" id="{15837314-3686-8A63-469D-52FEAA46D6E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91044"/>
          <a:stretch/>
        </p:blipFill>
        <p:spPr>
          <a:xfrm>
            <a:off x="107799" y="1305494"/>
            <a:ext cx="11976401" cy="320106"/>
          </a:xfrm>
          <a:prstGeom prst="rect">
            <a:avLst/>
          </a:prstGeom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E3606F72-C7CD-AD7E-C47E-3ADB358D641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8961" r="66755" b="1675"/>
          <a:stretch/>
        </p:blipFill>
        <p:spPr>
          <a:xfrm>
            <a:off x="107799" y="1625600"/>
            <a:ext cx="3981601" cy="3194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501329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288000" y="0"/>
            <a:ext cx="11164860" cy="141763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badi" panose="020B0604020202020204" pitchFamily="34" charset="0"/>
                <a:sym typeface="+mn-ea"/>
              </a:rPr>
              <a:t>Limitations</a:t>
            </a:r>
            <a:endParaRPr lang="en-US" altLang="zh-CN" sz="3600" dirty="0">
              <a:latin typeface="Century Gothic" panose="020B050202020202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5" name="Rectangle 10"/>
          <p:cNvSpPr/>
          <p:nvPr/>
        </p:nvSpPr>
        <p:spPr>
          <a:xfrm>
            <a:off x="0" y="420787"/>
            <a:ext cx="288000" cy="57606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895486AC-6598-F7BD-F76C-D33D1AFC26E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6411"/>
          <a:stretch/>
        </p:blipFill>
        <p:spPr>
          <a:xfrm>
            <a:off x="1641179" y="4992133"/>
            <a:ext cx="8909641" cy="1417637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1CA4F4F7-2BE1-7CB8-B537-64AFF9844B8C}"/>
              </a:ext>
            </a:extLst>
          </p:cNvPr>
          <p:cNvSpPr/>
          <p:nvPr/>
        </p:nvSpPr>
        <p:spPr>
          <a:xfrm>
            <a:off x="6986829" y="1999028"/>
            <a:ext cx="1613390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Neighbor</a:t>
            </a:r>
          </a:p>
          <a:p>
            <a:pPr algn="ctr"/>
            <a:r>
              <a:rPr lang="en-US" altLang="zh-CN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Replication</a:t>
            </a:r>
            <a:endParaRPr lang="zh-CN" altLang="en-US" sz="24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43AA8F5-E123-B74E-D34A-0ECC6181065B}"/>
              </a:ext>
            </a:extLst>
          </p:cNvPr>
          <p:cNvSpPr/>
          <p:nvPr/>
        </p:nvSpPr>
        <p:spPr>
          <a:xfrm>
            <a:off x="9651312" y="1999028"/>
            <a:ext cx="2148410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Inter-GPU</a:t>
            </a:r>
          </a:p>
          <a:p>
            <a:pPr algn="ctr"/>
            <a:r>
              <a:rPr lang="en-US" altLang="zh-CN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Graph Partition</a:t>
            </a:r>
            <a:endParaRPr lang="zh-CN" altLang="en-US" sz="24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8" name="箭头: 右 17">
            <a:extLst>
              <a:ext uri="{FF2B5EF4-FFF2-40B4-BE49-F238E27FC236}">
                <a16:creationId xmlns:a16="http://schemas.microsoft.com/office/drawing/2014/main" id="{7C2D9D46-C984-8065-B9B7-55DD19D632E0}"/>
              </a:ext>
            </a:extLst>
          </p:cNvPr>
          <p:cNvSpPr/>
          <p:nvPr/>
        </p:nvSpPr>
        <p:spPr>
          <a:xfrm rot="10800000">
            <a:off x="8838920" y="2206990"/>
            <a:ext cx="667144" cy="453725"/>
          </a:xfrm>
          <a:prstGeom prst="rightArrow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47654D60-9875-99C2-2603-CFFF6399EDA1}"/>
              </a:ext>
            </a:extLst>
          </p:cNvPr>
          <p:cNvSpPr/>
          <p:nvPr/>
        </p:nvSpPr>
        <p:spPr>
          <a:xfrm>
            <a:off x="6986829" y="3477834"/>
            <a:ext cx="1851276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Intermediate</a:t>
            </a:r>
          </a:p>
          <a:p>
            <a:pPr algn="ctr"/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Data</a:t>
            </a:r>
            <a:endParaRPr lang="zh-CN" altLang="en-US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02" name="矩形 901">
            <a:extLst>
              <a:ext uri="{FF2B5EF4-FFF2-40B4-BE49-F238E27FC236}">
                <a16:creationId xmlns:a16="http://schemas.microsoft.com/office/drawing/2014/main" id="{993DA914-540C-5CE2-7E81-0493ADEFE496}"/>
              </a:ext>
            </a:extLst>
          </p:cNvPr>
          <p:cNvSpPr/>
          <p:nvPr/>
        </p:nvSpPr>
        <p:spPr>
          <a:xfrm>
            <a:off x="4366777" y="2686347"/>
            <a:ext cx="1999009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2400" b="1" dirty="0"/>
              <a:t>High Memory </a:t>
            </a:r>
          </a:p>
          <a:p>
            <a:pPr algn="ctr"/>
            <a:r>
              <a:rPr lang="en-US" altLang="zh-CN" sz="2400" b="1" dirty="0"/>
              <a:t>Consumption</a:t>
            </a:r>
            <a:endParaRPr lang="zh-CN" altLang="en-US" sz="2400" b="1" dirty="0"/>
          </a:p>
        </p:txBody>
      </p:sp>
      <p:cxnSp>
        <p:nvCxnSpPr>
          <p:cNvPr id="903" name="直接箭头连接符 902">
            <a:extLst>
              <a:ext uri="{FF2B5EF4-FFF2-40B4-BE49-F238E27FC236}">
                <a16:creationId xmlns:a16="http://schemas.microsoft.com/office/drawing/2014/main" id="{23E94F0E-44FA-2256-284E-9E6F8FB5E090}"/>
              </a:ext>
            </a:extLst>
          </p:cNvPr>
          <p:cNvCxnSpPr>
            <a:cxnSpLocks/>
            <a:stCxn id="902" idx="3"/>
          </p:cNvCxnSpPr>
          <p:nvPr/>
        </p:nvCxnSpPr>
        <p:spPr>
          <a:xfrm flipV="1">
            <a:off x="6365786" y="2300431"/>
            <a:ext cx="621043" cy="801415"/>
          </a:xfrm>
          <a:prstGeom prst="straightConnector1">
            <a:avLst/>
          </a:prstGeom>
          <a:ln w="57150" cap="rnd">
            <a:round/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20" name="直接箭头连接符 919">
            <a:extLst>
              <a:ext uri="{FF2B5EF4-FFF2-40B4-BE49-F238E27FC236}">
                <a16:creationId xmlns:a16="http://schemas.microsoft.com/office/drawing/2014/main" id="{FB660D71-6673-B85C-EBC2-82F6FF15ED1F}"/>
              </a:ext>
            </a:extLst>
          </p:cNvPr>
          <p:cNvCxnSpPr>
            <a:cxnSpLocks/>
            <a:stCxn id="902" idx="3"/>
          </p:cNvCxnSpPr>
          <p:nvPr/>
        </p:nvCxnSpPr>
        <p:spPr>
          <a:xfrm>
            <a:off x="6365786" y="3101846"/>
            <a:ext cx="621043" cy="905787"/>
          </a:xfrm>
          <a:prstGeom prst="straightConnector1">
            <a:avLst/>
          </a:prstGeom>
          <a:ln w="57150" cap="rnd">
            <a:round/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950" name="图片 949">
            <a:extLst>
              <a:ext uri="{FF2B5EF4-FFF2-40B4-BE49-F238E27FC236}">
                <a16:creationId xmlns:a16="http://schemas.microsoft.com/office/drawing/2014/main" id="{15837314-3686-8A63-469D-52FEAA46D6E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91044"/>
          <a:stretch/>
        </p:blipFill>
        <p:spPr>
          <a:xfrm>
            <a:off x="107799" y="1305494"/>
            <a:ext cx="11976401" cy="320106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83B8369A-C54B-51D8-EFB2-DE612B7A1F69}"/>
              </a:ext>
            </a:extLst>
          </p:cNvPr>
          <p:cNvSpPr/>
          <p:nvPr/>
        </p:nvSpPr>
        <p:spPr>
          <a:xfrm>
            <a:off x="1374695" y="6340881"/>
            <a:ext cx="969335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rgbClr val="000000"/>
                </a:solidFill>
                <a:latin typeface="LinLibertineTB"/>
              </a:rPr>
              <a:t>Neighbor replication factor (NR) and total memory consumption (MS) on ogbn-papers100M</a:t>
            </a:r>
            <a:endParaRPr lang="zh-CN" altLang="en-US" sz="2000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061A785-7D66-8869-BE9C-E1A5D24CC52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8961" r="66755" b="1675"/>
          <a:stretch/>
        </p:blipFill>
        <p:spPr>
          <a:xfrm>
            <a:off x="107799" y="1625600"/>
            <a:ext cx="3981601" cy="3194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328684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288000" y="0"/>
            <a:ext cx="11164860" cy="141763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badi" panose="020B0604020202020204" pitchFamily="34" charset="0"/>
                <a:sym typeface="+mn-ea"/>
              </a:rPr>
              <a:t>Limitations</a:t>
            </a:r>
            <a:endParaRPr lang="en-US" altLang="zh-CN" sz="3600" dirty="0">
              <a:latin typeface="Century Gothic" panose="020B050202020202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5" name="Rectangle 10"/>
          <p:cNvSpPr/>
          <p:nvPr/>
        </p:nvSpPr>
        <p:spPr>
          <a:xfrm>
            <a:off x="0" y="420787"/>
            <a:ext cx="288000" cy="57606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895486AC-6598-F7BD-F76C-D33D1AFC26E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6411"/>
          <a:stretch/>
        </p:blipFill>
        <p:spPr>
          <a:xfrm>
            <a:off x="1641179" y="4992133"/>
            <a:ext cx="8909641" cy="1417637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1CA4F4F7-2BE1-7CB8-B537-64AFF9844B8C}"/>
              </a:ext>
            </a:extLst>
          </p:cNvPr>
          <p:cNvSpPr/>
          <p:nvPr/>
        </p:nvSpPr>
        <p:spPr>
          <a:xfrm>
            <a:off x="6986829" y="1999028"/>
            <a:ext cx="1613390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Neighbor</a:t>
            </a:r>
          </a:p>
          <a:p>
            <a:pPr algn="ctr"/>
            <a:r>
              <a:rPr lang="en-US" altLang="zh-CN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Replication</a:t>
            </a:r>
            <a:endParaRPr lang="zh-CN" altLang="en-US" sz="24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43AA8F5-E123-B74E-D34A-0ECC6181065B}"/>
              </a:ext>
            </a:extLst>
          </p:cNvPr>
          <p:cNvSpPr/>
          <p:nvPr/>
        </p:nvSpPr>
        <p:spPr>
          <a:xfrm>
            <a:off x="9651312" y="1999028"/>
            <a:ext cx="2148410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Inter-GPU</a:t>
            </a:r>
          </a:p>
          <a:p>
            <a:pPr algn="ctr"/>
            <a:r>
              <a:rPr lang="en-US" altLang="zh-CN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Graph Partition</a:t>
            </a:r>
            <a:endParaRPr lang="zh-CN" altLang="en-US" sz="24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8" name="箭头: 右 17">
            <a:extLst>
              <a:ext uri="{FF2B5EF4-FFF2-40B4-BE49-F238E27FC236}">
                <a16:creationId xmlns:a16="http://schemas.microsoft.com/office/drawing/2014/main" id="{7C2D9D46-C984-8065-B9B7-55DD19D632E0}"/>
              </a:ext>
            </a:extLst>
          </p:cNvPr>
          <p:cNvSpPr/>
          <p:nvPr/>
        </p:nvSpPr>
        <p:spPr>
          <a:xfrm rot="10800000">
            <a:off x="8838920" y="2206990"/>
            <a:ext cx="667144" cy="453725"/>
          </a:xfrm>
          <a:prstGeom prst="rightArrow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47654D60-9875-99C2-2603-CFFF6399EDA1}"/>
              </a:ext>
            </a:extLst>
          </p:cNvPr>
          <p:cNvSpPr/>
          <p:nvPr/>
        </p:nvSpPr>
        <p:spPr>
          <a:xfrm>
            <a:off x="6986829" y="3477834"/>
            <a:ext cx="1851276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Intermediate</a:t>
            </a:r>
          </a:p>
          <a:p>
            <a:pPr algn="ctr"/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Data</a:t>
            </a:r>
            <a:endParaRPr lang="zh-CN" altLang="en-US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02" name="矩形 901">
            <a:extLst>
              <a:ext uri="{FF2B5EF4-FFF2-40B4-BE49-F238E27FC236}">
                <a16:creationId xmlns:a16="http://schemas.microsoft.com/office/drawing/2014/main" id="{993DA914-540C-5CE2-7E81-0493ADEFE496}"/>
              </a:ext>
            </a:extLst>
          </p:cNvPr>
          <p:cNvSpPr/>
          <p:nvPr/>
        </p:nvSpPr>
        <p:spPr>
          <a:xfrm>
            <a:off x="4366777" y="2686347"/>
            <a:ext cx="1999009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2400" b="1" dirty="0"/>
              <a:t>High Memory </a:t>
            </a:r>
          </a:p>
          <a:p>
            <a:pPr algn="ctr"/>
            <a:r>
              <a:rPr lang="en-US" altLang="zh-CN" sz="2400" b="1" dirty="0"/>
              <a:t>Consumption</a:t>
            </a:r>
            <a:endParaRPr lang="zh-CN" altLang="en-US" sz="2400" b="1" dirty="0"/>
          </a:p>
        </p:txBody>
      </p:sp>
      <p:cxnSp>
        <p:nvCxnSpPr>
          <p:cNvPr id="903" name="直接箭头连接符 902">
            <a:extLst>
              <a:ext uri="{FF2B5EF4-FFF2-40B4-BE49-F238E27FC236}">
                <a16:creationId xmlns:a16="http://schemas.microsoft.com/office/drawing/2014/main" id="{23E94F0E-44FA-2256-284E-9E6F8FB5E090}"/>
              </a:ext>
            </a:extLst>
          </p:cNvPr>
          <p:cNvCxnSpPr>
            <a:cxnSpLocks/>
            <a:stCxn id="902" idx="3"/>
          </p:cNvCxnSpPr>
          <p:nvPr/>
        </p:nvCxnSpPr>
        <p:spPr>
          <a:xfrm flipV="1">
            <a:off x="6365786" y="2300431"/>
            <a:ext cx="621043" cy="801415"/>
          </a:xfrm>
          <a:prstGeom prst="straightConnector1">
            <a:avLst/>
          </a:prstGeom>
          <a:ln w="57150" cap="rnd">
            <a:round/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20" name="直接箭头连接符 919">
            <a:extLst>
              <a:ext uri="{FF2B5EF4-FFF2-40B4-BE49-F238E27FC236}">
                <a16:creationId xmlns:a16="http://schemas.microsoft.com/office/drawing/2014/main" id="{FB660D71-6673-B85C-EBC2-82F6FF15ED1F}"/>
              </a:ext>
            </a:extLst>
          </p:cNvPr>
          <p:cNvCxnSpPr>
            <a:cxnSpLocks/>
            <a:stCxn id="902" idx="3"/>
          </p:cNvCxnSpPr>
          <p:nvPr/>
        </p:nvCxnSpPr>
        <p:spPr>
          <a:xfrm>
            <a:off x="6365786" y="3101846"/>
            <a:ext cx="621043" cy="905787"/>
          </a:xfrm>
          <a:prstGeom prst="straightConnector1">
            <a:avLst/>
          </a:prstGeom>
          <a:ln w="57150" cap="rnd">
            <a:round/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950" name="图片 949">
            <a:extLst>
              <a:ext uri="{FF2B5EF4-FFF2-40B4-BE49-F238E27FC236}">
                <a16:creationId xmlns:a16="http://schemas.microsoft.com/office/drawing/2014/main" id="{15837314-3686-8A63-469D-52FEAA46D6E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91044"/>
          <a:stretch/>
        </p:blipFill>
        <p:spPr>
          <a:xfrm>
            <a:off x="107799" y="1305494"/>
            <a:ext cx="11976401" cy="320106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83B8369A-C54B-51D8-EFB2-DE612B7A1F69}"/>
              </a:ext>
            </a:extLst>
          </p:cNvPr>
          <p:cNvSpPr/>
          <p:nvPr/>
        </p:nvSpPr>
        <p:spPr>
          <a:xfrm>
            <a:off x="1374695" y="6340881"/>
            <a:ext cx="969335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rgbClr val="000000"/>
                </a:solidFill>
                <a:latin typeface="LinLibertineTB"/>
              </a:rPr>
              <a:t>Neighbor replication factor (NR) and total memory consumption (MS) on ogbn-papers100M</a:t>
            </a:r>
            <a:endParaRPr lang="zh-CN" altLang="en-US" sz="2000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061A785-7D66-8869-BE9C-E1A5D24CC52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8961" r="66755" b="1675"/>
          <a:stretch/>
        </p:blipFill>
        <p:spPr>
          <a:xfrm>
            <a:off x="107799" y="1625600"/>
            <a:ext cx="3981601" cy="3194050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536412EF-431E-DF6C-8798-FA43019753CB}"/>
              </a:ext>
            </a:extLst>
          </p:cNvPr>
          <p:cNvSpPr/>
          <p:nvPr/>
        </p:nvSpPr>
        <p:spPr>
          <a:xfrm>
            <a:off x="3484270" y="5102075"/>
            <a:ext cx="427330" cy="40011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7FA0AEF-9CE7-5300-35D9-87E2BDD1FCDD}"/>
              </a:ext>
            </a:extLst>
          </p:cNvPr>
          <p:cNvSpPr/>
          <p:nvPr/>
        </p:nvSpPr>
        <p:spPr>
          <a:xfrm>
            <a:off x="9657662" y="5113216"/>
            <a:ext cx="427330" cy="40011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弧形 15">
            <a:extLst>
              <a:ext uri="{FF2B5EF4-FFF2-40B4-BE49-F238E27FC236}">
                <a16:creationId xmlns:a16="http://schemas.microsoft.com/office/drawing/2014/main" id="{491F5152-EF9A-E3C4-732F-4C51C63BA47F}"/>
              </a:ext>
            </a:extLst>
          </p:cNvPr>
          <p:cNvSpPr/>
          <p:nvPr/>
        </p:nvSpPr>
        <p:spPr>
          <a:xfrm>
            <a:off x="3768381" y="4746988"/>
            <a:ext cx="6032500" cy="905787"/>
          </a:xfrm>
          <a:prstGeom prst="arc">
            <a:avLst>
              <a:gd name="adj1" fmla="val 10954394"/>
              <a:gd name="adj2" fmla="val 21438471"/>
            </a:avLst>
          </a:prstGeom>
          <a:ln w="38100">
            <a:solidFill>
              <a:srgbClr val="FF0000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755187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288000" y="0"/>
            <a:ext cx="11164860" cy="141763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badi" panose="020B0604020202020204" pitchFamily="34" charset="0"/>
                <a:sym typeface="+mn-ea"/>
              </a:rPr>
              <a:t>Limitations</a:t>
            </a:r>
            <a:endParaRPr lang="en-US" altLang="zh-CN" sz="3600" dirty="0">
              <a:latin typeface="Century Gothic" panose="020B050202020202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5" name="Rectangle 10"/>
          <p:cNvSpPr/>
          <p:nvPr/>
        </p:nvSpPr>
        <p:spPr>
          <a:xfrm>
            <a:off x="0" y="420787"/>
            <a:ext cx="288000" cy="57606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895486AC-6598-F7BD-F76C-D33D1AFC26E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6411"/>
          <a:stretch/>
        </p:blipFill>
        <p:spPr>
          <a:xfrm>
            <a:off x="1641179" y="4992133"/>
            <a:ext cx="8909641" cy="1417637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1CA4F4F7-2BE1-7CB8-B537-64AFF9844B8C}"/>
              </a:ext>
            </a:extLst>
          </p:cNvPr>
          <p:cNvSpPr/>
          <p:nvPr/>
        </p:nvSpPr>
        <p:spPr>
          <a:xfrm>
            <a:off x="6986829" y="1999028"/>
            <a:ext cx="1613390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Neighbor</a:t>
            </a:r>
          </a:p>
          <a:p>
            <a:pPr algn="ctr"/>
            <a:r>
              <a:rPr lang="en-US" altLang="zh-CN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Replication</a:t>
            </a:r>
            <a:endParaRPr lang="zh-CN" altLang="en-US" sz="24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43AA8F5-E123-B74E-D34A-0ECC6181065B}"/>
              </a:ext>
            </a:extLst>
          </p:cNvPr>
          <p:cNvSpPr/>
          <p:nvPr/>
        </p:nvSpPr>
        <p:spPr>
          <a:xfrm>
            <a:off x="9651312" y="1999028"/>
            <a:ext cx="2148410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Inter-GPU</a:t>
            </a:r>
          </a:p>
          <a:p>
            <a:pPr algn="ctr"/>
            <a:r>
              <a:rPr lang="en-US" altLang="zh-CN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Graph Partition</a:t>
            </a:r>
            <a:endParaRPr lang="zh-CN" altLang="en-US" sz="24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8" name="箭头: 右 17">
            <a:extLst>
              <a:ext uri="{FF2B5EF4-FFF2-40B4-BE49-F238E27FC236}">
                <a16:creationId xmlns:a16="http://schemas.microsoft.com/office/drawing/2014/main" id="{7C2D9D46-C984-8065-B9B7-55DD19D632E0}"/>
              </a:ext>
            </a:extLst>
          </p:cNvPr>
          <p:cNvSpPr/>
          <p:nvPr/>
        </p:nvSpPr>
        <p:spPr>
          <a:xfrm rot="10800000">
            <a:off x="8838920" y="2206990"/>
            <a:ext cx="667144" cy="453725"/>
          </a:xfrm>
          <a:prstGeom prst="rightArrow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47654D60-9875-99C2-2603-CFFF6399EDA1}"/>
              </a:ext>
            </a:extLst>
          </p:cNvPr>
          <p:cNvSpPr/>
          <p:nvPr/>
        </p:nvSpPr>
        <p:spPr>
          <a:xfrm>
            <a:off x="6986829" y="3477834"/>
            <a:ext cx="1851276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Intermediate</a:t>
            </a:r>
          </a:p>
          <a:p>
            <a:pPr algn="ctr"/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Data</a:t>
            </a:r>
            <a:endParaRPr lang="zh-CN" altLang="en-US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02" name="矩形 901">
            <a:extLst>
              <a:ext uri="{FF2B5EF4-FFF2-40B4-BE49-F238E27FC236}">
                <a16:creationId xmlns:a16="http://schemas.microsoft.com/office/drawing/2014/main" id="{993DA914-540C-5CE2-7E81-0493ADEFE496}"/>
              </a:ext>
            </a:extLst>
          </p:cNvPr>
          <p:cNvSpPr/>
          <p:nvPr/>
        </p:nvSpPr>
        <p:spPr>
          <a:xfrm>
            <a:off x="4366777" y="2686347"/>
            <a:ext cx="1999009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2400" b="1" dirty="0"/>
              <a:t>High Memory </a:t>
            </a:r>
          </a:p>
          <a:p>
            <a:pPr algn="ctr"/>
            <a:r>
              <a:rPr lang="en-US" altLang="zh-CN" sz="2400" b="1" dirty="0"/>
              <a:t>Consumption</a:t>
            </a:r>
            <a:endParaRPr lang="zh-CN" altLang="en-US" sz="2400" b="1" dirty="0"/>
          </a:p>
        </p:txBody>
      </p:sp>
      <p:cxnSp>
        <p:nvCxnSpPr>
          <p:cNvPr id="903" name="直接箭头连接符 902">
            <a:extLst>
              <a:ext uri="{FF2B5EF4-FFF2-40B4-BE49-F238E27FC236}">
                <a16:creationId xmlns:a16="http://schemas.microsoft.com/office/drawing/2014/main" id="{23E94F0E-44FA-2256-284E-9E6F8FB5E090}"/>
              </a:ext>
            </a:extLst>
          </p:cNvPr>
          <p:cNvCxnSpPr>
            <a:cxnSpLocks/>
            <a:stCxn id="902" idx="3"/>
          </p:cNvCxnSpPr>
          <p:nvPr/>
        </p:nvCxnSpPr>
        <p:spPr>
          <a:xfrm flipV="1">
            <a:off x="6365786" y="2300431"/>
            <a:ext cx="621043" cy="801415"/>
          </a:xfrm>
          <a:prstGeom prst="straightConnector1">
            <a:avLst/>
          </a:prstGeom>
          <a:ln w="57150" cap="rnd">
            <a:round/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20" name="直接箭头连接符 919">
            <a:extLst>
              <a:ext uri="{FF2B5EF4-FFF2-40B4-BE49-F238E27FC236}">
                <a16:creationId xmlns:a16="http://schemas.microsoft.com/office/drawing/2014/main" id="{FB660D71-6673-B85C-EBC2-82F6FF15ED1F}"/>
              </a:ext>
            </a:extLst>
          </p:cNvPr>
          <p:cNvCxnSpPr>
            <a:cxnSpLocks/>
            <a:stCxn id="902" idx="3"/>
          </p:cNvCxnSpPr>
          <p:nvPr/>
        </p:nvCxnSpPr>
        <p:spPr>
          <a:xfrm>
            <a:off x="6365786" y="3101846"/>
            <a:ext cx="621043" cy="905787"/>
          </a:xfrm>
          <a:prstGeom prst="straightConnector1">
            <a:avLst/>
          </a:prstGeom>
          <a:ln w="57150" cap="rnd">
            <a:round/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950" name="图片 949">
            <a:extLst>
              <a:ext uri="{FF2B5EF4-FFF2-40B4-BE49-F238E27FC236}">
                <a16:creationId xmlns:a16="http://schemas.microsoft.com/office/drawing/2014/main" id="{15837314-3686-8A63-469D-52FEAA46D6E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91044"/>
          <a:stretch/>
        </p:blipFill>
        <p:spPr>
          <a:xfrm>
            <a:off x="107799" y="1305494"/>
            <a:ext cx="11976401" cy="320106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83B8369A-C54B-51D8-EFB2-DE612B7A1F69}"/>
              </a:ext>
            </a:extLst>
          </p:cNvPr>
          <p:cNvSpPr/>
          <p:nvPr/>
        </p:nvSpPr>
        <p:spPr>
          <a:xfrm>
            <a:off x="1374695" y="6340881"/>
            <a:ext cx="969335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rgbClr val="000000"/>
                </a:solidFill>
                <a:latin typeface="LinLibertineTB"/>
              </a:rPr>
              <a:t>Neighbor replication factor (NR) and total memory consumption (MS) on ogbn-papers100M</a:t>
            </a:r>
            <a:endParaRPr lang="zh-CN" altLang="en-US" sz="2000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061A785-7D66-8869-BE9C-E1A5D24CC52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8961" r="66755" b="1675"/>
          <a:stretch/>
        </p:blipFill>
        <p:spPr>
          <a:xfrm>
            <a:off x="107799" y="1625600"/>
            <a:ext cx="3981601" cy="3194050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536412EF-431E-DF6C-8798-FA43019753CB}"/>
              </a:ext>
            </a:extLst>
          </p:cNvPr>
          <p:cNvSpPr/>
          <p:nvPr/>
        </p:nvSpPr>
        <p:spPr>
          <a:xfrm>
            <a:off x="3484270" y="5102075"/>
            <a:ext cx="427330" cy="40011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C7ACC98-D089-551B-6EF5-9DD1FC6A1AE4}"/>
              </a:ext>
            </a:extLst>
          </p:cNvPr>
          <p:cNvSpPr/>
          <p:nvPr/>
        </p:nvSpPr>
        <p:spPr>
          <a:xfrm>
            <a:off x="9657662" y="5829299"/>
            <a:ext cx="1061138" cy="51158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7FA0AEF-9CE7-5300-35D9-87E2BDD1FCDD}"/>
              </a:ext>
            </a:extLst>
          </p:cNvPr>
          <p:cNvSpPr/>
          <p:nvPr/>
        </p:nvSpPr>
        <p:spPr>
          <a:xfrm>
            <a:off x="9657662" y="5113216"/>
            <a:ext cx="427330" cy="40011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弧形 15">
            <a:extLst>
              <a:ext uri="{FF2B5EF4-FFF2-40B4-BE49-F238E27FC236}">
                <a16:creationId xmlns:a16="http://schemas.microsoft.com/office/drawing/2014/main" id="{491F5152-EF9A-E3C4-732F-4C51C63BA47F}"/>
              </a:ext>
            </a:extLst>
          </p:cNvPr>
          <p:cNvSpPr/>
          <p:nvPr/>
        </p:nvSpPr>
        <p:spPr>
          <a:xfrm>
            <a:off x="3768381" y="4746988"/>
            <a:ext cx="6032500" cy="905787"/>
          </a:xfrm>
          <a:prstGeom prst="arc">
            <a:avLst>
              <a:gd name="adj1" fmla="val 10954394"/>
              <a:gd name="adj2" fmla="val 21438471"/>
            </a:avLst>
          </a:prstGeom>
          <a:ln w="38100">
            <a:solidFill>
              <a:srgbClr val="FF0000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弧形 9">
            <a:extLst>
              <a:ext uri="{FF2B5EF4-FFF2-40B4-BE49-F238E27FC236}">
                <a16:creationId xmlns:a16="http://schemas.microsoft.com/office/drawing/2014/main" id="{5C91AA6D-CEFA-1961-E00B-9E50F15966D4}"/>
              </a:ext>
            </a:extLst>
          </p:cNvPr>
          <p:cNvSpPr/>
          <p:nvPr/>
        </p:nvSpPr>
        <p:spPr>
          <a:xfrm>
            <a:off x="4509139" y="5467459"/>
            <a:ext cx="5212711" cy="905787"/>
          </a:xfrm>
          <a:prstGeom prst="arc">
            <a:avLst>
              <a:gd name="adj1" fmla="val 10954394"/>
              <a:gd name="adj2" fmla="val 21438471"/>
            </a:avLst>
          </a:prstGeom>
          <a:ln w="38100">
            <a:solidFill>
              <a:srgbClr val="FF0000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A162CF4-77F5-A820-2604-31BDC1851063}"/>
              </a:ext>
            </a:extLst>
          </p:cNvPr>
          <p:cNvSpPr/>
          <p:nvPr/>
        </p:nvSpPr>
        <p:spPr>
          <a:xfrm>
            <a:off x="3448001" y="5799338"/>
            <a:ext cx="1061138" cy="51158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C31C6CE-9F40-FBB7-6349-0BF4A9D1A54F}"/>
              </a:ext>
            </a:extLst>
          </p:cNvPr>
          <p:cNvSpPr/>
          <p:nvPr/>
        </p:nvSpPr>
        <p:spPr>
          <a:xfrm>
            <a:off x="10853212" y="5849254"/>
            <a:ext cx="55335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3×</a:t>
            </a:r>
            <a:endParaRPr lang="zh-CN" altLang="en-US" sz="24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50644144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288000" y="0"/>
            <a:ext cx="11164860" cy="141763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badi" panose="020B0604020202020204" pitchFamily="34" charset="0"/>
                <a:sym typeface="+mn-ea"/>
              </a:rPr>
              <a:t>Limitations</a:t>
            </a:r>
            <a:endParaRPr lang="en-US" altLang="zh-CN" sz="3600" dirty="0">
              <a:latin typeface="Century Gothic" panose="020B050202020202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5" name="Rectangle 10"/>
          <p:cNvSpPr/>
          <p:nvPr/>
        </p:nvSpPr>
        <p:spPr>
          <a:xfrm>
            <a:off x="0" y="420787"/>
            <a:ext cx="288000" cy="57606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CA4F4F7-2BE1-7CB8-B537-64AFF9844B8C}"/>
              </a:ext>
            </a:extLst>
          </p:cNvPr>
          <p:cNvSpPr/>
          <p:nvPr/>
        </p:nvSpPr>
        <p:spPr>
          <a:xfrm>
            <a:off x="6986829" y="1999028"/>
            <a:ext cx="1613390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Neighbor</a:t>
            </a:r>
          </a:p>
          <a:p>
            <a:pPr algn="ctr"/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Replication</a:t>
            </a:r>
            <a:endParaRPr lang="zh-CN" altLang="en-US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43AA8F5-E123-B74E-D34A-0ECC6181065B}"/>
              </a:ext>
            </a:extLst>
          </p:cNvPr>
          <p:cNvSpPr/>
          <p:nvPr/>
        </p:nvSpPr>
        <p:spPr>
          <a:xfrm>
            <a:off x="9651312" y="1999028"/>
            <a:ext cx="2148410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Inter-GPU</a:t>
            </a:r>
          </a:p>
          <a:p>
            <a:pPr algn="ctr"/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Graph Partition</a:t>
            </a:r>
            <a:endParaRPr lang="zh-CN" altLang="en-US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8" name="箭头: 右 17">
            <a:extLst>
              <a:ext uri="{FF2B5EF4-FFF2-40B4-BE49-F238E27FC236}">
                <a16:creationId xmlns:a16="http://schemas.microsoft.com/office/drawing/2014/main" id="{7C2D9D46-C984-8065-B9B7-55DD19D632E0}"/>
              </a:ext>
            </a:extLst>
          </p:cNvPr>
          <p:cNvSpPr/>
          <p:nvPr/>
        </p:nvSpPr>
        <p:spPr>
          <a:xfrm rot="10800000">
            <a:off x="8838920" y="2206990"/>
            <a:ext cx="667144" cy="453725"/>
          </a:xfrm>
          <a:prstGeom prst="rightArrow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47654D60-9875-99C2-2603-CFFF6399EDA1}"/>
              </a:ext>
            </a:extLst>
          </p:cNvPr>
          <p:cNvSpPr/>
          <p:nvPr/>
        </p:nvSpPr>
        <p:spPr>
          <a:xfrm>
            <a:off x="6986829" y="3477834"/>
            <a:ext cx="1851276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Intermediate</a:t>
            </a:r>
          </a:p>
          <a:p>
            <a:pPr algn="ctr"/>
            <a:r>
              <a:rPr lang="en-US" altLang="zh-CN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Data</a:t>
            </a:r>
            <a:endParaRPr lang="zh-CN" altLang="en-US" sz="24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9B440E6B-8471-88A0-B203-88DF04E24B5D}"/>
              </a:ext>
            </a:extLst>
          </p:cNvPr>
          <p:cNvSpPr/>
          <p:nvPr/>
        </p:nvSpPr>
        <p:spPr>
          <a:xfrm>
            <a:off x="9603800" y="3477833"/>
            <a:ext cx="2243436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Task Alternating</a:t>
            </a:r>
          </a:p>
          <a:p>
            <a:pPr algn="ctr"/>
            <a:r>
              <a:rPr lang="en-US" altLang="zh-CN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Execution</a:t>
            </a:r>
            <a:endParaRPr lang="zh-CN" altLang="en-US" sz="24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8" name="箭头: 右 47">
            <a:extLst>
              <a:ext uri="{FF2B5EF4-FFF2-40B4-BE49-F238E27FC236}">
                <a16:creationId xmlns:a16="http://schemas.microsoft.com/office/drawing/2014/main" id="{9AE9F408-D0C0-6E48-1DA9-C6EE0FA555E4}"/>
              </a:ext>
            </a:extLst>
          </p:cNvPr>
          <p:cNvSpPr/>
          <p:nvPr/>
        </p:nvSpPr>
        <p:spPr>
          <a:xfrm rot="10800000">
            <a:off x="8838105" y="3640287"/>
            <a:ext cx="667144" cy="453725"/>
          </a:xfrm>
          <a:prstGeom prst="rightArrow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902" name="矩形 901">
            <a:extLst>
              <a:ext uri="{FF2B5EF4-FFF2-40B4-BE49-F238E27FC236}">
                <a16:creationId xmlns:a16="http://schemas.microsoft.com/office/drawing/2014/main" id="{993DA914-540C-5CE2-7E81-0493ADEFE496}"/>
              </a:ext>
            </a:extLst>
          </p:cNvPr>
          <p:cNvSpPr/>
          <p:nvPr/>
        </p:nvSpPr>
        <p:spPr>
          <a:xfrm>
            <a:off x="4366777" y="2686347"/>
            <a:ext cx="1999009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2400" b="1" dirty="0"/>
              <a:t>High Memory </a:t>
            </a:r>
          </a:p>
          <a:p>
            <a:pPr algn="ctr"/>
            <a:r>
              <a:rPr lang="en-US" altLang="zh-CN" sz="2400" b="1" dirty="0"/>
              <a:t>Consumption</a:t>
            </a:r>
            <a:endParaRPr lang="zh-CN" altLang="en-US" sz="2400" b="1" dirty="0"/>
          </a:p>
        </p:txBody>
      </p:sp>
      <p:cxnSp>
        <p:nvCxnSpPr>
          <p:cNvPr id="903" name="直接箭头连接符 902">
            <a:extLst>
              <a:ext uri="{FF2B5EF4-FFF2-40B4-BE49-F238E27FC236}">
                <a16:creationId xmlns:a16="http://schemas.microsoft.com/office/drawing/2014/main" id="{23E94F0E-44FA-2256-284E-9E6F8FB5E090}"/>
              </a:ext>
            </a:extLst>
          </p:cNvPr>
          <p:cNvCxnSpPr>
            <a:cxnSpLocks/>
            <a:stCxn id="902" idx="3"/>
          </p:cNvCxnSpPr>
          <p:nvPr/>
        </p:nvCxnSpPr>
        <p:spPr>
          <a:xfrm flipV="1">
            <a:off x="6365786" y="2300431"/>
            <a:ext cx="621043" cy="801415"/>
          </a:xfrm>
          <a:prstGeom prst="straightConnector1">
            <a:avLst/>
          </a:prstGeom>
          <a:ln w="57150" cap="rnd">
            <a:round/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20" name="直接箭头连接符 919">
            <a:extLst>
              <a:ext uri="{FF2B5EF4-FFF2-40B4-BE49-F238E27FC236}">
                <a16:creationId xmlns:a16="http://schemas.microsoft.com/office/drawing/2014/main" id="{FB660D71-6673-B85C-EBC2-82F6FF15ED1F}"/>
              </a:ext>
            </a:extLst>
          </p:cNvPr>
          <p:cNvCxnSpPr>
            <a:cxnSpLocks/>
            <a:stCxn id="902" idx="3"/>
          </p:cNvCxnSpPr>
          <p:nvPr/>
        </p:nvCxnSpPr>
        <p:spPr>
          <a:xfrm>
            <a:off x="6365786" y="3101846"/>
            <a:ext cx="621043" cy="905787"/>
          </a:xfrm>
          <a:prstGeom prst="straightConnector1">
            <a:avLst/>
          </a:prstGeom>
          <a:ln w="57150" cap="rnd">
            <a:round/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950" name="图片 949">
            <a:extLst>
              <a:ext uri="{FF2B5EF4-FFF2-40B4-BE49-F238E27FC236}">
                <a16:creationId xmlns:a16="http://schemas.microsoft.com/office/drawing/2014/main" id="{15837314-3686-8A63-469D-52FEAA46D6E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91044"/>
          <a:stretch/>
        </p:blipFill>
        <p:spPr>
          <a:xfrm>
            <a:off x="107799" y="1305494"/>
            <a:ext cx="11976401" cy="320106"/>
          </a:xfrm>
          <a:prstGeom prst="rect">
            <a:avLst/>
          </a:prstGeom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49A5F38B-FED1-35FA-0B60-360CA680DA1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8961" r="66755" b="1675"/>
          <a:stretch/>
        </p:blipFill>
        <p:spPr>
          <a:xfrm>
            <a:off x="107799" y="1625600"/>
            <a:ext cx="3981601" cy="3194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551597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288000" y="0"/>
            <a:ext cx="11164860" cy="141763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badi" panose="020B0604020202020204" pitchFamily="34" charset="0"/>
                <a:sym typeface="+mn-ea"/>
              </a:rPr>
              <a:t>Limitations</a:t>
            </a:r>
            <a:endParaRPr lang="en-US" altLang="zh-CN" sz="3600" dirty="0">
              <a:latin typeface="Century Gothic" panose="020B050202020202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5" name="Rectangle 10"/>
          <p:cNvSpPr/>
          <p:nvPr/>
        </p:nvSpPr>
        <p:spPr>
          <a:xfrm>
            <a:off x="0" y="420787"/>
            <a:ext cx="288000" cy="57606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CA4F4F7-2BE1-7CB8-B537-64AFF9844B8C}"/>
              </a:ext>
            </a:extLst>
          </p:cNvPr>
          <p:cNvSpPr/>
          <p:nvPr/>
        </p:nvSpPr>
        <p:spPr>
          <a:xfrm>
            <a:off x="6986829" y="1999028"/>
            <a:ext cx="1613390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Neighbor</a:t>
            </a:r>
          </a:p>
          <a:p>
            <a:pPr algn="ctr"/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Replication</a:t>
            </a:r>
            <a:endParaRPr lang="zh-CN" altLang="en-US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43AA8F5-E123-B74E-D34A-0ECC6181065B}"/>
              </a:ext>
            </a:extLst>
          </p:cNvPr>
          <p:cNvSpPr/>
          <p:nvPr/>
        </p:nvSpPr>
        <p:spPr>
          <a:xfrm>
            <a:off x="9651312" y="1999028"/>
            <a:ext cx="2148410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Inter-GPU</a:t>
            </a:r>
          </a:p>
          <a:p>
            <a:pPr algn="ctr"/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Graph Partition</a:t>
            </a:r>
            <a:endParaRPr lang="zh-CN" altLang="en-US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8" name="箭头: 右 17">
            <a:extLst>
              <a:ext uri="{FF2B5EF4-FFF2-40B4-BE49-F238E27FC236}">
                <a16:creationId xmlns:a16="http://schemas.microsoft.com/office/drawing/2014/main" id="{7C2D9D46-C984-8065-B9B7-55DD19D632E0}"/>
              </a:ext>
            </a:extLst>
          </p:cNvPr>
          <p:cNvSpPr/>
          <p:nvPr/>
        </p:nvSpPr>
        <p:spPr>
          <a:xfrm rot="10800000">
            <a:off x="8838920" y="2206990"/>
            <a:ext cx="667144" cy="453725"/>
          </a:xfrm>
          <a:prstGeom prst="rightArrow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47654D60-9875-99C2-2603-CFFF6399EDA1}"/>
              </a:ext>
            </a:extLst>
          </p:cNvPr>
          <p:cNvSpPr/>
          <p:nvPr/>
        </p:nvSpPr>
        <p:spPr>
          <a:xfrm>
            <a:off x="6986829" y="3477834"/>
            <a:ext cx="1851276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Intermediate</a:t>
            </a:r>
          </a:p>
          <a:p>
            <a:pPr algn="ctr"/>
            <a:r>
              <a:rPr lang="en-US" altLang="zh-CN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Data</a:t>
            </a:r>
            <a:endParaRPr lang="zh-CN" altLang="en-US" sz="24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9B440E6B-8471-88A0-B203-88DF04E24B5D}"/>
              </a:ext>
            </a:extLst>
          </p:cNvPr>
          <p:cNvSpPr/>
          <p:nvPr/>
        </p:nvSpPr>
        <p:spPr>
          <a:xfrm>
            <a:off x="9603800" y="3477833"/>
            <a:ext cx="2243436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Task Alternating</a:t>
            </a:r>
          </a:p>
          <a:p>
            <a:pPr algn="ctr"/>
            <a:r>
              <a:rPr lang="en-US" altLang="zh-CN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Execution</a:t>
            </a:r>
            <a:endParaRPr lang="zh-CN" altLang="en-US" sz="24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8" name="箭头: 右 47">
            <a:extLst>
              <a:ext uri="{FF2B5EF4-FFF2-40B4-BE49-F238E27FC236}">
                <a16:creationId xmlns:a16="http://schemas.microsoft.com/office/drawing/2014/main" id="{9AE9F408-D0C0-6E48-1DA9-C6EE0FA555E4}"/>
              </a:ext>
            </a:extLst>
          </p:cNvPr>
          <p:cNvSpPr/>
          <p:nvPr/>
        </p:nvSpPr>
        <p:spPr>
          <a:xfrm rot="10800000">
            <a:off x="8838105" y="3640287"/>
            <a:ext cx="667144" cy="453725"/>
          </a:xfrm>
          <a:prstGeom prst="rightArrow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902" name="矩形 901">
            <a:extLst>
              <a:ext uri="{FF2B5EF4-FFF2-40B4-BE49-F238E27FC236}">
                <a16:creationId xmlns:a16="http://schemas.microsoft.com/office/drawing/2014/main" id="{993DA914-540C-5CE2-7E81-0493ADEFE496}"/>
              </a:ext>
            </a:extLst>
          </p:cNvPr>
          <p:cNvSpPr/>
          <p:nvPr/>
        </p:nvSpPr>
        <p:spPr>
          <a:xfrm>
            <a:off x="4366777" y="2686347"/>
            <a:ext cx="1999009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2400" b="1" dirty="0"/>
              <a:t>High Memory </a:t>
            </a:r>
          </a:p>
          <a:p>
            <a:pPr algn="ctr"/>
            <a:r>
              <a:rPr lang="en-US" altLang="zh-CN" sz="2400" b="1" dirty="0"/>
              <a:t>Consumption</a:t>
            </a:r>
            <a:endParaRPr lang="zh-CN" altLang="en-US" sz="2400" b="1" dirty="0"/>
          </a:p>
        </p:txBody>
      </p:sp>
      <p:cxnSp>
        <p:nvCxnSpPr>
          <p:cNvPr id="903" name="直接箭头连接符 902">
            <a:extLst>
              <a:ext uri="{FF2B5EF4-FFF2-40B4-BE49-F238E27FC236}">
                <a16:creationId xmlns:a16="http://schemas.microsoft.com/office/drawing/2014/main" id="{23E94F0E-44FA-2256-284E-9E6F8FB5E090}"/>
              </a:ext>
            </a:extLst>
          </p:cNvPr>
          <p:cNvCxnSpPr>
            <a:cxnSpLocks/>
            <a:stCxn id="902" idx="3"/>
          </p:cNvCxnSpPr>
          <p:nvPr/>
        </p:nvCxnSpPr>
        <p:spPr>
          <a:xfrm flipV="1">
            <a:off x="6365786" y="2300431"/>
            <a:ext cx="621043" cy="801415"/>
          </a:xfrm>
          <a:prstGeom prst="straightConnector1">
            <a:avLst/>
          </a:prstGeom>
          <a:ln w="57150" cap="rnd">
            <a:round/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20" name="直接箭头连接符 919">
            <a:extLst>
              <a:ext uri="{FF2B5EF4-FFF2-40B4-BE49-F238E27FC236}">
                <a16:creationId xmlns:a16="http://schemas.microsoft.com/office/drawing/2014/main" id="{FB660D71-6673-B85C-EBC2-82F6FF15ED1F}"/>
              </a:ext>
            </a:extLst>
          </p:cNvPr>
          <p:cNvCxnSpPr>
            <a:cxnSpLocks/>
            <a:stCxn id="902" idx="3"/>
          </p:cNvCxnSpPr>
          <p:nvPr/>
        </p:nvCxnSpPr>
        <p:spPr>
          <a:xfrm>
            <a:off x="6365786" y="3101846"/>
            <a:ext cx="621043" cy="905787"/>
          </a:xfrm>
          <a:prstGeom prst="straightConnector1">
            <a:avLst/>
          </a:prstGeom>
          <a:ln w="57150" cap="rnd">
            <a:round/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950" name="图片 949">
            <a:extLst>
              <a:ext uri="{FF2B5EF4-FFF2-40B4-BE49-F238E27FC236}">
                <a16:creationId xmlns:a16="http://schemas.microsoft.com/office/drawing/2014/main" id="{15837314-3686-8A63-469D-52FEAA46D6E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91044"/>
          <a:stretch/>
        </p:blipFill>
        <p:spPr>
          <a:xfrm>
            <a:off x="107799" y="1305494"/>
            <a:ext cx="11976401" cy="320106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058B2C10-5F7C-4DA5-5201-CC187D0B53C9}"/>
              </a:ext>
            </a:extLst>
          </p:cNvPr>
          <p:cNvSpPr/>
          <p:nvPr/>
        </p:nvSpPr>
        <p:spPr>
          <a:xfrm>
            <a:off x="565151" y="6340881"/>
            <a:ext cx="1161414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000000"/>
                </a:solidFill>
                <a:latin typeface="LinLibertineTB"/>
              </a:rPr>
              <a:t>Memory consumption of graph topology (Topo), feature (Feat), model parameters (Params), and intermediate data (</a:t>
            </a:r>
            <a:r>
              <a:rPr lang="en-US" altLang="zh-CN" dirty="0" err="1">
                <a:solidFill>
                  <a:srgbClr val="000000"/>
                </a:solidFill>
                <a:latin typeface="LinLibertineTB"/>
              </a:rPr>
              <a:t>Intr</a:t>
            </a:r>
            <a:r>
              <a:rPr lang="en-US" altLang="zh-CN" dirty="0">
                <a:solidFill>
                  <a:srgbClr val="000000"/>
                </a:solidFill>
                <a:latin typeface="LinLibertineTB"/>
              </a:rPr>
              <a:t>)</a:t>
            </a:r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E88C7805-B49B-C4D6-4019-559B45E8121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119" t="49451"/>
          <a:stretch/>
        </p:blipFill>
        <p:spPr>
          <a:xfrm>
            <a:off x="2316042" y="4975079"/>
            <a:ext cx="7810659" cy="1356966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5E67F1DC-1C3C-1E96-1502-36F743BF547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8961" r="66755" b="1675"/>
          <a:stretch/>
        </p:blipFill>
        <p:spPr>
          <a:xfrm>
            <a:off x="107799" y="1625600"/>
            <a:ext cx="3981601" cy="3194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958763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288000" y="0"/>
            <a:ext cx="11164860" cy="141763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badi" panose="020B0604020202020204" pitchFamily="34" charset="0"/>
                <a:sym typeface="+mn-ea"/>
              </a:rPr>
              <a:t>Limitations</a:t>
            </a:r>
            <a:endParaRPr lang="en-US" altLang="zh-CN" sz="3600" dirty="0">
              <a:latin typeface="Century Gothic" panose="020B050202020202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5" name="Rectangle 10"/>
          <p:cNvSpPr/>
          <p:nvPr/>
        </p:nvSpPr>
        <p:spPr>
          <a:xfrm>
            <a:off x="0" y="420787"/>
            <a:ext cx="288000" cy="57606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CA4F4F7-2BE1-7CB8-B537-64AFF9844B8C}"/>
              </a:ext>
            </a:extLst>
          </p:cNvPr>
          <p:cNvSpPr/>
          <p:nvPr/>
        </p:nvSpPr>
        <p:spPr>
          <a:xfrm>
            <a:off x="6986829" y="1999028"/>
            <a:ext cx="1613390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Neighbor</a:t>
            </a:r>
          </a:p>
          <a:p>
            <a:pPr algn="ctr"/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Replication</a:t>
            </a:r>
            <a:endParaRPr lang="zh-CN" altLang="en-US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43AA8F5-E123-B74E-D34A-0ECC6181065B}"/>
              </a:ext>
            </a:extLst>
          </p:cNvPr>
          <p:cNvSpPr/>
          <p:nvPr/>
        </p:nvSpPr>
        <p:spPr>
          <a:xfrm>
            <a:off x="9651312" y="1999028"/>
            <a:ext cx="2148410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Inter-GPU</a:t>
            </a:r>
          </a:p>
          <a:p>
            <a:pPr algn="ctr"/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Graph Partition</a:t>
            </a:r>
            <a:endParaRPr lang="zh-CN" altLang="en-US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8" name="箭头: 右 17">
            <a:extLst>
              <a:ext uri="{FF2B5EF4-FFF2-40B4-BE49-F238E27FC236}">
                <a16:creationId xmlns:a16="http://schemas.microsoft.com/office/drawing/2014/main" id="{7C2D9D46-C984-8065-B9B7-55DD19D632E0}"/>
              </a:ext>
            </a:extLst>
          </p:cNvPr>
          <p:cNvSpPr/>
          <p:nvPr/>
        </p:nvSpPr>
        <p:spPr>
          <a:xfrm rot="10800000">
            <a:off x="8838920" y="2206990"/>
            <a:ext cx="667144" cy="453725"/>
          </a:xfrm>
          <a:prstGeom prst="rightArrow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47654D60-9875-99C2-2603-CFFF6399EDA1}"/>
              </a:ext>
            </a:extLst>
          </p:cNvPr>
          <p:cNvSpPr/>
          <p:nvPr/>
        </p:nvSpPr>
        <p:spPr>
          <a:xfrm>
            <a:off x="6986829" y="3477834"/>
            <a:ext cx="1851276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Intermediate</a:t>
            </a:r>
          </a:p>
          <a:p>
            <a:pPr algn="ctr"/>
            <a:r>
              <a:rPr lang="en-US" altLang="zh-CN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Data</a:t>
            </a:r>
            <a:endParaRPr lang="zh-CN" altLang="en-US" sz="24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9B440E6B-8471-88A0-B203-88DF04E24B5D}"/>
              </a:ext>
            </a:extLst>
          </p:cNvPr>
          <p:cNvSpPr/>
          <p:nvPr/>
        </p:nvSpPr>
        <p:spPr>
          <a:xfrm>
            <a:off x="9603800" y="3477833"/>
            <a:ext cx="2243436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Task Alternating</a:t>
            </a:r>
          </a:p>
          <a:p>
            <a:pPr algn="ctr"/>
            <a:r>
              <a:rPr lang="en-US" altLang="zh-CN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Execution</a:t>
            </a:r>
            <a:endParaRPr lang="zh-CN" altLang="en-US" sz="24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8" name="箭头: 右 47">
            <a:extLst>
              <a:ext uri="{FF2B5EF4-FFF2-40B4-BE49-F238E27FC236}">
                <a16:creationId xmlns:a16="http://schemas.microsoft.com/office/drawing/2014/main" id="{9AE9F408-D0C0-6E48-1DA9-C6EE0FA555E4}"/>
              </a:ext>
            </a:extLst>
          </p:cNvPr>
          <p:cNvSpPr/>
          <p:nvPr/>
        </p:nvSpPr>
        <p:spPr>
          <a:xfrm rot="10800000">
            <a:off x="8838105" y="3640287"/>
            <a:ext cx="667144" cy="453725"/>
          </a:xfrm>
          <a:prstGeom prst="rightArrow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902" name="矩形 901">
            <a:extLst>
              <a:ext uri="{FF2B5EF4-FFF2-40B4-BE49-F238E27FC236}">
                <a16:creationId xmlns:a16="http://schemas.microsoft.com/office/drawing/2014/main" id="{993DA914-540C-5CE2-7E81-0493ADEFE496}"/>
              </a:ext>
            </a:extLst>
          </p:cNvPr>
          <p:cNvSpPr/>
          <p:nvPr/>
        </p:nvSpPr>
        <p:spPr>
          <a:xfrm>
            <a:off x="4366777" y="2686347"/>
            <a:ext cx="1999009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2400" b="1" dirty="0"/>
              <a:t>High Memory </a:t>
            </a:r>
          </a:p>
          <a:p>
            <a:pPr algn="ctr"/>
            <a:r>
              <a:rPr lang="en-US" altLang="zh-CN" sz="2400" b="1" dirty="0"/>
              <a:t>Consumption</a:t>
            </a:r>
            <a:endParaRPr lang="zh-CN" altLang="en-US" sz="2400" b="1" dirty="0"/>
          </a:p>
        </p:txBody>
      </p:sp>
      <p:cxnSp>
        <p:nvCxnSpPr>
          <p:cNvPr id="903" name="直接箭头连接符 902">
            <a:extLst>
              <a:ext uri="{FF2B5EF4-FFF2-40B4-BE49-F238E27FC236}">
                <a16:creationId xmlns:a16="http://schemas.microsoft.com/office/drawing/2014/main" id="{23E94F0E-44FA-2256-284E-9E6F8FB5E090}"/>
              </a:ext>
            </a:extLst>
          </p:cNvPr>
          <p:cNvCxnSpPr>
            <a:cxnSpLocks/>
            <a:stCxn id="902" idx="3"/>
          </p:cNvCxnSpPr>
          <p:nvPr/>
        </p:nvCxnSpPr>
        <p:spPr>
          <a:xfrm flipV="1">
            <a:off x="6365786" y="2300431"/>
            <a:ext cx="621043" cy="801415"/>
          </a:xfrm>
          <a:prstGeom prst="straightConnector1">
            <a:avLst/>
          </a:prstGeom>
          <a:ln w="57150" cap="rnd">
            <a:round/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20" name="直接箭头连接符 919">
            <a:extLst>
              <a:ext uri="{FF2B5EF4-FFF2-40B4-BE49-F238E27FC236}">
                <a16:creationId xmlns:a16="http://schemas.microsoft.com/office/drawing/2014/main" id="{FB660D71-6673-B85C-EBC2-82F6FF15ED1F}"/>
              </a:ext>
            </a:extLst>
          </p:cNvPr>
          <p:cNvCxnSpPr>
            <a:cxnSpLocks/>
            <a:stCxn id="902" idx="3"/>
          </p:cNvCxnSpPr>
          <p:nvPr/>
        </p:nvCxnSpPr>
        <p:spPr>
          <a:xfrm>
            <a:off x="6365786" y="3101846"/>
            <a:ext cx="621043" cy="905787"/>
          </a:xfrm>
          <a:prstGeom prst="straightConnector1">
            <a:avLst/>
          </a:prstGeom>
          <a:ln w="57150" cap="rnd">
            <a:round/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950" name="图片 949">
            <a:extLst>
              <a:ext uri="{FF2B5EF4-FFF2-40B4-BE49-F238E27FC236}">
                <a16:creationId xmlns:a16="http://schemas.microsoft.com/office/drawing/2014/main" id="{15837314-3686-8A63-469D-52FEAA46D6E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91044"/>
          <a:stretch/>
        </p:blipFill>
        <p:spPr>
          <a:xfrm>
            <a:off x="107799" y="1305494"/>
            <a:ext cx="11976401" cy="320106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058B2C10-5F7C-4DA5-5201-CC187D0B53C9}"/>
              </a:ext>
            </a:extLst>
          </p:cNvPr>
          <p:cNvSpPr/>
          <p:nvPr/>
        </p:nvSpPr>
        <p:spPr>
          <a:xfrm>
            <a:off x="565151" y="6340881"/>
            <a:ext cx="1161414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000000"/>
                </a:solidFill>
                <a:latin typeface="LinLibertineTB"/>
              </a:rPr>
              <a:t>Memory consumption of graph topology (Topo), feature (Feat), model parameters (Params), and intermediate data (</a:t>
            </a:r>
            <a:r>
              <a:rPr lang="en-US" altLang="zh-CN" dirty="0" err="1">
                <a:solidFill>
                  <a:srgbClr val="000000"/>
                </a:solidFill>
                <a:latin typeface="LinLibertineTB"/>
              </a:rPr>
              <a:t>Intr</a:t>
            </a:r>
            <a:r>
              <a:rPr lang="en-US" altLang="zh-CN" dirty="0">
                <a:solidFill>
                  <a:srgbClr val="000000"/>
                </a:solidFill>
                <a:latin typeface="LinLibertineTB"/>
              </a:rPr>
              <a:t>)</a:t>
            </a:r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E88C7805-B49B-C4D6-4019-559B45E8121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119" t="49451"/>
          <a:stretch/>
        </p:blipFill>
        <p:spPr>
          <a:xfrm>
            <a:off x="2316042" y="4975079"/>
            <a:ext cx="7810659" cy="1356966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5E67F1DC-1C3C-1E96-1502-36F743BF547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8961" r="66755" b="1675"/>
          <a:stretch/>
        </p:blipFill>
        <p:spPr>
          <a:xfrm>
            <a:off x="107799" y="1625600"/>
            <a:ext cx="3981601" cy="319405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00168530-0F07-D27C-2CAB-8A93147B1E89}"/>
              </a:ext>
            </a:extLst>
          </p:cNvPr>
          <p:cNvSpPr/>
          <p:nvPr/>
        </p:nvSpPr>
        <p:spPr>
          <a:xfrm>
            <a:off x="8838104" y="4966243"/>
            <a:ext cx="1163145" cy="135288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1E57FB6-AA0A-0DFD-9DB0-74CB302A8DC2}"/>
              </a:ext>
            </a:extLst>
          </p:cNvPr>
          <p:cNvSpPr/>
          <p:nvPr/>
        </p:nvSpPr>
        <p:spPr>
          <a:xfrm>
            <a:off x="10435018" y="5694189"/>
            <a:ext cx="72006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86%</a:t>
            </a:r>
            <a:endParaRPr lang="zh-CN" altLang="en-US" sz="24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538DB0AA-5BFD-489E-003A-9B8FF4CA58AF}"/>
              </a:ext>
            </a:extLst>
          </p:cNvPr>
          <p:cNvCxnSpPr>
            <a:cxnSpLocks/>
          </p:cNvCxnSpPr>
          <p:nvPr/>
        </p:nvCxnSpPr>
        <p:spPr>
          <a:xfrm>
            <a:off x="10104043" y="5846346"/>
            <a:ext cx="353633" cy="48218"/>
          </a:xfrm>
          <a:prstGeom prst="straightConnector1">
            <a:avLst/>
          </a:prstGeom>
          <a:ln w="57150" cap="sq">
            <a:solidFill>
              <a:srgbClr val="FF0000"/>
            </a:solidFill>
            <a:round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993123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288000" y="0"/>
            <a:ext cx="11164860" cy="141763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altLang="zh-CN" dirty="0" err="1">
                <a:latin typeface="Century Gothic" panose="020B050202020202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NeutronTask</a:t>
            </a:r>
            <a:endParaRPr lang="en-US" altLang="zh-CN" sz="3600" dirty="0">
              <a:latin typeface="Century Gothic" panose="020B050202020202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5" name="Rectangle 10"/>
          <p:cNvSpPr/>
          <p:nvPr/>
        </p:nvSpPr>
        <p:spPr>
          <a:xfrm>
            <a:off x="0" y="420787"/>
            <a:ext cx="288000" cy="57606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8B93122-1C72-4AD0-B74C-3212E02C70EF}"/>
              </a:ext>
            </a:extLst>
          </p:cNvPr>
          <p:cNvSpPr/>
          <p:nvPr/>
        </p:nvSpPr>
        <p:spPr>
          <a:xfrm>
            <a:off x="177799" y="1327147"/>
            <a:ext cx="116089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Issue: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D4C061B-1F84-2DDF-064A-9A09F7106552}"/>
              </a:ext>
            </a:extLst>
          </p:cNvPr>
          <p:cNvSpPr/>
          <p:nvPr/>
        </p:nvSpPr>
        <p:spPr>
          <a:xfrm>
            <a:off x="2598979" y="1999028"/>
            <a:ext cx="1613390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Neighbor</a:t>
            </a:r>
          </a:p>
          <a:p>
            <a:pPr algn="ctr"/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Replication</a:t>
            </a:r>
            <a:endParaRPr lang="zh-CN" altLang="en-US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80EF2F5-F197-E998-B70F-71483E583819}"/>
              </a:ext>
            </a:extLst>
          </p:cNvPr>
          <p:cNvSpPr/>
          <p:nvPr/>
        </p:nvSpPr>
        <p:spPr>
          <a:xfrm>
            <a:off x="5263462" y="1999028"/>
            <a:ext cx="2148410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Inter-GPU</a:t>
            </a:r>
          </a:p>
          <a:p>
            <a:pPr algn="ctr"/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Graph Partition</a:t>
            </a:r>
            <a:endParaRPr lang="zh-CN" altLang="en-US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3" name="箭头: 右 12">
            <a:extLst>
              <a:ext uri="{FF2B5EF4-FFF2-40B4-BE49-F238E27FC236}">
                <a16:creationId xmlns:a16="http://schemas.microsoft.com/office/drawing/2014/main" id="{A12D7EAC-F496-FFD9-C395-17231B7A2993}"/>
              </a:ext>
            </a:extLst>
          </p:cNvPr>
          <p:cNvSpPr/>
          <p:nvPr/>
        </p:nvSpPr>
        <p:spPr>
          <a:xfrm rot="10800000">
            <a:off x="4451070" y="2206990"/>
            <a:ext cx="667144" cy="453725"/>
          </a:xfrm>
          <a:prstGeom prst="rightArrow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CAFA338-BDF5-BF38-4521-B6A72F3812D8}"/>
              </a:ext>
            </a:extLst>
          </p:cNvPr>
          <p:cNvSpPr/>
          <p:nvPr/>
        </p:nvSpPr>
        <p:spPr>
          <a:xfrm>
            <a:off x="2598979" y="3477834"/>
            <a:ext cx="1851276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Intermediate</a:t>
            </a:r>
          </a:p>
          <a:p>
            <a:pPr algn="ctr"/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Data</a:t>
            </a:r>
            <a:endParaRPr lang="zh-CN" altLang="en-US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6C9A24E-1D16-320F-144E-9A2CC3620FAF}"/>
              </a:ext>
            </a:extLst>
          </p:cNvPr>
          <p:cNvSpPr/>
          <p:nvPr/>
        </p:nvSpPr>
        <p:spPr>
          <a:xfrm>
            <a:off x="5215950" y="3477833"/>
            <a:ext cx="2243436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Task Alternating</a:t>
            </a:r>
          </a:p>
          <a:p>
            <a:pPr algn="ctr"/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Execution</a:t>
            </a:r>
            <a:endParaRPr lang="zh-CN" altLang="en-US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7" name="箭头: 右 16">
            <a:extLst>
              <a:ext uri="{FF2B5EF4-FFF2-40B4-BE49-F238E27FC236}">
                <a16:creationId xmlns:a16="http://schemas.microsoft.com/office/drawing/2014/main" id="{8D1517F6-45AE-F938-CFE6-F1BD98FABCBB}"/>
              </a:ext>
            </a:extLst>
          </p:cNvPr>
          <p:cNvSpPr/>
          <p:nvPr/>
        </p:nvSpPr>
        <p:spPr>
          <a:xfrm rot="10800000">
            <a:off x="4450255" y="3640287"/>
            <a:ext cx="667144" cy="453725"/>
          </a:xfrm>
          <a:prstGeom prst="rightArrow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CB8A32DD-9643-3A6E-9DDD-F27D5F695979}"/>
              </a:ext>
            </a:extLst>
          </p:cNvPr>
          <p:cNvSpPr/>
          <p:nvPr/>
        </p:nvSpPr>
        <p:spPr>
          <a:xfrm>
            <a:off x="-21073" y="2686347"/>
            <a:ext cx="1999009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2400" b="1" dirty="0"/>
              <a:t>High Memory </a:t>
            </a:r>
          </a:p>
          <a:p>
            <a:pPr algn="ctr"/>
            <a:r>
              <a:rPr lang="en-US" altLang="zh-CN" sz="2400" b="1" dirty="0"/>
              <a:t>Consumption</a:t>
            </a:r>
            <a:endParaRPr lang="zh-CN" altLang="en-US" sz="2400" b="1" dirty="0"/>
          </a:p>
        </p:txBody>
      </p: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C0D1E697-7DC7-E7D9-C1ED-DED1FA033D4E}"/>
              </a:ext>
            </a:extLst>
          </p:cNvPr>
          <p:cNvCxnSpPr>
            <a:cxnSpLocks/>
            <a:stCxn id="18" idx="3"/>
          </p:cNvCxnSpPr>
          <p:nvPr/>
        </p:nvCxnSpPr>
        <p:spPr>
          <a:xfrm flipV="1">
            <a:off x="1977936" y="2300431"/>
            <a:ext cx="621043" cy="801415"/>
          </a:xfrm>
          <a:prstGeom prst="straightConnector1">
            <a:avLst/>
          </a:prstGeom>
          <a:ln w="57150" cap="rnd">
            <a:round/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20C65FA8-349E-AFC0-0F1C-453344725D71}"/>
              </a:ext>
            </a:extLst>
          </p:cNvPr>
          <p:cNvCxnSpPr>
            <a:cxnSpLocks/>
            <a:stCxn id="18" idx="3"/>
          </p:cNvCxnSpPr>
          <p:nvPr/>
        </p:nvCxnSpPr>
        <p:spPr>
          <a:xfrm>
            <a:off x="1977936" y="3101846"/>
            <a:ext cx="621043" cy="905787"/>
          </a:xfrm>
          <a:prstGeom prst="straightConnector1">
            <a:avLst/>
          </a:prstGeom>
          <a:ln w="57150" cap="rnd">
            <a:round/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048818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288000" y="0"/>
            <a:ext cx="11164860" cy="141763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altLang="zh-CN" dirty="0" err="1">
                <a:latin typeface="Century Gothic" panose="020B050202020202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NeutronTask</a:t>
            </a:r>
            <a:endParaRPr lang="en-US" altLang="zh-CN" sz="3600" dirty="0">
              <a:latin typeface="Century Gothic" panose="020B050202020202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5" name="Rectangle 10"/>
          <p:cNvSpPr/>
          <p:nvPr/>
        </p:nvSpPr>
        <p:spPr>
          <a:xfrm>
            <a:off x="0" y="420787"/>
            <a:ext cx="288000" cy="57606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D0E527D-8695-4749-D388-CC89311A128D}"/>
              </a:ext>
            </a:extLst>
          </p:cNvPr>
          <p:cNvSpPr/>
          <p:nvPr/>
        </p:nvSpPr>
        <p:spPr>
          <a:xfrm>
            <a:off x="7626350" y="1327147"/>
            <a:ext cx="263027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Contributions:</a:t>
            </a:r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F78E47A4-4364-C7A8-70F2-D292A8B67898}"/>
              </a:ext>
            </a:extLst>
          </p:cNvPr>
          <p:cNvCxnSpPr>
            <a:cxnSpLocks/>
          </p:cNvCxnSpPr>
          <p:nvPr/>
        </p:nvCxnSpPr>
        <p:spPr>
          <a:xfrm flipH="1" flipV="1">
            <a:off x="7684922" y="2376631"/>
            <a:ext cx="1154241" cy="236304"/>
          </a:xfrm>
          <a:prstGeom prst="straightConnector1">
            <a:avLst/>
          </a:prstGeom>
          <a:ln w="57150" cap="rnd">
            <a:solidFill>
              <a:schemeClr val="accent1"/>
            </a:solidFill>
            <a:round/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矩形 18">
            <a:extLst>
              <a:ext uri="{FF2B5EF4-FFF2-40B4-BE49-F238E27FC236}">
                <a16:creationId xmlns:a16="http://schemas.microsoft.com/office/drawing/2014/main" id="{12B6050B-4DF1-3707-55E5-FE0A67024D45}"/>
              </a:ext>
            </a:extLst>
          </p:cNvPr>
          <p:cNvSpPr/>
          <p:nvPr/>
        </p:nvSpPr>
        <p:spPr>
          <a:xfrm>
            <a:off x="7674054" y="2857573"/>
            <a:ext cx="110799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Solve</a:t>
            </a:r>
          </a:p>
        </p:txBody>
      </p: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4EA526D4-7AB0-7FA0-5351-CD4E5911F0DB}"/>
              </a:ext>
            </a:extLst>
          </p:cNvPr>
          <p:cNvCxnSpPr>
            <a:cxnSpLocks/>
            <a:stCxn id="27" idx="1"/>
          </p:cNvCxnSpPr>
          <p:nvPr/>
        </p:nvCxnSpPr>
        <p:spPr>
          <a:xfrm flipH="1">
            <a:off x="7684922" y="3840967"/>
            <a:ext cx="1143478" cy="172634"/>
          </a:xfrm>
          <a:prstGeom prst="straightConnector1">
            <a:avLst/>
          </a:prstGeom>
          <a:ln w="57150" cap="rnd">
            <a:solidFill>
              <a:schemeClr val="accent1"/>
            </a:solidFill>
            <a:round/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矩形 1">
            <a:extLst>
              <a:ext uri="{FF2B5EF4-FFF2-40B4-BE49-F238E27FC236}">
                <a16:creationId xmlns:a16="http://schemas.microsoft.com/office/drawing/2014/main" id="{C5F6C3C9-1421-080E-EE47-4FE88E2DE6B5}"/>
              </a:ext>
            </a:extLst>
          </p:cNvPr>
          <p:cNvSpPr/>
          <p:nvPr/>
        </p:nvSpPr>
        <p:spPr>
          <a:xfrm>
            <a:off x="177799" y="1327147"/>
            <a:ext cx="116089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Issue: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76BC1B2-E79C-0223-5F06-F3F40F5DFF02}"/>
              </a:ext>
            </a:extLst>
          </p:cNvPr>
          <p:cNvSpPr/>
          <p:nvPr/>
        </p:nvSpPr>
        <p:spPr>
          <a:xfrm>
            <a:off x="2598979" y="1999028"/>
            <a:ext cx="1613390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Neighbor</a:t>
            </a:r>
          </a:p>
          <a:p>
            <a:pPr algn="ctr"/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Replication</a:t>
            </a:r>
            <a:endParaRPr lang="zh-CN" altLang="en-US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76CD638-B48B-4947-B0FE-E1271702B2F4}"/>
              </a:ext>
            </a:extLst>
          </p:cNvPr>
          <p:cNvSpPr/>
          <p:nvPr/>
        </p:nvSpPr>
        <p:spPr>
          <a:xfrm>
            <a:off x="5263462" y="1999028"/>
            <a:ext cx="2148410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Inter-GPU</a:t>
            </a:r>
          </a:p>
          <a:p>
            <a:pPr algn="ctr"/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Graph Partition</a:t>
            </a:r>
            <a:endParaRPr lang="zh-CN" altLang="en-US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5" name="箭头: 右 14">
            <a:extLst>
              <a:ext uri="{FF2B5EF4-FFF2-40B4-BE49-F238E27FC236}">
                <a16:creationId xmlns:a16="http://schemas.microsoft.com/office/drawing/2014/main" id="{C531826D-64C8-0988-1AC1-D50440B0E6F6}"/>
              </a:ext>
            </a:extLst>
          </p:cNvPr>
          <p:cNvSpPr/>
          <p:nvPr/>
        </p:nvSpPr>
        <p:spPr>
          <a:xfrm rot="10800000">
            <a:off x="4451070" y="2206990"/>
            <a:ext cx="667144" cy="453725"/>
          </a:xfrm>
          <a:prstGeom prst="rightArrow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1C177A5-1B1B-6CE8-0A57-E2F8796FA9F5}"/>
              </a:ext>
            </a:extLst>
          </p:cNvPr>
          <p:cNvSpPr/>
          <p:nvPr/>
        </p:nvSpPr>
        <p:spPr>
          <a:xfrm>
            <a:off x="2598979" y="3477834"/>
            <a:ext cx="1851276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Intermediate</a:t>
            </a:r>
          </a:p>
          <a:p>
            <a:pPr algn="ctr"/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Data</a:t>
            </a:r>
            <a:endParaRPr lang="zh-CN" altLang="en-US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B7FA6EFB-7B6E-49B2-7D21-D7A6619A186A}"/>
              </a:ext>
            </a:extLst>
          </p:cNvPr>
          <p:cNvSpPr/>
          <p:nvPr/>
        </p:nvSpPr>
        <p:spPr>
          <a:xfrm>
            <a:off x="5215950" y="3477833"/>
            <a:ext cx="2243436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Task Alternating</a:t>
            </a:r>
          </a:p>
          <a:p>
            <a:pPr algn="ctr"/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Execution</a:t>
            </a:r>
            <a:endParaRPr lang="zh-CN" altLang="en-US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8" name="箭头: 右 17">
            <a:extLst>
              <a:ext uri="{FF2B5EF4-FFF2-40B4-BE49-F238E27FC236}">
                <a16:creationId xmlns:a16="http://schemas.microsoft.com/office/drawing/2014/main" id="{99DC99B7-8339-9896-6354-71A7EC21BBB7}"/>
              </a:ext>
            </a:extLst>
          </p:cNvPr>
          <p:cNvSpPr/>
          <p:nvPr/>
        </p:nvSpPr>
        <p:spPr>
          <a:xfrm rot="10800000">
            <a:off x="4450255" y="3640287"/>
            <a:ext cx="667144" cy="453725"/>
          </a:xfrm>
          <a:prstGeom prst="rightArrow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112068AB-0FF4-30E3-679C-64548A53BE52}"/>
              </a:ext>
            </a:extLst>
          </p:cNvPr>
          <p:cNvSpPr/>
          <p:nvPr/>
        </p:nvSpPr>
        <p:spPr>
          <a:xfrm>
            <a:off x="-21073" y="2686347"/>
            <a:ext cx="1999009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2400" b="1" dirty="0"/>
              <a:t>High Memory </a:t>
            </a:r>
          </a:p>
          <a:p>
            <a:pPr algn="ctr"/>
            <a:r>
              <a:rPr lang="en-US" altLang="zh-CN" sz="2400" b="1" dirty="0"/>
              <a:t>Consumption</a:t>
            </a:r>
            <a:endParaRPr lang="zh-CN" altLang="en-US" sz="2400" b="1" dirty="0"/>
          </a:p>
        </p:txBody>
      </p: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2B14CD50-4C9A-1BA7-6920-AD1382CF3DC5}"/>
              </a:ext>
            </a:extLst>
          </p:cNvPr>
          <p:cNvCxnSpPr>
            <a:cxnSpLocks/>
            <a:stCxn id="23" idx="3"/>
          </p:cNvCxnSpPr>
          <p:nvPr/>
        </p:nvCxnSpPr>
        <p:spPr>
          <a:xfrm flipV="1">
            <a:off x="1977936" y="2300431"/>
            <a:ext cx="621043" cy="801415"/>
          </a:xfrm>
          <a:prstGeom prst="straightConnector1">
            <a:avLst/>
          </a:prstGeom>
          <a:ln w="57150" cap="rnd">
            <a:round/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8258F747-5252-8FCE-16DE-1B869F02E954}"/>
              </a:ext>
            </a:extLst>
          </p:cNvPr>
          <p:cNvCxnSpPr>
            <a:cxnSpLocks/>
            <a:stCxn id="23" idx="3"/>
          </p:cNvCxnSpPr>
          <p:nvPr/>
        </p:nvCxnSpPr>
        <p:spPr>
          <a:xfrm>
            <a:off x="1977936" y="3101846"/>
            <a:ext cx="621043" cy="905787"/>
          </a:xfrm>
          <a:prstGeom prst="straightConnector1">
            <a:avLst/>
          </a:prstGeom>
          <a:ln w="57150" cap="rnd">
            <a:round/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矩形 25">
            <a:extLst>
              <a:ext uri="{FF2B5EF4-FFF2-40B4-BE49-F238E27FC236}">
                <a16:creationId xmlns:a16="http://schemas.microsoft.com/office/drawing/2014/main" id="{E80C80F6-53A0-2CAF-ACCF-778EBA59CEB7}"/>
              </a:ext>
            </a:extLst>
          </p:cNvPr>
          <p:cNvSpPr/>
          <p:nvPr/>
        </p:nvSpPr>
        <p:spPr>
          <a:xfrm>
            <a:off x="9333185" y="1999028"/>
            <a:ext cx="2200474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GNN</a:t>
            </a:r>
          </a:p>
          <a:p>
            <a:pPr algn="ctr"/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Task Parallelism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314DF89F-5908-6E86-055F-51037D246201}"/>
              </a:ext>
            </a:extLst>
          </p:cNvPr>
          <p:cNvSpPr/>
          <p:nvPr/>
        </p:nvSpPr>
        <p:spPr>
          <a:xfrm>
            <a:off x="8828400" y="3425468"/>
            <a:ext cx="3387852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Task-decoupled</a:t>
            </a:r>
          </a:p>
          <a:p>
            <a:pPr algn="ctr"/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GNN Training Framework</a:t>
            </a:r>
          </a:p>
        </p:txBody>
      </p:sp>
    </p:spTree>
    <p:extLst>
      <p:ext uri="{BB962C8B-B14F-4D97-AF65-F5344CB8AC3E}">
        <p14:creationId xmlns:p14="http://schemas.microsoft.com/office/powerpoint/2010/main" val="426586978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288000" y="0"/>
            <a:ext cx="11164860" cy="141763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altLang="zh-CN" sz="3600" dirty="0" err="1">
                <a:latin typeface="Century Gothic" panose="020B050202020202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NeutronT</a:t>
            </a:r>
            <a:r>
              <a:rPr lang="en-US" altLang="zh-CN" dirty="0" err="1">
                <a:latin typeface="Century Gothic" panose="020B050202020202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ask</a:t>
            </a:r>
            <a:r>
              <a:rPr lang="en-US" altLang="zh-CN" dirty="0">
                <a:latin typeface="Century Gothic" panose="020B050202020202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 — Contribution 1 (</a:t>
            </a:r>
            <a:r>
              <a:rPr lang="en-US" altLang="zh-CN" dirty="0">
                <a:latin typeface="Century Gothic" panose="020B0502020202020204" pitchFamily="34" charset="0"/>
                <a:ea typeface="Verdana" panose="020B0604030504040204" pitchFamily="34" charset="0"/>
                <a:sym typeface="+mn-ea"/>
              </a:rPr>
              <a:t>Task Parallelism)</a:t>
            </a:r>
            <a:endParaRPr lang="en-US" altLang="zh-CN" dirty="0">
              <a:latin typeface="Century Gothic" panose="020B0502020202020204" pitchFamily="34" charset="0"/>
              <a:ea typeface="Verdana" panose="020B0604030504040204" pitchFamily="34" charset="0"/>
            </a:endParaRPr>
          </a:p>
        </p:txBody>
      </p:sp>
      <p:sp>
        <p:nvSpPr>
          <p:cNvPr id="5" name="Rectangle 10"/>
          <p:cNvSpPr/>
          <p:nvPr/>
        </p:nvSpPr>
        <p:spPr>
          <a:xfrm>
            <a:off x="0" y="420787"/>
            <a:ext cx="288000" cy="57606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F7BF4947-7A00-41C0-A2B8-1BB64308F69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91044"/>
          <a:stretch/>
        </p:blipFill>
        <p:spPr>
          <a:xfrm>
            <a:off x="107799" y="1305494"/>
            <a:ext cx="11976401" cy="320106"/>
          </a:xfrm>
          <a:prstGeom prst="rect">
            <a:avLst/>
          </a:prstGeom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E9AA9E10-B637-F0A3-3B3F-1D8D98123F6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1" t="8961" r="66430" b="1675"/>
          <a:stretch/>
        </p:blipFill>
        <p:spPr>
          <a:xfrm>
            <a:off x="107799" y="1625600"/>
            <a:ext cx="4020653" cy="319405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663EA024-B680-F444-EE7E-63C77EB62792}"/>
              </a:ext>
            </a:extLst>
          </p:cNvPr>
          <p:cNvSpPr/>
          <p:nvPr/>
        </p:nvSpPr>
        <p:spPr>
          <a:xfrm>
            <a:off x="-84015" y="5059811"/>
            <a:ext cx="1703146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Neighbor</a:t>
            </a:r>
          </a:p>
          <a:p>
            <a:pPr algn="ctr"/>
            <a:r>
              <a:rPr lang="en-US" altLang="zh-CN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Replication</a:t>
            </a:r>
            <a:endParaRPr lang="zh-CN" altLang="en-US" sz="2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04D5EA3-684A-528C-F8FB-9F8C127CCA18}"/>
              </a:ext>
            </a:extLst>
          </p:cNvPr>
          <p:cNvSpPr/>
          <p:nvPr/>
        </p:nvSpPr>
        <p:spPr>
          <a:xfrm>
            <a:off x="-6169" y="5912738"/>
            <a:ext cx="149009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1600" b="1" dirty="0">
                <a:solidFill>
                  <a:schemeClr val="bg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Intermediate</a:t>
            </a:r>
          </a:p>
          <a:p>
            <a:pPr algn="ctr"/>
            <a:r>
              <a:rPr lang="en-US" altLang="zh-CN" sz="1600" b="1" dirty="0">
                <a:solidFill>
                  <a:schemeClr val="bg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Data</a:t>
            </a:r>
            <a:endParaRPr lang="zh-CN" altLang="en-US" sz="1600" b="1" dirty="0">
              <a:solidFill>
                <a:schemeClr val="bg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87D3939-B7C5-EB1B-8191-ED5F6669AFA0}"/>
              </a:ext>
            </a:extLst>
          </p:cNvPr>
          <p:cNvSpPr/>
          <p:nvPr/>
        </p:nvSpPr>
        <p:spPr>
          <a:xfrm>
            <a:off x="2104442" y="5039622"/>
            <a:ext cx="2242971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Inter-GPU</a:t>
            </a:r>
          </a:p>
          <a:p>
            <a:pPr algn="ctr"/>
            <a:r>
              <a:rPr lang="en-US" altLang="zh-CN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Graph Partition</a:t>
            </a:r>
            <a:endParaRPr lang="zh-CN" altLang="en-US" sz="2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5B6F828-F153-90E0-7578-70DBE631574F}"/>
              </a:ext>
            </a:extLst>
          </p:cNvPr>
          <p:cNvSpPr/>
          <p:nvPr/>
        </p:nvSpPr>
        <p:spPr>
          <a:xfrm>
            <a:off x="2413363" y="5912738"/>
            <a:ext cx="162512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1600" b="1" dirty="0">
                <a:solidFill>
                  <a:schemeClr val="bg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Task Alternating</a:t>
            </a:r>
          </a:p>
          <a:p>
            <a:pPr algn="ctr"/>
            <a:r>
              <a:rPr lang="en-US" altLang="zh-CN" sz="1600" b="1" dirty="0">
                <a:solidFill>
                  <a:schemeClr val="bg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Execution</a:t>
            </a:r>
            <a:endParaRPr lang="zh-CN" altLang="en-US" sz="1600" b="1" dirty="0">
              <a:solidFill>
                <a:schemeClr val="bg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4" name="箭头: 右 13">
            <a:extLst>
              <a:ext uri="{FF2B5EF4-FFF2-40B4-BE49-F238E27FC236}">
                <a16:creationId xmlns:a16="http://schemas.microsoft.com/office/drawing/2014/main" id="{2E0494FB-DEA7-C7AB-9A24-8E4411A55FA4}"/>
              </a:ext>
            </a:extLst>
          </p:cNvPr>
          <p:cNvSpPr/>
          <p:nvPr/>
        </p:nvSpPr>
        <p:spPr>
          <a:xfrm rot="10800000">
            <a:off x="1570051" y="5229991"/>
            <a:ext cx="617896" cy="382159"/>
          </a:xfrm>
          <a:prstGeom prst="rightArrow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18" name="箭头: 右 17">
            <a:extLst>
              <a:ext uri="{FF2B5EF4-FFF2-40B4-BE49-F238E27FC236}">
                <a16:creationId xmlns:a16="http://schemas.microsoft.com/office/drawing/2014/main" id="{A17B6DFE-B995-2AB1-0EE2-B4EDFB281BDA}"/>
              </a:ext>
            </a:extLst>
          </p:cNvPr>
          <p:cNvSpPr/>
          <p:nvPr/>
        </p:nvSpPr>
        <p:spPr>
          <a:xfrm rot="10800000">
            <a:off x="1633965" y="6068514"/>
            <a:ext cx="450886" cy="273221"/>
          </a:xfrm>
          <a:prstGeom prst="rightArrow">
            <a:avLst/>
          </a:prstGeom>
          <a:noFill/>
          <a:ln w="3810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328582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288000" y="0"/>
            <a:ext cx="11164860" cy="141763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altLang="zh-CN" sz="3600" dirty="0" err="1">
                <a:latin typeface="Century Gothic" panose="020B050202020202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NeutronT</a:t>
            </a:r>
            <a:r>
              <a:rPr lang="en-US" altLang="zh-CN" dirty="0" err="1">
                <a:latin typeface="Century Gothic" panose="020B050202020202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ask</a:t>
            </a:r>
            <a:r>
              <a:rPr lang="en-US" altLang="zh-CN" dirty="0">
                <a:latin typeface="Century Gothic" panose="020B050202020202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 — Contribution 1 (</a:t>
            </a:r>
            <a:r>
              <a:rPr lang="en-US" altLang="zh-CN" dirty="0">
                <a:latin typeface="Century Gothic" panose="020B0502020202020204" pitchFamily="34" charset="0"/>
                <a:ea typeface="Verdana" panose="020B0604030504040204" pitchFamily="34" charset="0"/>
                <a:sym typeface="+mn-ea"/>
              </a:rPr>
              <a:t>Task Parallelism)</a:t>
            </a:r>
            <a:endParaRPr lang="en-US" altLang="zh-CN" dirty="0">
              <a:latin typeface="Century Gothic" panose="020B0502020202020204" pitchFamily="34" charset="0"/>
              <a:ea typeface="Verdana" panose="020B0604030504040204" pitchFamily="34" charset="0"/>
            </a:endParaRPr>
          </a:p>
        </p:txBody>
      </p:sp>
      <p:sp>
        <p:nvSpPr>
          <p:cNvPr id="5" name="Rectangle 10"/>
          <p:cNvSpPr/>
          <p:nvPr/>
        </p:nvSpPr>
        <p:spPr>
          <a:xfrm>
            <a:off x="0" y="420787"/>
            <a:ext cx="288000" cy="57606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F7BF4947-7A00-41C0-A2B8-1BB64308F69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91044"/>
          <a:stretch/>
        </p:blipFill>
        <p:spPr>
          <a:xfrm>
            <a:off x="107799" y="1305494"/>
            <a:ext cx="11976401" cy="320106"/>
          </a:xfrm>
          <a:prstGeom prst="rect">
            <a:avLst/>
          </a:prstGeom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E9AA9E10-B637-F0A3-3B3F-1D8D98123F6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1" t="8961" r="66430" b="1675"/>
          <a:stretch/>
        </p:blipFill>
        <p:spPr>
          <a:xfrm>
            <a:off x="107799" y="1625600"/>
            <a:ext cx="4020653" cy="319405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663EA024-B680-F444-EE7E-63C77EB62792}"/>
              </a:ext>
            </a:extLst>
          </p:cNvPr>
          <p:cNvSpPr/>
          <p:nvPr/>
        </p:nvSpPr>
        <p:spPr>
          <a:xfrm>
            <a:off x="-84015" y="5059811"/>
            <a:ext cx="1703146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Neighbor</a:t>
            </a:r>
          </a:p>
          <a:p>
            <a:pPr algn="ctr"/>
            <a:r>
              <a:rPr lang="en-US" altLang="zh-CN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Replication</a:t>
            </a:r>
            <a:endParaRPr lang="zh-CN" altLang="en-US" sz="2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04D5EA3-684A-528C-F8FB-9F8C127CCA18}"/>
              </a:ext>
            </a:extLst>
          </p:cNvPr>
          <p:cNvSpPr/>
          <p:nvPr/>
        </p:nvSpPr>
        <p:spPr>
          <a:xfrm>
            <a:off x="-6169" y="5912738"/>
            <a:ext cx="149009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1600" b="1" dirty="0">
                <a:solidFill>
                  <a:schemeClr val="bg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Intermediate</a:t>
            </a:r>
          </a:p>
          <a:p>
            <a:pPr algn="ctr"/>
            <a:r>
              <a:rPr lang="en-US" altLang="zh-CN" sz="1600" b="1" dirty="0">
                <a:solidFill>
                  <a:schemeClr val="bg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Data</a:t>
            </a:r>
            <a:endParaRPr lang="zh-CN" altLang="en-US" sz="1600" b="1" dirty="0">
              <a:solidFill>
                <a:schemeClr val="bg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87D3939-B7C5-EB1B-8191-ED5F6669AFA0}"/>
              </a:ext>
            </a:extLst>
          </p:cNvPr>
          <p:cNvSpPr/>
          <p:nvPr/>
        </p:nvSpPr>
        <p:spPr>
          <a:xfrm>
            <a:off x="2104442" y="5039622"/>
            <a:ext cx="2242971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Inter-GPU</a:t>
            </a:r>
          </a:p>
          <a:p>
            <a:pPr algn="ctr"/>
            <a:r>
              <a:rPr lang="en-US" altLang="zh-CN" sz="2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Graph Partition</a:t>
            </a:r>
            <a:endParaRPr lang="zh-CN" altLang="en-US" sz="22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5B6F828-F153-90E0-7578-70DBE631574F}"/>
              </a:ext>
            </a:extLst>
          </p:cNvPr>
          <p:cNvSpPr/>
          <p:nvPr/>
        </p:nvSpPr>
        <p:spPr>
          <a:xfrm>
            <a:off x="2413363" y="5912738"/>
            <a:ext cx="162512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1600" b="1" dirty="0">
                <a:solidFill>
                  <a:schemeClr val="bg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Task Alternating</a:t>
            </a:r>
          </a:p>
          <a:p>
            <a:pPr algn="ctr"/>
            <a:r>
              <a:rPr lang="en-US" altLang="zh-CN" sz="1600" b="1" dirty="0">
                <a:solidFill>
                  <a:schemeClr val="bg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Execution</a:t>
            </a:r>
            <a:endParaRPr lang="zh-CN" altLang="en-US" sz="1600" b="1" dirty="0">
              <a:solidFill>
                <a:schemeClr val="bg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4" name="箭头: 右 13">
            <a:extLst>
              <a:ext uri="{FF2B5EF4-FFF2-40B4-BE49-F238E27FC236}">
                <a16:creationId xmlns:a16="http://schemas.microsoft.com/office/drawing/2014/main" id="{2E0494FB-DEA7-C7AB-9A24-8E4411A55FA4}"/>
              </a:ext>
            </a:extLst>
          </p:cNvPr>
          <p:cNvSpPr/>
          <p:nvPr/>
        </p:nvSpPr>
        <p:spPr>
          <a:xfrm rot="10800000">
            <a:off x="1570051" y="5229991"/>
            <a:ext cx="617896" cy="382159"/>
          </a:xfrm>
          <a:prstGeom prst="rightArrow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18" name="箭头: 右 17">
            <a:extLst>
              <a:ext uri="{FF2B5EF4-FFF2-40B4-BE49-F238E27FC236}">
                <a16:creationId xmlns:a16="http://schemas.microsoft.com/office/drawing/2014/main" id="{A17B6DFE-B995-2AB1-0EE2-B4EDFB281BDA}"/>
              </a:ext>
            </a:extLst>
          </p:cNvPr>
          <p:cNvSpPr/>
          <p:nvPr/>
        </p:nvSpPr>
        <p:spPr>
          <a:xfrm rot="10800000">
            <a:off x="1633965" y="6068514"/>
            <a:ext cx="450886" cy="273221"/>
          </a:xfrm>
          <a:prstGeom prst="rightArrow">
            <a:avLst/>
          </a:prstGeom>
          <a:noFill/>
          <a:ln w="3810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6007245-A21A-21C7-A1A2-3B450E64310D}"/>
              </a:ext>
            </a:extLst>
          </p:cNvPr>
          <p:cNvSpPr/>
          <p:nvPr/>
        </p:nvSpPr>
        <p:spPr>
          <a:xfrm>
            <a:off x="80073" y="2567060"/>
            <a:ext cx="1272478" cy="115353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" name="直接箭头连接符 2">
            <a:extLst>
              <a:ext uri="{FF2B5EF4-FFF2-40B4-BE49-F238E27FC236}">
                <a16:creationId xmlns:a16="http://schemas.microsoft.com/office/drawing/2014/main" id="{4D500877-AEB8-655E-9B31-B4EFFD7ACE7F}"/>
              </a:ext>
            </a:extLst>
          </p:cNvPr>
          <p:cNvCxnSpPr>
            <a:cxnSpLocks/>
          </p:cNvCxnSpPr>
          <p:nvPr/>
        </p:nvCxnSpPr>
        <p:spPr>
          <a:xfrm flipH="1" flipV="1">
            <a:off x="4279284" y="5532317"/>
            <a:ext cx="762616" cy="79833"/>
          </a:xfrm>
          <a:prstGeom prst="straightConnector1">
            <a:avLst/>
          </a:prstGeom>
          <a:ln w="57150" cap="rnd">
            <a:solidFill>
              <a:schemeClr val="accent1"/>
            </a:solidFill>
            <a:round/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文本框 12">
            <a:extLst>
              <a:ext uri="{FF2B5EF4-FFF2-40B4-BE49-F238E27FC236}">
                <a16:creationId xmlns:a16="http://schemas.microsoft.com/office/drawing/2014/main" id="{F58AEEAB-4255-369E-7D66-2927B8CB1898}"/>
              </a:ext>
            </a:extLst>
          </p:cNvPr>
          <p:cNvSpPr txBox="1"/>
          <p:nvPr/>
        </p:nvSpPr>
        <p:spPr>
          <a:xfrm>
            <a:off x="4279284" y="4999158"/>
            <a:ext cx="910387" cy="461665"/>
          </a:xfrm>
          <a:prstGeom prst="rect">
            <a:avLst/>
          </a:prstGeom>
          <a:noFill/>
          <a:ln w="19050">
            <a:noFill/>
            <a:prstDash val="solid"/>
          </a:ln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chemeClr val="accent1"/>
                </a:solidFill>
              </a:rPr>
              <a:t>Avoid</a:t>
            </a:r>
            <a:endParaRPr lang="zh-CN" altLang="en-US" sz="2400" b="1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070445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288000" y="0"/>
            <a:ext cx="11164860" cy="141763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altLang="zh-CN" sz="3600" dirty="0" err="1">
                <a:latin typeface="Century Gothic" panose="020B050202020202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NeutronT</a:t>
            </a:r>
            <a:r>
              <a:rPr lang="en-US" altLang="zh-CN" dirty="0" err="1">
                <a:latin typeface="Century Gothic" panose="020B050202020202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ask</a:t>
            </a:r>
            <a:r>
              <a:rPr lang="en-US" altLang="zh-CN" dirty="0">
                <a:latin typeface="Century Gothic" panose="020B050202020202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 — Contribution 1 (</a:t>
            </a:r>
            <a:r>
              <a:rPr lang="en-US" altLang="zh-CN" dirty="0">
                <a:latin typeface="Century Gothic" panose="020B0502020202020204" pitchFamily="34" charset="0"/>
                <a:ea typeface="Verdana" panose="020B0604030504040204" pitchFamily="34" charset="0"/>
                <a:sym typeface="+mn-ea"/>
              </a:rPr>
              <a:t>Task Parallelism)</a:t>
            </a:r>
            <a:endParaRPr lang="en-US" altLang="zh-CN" dirty="0">
              <a:latin typeface="Century Gothic" panose="020B0502020202020204" pitchFamily="34" charset="0"/>
              <a:ea typeface="Verdana" panose="020B0604030504040204" pitchFamily="34" charset="0"/>
            </a:endParaRPr>
          </a:p>
        </p:txBody>
      </p:sp>
      <p:sp>
        <p:nvSpPr>
          <p:cNvPr id="5" name="Rectangle 10"/>
          <p:cNvSpPr/>
          <p:nvPr/>
        </p:nvSpPr>
        <p:spPr>
          <a:xfrm>
            <a:off x="0" y="420787"/>
            <a:ext cx="288000" cy="57606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F7BF4947-7A00-41C0-A2B8-1BB64308F69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91044"/>
          <a:stretch/>
        </p:blipFill>
        <p:spPr>
          <a:xfrm>
            <a:off x="107799" y="1305494"/>
            <a:ext cx="11976401" cy="320106"/>
          </a:xfrm>
          <a:prstGeom prst="rect">
            <a:avLst/>
          </a:prstGeom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E9AA9E10-B637-F0A3-3B3F-1D8D98123F6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1" t="8961" r="66430" b="1675"/>
          <a:stretch/>
        </p:blipFill>
        <p:spPr>
          <a:xfrm>
            <a:off x="107799" y="1625600"/>
            <a:ext cx="4020653" cy="319405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663EA024-B680-F444-EE7E-63C77EB62792}"/>
              </a:ext>
            </a:extLst>
          </p:cNvPr>
          <p:cNvSpPr/>
          <p:nvPr/>
        </p:nvSpPr>
        <p:spPr>
          <a:xfrm>
            <a:off x="-84015" y="5059811"/>
            <a:ext cx="1703146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Neighbor</a:t>
            </a:r>
          </a:p>
          <a:p>
            <a:pPr algn="ctr"/>
            <a:r>
              <a:rPr lang="en-US" altLang="zh-CN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Replication</a:t>
            </a:r>
            <a:endParaRPr lang="zh-CN" altLang="en-US" sz="2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04D5EA3-684A-528C-F8FB-9F8C127CCA18}"/>
              </a:ext>
            </a:extLst>
          </p:cNvPr>
          <p:cNvSpPr/>
          <p:nvPr/>
        </p:nvSpPr>
        <p:spPr>
          <a:xfrm>
            <a:off x="-6169" y="5912738"/>
            <a:ext cx="149009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1600" b="1" dirty="0">
                <a:solidFill>
                  <a:schemeClr val="bg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Intermediate</a:t>
            </a:r>
          </a:p>
          <a:p>
            <a:pPr algn="ctr"/>
            <a:r>
              <a:rPr lang="en-US" altLang="zh-CN" sz="1600" b="1" dirty="0">
                <a:solidFill>
                  <a:schemeClr val="bg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Data</a:t>
            </a:r>
            <a:endParaRPr lang="zh-CN" altLang="en-US" sz="1600" b="1" dirty="0">
              <a:solidFill>
                <a:schemeClr val="bg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87D3939-B7C5-EB1B-8191-ED5F6669AFA0}"/>
              </a:ext>
            </a:extLst>
          </p:cNvPr>
          <p:cNvSpPr/>
          <p:nvPr/>
        </p:nvSpPr>
        <p:spPr>
          <a:xfrm>
            <a:off x="2104442" y="5039622"/>
            <a:ext cx="2242971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Inter-GPU</a:t>
            </a:r>
          </a:p>
          <a:p>
            <a:pPr algn="ctr"/>
            <a:r>
              <a:rPr lang="en-US" altLang="zh-CN" sz="2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Graph Partition</a:t>
            </a:r>
            <a:endParaRPr lang="zh-CN" altLang="en-US" sz="22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5B6F828-F153-90E0-7578-70DBE631574F}"/>
              </a:ext>
            </a:extLst>
          </p:cNvPr>
          <p:cNvSpPr/>
          <p:nvPr/>
        </p:nvSpPr>
        <p:spPr>
          <a:xfrm>
            <a:off x="2413363" y="5912738"/>
            <a:ext cx="162512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1600" b="1" dirty="0">
                <a:solidFill>
                  <a:schemeClr val="bg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Task Alternating</a:t>
            </a:r>
          </a:p>
          <a:p>
            <a:pPr algn="ctr"/>
            <a:r>
              <a:rPr lang="en-US" altLang="zh-CN" sz="1600" b="1" dirty="0">
                <a:solidFill>
                  <a:schemeClr val="bg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Execution</a:t>
            </a:r>
            <a:endParaRPr lang="zh-CN" altLang="en-US" sz="1600" b="1" dirty="0">
              <a:solidFill>
                <a:schemeClr val="bg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4" name="箭头: 右 13">
            <a:extLst>
              <a:ext uri="{FF2B5EF4-FFF2-40B4-BE49-F238E27FC236}">
                <a16:creationId xmlns:a16="http://schemas.microsoft.com/office/drawing/2014/main" id="{2E0494FB-DEA7-C7AB-9A24-8E4411A55FA4}"/>
              </a:ext>
            </a:extLst>
          </p:cNvPr>
          <p:cNvSpPr/>
          <p:nvPr/>
        </p:nvSpPr>
        <p:spPr>
          <a:xfrm rot="10800000">
            <a:off x="1570051" y="5229991"/>
            <a:ext cx="617896" cy="382159"/>
          </a:xfrm>
          <a:prstGeom prst="rightArrow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18" name="箭头: 右 17">
            <a:extLst>
              <a:ext uri="{FF2B5EF4-FFF2-40B4-BE49-F238E27FC236}">
                <a16:creationId xmlns:a16="http://schemas.microsoft.com/office/drawing/2014/main" id="{A17B6DFE-B995-2AB1-0EE2-B4EDFB281BDA}"/>
              </a:ext>
            </a:extLst>
          </p:cNvPr>
          <p:cNvSpPr/>
          <p:nvPr/>
        </p:nvSpPr>
        <p:spPr>
          <a:xfrm rot="10800000">
            <a:off x="1633965" y="6068514"/>
            <a:ext cx="450886" cy="273221"/>
          </a:xfrm>
          <a:prstGeom prst="rightArrow">
            <a:avLst/>
          </a:prstGeom>
          <a:noFill/>
          <a:ln w="3810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6007245-A21A-21C7-A1A2-3B450E64310D}"/>
              </a:ext>
            </a:extLst>
          </p:cNvPr>
          <p:cNvSpPr/>
          <p:nvPr/>
        </p:nvSpPr>
        <p:spPr>
          <a:xfrm>
            <a:off x="80073" y="2567060"/>
            <a:ext cx="1272478" cy="115353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4C689EB7-978F-B07B-E4DD-33E15190F05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4028" t="90706" r="33344" b="-1244"/>
          <a:stretch/>
        </p:blipFill>
        <p:spPr>
          <a:xfrm>
            <a:off x="4198600" y="4559300"/>
            <a:ext cx="3907726" cy="376647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4850AB7E-BE64-B237-FAFB-6755BA28D76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4287" t="8962" r="53502" b="10380"/>
          <a:stretch/>
        </p:blipFill>
        <p:spPr>
          <a:xfrm>
            <a:off x="4214378" y="1625600"/>
            <a:ext cx="1462522" cy="2882900"/>
          </a:xfrm>
          <a:prstGeom prst="rect">
            <a:avLst/>
          </a:prstGeom>
        </p:spPr>
      </p:pic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1911F0CB-C21F-0533-283A-7289FE2D14B9}"/>
              </a:ext>
            </a:extLst>
          </p:cNvPr>
          <p:cNvCxnSpPr>
            <a:cxnSpLocks/>
          </p:cNvCxnSpPr>
          <p:nvPr/>
        </p:nvCxnSpPr>
        <p:spPr>
          <a:xfrm>
            <a:off x="1483930" y="3143827"/>
            <a:ext cx="2738096" cy="0"/>
          </a:xfrm>
          <a:prstGeom prst="straightConnector1">
            <a:avLst/>
          </a:prstGeom>
          <a:ln w="57150" cap="rnd">
            <a:solidFill>
              <a:schemeClr val="accent1"/>
            </a:solidFill>
            <a:round/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矩形 19">
            <a:extLst>
              <a:ext uri="{FF2B5EF4-FFF2-40B4-BE49-F238E27FC236}">
                <a16:creationId xmlns:a16="http://schemas.microsoft.com/office/drawing/2014/main" id="{89F7DA61-8D48-ECEA-31A3-058674ABCDF3}"/>
              </a:ext>
            </a:extLst>
          </p:cNvPr>
          <p:cNvSpPr/>
          <p:nvPr/>
        </p:nvSpPr>
        <p:spPr>
          <a:xfrm>
            <a:off x="4279284" y="2567060"/>
            <a:ext cx="1272478" cy="115353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0BC04EDD-C75A-1BEF-E114-DB3CDBC09810}"/>
              </a:ext>
            </a:extLst>
          </p:cNvPr>
          <p:cNvSpPr txBox="1"/>
          <p:nvPr/>
        </p:nvSpPr>
        <p:spPr>
          <a:xfrm>
            <a:off x="4832724" y="5087027"/>
            <a:ext cx="2242971" cy="981487"/>
          </a:xfrm>
          <a:prstGeom prst="rect">
            <a:avLst/>
          </a:prstGeom>
          <a:noFill/>
          <a:ln w="19050">
            <a:noFill/>
            <a:prstDash val="soli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/>
                <a:ea typeface="等线" panose="02010600030101010101" pitchFamily="2" charset="-122"/>
                <a:cs typeface="+mn-cs"/>
                <a:sym typeface="+mn-ea"/>
              </a:rPr>
              <a:t>Inter-GPU </a:t>
            </a:r>
          </a:p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/>
                <a:ea typeface="等线" panose="02010600030101010101" pitchFamily="2" charset="-122"/>
                <a:cs typeface="+mn-cs"/>
                <a:sym typeface="+mn-ea"/>
              </a:rPr>
              <a:t>Task Partition</a:t>
            </a:r>
          </a:p>
        </p:txBody>
      </p: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C9923414-E864-83F9-17E9-2A3953B932F3}"/>
              </a:ext>
            </a:extLst>
          </p:cNvPr>
          <p:cNvCxnSpPr>
            <a:cxnSpLocks/>
          </p:cNvCxnSpPr>
          <p:nvPr/>
        </p:nvCxnSpPr>
        <p:spPr>
          <a:xfrm flipH="1" flipV="1">
            <a:off x="4279284" y="5532317"/>
            <a:ext cx="762616" cy="79833"/>
          </a:xfrm>
          <a:prstGeom prst="straightConnector1">
            <a:avLst/>
          </a:prstGeom>
          <a:ln w="57150" cap="rnd">
            <a:solidFill>
              <a:schemeClr val="accent1"/>
            </a:solidFill>
            <a:round/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248EAD0A-FD38-2958-5A60-3191FEEC76AA}"/>
              </a:ext>
            </a:extLst>
          </p:cNvPr>
          <p:cNvSpPr txBox="1"/>
          <p:nvPr/>
        </p:nvSpPr>
        <p:spPr>
          <a:xfrm>
            <a:off x="4279284" y="4999158"/>
            <a:ext cx="910387" cy="461665"/>
          </a:xfrm>
          <a:prstGeom prst="rect">
            <a:avLst/>
          </a:prstGeom>
          <a:noFill/>
          <a:ln w="19050">
            <a:noFill/>
            <a:prstDash val="solid"/>
          </a:ln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chemeClr val="accent1"/>
                </a:solidFill>
              </a:rPr>
              <a:t>Avoid</a:t>
            </a:r>
            <a:endParaRPr lang="zh-CN" altLang="en-US" sz="2400" b="1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092225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288000" y="0"/>
            <a:ext cx="11164860" cy="141763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altLang="zh-CN" sz="3600" dirty="0" err="1">
                <a:latin typeface="Century Gothic" panose="020B050202020202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NeutronT</a:t>
            </a:r>
            <a:r>
              <a:rPr lang="en-US" altLang="zh-CN" dirty="0" err="1">
                <a:latin typeface="Century Gothic" panose="020B050202020202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ask</a:t>
            </a:r>
            <a:r>
              <a:rPr lang="en-US" altLang="zh-CN" dirty="0">
                <a:latin typeface="Century Gothic" panose="020B050202020202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 — Contribution 1 (</a:t>
            </a:r>
            <a:r>
              <a:rPr lang="en-US" altLang="zh-CN" dirty="0">
                <a:latin typeface="Century Gothic" panose="020B0502020202020204" pitchFamily="34" charset="0"/>
                <a:ea typeface="Verdana" panose="020B0604030504040204" pitchFamily="34" charset="0"/>
                <a:sym typeface="+mn-ea"/>
              </a:rPr>
              <a:t>Task Parallelism)</a:t>
            </a:r>
            <a:endParaRPr lang="en-US" altLang="zh-CN" dirty="0">
              <a:latin typeface="Century Gothic" panose="020B0502020202020204" pitchFamily="34" charset="0"/>
              <a:ea typeface="Verdana" panose="020B0604030504040204" pitchFamily="34" charset="0"/>
            </a:endParaRPr>
          </a:p>
        </p:txBody>
      </p:sp>
      <p:sp>
        <p:nvSpPr>
          <p:cNvPr id="5" name="Rectangle 10"/>
          <p:cNvSpPr/>
          <p:nvPr/>
        </p:nvSpPr>
        <p:spPr>
          <a:xfrm>
            <a:off x="0" y="420787"/>
            <a:ext cx="288000" cy="57606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F7BF4947-7A00-41C0-A2B8-1BB64308F69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91044"/>
          <a:stretch/>
        </p:blipFill>
        <p:spPr>
          <a:xfrm>
            <a:off x="107799" y="1305494"/>
            <a:ext cx="11976401" cy="320106"/>
          </a:xfrm>
          <a:prstGeom prst="rect">
            <a:avLst/>
          </a:prstGeom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E9AA9E10-B637-F0A3-3B3F-1D8D98123F6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1" t="8961" r="66430" b="1675"/>
          <a:stretch/>
        </p:blipFill>
        <p:spPr>
          <a:xfrm>
            <a:off x="107799" y="1625600"/>
            <a:ext cx="4020653" cy="319405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663EA024-B680-F444-EE7E-63C77EB62792}"/>
              </a:ext>
            </a:extLst>
          </p:cNvPr>
          <p:cNvSpPr/>
          <p:nvPr/>
        </p:nvSpPr>
        <p:spPr>
          <a:xfrm>
            <a:off x="-84015" y="5059811"/>
            <a:ext cx="1703146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Neighbor</a:t>
            </a:r>
          </a:p>
          <a:p>
            <a:pPr algn="ctr"/>
            <a:r>
              <a:rPr lang="en-US" altLang="zh-CN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Replication</a:t>
            </a:r>
            <a:endParaRPr lang="zh-CN" altLang="en-US" sz="2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04D5EA3-684A-528C-F8FB-9F8C127CCA18}"/>
              </a:ext>
            </a:extLst>
          </p:cNvPr>
          <p:cNvSpPr/>
          <p:nvPr/>
        </p:nvSpPr>
        <p:spPr>
          <a:xfrm>
            <a:off x="-6169" y="5912738"/>
            <a:ext cx="149009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1600" b="1" dirty="0">
                <a:solidFill>
                  <a:schemeClr val="bg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Intermediate</a:t>
            </a:r>
          </a:p>
          <a:p>
            <a:pPr algn="ctr"/>
            <a:r>
              <a:rPr lang="en-US" altLang="zh-CN" sz="1600" b="1" dirty="0">
                <a:solidFill>
                  <a:schemeClr val="bg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Data</a:t>
            </a:r>
            <a:endParaRPr lang="zh-CN" altLang="en-US" sz="1600" b="1" dirty="0">
              <a:solidFill>
                <a:schemeClr val="bg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87D3939-B7C5-EB1B-8191-ED5F6669AFA0}"/>
              </a:ext>
            </a:extLst>
          </p:cNvPr>
          <p:cNvSpPr/>
          <p:nvPr/>
        </p:nvSpPr>
        <p:spPr>
          <a:xfrm>
            <a:off x="2104442" y="5039622"/>
            <a:ext cx="2242971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Inter-GPU</a:t>
            </a:r>
          </a:p>
          <a:p>
            <a:pPr algn="ctr"/>
            <a:r>
              <a:rPr lang="en-US" altLang="zh-CN" sz="2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Graph Partition</a:t>
            </a:r>
            <a:endParaRPr lang="zh-CN" altLang="en-US" sz="22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5B6F828-F153-90E0-7578-70DBE631574F}"/>
              </a:ext>
            </a:extLst>
          </p:cNvPr>
          <p:cNvSpPr/>
          <p:nvPr/>
        </p:nvSpPr>
        <p:spPr>
          <a:xfrm>
            <a:off x="2413363" y="5912738"/>
            <a:ext cx="162512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1600" b="1" dirty="0">
                <a:solidFill>
                  <a:schemeClr val="bg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Task Alternating</a:t>
            </a:r>
          </a:p>
          <a:p>
            <a:pPr algn="ctr"/>
            <a:r>
              <a:rPr lang="en-US" altLang="zh-CN" sz="1600" b="1" dirty="0">
                <a:solidFill>
                  <a:schemeClr val="bg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Execution</a:t>
            </a:r>
            <a:endParaRPr lang="zh-CN" altLang="en-US" sz="1600" b="1" dirty="0">
              <a:solidFill>
                <a:schemeClr val="bg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4" name="箭头: 右 13">
            <a:extLst>
              <a:ext uri="{FF2B5EF4-FFF2-40B4-BE49-F238E27FC236}">
                <a16:creationId xmlns:a16="http://schemas.microsoft.com/office/drawing/2014/main" id="{2E0494FB-DEA7-C7AB-9A24-8E4411A55FA4}"/>
              </a:ext>
            </a:extLst>
          </p:cNvPr>
          <p:cNvSpPr/>
          <p:nvPr/>
        </p:nvSpPr>
        <p:spPr>
          <a:xfrm rot="10800000">
            <a:off x="1570051" y="5229991"/>
            <a:ext cx="617896" cy="382159"/>
          </a:xfrm>
          <a:prstGeom prst="rightArrow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18" name="箭头: 右 17">
            <a:extLst>
              <a:ext uri="{FF2B5EF4-FFF2-40B4-BE49-F238E27FC236}">
                <a16:creationId xmlns:a16="http://schemas.microsoft.com/office/drawing/2014/main" id="{A17B6DFE-B995-2AB1-0EE2-B4EDFB281BDA}"/>
              </a:ext>
            </a:extLst>
          </p:cNvPr>
          <p:cNvSpPr/>
          <p:nvPr/>
        </p:nvSpPr>
        <p:spPr>
          <a:xfrm rot="10800000">
            <a:off x="1633965" y="6068514"/>
            <a:ext cx="450886" cy="273221"/>
          </a:xfrm>
          <a:prstGeom prst="rightArrow">
            <a:avLst/>
          </a:prstGeom>
          <a:noFill/>
          <a:ln w="3810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4C689EB7-978F-B07B-E4DD-33E15190F05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4028" t="90706" r="33344" b="-1244"/>
          <a:stretch/>
        </p:blipFill>
        <p:spPr>
          <a:xfrm>
            <a:off x="4198600" y="4559300"/>
            <a:ext cx="3907726" cy="376647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4850AB7E-BE64-B237-FAFB-6755BA28D76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4286" t="8962" r="33219" b="10380"/>
          <a:stretch/>
        </p:blipFill>
        <p:spPr>
          <a:xfrm>
            <a:off x="4214378" y="1625600"/>
            <a:ext cx="3891948" cy="2882900"/>
          </a:xfrm>
          <a:prstGeom prst="rect">
            <a:avLst/>
          </a:prstGeom>
        </p:spPr>
      </p:pic>
      <p:sp>
        <p:nvSpPr>
          <p:cNvPr id="20" name="矩形 19">
            <a:extLst>
              <a:ext uri="{FF2B5EF4-FFF2-40B4-BE49-F238E27FC236}">
                <a16:creationId xmlns:a16="http://schemas.microsoft.com/office/drawing/2014/main" id="{89F7DA61-8D48-ECEA-31A3-058674ABCDF3}"/>
              </a:ext>
            </a:extLst>
          </p:cNvPr>
          <p:cNvSpPr/>
          <p:nvPr/>
        </p:nvSpPr>
        <p:spPr>
          <a:xfrm>
            <a:off x="5888864" y="1934243"/>
            <a:ext cx="1769236" cy="104390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0BC04EDD-C75A-1BEF-E114-DB3CDBC09810}"/>
              </a:ext>
            </a:extLst>
          </p:cNvPr>
          <p:cNvSpPr txBox="1"/>
          <p:nvPr/>
        </p:nvSpPr>
        <p:spPr>
          <a:xfrm>
            <a:off x="4832724" y="5087027"/>
            <a:ext cx="2242971" cy="981487"/>
          </a:xfrm>
          <a:prstGeom prst="rect">
            <a:avLst/>
          </a:prstGeom>
          <a:noFill/>
          <a:ln w="19050">
            <a:noFill/>
            <a:prstDash val="soli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/>
                <a:ea typeface="等线" panose="02010600030101010101" pitchFamily="2" charset="-122"/>
                <a:cs typeface="+mn-cs"/>
                <a:sym typeface="+mn-ea"/>
              </a:rPr>
              <a:t>Inter-GPU </a:t>
            </a:r>
          </a:p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/>
                <a:ea typeface="等线" panose="02010600030101010101" pitchFamily="2" charset="-122"/>
                <a:cs typeface="+mn-cs"/>
                <a:sym typeface="+mn-ea"/>
              </a:rPr>
              <a:t>Task Partition</a:t>
            </a:r>
          </a:p>
        </p:txBody>
      </p: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C9923414-E864-83F9-17E9-2A3953B932F3}"/>
              </a:ext>
            </a:extLst>
          </p:cNvPr>
          <p:cNvCxnSpPr>
            <a:cxnSpLocks/>
          </p:cNvCxnSpPr>
          <p:nvPr/>
        </p:nvCxnSpPr>
        <p:spPr>
          <a:xfrm flipH="1" flipV="1">
            <a:off x="4279284" y="5532317"/>
            <a:ext cx="762616" cy="79833"/>
          </a:xfrm>
          <a:prstGeom prst="straightConnector1">
            <a:avLst/>
          </a:prstGeom>
          <a:ln w="57150" cap="rnd">
            <a:solidFill>
              <a:schemeClr val="accent1"/>
            </a:solidFill>
            <a:round/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矩形 14">
            <a:extLst>
              <a:ext uri="{FF2B5EF4-FFF2-40B4-BE49-F238E27FC236}">
                <a16:creationId xmlns:a16="http://schemas.microsoft.com/office/drawing/2014/main" id="{0EC61821-FAEB-8AB2-55D5-7323622FC481}"/>
              </a:ext>
            </a:extLst>
          </p:cNvPr>
          <p:cNvSpPr/>
          <p:nvPr/>
        </p:nvSpPr>
        <p:spPr>
          <a:xfrm>
            <a:off x="6337090" y="3317223"/>
            <a:ext cx="1769236" cy="104390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DA47924-0DB7-E44C-D482-9DB51DB26673}"/>
              </a:ext>
            </a:extLst>
          </p:cNvPr>
          <p:cNvSpPr txBox="1"/>
          <p:nvPr/>
        </p:nvSpPr>
        <p:spPr>
          <a:xfrm>
            <a:off x="8916988" y="2515595"/>
            <a:ext cx="3275012" cy="830997"/>
          </a:xfrm>
          <a:prstGeom prst="rect">
            <a:avLst/>
          </a:prstGeom>
          <a:noFill/>
          <a:ln w="19050">
            <a:noFill/>
            <a:prstDash val="solid"/>
          </a:ln>
        </p:spPr>
        <p:txBody>
          <a:bodyPr wrap="square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</a:rPr>
              <a:t>Each GPU Manages Only The Allocated Tasks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846162FB-7A3E-D50F-BD40-AEBB8E3AFA97}"/>
              </a:ext>
            </a:extLst>
          </p:cNvPr>
          <p:cNvCxnSpPr>
            <a:cxnSpLocks/>
            <a:endCxn id="11" idx="1"/>
          </p:cNvCxnSpPr>
          <p:nvPr/>
        </p:nvCxnSpPr>
        <p:spPr>
          <a:xfrm>
            <a:off x="7722669" y="2456196"/>
            <a:ext cx="1194319" cy="474898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E0E8EF0B-D071-CC4A-0788-C1BDC2BC24DB}"/>
              </a:ext>
            </a:extLst>
          </p:cNvPr>
          <p:cNvCxnSpPr>
            <a:cxnSpLocks/>
            <a:endCxn id="11" idx="1"/>
          </p:cNvCxnSpPr>
          <p:nvPr/>
        </p:nvCxnSpPr>
        <p:spPr>
          <a:xfrm flipV="1">
            <a:off x="8192252" y="2931094"/>
            <a:ext cx="724736" cy="889995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文本框 28">
            <a:extLst>
              <a:ext uri="{FF2B5EF4-FFF2-40B4-BE49-F238E27FC236}">
                <a16:creationId xmlns:a16="http://schemas.microsoft.com/office/drawing/2014/main" id="{D3A2E858-22D0-DFB5-54C6-9209DAB6BEA6}"/>
              </a:ext>
            </a:extLst>
          </p:cNvPr>
          <p:cNvSpPr txBox="1"/>
          <p:nvPr/>
        </p:nvSpPr>
        <p:spPr>
          <a:xfrm>
            <a:off x="4279284" y="4999158"/>
            <a:ext cx="910387" cy="461665"/>
          </a:xfrm>
          <a:prstGeom prst="rect">
            <a:avLst/>
          </a:prstGeom>
          <a:noFill/>
          <a:ln w="19050">
            <a:noFill/>
            <a:prstDash val="solid"/>
          </a:ln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chemeClr val="accent1"/>
                </a:solidFill>
              </a:rPr>
              <a:t>Avoid</a:t>
            </a:r>
            <a:endParaRPr lang="zh-CN" altLang="en-US" sz="2400" b="1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290696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288000" y="0"/>
            <a:ext cx="11164860" cy="141763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altLang="zh-CN" sz="3600" dirty="0" err="1">
                <a:latin typeface="Century Gothic" panose="020B050202020202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NeutronT</a:t>
            </a:r>
            <a:r>
              <a:rPr lang="en-US" altLang="zh-CN" dirty="0" err="1">
                <a:latin typeface="Century Gothic" panose="020B050202020202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ask</a:t>
            </a:r>
            <a:r>
              <a:rPr lang="en-US" altLang="zh-CN" dirty="0">
                <a:latin typeface="Century Gothic" panose="020B050202020202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 — Contribution 1 (</a:t>
            </a:r>
            <a:r>
              <a:rPr lang="en-US" altLang="zh-CN" dirty="0">
                <a:latin typeface="Century Gothic" panose="020B0502020202020204" pitchFamily="34" charset="0"/>
                <a:ea typeface="Verdana" panose="020B0604030504040204" pitchFamily="34" charset="0"/>
                <a:sym typeface="+mn-ea"/>
              </a:rPr>
              <a:t>Task Parallelism)</a:t>
            </a:r>
            <a:endParaRPr lang="en-US" altLang="zh-CN" dirty="0">
              <a:latin typeface="Century Gothic" panose="020B0502020202020204" pitchFamily="34" charset="0"/>
              <a:ea typeface="Verdana" panose="020B0604030504040204" pitchFamily="34" charset="0"/>
            </a:endParaRPr>
          </a:p>
        </p:txBody>
      </p:sp>
      <p:sp>
        <p:nvSpPr>
          <p:cNvPr id="5" name="Rectangle 10"/>
          <p:cNvSpPr/>
          <p:nvPr/>
        </p:nvSpPr>
        <p:spPr>
          <a:xfrm>
            <a:off x="0" y="420787"/>
            <a:ext cx="288000" cy="57606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F7BF4947-7A00-41C0-A2B8-1BB64308F69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91044"/>
          <a:stretch/>
        </p:blipFill>
        <p:spPr>
          <a:xfrm>
            <a:off x="107799" y="1305494"/>
            <a:ext cx="11976401" cy="320106"/>
          </a:xfrm>
          <a:prstGeom prst="rect">
            <a:avLst/>
          </a:prstGeom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E9AA9E10-B637-F0A3-3B3F-1D8D98123F6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1" t="8961" r="66430" b="1675"/>
          <a:stretch/>
        </p:blipFill>
        <p:spPr>
          <a:xfrm>
            <a:off x="107799" y="1625600"/>
            <a:ext cx="4020653" cy="319405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663EA024-B680-F444-EE7E-63C77EB62792}"/>
              </a:ext>
            </a:extLst>
          </p:cNvPr>
          <p:cNvSpPr/>
          <p:nvPr/>
        </p:nvSpPr>
        <p:spPr>
          <a:xfrm>
            <a:off x="-84015" y="5059811"/>
            <a:ext cx="1703146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Neighbor</a:t>
            </a:r>
          </a:p>
          <a:p>
            <a:pPr algn="ctr"/>
            <a:r>
              <a:rPr lang="en-US" altLang="zh-CN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Replication</a:t>
            </a:r>
            <a:endParaRPr lang="zh-CN" altLang="en-US" sz="2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04D5EA3-684A-528C-F8FB-9F8C127CCA18}"/>
              </a:ext>
            </a:extLst>
          </p:cNvPr>
          <p:cNvSpPr/>
          <p:nvPr/>
        </p:nvSpPr>
        <p:spPr>
          <a:xfrm>
            <a:off x="-6169" y="5912738"/>
            <a:ext cx="149009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1600" b="1" dirty="0">
                <a:solidFill>
                  <a:schemeClr val="bg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Intermediate</a:t>
            </a:r>
          </a:p>
          <a:p>
            <a:pPr algn="ctr"/>
            <a:r>
              <a:rPr lang="en-US" altLang="zh-CN" sz="1600" b="1" dirty="0">
                <a:solidFill>
                  <a:schemeClr val="bg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Data</a:t>
            </a:r>
            <a:endParaRPr lang="zh-CN" altLang="en-US" sz="1600" b="1" dirty="0">
              <a:solidFill>
                <a:schemeClr val="bg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87D3939-B7C5-EB1B-8191-ED5F6669AFA0}"/>
              </a:ext>
            </a:extLst>
          </p:cNvPr>
          <p:cNvSpPr/>
          <p:nvPr/>
        </p:nvSpPr>
        <p:spPr>
          <a:xfrm>
            <a:off x="2104442" y="5039622"/>
            <a:ext cx="2242971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Inter-GPU</a:t>
            </a:r>
          </a:p>
          <a:p>
            <a:pPr algn="ctr"/>
            <a:r>
              <a:rPr lang="en-US" altLang="zh-CN" sz="2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Graph Partition</a:t>
            </a:r>
            <a:endParaRPr lang="zh-CN" altLang="en-US" sz="22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5B6F828-F153-90E0-7578-70DBE631574F}"/>
              </a:ext>
            </a:extLst>
          </p:cNvPr>
          <p:cNvSpPr/>
          <p:nvPr/>
        </p:nvSpPr>
        <p:spPr>
          <a:xfrm>
            <a:off x="2413363" y="5912738"/>
            <a:ext cx="162512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1600" b="1" dirty="0">
                <a:solidFill>
                  <a:schemeClr val="bg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Task Alternating</a:t>
            </a:r>
          </a:p>
          <a:p>
            <a:pPr algn="ctr"/>
            <a:r>
              <a:rPr lang="en-US" altLang="zh-CN" sz="1600" b="1" dirty="0">
                <a:solidFill>
                  <a:schemeClr val="bg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Execution</a:t>
            </a:r>
            <a:endParaRPr lang="zh-CN" altLang="en-US" sz="1600" b="1" dirty="0">
              <a:solidFill>
                <a:schemeClr val="bg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4" name="箭头: 右 13">
            <a:extLst>
              <a:ext uri="{FF2B5EF4-FFF2-40B4-BE49-F238E27FC236}">
                <a16:creationId xmlns:a16="http://schemas.microsoft.com/office/drawing/2014/main" id="{2E0494FB-DEA7-C7AB-9A24-8E4411A55FA4}"/>
              </a:ext>
            </a:extLst>
          </p:cNvPr>
          <p:cNvSpPr/>
          <p:nvPr/>
        </p:nvSpPr>
        <p:spPr>
          <a:xfrm rot="10800000">
            <a:off x="1570051" y="5229991"/>
            <a:ext cx="617896" cy="382159"/>
          </a:xfrm>
          <a:prstGeom prst="rightArrow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18" name="箭头: 右 17">
            <a:extLst>
              <a:ext uri="{FF2B5EF4-FFF2-40B4-BE49-F238E27FC236}">
                <a16:creationId xmlns:a16="http://schemas.microsoft.com/office/drawing/2014/main" id="{A17B6DFE-B995-2AB1-0EE2-B4EDFB281BDA}"/>
              </a:ext>
            </a:extLst>
          </p:cNvPr>
          <p:cNvSpPr/>
          <p:nvPr/>
        </p:nvSpPr>
        <p:spPr>
          <a:xfrm rot="10800000">
            <a:off x="1633965" y="6068514"/>
            <a:ext cx="450886" cy="273221"/>
          </a:xfrm>
          <a:prstGeom prst="rightArrow">
            <a:avLst/>
          </a:prstGeom>
          <a:noFill/>
          <a:ln w="3810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4C689EB7-978F-B07B-E4DD-33E15190F05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4028" t="90706" r="33344" b="-1244"/>
          <a:stretch/>
        </p:blipFill>
        <p:spPr>
          <a:xfrm>
            <a:off x="4198600" y="4559300"/>
            <a:ext cx="3907726" cy="376647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4850AB7E-BE64-B237-FAFB-6755BA28D76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4286" t="8962" r="33219" b="10380"/>
          <a:stretch/>
        </p:blipFill>
        <p:spPr>
          <a:xfrm>
            <a:off x="4214378" y="1625600"/>
            <a:ext cx="3891948" cy="2882900"/>
          </a:xfrm>
          <a:prstGeom prst="rect">
            <a:avLst/>
          </a:prstGeom>
        </p:spPr>
      </p:pic>
      <p:sp>
        <p:nvSpPr>
          <p:cNvPr id="20" name="矩形 19">
            <a:extLst>
              <a:ext uri="{FF2B5EF4-FFF2-40B4-BE49-F238E27FC236}">
                <a16:creationId xmlns:a16="http://schemas.microsoft.com/office/drawing/2014/main" id="{89F7DA61-8D48-ECEA-31A3-058674ABCDF3}"/>
              </a:ext>
            </a:extLst>
          </p:cNvPr>
          <p:cNvSpPr/>
          <p:nvPr/>
        </p:nvSpPr>
        <p:spPr>
          <a:xfrm>
            <a:off x="5888864" y="1934243"/>
            <a:ext cx="1769236" cy="104390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0BC04EDD-C75A-1BEF-E114-DB3CDBC09810}"/>
              </a:ext>
            </a:extLst>
          </p:cNvPr>
          <p:cNvSpPr txBox="1"/>
          <p:nvPr/>
        </p:nvSpPr>
        <p:spPr>
          <a:xfrm>
            <a:off x="4832724" y="5087027"/>
            <a:ext cx="2242971" cy="981487"/>
          </a:xfrm>
          <a:prstGeom prst="rect">
            <a:avLst/>
          </a:prstGeom>
          <a:noFill/>
          <a:ln w="19050">
            <a:noFill/>
            <a:prstDash val="soli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/>
                <a:ea typeface="等线" panose="02010600030101010101" pitchFamily="2" charset="-122"/>
                <a:cs typeface="+mn-cs"/>
                <a:sym typeface="+mn-ea"/>
              </a:rPr>
              <a:t>Inter-GPU </a:t>
            </a:r>
          </a:p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/>
                <a:ea typeface="等线" panose="02010600030101010101" pitchFamily="2" charset="-122"/>
                <a:cs typeface="+mn-cs"/>
                <a:sym typeface="+mn-ea"/>
              </a:rPr>
              <a:t>Task Partition</a:t>
            </a:r>
          </a:p>
        </p:txBody>
      </p: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C9923414-E864-83F9-17E9-2A3953B932F3}"/>
              </a:ext>
            </a:extLst>
          </p:cNvPr>
          <p:cNvCxnSpPr>
            <a:cxnSpLocks/>
          </p:cNvCxnSpPr>
          <p:nvPr/>
        </p:nvCxnSpPr>
        <p:spPr>
          <a:xfrm flipH="1" flipV="1">
            <a:off x="4279284" y="5532317"/>
            <a:ext cx="762616" cy="79833"/>
          </a:xfrm>
          <a:prstGeom prst="straightConnector1">
            <a:avLst/>
          </a:prstGeom>
          <a:ln w="57150" cap="rnd">
            <a:solidFill>
              <a:schemeClr val="accent1"/>
            </a:solidFill>
            <a:round/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矩形 14">
            <a:extLst>
              <a:ext uri="{FF2B5EF4-FFF2-40B4-BE49-F238E27FC236}">
                <a16:creationId xmlns:a16="http://schemas.microsoft.com/office/drawing/2014/main" id="{0EC61821-FAEB-8AB2-55D5-7323622FC481}"/>
              </a:ext>
            </a:extLst>
          </p:cNvPr>
          <p:cNvSpPr/>
          <p:nvPr/>
        </p:nvSpPr>
        <p:spPr>
          <a:xfrm>
            <a:off x="6337090" y="3317223"/>
            <a:ext cx="1769236" cy="104390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" name="直接箭头连接符 2">
            <a:extLst>
              <a:ext uri="{FF2B5EF4-FFF2-40B4-BE49-F238E27FC236}">
                <a16:creationId xmlns:a16="http://schemas.microsoft.com/office/drawing/2014/main" id="{AA3CC8B0-0199-E1A2-54DA-2C1A7AFBDEE2}"/>
              </a:ext>
            </a:extLst>
          </p:cNvPr>
          <p:cNvCxnSpPr>
            <a:cxnSpLocks/>
          </p:cNvCxnSpPr>
          <p:nvPr/>
        </p:nvCxnSpPr>
        <p:spPr>
          <a:xfrm flipH="1">
            <a:off x="4198600" y="3919767"/>
            <a:ext cx="1833900" cy="0"/>
          </a:xfrm>
          <a:prstGeom prst="straightConnector1">
            <a:avLst/>
          </a:prstGeom>
          <a:ln w="57150" cap="rnd">
            <a:solidFill>
              <a:schemeClr val="accent1"/>
            </a:solidFill>
            <a:round/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1FDA7F23-3F41-9902-AA30-BC3BC35B32F2}"/>
              </a:ext>
            </a:extLst>
          </p:cNvPr>
          <p:cNvCxnSpPr>
            <a:cxnSpLocks/>
          </p:cNvCxnSpPr>
          <p:nvPr/>
        </p:nvCxnSpPr>
        <p:spPr>
          <a:xfrm flipH="1" flipV="1">
            <a:off x="4107190" y="2456196"/>
            <a:ext cx="1695748" cy="14517"/>
          </a:xfrm>
          <a:prstGeom prst="straightConnector1">
            <a:avLst/>
          </a:prstGeom>
          <a:ln w="57150" cap="rnd">
            <a:solidFill>
              <a:schemeClr val="accent1"/>
            </a:solidFill>
            <a:round/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矩形 21">
            <a:extLst>
              <a:ext uri="{FF2B5EF4-FFF2-40B4-BE49-F238E27FC236}">
                <a16:creationId xmlns:a16="http://schemas.microsoft.com/office/drawing/2014/main" id="{0996FEF8-2211-96A0-88B9-C0F95866A7AE}"/>
              </a:ext>
            </a:extLst>
          </p:cNvPr>
          <p:cNvSpPr/>
          <p:nvPr/>
        </p:nvSpPr>
        <p:spPr>
          <a:xfrm>
            <a:off x="2072044" y="3274048"/>
            <a:ext cx="1947290" cy="112032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F0A0FAB1-B3D9-D4C9-8958-B1E9D782C432}"/>
              </a:ext>
            </a:extLst>
          </p:cNvPr>
          <p:cNvSpPr/>
          <p:nvPr/>
        </p:nvSpPr>
        <p:spPr>
          <a:xfrm>
            <a:off x="2089752" y="1827979"/>
            <a:ext cx="1947290" cy="112032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AB6D9FA6-B066-87BC-64C2-BFB90B754B58}"/>
              </a:ext>
            </a:extLst>
          </p:cNvPr>
          <p:cNvSpPr txBox="1"/>
          <p:nvPr/>
        </p:nvSpPr>
        <p:spPr>
          <a:xfrm>
            <a:off x="8916988" y="2515595"/>
            <a:ext cx="3275012" cy="830997"/>
          </a:xfrm>
          <a:prstGeom prst="rect">
            <a:avLst/>
          </a:prstGeom>
          <a:noFill/>
          <a:ln w="19050">
            <a:noFill/>
            <a:prstDash val="solid"/>
          </a:ln>
        </p:spPr>
        <p:txBody>
          <a:bodyPr wrap="square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</a:rPr>
              <a:t>Each GPU Manages Only The Allocated Tasks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C20ACE44-BC47-BA46-18F5-AB7338107F34}"/>
              </a:ext>
            </a:extLst>
          </p:cNvPr>
          <p:cNvCxnSpPr>
            <a:cxnSpLocks/>
            <a:endCxn id="11" idx="1"/>
          </p:cNvCxnSpPr>
          <p:nvPr/>
        </p:nvCxnSpPr>
        <p:spPr>
          <a:xfrm>
            <a:off x="7722669" y="2456196"/>
            <a:ext cx="1194319" cy="474898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C177B6CA-DE2D-AF18-EA11-7FFA695DFEFF}"/>
              </a:ext>
            </a:extLst>
          </p:cNvPr>
          <p:cNvCxnSpPr>
            <a:cxnSpLocks/>
            <a:endCxn id="11" idx="1"/>
          </p:cNvCxnSpPr>
          <p:nvPr/>
        </p:nvCxnSpPr>
        <p:spPr>
          <a:xfrm flipV="1">
            <a:off x="8192252" y="2931094"/>
            <a:ext cx="724736" cy="889995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文本框 20">
            <a:extLst>
              <a:ext uri="{FF2B5EF4-FFF2-40B4-BE49-F238E27FC236}">
                <a16:creationId xmlns:a16="http://schemas.microsoft.com/office/drawing/2014/main" id="{1B01BEEF-DA67-C271-2635-B5EC70A9B376}"/>
              </a:ext>
            </a:extLst>
          </p:cNvPr>
          <p:cNvSpPr txBox="1"/>
          <p:nvPr/>
        </p:nvSpPr>
        <p:spPr>
          <a:xfrm>
            <a:off x="4279284" y="4999158"/>
            <a:ext cx="910387" cy="461665"/>
          </a:xfrm>
          <a:prstGeom prst="rect">
            <a:avLst/>
          </a:prstGeom>
          <a:noFill/>
          <a:ln w="19050">
            <a:noFill/>
            <a:prstDash val="solid"/>
          </a:ln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chemeClr val="accent1"/>
                </a:solidFill>
              </a:rPr>
              <a:t>Avoid</a:t>
            </a:r>
            <a:endParaRPr lang="zh-CN" altLang="en-US" sz="2400" b="1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069935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288000" y="0"/>
            <a:ext cx="11164860" cy="141763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altLang="zh-CN" dirty="0">
                <a:latin typeface="Century Gothic" panose="020B050202020202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Task Parallelism</a:t>
            </a:r>
            <a:endParaRPr lang="en-US" altLang="zh-CN" sz="3600" dirty="0">
              <a:latin typeface="Century Gothic" panose="020B050202020202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5" name="Rectangle 10"/>
          <p:cNvSpPr/>
          <p:nvPr/>
        </p:nvSpPr>
        <p:spPr>
          <a:xfrm>
            <a:off x="0" y="420787"/>
            <a:ext cx="288000" cy="57606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E146BC6-2B3E-90ED-BFC5-40ABD2D459F4}"/>
              </a:ext>
            </a:extLst>
          </p:cNvPr>
          <p:cNvSpPr/>
          <p:nvPr/>
        </p:nvSpPr>
        <p:spPr>
          <a:xfrm>
            <a:off x="1923063" y="3048644"/>
            <a:ext cx="428865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600" dirty="0"/>
              <a:t>The forward propagation of a 2-layer GNN model</a:t>
            </a:r>
            <a:endParaRPr lang="zh-CN" altLang="en-US" sz="1600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DFE7FDA7-ED3A-822B-2F3E-DF6BEFD8A66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67554"/>
          <a:stretch/>
        </p:blipFill>
        <p:spPr>
          <a:xfrm>
            <a:off x="144000" y="1417639"/>
            <a:ext cx="6651264" cy="1604961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CA3801FE-D6E6-CEC3-D0C2-4C71F423B69C}"/>
              </a:ext>
            </a:extLst>
          </p:cNvPr>
          <p:cNvSpPr/>
          <p:nvPr/>
        </p:nvSpPr>
        <p:spPr>
          <a:xfrm>
            <a:off x="1144924" y="1391595"/>
            <a:ext cx="1556277" cy="51716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B084B15-A93F-9F1E-1120-EFCF9FCFB06A}"/>
              </a:ext>
            </a:extLst>
          </p:cNvPr>
          <p:cNvSpPr txBox="1"/>
          <p:nvPr/>
        </p:nvSpPr>
        <p:spPr>
          <a:xfrm>
            <a:off x="933450" y="3604568"/>
            <a:ext cx="2514600" cy="523220"/>
          </a:xfrm>
          <a:prstGeom prst="rect">
            <a:avLst/>
          </a:prstGeom>
          <a:noFill/>
          <a:ln w="19050">
            <a:noFill/>
            <a:prstDash val="solid"/>
          </a:ln>
        </p:spPr>
        <p:txBody>
          <a:bodyPr wrap="square">
            <a:spAutoFit/>
          </a:bodyPr>
          <a:lstStyle/>
          <a:p>
            <a:r>
              <a:rPr lang="en-US" altLang="zh-CN" sz="2800" dirty="0">
                <a:solidFill>
                  <a:srgbClr val="FF0000"/>
                </a:solidFill>
              </a:rPr>
              <a:t>Serial Execution </a:t>
            </a:r>
            <a:endParaRPr lang="zh-CN" altLang="en-US" sz="2800" dirty="0">
              <a:solidFill>
                <a:srgbClr val="FF0000"/>
              </a:solidFill>
            </a:endParaRPr>
          </a:p>
        </p:txBody>
      </p:sp>
      <p:sp>
        <p:nvSpPr>
          <p:cNvPr id="10" name="箭头: 右 9">
            <a:extLst>
              <a:ext uri="{FF2B5EF4-FFF2-40B4-BE49-F238E27FC236}">
                <a16:creationId xmlns:a16="http://schemas.microsoft.com/office/drawing/2014/main" id="{45046BD3-7A06-38B4-CCD6-D0DAAC6DC96D}"/>
              </a:ext>
            </a:extLst>
          </p:cNvPr>
          <p:cNvSpPr/>
          <p:nvPr/>
        </p:nvSpPr>
        <p:spPr>
          <a:xfrm>
            <a:off x="3587768" y="3674063"/>
            <a:ext cx="667144" cy="453725"/>
          </a:xfrm>
          <a:prstGeom prst="rightArrow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8043B9F-F498-A257-8F69-9AB1E317B1C5}"/>
              </a:ext>
            </a:extLst>
          </p:cNvPr>
          <p:cNvSpPr txBox="1"/>
          <p:nvPr/>
        </p:nvSpPr>
        <p:spPr>
          <a:xfrm>
            <a:off x="4381500" y="3604568"/>
            <a:ext cx="2514600" cy="523220"/>
          </a:xfrm>
          <a:prstGeom prst="rect">
            <a:avLst/>
          </a:prstGeom>
          <a:noFill/>
          <a:ln w="19050">
            <a:noFill/>
            <a:prstDash val="solid"/>
          </a:ln>
        </p:spPr>
        <p:txBody>
          <a:bodyPr wrap="square">
            <a:spAutoFit/>
          </a:bodyPr>
          <a:lstStyle/>
          <a:p>
            <a:r>
              <a:rPr lang="en-US" altLang="zh-CN" sz="2800" dirty="0">
                <a:solidFill>
                  <a:srgbClr val="FF0000"/>
                </a:solidFill>
              </a:rPr>
              <a:t>GPU Idleness</a:t>
            </a:r>
            <a:endParaRPr lang="zh-CN" altLang="en-US" sz="28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9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29167E-6 7.40741E-7 L 0.33347 0.13264 " pathEditMode="relative" rAng="0" ptsTypes="AA">
                                      <p:cBhvr>
                                        <p:cTn id="9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667" y="662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288000" y="0"/>
            <a:ext cx="11164860" cy="141763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altLang="zh-CN" dirty="0">
                <a:latin typeface="Century Gothic" panose="020B050202020202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Task Parallelism</a:t>
            </a:r>
            <a:endParaRPr lang="en-US" altLang="zh-CN" sz="3600" dirty="0">
              <a:latin typeface="Century Gothic" panose="020B050202020202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5" name="Rectangle 10"/>
          <p:cNvSpPr/>
          <p:nvPr/>
        </p:nvSpPr>
        <p:spPr>
          <a:xfrm>
            <a:off x="0" y="420787"/>
            <a:ext cx="288000" cy="57606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2DBBEA32-7D1A-E790-4DCA-9E49A76D09AF}"/>
              </a:ext>
            </a:extLst>
          </p:cNvPr>
          <p:cNvGrpSpPr/>
          <p:nvPr/>
        </p:nvGrpSpPr>
        <p:grpSpPr>
          <a:xfrm>
            <a:off x="9215734" y="1283286"/>
            <a:ext cx="1217316" cy="1557565"/>
            <a:chOff x="4341455" y="6360456"/>
            <a:chExt cx="621640" cy="844499"/>
          </a:xfrm>
        </p:grpSpPr>
        <p:sp>
          <p:nvSpPr>
            <p:cNvPr id="3" name="矩形 1174">
              <a:extLst>
                <a:ext uri="{FF2B5EF4-FFF2-40B4-BE49-F238E27FC236}">
                  <a16:creationId xmlns:a16="http://schemas.microsoft.com/office/drawing/2014/main" id="{A255DC1F-944F-BD94-A848-76C91F305B06}"/>
                </a:ext>
              </a:extLst>
            </p:cNvPr>
            <p:cNvSpPr/>
            <p:nvPr/>
          </p:nvSpPr>
          <p:spPr>
            <a:xfrm rot="10800000">
              <a:off x="4342830" y="6360456"/>
              <a:ext cx="618706" cy="844499"/>
            </a:xfrm>
            <a:custGeom>
              <a:avLst/>
              <a:gdLst>
                <a:gd name="connsiteX0" fmla="*/ 0 w 595706"/>
                <a:gd name="connsiteY0" fmla="*/ 0 h 92965"/>
                <a:gd name="connsiteX1" fmla="*/ 595706 w 595706"/>
                <a:gd name="connsiteY1" fmla="*/ 0 h 92965"/>
                <a:gd name="connsiteX2" fmla="*/ 595706 w 595706"/>
                <a:gd name="connsiteY2" fmla="*/ 92965 h 92965"/>
                <a:gd name="connsiteX3" fmla="*/ 0 w 595706"/>
                <a:gd name="connsiteY3" fmla="*/ 92965 h 92965"/>
                <a:gd name="connsiteX4" fmla="*/ 0 w 595706"/>
                <a:gd name="connsiteY4" fmla="*/ 0 h 92965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1422 w 594406"/>
                <a:gd name="connsiteY0" fmla="*/ 21376 h 135147"/>
                <a:gd name="connsiteX1" fmla="*/ 594406 w 594406"/>
                <a:gd name="connsiteY1" fmla="*/ 0 h 135147"/>
                <a:gd name="connsiteX2" fmla="*/ 594406 w 594406"/>
                <a:gd name="connsiteY2" fmla="*/ 92965 h 135147"/>
                <a:gd name="connsiteX3" fmla="*/ 61 w 594406"/>
                <a:gd name="connsiteY3" fmla="*/ 135147 h 135147"/>
                <a:gd name="connsiteX4" fmla="*/ 1422 w 594406"/>
                <a:gd name="connsiteY4" fmla="*/ 21376 h 135147"/>
                <a:gd name="connsiteX0" fmla="*/ 1422 w 594406"/>
                <a:gd name="connsiteY0" fmla="*/ 15599 h 135147"/>
                <a:gd name="connsiteX1" fmla="*/ 594406 w 594406"/>
                <a:gd name="connsiteY1" fmla="*/ 0 h 135147"/>
                <a:gd name="connsiteX2" fmla="*/ 594406 w 594406"/>
                <a:gd name="connsiteY2" fmla="*/ 92965 h 135147"/>
                <a:gd name="connsiteX3" fmla="*/ 61 w 594406"/>
                <a:gd name="connsiteY3" fmla="*/ 135147 h 135147"/>
                <a:gd name="connsiteX4" fmla="*/ 1422 w 594406"/>
                <a:gd name="connsiteY4" fmla="*/ 15599 h 135147"/>
                <a:gd name="connsiteX0" fmla="*/ 131 w 594476"/>
                <a:gd name="connsiteY0" fmla="*/ 4622 h 135147"/>
                <a:gd name="connsiteX1" fmla="*/ 594476 w 594476"/>
                <a:gd name="connsiteY1" fmla="*/ 0 h 135147"/>
                <a:gd name="connsiteX2" fmla="*/ 594476 w 594476"/>
                <a:gd name="connsiteY2" fmla="*/ 92965 h 135147"/>
                <a:gd name="connsiteX3" fmla="*/ 131 w 594476"/>
                <a:gd name="connsiteY3" fmla="*/ 135147 h 135147"/>
                <a:gd name="connsiteX4" fmla="*/ 131 w 594476"/>
                <a:gd name="connsiteY4" fmla="*/ 4622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22423 h 139660"/>
                <a:gd name="connsiteX1" fmla="*/ 595706 w 595706"/>
                <a:gd name="connsiteY1" fmla="*/ 4513 h 139660"/>
                <a:gd name="connsiteX2" fmla="*/ 595706 w 595706"/>
                <a:gd name="connsiteY2" fmla="*/ 97478 h 139660"/>
                <a:gd name="connsiteX3" fmla="*/ 1361 w 595706"/>
                <a:gd name="connsiteY3" fmla="*/ 139660 h 139660"/>
                <a:gd name="connsiteX4" fmla="*/ 0 w 595706"/>
                <a:gd name="connsiteY4" fmla="*/ 22423 h 139660"/>
                <a:gd name="connsiteX0" fmla="*/ 0 w 595706"/>
                <a:gd name="connsiteY0" fmla="*/ 26413 h 143650"/>
                <a:gd name="connsiteX1" fmla="*/ 595706 w 595706"/>
                <a:gd name="connsiteY1" fmla="*/ 8503 h 143650"/>
                <a:gd name="connsiteX2" fmla="*/ 595706 w 595706"/>
                <a:gd name="connsiteY2" fmla="*/ 101468 h 143650"/>
                <a:gd name="connsiteX3" fmla="*/ 1361 w 595706"/>
                <a:gd name="connsiteY3" fmla="*/ 143650 h 143650"/>
                <a:gd name="connsiteX4" fmla="*/ 0 w 595706"/>
                <a:gd name="connsiteY4" fmla="*/ 26413 h 143650"/>
                <a:gd name="connsiteX0" fmla="*/ 0 w 595706"/>
                <a:gd name="connsiteY0" fmla="*/ 21286 h 138523"/>
                <a:gd name="connsiteX1" fmla="*/ 595706 w 595706"/>
                <a:gd name="connsiteY1" fmla="*/ 3376 h 138523"/>
                <a:gd name="connsiteX2" fmla="*/ 595706 w 595706"/>
                <a:gd name="connsiteY2" fmla="*/ 96341 h 138523"/>
                <a:gd name="connsiteX3" fmla="*/ 1361 w 595706"/>
                <a:gd name="connsiteY3" fmla="*/ 138523 h 138523"/>
                <a:gd name="connsiteX4" fmla="*/ 0 w 595706"/>
                <a:gd name="connsiteY4" fmla="*/ 21286 h 138523"/>
                <a:gd name="connsiteX0" fmla="*/ 0 w 595706"/>
                <a:gd name="connsiteY0" fmla="*/ 22534 h 139771"/>
                <a:gd name="connsiteX1" fmla="*/ 595706 w 595706"/>
                <a:gd name="connsiteY1" fmla="*/ 4624 h 139771"/>
                <a:gd name="connsiteX2" fmla="*/ 595706 w 595706"/>
                <a:gd name="connsiteY2" fmla="*/ 97589 h 139771"/>
                <a:gd name="connsiteX3" fmla="*/ 1361 w 595706"/>
                <a:gd name="connsiteY3" fmla="*/ 139771 h 139771"/>
                <a:gd name="connsiteX4" fmla="*/ 0 w 595706"/>
                <a:gd name="connsiteY4" fmla="*/ 22534 h 139771"/>
                <a:gd name="connsiteX0" fmla="*/ 0 w 595706"/>
                <a:gd name="connsiteY0" fmla="*/ 23494 h 140731"/>
                <a:gd name="connsiteX1" fmla="*/ 595706 w 595706"/>
                <a:gd name="connsiteY1" fmla="*/ 2118 h 140731"/>
                <a:gd name="connsiteX2" fmla="*/ 595706 w 595706"/>
                <a:gd name="connsiteY2" fmla="*/ 98549 h 140731"/>
                <a:gd name="connsiteX3" fmla="*/ 1361 w 595706"/>
                <a:gd name="connsiteY3" fmla="*/ 140731 h 140731"/>
                <a:gd name="connsiteX4" fmla="*/ 0 w 595706"/>
                <a:gd name="connsiteY4" fmla="*/ 23494 h 140731"/>
                <a:gd name="connsiteX0" fmla="*/ 0 w 595706"/>
                <a:gd name="connsiteY0" fmla="*/ 23494 h 140731"/>
                <a:gd name="connsiteX1" fmla="*/ 595706 w 595706"/>
                <a:gd name="connsiteY1" fmla="*/ 2118 h 140731"/>
                <a:gd name="connsiteX2" fmla="*/ 595706 w 595706"/>
                <a:gd name="connsiteY2" fmla="*/ 98549 h 140731"/>
                <a:gd name="connsiteX3" fmla="*/ 1361 w 595706"/>
                <a:gd name="connsiteY3" fmla="*/ 140731 h 140731"/>
                <a:gd name="connsiteX4" fmla="*/ 0 w 595706"/>
                <a:gd name="connsiteY4" fmla="*/ 23494 h 140731"/>
                <a:gd name="connsiteX0" fmla="*/ 0 w 595706"/>
                <a:gd name="connsiteY0" fmla="*/ 25030 h 142267"/>
                <a:gd name="connsiteX1" fmla="*/ 595706 w 595706"/>
                <a:gd name="connsiteY1" fmla="*/ 3654 h 142267"/>
                <a:gd name="connsiteX2" fmla="*/ 595706 w 595706"/>
                <a:gd name="connsiteY2" fmla="*/ 100085 h 142267"/>
                <a:gd name="connsiteX3" fmla="*/ 1361 w 595706"/>
                <a:gd name="connsiteY3" fmla="*/ 142267 h 142267"/>
                <a:gd name="connsiteX4" fmla="*/ 0 w 595706"/>
                <a:gd name="connsiteY4" fmla="*/ 25030 h 142267"/>
                <a:gd name="connsiteX0" fmla="*/ 0 w 595706"/>
                <a:gd name="connsiteY0" fmla="*/ 22091 h 139328"/>
                <a:gd name="connsiteX1" fmla="*/ 595706 w 595706"/>
                <a:gd name="connsiteY1" fmla="*/ 715 h 139328"/>
                <a:gd name="connsiteX2" fmla="*/ 595706 w 595706"/>
                <a:gd name="connsiteY2" fmla="*/ 97146 h 139328"/>
                <a:gd name="connsiteX3" fmla="*/ 1361 w 595706"/>
                <a:gd name="connsiteY3" fmla="*/ 139328 h 139328"/>
                <a:gd name="connsiteX4" fmla="*/ 0 w 595706"/>
                <a:gd name="connsiteY4" fmla="*/ 22091 h 139328"/>
                <a:gd name="connsiteX0" fmla="*/ 0 w 595706"/>
                <a:gd name="connsiteY0" fmla="*/ 23573 h 140810"/>
                <a:gd name="connsiteX1" fmla="*/ 595706 w 595706"/>
                <a:gd name="connsiteY1" fmla="*/ 2197 h 140810"/>
                <a:gd name="connsiteX2" fmla="*/ 595706 w 595706"/>
                <a:gd name="connsiteY2" fmla="*/ 98628 h 140810"/>
                <a:gd name="connsiteX3" fmla="*/ 1361 w 595706"/>
                <a:gd name="connsiteY3" fmla="*/ 140810 h 140810"/>
                <a:gd name="connsiteX4" fmla="*/ 0 w 595706"/>
                <a:gd name="connsiteY4" fmla="*/ 23573 h 140810"/>
                <a:gd name="connsiteX0" fmla="*/ 0 w 595706"/>
                <a:gd name="connsiteY0" fmla="*/ 21908 h 139145"/>
                <a:gd name="connsiteX1" fmla="*/ 595706 w 595706"/>
                <a:gd name="connsiteY1" fmla="*/ 532 h 139145"/>
                <a:gd name="connsiteX2" fmla="*/ 595706 w 595706"/>
                <a:gd name="connsiteY2" fmla="*/ 96963 h 139145"/>
                <a:gd name="connsiteX3" fmla="*/ 1361 w 595706"/>
                <a:gd name="connsiteY3" fmla="*/ 139145 h 139145"/>
                <a:gd name="connsiteX4" fmla="*/ 0 w 595706"/>
                <a:gd name="connsiteY4" fmla="*/ 21908 h 139145"/>
                <a:gd name="connsiteX0" fmla="*/ 0 w 595706"/>
                <a:gd name="connsiteY0" fmla="*/ 23863 h 141100"/>
                <a:gd name="connsiteX1" fmla="*/ 595706 w 595706"/>
                <a:gd name="connsiteY1" fmla="*/ 2487 h 141100"/>
                <a:gd name="connsiteX2" fmla="*/ 595706 w 595706"/>
                <a:gd name="connsiteY2" fmla="*/ 98918 h 141100"/>
                <a:gd name="connsiteX3" fmla="*/ 1361 w 595706"/>
                <a:gd name="connsiteY3" fmla="*/ 141100 h 141100"/>
                <a:gd name="connsiteX4" fmla="*/ 0 w 595706"/>
                <a:gd name="connsiteY4" fmla="*/ 23863 h 141100"/>
                <a:gd name="connsiteX0" fmla="*/ 0 w 595706"/>
                <a:gd name="connsiteY0" fmla="*/ 24472 h 141709"/>
                <a:gd name="connsiteX1" fmla="*/ 595706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0 w 595706"/>
                <a:gd name="connsiteY0" fmla="*/ 24267 h 141504"/>
                <a:gd name="connsiteX1" fmla="*/ 595706 w 595706"/>
                <a:gd name="connsiteY1" fmla="*/ 2891 h 141504"/>
                <a:gd name="connsiteX2" fmla="*/ 595706 w 595706"/>
                <a:gd name="connsiteY2" fmla="*/ 99322 h 141504"/>
                <a:gd name="connsiteX3" fmla="*/ 1361 w 595706"/>
                <a:gd name="connsiteY3" fmla="*/ 141504 h 141504"/>
                <a:gd name="connsiteX4" fmla="*/ 0 w 595706"/>
                <a:gd name="connsiteY4" fmla="*/ 24267 h 141504"/>
                <a:gd name="connsiteX0" fmla="*/ 0 w 595706"/>
                <a:gd name="connsiteY0" fmla="*/ 24472 h 141709"/>
                <a:gd name="connsiteX1" fmla="*/ 595706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0 w 595706"/>
                <a:gd name="connsiteY0" fmla="*/ 24472 h 141709"/>
                <a:gd name="connsiteX1" fmla="*/ 594353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124 w 595830"/>
                <a:gd name="connsiteY0" fmla="*/ 24472 h 141709"/>
                <a:gd name="connsiteX1" fmla="*/ 594477 w 595830"/>
                <a:gd name="connsiteY1" fmla="*/ 3096 h 141709"/>
                <a:gd name="connsiteX2" fmla="*/ 595830 w 595830"/>
                <a:gd name="connsiteY2" fmla="*/ 99527 h 141709"/>
                <a:gd name="connsiteX3" fmla="*/ 131 w 595830"/>
                <a:gd name="connsiteY3" fmla="*/ 141709 h 141709"/>
                <a:gd name="connsiteX4" fmla="*/ 124 w 595830"/>
                <a:gd name="connsiteY4" fmla="*/ 24472 h 141709"/>
                <a:gd name="connsiteX0" fmla="*/ 124 w 597179"/>
                <a:gd name="connsiteY0" fmla="*/ 25207 h 142444"/>
                <a:gd name="connsiteX1" fmla="*/ 597179 w 597179"/>
                <a:gd name="connsiteY1" fmla="*/ 481 h 142444"/>
                <a:gd name="connsiteX2" fmla="*/ 595830 w 597179"/>
                <a:gd name="connsiteY2" fmla="*/ 100262 h 142444"/>
                <a:gd name="connsiteX3" fmla="*/ 131 w 597179"/>
                <a:gd name="connsiteY3" fmla="*/ 142444 h 142444"/>
                <a:gd name="connsiteX4" fmla="*/ 124 w 597179"/>
                <a:gd name="connsiteY4" fmla="*/ 25207 h 142444"/>
                <a:gd name="connsiteX0" fmla="*/ 124 w 595889"/>
                <a:gd name="connsiteY0" fmla="*/ 25842 h 143079"/>
                <a:gd name="connsiteX1" fmla="*/ 594477 w 595889"/>
                <a:gd name="connsiteY1" fmla="*/ 0 h 143079"/>
                <a:gd name="connsiteX2" fmla="*/ 595830 w 595889"/>
                <a:gd name="connsiteY2" fmla="*/ 100897 h 143079"/>
                <a:gd name="connsiteX3" fmla="*/ 131 w 595889"/>
                <a:gd name="connsiteY3" fmla="*/ 143079 h 143079"/>
                <a:gd name="connsiteX4" fmla="*/ 124 w 595889"/>
                <a:gd name="connsiteY4" fmla="*/ 25842 h 143079"/>
                <a:gd name="connsiteX0" fmla="*/ 124 w 595889"/>
                <a:gd name="connsiteY0" fmla="*/ 24713 h 141950"/>
                <a:gd name="connsiteX1" fmla="*/ 594477 w 595889"/>
                <a:gd name="connsiteY1" fmla="*/ 2221 h 141950"/>
                <a:gd name="connsiteX2" fmla="*/ 595830 w 595889"/>
                <a:gd name="connsiteY2" fmla="*/ 99768 h 141950"/>
                <a:gd name="connsiteX3" fmla="*/ 131 w 595889"/>
                <a:gd name="connsiteY3" fmla="*/ 141950 h 141950"/>
                <a:gd name="connsiteX4" fmla="*/ 124 w 595889"/>
                <a:gd name="connsiteY4" fmla="*/ 24713 h 141950"/>
                <a:gd name="connsiteX0" fmla="*/ 124 w 595959"/>
                <a:gd name="connsiteY0" fmla="*/ 24713 h 141950"/>
                <a:gd name="connsiteX1" fmla="*/ 595828 w 595959"/>
                <a:gd name="connsiteY1" fmla="*/ 2221 h 141950"/>
                <a:gd name="connsiteX2" fmla="*/ 595830 w 595959"/>
                <a:gd name="connsiteY2" fmla="*/ 99768 h 141950"/>
                <a:gd name="connsiteX3" fmla="*/ 131 w 595959"/>
                <a:gd name="connsiteY3" fmla="*/ 141950 h 141950"/>
                <a:gd name="connsiteX4" fmla="*/ 124 w 595959"/>
                <a:gd name="connsiteY4" fmla="*/ 24713 h 141950"/>
                <a:gd name="connsiteX0" fmla="*/ 124 w 595959"/>
                <a:gd name="connsiteY0" fmla="*/ 24925 h 142162"/>
                <a:gd name="connsiteX1" fmla="*/ 595828 w 595959"/>
                <a:gd name="connsiteY1" fmla="*/ 2433 h 142162"/>
                <a:gd name="connsiteX2" fmla="*/ 595830 w 595959"/>
                <a:gd name="connsiteY2" fmla="*/ 99980 h 142162"/>
                <a:gd name="connsiteX3" fmla="*/ 131 w 595959"/>
                <a:gd name="connsiteY3" fmla="*/ 142162 h 142162"/>
                <a:gd name="connsiteX4" fmla="*/ 124 w 595959"/>
                <a:gd name="connsiteY4" fmla="*/ 24925 h 142162"/>
                <a:gd name="connsiteX0" fmla="*/ 124 w 595959"/>
                <a:gd name="connsiteY0" fmla="*/ 22492 h 139729"/>
                <a:gd name="connsiteX1" fmla="*/ 595828 w 595959"/>
                <a:gd name="connsiteY1" fmla="*/ 0 h 139729"/>
                <a:gd name="connsiteX2" fmla="*/ 595830 w 595959"/>
                <a:gd name="connsiteY2" fmla="*/ 97547 h 139729"/>
                <a:gd name="connsiteX3" fmla="*/ 131 w 595959"/>
                <a:gd name="connsiteY3" fmla="*/ 139729 h 139729"/>
                <a:gd name="connsiteX4" fmla="*/ 124 w 595959"/>
                <a:gd name="connsiteY4" fmla="*/ 22492 h 139729"/>
                <a:gd name="connsiteX0" fmla="*/ 124 w 595959"/>
                <a:gd name="connsiteY0" fmla="*/ 25585 h 142822"/>
                <a:gd name="connsiteX1" fmla="*/ 595828 w 595959"/>
                <a:gd name="connsiteY1" fmla="*/ 3093 h 142822"/>
                <a:gd name="connsiteX2" fmla="*/ 595830 w 595959"/>
                <a:gd name="connsiteY2" fmla="*/ 100640 h 142822"/>
                <a:gd name="connsiteX3" fmla="*/ 131 w 595959"/>
                <a:gd name="connsiteY3" fmla="*/ 142822 h 142822"/>
                <a:gd name="connsiteX4" fmla="*/ 124 w 595959"/>
                <a:gd name="connsiteY4" fmla="*/ 25585 h 142822"/>
                <a:gd name="connsiteX0" fmla="*/ 124 w 595959"/>
                <a:gd name="connsiteY0" fmla="*/ 25585 h 142822"/>
                <a:gd name="connsiteX1" fmla="*/ 595828 w 595959"/>
                <a:gd name="connsiteY1" fmla="*/ 3093 h 142822"/>
                <a:gd name="connsiteX2" fmla="*/ 595830 w 595959"/>
                <a:gd name="connsiteY2" fmla="*/ 100640 h 142822"/>
                <a:gd name="connsiteX3" fmla="*/ 131 w 595959"/>
                <a:gd name="connsiteY3" fmla="*/ 142822 h 142822"/>
                <a:gd name="connsiteX4" fmla="*/ 124 w 595959"/>
                <a:gd name="connsiteY4" fmla="*/ 25585 h 142822"/>
                <a:gd name="connsiteX0" fmla="*/ 124 w 595959"/>
                <a:gd name="connsiteY0" fmla="*/ 26512 h 143749"/>
                <a:gd name="connsiteX1" fmla="*/ 595828 w 595959"/>
                <a:gd name="connsiteY1" fmla="*/ 4020 h 143749"/>
                <a:gd name="connsiteX2" fmla="*/ 595830 w 595959"/>
                <a:gd name="connsiteY2" fmla="*/ 101567 h 143749"/>
                <a:gd name="connsiteX3" fmla="*/ 131 w 595959"/>
                <a:gd name="connsiteY3" fmla="*/ 143749 h 143749"/>
                <a:gd name="connsiteX4" fmla="*/ 124 w 595959"/>
                <a:gd name="connsiteY4" fmla="*/ 26512 h 143749"/>
                <a:gd name="connsiteX0" fmla="*/ 124 w 595959"/>
                <a:gd name="connsiteY0" fmla="*/ 26512 h 143749"/>
                <a:gd name="connsiteX1" fmla="*/ 595828 w 595959"/>
                <a:gd name="connsiteY1" fmla="*/ 4020 h 143749"/>
                <a:gd name="connsiteX2" fmla="*/ 595830 w 595959"/>
                <a:gd name="connsiteY2" fmla="*/ 101567 h 143749"/>
                <a:gd name="connsiteX3" fmla="*/ 131 w 595959"/>
                <a:gd name="connsiteY3" fmla="*/ 143749 h 143749"/>
                <a:gd name="connsiteX4" fmla="*/ 124 w 595959"/>
                <a:gd name="connsiteY4" fmla="*/ 26512 h 143749"/>
                <a:gd name="connsiteX0" fmla="*/ 124 w 595959"/>
                <a:gd name="connsiteY0" fmla="*/ 28496 h 145733"/>
                <a:gd name="connsiteX1" fmla="*/ 595828 w 595959"/>
                <a:gd name="connsiteY1" fmla="*/ 6004 h 145733"/>
                <a:gd name="connsiteX2" fmla="*/ 595830 w 595959"/>
                <a:gd name="connsiteY2" fmla="*/ 103551 h 145733"/>
                <a:gd name="connsiteX3" fmla="*/ 131 w 595959"/>
                <a:gd name="connsiteY3" fmla="*/ 145733 h 145733"/>
                <a:gd name="connsiteX4" fmla="*/ 124 w 595959"/>
                <a:gd name="connsiteY4" fmla="*/ 28496 h 14573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856"/>
                <a:gd name="connsiteY0" fmla="*/ 41841 h 159078"/>
                <a:gd name="connsiteX1" fmla="*/ 591261 w 595856"/>
                <a:gd name="connsiteY1" fmla="*/ 0 h 159078"/>
                <a:gd name="connsiteX2" fmla="*/ 595830 w 595856"/>
                <a:gd name="connsiteY2" fmla="*/ 116896 h 159078"/>
                <a:gd name="connsiteX3" fmla="*/ 131 w 595856"/>
                <a:gd name="connsiteY3" fmla="*/ 159078 h 159078"/>
                <a:gd name="connsiteX4" fmla="*/ 124 w 595856"/>
                <a:gd name="connsiteY4" fmla="*/ 41841 h 159078"/>
                <a:gd name="connsiteX0" fmla="*/ 124 w 595959"/>
                <a:gd name="connsiteY0" fmla="*/ 41841 h 159078"/>
                <a:gd name="connsiteX1" fmla="*/ 595828 w 595959"/>
                <a:gd name="connsiteY1" fmla="*/ 0 h 159078"/>
                <a:gd name="connsiteX2" fmla="*/ 595830 w 595959"/>
                <a:gd name="connsiteY2" fmla="*/ 116896 h 159078"/>
                <a:gd name="connsiteX3" fmla="*/ 131 w 595959"/>
                <a:gd name="connsiteY3" fmla="*/ 159078 h 159078"/>
                <a:gd name="connsiteX4" fmla="*/ 124 w 595959"/>
                <a:gd name="connsiteY4" fmla="*/ 41841 h 159078"/>
                <a:gd name="connsiteX0" fmla="*/ 124 w 597349"/>
                <a:gd name="connsiteY0" fmla="*/ 42378 h 159615"/>
                <a:gd name="connsiteX1" fmla="*/ 597349 w 597349"/>
                <a:gd name="connsiteY1" fmla="*/ 0 h 159615"/>
                <a:gd name="connsiteX2" fmla="*/ 595830 w 597349"/>
                <a:gd name="connsiteY2" fmla="*/ 117433 h 159615"/>
                <a:gd name="connsiteX3" fmla="*/ 131 w 597349"/>
                <a:gd name="connsiteY3" fmla="*/ 159615 h 159615"/>
                <a:gd name="connsiteX4" fmla="*/ 124 w 597349"/>
                <a:gd name="connsiteY4" fmla="*/ 42378 h 159615"/>
                <a:gd name="connsiteX0" fmla="*/ 124 w 600443"/>
                <a:gd name="connsiteY0" fmla="*/ 42378 h 159615"/>
                <a:gd name="connsiteX1" fmla="*/ 597349 w 600443"/>
                <a:gd name="connsiteY1" fmla="*/ 0 h 159615"/>
                <a:gd name="connsiteX2" fmla="*/ 600408 w 600443"/>
                <a:gd name="connsiteY2" fmla="*/ 117433 h 159615"/>
                <a:gd name="connsiteX3" fmla="*/ 131 w 600443"/>
                <a:gd name="connsiteY3" fmla="*/ 159615 h 159615"/>
                <a:gd name="connsiteX4" fmla="*/ 124 w 600443"/>
                <a:gd name="connsiteY4" fmla="*/ 42378 h 159615"/>
                <a:gd name="connsiteX0" fmla="*/ 124 w 600537"/>
                <a:gd name="connsiteY0" fmla="*/ 42378 h 159615"/>
                <a:gd name="connsiteX1" fmla="*/ 600401 w 600537"/>
                <a:gd name="connsiteY1" fmla="*/ 0 h 159615"/>
                <a:gd name="connsiteX2" fmla="*/ 600408 w 600537"/>
                <a:gd name="connsiteY2" fmla="*/ 117433 h 159615"/>
                <a:gd name="connsiteX3" fmla="*/ 131 w 600537"/>
                <a:gd name="connsiteY3" fmla="*/ 159615 h 159615"/>
                <a:gd name="connsiteX4" fmla="*/ 124 w 600537"/>
                <a:gd name="connsiteY4" fmla="*/ 42378 h 159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0537" h="159615">
                  <a:moveTo>
                    <a:pt x="124" y="42378"/>
                  </a:moveTo>
                  <a:cubicBezTo>
                    <a:pt x="296414" y="-50243"/>
                    <a:pt x="418111" y="75773"/>
                    <a:pt x="600401" y="0"/>
                  </a:cubicBezTo>
                  <a:cubicBezTo>
                    <a:pt x="599951" y="33260"/>
                    <a:pt x="600858" y="84173"/>
                    <a:pt x="600408" y="117433"/>
                  </a:cubicBezTo>
                  <a:cubicBezTo>
                    <a:pt x="395490" y="192726"/>
                    <a:pt x="285331" y="62551"/>
                    <a:pt x="131" y="159615"/>
                  </a:cubicBezTo>
                  <a:cubicBezTo>
                    <a:pt x="-323" y="114566"/>
                    <a:pt x="578" y="87427"/>
                    <a:pt x="124" y="42378"/>
                  </a:cubicBezTo>
                  <a:close/>
                </a:path>
              </a:pathLst>
            </a:custGeom>
            <a:solidFill>
              <a:schemeClr val="accent2">
                <a:lumMod val="40000"/>
                <a:lumOff val="6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" name="矩形 1174">
              <a:extLst>
                <a:ext uri="{FF2B5EF4-FFF2-40B4-BE49-F238E27FC236}">
                  <a16:creationId xmlns:a16="http://schemas.microsoft.com/office/drawing/2014/main" id="{56689643-B467-5C66-8FBE-299E8D69B112}"/>
                </a:ext>
              </a:extLst>
            </p:cNvPr>
            <p:cNvSpPr/>
            <p:nvPr/>
          </p:nvSpPr>
          <p:spPr>
            <a:xfrm rot="10800000">
              <a:off x="4342829" y="6969535"/>
              <a:ext cx="618707" cy="211246"/>
            </a:xfrm>
            <a:custGeom>
              <a:avLst/>
              <a:gdLst>
                <a:gd name="connsiteX0" fmla="*/ 0 w 595706"/>
                <a:gd name="connsiteY0" fmla="*/ 0 h 92965"/>
                <a:gd name="connsiteX1" fmla="*/ 595706 w 595706"/>
                <a:gd name="connsiteY1" fmla="*/ 0 h 92965"/>
                <a:gd name="connsiteX2" fmla="*/ 595706 w 595706"/>
                <a:gd name="connsiteY2" fmla="*/ 92965 h 92965"/>
                <a:gd name="connsiteX3" fmla="*/ 0 w 595706"/>
                <a:gd name="connsiteY3" fmla="*/ 92965 h 92965"/>
                <a:gd name="connsiteX4" fmla="*/ 0 w 595706"/>
                <a:gd name="connsiteY4" fmla="*/ 0 h 92965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131 w 595837"/>
                <a:gd name="connsiteY0" fmla="*/ 0 h 148754"/>
                <a:gd name="connsiteX1" fmla="*/ 595837 w 595837"/>
                <a:gd name="connsiteY1" fmla="*/ 0 h 148754"/>
                <a:gd name="connsiteX2" fmla="*/ 595837 w 595837"/>
                <a:gd name="connsiteY2" fmla="*/ 92965 h 148754"/>
                <a:gd name="connsiteX3" fmla="*/ 131 w 595837"/>
                <a:gd name="connsiteY3" fmla="*/ 148754 h 148754"/>
                <a:gd name="connsiteX4" fmla="*/ 131 w 595837"/>
                <a:gd name="connsiteY4" fmla="*/ 0 h 148754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56571"/>
                <a:gd name="connsiteX1" fmla="*/ 595837 w 595837"/>
                <a:gd name="connsiteY1" fmla="*/ 0 h 156571"/>
                <a:gd name="connsiteX2" fmla="*/ 594316 w 595837"/>
                <a:gd name="connsiteY2" fmla="*/ 141984 h 156571"/>
                <a:gd name="connsiteX3" fmla="*/ 131 w 595837"/>
                <a:gd name="connsiteY3" fmla="*/ 140590 h 156571"/>
                <a:gd name="connsiteX4" fmla="*/ 131 w 595837"/>
                <a:gd name="connsiteY4" fmla="*/ 0 h 156571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0 w 600949"/>
                <a:gd name="connsiteY0" fmla="*/ 0 h 271309"/>
                <a:gd name="connsiteX1" fmla="*/ 600949 w 600949"/>
                <a:gd name="connsiteY1" fmla="*/ 0 h 271309"/>
                <a:gd name="connsiteX2" fmla="*/ 599428 w 600949"/>
                <a:gd name="connsiteY2" fmla="*/ 141984 h 271309"/>
                <a:gd name="connsiteX3" fmla="*/ 3722 w 600949"/>
                <a:gd name="connsiteY3" fmla="*/ 271309 h 271309"/>
                <a:gd name="connsiteX4" fmla="*/ 0 w 600949"/>
                <a:gd name="connsiteY4" fmla="*/ 0 h 271309"/>
                <a:gd name="connsiteX0" fmla="*/ 0 w 599639"/>
                <a:gd name="connsiteY0" fmla="*/ 0 h 271309"/>
                <a:gd name="connsiteX1" fmla="*/ 599639 w 599639"/>
                <a:gd name="connsiteY1" fmla="*/ 0 h 271309"/>
                <a:gd name="connsiteX2" fmla="*/ 599428 w 599639"/>
                <a:gd name="connsiteY2" fmla="*/ 141984 h 271309"/>
                <a:gd name="connsiteX3" fmla="*/ 3722 w 599639"/>
                <a:gd name="connsiteY3" fmla="*/ 271309 h 271309"/>
                <a:gd name="connsiteX4" fmla="*/ 0 w 599639"/>
                <a:gd name="connsiteY4" fmla="*/ 0 h 271309"/>
                <a:gd name="connsiteX0" fmla="*/ 0 w 597018"/>
                <a:gd name="connsiteY0" fmla="*/ 0 h 271309"/>
                <a:gd name="connsiteX1" fmla="*/ 597018 w 597018"/>
                <a:gd name="connsiteY1" fmla="*/ 0 h 271309"/>
                <a:gd name="connsiteX2" fmla="*/ 596807 w 597018"/>
                <a:gd name="connsiteY2" fmla="*/ 141984 h 271309"/>
                <a:gd name="connsiteX3" fmla="*/ 1101 w 597018"/>
                <a:gd name="connsiteY3" fmla="*/ 271309 h 271309"/>
                <a:gd name="connsiteX4" fmla="*/ 0 w 597018"/>
                <a:gd name="connsiteY4" fmla="*/ 0 h 271309"/>
                <a:gd name="connsiteX0" fmla="*/ 0 w 596807"/>
                <a:gd name="connsiteY0" fmla="*/ 0 h 271309"/>
                <a:gd name="connsiteX1" fmla="*/ 591775 w 596807"/>
                <a:gd name="connsiteY1" fmla="*/ 0 h 271309"/>
                <a:gd name="connsiteX2" fmla="*/ 596807 w 596807"/>
                <a:gd name="connsiteY2" fmla="*/ 141984 h 271309"/>
                <a:gd name="connsiteX3" fmla="*/ 1101 w 596807"/>
                <a:gd name="connsiteY3" fmla="*/ 271309 h 271309"/>
                <a:gd name="connsiteX4" fmla="*/ 0 w 596807"/>
                <a:gd name="connsiteY4" fmla="*/ 0 h 271309"/>
                <a:gd name="connsiteX0" fmla="*/ 0 w 596807"/>
                <a:gd name="connsiteY0" fmla="*/ 0 h 271309"/>
                <a:gd name="connsiteX1" fmla="*/ 595708 w 596807"/>
                <a:gd name="connsiteY1" fmla="*/ 0 h 271309"/>
                <a:gd name="connsiteX2" fmla="*/ 596807 w 596807"/>
                <a:gd name="connsiteY2" fmla="*/ 141984 h 271309"/>
                <a:gd name="connsiteX3" fmla="*/ 1101 w 596807"/>
                <a:gd name="connsiteY3" fmla="*/ 271309 h 271309"/>
                <a:gd name="connsiteX4" fmla="*/ 0 w 596807"/>
                <a:gd name="connsiteY4" fmla="*/ 0 h 271309"/>
                <a:gd name="connsiteX0" fmla="*/ 0 w 595708"/>
                <a:gd name="connsiteY0" fmla="*/ 0 h 271309"/>
                <a:gd name="connsiteX1" fmla="*/ 595708 w 595708"/>
                <a:gd name="connsiteY1" fmla="*/ 0 h 271309"/>
                <a:gd name="connsiteX2" fmla="*/ 594186 w 595708"/>
                <a:gd name="connsiteY2" fmla="*/ 141985 h 271309"/>
                <a:gd name="connsiteX3" fmla="*/ 1101 w 595708"/>
                <a:gd name="connsiteY3" fmla="*/ 271309 h 271309"/>
                <a:gd name="connsiteX4" fmla="*/ 0 w 595708"/>
                <a:gd name="connsiteY4" fmla="*/ 0 h 271309"/>
                <a:gd name="connsiteX0" fmla="*/ 0 w 596439"/>
                <a:gd name="connsiteY0" fmla="*/ 109083 h 380392"/>
                <a:gd name="connsiteX1" fmla="*/ 595708 w 596439"/>
                <a:gd name="connsiteY1" fmla="*/ 109083 h 380392"/>
                <a:gd name="connsiteX2" fmla="*/ 594186 w 596439"/>
                <a:gd name="connsiteY2" fmla="*/ 251068 h 380392"/>
                <a:gd name="connsiteX3" fmla="*/ 1101 w 596439"/>
                <a:gd name="connsiteY3" fmla="*/ 380392 h 380392"/>
                <a:gd name="connsiteX4" fmla="*/ 0 w 596439"/>
                <a:gd name="connsiteY4" fmla="*/ 109083 h 380392"/>
                <a:gd name="connsiteX0" fmla="*/ 0 w 595708"/>
                <a:gd name="connsiteY0" fmla="*/ 0 h 271309"/>
                <a:gd name="connsiteX1" fmla="*/ 595708 w 595708"/>
                <a:gd name="connsiteY1" fmla="*/ 0 h 271309"/>
                <a:gd name="connsiteX2" fmla="*/ 594186 w 595708"/>
                <a:gd name="connsiteY2" fmla="*/ 141985 h 271309"/>
                <a:gd name="connsiteX3" fmla="*/ 1101 w 595708"/>
                <a:gd name="connsiteY3" fmla="*/ 271309 h 271309"/>
                <a:gd name="connsiteX4" fmla="*/ 0 w 595708"/>
                <a:gd name="connsiteY4" fmla="*/ 0 h 271309"/>
                <a:gd name="connsiteX0" fmla="*/ 0 w 596808"/>
                <a:gd name="connsiteY0" fmla="*/ 0 h 271309"/>
                <a:gd name="connsiteX1" fmla="*/ 595708 w 596808"/>
                <a:gd name="connsiteY1" fmla="*/ 0 h 271309"/>
                <a:gd name="connsiteX2" fmla="*/ 596808 w 596808"/>
                <a:gd name="connsiteY2" fmla="*/ 141985 h 271309"/>
                <a:gd name="connsiteX3" fmla="*/ 1101 w 596808"/>
                <a:gd name="connsiteY3" fmla="*/ 271309 h 271309"/>
                <a:gd name="connsiteX4" fmla="*/ 0 w 596808"/>
                <a:gd name="connsiteY4" fmla="*/ 0 h 271309"/>
                <a:gd name="connsiteX0" fmla="*/ 0 w 596808"/>
                <a:gd name="connsiteY0" fmla="*/ 0 h 271309"/>
                <a:gd name="connsiteX1" fmla="*/ 595708 w 596808"/>
                <a:gd name="connsiteY1" fmla="*/ 0 h 271309"/>
                <a:gd name="connsiteX2" fmla="*/ 596808 w 596808"/>
                <a:gd name="connsiteY2" fmla="*/ 141985 h 271309"/>
                <a:gd name="connsiteX3" fmla="*/ 1101 w 596808"/>
                <a:gd name="connsiteY3" fmla="*/ 271309 h 271309"/>
                <a:gd name="connsiteX4" fmla="*/ 0 w 596808"/>
                <a:gd name="connsiteY4" fmla="*/ 0 h 271309"/>
                <a:gd name="connsiteX0" fmla="*/ 0 w 596808"/>
                <a:gd name="connsiteY0" fmla="*/ 0 h 271309"/>
                <a:gd name="connsiteX1" fmla="*/ 595708 w 596808"/>
                <a:gd name="connsiteY1" fmla="*/ 0 h 271309"/>
                <a:gd name="connsiteX2" fmla="*/ 596808 w 596808"/>
                <a:gd name="connsiteY2" fmla="*/ 141985 h 271309"/>
                <a:gd name="connsiteX3" fmla="*/ 1101 w 596808"/>
                <a:gd name="connsiteY3" fmla="*/ 271309 h 271309"/>
                <a:gd name="connsiteX4" fmla="*/ 0 w 596808"/>
                <a:gd name="connsiteY4" fmla="*/ 0 h 271309"/>
                <a:gd name="connsiteX0" fmla="*/ 0 w 595708"/>
                <a:gd name="connsiteY0" fmla="*/ 0 h 271309"/>
                <a:gd name="connsiteX1" fmla="*/ 595708 w 595708"/>
                <a:gd name="connsiteY1" fmla="*/ 0 h 271309"/>
                <a:gd name="connsiteX2" fmla="*/ 594186 w 595708"/>
                <a:gd name="connsiteY2" fmla="*/ 141985 h 271309"/>
                <a:gd name="connsiteX3" fmla="*/ 1101 w 595708"/>
                <a:gd name="connsiteY3" fmla="*/ 271309 h 271309"/>
                <a:gd name="connsiteX4" fmla="*/ 0 w 595708"/>
                <a:gd name="connsiteY4" fmla="*/ 0 h 271309"/>
                <a:gd name="connsiteX0" fmla="*/ 0 w 595708"/>
                <a:gd name="connsiteY0" fmla="*/ 0 h 271309"/>
                <a:gd name="connsiteX1" fmla="*/ 595708 w 595708"/>
                <a:gd name="connsiteY1" fmla="*/ 0 h 271309"/>
                <a:gd name="connsiteX2" fmla="*/ 594186 w 595708"/>
                <a:gd name="connsiteY2" fmla="*/ 141985 h 271309"/>
                <a:gd name="connsiteX3" fmla="*/ 1101 w 595708"/>
                <a:gd name="connsiteY3" fmla="*/ 271309 h 271309"/>
                <a:gd name="connsiteX4" fmla="*/ 0 w 595708"/>
                <a:gd name="connsiteY4" fmla="*/ 0 h 271309"/>
                <a:gd name="connsiteX0" fmla="*/ 0 w 595936"/>
                <a:gd name="connsiteY0" fmla="*/ 0 h 271309"/>
                <a:gd name="connsiteX1" fmla="*/ 595708 w 595936"/>
                <a:gd name="connsiteY1" fmla="*/ 0 h 271309"/>
                <a:gd name="connsiteX2" fmla="*/ 594186 w 595936"/>
                <a:gd name="connsiteY2" fmla="*/ 141985 h 271309"/>
                <a:gd name="connsiteX3" fmla="*/ 1101 w 595936"/>
                <a:gd name="connsiteY3" fmla="*/ 271309 h 271309"/>
                <a:gd name="connsiteX4" fmla="*/ 0 w 595936"/>
                <a:gd name="connsiteY4" fmla="*/ 0 h 271309"/>
                <a:gd name="connsiteX0" fmla="*/ 319 w 596255"/>
                <a:gd name="connsiteY0" fmla="*/ 0 h 271309"/>
                <a:gd name="connsiteX1" fmla="*/ 596027 w 596255"/>
                <a:gd name="connsiteY1" fmla="*/ 0 h 271309"/>
                <a:gd name="connsiteX2" fmla="*/ 594505 w 596255"/>
                <a:gd name="connsiteY2" fmla="*/ 141985 h 271309"/>
                <a:gd name="connsiteX3" fmla="*/ 110 w 596255"/>
                <a:gd name="connsiteY3" fmla="*/ 271309 h 271309"/>
                <a:gd name="connsiteX4" fmla="*/ 319 w 596255"/>
                <a:gd name="connsiteY4" fmla="*/ 0 h 271309"/>
                <a:gd name="connsiteX0" fmla="*/ 0 w 595936"/>
                <a:gd name="connsiteY0" fmla="*/ 0 h 271309"/>
                <a:gd name="connsiteX1" fmla="*/ 595708 w 595936"/>
                <a:gd name="connsiteY1" fmla="*/ 0 h 271309"/>
                <a:gd name="connsiteX2" fmla="*/ 594186 w 595936"/>
                <a:gd name="connsiteY2" fmla="*/ 141985 h 271309"/>
                <a:gd name="connsiteX3" fmla="*/ 1101 w 595936"/>
                <a:gd name="connsiteY3" fmla="*/ 271309 h 271309"/>
                <a:gd name="connsiteX4" fmla="*/ 0 w 595936"/>
                <a:gd name="connsiteY4" fmla="*/ 0 h 271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5936" h="271309">
                  <a:moveTo>
                    <a:pt x="0" y="0"/>
                  </a:moveTo>
                  <a:lnTo>
                    <a:pt x="595708" y="0"/>
                  </a:lnTo>
                  <a:cubicBezTo>
                    <a:pt x="595708" y="30988"/>
                    <a:pt x="596806" y="39550"/>
                    <a:pt x="594186" y="141985"/>
                  </a:cubicBezTo>
                  <a:cubicBezTo>
                    <a:pt x="404809" y="352086"/>
                    <a:pt x="341643" y="22672"/>
                    <a:pt x="1101" y="271309"/>
                  </a:cubicBezTo>
                  <a:cubicBezTo>
                    <a:pt x="647" y="226260"/>
                    <a:pt x="454" y="45049"/>
                    <a:pt x="0" y="0"/>
                  </a:cubicBez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60A094AA-9A7F-007E-C38E-282023258234}"/>
                </a:ext>
              </a:extLst>
            </p:cNvPr>
            <p:cNvGrpSpPr/>
            <p:nvPr/>
          </p:nvGrpSpPr>
          <p:grpSpPr>
            <a:xfrm>
              <a:off x="4341455" y="6517035"/>
              <a:ext cx="621640" cy="663817"/>
              <a:chOff x="3656357" y="6507685"/>
              <a:chExt cx="621640" cy="663817"/>
            </a:xfrm>
          </p:grpSpPr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B92EE9BA-AAFA-F20C-78A7-01D995ADF827}"/>
                  </a:ext>
                </a:extLst>
              </p:cNvPr>
              <p:cNvSpPr/>
              <p:nvPr/>
            </p:nvSpPr>
            <p:spPr>
              <a:xfrm>
                <a:off x="3656465" y="6640950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4E29C3FF-9471-7735-B7DC-72DCB428BD3B}"/>
                  </a:ext>
                </a:extLst>
              </p:cNvPr>
              <p:cNvSpPr/>
              <p:nvPr/>
            </p:nvSpPr>
            <p:spPr>
              <a:xfrm>
                <a:off x="3811875" y="6640950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153844ED-7356-0E7A-41F3-A548AC321B32}"/>
                  </a:ext>
                </a:extLst>
              </p:cNvPr>
              <p:cNvSpPr/>
              <p:nvPr/>
            </p:nvSpPr>
            <p:spPr>
              <a:xfrm>
                <a:off x="3967285" y="6640950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BD604C68-897E-7A61-8F8A-81AB9F76C2B6}"/>
                  </a:ext>
                </a:extLst>
              </p:cNvPr>
              <p:cNvSpPr/>
              <p:nvPr/>
            </p:nvSpPr>
            <p:spPr>
              <a:xfrm>
                <a:off x="4122695" y="6640950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D87664B4-4851-7A85-F275-E84A56CBC0D8}"/>
                  </a:ext>
                </a:extLst>
              </p:cNvPr>
              <p:cNvSpPr/>
              <p:nvPr/>
            </p:nvSpPr>
            <p:spPr>
              <a:xfrm>
                <a:off x="3656465" y="6773574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" name="矩形 14">
                <a:extLst>
                  <a:ext uri="{FF2B5EF4-FFF2-40B4-BE49-F238E27FC236}">
                    <a16:creationId xmlns:a16="http://schemas.microsoft.com/office/drawing/2014/main" id="{4DBB6C03-BB08-CEA1-8F7D-9F7FA2F0A758}"/>
                  </a:ext>
                </a:extLst>
              </p:cNvPr>
              <p:cNvSpPr/>
              <p:nvPr/>
            </p:nvSpPr>
            <p:spPr>
              <a:xfrm>
                <a:off x="3811875" y="6773574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B71C46A1-F75D-4CEF-622C-C5DAD00DD915}"/>
                  </a:ext>
                </a:extLst>
              </p:cNvPr>
              <p:cNvSpPr/>
              <p:nvPr/>
            </p:nvSpPr>
            <p:spPr>
              <a:xfrm>
                <a:off x="3967285" y="6773574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0BC88E27-3446-856F-FCB2-A7161C384087}"/>
                  </a:ext>
                </a:extLst>
              </p:cNvPr>
              <p:cNvSpPr/>
              <p:nvPr/>
            </p:nvSpPr>
            <p:spPr>
              <a:xfrm>
                <a:off x="4122695" y="6773574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4880994F-8998-A375-B316-67D64CD59B7D}"/>
                  </a:ext>
                </a:extLst>
              </p:cNvPr>
              <p:cNvSpPr/>
              <p:nvPr/>
            </p:nvSpPr>
            <p:spPr>
              <a:xfrm>
                <a:off x="3656357" y="690625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97695C6E-858C-9AB2-791C-B49AEC89D966}"/>
                  </a:ext>
                </a:extLst>
              </p:cNvPr>
              <p:cNvSpPr/>
              <p:nvPr/>
            </p:nvSpPr>
            <p:spPr>
              <a:xfrm>
                <a:off x="3811767" y="690625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5879F9AE-C326-89BD-9CB4-E3E206B65582}"/>
                  </a:ext>
                </a:extLst>
              </p:cNvPr>
              <p:cNvSpPr/>
              <p:nvPr/>
            </p:nvSpPr>
            <p:spPr>
              <a:xfrm>
                <a:off x="3967177" y="690625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" name="矩形 20">
                <a:extLst>
                  <a:ext uri="{FF2B5EF4-FFF2-40B4-BE49-F238E27FC236}">
                    <a16:creationId xmlns:a16="http://schemas.microsoft.com/office/drawing/2014/main" id="{FFBCFC3B-FD84-EF00-DB06-7A9828ED8C3C}"/>
                  </a:ext>
                </a:extLst>
              </p:cNvPr>
              <p:cNvSpPr/>
              <p:nvPr/>
            </p:nvSpPr>
            <p:spPr>
              <a:xfrm>
                <a:off x="4122587" y="690625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" name="矩形 21">
                <a:extLst>
                  <a:ext uri="{FF2B5EF4-FFF2-40B4-BE49-F238E27FC236}">
                    <a16:creationId xmlns:a16="http://schemas.microsoft.com/office/drawing/2014/main" id="{B550A435-B3FA-80FF-0E10-0B05595024BB}"/>
                  </a:ext>
                </a:extLst>
              </p:cNvPr>
              <p:cNvSpPr/>
              <p:nvPr/>
            </p:nvSpPr>
            <p:spPr>
              <a:xfrm>
                <a:off x="3656357" y="7038879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" name="矩形 22">
                <a:extLst>
                  <a:ext uri="{FF2B5EF4-FFF2-40B4-BE49-F238E27FC236}">
                    <a16:creationId xmlns:a16="http://schemas.microsoft.com/office/drawing/2014/main" id="{1DD4FDEA-E59A-75EF-2229-C1DAF4CBE6AA}"/>
                  </a:ext>
                </a:extLst>
              </p:cNvPr>
              <p:cNvSpPr/>
              <p:nvPr/>
            </p:nvSpPr>
            <p:spPr>
              <a:xfrm>
                <a:off x="3811767" y="7038879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" name="矩形 23">
                <a:extLst>
                  <a:ext uri="{FF2B5EF4-FFF2-40B4-BE49-F238E27FC236}">
                    <a16:creationId xmlns:a16="http://schemas.microsoft.com/office/drawing/2014/main" id="{5291A3E6-F216-E89C-FF2A-63F1FF4F699E}"/>
                  </a:ext>
                </a:extLst>
              </p:cNvPr>
              <p:cNvSpPr/>
              <p:nvPr/>
            </p:nvSpPr>
            <p:spPr>
              <a:xfrm>
                <a:off x="3967177" y="7038879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" name="矩形 24">
                <a:extLst>
                  <a:ext uri="{FF2B5EF4-FFF2-40B4-BE49-F238E27FC236}">
                    <a16:creationId xmlns:a16="http://schemas.microsoft.com/office/drawing/2014/main" id="{C8F95972-338B-ADE5-312F-F670A7394107}"/>
                  </a:ext>
                </a:extLst>
              </p:cNvPr>
              <p:cNvSpPr/>
              <p:nvPr/>
            </p:nvSpPr>
            <p:spPr>
              <a:xfrm>
                <a:off x="4122587" y="7038879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6" name="矩形 25">
                <a:extLst>
                  <a:ext uri="{FF2B5EF4-FFF2-40B4-BE49-F238E27FC236}">
                    <a16:creationId xmlns:a16="http://schemas.microsoft.com/office/drawing/2014/main" id="{D13590D0-6712-56FF-AC5D-D8AD5B5A49B5}"/>
                  </a:ext>
                </a:extLst>
              </p:cNvPr>
              <p:cNvSpPr/>
              <p:nvPr/>
            </p:nvSpPr>
            <p:spPr>
              <a:xfrm>
                <a:off x="3656357" y="650768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7" name="矩形 26">
                <a:extLst>
                  <a:ext uri="{FF2B5EF4-FFF2-40B4-BE49-F238E27FC236}">
                    <a16:creationId xmlns:a16="http://schemas.microsoft.com/office/drawing/2014/main" id="{1C99D7D1-34A8-2A95-9A58-0980EEFCFE36}"/>
                  </a:ext>
                </a:extLst>
              </p:cNvPr>
              <p:cNvSpPr/>
              <p:nvPr/>
            </p:nvSpPr>
            <p:spPr>
              <a:xfrm>
                <a:off x="3811767" y="650768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8" name="矩形 27">
                <a:extLst>
                  <a:ext uri="{FF2B5EF4-FFF2-40B4-BE49-F238E27FC236}">
                    <a16:creationId xmlns:a16="http://schemas.microsoft.com/office/drawing/2014/main" id="{E409544C-2372-2853-413D-9BF288939FAD}"/>
                  </a:ext>
                </a:extLst>
              </p:cNvPr>
              <p:cNvSpPr/>
              <p:nvPr/>
            </p:nvSpPr>
            <p:spPr>
              <a:xfrm>
                <a:off x="3967177" y="650768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9" name="矩形 28">
                <a:extLst>
                  <a:ext uri="{FF2B5EF4-FFF2-40B4-BE49-F238E27FC236}">
                    <a16:creationId xmlns:a16="http://schemas.microsoft.com/office/drawing/2014/main" id="{7E371982-7129-2992-654A-D6ADD41EE5FC}"/>
                  </a:ext>
                </a:extLst>
              </p:cNvPr>
              <p:cNvSpPr/>
              <p:nvPr/>
            </p:nvSpPr>
            <p:spPr>
              <a:xfrm>
                <a:off x="4122587" y="650768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31" name="矩形 30">
            <a:extLst>
              <a:ext uri="{FF2B5EF4-FFF2-40B4-BE49-F238E27FC236}">
                <a16:creationId xmlns:a16="http://schemas.microsoft.com/office/drawing/2014/main" id="{995754C5-9F48-C989-339F-406F76B2C092}"/>
              </a:ext>
            </a:extLst>
          </p:cNvPr>
          <p:cNvSpPr/>
          <p:nvPr/>
        </p:nvSpPr>
        <p:spPr>
          <a:xfrm>
            <a:off x="8614705" y="2840851"/>
            <a:ext cx="2418951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200" b="1" dirty="0"/>
              <a:t>GPU 1 Memory</a:t>
            </a:r>
            <a:endParaRPr lang="zh-CN" altLang="en-US" sz="2200" b="1" dirty="0"/>
          </a:p>
        </p:txBody>
      </p:sp>
      <p:pic>
        <p:nvPicPr>
          <p:cNvPr id="32" name="图片 31">
            <a:extLst>
              <a:ext uri="{FF2B5EF4-FFF2-40B4-BE49-F238E27FC236}">
                <a16:creationId xmlns:a16="http://schemas.microsoft.com/office/drawing/2014/main" id="{2A023FD4-D135-F5FF-9321-714592ABFD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8699" y="1960554"/>
            <a:ext cx="583565" cy="613410"/>
          </a:xfrm>
          <a:prstGeom prst="rect">
            <a:avLst/>
          </a:prstGeom>
        </p:spPr>
      </p:pic>
      <p:sp>
        <p:nvSpPr>
          <p:cNvPr id="34" name="矩形 33">
            <a:extLst>
              <a:ext uri="{FF2B5EF4-FFF2-40B4-BE49-F238E27FC236}">
                <a16:creationId xmlns:a16="http://schemas.microsoft.com/office/drawing/2014/main" id="{12551675-5683-4A2E-16D6-B9AF19A80E48}"/>
              </a:ext>
            </a:extLst>
          </p:cNvPr>
          <p:cNvSpPr/>
          <p:nvPr/>
        </p:nvSpPr>
        <p:spPr>
          <a:xfrm>
            <a:off x="1923063" y="3048644"/>
            <a:ext cx="428865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600" dirty="0"/>
              <a:t>The forward propagation of a 2-layer GNN model</a:t>
            </a:r>
            <a:endParaRPr lang="zh-CN" altLang="en-US" sz="1600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D269C1D1-5999-56BF-90FD-9FBE28AE921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67554"/>
          <a:stretch/>
        </p:blipFill>
        <p:spPr>
          <a:xfrm>
            <a:off x="144000" y="1417639"/>
            <a:ext cx="6651264" cy="1604961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B55D38F2-4E72-E2D6-099F-378B118B787E}"/>
              </a:ext>
            </a:extLst>
          </p:cNvPr>
          <p:cNvSpPr txBox="1"/>
          <p:nvPr/>
        </p:nvSpPr>
        <p:spPr>
          <a:xfrm>
            <a:off x="933450" y="3604568"/>
            <a:ext cx="2514600" cy="523220"/>
          </a:xfrm>
          <a:prstGeom prst="rect">
            <a:avLst/>
          </a:prstGeom>
          <a:noFill/>
          <a:ln w="19050">
            <a:noFill/>
            <a:prstDash val="solid"/>
          </a:ln>
        </p:spPr>
        <p:txBody>
          <a:bodyPr wrap="square">
            <a:spAutoFit/>
          </a:bodyPr>
          <a:lstStyle/>
          <a:p>
            <a:r>
              <a:rPr lang="en-US" altLang="zh-CN" sz="2800" dirty="0">
                <a:solidFill>
                  <a:srgbClr val="FF0000"/>
                </a:solidFill>
              </a:rPr>
              <a:t>Serial Execution </a:t>
            </a:r>
            <a:endParaRPr lang="zh-CN" altLang="en-US" sz="2800" dirty="0">
              <a:solidFill>
                <a:srgbClr val="FF0000"/>
              </a:solidFill>
            </a:endParaRPr>
          </a:p>
        </p:txBody>
      </p:sp>
      <p:sp>
        <p:nvSpPr>
          <p:cNvPr id="30" name="箭头: 右 29">
            <a:extLst>
              <a:ext uri="{FF2B5EF4-FFF2-40B4-BE49-F238E27FC236}">
                <a16:creationId xmlns:a16="http://schemas.microsoft.com/office/drawing/2014/main" id="{5ADCC419-1B9C-D05C-2BC0-38AD900B6012}"/>
              </a:ext>
            </a:extLst>
          </p:cNvPr>
          <p:cNvSpPr/>
          <p:nvPr/>
        </p:nvSpPr>
        <p:spPr>
          <a:xfrm>
            <a:off x="3587768" y="3674063"/>
            <a:ext cx="667144" cy="453725"/>
          </a:xfrm>
          <a:prstGeom prst="rightArrow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BF162ED8-E1CA-8BC5-96E1-D2D1BE425B03}"/>
              </a:ext>
            </a:extLst>
          </p:cNvPr>
          <p:cNvSpPr txBox="1"/>
          <p:nvPr/>
        </p:nvSpPr>
        <p:spPr>
          <a:xfrm>
            <a:off x="4381500" y="3604568"/>
            <a:ext cx="2514600" cy="523220"/>
          </a:xfrm>
          <a:prstGeom prst="rect">
            <a:avLst/>
          </a:prstGeom>
          <a:noFill/>
          <a:ln w="19050">
            <a:noFill/>
            <a:prstDash val="solid"/>
          </a:ln>
        </p:spPr>
        <p:txBody>
          <a:bodyPr wrap="square">
            <a:spAutoFit/>
          </a:bodyPr>
          <a:lstStyle/>
          <a:p>
            <a:r>
              <a:rPr lang="en-US" altLang="zh-CN" sz="2800" dirty="0">
                <a:solidFill>
                  <a:srgbClr val="FF0000"/>
                </a:solidFill>
              </a:rPr>
              <a:t>GPU Idleness</a:t>
            </a:r>
            <a:endParaRPr lang="zh-CN" altLang="en-US" sz="2800" dirty="0">
              <a:solidFill>
                <a:srgbClr val="FF0000"/>
              </a:solidFill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D77B0ECA-C4E9-7629-FB08-CA46503B5B40}"/>
              </a:ext>
            </a:extLst>
          </p:cNvPr>
          <p:cNvSpPr txBox="1"/>
          <p:nvPr/>
        </p:nvSpPr>
        <p:spPr>
          <a:xfrm>
            <a:off x="7763214" y="3674063"/>
            <a:ext cx="2514600" cy="523220"/>
          </a:xfrm>
          <a:prstGeom prst="rect">
            <a:avLst/>
          </a:prstGeom>
          <a:noFill/>
          <a:ln w="19050">
            <a:noFill/>
            <a:prstDash val="solid"/>
          </a:ln>
        </p:spPr>
        <p:txBody>
          <a:bodyPr wrap="square">
            <a:spAutoFit/>
          </a:bodyPr>
          <a:lstStyle/>
          <a:p>
            <a:r>
              <a:rPr lang="en-US" altLang="zh-CN" sz="2800" dirty="0">
                <a:solidFill>
                  <a:srgbClr val="FF0000"/>
                </a:solidFill>
              </a:rPr>
              <a:t>Larger Graph</a:t>
            </a:r>
            <a:endParaRPr lang="zh-CN" altLang="en-US" sz="2800" dirty="0">
              <a:solidFill>
                <a:srgbClr val="FF0000"/>
              </a:solidFill>
            </a:endParaRPr>
          </a:p>
        </p:txBody>
      </p:sp>
      <p:sp>
        <p:nvSpPr>
          <p:cNvPr id="37" name="箭头: 右 36">
            <a:extLst>
              <a:ext uri="{FF2B5EF4-FFF2-40B4-BE49-F238E27FC236}">
                <a16:creationId xmlns:a16="http://schemas.microsoft.com/office/drawing/2014/main" id="{97ABC87C-F324-9631-4860-353832252022}"/>
              </a:ext>
            </a:extLst>
          </p:cNvPr>
          <p:cNvSpPr/>
          <p:nvPr/>
        </p:nvSpPr>
        <p:spPr>
          <a:xfrm>
            <a:off x="9915458" y="3743558"/>
            <a:ext cx="667144" cy="453725"/>
          </a:xfrm>
          <a:prstGeom prst="rightArrow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1DA7DE8B-15F8-8DA0-4B58-6B8696CB075D}"/>
              </a:ext>
            </a:extLst>
          </p:cNvPr>
          <p:cNvSpPr txBox="1"/>
          <p:nvPr/>
        </p:nvSpPr>
        <p:spPr>
          <a:xfrm>
            <a:off x="10830264" y="3674063"/>
            <a:ext cx="1082336" cy="523220"/>
          </a:xfrm>
          <a:prstGeom prst="rect">
            <a:avLst/>
          </a:prstGeom>
          <a:noFill/>
          <a:ln w="19050">
            <a:noFill/>
            <a:prstDash val="solid"/>
          </a:ln>
        </p:spPr>
        <p:txBody>
          <a:bodyPr wrap="square">
            <a:spAutoFit/>
          </a:bodyPr>
          <a:lstStyle/>
          <a:p>
            <a:r>
              <a:rPr lang="en-US" altLang="zh-CN" sz="2800" dirty="0">
                <a:solidFill>
                  <a:srgbClr val="FF0000"/>
                </a:solidFill>
              </a:rPr>
              <a:t>OOM</a:t>
            </a:r>
            <a:endParaRPr lang="zh-CN" altLang="en-US" sz="2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003833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288000" y="0"/>
            <a:ext cx="11164860" cy="141763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altLang="zh-CN" dirty="0">
                <a:latin typeface="Century Gothic" panose="020B050202020202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Task Parallelism</a:t>
            </a:r>
            <a:endParaRPr lang="en-US" altLang="zh-CN" sz="3600" dirty="0">
              <a:latin typeface="Century Gothic" panose="020B050202020202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5" name="Rectangle 10"/>
          <p:cNvSpPr/>
          <p:nvPr/>
        </p:nvSpPr>
        <p:spPr>
          <a:xfrm>
            <a:off x="0" y="420787"/>
            <a:ext cx="288000" cy="57606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2DBBEA32-7D1A-E790-4DCA-9E49A76D09AF}"/>
              </a:ext>
            </a:extLst>
          </p:cNvPr>
          <p:cNvGrpSpPr/>
          <p:nvPr/>
        </p:nvGrpSpPr>
        <p:grpSpPr>
          <a:xfrm>
            <a:off x="9215734" y="1283286"/>
            <a:ext cx="1217316" cy="1557565"/>
            <a:chOff x="4341455" y="6360456"/>
            <a:chExt cx="621640" cy="844499"/>
          </a:xfrm>
        </p:grpSpPr>
        <p:sp>
          <p:nvSpPr>
            <p:cNvPr id="3" name="矩形 1174">
              <a:extLst>
                <a:ext uri="{FF2B5EF4-FFF2-40B4-BE49-F238E27FC236}">
                  <a16:creationId xmlns:a16="http://schemas.microsoft.com/office/drawing/2014/main" id="{A255DC1F-944F-BD94-A848-76C91F305B06}"/>
                </a:ext>
              </a:extLst>
            </p:cNvPr>
            <p:cNvSpPr/>
            <p:nvPr/>
          </p:nvSpPr>
          <p:spPr>
            <a:xfrm rot="10800000">
              <a:off x="4342830" y="6360456"/>
              <a:ext cx="618706" cy="844499"/>
            </a:xfrm>
            <a:custGeom>
              <a:avLst/>
              <a:gdLst>
                <a:gd name="connsiteX0" fmla="*/ 0 w 595706"/>
                <a:gd name="connsiteY0" fmla="*/ 0 h 92965"/>
                <a:gd name="connsiteX1" fmla="*/ 595706 w 595706"/>
                <a:gd name="connsiteY1" fmla="*/ 0 h 92965"/>
                <a:gd name="connsiteX2" fmla="*/ 595706 w 595706"/>
                <a:gd name="connsiteY2" fmla="*/ 92965 h 92965"/>
                <a:gd name="connsiteX3" fmla="*/ 0 w 595706"/>
                <a:gd name="connsiteY3" fmla="*/ 92965 h 92965"/>
                <a:gd name="connsiteX4" fmla="*/ 0 w 595706"/>
                <a:gd name="connsiteY4" fmla="*/ 0 h 92965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1422 w 594406"/>
                <a:gd name="connsiteY0" fmla="*/ 21376 h 135147"/>
                <a:gd name="connsiteX1" fmla="*/ 594406 w 594406"/>
                <a:gd name="connsiteY1" fmla="*/ 0 h 135147"/>
                <a:gd name="connsiteX2" fmla="*/ 594406 w 594406"/>
                <a:gd name="connsiteY2" fmla="*/ 92965 h 135147"/>
                <a:gd name="connsiteX3" fmla="*/ 61 w 594406"/>
                <a:gd name="connsiteY3" fmla="*/ 135147 h 135147"/>
                <a:gd name="connsiteX4" fmla="*/ 1422 w 594406"/>
                <a:gd name="connsiteY4" fmla="*/ 21376 h 135147"/>
                <a:gd name="connsiteX0" fmla="*/ 1422 w 594406"/>
                <a:gd name="connsiteY0" fmla="*/ 15599 h 135147"/>
                <a:gd name="connsiteX1" fmla="*/ 594406 w 594406"/>
                <a:gd name="connsiteY1" fmla="*/ 0 h 135147"/>
                <a:gd name="connsiteX2" fmla="*/ 594406 w 594406"/>
                <a:gd name="connsiteY2" fmla="*/ 92965 h 135147"/>
                <a:gd name="connsiteX3" fmla="*/ 61 w 594406"/>
                <a:gd name="connsiteY3" fmla="*/ 135147 h 135147"/>
                <a:gd name="connsiteX4" fmla="*/ 1422 w 594406"/>
                <a:gd name="connsiteY4" fmla="*/ 15599 h 135147"/>
                <a:gd name="connsiteX0" fmla="*/ 131 w 594476"/>
                <a:gd name="connsiteY0" fmla="*/ 4622 h 135147"/>
                <a:gd name="connsiteX1" fmla="*/ 594476 w 594476"/>
                <a:gd name="connsiteY1" fmla="*/ 0 h 135147"/>
                <a:gd name="connsiteX2" fmla="*/ 594476 w 594476"/>
                <a:gd name="connsiteY2" fmla="*/ 92965 h 135147"/>
                <a:gd name="connsiteX3" fmla="*/ 131 w 594476"/>
                <a:gd name="connsiteY3" fmla="*/ 135147 h 135147"/>
                <a:gd name="connsiteX4" fmla="*/ 131 w 594476"/>
                <a:gd name="connsiteY4" fmla="*/ 4622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22423 h 139660"/>
                <a:gd name="connsiteX1" fmla="*/ 595706 w 595706"/>
                <a:gd name="connsiteY1" fmla="*/ 4513 h 139660"/>
                <a:gd name="connsiteX2" fmla="*/ 595706 w 595706"/>
                <a:gd name="connsiteY2" fmla="*/ 97478 h 139660"/>
                <a:gd name="connsiteX3" fmla="*/ 1361 w 595706"/>
                <a:gd name="connsiteY3" fmla="*/ 139660 h 139660"/>
                <a:gd name="connsiteX4" fmla="*/ 0 w 595706"/>
                <a:gd name="connsiteY4" fmla="*/ 22423 h 139660"/>
                <a:gd name="connsiteX0" fmla="*/ 0 w 595706"/>
                <a:gd name="connsiteY0" fmla="*/ 26413 h 143650"/>
                <a:gd name="connsiteX1" fmla="*/ 595706 w 595706"/>
                <a:gd name="connsiteY1" fmla="*/ 8503 h 143650"/>
                <a:gd name="connsiteX2" fmla="*/ 595706 w 595706"/>
                <a:gd name="connsiteY2" fmla="*/ 101468 h 143650"/>
                <a:gd name="connsiteX3" fmla="*/ 1361 w 595706"/>
                <a:gd name="connsiteY3" fmla="*/ 143650 h 143650"/>
                <a:gd name="connsiteX4" fmla="*/ 0 w 595706"/>
                <a:gd name="connsiteY4" fmla="*/ 26413 h 143650"/>
                <a:gd name="connsiteX0" fmla="*/ 0 w 595706"/>
                <a:gd name="connsiteY0" fmla="*/ 21286 h 138523"/>
                <a:gd name="connsiteX1" fmla="*/ 595706 w 595706"/>
                <a:gd name="connsiteY1" fmla="*/ 3376 h 138523"/>
                <a:gd name="connsiteX2" fmla="*/ 595706 w 595706"/>
                <a:gd name="connsiteY2" fmla="*/ 96341 h 138523"/>
                <a:gd name="connsiteX3" fmla="*/ 1361 w 595706"/>
                <a:gd name="connsiteY3" fmla="*/ 138523 h 138523"/>
                <a:gd name="connsiteX4" fmla="*/ 0 w 595706"/>
                <a:gd name="connsiteY4" fmla="*/ 21286 h 138523"/>
                <a:gd name="connsiteX0" fmla="*/ 0 w 595706"/>
                <a:gd name="connsiteY0" fmla="*/ 22534 h 139771"/>
                <a:gd name="connsiteX1" fmla="*/ 595706 w 595706"/>
                <a:gd name="connsiteY1" fmla="*/ 4624 h 139771"/>
                <a:gd name="connsiteX2" fmla="*/ 595706 w 595706"/>
                <a:gd name="connsiteY2" fmla="*/ 97589 h 139771"/>
                <a:gd name="connsiteX3" fmla="*/ 1361 w 595706"/>
                <a:gd name="connsiteY3" fmla="*/ 139771 h 139771"/>
                <a:gd name="connsiteX4" fmla="*/ 0 w 595706"/>
                <a:gd name="connsiteY4" fmla="*/ 22534 h 139771"/>
                <a:gd name="connsiteX0" fmla="*/ 0 w 595706"/>
                <a:gd name="connsiteY0" fmla="*/ 23494 h 140731"/>
                <a:gd name="connsiteX1" fmla="*/ 595706 w 595706"/>
                <a:gd name="connsiteY1" fmla="*/ 2118 h 140731"/>
                <a:gd name="connsiteX2" fmla="*/ 595706 w 595706"/>
                <a:gd name="connsiteY2" fmla="*/ 98549 h 140731"/>
                <a:gd name="connsiteX3" fmla="*/ 1361 w 595706"/>
                <a:gd name="connsiteY3" fmla="*/ 140731 h 140731"/>
                <a:gd name="connsiteX4" fmla="*/ 0 w 595706"/>
                <a:gd name="connsiteY4" fmla="*/ 23494 h 140731"/>
                <a:gd name="connsiteX0" fmla="*/ 0 w 595706"/>
                <a:gd name="connsiteY0" fmla="*/ 23494 h 140731"/>
                <a:gd name="connsiteX1" fmla="*/ 595706 w 595706"/>
                <a:gd name="connsiteY1" fmla="*/ 2118 h 140731"/>
                <a:gd name="connsiteX2" fmla="*/ 595706 w 595706"/>
                <a:gd name="connsiteY2" fmla="*/ 98549 h 140731"/>
                <a:gd name="connsiteX3" fmla="*/ 1361 w 595706"/>
                <a:gd name="connsiteY3" fmla="*/ 140731 h 140731"/>
                <a:gd name="connsiteX4" fmla="*/ 0 w 595706"/>
                <a:gd name="connsiteY4" fmla="*/ 23494 h 140731"/>
                <a:gd name="connsiteX0" fmla="*/ 0 w 595706"/>
                <a:gd name="connsiteY0" fmla="*/ 25030 h 142267"/>
                <a:gd name="connsiteX1" fmla="*/ 595706 w 595706"/>
                <a:gd name="connsiteY1" fmla="*/ 3654 h 142267"/>
                <a:gd name="connsiteX2" fmla="*/ 595706 w 595706"/>
                <a:gd name="connsiteY2" fmla="*/ 100085 h 142267"/>
                <a:gd name="connsiteX3" fmla="*/ 1361 w 595706"/>
                <a:gd name="connsiteY3" fmla="*/ 142267 h 142267"/>
                <a:gd name="connsiteX4" fmla="*/ 0 w 595706"/>
                <a:gd name="connsiteY4" fmla="*/ 25030 h 142267"/>
                <a:gd name="connsiteX0" fmla="*/ 0 w 595706"/>
                <a:gd name="connsiteY0" fmla="*/ 22091 h 139328"/>
                <a:gd name="connsiteX1" fmla="*/ 595706 w 595706"/>
                <a:gd name="connsiteY1" fmla="*/ 715 h 139328"/>
                <a:gd name="connsiteX2" fmla="*/ 595706 w 595706"/>
                <a:gd name="connsiteY2" fmla="*/ 97146 h 139328"/>
                <a:gd name="connsiteX3" fmla="*/ 1361 w 595706"/>
                <a:gd name="connsiteY3" fmla="*/ 139328 h 139328"/>
                <a:gd name="connsiteX4" fmla="*/ 0 w 595706"/>
                <a:gd name="connsiteY4" fmla="*/ 22091 h 139328"/>
                <a:gd name="connsiteX0" fmla="*/ 0 w 595706"/>
                <a:gd name="connsiteY0" fmla="*/ 23573 h 140810"/>
                <a:gd name="connsiteX1" fmla="*/ 595706 w 595706"/>
                <a:gd name="connsiteY1" fmla="*/ 2197 h 140810"/>
                <a:gd name="connsiteX2" fmla="*/ 595706 w 595706"/>
                <a:gd name="connsiteY2" fmla="*/ 98628 h 140810"/>
                <a:gd name="connsiteX3" fmla="*/ 1361 w 595706"/>
                <a:gd name="connsiteY3" fmla="*/ 140810 h 140810"/>
                <a:gd name="connsiteX4" fmla="*/ 0 w 595706"/>
                <a:gd name="connsiteY4" fmla="*/ 23573 h 140810"/>
                <a:gd name="connsiteX0" fmla="*/ 0 w 595706"/>
                <a:gd name="connsiteY0" fmla="*/ 21908 h 139145"/>
                <a:gd name="connsiteX1" fmla="*/ 595706 w 595706"/>
                <a:gd name="connsiteY1" fmla="*/ 532 h 139145"/>
                <a:gd name="connsiteX2" fmla="*/ 595706 w 595706"/>
                <a:gd name="connsiteY2" fmla="*/ 96963 h 139145"/>
                <a:gd name="connsiteX3" fmla="*/ 1361 w 595706"/>
                <a:gd name="connsiteY3" fmla="*/ 139145 h 139145"/>
                <a:gd name="connsiteX4" fmla="*/ 0 w 595706"/>
                <a:gd name="connsiteY4" fmla="*/ 21908 h 139145"/>
                <a:gd name="connsiteX0" fmla="*/ 0 w 595706"/>
                <a:gd name="connsiteY0" fmla="*/ 23863 h 141100"/>
                <a:gd name="connsiteX1" fmla="*/ 595706 w 595706"/>
                <a:gd name="connsiteY1" fmla="*/ 2487 h 141100"/>
                <a:gd name="connsiteX2" fmla="*/ 595706 w 595706"/>
                <a:gd name="connsiteY2" fmla="*/ 98918 h 141100"/>
                <a:gd name="connsiteX3" fmla="*/ 1361 w 595706"/>
                <a:gd name="connsiteY3" fmla="*/ 141100 h 141100"/>
                <a:gd name="connsiteX4" fmla="*/ 0 w 595706"/>
                <a:gd name="connsiteY4" fmla="*/ 23863 h 141100"/>
                <a:gd name="connsiteX0" fmla="*/ 0 w 595706"/>
                <a:gd name="connsiteY0" fmla="*/ 24472 h 141709"/>
                <a:gd name="connsiteX1" fmla="*/ 595706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0 w 595706"/>
                <a:gd name="connsiteY0" fmla="*/ 24267 h 141504"/>
                <a:gd name="connsiteX1" fmla="*/ 595706 w 595706"/>
                <a:gd name="connsiteY1" fmla="*/ 2891 h 141504"/>
                <a:gd name="connsiteX2" fmla="*/ 595706 w 595706"/>
                <a:gd name="connsiteY2" fmla="*/ 99322 h 141504"/>
                <a:gd name="connsiteX3" fmla="*/ 1361 w 595706"/>
                <a:gd name="connsiteY3" fmla="*/ 141504 h 141504"/>
                <a:gd name="connsiteX4" fmla="*/ 0 w 595706"/>
                <a:gd name="connsiteY4" fmla="*/ 24267 h 141504"/>
                <a:gd name="connsiteX0" fmla="*/ 0 w 595706"/>
                <a:gd name="connsiteY0" fmla="*/ 24472 h 141709"/>
                <a:gd name="connsiteX1" fmla="*/ 595706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0 w 595706"/>
                <a:gd name="connsiteY0" fmla="*/ 24472 h 141709"/>
                <a:gd name="connsiteX1" fmla="*/ 594353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124 w 595830"/>
                <a:gd name="connsiteY0" fmla="*/ 24472 h 141709"/>
                <a:gd name="connsiteX1" fmla="*/ 594477 w 595830"/>
                <a:gd name="connsiteY1" fmla="*/ 3096 h 141709"/>
                <a:gd name="connsiteX2" fmla="*/ 595830 w 595830"/>
                <a:gd name="connsiteY2" fmla="*/ 99527 h 141709"/>
                <a:gd name="connsiteX3" fmla="*/ 131 w 595830"/>
                <a:gd name="connsiteY3" fmla="*/ 141709 h 141709"/>
                <a:gd name="connsiteX4" fmla="*/ 124 w 595830"/>
                <a:gd name="connsiteY4" fmla="*/ 24472 h 141709"/>
                <a:gd name="connsiteX0" fmla="*/ 124 w 597179"/>
                <a:gd name="connsiteY0" fmla="*/ 25207 h 142444"/>
                <a:gd name="connsiteX1" fmla="*/ 597179 w 597179"/>
                <a:gd name="connsiteY1" fmla="*/ 481 h 142444"/>
                <a:gd name="connsiteX2" fmla="*/ 595830 w 597179"/>
                <a:gd name="connsiteY2" fmla="*/ 100262 h 142444"/>
                <a:gd name="connsiteX3" fmla="*/ 131 w 597179"/>
                <a:gd name="connsiteY3" fmla="*/ 142444 h 142444"/>
                <a:gd name="connsiteX4" fmla="*/ 124 w 597179"/>
                <a:gd name="connsiteY4" fmla="*/ 25207 h 142444"/>
                <a:gd name="connsiteX0" fmla="*/ 124 w 595889"/>
                <a:gd name="connsiteY0" fmla="*/ 25842 h 143079"/>
                <a:gd name="connsiteX1" fmla="*/ 594477 w 595889"/>
                <a:gd name="connsiteY1" fmla="*/ 0 h 143079"/>
                <a:gd name="connsiteX2" fmla="*/ 595830 w 595889"/>
                <a:gd name="connsiteY2" fmla="*/ 100897 h 143079"/>
                <a:gd name="connsiteX3" fmla="*/ 131 w 595889"/>
                <a:gd name="connsiteY3" fmla="*/ 143079 h 143079"/>
                <a:gd name="connsiteX4" fmla="*/ 124 w 595889"/>
                <a:gd name="connsiteY4" fmla="*/ 25842 h 143079"/>
                <a:gd name="connsiteX0" fmla="*/ 124 w 595889"/>
                <a:gd name="connsiteY0" fmla="*/ 24713 h 141950"/>
                <a:gd name="connsiteX1" fmla="*/ 594477 w 595889"/>
                <a:gd name="connsiteY1" fmla="*/ 2221 h 141950"/>
                <a:gd name="connsiteX2" fmla="*/ 595830 w 595889"/>
                <a:gd name="connsiteY2" fmla="*/ 99768 h 141950"/>
                <a:gd name="connsiteX3" fmla="*/ 131 w 595889"/>
                <a:gd name="connsiteY3" fmla="*/ 141950 h 141950"/>
                <a:gd name="connsiteX4" fmla="*/ 124 w 595889"/>
                <a:gd name="connsiteY4" fmla="*/ 24713 h 141950"/>
                <a:gd name="connsiteX0" fmla="*/ 124 w 595959"/>
                <a:gd name="connsiteY0" fmla="*/ 24713 h 141950"/>
                <a:gd name="connsiteX1" fmla="*/ 595828 w 595959"/>
                <a:gd name="connsiteY1" fmla="*/ 2221 h 141950"/>
                <a:gd name="connsiteX2" fmla="*/ 595830 w 595959"/>
                <a:gd name="connsiteY2" fmla="*/ 99768 h 141950"/>
                <a:gd name="connsiteX3" fmla="*/ 131 w 595959"/>
                <a:gd name="connsiteY3" fmla="*/ 141950 h 141950"/>
                <a:gd name="connsiteX4" fmla="*/ 124 w 595959"/>
                <a:gd name="connsiteY4" fmla="*/ 24713 h 141950"/>
                <a:gd name="connsiteX0" fmla="*/ 124 w 595959"/>
                <a:gd name="connsiteY0" fmla="*/ 24925 h 142162"/>
                <a:gd name="connsiteX1" fmla="*/ 595828 w 595959"/>
                <a:gd name="connsiteY1" fmla="*/ 2433 h 142162"/>
                <a:gd name="connsiteX2" fmla="*/ 595830 w 595959"/>
                <a:gd name="connsiteY2" fmla="*/ 99980 h 142162"/>
                <a:gd name="connsiteX3" fmla="*/ 131 w 595959"/>
                <a:gd name="connsiteY3" fmla="*/ 142162 h 142162"/>
                <a:gd name="connsiteX4" fmla="*/ 124 w 595959"/>
                <a:gd name="connsiteY4" fmla="*/ 24925 h 142162"/>
                <a:gd name="connsiteX0" fmla="*/ 124 w 595959"/>
                <a:gd name="connsiteY0" fmla="*/ 22492 h 139729"/>
                <a:gd name="connsiteX1" fmla="*/ 595828 w 595959"/>
                <a:gd name="connsiteY1" fmla="*/ 0 h 139729"/>
                <a:gd name="connsiteX2" fmla="*/ 595830 w 595959"/>
                <a:gd name="connsiteY2" fmla="*/ 97547 h 139729"/>
                <a:gd name="connsiteX3" fmla="*/ 131 w 595959"/>
                <a:gd name="connsiteY3" fmla="*/ 139729 h 139729"/>
                <a:gd name="connsiteX4" fmla="*/ 124 w 595959"/>
                <a:gd name="connsiteY4" fmla="*/ 22492 h 139729"/>
                <a:gd name="connsiteX0" fmla="*/ 124 w 595959"/>
                <a:gd name="connsiteY0" fmla="*/ 25585 h 142822"/>
                <a:gd name="connsiteX1" fmla="*/ 595828 w 595959"/>
                <a:gd name="connsiteY1" fmla="*/ 3093 h 142822"/>
                <a:gd name="connsiteX2" fmla="*/ 595830 w 595959"/>
                <a:gd name="connsiteY2" fmla="*/ 100640 h 142822"/>
                <a:gd name="connsiteX3" fmla="*/ 131 w 595959"/>
                <a:gd name="connsiteY3" fmla="*/ 142822 h 142822"/>
                <a:gd name="connsiteX4" fmla="*/ 124 w 595959"/>
                <a:gd name="connsiteY4" fmla="*/ 25585 h 142822"/>
                <a:gd name="connsiteX0" fmla="*/ 124 w 595959"/>
                <a:gd name="connsiteY0" fmla="*/ 25585 h 142822"/>
                <a:gd name="connsiteX1" fmla="*/ 595828 w 595959"/>
                <a:gd name="connsiteY1" fmla="*/ 3093 h 142822"/>
                <a:gd name="connsiteX2" fmla="*/ 595830 w 595959"/>
                <a:gd name="connsiteY2" fmla="*/ 100640 h 142822"/>
                <a:gd name="connsiteX3" fmla="*/ 131 w 595959"/>
                <a:gd name="connsiteY3" fmla="*/ 142822 h 142822"/>
                <a:gd name="connsiteX4" fmla="*/ 124 w 595959"/>
                <a:gd name="connsiteY4" fmla="*/ 25585 h 142822"/>
                <a:gd name="connsiteX0" fmla="*/ 124 w 595959"/>
                <a:gd name="connsiteY0" fmla="*/ 26512 h 143749"/>
                <a:gd name="connsiteX1" fmla="*/ 595828 w 595959"/>
                <a:gd name="connsiteY1" fmla="*/ 4020 h 143749"/>
                <a:gd name="connsiteX2" fmla="*/ 595830 w 595959"/>
                <a:gd name="connsiteY2" fmla="*/ 101567 h 143749"/>
                <a:gd name="connsiteX3" fmla="*/ 131 w 595959"/>
                <a:gd name="connsiteY3" fmla="*/ 143749 h 143749"/>
                <a:gd name="connsiteX4" fmla="*/ 124 w 595959"/>
                <a:gd name="connsiteY4" fmla="*/ 26512 h 143749"/>
                <a:gd name="connsiteX0" fmla="*/ 124 w 595959"/>
                <a:gd name="connsiteY0" fmla="*/ 26512 h 143749"/>
                <a:gd name="connsiteX1" fmla="*/ 595828 w 595959"/>
                <a:gd name="connsiteY1" fmla="*/ 4020 h 143749"/>
                <a:gd name="connsiteX2" fmla="*/ 595830 w 595959"/>
                <a:gd name="connsiteY2" fmla="*/ 101567 h 143749"/>
                <a:gd name="connsiteX3" fmla="*/ 131 w 595959"/>
                <a:gd name="connsiteY3" fmla="*/ 143749 h 143749"/>
                <a:gd name="connsiteX4" fmla="*/ 124 w 595959"/>
                <a:gd name="connsiteY4" fmla="*/ 26512 h 143749"/>
                <a:gd name="connsiteX0" fmla="*/ 124 w 595959"/>
                <a:gd name="connsiteY0" fmla="*/ 28496 h 145733"/>
                <a:gd name="connsiteX1" fmla="*/ 595828 w 595959"/>
                <a:gd name="connsiteY1" fmla="*/ 6004 h 145733"/>
                <a:gd name="connsiteX2" fmla="*/ 595830 w 595959"/>
                <a:gd name="connsiteY2" fmla="*/ 103551 h 145733"/>
                <a:gd name="connsiteX3" fmla="*/ 131 w 595959"/>
                <a:gd name="connsiteY3" fmla="*/ 145733 h 145733"/>
                <a:gd name="connsiteX4" fmla="*/ 124 w 595959"/>
                <a:gd name="connsiteY4" fmla="*/ 28496 h 14573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856"/>
                <a:gd name="connsiteY0" fmla="*/ 41841 h 159078"/>
                <a:gd name="connsiteX1" fmla="*/ 591261 w 595856"/>
                <a:gd name="connsiteY1" fmla="*/ 0 h 159078"/>
                <a:gd name="connsiteX2" fmla="*/ 595830 w 595856"/>
                <a:gd name="connsiteY2" fmla="*/ 116896 h 159078"/>
                <a:gd name="connsiteX3" fmla="*/ 131 w 595856"/>
                <a:gd name="connsiteY3" fmla="*/ 159078 h 159078"/>
                <a:gd name="connsiteX4" fmla="*/ 124 w 595856"/>
                <a:gd name="connsiteY4" fmla="*/ 41841 h 159078"/>
                <a:gd name="connsiteX0" fmla="*/ 124 w 595959"/>
                <a:gd name="connsiteY0" fmla="*/ 41841 h 159078"/>
                <a:gd name="connsiteX1" fmla="*/ 595828 w 595959"/>
                <a:gd name="connsiteY1" fmla="*/ 0 h 159078"/>
                <a:gd name="connsiteX2" fmla="*/ 595830 w 595959"/>
                <a:gd name="connsiteY2" fmla="*/ 116896 h 159078"/>
                <a:gd name="connsiteX3" fmla="*/ 131 w 595959"/>
                <a:gd name="connsiteY3" fmla="*/ 159078 h 159078"/>
                <a:gd name="connsiteX4" fmla="*/ 124 w 595959"/>
                <a:gd name="connsiteY4" fmla="*/ 41841 h 159078"/>
                <a:gd name="connsiteX0" fmla="*/ 124 w 597349"/>
                <a:gd name="connsiteY0" fmla="*/ 42378 h 159615"/>
                <a:gd name="connsiteX1" fmla="*/ 597349 w 597349"/>
                <a:gd name="connsiteY1" fmla="*/ 0 h 159615"/>
                <a:gd name="connsiteX2" fmla="*/ 595830 w 597349"/>
                <a:gd name="connsiteY2" fmla="*/ 117433 h 159615"/>
                <a:gd name="connsiteX3" fmla="*/ 131 w 597349"/>
                <a:gd name="connsiteY3" fmla="*/ 159615 h 159615"/>
                <a:gd name="connsiteX4" fmla="*/ 124 w 597349"/>
                <a:gd name="connsiteY4" fmla="*/ 42378 h 159615"/>
                <a:gd name="connsiteX0" fmla="*/ 124 w 600443"/>
                <a:gd name="connsiteY0" fmla="*/ 42378 h 159615"/>
                <a:gd name="connsiteX1" fmla="*/ 597349 w 600443"/>
                <a:gd name="connsiteY1" fmla="*/ 0 h 159615"/>
                <a:gd name="connsiteX2" fmla="*/ 600408 w 600443"/>
                <a:gd name="connsiteY2" fmla="*/ 117433 h 159615"/>
                <a:gd name="connsiteX3" fmla="*/ 131 w 600443"/>
                <a:gd name="connsiteY3" fmla="*/ 159615 h 159615"/>
                <a:gd name="connsiteX4" fmla="*/ 124 w 600443"/>
                <a:gd name="connsiteY4" fmla="*/ 42378 h 159615"/>
                <a:gd name="connsiteX0" fmla="*/ 124 w 600537"/>
                <a:gd name="connsiteY0" fmla="*/ 42378 h 159615"/>
                <a:gd name="connsiteX1" fmla="*/ 600401 w 600537"/>
                <a:gd name="connsiteY1" fmla="*/ 0 h 159615"/>
                <a:gd name="connsiteX2" fmla="*/ 600408 w 600537"/>
                <a:gd name="connsiteY2" fmla="*/ 117433 h 159615"/>
                <a:gd name="connsiteX3" fmla="*/ 131 w 600537"/>
                <a:gd name="connsiteY3" fmla="*/ 159615 h 159615"/>
                <a:gd name="connsiteX4" fmla="*/ 124 w 600537"/>
                <a:gd name="connsiteY4" fmla="*/ 42378 h 159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0537" h="159615">
                  <a:moveTo>
                    <a:pt x="124" y="42378"/>
                  </a:moveTo>
                  <a:cubicBezTo>
                    <a:pt x="296414" y="-50243"/>
                    <a:pt x="418111" y="75773"/>
                    <a:pt x="600401" y="0"/>
                  </a:cubicBezTo>
                  <a:cubicBezTo>
                    <a:pt x="599951" y="33260"/>
                    <a:pt x="600858" y="84173"/>
                    <a:pt x="600408" y="117433"/>
                  </a:cubicBezTo>
                  <a:cubicBezTo>
                    <a:pt x="395490" y="192726"/>
                    <a:pt x="285331" y="62551"/>
                    <a:pt x="131" y="159615"/>
                  </a:cubicBezTo>
                  <a:cubicBezTo>
                    <a:pt x="-323" y="114566"/>
                    <a:pt x="578" y="87427"/>
                    <a:pt x="124" y="42378"/>
                  </a:cubicBezTo>
                  <a:close/>
                </a:path>
              </a:pathLst>
            </a:custGeom>
            <a:solidFill>
              <a:schemeClr val="accent2">
                <a:lumMod val="40000"/>
                <a:lumOff val="6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" name="矩形 1174">
              <a:extLst>
                <a:ext uri="{FF2B5EF4-FFF2-40B4-BE49-F238E27FC236}">
                  <a16:creationId xmlns:a16="http://schemas.microsoft.com/office/drawing/2014/main" id="{56689643-B467-5C66-8FBE-299E8D69B112}"/>
                </a:ext>
              </a:extLst>
            </p:cNvPr>
            <p:cNvSpPr/>
            <p:nvPr/>
          </p:nvSpPr>
          <p:spPr>
            <a:xfrm rot="10800000">
              <a:off x="4342829" y="6969535"/>
              <a:ext cx="618707" cy="211246"/>
            </a:xfrm>
            <a:custGeom>
              <a:avLst/>
              <a:gdLst>
                <a:gd name="connsiteX0" fmla="*/ 0 w 595706"/>
                <a:gd name="connsiteY0" fmla="*/ 0 h 92965"/>
                <a:gd name="connsiteX1" fmla="*/ 595706 w 595706"/>
                <a:gd name="connsiteY1" fmla="*/ 0 h 92965"/>
                <a:gd name="connsiteX2" fmla="*/ 595706 w 595706"/>
                <a:gd name="connsiteY2" fmla="*/ 92965 h 92965"/>
                <a:gd name="connsiteX3" fmla="*/ 0 w 595706"/>
                <a:gd name="connsiteY3" fmla="*/ 92965 h 92965"/>
                <a:gd name="connsiteX4" fmla="*/ 0 w 595706"/>
                <a:gd name="connsiteY4" fmla="*/ 0 h 92965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131 w 595837"/>
                <a:gd name="connsiteY0" fmla="*/ 0 h 148754"/>
                <a:gd name="connsiteX1" fmla="*/ 595837 w 595837"/>
                <a:gd name="connsiteY1" fmla="*/ 0 h 148754"/>
                <a:gd name="connsiteX2" fmla="*/ 595837 w 595837"/>
                <a:gd name="connsiteY2" fmla="*/ 92965 h 148754"/>
                <a:gd name="connsiteX3" fmla="*/ 131 w 595837"/>
                <a:gd name="connsiteY3" fmla="*/ 148754 h 148754"/>
                <a:gd name="connsiteX4" fmla="*/ 131 w 595837"/>
                <a:gd name="connsiteY4" fmla="*/ 0 h 148754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56571"/>
                <a:gd name="connsiteX1" fmla="*/ 595837 w 595837"/>
                <a:gd name="connsiteY1" fmla="*/ 0 h 156571"/>
                <a:gd name="connsiteX2" fmla="*/ 594316 w 595837"/>
                <a:gd name="connsiteY2" fmla="*/ 141984 h 156571"/>
                <a:gd name="connsiteX3" fmla="*/ 131 w 595837"/>
                <a:gd name="connsiteY3" fmla="*/ 140590 h 156571"/>
                <a:gd name="connsiteX4" fmla="*/ 131 w 595837"/>
                <a:gd name="connsiteY4" fmla="*/ 0 h 156571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0 w 600949"/>
                <a:gd name="connsiteY0" fmla="*/ 0 h 271309"/>
                <a:gd name="connsiteX1" fmla="*/ 600949 w 600949"/>
                <a:gd name="connsiteY1" fmla="*/ 0 h 271309"/>
                <a:gd name="connsiteX2" fmla="*/ 599428 w 600949"/>
                <a:gd name="connsiteY2" fmla="*/ 141984 h 271309"/>
                <a:gd name="connsiteX3" fmla="*/ 3722 w 600949"/>
                <a:gd name="connsiteY3" fmla="*/ 271309 h 271309"/>
                <a:gd name="connsiteX4" fmla="*/ 0 w 600949"/>
                <a:gd name="connsiteY4" fmla="*/ 0 h 271309"/>
                <a:gd name="connsiteX0" fmla="*/ 0 w 599639"/>
                <a:gd name="connsiteY0" fmla="*/ 0 h 271309"/>
                <a:gd name="connsiteX1" fmla="*/ 599639 w 599639"/>
                <a:gd name="connsiteY1" fmla="*/ 0 h 271309"/>
                <a:gd name="connsiteX2" fmla="*/ 599428 w 599639"/>
                <a:gd name="connsiteY2" fmla="*/ 141984 h 271309"/>
                <a:gd name="connsiteX3" fmla="*/ 3722 w 599639"/>
                <a:gd name="connsiteY3" fmla="*/ 271309 h 271309"/>
                <a:gd name="connsiteX4" fmla="*/ 0 w 599639"/>
                <a:gd name="connsiteY4" fmla="*/ 0 h 271309"/>
                <a:gd name="connsiteX0" fmla="*/ 0 w 597018"/>
                <a:gd name="connsiteY0" fmla="*/ 0 h 271309"/>
                <a:gd name="connsiteX1" fmla="*/ 597018 w 597018"/>
                <a:gd name="connsiteY1" fmla="*/ 0 h 271309"/>
                <a:gd name="connsiteX2" fmla="*/ 596807 w 597018"/>
                <a:gd name="connsiteY2" fmla="*/ 141984 h 271309"/>
                <a:gd name="connsiteX3" fmla="*/ 1101 w 597018"/>
                <a:gd name="connsiteY3" fmla="*/ 271309 h 271309"/>
                <a:gd name="connsiteX4" fmla="*/ 0 w 597018"/>
                <a:gd name="connsiteY4" fmla="*/ 0 h 271309"/>
                <a:gd name="connsiteX0" fmla="*/ 0 w 596807"/>
                <a:gd name="connsiteY0" fmla="*/ 0 h 271309"/>
                <a:gd name="connsiteX1" fmla="*/ 591775 w 596807"/>
                <a:gd name="connsiteY1" fmla="*/ 0 h 271309"/>
                <a:gd name="connsiteX2" fmla="*/ 596807 w 596807"/>
                <a:gd name="connsiteY2" fmla="*/ 141984 h 271309"/>
                <a:gd name="connsiteX3" fmla="*/ 1101 w 596807"/>
                <a:gd name="connsiteY3" fmla="*/ 271309 h 271309"/>
                <a:gd name="connsiteX4" fmla="*/ 0 w 596807"/>
                <a:gd name="connsiteY4" fmla="*/ 0 h 271309"/>
                <a:gd name="connsiteX0" fmla="*/ 0 w 596807"/>
                <a:gd name="connsiteY0" fmla="*/ 0 h 271309"/>
                <a:gd name="connsiteX1" fmla="*/ 595708 w 596807"/>
                <a:gd name="connsiteY1" fmla="*/ 0 h 271309"/>
                <a:gd name="connsiteX2" fmla="*/ 596807 w 596807"/>
                <a:gd name="connsiteY2" fmla="*/ 141984 h 271309"/>
                <a:gd name="connsiteX3" fmla="*/ 1101 w 596807"/>
                <a:gd name="connsiteY3" fmla="*/ 271309 h 271309"/>
                <a:gd name="connsiteX4" fmla="*/ 0 w 596807"/>
                <a:gd name="connsiteY4" fmla="*/ 0 h 271309"/>
                <a:gd name="connsiteX0" fmla="*/ 0 w 595708"/>
                <a:gd name="connsiteY0" fmla="*/ 0 h 271309"/>
                <a:gd name="connsiteX1" fmla="*/ 595708 w 595708"/>
                <a:gd name="connsiteY1" fmla="*/ 0 h 271309"/>
                <a:gd name="connsiteX2" fmla="*/ 594186 w 595708"/>
                <a:gd name="connsiteY2" fmla="*/ 141985 h 271309"/>
                <a:gd name="connsiteX3" fmla="*/ 1101 w 595708"/>
                <a:gd name="connsiteY3" fmla="*/ 271309 h 271309"/>
                <a:gd name="connsiteX4" fmla="*/ 0 w 595708"/>
                <a:gd name="connsiteY4" fmla="*/ 0 h 271309"/>
                <a:gd name="connsiteX0" fmla="*/ 0 w 596439"/>
                <a:gd name="connsiteY0" fmla="*/ 109083 h 380392"/>
                <a:gd name="connsiteX1" fmla="*/ 595708 w 596439"/>
                <a:gd name="connsiteY1" fmla="*/ 109083 h 380392"/>
                <a:gd name="connsiteX2" fmla="*/ 594186 w 596439"/>
                <a:gd name="connsiteY2" fmla="*/ 251068 h 380392"/>
                <a:gd name="connsiteX3" fmla="*/ 1101 w 596439"/>
                <a:gd name="connsiteY3" fmla="*/ 380392 h 380392"/>
                <a:gd name="connsiteX4" fmla="*/ 0 w 596439"/>
                <a:gd name="connsiteY4" fmla="*/ 109083 h 380392"/>
                <a:gd name="connsiteX0" fmla="*/ 0 w 595708"/>
                <a:gd name="connsiteY0" fmla="*/ 0 h 271309"/>
                <a:gd name="connsiteX1" fmla="*/ 595708 w 595708"/>
                <a:gd name="connsiteY1" fmla="*/ 0 h 271309"/>
                <a:gd name="connsiteX2" fmla="*/ 594186 w 595708"/>
                <a:gd name="connsiteY2" fmla="*/ 141985 h 271309"/>
                <a:gd name="connsiteX3" fmla="*/ 1101 w 595708"/>
                <a:gd name="connsiteY3" fmla="*/ 271309 h 271309"/>
                <a:gd name="connsiteX4" fmla="*/ 0 w 595708"/>
                <a:gd name="connsiteY4" fmla="*/ 0 h 271309"/>
                <a:gd name="connsiteX0" fmla="*/ 0 w 596808"/>
                <a:gd name="connsiteY0" fmla="*/ 0 h 271309"/>
                <a:gd name="connsiteX1" fmla="*/ 595708 w 596808"/>
                <a:gd name="connsiteY1" fmla="*/ 0 h 271309"/>
                <a:gd name="connsiteX2" fmla="*/ 596808 w 596808"/>
                <a:gd name="connsiteY2" fmla="*/ 141985 h 271309"/>
                <a:gd name="connsiteX3" fmla="*/ 1101 w 596808"/>
                <a:gd name="connsiteY3" fmla="*/ 271309 h 271309"/>
                <a:gd name="connsiteX4" fmla="*/ 0 w 596808"/>
                <a:gd name="connsiteY4" fmla="*/ 0 h 271309"/>
                <a:gd name="connsiteX0" fmla="*/ 0 w 596808"/>
                <a:gd name="connsiteY0" fmla="*/ 0 h 271309"/>
                <a:gd name="connsiteX1" fmla="*/ 595708 w 596808"/>
                <a:gd name="connsiteY1" fmla="*/ 0 h 271309"/>
                <a:gd name="connsiteX2" fmla="*/ 596808 w 596808"/>
                <a:gd name="connsiteY2" fmla="*/ 141985 h 271309"/>
                <a:gd name="connsiteX3" fmla="*/ 1101 w 596808"/>
                <a:gd name="connsiteY3" fmla="*/ 271309 h 271309"/>
                <a:gd name="connsiteX4" fmla="*/ 0 w 596808"/>
                <a:gd name="connsiteY4" fmla="*/ 0 h 271309"/>
                <a:gd name="connsiteX0" fmla="*/ 0 w 596808"/>
                <a:gd name="connsiteY0" fmla="*/ 0 h 271309"/>
                <a:gd name="connsiteX1" fmla="*/ 595708 w 596808"/>
                <a:gd name="connsiteY1" fmla="*/ 0 h 271309"/>
                <a:gd name="connsiteX2" fmla="*/ 596808 w 596808"/>
                <a:gd name="connsiteY2" fmla="*/ 141985 h 271309"/>
                <a:gd name="connsiteX3" fmla="*/ 1101 w 596808"/>
                <a:gd name="connsiteY3" fmla="*/ 271309 h 271309"/>
                <a:gd name="connsiteX4" fmla="*/ 0 w 596808"/>
                <a:gd name="connsiteY4" fmla="*/ 0 h 271309"/>
                <a:gd name="connsiteX0" fmla="*/ 0 w 595708"/>
                <a:gd name="connsiteY0" fmla="*/ 0 h 271309"/>
                <a:gd name="connsiteX1" fmla="*/ 595708 w 595708"/>
                <a:gd name="connsiteY1" fmla="*/ 0 h 271309"/>
                <a:gd name="connsiteX2" fmla="*/ 594186 w 595708"/>
                <a:gd name="connsiteY2" fmla="*/ 141985 h 271309"/>
                <a:gd name="connsiteX3" fmla="*/ 1101 w 595708"/>
                <a:gd name="connsiteY3" fmla="*/ 271309 h 271309"/>
                <a:gd name="connsiteX4" fmla="*/ 0 w 595708"/>
                <a:gd name="connsiteY4" fmla="*/ 0 h 271309"/>
                <a:gd name="connsiteX0" fmla="*/ 0 w 595708"/>
                <a:gd name="connsiteY0" fmla="*/ 0 h 271309"/>
                <a:gd name="connsiteX1" fmla="*/ 595708 w 595708"/>
                <a:gd name="connsiteY1" fmla="*/ 0 h 271309"/>
                <a:gd name="connsiteX2" fmla="*/ 594186 w 595708"/>
                <a:gd name="connsiteY2" fmla="*/ 141985 h 271309"/>
                <a:gd name="connsiteX3" fmla="*/ 1101 w 595708"/>
                <a:gd name="connsiteY3" fmla="*/ 271309 h 271309"/>
                <a:gd name="connsiteX4" fmla="*/ 0 w 595708"/>
                <a:gd name="connsiteY4" fmla="*/ 0 h 271309"/>
                <a:gd name="connsiteX0" fmla="*/ 0 w 595936"/>
                <a:gd name="connsiteY0" fmla="*/ 0 h 271309"/>
                <a:gd name="connsiteX1" fmla="*/ 595708 w 595936"/>
                <a:gd name="connsiteY1" fmla="*/ 0 h 271309"/>
                <a:gd name="connsiteX2" fmla="*/ 594186 w 595936"/>
                <a:gd name="connsiteY2" fmla="*/ 141985 h 271309"/>
                <a:gd name="connsiteX3" fmla="*/ 1101 w 595936"/>
                <a:gd name="connsiteY3" fmla="*/ 271309 h 271309"/>
                <a:gd name="connsiteX4" fmla="*/ 0 w 595936"/>
                <a:gd name="connsiteY4" fmla="*/ 0 h 271309"/>
                <a:gd name="connsiteX0" fmla="*/ 319 w 596255"/>
                <a:gd name="connsiteY0" fmla="*/ 0 h 271309"/>
                <a:gd name="connsiteX1" fmla="*/ 596027 w 596255"/>
                <a:gd name="connsiteY1" fmla="*/ 0 h 271309"/>
                <a:gd name="connsiteX2" fmla="*/ 594505 w 596255"/>
                <a:gd name="connsiteY2" fmla="*/ 141985 h 271309"/>
                <a:gd name="connsiteX3" fmla="*/ 110 w 596255"/>
                <a:gd name="connsiteY3" fmla="*/ 271309 h 271309"/>
                <a:gd name="connsiteX4" fmla="*/ 319 w 596255"/>
                <a:gd name="connsiteY4" fmla="*/ 0 h 271309"/>
                <a:gd name="connsiteX0" fmla="*/ 0 w 595936"/>
                <a:gd name="connsiteY0" fmla="*/ 0 h 271309"/>
                <a:gd name="connsiteX1" fmla="*/ 595708 w 595936"/>
                <a:gd name="connsiteY1" fmla="*/ 0 h 271309"/>
                <a:gd name="connsiteX2" fmla="*/ 594186 w 595936"/>
                <a:gd name="connsiteY2" fmla="*/ 141985 h 271309"/>
                <a:gd name="connsiteX3" fmla="*/ 1101 w 595936"/>
                <a:gd name="connsiteY3" fmla="*/ 271309 h 271309"/>
                <a:gd name="connsiteX4" fmla="*/ 0 w 595936"/>
                <a:gd name="connsiteY4" fmla="*/ 0 h 271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5936" h="271309">
                  <a:moveTo>
                    <a:pt x="0" y="0"/>
                  </a:moveTo>
                  <a:lnTo>
                    <a:pt x="595708" y="0"/>
                  </a:lnTo>
                  <a:cubicBezTo>
                    <a:pt x="595708" y="30988"/>
                    <a:pt x="596806" y="39550"/>
                    <a:pt x="594186" y="141985"/>
                  </a:cubicBezTo>
                  <a:cubicBezTo>
                    <a:pt x="404809" y="352086"/>
                    <a:pt x="341643" y="22672"/>
                    <a:pt x="1101" y="271309"/>
                  </a:cubicBezTo>
                  <a:cubicBezTo>
                    <a:pt x="647" y="226260"/>
                    <a:pt x="454" y="45049"/>
                    <a:pt x="0" y="0"/>
                  </a:cubicBez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60A094AA-9A7F-007E-C38E-282023258234}"/>
                </a:ext>
              </a:extLst>
            </p:cNvPr>
            <p:cNvGrpSpPr/>
            <p:nvPr/>
          </p:nvGrpSpPr>
          <p:grpSpPr>
            <a:xfrm>
              <a:off x="4341455" y="6517035"/>
              <a:ext cx="621640" cy="663817"/>
              <a:chOff x="3656357" y="6507685"/>
              <a:chExt cx="621640" cy="663817"/>
            </a:xfrm>
          </p:grpSpPr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B92EE9BA-AAFA-F20C-78A7-01D995ADF827}"/>
                  </a:ext>
                </a:extLst>
              </p:cNvPr>
              <p:cNvSpPr/>
              <p:nvPr/>
            </p:nvSpPr>
            <p:spPr>
              <a:xfrm>
                <a:off x="3656465" y="6640950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4E29C3FF-9471-7735-B7DC-72DCB428BD3B}"/>
                  </a:ext>
                </a:extLst>
              </p:cNvPr>
              <p:cNvSpPr/>
              <p:nvPr/>
            </p:nvSpPr>
            <p:spPr>
              <a:xfrm>
                <a:off x="3811875" y="6640950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153844ED-7356-0E7A-41F3-A548AC321B32}"/>
                  </a:ext>
                </a:extLst>
              </p:cNvPr>
              <p:cNvSpPr/>
              <p:nvPr/>
            </p:nvSpPr>
            <p:spPr>
              <a:xfrm>
                <a:off x="3967285" y="6640950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BD604C68-897E-7A61-8F8A-81AB9F76C2B6}"/>
                  </a:ext>
                </a:extLst>
              </p:cNvPr>
              <p:cNvSpPr/>
              <p:nvPr/>
            </p:nvSpPr>
            <p:spPr>
              <a:xfrm>
                <a:off x="4122695" y="6640950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D87664B4-4851-7A85-F275-E84A56CBC0D8}"/>
                  </a:ext>
                </a:extLst>
              </p:cNvPr>
              <p:cNvSpPr/>
              <p:nvPr/>
            </p:nvSpPr>
            <p:spPr>
              <a:xfrm>
                <a:off x="3656465" y="6773574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" name="矩形 14">
                <a:extLst>
                  <a:ext uri="{FF2B5EF4-FFF2-40B4-BE49-F238E27FC236}">
                    <a16:creationId xmlns:a16="http://schemas.microsoft.com/office/drawing/2014/main" id="{4DBB6C03-BB08-CEA1-8F7D-9F7FA2F0A758}"/>
                  </a:ext>
                </a:extLst>
              </p:cNvPr>
              <p:cNvSpPr/>
              <p:nvPr/>
            </p:nvSpPr>
            <p:spPr>
              <a:xfrm>
                <a:off x="3811875" y="6773574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B71C46A1-F75D-4CEF-622C-C5DAD00DD915}"/>
                  </a:ext>
                </a:extLst>
              </p:cNvPr>
              <p:cNvSpPr/>
              <p:nvPr/>
            </p:nvSpPr>
            <p:spPr>
              <a:xfrm>
                <a:off x="3967285" y="6773574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0BC88E27-3446-856F-FCB2-A7161C384087}"/>
                  </a:ext>
                </a:extLst>
              </p:cNvPr>
              <p:cNvSpPr/>
              <p:nvPr/>
            </p:nvSpPr>
            <p:spPr>
              <a:xfrm>
                <a:off x="4122695" y="6773574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4880994F-8998-A375-B316-67D64CD59B7D}"/>
                  </a:ext>
                </a:extLst>
              </p:cNvPr>
              <p:cNvSpPr/>
              <p:nvPr/>
            </p:nvSpPr>
            <p:spPr>
              <a:xfrm>
                <a:off x="3656357" y="690625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97695C6E-858C-9AB2-791C-B49AEC89D966}"/>
                  </a:ext>
                </a:extLst>
              </p:cNvPr>
              <p:cNvSpPr/>
              <p:nvPr/>
            </p:nvSpPr>
            <p:spPr>
              <a:xfrm>
                <a:off x="3811767" y="690625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5879F9AE-C326-89BD-9CB4-E3E206B65582}"/>
                  </a:ext>
                </a:extLst>
              </p:cNvPr>
              <p:cNvSpPr/>
              <p:nvPr/>
            </p:nvSpPr>
            <p:spPr>
              <a:xfrm>
                <a:off x="3967177" y="690625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" name="矩形 20">
                <a:extLst>
                  <a:ext uri="{FF2B5EF4-FFF2-40B4-BE49-F238E27FC236}">
                    <a16:creationId xmlns:a16="http://schemas.microsoft.com/office/drawing/2014/main" id="{FFBCFC3B-FD84-EF00-DB06-7A9828ED8C3C}"/>
                  </a:ext>
                </a:extLst>
              </p:cNvPr>
              <p:cNvSpPr/>
              <p:nvPr/>
            </p:nvSpPr>
            <p:spPr>
              <a:xfrm>
                <a:off x="4122587" y="690625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" name="矩形 21">
                <a:extLst>
                  <a:ext uri="{FF2B5EF4-FFF2-40B4-BE49-F238E27FC236}">
                    <a16:creationId xmlns:a16="http://schemas.microsoft.com/office/drawing/2014/main" id="{B550A435-B3FA-80FF-0E10-0B05595024BB}"/>
                  </a:ext>
                </a:extLst>
              </p:cNvPr>
              <p:cNvSpPr/>
              <p:nvPr/>
            </p:nvSpPr>
            <p:spPr>
              <a:xfrm>
                <a:off x="3656357" y="7038879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" name="矩形 22">
                <a:extLst>
                  <a:ext uri="{FF2B5EF4-FFF2-40B4-BE49-F238E27FC236}">
                    <a16:creationId xmlns:a16="http://schemas.microsoft.com/office/drawing/2014/main" id="{1DD4FDEA-E59A-75EF-2229-C1DAF4CBE6AA}"/>
                  </a:ext>
                </a:extLst>
              </p:cNvPr>
              <p:cNvSpPr/>
              <p:nvPr/>
            </p:nvSpPr>
            <p:spPr>
              <a:xfrm>
                <a:off x="3811767" y="7038879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" name="矩形 23">
                <a:extLst>
                  <a:ext uri="{FF2B5EF4-FFF2-40B4-BE49-F238E27FC236}">
                    <a16:creationId xmlns:a16="http://schemas.microsoft.com/office/drawing/2014/main" id="{5291A3E6-F216-E89C-FF2A-63F1FF4F699E}"/>
                  </a:ext>
                </a:extLst>
              </p:cNvPr>
              <p:cNvSpPr/>
              <p:nvPr/>
            </p:nvSpPr>
            <p:spPr>
              <a:xfrm>
                <a:off x="3967177" y="7038879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" name="矩形 24">
                <a:extLst>
                  <a:ext uri="{FF2B5EF4-FFF2-40B4-BE49-F238E27FC236}">
                    <a16:creationId xmlns:a16="http://schemas.microsoft.com/office/drawing/2014/main" id="{C8F95972-338B-ADE5-312F-F670A7394107}"/>
                  </a:ext>
                </a:extLst>
              </p:cNvPr>
              <p:cNvSpPr/>
              <p:nvPr/>
            </p:nvSpPr>
            <p:spPr>
              <a:xfrm>
                <a:off x="4122587" y="7038879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6" name="矩形 25">
                <a:extLst>
                  <a:ext uri="{FF2B5EF4-FFF2-40B4-BE49-F238E27FC236}">
                    <a16:creationId xmlns:a16="http://schemas.microsoft.com/office/drawing/2014/main" id="{D13590D0-6712-56FF-AC5D-D8AD5B5A49B5}"/>
                  </a:ext>
                </a:extLst>
              </p:cNvPr>
              <p:cNvSpPr/>
              <p:nvPr/>
            </p:nvSpPr>
            <p:spPr>
              <a:xfrm>
                <a:off x="3656357" y="650768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7" name="矩形 26">
                <a:extLst>
                  <a:ext uri="{FF2B5EF4-FFF2-40B4-BE49-F238E27FC236}">
                    <a16:creationId xmlns:a16="http://schemas.microsoft.com/office/drawing/2014/main" id="{1C99D7D1-34A8-2A95-9A58-0980EEFCFE36}"/>
                  </a:ext>
                </a:extLst>
              </p:cNvPr>
              <p:cNvSpPr/>
              <p:nvPr/>
            </p:nvSpPr>
            <p:spPr>
              <a:xfrm>
                <a:off x="3811767" y="650768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8" name="矩形 27">
                <a:extLst>
                  <a:ext uri="{FF2B5EF4-FFF2-40B4-BE49-F238E27FC236}">
                    <a16:creationId xmlns:a16="http://schemas.microsoft.com/office/drawing/2014/main" id="{E409544C-2372-2853-413D-9BF288939FAD}"/>
                  </a:ext>
                </a:extLst>
              </p:cNvPr>
              <p:cNvSpPr/>
              <p:nvPr/>
            </p:nvSpPr>
            <p:spPr>
              <a:xfrm>
                <a:off x="3967177" y="650768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9" name="矩形 28">
                <a:extLst>
                  <a:ext uri="{FF2B5EF4-FFF2-40B4-BE49-F238E27FC236}">
                    <a16:creationId xmlns:a16="http://schemas.microsoft.com/office/drawing/2014/main" id="{7E371982-7129-2992-654A-D6ADD41EE5FC}"/>
                  </a:ext>
                </a:extLst>
              </p:cNvPr>
              <p:cNvSpPr/>
              <p:nvPr/>
            </p:nvSpPr>
            <p:spPr>
              <a:xfrm>
                <a:off x="4122587" y="650768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31" name="矩形 30">
            <a:extLst>
              <a:ext uri="{FF2B5EF4-FFF2-40B4-BE49-F238E27FC236}">
                <a16:creationId xmlns:a16="http://schemas.microsoft.com/office/drawing/2014/main" id="{995754C5-9F48-C989-339F-406F76B2C092}"/>
              </a:ext>
            </a:extLst>
          </p:cNvPr>
          <p:cNvSpPr/>
          <p:nvPr/>
        </p:nvSpPr>
        <p:spPr>
          <a:xfrm>
            <a:off x="8614705" y="2840851"/>
            <a:ext cx="2418951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200" b="1" dirty="0"/>
              <a:t>GPU 1 Memory</a:t>
            </a:r>
            <a:endParaRPr lang="zh-CN" altLang="en-US" sz="2200" b="1" dirty="0"/>
          </a:p>
        </p:txBody>
      </p:sp>
      <p:pic>
        <p:nvPicPr>
          <p:cNvPr id="32" name="图片 31">
            <a:extLst>
              <a:ext uri="{FF2B5EF4-FFF2-40B4-BE49-F238E27FC236}">
                <a16:creationId xmlns:a16="http://schemas.microsoft.com/office/drawing/2014/main" id="{2A023FD4-D135-F5FF-9321-714592ABFD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8699" y="1960554"/>
            <a:ext cx="583565" cy="613410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539BD436-A458-84B1-AA9D-0A4843D81B3C}"/>
              </a:ext>
            </a:extLst>
          </p:cNvPr>
          <p:cNvSpPr/>
          <p:nvPr/>
        </p:nvSpPr>
        <p:spPr>
          <a:xfrm>
            <a:off x="6804358" y="3403870"/>
            <a:ext cx="5009600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000000"/>
                </a:solidFill>
                <a:latin typeface="LinLibertineTB"/>
              </a:rPr>
              <a:t>Intra-GPU Graph Partition: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2000" dirty="0"/>
              <a:t>Chunk-based Graph Structure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2000" dirty="0"/>
              <a:t>Vertex Dependency</a:t>
            </a:r>
            <a:br>
              <a:rPr lang="en-US" altLang="zh-CN" sz="2000" dirty="0"/>
            </a:br>
            <a:r>
              <a:rPr lang="en-US" altLang="zh-CN" sz="2000" dirty="0"/>
              <a:t> </a:t>
            </a:r>
            <a:br>
              <a:rPr lang="en-US" altLang="zh-CN" sz="2000" dirty="0"/>
            </a:br>
            <a:endParaRPr lang="zh-CN" altLang="en-US" sz="2000" dirty="0"/>
          </a:p>
        </p:txBody>
      </p:sp>
      <p:pic>
        <p:nvPicPr>
          <p:cNvPr id="30" name="图片 29">
            <a:extLst>
              <a:ext uri="{FF2B5EF4-FFF2-40B4-BE49-F238E27FC236}">
                <a16:creationId xmlns:a16="http://schemas.microsoft.com/office/drawing/2014/main" id="{EBDD3966-8769-6130-1B40-68945C13C0C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66142"/>
          <a:stretch/>
        </p:blipFill>
        <p:spPr>
          <a:xfrm>
            <a:off x="144000" y="1417639"/>
            <a:ext cx="6651264" cy="1674811"/>
          </a:xfrm>
          <a:prstGeom prst="rect">
            <a:avLst/>
          </a:prstGeom>
        </p:spPr>
      </p:pic>
      <p:sp>
        <p:nvSpPr>
          <p:cNvPr id="66" name="椭圆 65">
            <a:extLst>
              <a:ext uri="{FF2B5EF4-FFF2-40B4-BE49-F238E27FC236}">
                <a16:creationId xmlns:a16="http://schemas.microsoft.com/office/drawing/2014/main" id="{A46B40E5-C09B-CD42-0F29-F381219CA953}"/>
              </a:ext>
            </a:extLst>
          </p:cNvPr>
          <p:cNvSpPr/>
          <p:nvPr/>
        </p:nvSpPr>
        <p:spPr>
          <a:xfrm rot="5400000">
            <a:off x="2735381" y="5392414"/>
            <a:ext cx="322854" cy="32384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cs typeface="Arial" panose="020B0604020202020204" pitchFamily="34" charset="0"/>
              </a:rPr>
              <a:t>1</a:t>
            </a:r>
            <a:endParaRPr lang="zh-CN" altLang="en-US" sz="2400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67" name="椭圆 66">
            <a:extLst>
              <a:ext uri="{FF2B5EF4-FFF2-40B4-BE49-F238E27FC236}">
                <a16:creationId xmlns:a16="http://schemas.microsoft.com/office/drawing/2014/main" id="{927C1772-7918-5816-1DA2-EF89764B9160}"/>
              </a:ext>
            </a:extLst>
          </p:cNvPr>
          <p:cNvSpPr/>
          <p:nvPr/>
        </p:nvSpPr>
        <p:spPr>
          <a:xfrm rot="5400000">
            <a:off x="2735381" y="6093350"/>
            <a:ext cx="322854" cy="323843"/>
          </a:xfrm>
          <a:prstGeom prst="ellipse">
            <a:avLst/>
          </a:prstGeom>
          <a:noFill/>
          <a:ln w="28575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cs typeface="Arial" panose="020B0604020202020204" pitchFamily="34" charset="0"/>
              </a:rPr>
              <a:t>3</a:t>
            </a:r>
            <a:endParaRPr lang="zh-CN" altLang="en-US" sz="2400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68" name="椭圆 67">
            <a:extLst>
              <a:ext uri="{FF2B5EF4-FFF2-40B4-BE49-F238E27FC236}">
                <a16:creationId xmlns:a16="http://schemas.microsoft.com/office/drawing/2014/main" id="{E489A560-CB93-4A31-7EDD-BBF825FE2B0B}"/>
              </a:ext>
            </a:extLst>
          </p:cNvPr>
          <p:cNvSpPr/>
          <p:nvPr/>
        </p:nvSpPr>
        <p:spPr>
          <a:xfrm rot="5400000">
            <a:off x="2073456" y="5392414"/>
            <a:ext cx="322854" cy="32384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cs typeface="Arial" panose="020B0604020202020204" pitchFamily="34" charset="0"/>
              </a:rPr>
              <a:t>0</a:t>
            </a:r>
            <a:endParaRPr lang="zh-CN" altLang="en-US" sz="2400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cxnSp>
        <p:nvCxnSpPr>
          <p:cNvPr id="69" name="直接连接符 510">
            <a:extLst>
              <a:ext uri="{FF2B5EF4-FFF2-40B4-BE49-F238E27FC236}">
                <a16:creationId xmlns:a16="http://schemas.microsoft.com/office/drawing/2014/main" id="{E56352CA-1891-9645-7026-C72ABCCDC733}"/>
              </a:ext>
            </a:extLst>
          </p:cNvPr>
          <p:cNvCxnSpPr>
            <a:cxnSpLocks/>
          </p:cNvCxnSpPr>
          <p:nvPr/>
        </p:nvCxnSpPr>
        <p:spPr>
          <a:xfrm flipH="1">
            <a:off x="2398266" y="5554328"/>
            <a:ext cx="328224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0" name="直接连接符 512">
            <a:extLst>
              <a:ext uri="{FF2B5EF4-FFF2-40B4-BE49-F238E27FC236}">
                <a16:creationId xmlns:a16="http://schemas.microsoft.com/office/drawing/2014/main" id="{7598F5E4-C471-C5CA-4820-62B4708A6436}"/>
              </a:ext>
            </a:extLst>
          </p:cNvPr>
          <p:cNvCxnSpPr>
            <a:cxnSpLocks/>
          </p:cNvCxnSpPr>
          <p:nvPr/>
        </p:nvCxnSpPr>
        <p:spPr>
          <a:xfrm flipV="1">
            <a:off x="2896808" y="5713582"/>
            <a:ext cx="0" cy="380257"/>
          </a:xfrm>
          <a:prstGeom prst="line">
            <a:avLst/>
          </a:prstGeom>
          <a:ln w="28575">
            <a:solidFill>
              <a:schemeClr val="tx1"/>
            </a:solidFill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1" name="椭圆 70">
            <a:extLst>
              <a:ext uri="{FF2B5EF4-FFF2-40B4-BE49-F238E27FC236}">
                <a16:creationId xmlns:a16="http://schemas.microsoft.com/office/drawing/2014/main" id="{CE289006-BA4B-4083-872E-FA8B2DA6536A}"/>
              </a:ext>
            </a:extLst>
          </p:cNvPr>
          <p:cNvSpPr/>
          <p:nvPr/>
        </p:nvSpPr>
        <p:spPr>
          <a:xfrm rot="5400000">
            <a:off x="4470655" y="5392408"/>
            <a:ext cx="322854" cy="323843"/>
          </a:xfrm>
          <a:prstGeom prst="ellipse">
            <a:avLst/>
          </a:prstGeom>
          <a:noFill/>
          <a:ln w="28575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cs typeface="Arial" panose="020B0604020202020204" pitchFamily="34" charset="0"/>
              </a:rPr>
              <a:t>1</a:t>
            </a:r>
            <a:endParaRPr lang="zh-CN" altLang="en-US" sz="2400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72" name="椭圆 71">
            <a:extLst>
              <a:ext uri="{FF2B5EF4-FFF2-40B4-BE49-F238E27FC236}">
                <a16:creationId xmlns:a16="http://schemas.microsoft.com/office/drawing/2014/main" id="{A7D8A75E-318C-0E92-11BC-47207C857C6F}"/>
              </a:ext>
            </a:extLst>
          </p:cNvPr>
          <p:cNvSpPr/>
          <p:nvPr/>
        </p:nvSpPr>
        <p:spPr>
          <a:xfrm rot="5400000">
            <a:off x="4470655" y="6093344"/>
            <a:ext cx="322854" cy="32384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cs typeface="Arial" panose="020B0604020202020204" pitchFamily="34" charset="0"/>
              </a:rPr>
              <a:t>3</a:t>
            </a:r>
            <a:endParaRPr lang="zh-CN" altLang="en-US" sz="2400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73" name="椭圆 72">
            <a:extLst>
              <a:ext uri="{FF2B5EF4-FFF2-40B4-BE49-F238E27FC236}">
                <a16:creationId xmlns:a16="http://schemas.microsoft.com/office/drawing/2014/main" id="{5D1EA778-B08C-844F-7C1C-95E8BA3A207B}"/>
              </a:ext>
            </a:extLst>
          </p:cNvPr>
          <p:cNvSpPr/>
          <p:nvPr/>
        </p:nvSpPr>
        <p:spPr>
          <a:xfrm rot="5400000">
            <a:off x="3808730" y="6093344"/>
            <a:ext cx="322854" cy="32384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cs typeface="Arial" panose="020B0604020202020204" pitchFamily="34" charset="0"/>
              </a:rPr>
              <a:t>2</a:t>
            </a:r>
            <a:endParaRPr lang="zh-CN" altLang="en-US" sz="2400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cxnSp>
        <p:nvCxnSpPr>
          <p:cNvPr id="74" name="直接连接符 522">
            <a:extLst>
              <a:ext uri="{FF2B5EF4-FFF2-40B4-BE49-F238E27FC236}">
                <a16:creationId xmlns:a16="http://schemas.microsoft.com/office/drawing/2014/main" id="{F9E8D1AA-6273-E690-F783-B76C0C32E608}"/>
              </a:ext>
            </a:extLst>
          </p:cNvPr>
          <p:cNvCxnSpPr>
            <a:cxnSpLocks/>
          </p:cNvCxnSpPr>
          <p:nvPr/>
        </p:nvCxnSpPr>
        <p:spPr>
          <a:xfrm flipV="1">
            <a:off x="4632082" y="5713576"/>
            <a:ext cx="0" cy="380257"/>
          </a:xfrm>
          <a:prstGeom prst="line">
            <a:avLst/>
          </a:prstGeom>
          <a:ln w="28575">
            <a:solidFill>
              <a:schemeClr val="tx1"/>
            </a:solidFill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5" name="直接连接符 524">
            <a:extLst>
              <a:ext uri="{FF2B5EF4-FFF2-40B4-BE49-F238E27FC236}">
                <a16:creationId xmlns:a16="http://schemas.microsoft.com/office/drawing/2014/main" id="{695C18CE-33CB-450B-F90D-2DC0A3B16468}"/>
              </a:ext>
            </a:extLst>
          </p:cNvPr>
          <p:cNvCxnSpPr>
            <a:cxnSpLocks/>
          </p:cNvCxnSpPr>
          <p:nvPr/>
        </p:nvCxnSpPr>
        <p:spPr>
          <a:xfrm flipH="1">
            <a:off x="4130620" y="6255259"/>
            <a:ext cx="32987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6" name="文本框 75">
            <a:extLst>
              <a:ext uri="{FF2B5EF4-FFF2-40B4-BE49-F238E27FC236}">
                <a16:creationId xmlns:a16="http://schemas.microsoft.com/office/drawing/2014/main" id="{A8230F7F-0F9E-4D87-AC50-F23B03E2EAE4}"/>
              </a:ext>
            </a:extLst>
          </p:cNvPr>
          <p:cNvSpPr txBox="1"/>
          <p:nvPr/>
        </p:nvSpPr>
        <p:spPr>
          <a:xfrm>
            <a:off x="1901510" y="6457889"/>
            <a:ext cx="1381439" cy="400110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cs typeface="Arial" panose="020B0604020202020204" pitchFamily="34" charset="0"/>
              </a:rPr>
              <a:t>Subgraph1</a:t>
            </a:r>
            <a:endParaRPr lang="zh-CN" altLang="en-US" sz="2000" b="1" dirty="0">
              <a:cs typeface="Arial" panose="020B0604020202020204" pitchFamily="34" charset="0"/>
            </a:endParaRPr>
          </a:p>
        </p:txBody>
      </p:sp>
      <p:sp>
        <p:nvSpPr>
          <p:cNvPr id="77" name="文本框 76">
            <a:extLst>
              <a:ext uri="{FF2B5EF4-FFF2-40B4-BE49-F238E27FC236}">
                <a16:creationId xmlns:a16="http://schemas.microsoft.com/office/drawing/2014/main" id="{02A3BD66-0D52-7C0C-490D-442A79CA13E3}"/>
              </a:ext>
            </a:extLst>
          </p:cNvPr>
          <p:cNvSpPr txBox="1"/>
          <p:nvPr/>
        </p:nvSpPr>
        <p:spPr>
          <a:xfrm>
            <a:off x="3673160" y="6457890"/>
            <a:ext cx="1381439" cy="400110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cs typeface="Arial" panose="020B0604020202020204" pitchFamily="34" charset="0"/>
              </a:rPr>
              <a:t>Subgraph2</a:t>
            </a:r>
            <a:endParaRPr lang="zh-CN" altLang="en-US" sz="2000" b="1" dirty="0">
              <a:cs typeface="Arial" panose="020B0604020202020204" pitchFamily="34" charset="0"/>
            </a:endParaRPr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582A38A2-764D-2C7D-15FE-6B07597F72C3}"/>
              </a:ext>
            </a:extLst>
          </p:cNvPr>
          <p:cNvSpPr txBox="1"/>
          <p:nvPr/>
        </p:nvSpPr>
        <p:spPr>
          <a:xfrm>
            <a:off x="5419327" y="5608928"/>
            <a:ext cx="1381439" cy="646331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cs typeface="Arial" panose="020B0604020202020204" pitchFamily="34" charset="0"/>
              </a:rPr>
              <a:t>…</a:t>
            </a:r>
            <a:endParaRPr lang="zh-CN" altLang="en-US" sz="3600" b="1" dirty="0">
              <a:cs typeface="Arial" panose="020B0604020202020204" pitchFamily="34" charset="0"/>
            </a:endParaRPr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35003676-5294-53F6-DC7C-5502A9A41EB6}"/>
              </a:ext>
            </a:extLst>
          </p:cNvPr>
          <p:cNvSpPr/>
          <p:nvPr/>
        </p:nvSpPr>
        <p:spPr>
          <a:xfrm>
            <a:off x="1158581" y="5272024"/>
            <a:ext cx="4912020" cy="1535176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0" name="文本框 79">
            <a:extLst>
              <a:ext uri="{FF2B5EF4-FFF2-40B4-BE49-F238E27FC236}">
                <a16:creationId xmlns:a16="http://schemas.microsoft.com/office/drawing/2014/main" id="{42C0E1A3-1645-A475-B429-0EEE00C7E74C}"/>
              </a:ext>
            </a:extLst>
          </p:cNvPr>
          <p:cNvSpPr txBox="1"/>
          <p:nvPr/>
        </p:nvSpPr>
        <p:spPr>
          <a:xfrm>
            <a:off x="1136743" y="5240306"/>
            <a:ext cx="1381439" cy="707886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cs typeface="Arial" panose="020B0604020202020204" pitchFamily="34" charset="0"/>
              </a:rPr>
              <a:t>Each</a:t>
            </a:r>
          </a:p>
          <a:p>
            <a:r>
              <a:rPr lang="en-US" altLang="zh-CN" sz="2000" b="1" dirty="0">
                <a:cs typeface="Arial" panose="020B0604020202020204" pitchFamily="34" charset="0"/>
              </a:rPr>
              <a:t>GPU</a:t>
            </a:r>
            <a:endParaRPr lang="zh-CN" altLang="en-US" sz="2000" b="1" dirty="0">
              <a:cs typeface="Arial" panose="020B0604020202020204" pitchFamily="34" charset="0"/>
            </a:endParaRPr>
          </a:p>
        </p:txBody>
      </p:sp>
      <p:sp>
        <p:nvSpPr>
          <p:cNvPr id="82" name="文本框 81">
            <a:extLst>
              <a:ext uri="{FF2B5EF4-FFF2-40B4-BE49-F238E27FC236}">
                <a16:creationId xmlns:a16="http://schemas.microsoft.com/office/drawing/2014/main" id="{62DDE72B-A737-D8A4-0490-35791C488F99}"/>
              </a:ext>
            </a:extLst>
          </p:cNvPr>
          <p:cNvSpPr txBox="1"/>
          <p:nvPr/>
        </p:nvSpPr>
        <p:spPr>
          <a:xfrm>
            <a:off x="6364302" y="6222831"/>
            <a:ext cx="3003491" cy="369332"/>
          </a:xfrm>
          <a:prstGeom prst="rect">
            <a:avLst/>
          </a:prstGeom>
          <a:noFill/>
          <a:ln w="19050">
            <a:noFill/>
            <a:prstDash val="solid"/>
          </a:ln>
        </p:spPr>
        <p:txBody>
          <a:bodyPr wrap="square">
            <a:spAutoFit/>
          </a:bodyPr>
          <a:lstStyle/>
          <a:p>
            <a:r>
              <a:rPr lang="en-US" altLang="zh-CN" dirty="0"/>
              <a:t>R</a:t>
            </a:r>
            <a:r>
              <a:rPr lang="en-US" altLang="zh-CN" sz="1800" dirty="0"/>
              <a:t>educe </a:t>
            </a:r>
            <a:r>
              <a:rPr lang="en-US" altLang="zh-CN" dirty="0"/>
              <a:t>T</a:t>
            </a:r>
            <a:r>
              <a:rPr lang="en-US" altLang="zh-CN" sz="1800" dirty="0"/>
              <a:t>he </a:t>
            </a:r>
            <a:r>
              <a:rPr lang="en-US" altLang="zh-CN" dirty="0"/>
              <a:t>T</a:t>
            </a:r>
            <a:r>
              <a:rPr lang="en-US" altLang="zh-CN" sz="1800" dirty="0"/>
              <a:t>raining </a:t>
            </a:r>
            <a:r>
              <a:rPr lang="en-US" altLang="zh-CN" dirty="0"/>
              <a:t>U</a:t>
            </a:r>
            <a:r>
              <a:rPr lang="en-US" altLang="zh-CN" sz="1800" dirty="0"/>
              <a:t>nit Size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1371939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图片 33">
            <a:extLst>
              <a:ext uri="{FF2B5EF4-FFF2-40B4-BE49-F238E27FC236}">
                <a16:creationId xmlns:a16="http://schemas.microsoft.com/office/drawing/2014/main" id="{A227CD1B-57CC-D778-F711-6D53B8CC28C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35076"/>
          <a:stretch/>
        </p:blipFill>
        <p:spPr>
          <a:xfrm>
            <a:off x="144000" y="1417639"/>
            <a:ext cx="6651264" cy="3211512"/>
          </a:xfrm>
          <a:prstGeom prst="rect">
            <a:avLst/>
          </a:prstGeom>
        </p:spPr>
      </p:pic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288000" y="0"/>
            <a:ext cx="11164860" cy="141763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altLang="zh-CN" dirty="0">
                <a:latin typeface="Century Gothic" panose="020B050202020202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Task Parallelism</a:t>
            </a:r>
            <a:endParaRPr lang="en-US" altLang="zh-CN" sz="3600" dirty="0">
              <a:latin typeface="Century Gothic" panose="020B050202020202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5" name="Rectangle 10"/>
          <p:cNvSpPr/>
          <p:nvPr/>
        </p:nvSpPr>
        <p:spPr>
          <a:xfrm>
            <a:off x="0" y="420787"/>
            <a:ext cx="288000" cy="57606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2DBBEA32-7D1A-E790-4DCA-9E49A76D09AF}"/>
              </a:ext>
            </a:extLst>
          </p:cNvPr>
          <p:cNvGrpSpPr/>
          <p:nvPr/>
        </p:nvGrpSpPr>
        <p:grpSpPr>
          <a:xfrm>
            <a:off x="9215734" y="1283286"/>
            <a:ext cx="1217316" cy="1557565"/>
            <a:chOff x="4341455" y="6360456"/>
            <a:chExt cx="621640" cy="844499"/>
          </a:xfrm>
        </p:grpSpPr>
        <p:sp>
          <p:nvSpPr>
            <p:cNvPr id="3" name="矩形 1174">
              <a:extLst>
                <a:ext uri="{FF2B5EF4-FFF2-40B4-BE49-F238E27FC236}">
                  <a16:creationId xmlns:a16="http://schemas.microsoft.com/office/drawing/2014/main" id="{A255DC1F-944F-BD94-A848-76C91F305B06}"/>
                </a:ext>
              </a:extLst>
            </p:cNvPr>
            <p:cNvSpPr/>
            <p:nvPr/>
          </p:nvSpPr>
          <p:spPr>
            <a:xfrm rot="10800000">
              <a:off x="4342830" y="6360456"/>
              <a:ext cx="618706" cy="844499"/>
            </a:xfrm>
            <a:custGeom>
              <a:avLst/>
              <a:gdLst>
                <a:gd name="connsiteX0" fmla="*/ 0 w 595706"/>
                <a:gd name="connsiteY0" fmla="*/ 0 h 92965"/>
                <a:gd name="connsiteX1" fmla="*/ 595706 w 595706"/>
                <a:gd name="connsiteY1" fmla="*/ 0 h 92965"/>
                <a:gd name="connsiteX2" fmla="*/ 595706 w 595706"/>
                <a:gd name="connsiteY2" fmla="*/ 92965 h 92965"/>
                <a:gd name="connsiteX3" fmla="*/ 0 w 595706"/>
                <a:gd name="connsiteY3" fmla="*/ 92965 h 92965"/>
                <a:gd name="connsiteX4" fmla="*/ 0 w 595706"/>
                <a:gd name="connsiteY4" fmla="*/ 0 h 92965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1422 w 594406"/>
                <a:gd name="connsiteY0" fmla="*/ 21376 h 135147"/>
                <a:gd name="connsiteX1" fmla="*/ 594406 w 594406"/>
                <a:gd name="connsiteY1" fmla="*/ 0 h 135147"/>
                <a:gd name="connsiteX2" fmla="*/ 594406 w 594406"/>
                <a:gd name="connsiteY2" fmla="*/ 92965 h 135147"/>
                <a:gd name="connsiteX3" fmla="*/ 61 w 594406"/>
                <a:gd name="connsiteY3" fmla="*/ 135147 h 135147"/>
                <a:gd name="connsiteX4" fmla="*/ 1422 w 594406"/>
                <a:gd name="connsiteY4" fmla="*/ 21376 h 135147"/>
                <a:gd name="connsiteX0" fmla="*/ 1422 w 594406"/>
                <a:gd name="connsiteY0" fmla="*/ 15599 h 135147"/>
                <a:gd name="connsiteX1" fmla="*/ 594406 w 594406"/>
                <a:gd name="connsiteY1" fmla="*/ 0 h 135147"/>
                <a:gd name="connsiteX2" fmla="*/ 594406 w 594406"/>
                <a:gd name="connsiteY2" fmla="*/ 92965 h 135147"/>
                <a:gd name="connsiteX3" fmla="*/ 61 w 594406"/>
                <a:gd name="connsiteY3" fmla="*/ 135147 h 135147"/>
                <a:gd name="connsiteX4" fmla="*/ 1422 w 594406"/>
                <a:gd name="connsiteY4" fmla="*/ 15599 h 135147"/>
                <a:gd name="connsiteX0" fmla="*/ 131 w 594476"/>
                <a:gd name="connsiteY0" fmla="*/ 4622 h 135147"/>
                <a:gd name="connsiteX1" fmla="*/ 594476 w 594476"/>
                <a:gd name="connsiteY1" fmla="*/ 0 h 135147"/>
                <a:gd name="connsiteX2" fmla="*/ 594476 w 594476"/>
                <a:gd name="connsiteY2" fmla="*/ 92965 h 135147"/>
                <a:gd name="connsiteX3" fmla="*/ 131 w 594476"/>
                <a:gd name="connsiteY3" fmla="*/ 135147 h 135147"/>
                <a:gd name="connsiteX4" fmla="*/ 131 w 594476"/>
                <a:gd name="connsiteY4" fmla="*/ 4622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22423 h 139660"/>
                <a:gd name="connsiteX1" fmla="*/ 595706 w 595706"/>
                <a:gd name="connsiteY1" fmla="*/ 4513 h 139660"/>
                <a:gd name="connsiteX2" fmla="*/ 595706 w 595706"/>
                <a:gd name="connsiteY2" fmla="*/ 97478 h 139660"/>
                <a:gd name="connsiteX3" fmla="*/ 1361 w 595706"/>
                <a:gd name="connsiteY3" fmla="*/ 139660 h 139660"/>
                <a:gd name="connsiteX4" fmla="*/ 0 w 595706"/>
                <a:gd name="connsiteY4" fmla="*/ 22423 h 139660"/>
                <a:gd name="connsiteX0" fmla="*/ 0 w 595706"/>
                <a:gd name="connsiteY0" fmla="*/ 26413 h 143650"/>
                <a:gd name="connsiteX1" fmla="*/ 595706 w 595706"/>
                <a:gd name="connsiteY1" fmla="*/ 8503 h 143650"/>
                <a:gd name="connsiteX2" fmla="*/ 595706 w 595706"/>
                <a:gd name="connsiteY2" fmla="*/ 101468 h 143650"/>
                <a:gd name="connsiteX3" fmla="*/ 1361 w 595706"/>
                <a:gd name="connsiteY3" fmla="*/ 143650 h 143650"/>
                <a:gd name="connsiteX4" fmla="*/ 0 w 595706"/>
                <a:gd name="connsiteY4" fmla="*/ 26413 h 143650"/>
                <a:gd name="connsiteX0" fmla="*/ 0 w 595706"/>
                <a:gd name="connsiteY0" fmla="*/ 21286 h 138523"/>
                <a:gd name="connsiteX1" fmla="*/ 595706 w 595706"/>
                <a:gd name="connsiteY1" fmla="*/ 3376 h 138523"/>
                <a:gd name="connsiteX2" fmla="*/ 595706 w 595706"/>
                <a:gd name="connsiteY2" fmla="*/ 96341 h 138523"/>
                <a:gd name="connsiteX3" fmla="*/ 1361 w 595706"/>
                <a:gd name="connsiteY3" fmla="*/ 138523 h 138523"/>
                <a:gd name="connsiteX4" fmla="*/ 0 w 595706"/>
                <a:gd name="connsiteY4" fmla="*/ 21286 h 138523"/>
                <a:gd name="connsiteX0" fmla="*/ 0 w 595706"/>
                <a:gd name="connsiteY0" fmla="*/ 22534 h 139771"/>
                <a:gd name="connsiteX1" fmla="*/ 595706 w 595706"/>
                <a:gd name="connsiteY1" fmla="*/ 4624 h 139771"/>
                <a:gd name="connsiteX2" fmla="*/ 595706 w 595706"/>
                <a:gd name="connsiteY2" fmla="*/ 97589 h 139771"/>
                <a:gd name="connsiteX3" fmla="*/ 1361 w 595706"/>
                <a:gd name="connsiteY3" fmla="*/ 139771 h 139771"/>
                <a:gd name="connsiteX4" fmla="*/ 0 w 595706"/>
                <a:gd name="connsiteY4" fmla="*/ 22534 h 139771"/>
                <a:gd name="connsiteX0" fmla="*/ 0 w 595706"/>
                <a:gd name="connsiteY0" fmla="*/ 23494 h 140731"/>
                <a:gd name="connsiteX1" fmla="*/ 595706 w 595706"/>
                <a:gd name="connsiteY1" fmla="*/ 2118 h 140731"/>
                <a:gd name="connsiteX2" fmla="*/ 595706 w 595706"/>
                <a:gd name="connsiteY2" fmla="*/ 98549 h 140731"/>
                <a:gd name="connsiteX3" fmla="*/ 1361 w 595706"/>
                <a:gd name="connsiteY3" fmla="*/ 140731 h 140731"/>
                <a:gd name="connsiteX4" fmla="*/ 0 w 595706"/>
                <a:gd name="connsiteY4" fmla="*/ 23494 h 140731"/>
                <a:gd name="connsiteX0" fmla="*/ 0 w 595706"/>
                <a:gd name="connsiteY0" fmla="*/ 23494 h 140731"/>
                <a:gd name="connsiteX1" fmla="*/ 595706 w 595706"/>
                <a:gd name="connsiteY1" fmla="*/ 2118 h 140731"/>
                <a:gd name="connsiteX2" fmla="*/ 595706 w 595706"/>
                <a:gd name="connsiteY2" fmla="*/ 98549 h 140731"/>
                <a:gd name="connsiteX3" fmla="*/ 1361 w 595706"/>
                <a:gd name="connsiteY3" fmla="*/ 140731 h 140731"/>
                <a:gd name="connsiteX4" fmla="*/ 0 w 595706"/>
                <a:gd name="connsiteY4" fmla="*/ 23494 h 140731"/>
                <a:gd name="connsiteX0" fmla="*/ 0 w 595706"/>
                <a:gd name="connsiteY0" fmla="*/ 25030 h 142267"/>
                <a:gd name="connsiteX1" fmla="*/ 595706 w 595706"/>
                <a:gd name="connsiteY1" fmla="*/ 3654 h 142267"/>
                <a:gd name="connsiteX2" fmla="*/ 595706 w 595706"/>
                <a:gd name="connsiteY2" fmla="*/ 100085 h 142267"/>
                <a:gd name="connsiteX3" fmla="*/ 1361 w 595706"/>
                <a:gd name="connsiteY3" fmla="*/ 142267 h 142267"/>
                <a:gd name="connsiteX4" fmla="*/ 0 w 595706"/>
                <a:gd name="connsiteY4" fmla="*/ 25030 h 142267"/>
                <a:gd name="connsiteX0" fmla="*/ 0 w 595706"/>
                <a:gd name="connsiteY0" fmla="*/ 22091 h 139328"/>
                <a:gd name="connsiteX1" fmla="*/ 595706 w 595706"/>
                <a:gd name="connsiteY1" fmla="*/ 715 h 139328"/>
                <a:gd name="connsiteX2" fmla="*/ 595706 w 595706"/>
                <a:gd name="connsiteY2" fmla="*/ 97146 h 139328"/>
                <a:gd name="connsiteX3" fmla="*/ 1361 w 595706"/>
                <a:gd name="connsiteY3" fmla="*/ 139328 h 139328"/>
                <a:gd name="connsiteX4" fmla="*/ 0 w 595706"/>
                <a:gd name="connsiteY4" fmla="*/ 22091 h 139328"/>
                <a:gd name="connsiteX0" fmla="*/ 0 w 595706"/>
                <a:gd name="connsiteY0" fmla="*/ 23573 h 140810"/>
                <a:gd name="connsiteX1" fmla="*/ 595706 w 595706"/>
                <a:gd name="connsiteY1" fmla="*/ 2197 h 140810"/>
                <a:gd name="connsiteX2" fmla="*/ 595706 w 595706"/>
                <a:gd name="connsiteY2" fmla="*/ 98628 h 140810"/>
                <a:gd name="connsiteX3" fmla="*/ 1361 w 595706"/>
                <a:gd name="connsiteY3" fmla="*/ 140810 h 140810"/>
                <a:gd name="connsiteX4" fmla="*/ 0 w 595706"/>
                <a:gd name="connsiteY4" fmla="*/ 23573 h 140810"/>
                <a:gd name="connsiteX0" fmla="*/ 0 w 595706"/>
                <a:gd name="connsiteY0" fmla="*/ 21908 h 139145"/>
                <a:gd name="connsiteX1" fmla="*/ 595706 w 595706"/>
                <a:gd name="connsiteY1" fmla="*/ 532 h 139145"/>
                <a:gd name="connsiteX2" fmla="*/ 595706 w 595706"/>
                <a:gd name="connsiteY2" fmla="*/ 96963 h 139145"/>
                <a:gd name="connsiteX3" fmla="*/ 1361 w 595706"/>
                <a:gd name="connsiteY3" fmla="*/ 139145 h 139145"/>
                <a:gd name="connsiteX4" fmla="*/ 0 w 595706"/>
                <a:gd name="connsiteY4" fmla="*/ 21908 h 139145"/>
                <a:gd name="connsiteX0" fmla="*/ 0 w 595706"/>
                <a:gd name="connsiteY0" fmla="*/ 23863 h 141100"/>
                <a:gd name="connsiteX1" fmla="*/ 595706 w 595706"/>
                <a:gd name="connsiteY1" fmla="*/ 2487 h 141100"/>
                <a:gd name="connsiteX2" fmla="*/ 595706 w 595706"/>
                <a:gd name="connsiteY2" fmla="*/ 98918 h 141100"/>
                <a:gd name="connsiteX3" fmla="*/ 1361 w 595706"/>
                <a:gd name="connsiteY3" fmla="*/ 141100 h 141100"/>
                <a:gd name="connsiteX4" fmla="*/ 0 w 595706"/>
                <a:gd name="connsiteY4" fmla="*/ 23863 h 141100"/>
                <a:gd name="connsiteX0" fmla="*/ 0 w 595706"/>
                <a:gd name="connsiteY0" fmla="*/ 24472 h 141709"/>
                <a:gd name="connsiteX1" fmla="*/ 595706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0 w 595706"/>
                <a:gd name="connsiteY0" fmla="*/ 24267 h 141504"/>
                <a:gd name="connsiteX1" fmla="*/ 595706 w 595706"/>
                <a:gd name="connsiteY1" fmla="*/ 2891 h 141504"/>
                <a:gd name="connsiteX2" fmla="*/ 595706 w 595706"/>
                <a:gd name="connsiteY2" fmla="*/ 99322 h 141504"/>
                <a:gd name="connsiteX3" fmla="*/ 1361 w 595706"/>
                <a:gd name="connsiteY3" fmla="*/ 141504 h 141504"/>
                <a:gd name="connsiteX4" fmla="*/ 0 w 595706"/>
                <a:gd name="connsiteY4" fmla="*/ 24267 h 141504"/>
                <a:gd name="connsiteX0" fmla="*/ 0 w 595706"/>
                <a:gd name="connsiteY0" fmla="*/ 24472 h 141709"/>
                <a:gd name="connsiteX1" fmla="*/ 595706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0 w 595706"/>
                <a:gd name="connsiteY0" fmla="*/ 24472 h 141709"/>
                <a:gd name="connsiteX1" fmla="*/ 594353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124 w 595830"/>
                <a:gd name="connsiteY0" fmla="*/ 24472 h 141709"/>
                <a:gd name="connsiteX1" fmla="*/ 594477 w 595830"/>
                <a:gd name="connsiteY1" fmla="*/ 3096 h 141709"/>
                <a:gd name="connsiteX2" fmla="*/ 595830 w 595830"/>
                <a:gd name="connsiteY2" fmla="*/ 99527 h 141709"/>
                <a:gd name="connsiteX3" fmla="*/ 131 w 595830"/>
                <a:gd name="connsiteY3" fmla="*/ 141709 h 141709"/>
                <a:gd name="connsiteX4" fmla="*/ 124 w 595830"/>
                <a:gd name="connsiteY4" fmla="*/ 24472 h 141709"/>
                <a:gd name="connsiteX0" fmla="*/ 124 w 597179"/>
                <a:gd name="connsiteY0" fmla="*/ 25207 h 142444"/>
                <a:gd name="connsiteX1" fmla="*/ 597179 w 597179"/>
                <a:gd name="connsiteY1" fmla="*/ 481 h 142444"/>
                <a:gd name="connsiteX2" fmla="*/ 595830 w 597179"/>
                <a:gd name="connsiteY2" fmla="*/ 100262 h 142444"/>
                <a:gd name="connsiteX3" fmla="*/ 131 w 597179"/>
                <a:gd name="connsiteY3" fmla="*/ 142444 h 142444"/>
                <a:gd name="connsiteX4" fmla="*/ 124 w 597179"/>
                <a:gd name="connsiteY4" fmla="*/ 25207 h 142444"/>
                <a:gd name="connsiteX0" fmla="*/ 124 w 595889"/>
                <a:gd name="connsiteY0" fmla="*/ 25842 h 143079"/>
                <a:gd name="connsiteX1" fmla="*/ 594477 w 595889"/>
                <a:gd name="connsiteY1" fmla="*/ 0 h 143079"/>
                <a:gd name="connsiteX2" fmla="*/ 595830 w 595889"/>
                <a:gd name="connsiteY2" fmla="*/ 100897 h 143079"/>
                <a:gd name="connsiteX3" fmla="*/ 131 w 595889"/>
                <a:gd name="connsiteY3" fmla="*/ 143079 h 143079"/>
                <a:gd name="connsiteX4" fmla="*/ 124 w 595889"/>
                <a:gd name="connsiteY4" fmla="*/ 25842 h 143079"/>
                <a:gd name="connsiteX0" fmla="*/ 124 w 595889"/>
                <a:gd name="connsiteY0" fmla="*/ 24713 h 141950"/>
                <a:gd name="connsiteX1" fmla="*/ 594477 w 595889"/>
                <a:gd name="connsiteY1" fmla="*/ 2221 h 141950"/>
                <a:gd name="connsiteX2" fmla="*/ 595830 w 595889"/>
                <a:gd name="connsiteY2" fmla="*/ 99768 h 141950"/>
                <a:gd name="connsiteX3" fmla="*/ 131 w 595889"/>
                <a:gd name="connsiteY3" fmla="*/ 141950 h 141950"/>
                <a:gd name="connsiteX4" fmla="*/ 124 w 595889"/>
                <a:gd name="connsiteY4" fmla="*/ 24713 h 141950"/>
                <a:gd name="connsiteX0" fmla="*/ 124 w 595959"/>
                <a:gd name="connsiteY0" fmla="*/ 24713 h 141950"/>
                <a:gd name="connsiteX1" fmla="*/ 595828 w 595959"/>
                <a:gd name="connsiteY1" fmla="*/ 2221 h 141950"/>
                <a:gd name="connsiteX2" fmla="*/ 595830 w 595959"/>
                <a:gd name="connsiteY2" fmla="*/ 99768 h 141950"/>
                <a:gd name="connsiteX3" fmla="*/ 131 w 595959"/>
                <a:gd name="connsiteY3" fmla="*/ 141950 h 141950"/>
                <a:gd name="connsiteX4" fmla="*/ 124 w 595959"/>
                <a:gd name="connsiteY4" fmla="*/ 24713 h 141950"/>
                <a:gd name="connsiteX0" fmla="*/ 124 w 595959"/>
                <a:gd name="connsiteY0" fmla="*/ 24925 h 142162"/>
                <a:gd name="connsiteX1" fmla="*/ 595828 w 595959"/>
                <a:gd name="connsiteY1" fmla="*/ 2433 h 142162"/>
                <a:gd name="connsiteX2" fmla="*/ 595830 w 595959"/>
                <a:gd name="connsiteY2" fmla="*/ 99980 h 142162"/>
                <a:gd name="connsiteX3" fmla="*/ 131 w 595959"/>
                <a:gd name="connsiteY3" fmla="*/ 142162 h 142162"/>
                <a:gd name="connsiteX4" fmla="*/ 124 w 595959"/>
                <a:gd name="connsiteY4" fmla="*/ 24925 h 142162"/>
                <a:gd name="connsiteX0" fmla="*/ 124 w 595959"/>
                <a:gd name="connsiteY0" fmla="*/ 22492 h 139729"/>
                <a:gd name="connsiteX1" fmla="*/ 595828 w 595959"/>
                <a:gd name="connsiteY1" fmla="*/ 0 h 139729"/>
                <a:gd name="connsiteX2" fmla="*/ 595830 w 595959"/>
                <a:gd name="connsiteY2" fmla="*/ 97547 h 139729"/>
                <a:gd name="connsiteX3" fmla="*/ 131 w 595959"/>
                <a:gd name="connsiteY3" fmla="*/ 139729 h 139729"/>
                <a:gd name="connsiteX4" fmla="*/ 124 w 595959"/>
                <a:gd name="connsiteY4" fmla="*/ 22492 h 139729"/>
                <a:gd name="connsiteX0" fmla="*/ 124 w 595959"/>
                <a:gd name="connsiteY0" fmla="*/ 25585 h 142822"/>
                <a:gd name="connsiteX1" fmla="*/ 595828 w 595959"/>
                <a:gd name="connsiteY1" fmla="*/ 3093 h 142822"/>
                <a:gd name="connsiteX2" fmla="*/ 595830 w 595959"/>
                <a:gd name="connsiteY2" fmla="*/ 100640 h 142822"/>
                <a:gd name="connsiteX3" fmla="*/ 131 w 595959"/>
                <a:gd name="connsiteY3" fmla="*/ 142822 h 142822"/>
                <a:gd name="connsiteX4" fmla="*/ 124 w 595959"/>
                <a:gd name="connsiteY4" fmla="*/ 25585 h 142822"/>
                <a:gd name="connsiteX0" fmla="*/ 124 w 595959"/>
                <a:gd name="connsiteY0" fmla="*/ 25585 h 142822"/>
                <a:gd name="connsiteX1" fmla="*/ 595828 w 595959"/>
                <a:gd name="connsiteY1" fmla="*/ 3093 h 142822"/>
                <a:gd name="connsiteX2" fmla="*/ 595830 w 595959"/>
                <a:gd name="connsiteY2" fmla="*/ 100640 h 142822"/>
                <a:gd name="connsiteX3" fmla="*/ 131 w 595959"/>
                <a:gd name="connsiteY3" fmla="*/ 142822 h 142822"/>
                <a:gd name="connsiteX4" fmla="*/ 124 w 595959"/>
                <a:gd name="connsiteY4" fmla="*/ 25585 h 142822"/>
                <a:gd name="connsiteX0" fmla="*/ 124 w 595959"/>
                <a:gd name="connsiteY0" fmla="*/ 26512 h 143749"/>
                <a:gd name="connsiteX1" fmla="*/ 595828 w 595959"/>
                <a:gd name="connsiteY1" fmla="*/ 4020 h 143749"/>
                <a:gd name="connsiteX2" fmla="*/ 595830 w 595959"/>
                <a:gd name="connsiteY2" fmla="*/ 101567 h 143749"/>
                <a:gd name="connsiteX3" fmla="*/ 131 w 595959"/>
                <a:gd name="connsiteY3" fmla="*/ 143749 h 143749"/>
                <a:gd name="connsiteX4" fmla="*/ 124 w 595959"/>
                <a:gd name="connsiteY4" fmla="*/ 26512 h 143749"/>
                <a:gd name="connsiteX0" fmla="*/ 124 w 595959"/>
                <a:gd name="connsiteY0" fmla="*/ 26512 h 143749"/>
                <a:gd name="connsiteX1" fmla="*/ 595828 w 595959"/>
                <a:gd name="connsiteY1" fmla="*/ 4020 h 143749"/>
                <a:gd name="connsiteX2" fmla="*/ 595830 w 595959"/>
                <a:gd name="connsiteY2" fmla="*/ 101567 h 143749"/>
                <a:gd name="connsiteX3" fmla="*/ 131 w 595959"/>
                <a:gd name="connsiteY3" fmla="*/ 143749 h 143749"/>
                <a:gd name="connsiteX4" fmla="*/ 124 w 595959"/>
                <a:gd name="connsiteY4" fmla="*/ 26512 h 143749"/>
                <a:gd name="connsiteX0" fmla="*/ 124 w 595959"/>
                <a:gd name="connsiteY0" fmla="*/ 28496 h 145733"/>
                <a:gd name="connsiteX1" fmla="*/ 595828 w 595959"/>
                <a:gd name="connsiteY1" fmla="*/ 6004 h 145733"/>
                <a:gd name="connsiteX2" fmla="*/ 595830 w 595959"/>
                <a:gd name="connsiteY2" fmla="*/ 103551 h 145733"/>
                <a:gd name="connsiteX3" fmla="*/ 131 w 595959"/>
                <a:gd name="connsiteY3" fmla="*/ 145733 h 145733"/>
                <a:gd name="connsiteX4" fmla="*/ 124 w 595959"/>
                <a:gd name="connsiteY4" fmla="*/ 28496 h 14573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856"/>
                <a:gd name="connsiteY0" fmla="*/ 41841 h 159078"/>
                <a:gd name="connsiteX1" fmla="*/ 591261 w 595856"/>
                <a:gd name="connsiteY1" fmla="*/ 0 h 159078"/>
                <a:gd name="connsiteX2" fmla="*/ 595830 w 595856"/>
                <a:gd name="connsiteY2" fmla="*/ 116896 h 159078"/>
                <a:gd name="connsiteX3" fmla="*/ 131 w 595856"/>
                <a:gd name="connsiteY3" fmla="*/ 159078 h 159078"/>
                <a:gd name="connsiteX4" fmla="*/ 124 w 595856"/>
                <a:gd name="connsiteY4" fmla="*/ 41841 h 159078"/>
                <a:gd name="connsiteX0" fmla="*/ 124 w 595959"/>
                <a:gd name="connsiteY0" fmla="*/ 41841 h 159078"/>
                <a:gd name="connsiteX1" fmla="*/ 595828 w 595959"/>
                <a:gd name="connsiteY1" fmla="*/ 0 h 159078"/>
                <a:gd name="connsiteX2" fmla="*/ 595830 w 595959"/>
                <a:gd name="connsiteY2" fmla="*/ 116896 h 159078"/>
                <a:gd name="connsiteX3" fmla="*/ 131 w 595959"/>
                <a:gd name="connsiteY3" fmla="*/ 159078 h 159078"/>
                <a:gd name="connsiteX4" fmla="*/ 124 w 595959"/>
                <a:gd name="connsiteY4" fmla="*/ 41841 h 159078"/>
                <a:gd name="connsiteX0" fmla="*/ 124 w 597349"/>
                <a:gd name="connsiteY0" fmla="*/ 42378 h 159615"/>
                <a:gd name="connsiteX1" fmla="*/ 597349 w 597349"/>
                <a:gd name="connsiteY1" fmla="*/ 0 h 159615"/>
                <a:gd name="connsiteX2" fmla="*/ 595830 w 597349"/>
                <a:gd name="connsiteY2" fmla="*/ 117433 h 159615"/>
                <a:gd name="connsiteX3" fmla="*/ 131 w 597349"/>
                <a:gd name="connsiteY3" fmla="*/ 159615 h 159615"/>
                <a:gd name="connsiteX4" fmla="*/ 124 w 597349"/>
                <a:gd name="connsiteY4" fmla="*/ 42378 h 159615"/>
                <a:gd name="connsiteX0" fmla="*/ 124 w 600443"/>
                <a:gd name="connsiteY0" fmla="*/ 42378 h 159615"/>
                <a:gd name="connsiteX1" fmla="*/ 597349 w 600443"/>
                <a:gd name="connsiteY1" fmla="*/ 0 h 159615"/>
                <a:gd name="connsiteX2" fmla="*/ 600408 w 600443"/>
                <a:gd name="connsiteY2" fmla="*/ 117433 h 159615"/>
                <a:gd name="connsiteX3" fmla="*/ 131 w 600443"/>
                <a:gd name="connsiteY3" fmla="*/ 159615 h 159615"/>
                <a:gd name="connsiteX4" fmla="*/ 124 w 600443"/>
                <a:gd name="connsiteY4" fmla="*/ 42378 h 159615"/>
                <a:gd name="connsiteX0" fmla="*/ 124 w 600537"/>
                <a:gd name="connsiteY0" fmla="*/ 42378 h 159615"/>
                <a:gd name="connsiteX1" fmla="*/ 600401 w 600537"/>
                <a:gd name="connsiteY1" fmla="*/ 0 h 159615"/>
                <a:gd name="connsiteX2" fmla="*/ 600408 w 600537"/>
                <a:gd name="connsiteY2" fmla="*/ 117433 h 159615"/>
                <a:gd name="connsiteX3" fmla="*/ 131 w 600537"/>
                <a:gd name="connsiteY3" fmla="*/ 159615 h 159615"/>
                <a:gd name="connsiteX4" fmla="*/ 124 w 600537"/>
                <a:gd name="connsiteY4" fmla="*/ 42378 h 159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0537" h="159615">
                  <a:moveTo>
                    <a:pt x="124" y="42378"/>
                  </a:moveTo>
                  <a:cubicBezTo>
                    <a:pt x="296414" y="-50243"/>
                    <a:pt x="418111" y="75773"/>
                    <a:pt x="600401" y="0"/>
                  </a:cubicBezTo>
                  <a:cubicBezTo>
                    <a:pt x="599951" y="33260"/>
                    <a:pt x="600858" y="84173"/>
                    <a:pt x="600408" y="117433"/>
                  </a:cubicBezTo>
                  <a:cubicBezTo>
                    <a:pt x="395490" y="192726"/>
                    <a:pt x="285331" y="62551"/>
                    <a:pt x="131" y="159615"/>
                  </a:cubicBezTo>
                  <a:cubicBezTo>
                    <a:pt x="-323" y="114566"/>
                    <a:pt x="578" y="87427"/>
                    <a:pt x="124" y="42378"/>
                  </a:cubicBezTo>
                  <a:close/>
                </a:path>
              </a:pathLst>
            </a:custGeom>
            <a:solidFill>
              <a:schemeClr val="accent2">
                <a:lumMod val="40000"/>
                <a:lumOff val="6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" name="矩形 1174">
              <a:extLst>
                <a:ext uri="{FF2B5EF4-FFF2-40B4-BE49-F238E27FC236}">
                  <a16:creationId xmlns:a16="http://schemas.microsoft.com/office/drawing/2014/main" id="{56689643-B467-5C66-8FBE-299E8D69B112}"/>
                </a:ext>
              </a:extLst>
            </p:cNvPr>
            <p:cNvSpPr/>
            <p:nvPr/>
          </p:nvSpPr>
          <p:spPr>
            <a:xfrm rot="10800000">
              <a:off x="4342829" y="6969535"/>
              <a:ext cx="618707" cy="211246"/>
            </a:xfrm>
            <a:custGeom>
              <a:avLst/>
              <a:gdLst>
                <a:gd name="connsiteX0" fmla="*/ 0 w 595706"/>
                <a:gd name="connsiteY0" fmla="*/ 0 h 92965"/>
                <a:gd name="connsiteX1" fmla="*/ 595706 w 595706"/>
                <a:gd name="connsiteY1" fmla="*/ 0 h 92965"/>
                <a:gd name="connsiteX2" fmla="*/ 595706 w 595706"/>
                <a:gd name="connsiteY2" fmla="*/ 92965 h 92965"/>
                <a:gd name="connsiteX3" fmla="*/ 0 w 595706"/>
                <a:gd name="connsiteY3" fmla="*/ 92965 h 92965"/>
                <a:gd name="connsiteX4" fmla="*/ 0 w 595706"/>
                <a:gd name="connsiteY4" fmla="*/ 0 h 92965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131 w 595837"/>
                <a:gd name="connsiteY0" fmla="*/ 0 h 148754"/>
                <a:gd name="connsiteX1" fmla="*/ 595837 w 595837"/>
                <a:gd name="connsiteY1" fmla="*/ 0 h 148754"/>
                <a:gd name="connsiteX2" fmla="*/ 595837 w 595837"/>
                <a:gd name="connsiteY2" fmla="*/ 92965 h 148754"/>
                <a:gd name="connsiteX3" fmla="*/ 131 w 595837"/>
                <a:gd name="connsiteY3" fmla="*/ 148754 h 148754"/>
                <a:gd name="connsiteX4" fmla="*/ 131 w 595837"/>
                <a:gd name="connsiteY4" fmla="*/ 0 h 148754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56571"/>
                <a:gd name="connsiteX1" fmla="*/ 595837 w 595837"/>
                <a:gd name="connsiteY1" fmla="*/ 0 h 156571"/>
                <a:gd name="connsiteX2" fmla="*/ 594316 w 595837"/>
                <a:gd name="connsiteY2" fmla="*/ 141984 h 156571"/>
                <a:gd name="connsiteX3" fmla="*/ 131 w 595837"/>
                <a:gd name="connsiteY3" fmla="*/ 140590 h 156571"/>
                <a:gd name="connsiteX4" fmla="*/ 131 w 595837"/>
                <a:gd name="connsiteY4" fmla="*/ 0 h 156571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0 w 600949"/>
                <a:gd name="connsiteY0" fmla="*/ 0 h 271309"/>
                <a:gd name="connsiteX1" fmla="*/ 600949 w 600949"/>
                <a:gd name="connsiteY1" fmla="*/ 0 h 271309"/>
                <a:gd name="connsiteX2" fmla="*/ 599428 w 600949"/>
                <a:gd name="connsiteY2" fmla="*/ 141984 h 271309"/>
                <a:gd name="connsiteX3" fmla="*/ 3722 w 600949"/>
                <a:gd name="connsiteY3" fmla="*/ 271309 h 271309"/>
                <a:gd name="connsiteX4" fmla="*/ 0 w 600949"/>
                <a:gd name="connsiteY4" fmla="*/ 0 h 271309"/>
                <a:gd name="connsiteX0" fmla="*/ 0 w 599639"/>
                <a:gd name="connsiteY0" fmla="*/ 0 h 271309"/>
                <a:gd name="connsiteX1" fmla="*/ 599639 w 599639"/>
                <a:gd name="connsiteY1" fmla="*/ 0 h 271309"/>
                <a:gd name="connsiteX2" fmla="*/ 599428 w 599639"/>
                <a:gd name="connsiteY2" fmla="*/ 141984 h 271309"/>
                <a:gd name="connsiteX3" fmla="*/ 3722 w 599639"/>
                <a:gd name="connsiteY3" fmla="*/ 271309 h 271309"/>
                <a:gd name="connsiteX4" fmla="*/ 0 w 599639"/>
                <a:gd name="connsiteY4" fmla="*/ 0 h 271309"/>
                <a:gd name="connsiteX0" fmla="*/ 0 w 597018"/>
                <a:gd name="connsiteY0" fmla="*/ 0 h 271309"/>
                <a:gd name="connsiteX1" fmla="*/ 597018 w 597018"/>
                <a:gd name="connsiteY1" fmla="*/ 0 h 271309"/>
                <a:gd name="connsiteX2" fmla="*/ 596807 w 597018"/>
                <a:gd name="connsiteY2" fmla="*/ 141984 h 271309"/>
                <a:gd name="connsiteX3" fmla="*/ 1101 w 597018"/>
                <a:gd name="connsiteY3" fmla="*/ 271309 h 271309"/>
                <a:gd name="connsiteX4" fmla="*/ 0 w 597018"/>
                <a:gd name="connsiteY4" fmla="*/ 0 h 271309"/>
                <a:gd name="connsiteX0" fmla="*/ 0 w 596807"/>
                <a:gd name="connsiteY0" fmla="*/ 0 h 271309"/>
                <a:gd name="connsiteX1" fmla="*/ 591775 w 596807"/>
                <a:gd name="connsiteY1" fmla="*/ 0 h 271309"/>
                <a:gd name="connsiteX2" fmla="*/ 596807 w 596807"/>
                <a:gd name="connsiteY2" fmla="*/ 141984 h 271309"/>
                <a:gd name="connsiteX3" fmla="*/ 1101 w 596807"/>
                <a:gd name="connsiteY3" fmla="*/ 271309 h 271309"/>
                <a:gd name="connsiteX4" fmla="*/ 0 w 596807"/>
                <a:gd name="connsiteY4" fmla="*/ 0 h 271309"/>
                <a:gd name="connsiteX0" fmla="*/ 0 w 596807"/>
                <a:gd name="connsiteY0" fmla="*/ 0 h 271309"/>
                <a:gd name="connsiteX1" fmla="*/ 595708 w 596807"/>
                <a:gd name="connsiteY1" fmla="*/ 0 h 271309"/>
                <a:gd name="connsiteX2" fmla="*/ 596807 w 596807"/>
                <a:gd name="connsiteY2" fmla="*/ 141984 h 271309"/>
                <a:gd name="connsiteX3" fmla="*/ 1101 w 596807"/>
                <a:gd name="connsiteY3" fmla="*/ 271309 h 271309"/>
                <a:gd name="connsiteX4" fmla="*/ 0 w 596807"/>
                <a:gd name="connsiteY4" fmla="*/ 0 h 271309"/>
                <a:gd name="connsiteX0" fmla="*/ 0 w 595708"/>
                <a:gd name="connsiteY0" fmla="*/ 0 h 271309"/>
                <a:gd name="connsiteX1" fmla="*/ 595708 w 595708"/>
                <a:gd name="connsiteY1" fmla="*/ 0 h 271309"/>
                <a:gd name="connsiteX2" fmla="*/ 594186 w 595708"/>
                <a:gd name="connsiteY2" fmla="*/ 141985 h 271309"/>
                <a:gd name="connsiteX3" fmla="*/ 1101 w 595708"/>
                <a:gd name="connsiteY3" fmla="*/ 271309 h 271309"/>
                <a:gd name="connsiteX4" fmla="*/ 0 w 595708"/>
                <a:gd name="connsiteY4" fmla="*/ 0 h 271309"/>
                <a:gd name="connsiteX0" fmla="*/ 0 w 596439"/>
                <a:gd name="connsiteY0" fmla="*/ 109083 h 380392"/>
                <a:gd name="connsiteX1" fmla="*/ 595708 w 596439"/>
                <a:gd name="connsiteY1" fmla="*/ 109083 h 380392"/>
                <a:gd name="connsiteX2" fmla="*/ 594186 w 596439"/>
                <a:gd name="connsiteY2" fmla="*/ 251068 h 380392"/>
                <a:gd name="connsiteX3" fmla="*/ 1101 w 596439"/>
                <a:gd name="connsiteY3" fmla="*/ 380392 h 380392"/>
                <a:gd name="connsiteX4" fmla="*/ 0 w 596439"/>
                <a:gd name="connsiteY4" fmla="*/ 109083 h 380392"/>
                <a:gd name="connsiteX0" fmla="*/ 0 w 595708"/>
                <a:gd name="connsiteY0" fmla="*/ 0 h 271309"/>
                <a:gd name="connsiteX1" fmla="*/ 595708 w 595708"/>
                <a:gd name="connsiteY1" fmla="*/ 0 h 271309"/>
                <a:gd name="connsiteX2" fmla="*/ 594186 w 595708"/>
                <a:gd name="connsiteY2" fmla="*/ 141985 h 271309"/>
                <a:gd name="connsiteX3" fmla="*/ 1101 w 595708"/>
                <a:gd name="connsiteY3" fmla="*/ 271309 h 271309"/>
                <a:gd name="connsiteX4" fmla="*/ 0 w 595708"/>
                <a:gd name="connsiteY4" fmla="*/ 0 h 271309"/>
                <a:gd name="connsiteX0" fmla="*/ 0 w 596808"/>
                <a:gd name="connsiteY0" fmla="*/ 0 h 271309"/>
                <a:gd name="connsiteX1" fmla="*/ 595708 w 596808"/>
                <a:gd name="connsiteY1" fmla="*/ 0 h 271309"/>
                <a:gd name="connsiteX2" fmla="*/ 596808 w 596808"/>
                <a:gd name="connsiteY2" fmla="*/ 141985 h 271309"/>
                <a:gd name="connsiteX3" fmla="*/ 1101 w 596808"/>
                <a:gd name="connsiteY3" fmla="*/ 271309 h 271309"/>
                <a:gd name="connsiteX4" fmla="*/ 0 w 596808"/>
                <a:gd name="connsiteY4" fmla="*/ 0 h 271309"/>
                <a:gd name="connsiteX0" fmla="*/ 0 w 596808"/>
                <a:gd name="connsiteY0" fmla="*/ 0 h 271309"/>
                <a:gd name="connsiteX1" fmla="*/ 595708 w 596808"/>
                <a:gd name="connsiteY1" fmla="*/ 0 h 271309"/>
                <a:gd name="connsiteX2" fmla="*/ 596808 w 596808"/>
                <a:gd name="connsiteY2" fmla="*/ 141985 h 271309"/>
                <a:gd name="connsiteX3" fmla="*/ 1101 w 596808"/>
                <a:gd name="connsiteY3" fmla="*/ 271309 h 271309"/>
                <a:gd name="connsiteX4" fmla="*/ 0 w 596808"/>
                <a:gd name="connsiteY4" fmla="*/ 0 h 271309"/>
                <a:gd name="connsiteX0" fmla="*/ 0 w 596808"/>
                <a:gd name="connsiteY0" fmla="*/ 0 h 271309"/>
                <a:gd name="connsiteX1" fmla="*/ 595708 w 596808"/>
                <a:gd name="connsiteY1" fmla="*/ 0 h 271309"/>
                <a:gd name="connsiteX2" fmla="*/ 596808 w 596808"/>
                <a:gd name="connsiteY2" fmla="*/ 141985 h 271309"/>
                <a:gd name="connsiteX3" fmla="*/ 1101 w 596808"/>
                <a:gd name="connsiteY3" fmla="*/ 271309 h 271309"/>
                <a:gd name="connsiteX4" fmla="*/ 0 w 596808"/>
                <a:gd name="connsiteY4" fmla="*/ 0 h 271309"/>
                <a:gd name="connsiteX0" fmla="*/ 0 w 595708"/>
                <a:gd name="connsiteY0" fmla="*/ 0 h 271309"/>
                <a:gd name="connsiteX1" fmla="*/ 595708 w 595708"/>
                <a:gd name="connsiteY1" fmla="*/ 0 h 271309"/>
                <a:gd name="connsiteX2" fmla="*/ 594186 w 595708"/>
                <a:gd name="connsiteY2" fmla="*/ 141985 h 271309"/>
                <a:gd name="connsiteX3" fmla="*/ 1101 w 595708"/>
                <a:gd name="connsiteY3" fmla="*/ 271309 h 271309"/>
                <a:gd name="connsiteX4" fmla="*/ 0 w 595708"/>
                <a:gd name="connsiteY4" fmla="*/ 0 h 271309"/>
                <a:gd name="connsiteX0" fmla="*/ 0 w 595708"/>
                <a:gd name="connsiteY0" fmla="*/ 0 h 271309"/>
                <a:gd name="connsiteX1" fmla="*/ 595708 w 595708"/>
                <a:gd name="connsiteY1" fmla="*/ 0 h 271309"/>
                <a:gd name="connsiteX2" fmla="*/ 594186 w 595708"/>
                <a:gd name="connsiteY2" fmla="*/ 141985 h 271309"/>
                <a:gd name="connsiteX3" fmla="*/ 1101 w 595708"/>
                <a:gd name="connsiteY3" fmla="*/ 271309 h 271309"/>
                <a:gd name="connsiteX4" fmla="*/ 0 w 595708"/>
                <a:gd name="connsiteY4" fmla="*/ 0 h 271309"/>
                <a:gd name="connsiteX0" fmla="*/ 0 w 595936"/>
                <a:gd name="connsiteY0" fmla="*/ 0 h 271309"/>
                <a:gd name="connsiteX1" fmla="*/ 595708 w 595936"/>
                <a:gd name="connsiteY1" fmla="*/ 0 h 271309"/>
                <a:gd name="connsiteX2" fmla="*/ 594186 w 595936"/>
                <a:gd name="connsiteY2" fmla="*/ 141985 h 271309"/>
                <a:gd name="connsiteX3" fmla="*/ 1101 w 595936"/>
                <a:gd name="connsiteY3" fmla="*/ 271309 h 271309"/>
                <a:gd name="connsiteX4" fmla="*/ 0 w 595936"/>
                <a:gd name="connsiteY4" fmla="*/ 0 h 271309"/>
                <a:gd name="connsiteX0" fmla="*/ 319 w 596255"/>
                <a:gd name="connsiteY0" fmla="*/ 0 h 271309"/>
                <a:gd name="connsiteX1" fmla="*/ 596027 w 596255"/>
                <a:gd name="connsiteY1" fmla="*/ 0 h 271309"/>
                <a:gd name="connsiteX2" fmla="*/ 594505 w 596255"/>
                <a:gd name="connsiteY2" fmla="*/ 141985 h 271309"/>
                <a:gd name="connsiteX3" fmla="*/ 110 w 596255"/>
                <a:gd name="connsiteY3" fmla="*/ 271309 h 271309"/>
                <a:gd name="connsiteX4" fmla="*/ 319 w 596255"/>
                <a:gd name="connsiteY4" fmla="*/ 0 h 271309"/>
                <a:gd name="connsiteX0" fmla="*/ 0 w 595936"/>
                <a:gd name="connsiteY0" fmla="*/ 0 h 271309"/>
                <a:gd name="connsiteX1" fmla="*/ 595708 w 595936"/>
                <a:gd name="connsiteY1" fmla="*/ 0 h 271309"/>
                <a:gd name="connsiteX2" fmla="*/ 594186 w 595936"/>
                <a:gd name="connsiteY2" fmla="*/ 141985 h 271309"/>
                <a:gd name="connsiteX3" fmla="*/ 1101 w 595936"/>
                <a:gd name="connsiteY3" fmla="*/ 271309 h 271309"/>
                <a:gd name="connsiteX4" fmla="*/ 0 w 595936"/>
                <a:gd name="connsiteY4" fmla="*/ 0 h 271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5936" h="271309">
                  <a:moveTo>
                    <a:pt x="0" y="0"/>
                  </a:moveTo>
                  <a:lnTo>
                    <a:pt x="595708" y="0"/>
                  </a:lnTo>
                  <a:cubicBezTo>
                    <a:pt x="595708" y="30988"/>
                    <a:pt x="596806" y="39550"/>
                    <a:pt x="594186" y="141985"/>
                  </a:cubicBezTo>
                  <a:cubicBezTo>
                    <a:pt x="404809" y="352086"/>
                    <a:pt x="341643" y="22672"/>
                    <a:pt x="1101" y="271309"/>
                  </a:cubicBezTo>
                  <a:cubicBezTo>
                    <a:pt x="647" y="226260"/>
                    <a:pt x="454" y="45049"/>
                    <a:pt x="0" y="0"/>
                  </a:cubicBez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60A094AA-9A7F-007E-C38E-282023258234}"/>
                </a:ext>
              </a:extLst>
            </p:cNvPr>
            <p:cNvGrpSpPr/>
            <p:nvPr/>
          </p:nvGrpSpPr>
          <p:grpSpPr>
            <a:xfrm>
              <a:off x="4341455" y="6517035"/>
              <a:ext cx="621640" cy="663817"/>
              <a:chOff x="3656357" y="6507685"/>
              <a:chExt cx="621640" cy="663817"/>
            </a:xfrm>
          </p:grpSpPr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B92EE9BA-AAFA-F20C-78A7-01D995ADF827}"/>
                  </a:ext>
                </a:extLst>
              </p:cNvPr>
              <p:cNvSpPr/>
              <p:nvPr/>
            </p:nvSpPr>
            <p:spPr>
              <a:xfrm>
                <a:off x="3656465" y="6640950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4E29C3FF-9471-7735-B7DC-72DCB428BD3B}"/>
                  </a:ext>
                </a:extLst>
              </p:cNvPr>
              <p:cNvSpPr/>
              <p:nvPr/>
            </p:nvSpPr>
            <p:spPr>
              <a:xfrm>
                <a:off x="3811875" y="6640950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153844ED-7356-0E7A-41F3-A548AC321B32}"/>
                  </a:ext>
                </a:extLst>
              </p:cNvPr>
              <p:cNvSpPr/>
              <p:nvPr/>
            </p:nvSpPr>
            <p:spPr>
              <a:xfrm>
                <a:off x="3967285" y="6640950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BD604C68-897E-7A61-8F8A-81AB9F76C2B6}"/>
                  </a:ext>
                </a:extLst>
              </p:cNvPr>
              <p:cNvSpPr/>
              <p:nvPr/>
            </p:nvSpPr>
            <p:spPr>
              <a:xfrm>
                <a:off x="4122695" y="6640950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D87664B4-4851-7A85-F275-E84A56CBC0D8}"/>
                  </a:ext>
                </a:extLst>
              </p:cNvPr>
              <p:cNvSpPr/>
              <p:nvPr/>
            </p:nvSpPr>
            <p:spPr>
              <a:xfrm>
                <a:off x="3656465" y="6773574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" name="矩形 14">
                <a:extLst>
                  <a:ext uri="{FF2B5EF4-FFF2-40B4-BE49-F238E27FC236}">
                    <a16:creationId xmlns:a16="http://schemas.microsoft.com/office/drawing/2014/main" id="{4DBB6C03-BB08-CEA1-8F7D-9F7FA2F0A758}"/>
                  </a:ext>
                </a:extLst>
              </p:cNvPr>
              <p:cNvSpPr/>
              <p:nvPr/>
            </p:nvSpPr>
            <p:spPr>
              <a:xfrm>
                <a:off x="3811875" y="6773574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B71C46A1-F75D-4CEF-622C-C5DAD00DD915}"/>
                  </a:ext>
                </a:extLst>
              </p:cNvPr>
              <p:cNvSpPr/>
              <p:nvPr/>
            </p:nvSpPr>
            <p:spPr>
              <a:xfrm>
                <a:off x="3967285" y="6773574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0BC88E27-3446-856F-FCB2-A7161C384087}"/>
                  </a:ext>
                </a:extLst>
              </p:cNvPr>
              <p:cNvSpPr/>
              <p:nvPr/>
            </p:nvSpPr>
            <p:spPr>
              <a:xfrm>
                <a:off x="4122695" y="6773574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4880994F-8998-A375-B316-67D64CD59B7D}"/>
                  </a:ext>
                </a:extLst>
              </p:cNvPr>
              <p:cNvSpPr/>
              <p:nvPr/>
            </p:nvSpPr>
            <p:spPr>
              <a:xfrm>
                <a:off x="3656357" y="690625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97695C6E-858C-9AB2-791C-B49AEC89D966}"/>
                  </a:ext>
                </a:extLst>
              </p:cNvPr>
              <p:cNvSpPr/>
              <p:nvPr/>
            </p:nvSpPr>
            <p:spPr>
              <a:xfrm>
                <a:off x="3811767" y="690625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5879F9AE-C326-89BD-9CB4-E3E206B65582}"/>
                  </a:ext>
                </a:extLst>
              </p:cNvPr>
              <p:cNvSpPr/>
              <p:nvPr/>
            </p:nvSpPr>
            <p:spPr>
              <a:xfrm>
                <a:off x="3967177" y="690625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" name="矩形 20">
                <a:extLst>
                  <a:ext uri="{FF2B5EF4-FFF2-40B4-BE49-F238E27FC236}">
                    <a16:creationId xmlns:a16="http://schemas.microsoft.com/office/drawing/2014/main" id="{FFBCFC3B-FD84-EF00-DB06-7A9828ED8C3C}"/>
                  </a:ext>
                </a:extLst>
              </p:cNvPr>
              <p:cNvSpPr/>
              <p:nvPr/>
            </p:nvSpPr>
            <p:spPr>
              <a:xfrm>
                <a:off x="4122587" y="690625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" name="矩形 21">
                <a:extLst>
                  <a:ext uri="{FF2B5EF4-FFF2-40B4-BE49-F238E27FC236}">
                    <a16:creationId xmlns:a16="http://schemas.microsoft.com/office/drawing/2014/main" id="{B550A435-B3FA-80FF-0E10-0B05595024BB}"/>
                  </a:ext>
                </a:extLst>
              </p:cNvPr>
              <p:cNvSpPr/>
              <p:nvPr/>
            </p:nvSpPr>
            <p:spPr>
              <a:xfrm>
                <a:off x="3656357" y="7038879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" name="矩形 22">
                <a:extLst>
                  <a:ext uri="{FF2B5EF4-FFF2-40B4-BE49-F238E27FC236}">
                    <a16:creationId xmlns:a16="http://schemas.microsoft.com/office/drawing/2014/main" id="{1DD4FDEA-E59A-75EF-2229-C1DAF4CBE6AA}"/>
                  </a:ext>
                </a:extLst>
              </p:cNvPr>
              <p:cNvSpPr/>
              <p:nvPr/>
            </p:nvSpPr>
            <p:spPr>
              <a:xfrm>
                <a:off x="3811767" y="7038879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" name="矩形 23">
                <a:extLst>
                  <a:ext uri="{FF2B5EF4-FFF2-40B4-BE49-F238E27FC236}">
                    <a16:creationId xmlns:a16="http://schemas.microsoft.com/office/drawing/2014/main" id="{5291A3E6-F216-E89C-FF2A-63F1FF4F699E}"/>
                  </a:ext>
                </a:extLst>
              </p:cNvPr>
              <p:cNvSpPr/>
              <p:nvPr/>
            </p:nvSpPr>
            <p:spPr>
              <a:xfrm>
                <a:off x="3967177" y="7038879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" name="矩形 24">
                <a:extLst>
                  <a:ext uri="{FF2B5EF4-FFF2-40B4-BE49-F238E27FC236}">
                    <a16:creationId xmlns:a16="http://schemas.microsoft.com/office/drawing/2014/main" id="{C8F95972-338B-ADE5-312F-F670A7394107}"/>
                  </a:ext>
                </a:extLst>
              </p:cNvPr>
              <p:cNvSpPr/>
              <p:nvPr/>
            </p:nvSpPr>
            <p:spPr>
              <a:xfrm>
                <a:off x="4122587" y="7038879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6" name="矩形 25">
                <a:extLst>
                  <a:ext uri="{FF2B5EF4-FFF2-40B4-BE49-F238E27FC236}">
                    <a16:creationId xmlns:a16="http://schemas.microsoft.com/office/drawing/2014/main" id="{D13590D0-6712-56FF-AC5D-D8AD5B5A49B5}"/>
                  </a:ext>
                </a:extLst>
              </p:cNvPr>
              <p:cNvSpPr/>
              <p:nvPr/>
            </p:nvSpPr>
            <p:spPr>
              <a:xfrm>
                <a:off x="3656357" y="650768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7" name="矩形 26">
                <a:extLst>
                  <a:ext uri="{FF2B5EF4-FFF2-40B4-BE49-F238E27FC236}">
                    <a16:creationId xmlns:a16="http://schemas.microsoft.com/office/drawing/2014/main" id="{1C99D7D1-34A8-2A95-9A58-0980EEFCFE36}"/>
                  </a:ext>
                </a:extLst>
              </p:cNvPr>
              <p:cNvSpPr/>
              <p:nvPr/>
            </p:nvSpPr>
            <p:spPr>
              <a:xfrm>
                <a:off x="3811767" y="650768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8" name="矩形 27">
                <a:extLst>
                  <a:ext uri="{FF2B5EF4-FFF2-40B4-BE49-F238E27FC236}">
                    <a16:creationId xmlns:a16="http://schemas.microsoft.com/office/drawing/2014/main" id="{E409544C-2372-2853-413D-9BF288939FAD}"/>
                  </a:ext>
                </a:extLst>
              </p:cNvPr>
              <p:cNvSpPr/>
              <p:nvPr/>
            </p:nvSpPr>
            <p:spPr>
              <a:xfrm>
                <a:off x="3967177" y="650768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9" name="矩形 28">
                <a:extLst>
                  <a:ext uri="{FF2B5EF4-FFF2-40B4-BE49-F238E27FC236}">
                    <a16:creationId xmlns:a16="http://schemas.microsoft.com/office/drawing/2014/main" id="{7E371982-7129-2992-654A-D6ADD41EE5FC}"/>
                  </a:ext>
                </a:extLst>
              </p:cNvPr>
              <p:cNvSpPr/>
              <p:nvPr/>
            </p:nvSpPr>
            <p:spPr>
              <a:xfrm>
                <a:off x="4122587" y="650768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31" name="矩形 30">
            <a:extLst>
              <a:ext uri="{FF2B5EF4-FFF2-40B4-BE49-F238E27FC236}">
                <a16:creationId xmlns:a16="http://schemas.microsoft.com/office/drawing/2014/main" id="{995754C5-9F48-C989-339F-406F76B2C092}"/>
              </a:ext>
            </a:extLst>
          </p:cNvPr>
          <p:cNvSpPr/>
          <p:nvPr/>
        </p:nvSpPr>
        <p:spPr>
          <a:xfrm>
            <a:off x="8614705" y="2840851"/>
            <a:ext cx="2418951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200" b="1" dirty="0"/>
              <a:t>GPU 1 Memory</a:t>
            </a:r>
            <a:endParaRPr lang="zh-CN" altLang="en-US" sz="2200" b="1" dirty="0"/>
          </a:p>
        </p:txBody>
      </p:sp>
      <p:pic>
        <p:nvPicPr>
          <p:cNvPr id="32" name="图片 31">
            <a:extLst>
              <a:ext uri="{FF2B5EF4-FFF2-40B4-BE49-F238E27FC236}">
                <a16:creationId xmlns:a16="http://schemas.microsoft.com/office/drawing/2014/main" id="{2A023FD4-D135-F5FF-9321-714592ABFD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68699" y="1960554"/>
            <a:ext cx="583565" cy="61341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7BCAD6CB-08C6-0480-F786-66D6DB2AB230}"/>
              </a:ext>
            </a:extLst>
          </p:cNvPr>
          <p:cNvSpPr/>
          <p:nvPr/>
        </p:nvSpPr>
        <p:spPr>
          <a:xfrm>
            <a:off x="30942" y="4698990"/>
            <a:ext cx="6894251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600" dirty="0"/>
              <a:t>The forward propagation of a 2-layer GNN model. (</a:t>
            </a:r>
            <a:r>
              <a:rPr lang="en-US" altLang="zh-CN" sz="1600" dirty="0" err="1"/>
              <a:t>i</a:t>
            </a:r>
            <a:r>
              <a:rPr lang="en-US" altLang="zh-CN" sz="1600" dirty="0"/>
              <a:t>) represents the </a:t>
            </a:r>
            <a:r>
              <a:rPr lang="zh-CN" altLang="en-US" sz="1600" dirty="0"/>
              <a:t>𝑖</a:t>
            </a:r>
            <a:r>
              <a:rPr lang="en-US" altLang="zh-CN" sz="1600" dirty="0"/>
              <a:t>-</a:t>
            </a:r>
            <a:r>
              <a:rPr lang="en-US" altLang="zh-CN" sz="1600" dirty="0" err="1"/>
              <a:t>th</a:t>
            </a:r>
            <a:r>
              <a:rPr lang="en-US" altLang="zh-CN" sz="1600" dirty="0"/>
              <a:t> subgraph.</a:t>
            </a:r>
            <a:endParaRPr lang="zh-CN" altLang="en-US" sz="1600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52F7D1D-C266-3B6C-DAD3-E020C40873E3}"/>
              </a:ext>
            </a:extLst>
          </p:cNvPr>
          <p:cNvSpPr/>
          <p:nvPr/>
        </p:nvSpPr>
        <p:spPr>
          <a:xfrm>
            <a:off x="3021982" y="3328147"/>
            <a:ext cx="934068" cy="82996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E2589A43-1473-71A3-5BA0-9310F1555629}"/>
              </a:ext>
            </a:extLst>
          </p:cNvPr>
          <p:cNvSpPr/>
          <p:nvPr/>
        </p:nvSpPr>
        <p:spPr>
          <a:xfrm>
            <a:off x="6804358" y="3403870"/>
            <a:ext cx="5009600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000000"/>
                </a:solidFill>
                <a:latin typeface="LinLibertineTB"/>
              </a:rPr>
              <a:t>Intra-GPU Graph Partition: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2000" dirty="0"/>
              <a:t>Chunk-based Graph Structure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2000" dirty="0"/>
              <a:t>Vertex Dependency</a:t>
            </a:r>
            <a:br>
              <a:rPr lang="en-US" altLang="zh-CN" sz="2000" dirty="0"/>
            </a:br>
            <a:r>
              <a:rPr lang="en-US" altLang="zh-CN" sz="2000" dirty="0"/>
              <a:t> </a:t>
            </a:r>
            <a:br>
              <a:rPr lang="en-US" altLang="zh-CN" sz="2000" dirty="0"/>
            </a:br>
            <a:endParaRPr lang="zh-CN" altLang="en-US" sz="2000" dirty="0"/>
          </a:p>
        </p:txBody>
      </p:sp>
      <p:sp>
        <p:nvSpPr>
          <p:cNvPr id="33" name="椭圆 32">
            <a:extLst>
              <a:ext uri="{FF2B5EF4-FFF2-40B4-BE49-F238E27FC236}">
                <a16:creationId xmlns:a16="http://schemas.microsoft.com/office/drawing/2014/main" id="{D051ED8B-1621-B2F1-3843-440D6102DA92}"/>
              </a:ext>
            </a:extLst>
          </p:cNvPr>
          <p:cNvSpPr/>
          <p:nvPr/>
        </p:nvSpPr>
        <p:spPr>
          <a:xfrm rot="5400000">
            <a:off x="2735381" y="5392414"/>
            <a:ext cx="322854" cy="32384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cs typeface="Arial" panose="020B0604020202020204" pitchFamily="34" charset="0"/>
              </a:rPr>
              <a:t>1</a:t>
            </a:r>
            <a:endParaRPr lang="zh-CN" altLang="en-US" sz="2400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35" name="椭圆 34">
            <a:extLst>
              <a:ext uri="{FF2B5EF4-FFF2-40B4-BE49-F238E27FC236}">
                <a16:creationId xmlns:a16="http://schemas.microsoft.com/office/drawing/2014/main" id="{07982EFD-DD0D-FA5D-AE94-8A6FA2222465}"/>
              </a:ext>
            </a:extLst>
          </p:cNvPr>
          <p:cNvSpPr/>
          <p:nvPr/>
        </p:nvSpPr>
        <p:spPr>
          <a:xfrm rot="5400000">
            <a:off x="2735381" y="6093350"/>
            <a:ext cx="322854" cy="323843"/>
          </a:xfrm>
          <a:prstGeom prst="ellipse">
            <a:avLst/>
          </a:prstGeom>
          <a:noFill/>
          <a:ln w="28575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cs typeface="Arial" panose="020B0604020202020204" pitchFamily="34" charset="0"/>
              </a:rPr>
              <a:t>3</a:t>
            </a:r>
            <a:endParaRPr lang="zh-CN" altLang="en-US" sz="2400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36" name="椭圆 35">
            <a:extLst>
              <a:ext uri="{FF2B5EF4-FFF2-40B4-BE49-F238E27FC236}">
                <a16:creationId xmlns:a16="http://schemas.microsoft.com/office/drawing/2014/main" id="{0EBC2751-4BC7-FA7A-664E-BE9F33C63A46}"/>
              </a:ext>
            </a:extLst>
          </p:cNvPr>
          <p:cNvSpPr/>
          <p:nvPr/>
        </p:nvSpPr>
        <p:spPr>
          <a:xfrm rot="5400000">
            <a:off x="2073456" y="5392414"/>
            <a:ext cx="322854" cy="32384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cs typeface="Arial" panose="020B0604020202020204" pitchFamily="34" charset="0"/>
              </a:rPr>
              <a:t>0</a:t>
            </a:r>
            <a:endParaRPr lang="zh-CN" altLang="en-US" sz="2400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cxnSp>
        <p:nvCxnSpPr>
          <p:cNvPr id="37" name="直接连接符 510">
            <a:extLst>
              <a:ext uri="{FF2B5EF4-FFF2-40B4-BE49-F238E27FC236}">
                <a16:creationId xmlns:a16="http://schemas.microsoft.com/office/drawing/2014/main" id="{E2019310-7458-17B1-6EB0-FB2296844E7D}"/>
              </a:ext>
            </a:extLst>
          </p:cNvPr>
          <p:cNvCxnSpPr>
            <a:cxnSpLocks/>
          </p:cNvCxnSpPr>
          <p:nvPr/>
        </p:nvCxnSpPr>
        <p:spPr>
          <a:xfrm flipH="1">
            <a:off x="2398266" y="5554328"/>
            <a:ext cx="328224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直接连接符 512">
            <a:extLst>
              <a:ext uri="{FF2B5EF4-FFF2-40B4-BE49-F238E27FC236}">
                <a16:creationId xmlns:a16="http://schemas.microsoft.com/office/drawing/2014/main" id="{091F9AA7-61FF-C7F2-B603-7F3432401729}"/>
              </a:ext>
            </a:extLst>
          </p:cNvPr>
          <p:cNvCxnSpPr>
            <a:cxnSpLocks/>
          </p:cNvCxnSpPr>
          <p:nvPr/>
        </p:nvCxnSpPr>
        <p:spPr>
          <a:xfrm flipV="1">
            <a:off x="2896808" y="5713582"/>
            <a:ext cx="0" cy="380257"/>
          </a:xfrm>
          <a:prstGeom prst="line">
            <a:avLst/>
          </a:prstGeom>
          <a:ln w="28575">
            <a:solidFill>
              <a:schemeClr val="tx1"/>
            </a:solidFill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9" name="椭圆 38">
            <a:extLst>
              <a:ext uri="{FF2B5EF4-FFF2-40B4-BE49-F238E27FC236}">
                <a16:creationId xmlns:a16="http://schemas.microsoft.com/office/drawing/2014/main" id="{18CD9BA5-A244-F972-CB25-A4BB0C3A5D77}"/>
              </a:ext>
            </a:extLst>
          </p:cNvPr>
          <p:cNvSpPr/>
          <p:nvPr/>
        </p:nvSpPr>
        <p:spPr>
          <a:xfrm rot="5400000">
            <a:off x="4470655" y="5392408"/>
            <a:ext cx="322854" cy="323843"/>
          </a:xfrm>
          <a:prstGeom prst="ellipse">
            <a:avLst/>
          </a:prstGeom>
          <a:noFill/>
          <a:ln w="28575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cs typeface="Arial" panose="020B0604020202020204" pitchFamily="34" charset="0"/>
              </a:rPr>
              <a:t>1</a:t>
            </a:r>
            <a:endParaRPr lang="zh-CN" altLang="en-US" sz="2400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40" name="椭圆 39">
            <a:extLst>
              <a:ext uri="{FF2B5EF4-FFF2-40B4-BE49-F238E27FC236}">
                <a16:creationId xmlns:a16="http://schemas.microsoft.com/office/drawing/2014/main" id="{E58CF53F-70CF-B48B-658A-7C0243CF703D}"/>
              </a:ext>
            </a:extLst>
          </p:cNvPr>
          <p:cNvSpPr/>
          <p:nvPr/>
        </p:nvSpPr>
        <p:spPr>
          <a:xfrm rot="5400000">
            <a:off x="4470655" y="6093344"/>
            <a:ext cx="322854" cy="32384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cs typeface="Arial" panose="020B0604020202020204" pitchFamily="34" charset="0"/>
              </a:rPr>
              <a:t>3</a:t>
            </a:r>
            <a:endParaRPr lang="zh-CN" altLang="en-US" sz="2400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41" name="椭圆 40">
            <a:extLst>
              <a:ext uri="{FF2B5EF4-FFF2-40B4-BE49-F238E27FC236}">
                <a16:creationId xmlns:a16="http://schemas.microsoft.com/office/drawing/2014/main" id="{FA318192-71D9-420F-FDFE-12E773F0418A}"/>
              </a:ext>
            </a:extLst>
          </p:cNvPr>
          <p:cNvSpPr/>
          <p:nvPr/>
        </p:nvSpPr>
        <p:spPr>
          <a:xfrm rot="5400000">
            <a:off x="3808730" y="6093344"/>
            <a:ext cx="322854" cy="32384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cs typeface="Arial" panose="020B0604020202020204" pitchFamily="34" charset="0"/>
              </a:rPr>
              <a:t>2</a:t>
            </a:r>
            <a:endParaRPr lang="zh-CN" altLang="en-US" sz="2400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cxnSp>
        <p:nvCxnSpPr>
          <p:cNvPr id="42" name="直接连接符 522">
            <a:extLst>
              <a:ext uri="{FF2B5EF4-FFF2-40B4-BE49-F238E27FC236}">
                <a16:creationId xmlns:a16="http://schemas.microsoft.com/office/drawing/2014/main" id="{7516E8C2-B151-578F-4076-B2B93E6252A4}"/>
              </a:ext>
            </a:extLst>
          </p:cNvPr>
          <p:cNvCxnSpPr>
            <a:cxnSpLocks/>
          </p:cNvCxnSpPr>
          <p:nvPr/>
        </p:nvCxnSpPr>
        <p:spPr>
          <a:xfrm flipV="1">
            <a:off x="4632082" y="5713576"/>
            <a:ext cx="0" cy="380257"/>
          </a:xfrm>
          <a:prstGeom prst="line">
            <a:avLst/>
          </a:prstGeom>
          <a:ln w="28575">
            <a:solidFill>
              <a:schemeClr val="tx1"/>
            </a:solidFill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直接连接符 524">
            <a:extLst>
              <a:ext uri="{FF2B5EF4-FFF2-40B4-BE49-F238E27FC236}">
                <a16:creationId xmlns:a16="http://schemas.microsoft.com/office/drawing/2014/main" id="{E021803C-C9C9-3280-5AB1-1990F9C128B3}"/>
              </a:ext>
            </a:extLst>
          </p:cNvPr>
          <p:cNvCxnSpPr>
            <a:cxnSpLocks/>
          </p:cNvCxnSpPr>
          <p:nvPr/>
        </p:nvCxnSpPr>
        <p:spPr>
          <a:xfrm flipH="1">
            <a:off x="4130620" y="6255259"/>
            <a:ext cx="32987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4" name="文本框 43">
            <a:extLst>
              <a:ext uri="{FF2B5EF4-FFF2-40B4-BE49-F238E27FC236}">
                <a16:creationId xmlns:a16="http://schemas.microsoft.com/office/drawing/2014/main" id="{A13ED4A3-3519-70A8-0871-A783E5612BD3}"/>
              </a:ext>
            </a:extLst>
          </p:cNvPr>
          <p:cNvSpPr txBox="1"/>
          <p:nvPr/>
        </p:nvSpPr>
        <p:spPr>
          <a:xfrm>
            <a:off x="1901510" y="6457889"/>
            <a:ext cx="1381439" cy="400110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cs typeface="Arial" panose="020B0604020202020204" pitchFamily="34" charset="0"/>
              </a:rPr>
              <a:t>Subgraph1</a:t>
            </a:r>
            <a:endParaRPr lang="zh-CN" altLang="en-US" sz="2000" b="1" dirty="0">
              <a:cs typeface="Arial" panose="020B0604020202020204" pitchFamily="34" charset="0"/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453ECE5A-316F-D8CD-2B94-12C9C1520458}"/>
              </a:ext>
            </a:extLst>
          </p:cNvPr>
          <p:cNvSpPr txBox="1"/>
          <p:nvPr/>
        </p:nvSpPr>
        <p:spPr>
          <a:xfrm>
            <a:off x="3673160" y="6457890"/>
            <a:ext cx="1381439" cy="400110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cs typeface="Arial" panose="020B0604020202020204" pitchFamily="34" charset="0"/>
              </a:rPr>
              <a:t>Subgraph2</a:t>
            </a:r>
            <a:endParaRPr lang="zh-CN" altLang="en-US" sz="2000" b="1" dirty="0">
              <a:cs typeface="Arial" panose="020B0604020202020204" pitchFamily="34" charset="0"/>
            </a:endParaRP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DEB5BB61-12A7-4D19-678F-482A09204FEE}"/>
              </a:ext>
            </a:extLst>
          </p:cNvPr>
          <p:cNvSpPr txBox="1"/>
          <p:nvPr/>
        </p:nvSpPr>
        <p:spPr>
          <a:xfrm>
            <a:off x="5419327" y="5608928"/>
            <a:ext cx="1381439" cy="646331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cs typeface="Arial" panose="020B0604020202020204" pitchFamily="34" charset="0"/>
              </a:rPr>
              <a:t>…</a:t>
            </a:r>
            <a:endParaRPr lang="zh-CN" altLang="en-US" sz="3600" b="1" dirty="0">
              <a:cs typeface="Arial" panose="020B0604020202020204" pitchFamily="34" charset="0"/>
            </a:endParaRP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99F36B50-E7DD-4823-E539-6F11C072560C}"/>
              </a:ext>
            </a:extLst>
          </p:cNvPr>
          <p:cNvSpPr/>
          <p:nvPr/>
        </p:nvSpPr>
        <p:spPr>
          <a:xfrm>
            <a:off x="1158581" y="5272024"/>
            <a:ext cx="4912020" cy="1535176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18235E2A-2B8C-0C23-0BB6-A5506E893742}"/>
              </a:ext>
            </a:extLst>
          </p:cNvPr>
          <p:cNvSpPr txBox="1"/>
          <p:nvPr/>
        </p:nvSpPr>
        <p:spPr>
          <a:xfrm>
            <a:off x="1136743" y="5240306"/>
            <a:ext cx="1381439" cy="707886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cs typeface="Arial" panose="020B0604020202020204" pitchFamily="34" charset="0"/>
              </a:rPr>
              <a:t>Each</a:t>
            </a:r>
          </a:p>
          <a:p>
            <a:r>
              <a:rPr lang="en-US" altLang="zh-CN" sz="2000" b="1" dirty="0">
                <a:cs typeface="Arial" panose="020B0604020202020204" pitchFamily="34" charset="0"/>
              </a:rPr>
              <a:t>GPU</a:t>
            </a:r>
            <a:endParaRPr lang="zh-CN" altLang="en-US" sz="2000" b="1" dirty="0"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046756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图片 33">
            <a:extLst>
              <a:ext uri="{FF2B5EF4-FFF2-40B4-BE49-F238E27FC236}">
                <a16:creationId xmlns:a16="http://schemas.microsoft.com/office/drawing/2014/main" id="{4C86F759-9505-E7EB-2809-AA7044F0C83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35076"/>
          <a:stretch/>
        </p:blipFill>
        <p:spPr>
          <a:xfrm>
            <a:off x="144000" y="1417639"/>
            <a:ext cx="6651264" cy="3211512"/>
          </a:xfrm>
          <a:prstGeom prst="rect">
            <a:avLst/>
          </a:prstGeom>
        </p:spPr>
      </p:pic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288000" y="0"/>
            <a:ext cx="11164860" cy="141763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altLang="zh-CN" dirty="0">
                <a:latin typeface="Century Gothic" panose="020B050202020202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Task Parallelism</a:t>
            </a:r>
            <a:endParaRPr lang="en-US" altLang="zh-CN" sz="3600" dirty="0">
              <a:latin typeface="Century Gothic" panose="020B050202020202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5" name="Rectangle 10"/>
          <p:cNvSpPr/>
          <p:nvPr/>
        </p:nvSpPr>
        <p:spPr>
          <a:xfrm>
            <a:off x="0" y="420787"/>
            <a:ext cx="288000" cy="57606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2DBBEA32-7D1A-E790-4DCA-9E49A76D09AF}"/>
              </a:ext>
            </a:extLst>
          </p:cNvPr>
          <p:cNvGrpSpPr/>
          <p:nvPr/>
        </p:nvGrpSpPr>
        <p:grpSpPr>
          <a:xfrm>
            <a:off x="9215734" y="1283286"/>
            <a:ext cx="1217316" cy="1557565"/>
            <a:chOff x="4341455" y="6360456"/>
            <a:chExt cx="621640" cy="844499"/>
          </a:xfrm>
        </p:grpSpPr>
        <p:sp>
          <p:nvSpPr>
            <p:cNvPr id="3" name="矩形 1174">
              <a:extLst>
                <a:ext uri="{FF2B5EF4-FFF2-40B4-BE49-F238E27FC236}">
                  <a16:creationId xmlns:a16="http://schemas.microsoft.com/office/drawing/2014/main" id="{A255DC1F-944F-BD94-A848-76C91F305B06}"/>
                </a:ext>
              </a:extLst>
            </p:cNvPr>
            <p:cNvSpPr/>
            <p:nvPr/>
          </p:nvSpPr>
          <p:spPr>
            <a:xfrm rot="10800000">
              <a:off x="4342830" y="6360456"/>
              <a:ext cx="618706" cy="844499"/>
            </a:xfrm>
            <a:custGeom>
              <a:avLst/>
              <a:gdLst>
                <a:gd name="connsiteX0" fmla="*/ 0 w 595706"/>
                <a:gd name="connsiteY0" fmla="*/ 0 h 92965"/>
                <a:gd name="connsiteX1" fmla="*/ 595706 w 595706"/>
                <a:gd name="connsiteY1" fmla="*/ 0 h 92965"/>
                <a:gd name="connsiteX2" fmla="*/ 595706 w 595706"/>
                <a:gd name="connsiteY2" fmla="*/ 92965 h 92965"/>
                <a:gd name="connsiteX3" fmla="*/ 0 w 595706"/>
                <a:gd name="connsiteY3" fmla="*/ 92965 h 92965"/>
                <a:gd name="connsiteX4" fmla="*/ 0 w 595706"/>
                <a:gd name="connsiteY4" fmla="*/ 0 h 92965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1422 w 594406"/>
                <a:gd name="connsiteY0" fmla="*/ 21376 h 135147"/>
                <a:gd name="connsiteX1" fmla="*/ 594406 w 594406"/>
                <a:gd name="connsiteY1" fmla="*/ 0 h 135147"/>
                <a:gd name="connsiteX2" fmla="*/ 594406 w 594406"/>
                <a:gd name="connsiteY2" fmla="*/ 92965 h 135147"/>
                <a:gd name="connsiteX3" fmla="*/ 61 w 594406"/>
                <a:gd name="connsiteY3" fmla="*/ 135147 h 135147"/>
                <a:gd name="connsiteX4" fmla="*/ 1422 w 594406"/>
                <a:gd name="connsiteY4" fmla="*/ 21376 h 135147"/>
                <a:gd name="connsiteX0" fmla="*/ 1422 w 594406"/>
                <a:gd name="connsiteY0" fmla="*/ 15599 h 135147"/>
                <a:gd name="connsiteX1" fmla="*/ 594406 w 594406"/>
                <a:gd name="connsiteY1" fmla="*/ 0 h 135147"/>
                <a:gd name="connsiteX2" fmla="*/ 594406 w 594406"/>
                <a:gd name="connsiteY2" fmla="*/ 92965 h 135147"/>
                <a:gd name="connsiteX3" fmla="*/ 61 w 594406"/>
                <a:gd name="connsiteY3" fmla="*/ 135147 h 135147"/>
                <a:gd name="connsiteX4" fmla="*/ 1422 w 594406"/>
                <a:gd name="connsiteY4" fmla="*/ 15599 h 135147"/>
                <a:gd name="connsiteX0" fmla="*/ 131 w 594476"/>
                <a:gd name="connsiteY0" fmla="*/ 4622 h 135147"/>
                <a:gd name="connsiteX1" fmla="*/ 594476 w 594476"/>
                <a:gd name="connsiteY1" fmla="*/ 0 h 135147"/>
                <a:gd name="connsiteX2" fmla="*/ 594476 w 594476"/>
                <a:gd name="connsiteY2" fmla="*/ 92965 h 135147"/>
                <a:gd name="connsiteX3" fmla="*/ 131 w 594476"/>
                <a:gd name="connsiteY3" fmla="*/ 135147 h 135147"/>
                <a:gd name="connsiteX4" fmla="*/ 131 w 594476"/>
                <a:gd name="connsiteY4" fmla="*/ 4622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22423 h 139660"/>
                <a:gd name="connsiteX1" fmla="*/ 595706 w 595706"/>
                <a:gd name="connsiteY1" fmla="*/ 4513 h 139660"/>
                <a:gd name="connsiteX2" fmla="*/ 595706 w 595706"/>
                <a:gd name="connsiteY2" fmla="*/ 97478 h 139660"/>
                <a:gd name="connsiteX3" fmla="*/ 1361 w 595706"/>
                <a:gd name="connsiteY3" fmla="*/ 139660 h 139660"/>
                <a:gd name="connsiteX4" fmla="*/ 0 w 595706"/>
                <a:gd name="connsiteY4" fmla="*/ 22423 h 139660"/>
                <a:gd name="connsiteX0" fmla="*/ 0 w 595706"/>
                <a:gd name="connsiteY0" fmla="*/ 26413 h 143650"/>
                <a:gd name="connsiteX1" fmla="*/ 595706 w 595706"/>
                <a:gd name="connsiteY1" fmla="*/ 8503 h 143650"/>
                <a:gd name="connsiteX2" fmla="*/ 595706 w 595706"/>
                <a:gd name="connsiteY2" fmla="*/ 101468 h 143650"/>
                <a:gd name="connsiteX3" fmla="*/ 1361 w 595706"/>
                <a:gd name="connsiteY3" fmla="*/ 143650 h 143650"/>
                <a:gd name="connsiteX4" fmla="*/ 0 w 595706"/>
                <a:gd name="connsiteY4" fmla="*/ 26413 h 143650"/>
                <a:gd name="connsiteX0" fmla="*/ 0 w 595706"/>
                <a:gd name="connsiteY0" fmla="*/ 21286 h 138523"/>
                <a:gd name="connsiteX1" fmla="*/ 595706 w 595706"/>
                <a:gd name="connsiteY1" fmla="*/ 3376 h 138523"/>
                <a:gd name="connsiteX2" fmla="*/ 595706 w 595706"/>
                <a:gd name="connsiteY2" fmla="*/ 96341 h 138523"/>
                <a:gd name="connsiteX3" fmla="*/ 1361 w 595706"/>
                <a:gd name="connsiteY3" fmla="*/ 138523 h 138523"/>
                <a:gd name="connsiteX4" fmla="*/ 0 w 595706"/>
                <a:gd name="connsiteY4" fmla="*/ 21286 h 138523"/>
                <a:gd name="connsiteX0" fmla="*/ 0 w 595706"/>
                <a:gd name="connsiteY0" fmla="*/ 22534 h 139771"/>
                <a:gd name="connsiteX1" fmla="*/ 595706 w 595706"/>
                <a:gd name="connsiteY1" fmla="*/ 4624 h 139771"/>
                <a:gd name="connsiteX2" fmla="*/ 595706 w 595706"/>
                <a:gd name="connsiteY2" fmla="*/ 97589 h 139771"/>
                <a:gd name="connsiteX3" fmla="*/ 1361 w 595706"/>
                <a:gd name="connsiteY3" fmla="*/ 139771 h 139771"/>
                <a:gd name="connsiteX4" fmla="*/ 0 w 595706"/>
                <a:gd name="connsiteY4" fmla="*/ 22534 h 139771"/>
                <a:gd name="connsiteX0" fmla="*/ 0 w 595706"/>
                <a:gd name="connsiteY0" fmla="*/ 23494 h 140731"/>
                <a:gd name="connsiteX1" fmla="*/ 595706 w 595706"/>
                <a:gd name="connsiteY1" fmla="*/ 2118 h 140731"/>
                <a:gd name="connsiteX2" fmla="*/ 595706 w 595706"/>
                <a:gd name="connsiteY2" fmla="*/ 98549 h 140731"/>
                <a:gd name="connsiteX3" fmla="*/ 1361 w 595706"/>
                <a:gd name="connsiteY3" fmla="*/ 140731 h 140731"/>
                <a:gd name="connsiteX4" fmla="*/ 0 w 595706"/>
                <a:gd name="connsiteY4" fmla="*/ 23494 h 140731"/>
                <a:gd name="connsiteX0" fmla="*/ 0 w 595706"/>
                <a:gd name="connsiteY0" fmla="*/ 23494 h 140731"/>
                <a:gd name="connsiteX1" fmla="*/ 595706 w 595706"/>
                <a:gd name="connsiteY1" fmla="*/ 2118 h 140731"/>
                <a:gd name="connsiteX2" fmla="*/ 595706 w 595706"/>
                <a:gd name="connsiteY2" fmla="*/ 98549 h 140731"/>
                <a:gd name="connsiteX3" fmla="*/ 1361 w 595706"/>
                <a:gd name="connsiteY3" fmla="*/ 140731 h 140731"/>
                <a:gd name="connsiteX4" fmla="*/ 0 w 595706"/>
                <a:gd name="connsiteY4" fmla="*/ 23494 h 140731"/>
                <a:gd name="connsiteX0" fmla="*/ 0 w 595706"/>
                <a:gd name="connsiteY0" fmla="*/ 25030 h 142267"/>
                <a:gd name="connsiteX1" fmla="*/ 595706 w 595706"/>
                <a:gd name="connsiteY1" fmla="*/ 3654 h 142267"/>
                <a:gd name="connsiteX2" fmla="*/ 595706 w 595706"/>
                <a:gd name="connsiteY2" fmla="*/ 100085 h 142267"/>
                <a:gd name="connsiteX3" fmla="*/ 1361 w 595706"/>
                <a:gd name="connsiteY3" fmla="*/ 142267 h 142267"/>
                <a:gd name="connsiteX4" fmla="*/ 0 w 595706"/>
                <a:gd name="connsiteY4" fmla="*/ 25030 h 142267"/>
                <a:gd name="connsiteX0" fmla="*/ 0 w 595706"/>
                <a:gd name="connsiteY0" fmla="*/ 22091 h 139328"/>
                <a:gd name="connsiteX1" fmla="*/ 595706 w 595706"/>
                <a:gd name="connsiteY1" fmla="*/ 715 h 139328"/>
                <a:gd name="connsiteX2" fmla="*/ 595706 w 595706"/>
                <a:gd name="connsiteY2" fmla="*/ 97146 h 139328"/>
                <a:gd name="connsiteX3" fmla="*/ 1361 w 595706"/>
                <a:gd name="connsiteY3" fmla="*/ 139328 h 139328"/>
                <a:gd name="connsiteX4" fmla="*/ 0 w 595706"/>
                <a:gd name="connsiteY4" fmla="*/ 22091 h 139328"/>
                <a:gd name="connsiteX0" fmla="*/ 0 w 595706"/>
                <a:gd name="connsiteY0" fmla="*/ 23573 h 140810"/>
                <a:gd name="connsiteX1" fmla="*/ 595706 w 595706"/>
                <a:gd name="connsiteY1" fmla="*/ 2197 h 140810"/>
                <a:gd name="connsiteX2" fmla="*/ 595706 w 595706"/>
                <a:gd name="connsiteY2" fmla="*/ 98628 h 140810"/>
                <a:gd name="connsiteX3" fmla="*/ 1361 w 595706"/>
                <a:gd name="connsiteY3" fmla="*/ 140810 h 140810"/>
                <a:gd name="connsiteX4" fmla="*/ 0 w 595706"/>
                <a:gd name="connsiteY4" fmla="*/ 23573 h 140810"/>
                <a:gd name="connsiteX0" fmla="*/ 0 w 595706"/>
                <a:gd name="connsiteY0" fmla="*/ 21908 h 139145"/>
                <a:gd name="connsiteX1" fmla="*/ 595706 w 595706"/>
                <a:gd name="connsiteY1" fmla="*/ 532 h 139145"/>
                <a:gd name="connsiteX2" fmla="*/ 595706 w 595706"/>
                <a:gd name="connsiteY2" fmla="*/ 96963 h 139145"/>
                <a:gd name="connsiteX3" fmla="*/ 1361 w 595706"/>
                <a:gd name="connsiteY3" fmla="*/ 139145 h 139145"/>
                <a:gd name="connsiteX4" fmla="*/ 0 w 595706"/>
                <a:gd name="connsiteY4" fmla="*/ 21908 h 139145"/>
                <a:gd name="connsiteX0" fmla="*/ 0 w 595706"/>
                <a:gd name="connsiteY0" fmla="*/ 23863 h 141100"/>
                <a:gd name="connsiteX1" fmla="*/ 595706 w 595706"/>
                <a:gd name="connsiteY1" fmla="*/ 2487 h 141100"/>
                <a:gd name="connsiteX2" fmla="*/ 595706 w 595706"/>
                <a:gd name="connsiteY2" fmla="*/ 98918 h 141100"/>
                <a:gd name="connsiteX3" fmla="*/ 1361 w 595706"/>
                <a:gd name="connsiteY3" fmla="*/ 141100 h 141100"/>
                <a:gd name="connsiteX4" fmla="*/ 0 w 595706"/>
                <a:gd name="connsiteY4" fmla="*/ 23863 h 141100"/>
                <a:gd name="connsiteX0" fmla="*/ 0 w 595706"/>
                <a:gd name="connsiteY0" fmla="*/ 24472 h 141709"/>
                <a:gd name="connsiteX1" fmla="*/ 595706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0 w 595706"/>
                <a:gd name="connsiteY0" fmla="*/ 24267 h 141504"/>
                <a:gd name="connsiteX1" fmla="*/ 595706 w 595706"/>
                <a:gd name="connsiteY1" fmla="*/ 2891 h 141504"/>
                <a:gd name="connsiteX2" fmla="*/ 595706 w 595706"/>
                <a:gd name="connsiteY2" fmla="*/ 99322 h 141504"/>
                <a:gd name="connsiteX3" fmla="*/ 1361 w 595706"/>
                <a:gd name="connsiteY3" fmla="*/ 141504 h 141504"/>
                <a:gd name="connsiteX4" fmla="*/ 0 w 595706"/>
                <a:gd name="connsiteY4" fmla="*/ 24267 h 141504"/>
                <a:gd name="connsiteX0" fmla="*/ 0 w 595706"/>
                <a:gd name="connsiteY0" fmla="*/ 24472 h 141709"/>
                <a:gd name="connsiteX1" fmla="*/ 595706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0 w 595706"/>
                <a:gd name="connsiteY0" fmla="*/ 24472 h 141709"/>
                <a:gd name="connsiteX1" fmla="*/ 594353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124 w 595830"/>
                <a:gd name="connsiteY0" fmla="*/ 24472 h 141709"/>
                <a:gd name="connsiteX1" fmla="*/ 594477 w 595830"/>
                <a:gd name="connsiteY1" fmla="*/ 3096 h 141709"/>
                <a:gd name="connsiteX2" fmla="*/ 595830 w 595830"/>
                <a:gd name="connsiteY2" fmla="*/ 99527 h 141709"/>
                <a:gd name="connsiteX3" fmla="*/ 131 w 595830"/>
                <a:gd name="connsiteY3" fmla="*/ 141709 h 141709"/>
                <a:gd name="connsiteX4" fmla="*/ 124 w 595830"/>
                <a:gd name="connsiteY4" fmla="*/ 24472 h 141709"/>
                <a:gd name="connsiteX0" fmla="*/ 124 w 597179"/>
                <a:gd name="connsiteY0" fmla="*/ 25207 h 142444"/>
                <a:gd name="connsiteX1" fmla="*/ 597179 w 597179"/>
                <a:gd name="connsiteY1" fmla="*/ 481 h 142444"/>
                <a:gd name="connsiteX2" fmla="*/ 595830 w 597179"/>
                <a:gd name="connsiteY2" fmla="*/ 100262 h 142444"/>
                <a:gd name="connsiteX3" fmla="*/ 131 w 597179"/>
                <a:gd name="connsiteY3" fmla="*/ 142444 h 142444"/>
                <a:gd name="connsiteX4" fmla="*/ 124 w 597179"/>
                <a:gd name="connsiteY4" fmla="*/ 25207 h 142444"/>
                <a:gd name="connsiteX0" fmla="*/ 124 w 595889"/>
                <a:gd name="connsiteY0" fmla="*/ 25842 h 143079"/>
                <a:gd name="connsiteX1" fmla="*/ 594477 w 595889"/>
                <a:gd name="connsiteY1" fmla="*/ 0 h 143079"/>
                <a:gd name="connsiteX2" fmla="*/ 595830 w 595889"/>
                <a:gd name="connsiteY2" fmla="*/ 100897 h 143079"/>
                <a:gd name="connsiteX3" fmla="*/ 131 w 595889"/>
                <a:gd name="connsiteY3" fmla="*/ 143079 h 143079"/>
                <a:gd name="connsiteX4" fmla="*/ 124 w 595889"/>
                <a:gd name="connsiteY4" fmla="*/ 25842 h 143079"/>
                <a:gd name="connsiteX0" fmla="*/ 124 w 595889"/>
                <a:gd name="connsiteY0" fmla="*/ 24713 h 141950"/>
                <a:gd name="connsiteX1" fmla="*/ 594477 w 595889"/>
                <a:gd name="connsiteY1" fmla="*/ 2221 h 141950"/>
                <a:gd name="connsiteX2" fmla="*/ 595830 w 595889"/>
                <a:gd name="connsiteY2" fmla="*/ 99768 h 141950"/>
                <a:gd name="connsiteX3" fmla="*/ 131 w 595889"/>
                <a:gd name="connsiteY3" fmla="*/ 141950 h 141950"/>
                <a:gd name="connsiteX4" fmla="*/ 124 w 595889"/>
                <a:gd name="connsiteY4" fmla="*/ 24713 h 141950"/>
                <a:gd name="connsiteX0" fmla="*/ 124 w 595959"/>
                <a:gd name="connsiteY0" fmla="*/ 24713 h 141950"/>
                <a:gd name="connsiteX1" fmla="*/ 595828 w 595959"/>
                <a:gd name="connsiteY1" fmla="*/ 2221 h 141950"/>
                <a:gd name="connsiteX2" fmla="*/ 595830 w 595959"/>
                <a:gd name="connsiteY2" fmla="*/ 99768 h 141950"/>
                <a:gd name="connsiteX3" fmla="*/ 131 w 595959"/>
                <a:gd name="connsiteY3" fmla="*/ 141950 h 141950"/>
                <a:gd name="connsiteX4" fmla="*/ 124 w 595959"/>
                <a:gd name="connsiteY4" fmla="*/ 24713 h 141950"/>
                <a:gd name="connsiteX0" fmla="*/ 124 w 595959"/>
                <a:gd name="connsiteY0" fmla="*/ 24925 h 142162"/>
                <a:gd name="connsiteX1" fmla="*/ 595828 w 595959"/>
                <a:gd name="connsiteY1" fmla="*/ 2433 h 142162"/>
                <a:gd name="connsiteX2" fmla="*/ 595830 w 595959"/>
                <a:gd name="connsiteY2" fmla="*/ 99980 h 142162"/>
                <a:gd name="connsiteX3" fmla="*/ 131 w 595959"/>
                <a:gd name="connsiteY3" fmla="*/ 142162 h 142162"/>
                <a:gd name="connsiteX4" fmla="*/ 124 w 595959"/>
                <a:gd name="connsiteY4" fmla="*/ 24925 h 142162"/>
                <a:gd name="connsiteX0" fmla="*/ 124 w 595959"/>
                <a:gd name="connsiteY0" fmla="*/ 22492 h 139729"/>
                <a:gd name="connsiteX1" fmla="*/ 595828 w 595959"/>
                <a:gd name="connsiteY1" fmla="*/ 0 h 139729"/>
                <a:gd name="connsiteX2" fmla="*/ 595830 w 595959"/>
                <a:gd name="connsiteY2" fmla="*/ 97547 h 139729"/>
                <a:gd name="connsiteX3" fmla="*/ 131 w 595959"/>
                <a:gd name="connsiteY3" fmla="*/ 139729 h 139729"/>
                <a:gd name="connsiteX4" fmla="*/ 124 w 595959"/>
                <a:gd name="connsiteY4" fmla="*/ 22492 h 139729"/>
                <a:gd name="connsiteX0" fmla="*/ 124 w 595959"/>
                <a:gd name="connsiteY0" fmla="*/ 25585 h 142822"/>
                <a:gd name="connsiteX1" fmla="*/ 595828 w 595959"/>
                <a:gd name="connsiteY1" fmla="*/ 3093 h 142822"/>
                <a:gd name="connsiteX2" fmla="*/ 595830 w 595959"/>
                <a:gd name="connsiteY2" fmla="*/ 100640 h 142822"/>
                <a:gd name="connsiteX3" fmla="*/ 131 w 595959"/>
                <a:gd name="connsiteY3" fmla="*/ 142822 h 142822"/>
                <a:gd name="connsiteX4" fmla="*/ 124 w 595959"/>
                <a:gd name="connsiteY4" fmla="*/ 25585 h 142822"/>
                <a:gd name="connsiteX0" fmla="*/ 124 w 595959"/>
                <a:gd name="connsiteY0" fmla="*/ 25585 h 142822"/>
                <a:gd name="connsiteX1" fmla="*/ 595828 w 595959"/>
                <a:gd name="connsiteY1" fmla="*/ 3093 h 142822"/>
                <a:gd name="connsiteX2" fmla="*/ 595830 w 595959"/>
                <a:gd name="connsiteY2" fmla="*/ 100640 h 142822"/>
                <a:gd name="connsiteX3" fmla="*/ 131 w 595959"/>
                <a:gd name="connsiteY3" fmla="*/ 142822 h 142822"/>
                <a:gd name="connsiteX4" fmla="*/ 124 w 595959"/>
                <a:gd name="connsiteY4" fmla="*/ 25585 h 142822"/>
                <a:gd name="connsiteX0" fmla="*/ 124 w 595959"/>
                <a:gd name="connsiteY0" fmla="*/ 26512 h 143749"/>
                <a:gd name="connsiteX1" fmla="*/ 595828 w 595959"/>
                <a:gd name="connsiteY1" fmla="*/ 4020 h 143749"/>
                <a:gd name="connsiteX2" fmla="*/ 595830 w 595959"/>
                <a:gd name="connsiteY2" fmla="*/ 101567 h 143749"/>
                <a:gd name="connsiteX3" fmla="*/ 131 w 595959"/>
                <a:gd name="connsiteY3" fmla="*/ 143749 h 143749"/>
                <a:gd name="connsiteX4" fmla="*/ 124 w 595959"/>
                <a:gd name="connsiteY4" fmla="*/ 26512 h 143749"/>
                <a:gd name="connsiteX0" fmla="*/ 124 w 595959"/>
                <a:gd name="connsiteY0" fmla="*/ 26512 h 143749"/>
                <a:gd name="connsiteX1" fmla="*/ 595828 w 595959"/>
                <a:gd name="connsiteY1" fmla="*/ 4020 h 143749"/>
                <a:gd name="connsiteX2" fmla="*/ 595830 w 595959"/>
                <a:gd name="connsiteY2" fmla="*/ 101567 h 143749"/>
                <a:gd name="connsiteX3" fmla="*/ 131 w 595959"/>
                <a:gd name="connsiteY3" fmla="*/ 143749 h 143749"/>
                <a:gd name="connsiteX4" fmla="*/ 124 w 595959"/>
                <a:gd name="connsiteY4" fmla="*/ 26512 h 143749"/>
                <a:gd name="connsiteX0" fmla="*/ 124 w 595959"/>
                <a:gd name="connsiteY0" fmla="*/ 28496 h 145733"/>
                <a:gd name="connsiteX1" fmla="*/ 595828 w 595959"/>
                <a:gd name="connsiteY1" fmla="*/ 6004 h 145733"/>
                <a:gd name="connsiteX2" fmla="*/ 595830 w 595959"/>
                <a:gd name="connsiteY2" fmla="*/ 103551 h 145733"/>
                <a:gd name="connsiteX3" fmla="*/ 131 w 595959"/>
                <a:gd name="connsiteY3" fmla="*/ 145733 h 145733"/>
                <a:gd name="connsiteX4" fmla="*/ 124 w 595959"/>
                <a:gd name="connsiteY4" fmla="*/ 28496 h 14573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856"/>
                <a:gd name="connsiteY0" fmla="*/ 41841 h 159078"/>
                <a:gd name="connsiteX1" fmla="*/ 591261 w 595856"/>
                <a:gd name="connsiteY1" fmla="*/ 0 h 159078"/>
                <a:gd name="connsiteX2" fmla="*/ 595830 w 595856"/>
                <a:gd name="connsiteY2" fmla="*/ 116896 h 159078"/>
                <a:gd name="connsiteX3" fmla="*/ 131 w 595856"/>
                <a:gd name="connsiteY3" fmla="*/ 159078 h 159078"/>
                <a:gd name="connsiteX4" fmla="*/ 124 w 595856"/>
                <a:gd name="connsiteY4" fmla="*/ 41841 h 159078"/>
                <a:gd name="connsiteX0" fmla="*/ 124 w 595959"/>
                <a:gd name="connsiteY0" fmla="*/ 41841 h 159078"/>
                <a:gd name="connsiteX1" fmla="*/ 595828 w 595959"/>
                <a:gd name="connsiteY1" fmla="*/ 0 h 159078"/>
                <a:gd name="connsiteX2" fmla="*/ 595830 w 595959"/>
                <a:gd name="connsiteY2" fmla="*/ 116896 h 159078"/>
                <a:gd name="connsiteX3" fmla="*/ 131 w 595959"/>
                <a:gd name="connsiteY3" fmla="*/ 159078 h 159078"/>
                <a:gd name="connsiteX4" fmla="*/ 124 w 595959"/>
                <a:gd name="connsiteY4" fmla="*/ 41841 h 159078"/>
                <a:gd name="connsiteX0" fmla="*/ 124 w 597349"/>
                <a:gd name="connsiteY0" fmla="*/ 42378 h 159615"/>
                <a:gd name="connsiteX1" fmla="*/ 597349 w 597349"/>
                <a:gd name="connsiteY1" fmla="*/ 0 h 159615"/>
                <a:gd name="connsiteX2" fmla="*/ 595830 w 597349"/>
                <a:gd name="connsiteY2" fmla="*/ 117433 h 159615"/>
                <a:gd name="connsiteX3" fmla="*/ 131 w 597349"/>
                <a:gd name="connsiteY3" fmla="*/ 159615 h 159615"/>
                <a:gd name="connsiteX4" fmla="*/ 124 w 597349"/>
                <a:gd name="connsiteY4" fmla="*/ 42378 h 159615"/>
                <a:gd name="connsiteX0" fmla="*/ 124 w 600443"/>
                <a:gd name="connsiteY0" fmla="*/ 42378 h 159615"/>
                <a:gd name="connsiteX1" fmla="*/ 597349 w 600443"/>
                <a:gd name="connsiteY1" fmla="*/ 0 h 159615"/>
                <a:gd name="connsiteX2" fmla="*/ 600408 w 600443"/>
                <a:gd name="connsiteY2" fmla="*/ 117433 h 159615"/>
                <a:gd name="connsiteX3" fmla="*/ 131 w 600443"/>
                <a:gd name="connsiteY3" fmla="*/ 159615 h 159615"/>
                <a:gd name="connsiteX4" fmla="*/ 124 w 600443"/>
                <a:gd name="connsiteY4" fmla="*/ 42378 h 159615"/>
                <a:gd name="connsiteX0" fmla="*/ 124 w 600537"/>
                <a:gd name="connsiteY0" fmla="*/ 42378 h 159615"/>
                <a:gd name="connsiteX1" fmla="*/ 600401 w 600537"/>
                <a:gd name="connsiteY1" fmla="*/ 0 h 159615"/>
                <a:gd name="connsiteX2" fmla="*/ 600408 w 600537"/>
                <a:gd name="connsiteY2" fmla="*/ 117433 h 159615"/>
                <a:gd name="connsiteX3" fmla="*/ 131 w 600537"/>
                <a:gd name="connsiteY3" fmla="*/ 159615 h 159615"/>
                <a:gd name="connsiteX4" fmla="*/ 124 w 600537"/>
                <a:gd name="connsiteY4" fmla="*/ 42378 h 159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0537" h="159615">
                  <a:moveTo>
                    <a:pt x="124" y="42378"/>
                  </a:moveTo>
                  <a:cubicBezTo>
                    <a:pt x="296414" y="-50243"/>
                    <a:pt x="418111" y="75773"/>
                    <a:pt x="600401" y="0"/>
                  </a:cubicBezTo>
                  <a:cubicBezTo>
                    <a:pt x="599951" y="33260"/>
                    <a:pt x="600858" y="84173"/>
                    <a:pt x="600408" y="117433"/>
                  </a:cubicBezTo>
                  <a:cubicBezTo>
                    <a:pt x="395490" y="192726"/>
                    <a:pt x="285331" y="62551"/>
                    <a:pt x="131" y="159615"/>
                  </a:cubicBezTo>
                  <a:cubicBezTo>
                    <a:pt x="-323" y="114566"/>
                    <a:pt x="578" y="87427"/>
                    <a:pt x="124" y="42378"/>
                  </a:cubicBezTo>
                  <a:close/>
                </a:path>
              </a:pathLst>
            </a:custGeom>
            <a:solidFill>
              <a:schemeClr val="accent2">
                <a:lumMod val="40000"/>
                <a:lumOff val="6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" name="矩形 1174">
              <a:extLst>
                <a:ext uri="{FF2B5EF4-FFF2-40B4-BE49-F238E27FC236}">
                  <a16:creationId xmlns:a16="http://schemas.microsoft.com/office/drawing/2014/main" id="{56689643-B467-5C66-8FBE-299E8D69B112}"/>
                </a:ext>
              </a:extLst>
            </p:cNvPr>
            <p:cNvSpPr/>
            <p:nvPr/>
          </p:nvSpPr>
          <p:spPr>
            <a:xfrm rot="10800000">
              <a:off x="4342829" y="6969535"/>
              <a:ext cx="618707" cy="211246"/>
            </a:xfrm>
            <a:custGeom>
              <a:avLst/>
              <a:gdLst>
                <a:gd name="connsiteX0" fmla="*/ 0 w 595706"/>
                <a:gd name="connsiteY0" fmla="*/ 0 h 92965"/>
                <a:gd name="connsiteX1" fmla="*/ 595706 w 595706"/>
                <a:gd name="connsiteY1" fmla="*/ 0 h 92965"/>
                <a:gd name="connsiteX2" fmla="*/ 595706 w 595706"/>
                <a:gd name="connsiteY2" fmla="*/ 92965 h 92965"/>
                <a:gd name="connsiteX3" fmla="*/ 0 w 595706"/>
                <a:gd name="connsiteY3" fmla="*/ 92965 h 92965"/>
                <a:gd name="connsiteX4" fmla="*/ 0 w 595706"/>
                <a:gd name="connsiteY4" fmla="*/ 0 h 92965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131 w 595837"/>
                <a:gd name="connsiteY0" fmla="*/ 0 h 148754"/>
                <a:gd name="connsiteX1" fmla="*/ 595837 w 595837"/>
                <a:gd name="connsiteY1" fmla="*/ 0 h 148754"/>
                <a:gd name="connsiteX2" fmla="*/ 595837 w 595837"/>
                <a:gd name="connsiteY2" fmla="*/ 92965 h 148754"/>
                <a:gd name="connsiteX3" fmla="*/ 131 w 595837"/>
                <a:gd name="connsiteY3" fmla="*/ 148754 h 148754"/>
                <a:gd name="connsiteX4" fmla="*/ 131 w 595837"/>
                <a:gd name="connsiteY4" fmla="*/ 0 h 148754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56571"/>
                <a:gd name="connsiteX1" fmla="*/ 595837 w 595837"/>
                <a:gd name="connsiteY1" fmla="*/ 0 h 156571"/>
                <a:gd name="connsiteX2" fmla="*/ 594316 w 595837"/>
                <a:gd name="connsiteY2" fmla="*/ 141984 h 156571"/>
                <a:gd name="connsiteX3" fmla="*/ 131 w 595837"/>
                <a:gd name="connsiteY3" fmla="*/ 140590 h 156571"/>
                <a:gd name="connsiteX4" fmla="*/ 131 w 595837"/>
                <a:gd name="connsiteY4" fmla="*/ 0 h 156571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0 w 600949"/>
                <a:gd name="connsiteY0" fmla="*/ 0 h 271309"/>
                <a:gd name="connsiteX1" fmla="*/ 600949 w 600949"/>
                <a:gd name="connsiteY1" fmla="*/ 0 h 271309"/>
                <a:gd name="connsiteX2" fmla="*/ 599428 w 600949"/>
                <a:gd name="connsiteY2" fmla="*/ 141984 h 271309"/>
                <a:gd name="connsiteX3" fmla="*/ 3722 w 600949"/>
                <a:gd name="connsiteY3" fmla="*/ 271309 h 271309"/>
                <a:gd name="connsiteX4" fmla="*/ 0 w 600949"/>
                <a:gd name="connsiteY4" fmla="*/ 0 h 271309"/>
                <a:gd name="connsiteX0" fmla="*/ 0 w 599639"/>
                <a:gd name="connsiteY0" fmla="*/ 0 h 271309"/>
                <a:gd name="connsiteX1" fmla="*/ 599639 w 599639"/>
                <a:gd name="connsiteY1" fmla="*/ 0 h 271309"/>
                <a:gd name="connsiteX2" fmla="*/ 599428 w 599639"/>
                <a:gd name="connsiteY2" fmla="*/ 141984 h 271309"/>
                <a:gd name="connsiteX3" fmla="*/ 3722 w 599639"/>
                <a:gd name="connsiteY3" fmla="*/ 271309 h 271309"/>
                <a:gd name="connsiteX4" fmla="*/ 0 w 599639"/>
                <a:gd name="connsiteY4" fmla="*/ 0 h 271309"/>
                <a:gd name="connsiteX0" fmla="*/ 0 w 597018"/>
                <a:gd name="connsiteY0" fmla="*/ 0 h 271309"/>
                <a:gd name="connsiteX1" fmla="*/ 597018 w 597018"/>
                <a:gd name="connsiteY1" fmla="*/ 0 h 271309"/>
                <a:gd name="connsiteX2" fmla="*/ 596807 w 597018"/>
                <a:gd name="connsiteY2" fmla="*/ 141984 h 271309"/>
                <a:gd name="connsiteX3" fmla="*/ 1101 w 597018"/>
                <a:gd name="connsiteY3" fmla="*/ 271309 h 271309"/>
                <a:gd name="connsiteX4" fmla="*/ 0 w 597018"/>
                <a:gd name="connsiteY4" fmla="*/ 0 h 271309"/>
                <a:gd name="connsiteX0" fmla="*/ 0 w 596807"/>
                <a:gd name="connsiteY0" fmla="*/ 0 h 271309"/>
                <a:gd name="connsiteX1" fmla="*/ 591775 w 596807"/>
                <a:gd name="connsiteY1" fmla="*/ 0 h 271309"/>
                <a:gd name="connsiteX2" fmla="*/ 596807 w 596807"/>
                <a:gd name="connsiteY2" fmla="*/ 141984 h 271309"/>
                <a:gd name="connsiteX3" fmla="*/ 1101 w 596807"/>
                <a:gd name="connsiteY3" fmla="*/ 271309 h 271309"/>
                <a:gd name="connsiteX4" fmla="*/ 0 w 596807"/>
                <a:gd name="connsiteY4" fmla="*/ 0 h 271309"/>
                <a:gd name="connsiteX0" fmla="*/ 0 w 596807"/>
                <a:gd name="connsiteY0" fmla="*/ 0 h 271309"/>
                <a:gd name="connsiteX1" fmla="*/ 595708 w 596807"/>
                <a:gd name="connsiteY1" fmla="*/ 0 h 271309"/>
                <a:gd name="connsiteX2" fmla="*/ 596807 w 596807"/>
                <a:gd name="connsiteY2" fmla="*/ 141984 h 271309"/>
                <a:gd name="connsiteX3" fmla="*/ 1101 w 596807"/>
                <a:gd name="connsiteY3" fmla="*/ 271309 h 271309"/>
                <a:gd name="connsiteX4" fmla="*/ 0 w 596807"/>
                <a:gd name="connsiteY4" fmla="*/ 0 h 271309"/>
                <a:gd name="connsiteX0" fmla="*/ 0 w 595708"/>
                <a:gd name="connsiteY0" fmla="*/ 0 h 271309"/>
                <a:gd name="connsiteX1" fmla="*/ 595708 w 595708"/>
                <a:gd name="connsiteY1" fmla="*/ 0 h 271309"/>
                <a:gd name="connsiteX2" fmla="*/ 594186 w 595708"/>
                <a:gd name="connsiteY2" fmla="*/ 141985 h 271309"/>
                <a:gd name="connsiteX3" fmla="*/ 1101 w 595708"/>
                <a:gd name="connsiteY3" fmla="*/ 271309 h 271309"/>
                <a:gd name="connsiteX4" fmla="*/ 0 w 595708"/>
                <a:gd name="connsiteY4" fmla="*/ 0 h 271309"/>
                <a:gd name="connsiteX0" fmla="*/ 0 w 596439"/>
                <a:gd name="connsiteY0" fmla="*/ 109083 h 380392"/>
                <a:gd name="connsiteX1" fmla="*/ 595708 w 596439"/>
                <a:gd name="connsiteY1" fmla="*/ 109083 h 380392"/>
                <a:gd name="connsiteX2" fmla="*/ 594186 w 596439"/>
                <a:gd name="connsiteY2" fmla="*/ 251068 h 380392"/>
                <a:gd name="connsiteX3" fmla="*/ 1101 w 596439"/>
                <a:gd name="connsiteY3" fmla="*/ 380392 h 380392"/>
                <a:gd name="connsiteX4" fmla="*/ 0 w 596439"/>
                <a:gd name="connsiteY4" fmla="*/ 109083 h 380392"/>
                <a:gd name="connsiteX0" fmla="*/ 0 w 595708"/>
                <a:gd name="connsiteY0" fmla="*/ 0 h 271309"/>
                <a:gd name="connsiteX1" fmla="*/ 595708 w 595708"/>
                <a:gd name="connsiteY1" fmla="*/ 0 h 271309"/>
                <a:gd name="connsiteX2" fmla="*/ 594186 w 595708"/>
                <a:gd name="connsiteY2" fmla="*/ 141985 h 271309"/>
                <a:gd name="connsiteX3" fmla="*/ 1101 w 595708"/>
                <a:gd name="connsiteY3" fmla="*/ 271309 h 271309"/>
                <a:gd name="connsiteX4" fmla="*/ 0 w 595708"/>
                <a:gd name="connsiteY4" fmla="*/ 0 h 271309"/>
                <a:gd name="connsiteX0" fmla="*/ 0 w 596808"/>
                <a:gd name="connsiteY0" fmla="*/ 0 h 271309"/>
                <a:gd name="connsiteX1" fmla="*/ 595708 w 596808"/>
                <a:gd name="connsiteY1" fmla="*/ 0 h 271309"/>
                <a:gd name="connsiteX2" fmla="*/ 596808 w 596808"/>
                <a:gd name="connsiteY2" fmla="*/ 141985 h 271309"/>
                <a:gd name="connsiteX3" fmla="*/ 1101 w 596808"/>
                <a:gd name="connsiteY3" fmla="*/ 271309 h 271309"/>
                <a:gd name="connsiteX4" fmla="*/ 0 w 596808"/>
                <a:gd name="connsiteY4" fmla="*/ 0 h 271309"/>
                <a:gd name="connsiteX0" fmla="*/ 0 w 596808"/>
                <a:gd name="connsiteY0" fmla="*/ 0 h 271309"/>
                <a:gd name="connsiteX1" fmla="*/ 595708 w 596808"/>
                <a:gd name="connsiteY1" fmla="*/ 0 h 271309"/>
                <a:gd name="connsiteX2" fmla="*/ 596808 w 596808"/>
                <a:gd name="connsiteY2" fmla="*/ 141985 h 271309"/>
                <a:gd name="connsiteX3" fmla="*/ 1101 w 596808"/>
                <a:gd name="connsiteY3" fmla="*/ 271309 h 271309"/>
                <a:gd name="connsiteX4" fmla="*/ 0 w 596808"/>
                <a:gd name="connsiteY4" fmla="*/ 0 h 271309"/>
                <a:gd name="connsiteX0" fmla="*/ 0 w 596808"/>
                <a:gd name="connsiteY0" fmla="*/ 0 h 271309"/>
                <a:gd name="connsiteX1" fmla="*/ 595708 w 596808"/>
                <a:gd name="connsiteY1" fmla="*/ 0 h 271309"/>
                <a:gd name="connsiteX2" fmla="*/ 596808 w 596808"/>
                <a:gd name="connsiteY2" fmla="*/ 141985 h 271309"/>
                <a:gd name="connsiteX3" fmla="*/ 1101 w 596808"/>
                <a:gd name="connsiteY3" fmla="*/ 271309 h 271309"/>
                <a:gd name="connsiteX4" fmla="*/ 0 w 596808"/>
                <a:gd name="connsiteY4" fmla="*/ 0 h 271309"/>
                <a:gd name="connsiteX0" fmla="*/ 0 w 595708"/>
                <a:gd name="connsiteY0" fmla="*/ 0 h 271309"/>
                <a:gd name="connsiteX1" fmla="*/ 595708 w 595708"/>
                <a:gd name="connsiteY1" fmla="*/ 0 h 271309"/>
                <a:gd name="connsiteX2" fmla="*/ 594186 w 595708"/>
                <a:gd name="connsiteY2" fmla="*/ 141985 h 271309"/>
                <a:gd name="connsiteX3" fmla="*/ 1101 w 595708"/>
                <a:gd name="connsiteY3" fmla="*/ 271309 h 271309"/>
                <a:gd name="connsiteX4" fmla="*/ 0 w 595708"/>
                <a:gd name="connsiteY4" fmla="*/ 0 h 271309"/>
                <a:gd name="connsiteX0" fmla="*/ 0 w 595708"/>
                <a:gd name="connsiteY0" fmla="*/ 0 h 271309"/>
                <a:gd name="connsiteX1" fmla="*/ 595708 w 595708"/>
                <a:gd name="connsiteY1" fmla="*/ 0 h 271309"/>
                <a:gd name="connsiteX2" fmla="*/ 594186 w 595708"/>
                <a:gd name="connsiteY2" fmla="*/ 141985 h 271309"/>
                <a:gd name="connsiteX3" fmla="*/ 1101 w 595708"/>
                <a:gd name="connsiteY3" fmla="*/ 271309 h 271309"/>
                <a:gd name="connsiteX4" fmla="*/ 0 w 595708"/>
                <a:gd name="connsiteY4" fmla="*/ 0 h 271309"/>
                <a:gd name="connsiteX0" fmla="*/ 0 w 595936"/>
                <a:gd name="connsiteY0" fmla="*/ 0 h 271309"/>
                <a:gd name="connsiteX1" fmla="*/ 595708 w 595936"/>
                <a:gd name="connsiteY1" fmla="*/ 0 h 271309"/>
                <a:gd name="connsiteX2" fmla="*/ 594186 w 595936"/>
                <a:gd name="connsiteY2" fmla="*/ 141985 h 271309"/>
                <a:gd name="connsiteX3" fmla="*/ 1101 w 595936"/>
                <a:gd name="connsiteY3" fmla="*/ 271309 h 271309"/>
                <a:gd name="connsiteX4" fmla="*/ 0 w 595936"/>
                <a:gd name="connsiteY4" fmla="*/ 0 h 271309"/>
                <a:gd name="connsiteX0" fmla="*/ 319 w 596255"/>
                <a:gd name="connsiteY0" fmla="*/ 0 h 271309"/>
                <a:gd name="connsiteX1" fmla="*/ 596027 w 596255"/>
                <a:gd name="connsiteY1" fmla="*/ 0 h 271309"/>
                <a:gd name="connsiteX2" fmla="*/ 594505 w 596255"/>
                <a:gd name="connsiteY2" fmla="*/ 141985 h 271309"/>
                <a:gd name="connsiteX3" fmla="*/ 110 w 596255"/>
                <a:gd name="connsiteY3" fmla="*/ 271309 h 271309"/>
                <a:gd name="connsiteX4" fmla="*/ 319 w 596255"/>
                <a:gd name="connsiteY4" fmla="*/ 0 h 271309"/>
                <a:gd name="connsiteX0" fmla="*/ 0 w 595936"/>
                <a:gd name="connsiteY0" fmla="*/ 0 h 271309"/>
                <a:gd name="connsiteX1" fmla="*/ 595708 w 595936"/>
                <a:gd name="connsiteY1" fmla="*/ 0 h 271309"/>
                <a:gd name="connsiteX2" fmla="*/ 594186 w 595936"/>
                <a:gd name="connsiteY2" fmla="*/ 141985 h 271309"/>
                <a:gd name="connsiteX3" fmla="*/ 1101 w 595936"/>
                <a:gd name="connsiteY3" fmla="*/ 271309 h 271309"/>
                <a:gd name="connsiteX4" fmla="*/ 0 w 595936"/>
                <a:gd name="connsiteY4" fmla="*/ 0 h 271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5936" h="271309">
                  <a:moveTo>
                    <a:pt x="0" y="0"/>
                  </a:moveTo>
                  <a:lnTo>
                    <a:pt x="595708" y="0"/>
                  </a:lnTo>
                  <a:cubicBezTo>
                    <a:pt x="595708" y="30988"/>
                    <a:pt x="596806" y="39550"/>
                    <a:pt x="594186" y="141985"/>
                  </a:cubicBezTo>
                  <a:cubicBezTo>
                    <a:pt x="404809" y="352086"/>
                    <a:pt x="341643" y="22672"/>
                    <a:pt x="1101" y="271309"/>
                  </a:cubicBezTo>
                  <a:cubicBezTo>
                    <a:pt x="647" y="226260"/>
                    <a:pt x="454" y="45049"/>
                    <a:pt x="0" y="0"/>
                  </a:cubicBez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60A094AA-9A7F-007E-C38E-282023258234}"/>
                </a:ext>
              </a:extLst>
            </p:cNvPr>
            <p:cNvGrpSpPr/>
            <p:nvPr/>
          </p:nvGrpSpPr>
          <p:grpSpPr>
            <a:xfrm>
              <a:off x="4341455" y="6517035"/>
              <a:ext cx="621640" cy="663817"/>
              <a:chOff x="3656357" y="6507685"/>
              <a:chExt cx="621640" cy="663817"/>
            </a:xfrm>
          </p:grpSpPr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B92EE9BA-AAFA-F20C-78A7-01D995ADF827}"/>
                  </a:ext>
                </a:extLst>
              </p:cNvPr>
              <p:cNvSpPr/>
              <p:nvPr/>
            </p:nvSpPr>
            <p:spPr>
              <a:xfrm>
                <a:off x="3656465" y="6640950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4E29C3FF-9471-7735-B7DC-72DCB428BD3B}"/>
                  </a:ext>
                </a:extLst>
              </p:cNvPr>
              <p:cNvSpPr/>
              <p:nvPr/>
            </p:nvSpPr>
            <p:spPr>
              <a:xfrm>
                <a:off x="3811875" y="6640950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153844ED-7356-0E7A-41F3-A548AC321B32}"/>
                  </a:ext>
                </a:extLst>
              </p:cNvPr>
              <p:cNvSpPr/>
              <p:nvPr/>
            </p:nvSpPr>
            <p:spPr>
              <a:xfrm>
                <a:off x="3967285" y="6640950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BD604C68-897E-7A61-8F8A-81AB9F76C2B6}"/>
                  </a:ext>
                </a:extLst>
              </p:cNvPr>
              <p:cNvSpPr/>
              <p:nvPr/>
            </p:nvSpPr>
            <p:spPr>
              <a:xfrm>
                <a:off x="4122695" y="6640950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D87664B4-4851-7A85-F275-E84A56CBC0D8}"/>
                  </a:ext>
                </a:extLst>
              </p:cNvPr>
              <p:cNvSpPr/>
              <p:nvPr/>
            </p:nvSpPr>
            <p:spPr>
              <a:xfrm>
                <a:off x="3656465" y="6773574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" name="矩形 14">
                <a:extLst>
                  <a:ext uri="{FF2B5EF4-FFF2-40B4-BE49-F238E27FC236}">
                    <a16:creationId xmlns:a16="http://schemas.microsoft.com/office/drawing/2014/main" id="{4DBB6C03-BB08-CEA1-8F7D-9F7FA2F0A758}"/>
                  </a:ext>
                </a:extLst>
              </p:cNvPr>
              <p:cNvSpPr/>
              <p:nvPr/>
            </p:nvSpPr>
            <p:spPr>
              <a:xfrm>
                <a:off x="3811875" y="6773574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B71C46A1-F75D-4CEF-622C-C5DAD00DD915}"/>
                  </a:ext>
                </a:extLst>
              </p:cNvPr>
              <p:cNvSpPr/>
              <p:nvPr/>
            </p:nvSpPr>
            <p:spPr>
              <a:xfrm>
                <a:off x="3967285" y="6773574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0BC88E27-3446-856F-FCB2-A7161C384087}"/>
                  </a:ext>
                </a:extLst>
              </p:cNvPr>
              <p:cNvSpPr/>
              <p:nvPr/>
            </p:nvSpPr>
            <p:spPr>
              <a:xfrm>
                <a:off x="4122695" y="6773574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4880994F-8998-A375-B316-67D64CD59B7D}"/>
                  </a:ext>
                </a:extLst>
              </p:cNvPr>
              <p:cNvSpPr/>
              <p:nvPr/>
            </p:nvSpPr>
            <p:spPr>
              <a:xfrm>
                <a:off x="3656357" y="690625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97695C6E-858C-9AB2-791C-B49AEC89D966}"/>
                  </a:ext>
                </a:extLst>
              </p:cNvPr>
              <p:cNvSpPr/>
              <p:nvPr/>
            </p:nvSpPr>
            <p:spPr>
              <a:xfrm>
                <a:off x="3811767" y="690625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5879F9AE-C326-89BD-9CB4-E3E206B65582}"/>
                  </a:ext>
                </a:extLst>
              </p:cNvPr>
              <p:cNvSpPr/>
              <p:nvPr/>
            </p:nvSpPr>
            <p:spPr>
              <a:xfrm>
                <a:off x="3967177" y="690625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" name="矩形 20">
                <a:extLst>
                  <a:ext uri="{FF2B5EF4-FFF2-40B4-BE49-F238E27FC236}">
                    <a16:creationId xmlns:a16="http://schemas.microsoft.com/office/drawing/2014/main" id="{FFBCFC3B-FD84-EF00-DB06-7A9828ED8C3C}"/>
                  </a:ext>
                </a:extLst>
              </p:cNvPr>
              <p:cNvSpPr/>
              <p:nvPr/>
            </p:nvSpPr>
            <p:spPr>
              <a:xfrm>
                <a:off x="4122587" y="690625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" name="矩形 21">
                <a:extLst>
                  <a:ext uri="{FF2B5EF4-FFF2-40B4-BE49-F238E27FC236}">
                    <a16:creationId xmlns:a16="http://schemas.microsoft.com/office/drawing/2014/main" id="{B550A435-B3FA-80FF-0E10-0B05595024BB}"/>
                  </a:ext>
                </a:extLst>
              </p:cNvPr>
              <p:cNvSpPr/>
              <p:nvPr/>
            </p:nvSpPr>
            <p:spPr>
              <a:xfrm>
                <a:off x="3656357" y="7038879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" name="矩形 22">
                <a:extLst>
                  <a:ext uri="{FF2B5EF4-FFF2-40B4-BE49-F238E27FC236}">
                    <a16:creationId xmlns:a16="http://schemas.microsoft.com/office/drawing/2014/main" id="{1DD4FDEA-E59A-75EF-2229-C1DAF4CBE6AA}"/>
                  </a:ext>
                </a:extLst>
              </p:cNvPr>
              <p:cNvSpPr/>
              <p:nvPr/>
            </p:nvSpPr>
            <p:spPr>
              <a:xfrm>
                <a:off x="3811767" y="7038879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" name="矩形 23">
                <a:extLst>
                  <a:ext uri="{FF2B5EF4-FFF2-40B4-BE49-F238E27FC236}">
                    <a16:creationId xmlns:a16="http://schemas.microsoft.com/office/drawing/2014/main" id="{5291A3E6-F216-E89C-FF2A-63F1FF4F699E}"/>
                  </a:ext>
                </a:extLst>
              </p:cNvPr>
              <p:cNvSpPr/>
              <p:nvPr/>
            </p:nvSpPr>
            <p:spPr>
              <a:xfrm>
                <a:off x="3967177" y="7038879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" name="矩形 24">
                <a:extLst>
                  <a:ext uri="{FF2B5EF4-FFF2-40B4-BE49-F238E27FC236}">
                    <a16:creationId xmlns:a16="http://schemas.microsoft.com/office/drawing/2014/main" id="{C8F95972-338B-ADE5-312F-F670A7394107}"/>
                  </a:ext>
                </a:extLst>
              </p:cNvPr>
              <p:cNvSpPr/>
              <p:nvPr/>
            </p:nvSpPr>
            <p:spPr>
              <a:xfrm>
                <a:off x="4122587" y="7038879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6" name="矩形 25">
                <a:extLst>
                  <a:ext uri="{FF2B5EF4-FFF2-40B4-BE49-F238E27FC236}">
                    <a16:creationId xmlns:a16="http://schemas.microsoft.com/office/drawing/2014/main" id="{D13590D0-6712-56FF-AC5D-D8AD5B5A49B5}"/>
                  </a:ext>
                </a:extLst>
              </p:cNvPr>
              <p:cNvSpPr/>
              <p:nvPr/>
            </p:nvSpPr>
            <p:spPr>
              <a:xfrm>
                <a:off x="3656357" y="650768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7" name="矩形 26">
                <a:extLst>
                  <a:ext uri="{FF2B5EF4-FFF2-40B4-BE49-F238E27FC236}">
                    <a16:creationId xmlns:a16="http://schemas.microsoft.com/office/drawing/2014/main" id="{1C99D7D1-34A8-2A95-9A58-0980EEFCFE36}"/>
                  </a:ext>
                </a:extLst>
              </p:cNvPr>
              <p:cNvSpPr/>
              <p:nvPr/>
            </p:nvSpPr>
            <p:spPr>
              <a:xfrm>
                <a:off x="3811767" y="650768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8" name="矩形 27">
                <a:extLst>
                  <a:ext uri="{FF2B5EF4-FFF2-40B4-BE49-F238E27FC236}">
                    <a16:creationId xmlns:a16="http://schemas.microsoft.com/office/drawing/2014/main" id="{E409544C-2372-2853-413D-9BF288939FAD}"/>
                  </a:ext>
                </a:extLst>
              </p:cNvPr>
              <p:cNvSpPr/>
              <p:nvPr/>
            </p:nvSpPr>
            <p:spPr>
              <a:xfrm>
                <a:off x="3967177" y="650768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9" name="矩形 28">
                <a:extLst>
                  <a:ext uri="{FF2B5EF4-FFF2-40B4-BE49-F238E27FC236}">
                    <a16:creationId xmlns:a16="http://schemas.microsoft.com/office/drawing/2014/main" id="{7E371982-7129-2992-654A-D6ADD41EE5FC}"/>
                  </a:ext>
                </a:extLst>
              </p:cNvPr>
              <p:cNvSpPr/>
              <p:nvPr/>
            </p:nvSpPr>
            <p:spPr>
              <a:xfrm>
                <a:off x="4122587" y="650768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31" name="矩形 30">
            <a:extLst>
              <a:ext uri="{FF2B5EF4-FFF2-40B4-BE49-F238E27FC236}">
                <a16:creationId xmlns:a16="http://schemas.microsoft.com/office/drawing/2014/main" id="{995754C5-9F48-C989-339F-406F76B2C092}"/>
              </a:ext>
            </a:extLst>
          </p:cNvPr>
          <p:cNvSpPr/>
          <p:nvPr/>
        </p:nvSpPr>
        <p:spPr>
          <a:xfrm>
            <a:off x="8614705" y="2840851"/>
            <a:ext cx="2418951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200" b="1" dirty="0"/>
              <a:t>GPU 1 Memory</a:t>
            </a:r>
            <a:endParaRPr lang="zh-CN" altLang="en-US" sz="2200" b="1" dirty="0"/>
          </a:p>
        </p:txBody>
      </p:sp>
      <p:pic>
        <p:nvPicPr>
          <p:cNvPr id="32" name="图片 31">
            <a:extLst>
              <a:ext uri="{FF2B5EF4-FFF2-40B4-BE49-F238E27FC236}">
                <a16:creationId xmlns:a16="http://schemas.microsoft.com/office/drawing/2014/main" id="{2A023FD4-D135-F5FF-9321-714592ABFD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68699" y="1960554"/>
            <a:ext cx="583565" cy="61341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7BCAD6CB-08C6-0480-F786-66D6DB2AB230}"/>
              </a:ext>
            </a:extLst>
          </p:cNvPr>
          <p:cNvSpPr/>
          <p:nvPr/>
        </p:nvSpPr>
        <p:spPr>
          <a:xfrm>
            <a:off x="30942" y="4698990"/>
            <a:ext cx="6894251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600" dirty="0"/>
              <a:t>The forward propagation of a 2-layer GNN model. (</a:t>
            </a:r>
            <a:r>
              <a:rPr lang="en-US" altLang="zh-CN" sz="1600" dirty="0" err="1"/>
              <a:t>i</a:t>
            </a:r>
            <a:r>
              <a:rPr lang="en-US" altLang="zh-CN" sz="1600" dirty="0"/>
              <a:t>) represents the </a:t>
            </a:r>
            <a:r>
              <a:rPr lang="zh-CN" altLang="en-US" sz="1600" dirty="0"/>
              <a:t>𝑖</a:t>
            </a:r>
            <a:r>
              <a:rPr lang="en-US" altLang="zh-CN" sz="1600" dirty="0"/>
              <a:t>-</a:t>
            </a:r>
            <a:r>
              <a:rPr lang="en-US" altLang="zh-CN" sz="1600" dirty="0" err="1"/>
              <a:t>th</a:t>
            </a:r>
            <a:r>
              <a:rPr lang="en-US" altLang="zh-CN" sz="1600" dirty="0"/>
              <a:t> subgraph.</a:t>
            </a:r>
            <a:endParaRPr lang="zh-CN" altLang="en-US" sz="1600" dirty="0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7F78CCA1-8E94-6FB9-3151-70ED2836FEF8}"/>
              </a:ext>
            </a:extLst>
          </p:cNvPr>
          <p:cNvSpPr/>
          <p:nvPr/>
        </p:nvSpPr>
        <p:spPr>
          <a:xfrm>
            <a:off x="1600200" y="3372261"/>
            <a:ext cx="1035050" cy="48218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A3CF34C2-3538-32D4-E99A-623E0E5D9E38}"/>
              </a:ext>
            </a:extLst>
          </p:cNvPr>
          <p:cNvSpPr/>
          <p:nvPr/>
        </p:nvSpPr>
        <p:spPr>
          <a:xfrm>
            <a:off x="3403196" y="3943761"/>
            <a:ext cx="1077086" cy="48218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4793E45-9681-0E4F-42FC-21B351EB1E7D}"/>
              </a:ext>
            </a:extLst>
          </p:cNvPr>
          <p:cNvSpPr/>
          <p:nvPr/>
        </p:nvSpPr>
        <p:spPr>
          <a:xfrm>
            <a:off x="6804358" y="3403870"/>
            <a:ext cx="5009600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000000"/>
                </a:solidFill>
                <a:latin typeface="LinLibertineTB"/>
              </a:rPr>
              <a:t>Intra-GPU Graph Partition: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2000" dirty="0"/>
              <a:t>Chunk-based Graph Structure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rgbClr val="FF0000"/>
                </a:solidFill>
              </a:rPr>
              <a:t>Vertex Dependency</a:t>
            </a:r>
            <a:br>
              <a:rPr lang="en-US" altLang="zh-CN" sz="2000" dirty="0"/>
            </a:br>
            <a:r>
              <a:rPr lang="en-US" altLang="zh-CN" sz="2000" dirty="0"/>
              <a:t> </a:t>
            </a:r>
            <a:br>
              <a:rPr lang="en-US" altLang="zh-CN" sz="2000" dirty="0"/>
            </a:br>
            <a:endParaRPr lang="zh-CN" altLang="en-US" sz="2000" dirty="0"/>
          </a:p>
        </p:txBody>
      </p:sp>
      <p:sp>
        <p:nvSpPr>
          <p:cNvPr id="33" name="箭头: 右 32">
            <a:extLst>
              <a:ext uri="{FF2B5EF4-FFF2-40B4-BE49-F238E27FC236}">
                <a16:creationId xmlns:a16="http://schemas.microsoft.com/office/drawing/2014/main" id="{43E13E29-7E9E-DDB0-6C13-2CF53C4021EC}"/>
              </a:ext>
            </a:extLst>
          </p:cNvPr>
          <p:cNvSpPr/>
          <p:nvPr/>
        </p:nvSpPr>
        <p:spPr>
          <a:xfrm rot="10800000">
            <a:off x="4523010" y="3992614"/>
            <a:ext cx="2722340" cy="453725"/>
          </a:xfrm>
          <a:prstGeom prst="rightArrow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36" name="椭圆 35">
            <a:extLst>
              <a:ext uri="{FF2B5EF4-FFF2-40B4-BE49-F238E27FC236}">
                <a16:creationId xmlns:a16="http://schemas.microsoft.com/office/drawing/2014/main" id="{068C2188-C3C5-F8F9-750F-30D73AABA73D}"/>
              </a:ext>
            </a:extLst>
          </p:cNvPr>
          <p:cNvSpPr/>
          <p:nvPr/>
        </p:nvSpPr>
        <p:spPr>
          <a:xfrm rot="5400000">
            <a:off x="2735381" y="5392414"/>
            <a:ext cx="322854" cy="32384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cs typeface="Arial" panose="020B0604020202020204" pitchFamily="34" charset="0"/>
              </a:rPr>
              <a:t>1</a:t>
            </a:r>
            <a:endParaRPr lang="zh-CN" altLang="en-US" sz="2400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37" name="椭圆 36">
            <a:extLst>
              <a:ext uri="{FF2B5EF4-FFF2-40B4-BE49-F238E27FC236}">
                <a16:creationId xmlns:a16="http://schemas.microsoft.com/office/drawing/2014/main" id="{A33E4E98-90D0-477A-3892-5405F808E7F3}"/>
              </a:ext>
            </a:extLst>
          </p:cNvPr>
          <p:cNvSpPr/>
          <p:nvPr/>
        </p:nvSpPr>
        <p:spPr>
          <a:xfrm rot="5400000">
            <a:off x="2735381" y="6093350"/>
            <a:ext cx="322854" cy="323843"/>
          </a:xfrm>
          <a:prstGeom prst="ellipse">
            <a:avLst/>
          </a:prstGeom>
          <a:noFill/>
          <a:ln w="28575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2400" dirty="0">
                <a:solidFill>
                  <a:srgbClr val="FF0000"/>
                </a:solidFill>
                <a:cs typeface="Arial" panose="020B0604020202020204" pitchFamily="34" charset="0"/>
              </a:rPr>
              <a:t>3</a:t>
            </a:r>
            <a:endParaRPr lang="zh-CN" altLang="en-US" sz="2400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  <p:sp>
        <p:nvSpPr>
          <p:cNvPr id="38" name="椭圆 37">
            <a:extLst>
              <a:ext uri="{FF2B5EF4-FFF2-40B4-BE49-F238E27FC236}">
                <a16:creationId xmlns:a16="http://schemas.microsoft.com/office/drawing/2014/main" id="{8AFAED2A-624F-81E8-B394-60F13EE4D049}"/>
              </a:ext>
            </a:extLst>
          </p:cNvPr>
          <p:cNvSpPr/>
          <p:nvPr/>
        </p:nvSpPr>
        <p:spPr>
          <a:xfrm rot="5400000">
            <a:off x="2073456" y="5392414"/>
            <a:ext cx="322854" cy="32384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cs typeface="Arial" panose="020B0604020202020204" pitchFamily="34" charset="0"/>
              </a:rPr>
              <a:t>0</a:t>
            </a:r>
            <a:endParaRPr lang="zh-CN" altLang="en-US" sz="2400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cxnSp>
        <p:nvCxnSpPr>
          <p:cNvPr id="39" name="直接连接符 510">
            <a:extLst>
              <a:ext uri="{FF2B5EF4-FFF2-40B4-BE49-F238E27FC236}">
                <a16:creationId xmlns:a16="http://schemas.microsoft.com/office/drawing/2014/main" id="{17C77C62-276C-C2E3-39B8-AF7A5C7915CF}"/>
              </a:ext>
            </a:extLst>
          </p:cNvPr>
          <p:cNvCxnSpPr>
            <a:cxnSpLocks/>
          </p:cNvCxnSpPr>
          <p:nvPr/>
        </p:nvCxnSpPr>
        <p:spPr>
          <a:xfrm flipH="1">
            <a:off x="2398266" y="5554328"/>
            <a:ext cx="328224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直接连接符 512">
            <a:extLst>
              <a:ext uri="{FF2B5EF4-FFF2-40B4-BE49-F238E27FC236}">
                <a16:creationId xmlns:a16="http://schemas.microsoft.com/office/drawing/2014/main" id="{C7DD2201-0FC1-AB38-7B52-BD2998FCEBC4}"/>
              </a:ext>
            </a:extLst>
          </p:cNvPr>
          <p:cNvCxnSpPr>
            <a:cxnSpLocks/>
          </p:cNvCxnSpPr>
          <p:nvPr/>
        </p:nvCxnSpPr>
        <p:spPr>
          <a:xfrm flipV="1">
            <a:off x="2896808" y="5713582"/>
            <a:ext cx="0" cy="380257"/>
          </a:xfrm>
          <a:prstGeom prst="line">
            <a:avLst/>
          </a:prstGeom>
          <a:ln w="28575">
            <a:solidFill>
              <a:srgbClr val="FF0000"/>
            </a:solidFill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1" name="椭圆 40">
            <a:extLst>
              <a:ext uri="{FF2B5EF4-FFF2-40B4-BE49-F238E27FC236}">
                <a16:creationId xmlns:a16="http://schemas.microsoft.com/office/drawing/2014/main" id="{C622DD41-A8A5-786D-242F-A291916B77E4}"/>
              </a:ext>
            </a:extLst>
          </p:cNvPr>
          <p:cNvSpPr/>
          <p:nvPr/>
        </p:nvSpPr>
        <p:spPr>
          <a:xfrm rot="5400000">
            <a:off x="4470655" y="5392408"/>
            <a:ext cx="322854" cy="323843"/>
          </a:xfrm>
          <a:prstGeom prst="ellipse">
            <a:avLst/>
          </a:prstGeom>
          <a:noFill/>
          <a:ln w="28575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2400" dirty="0">
                <a:solidFill>
                  <a:srgbClr val="FF0000"/>
                </a:solidFill>
                <a:cs typeface="Arial" panose="020B0604020202020204" pitchFamily="34" charset="0"/>
              </a:rPr>
              <a:t>1</a:t>
            </a:r>
            <a:endParaRPr lang="zh-CN" altLang="en-US" sz="2400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  <p:sp>
        <p:nvSpPr>
          <p:cNvPr id="42" name="椭圆 41">
            <a:extLst>
              <a:ext uri="{FF2B5EF4-FFF2-40B4-BE49-F238E27FC236}">
                <a16:creationId xmlns:a16="http://schemas.microsoft.com/office/drawing/2014/main" id="{8EE39F34-94BE-6428-6E7E-BB8A3E41245F}"/>
              </a:ext>
            </a:extLst>
          </p:cNvPr>
          <p:cNvSpPr/>
          <p:nvPr/>
        </p:nvSpPr>
        <p:spPr>
          <a:xfrm rot="5400000">
            <a:off x="4470655" y="6093344"/>
            <a:ext cx="322854" cy="32384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cs typeface="Arial" panose="020B0604020202020204" pitchFamily="34" charset="0"/>
              </a:rPr>
              <a:t>3</a:t>
            </a:r>
            <a:endParaRPr lang="zh-CN" altLang="en-US" sz="2400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43" name="椭圆 42">
            <a:extLst>
              <a:ext uri="{FF2B5EF4-FFF2-40B4-BE49-F238E27FC236}">
                <a16:creationId xmlns:a16="http://schemas.microsoft.com/office/drawing/2014/main" id="{AC44431B-E292-EAB3-04B7-7CEA16C77195}"/>
              </a:ext>
            </a:extLst>
          </p:cNvPr>
          <p:cNvSpPr/>
          <p:nvPr/>
        </p:nvSpPr>
        <p:spPr>
          <a:xfrm rot="5400000">
            <a:off x="3808730" y="6093344"/>
            <a:ext cx="322854" cy="32384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cs typeface="Arial" panose="020B0604020202020204" pitchFamily="34" charset="0"/>
              </a:rPr>
              <a:t>2</a:t>
            </a:r>
            <a:endParaRPr lang="zh-CN" altLang="en-US" sz="2400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cxnSp>
        <p:nvCxnSpPr>
          <p:cNvPr id="44" name="直接连接符 522">
            <a:extLst>
              <a:ext uri="{FF2B5EF4-FFF2-40B4-BE49-F238E27FC236}">
                <a16:creationId xmlns:a16="http://schemas.microsoft.com/office/drawing/2014/main" id="{0BCA1AB7-DE15-D234-ACBC-5B5ED963BC7A}"/>
              </a:ext>
            </a:extLst>
          </p:cNvPr>
          <p:cNvCxnSpPr>
            <a:cxnSpLocks/>
          </p:cNvCxnSpPr>
          <p:nvPr/>
        </p:nvCxnSpPr>
        <p:spPr>
          <a:xfrm flipV="1">
            <a:off x="4632082" y="5713576"/>
            <a:ext cx="0" cy="380257"/>
          </a:xfrm>
          <a:prstGeom prst="line">
            <a:avLst/>
          </a:prstGeom>
          <a:ln w="28575">
            <a:solidFill>
              <a:srgbClr val="FF0000"/>
            </a:solidFill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直接连接符 524">
            <a:extLst>
              <a:ext uri="{FF2B5EF4-FFF2-40B4-BE49-F238E27FC236}">
                <a16:creationId xmlns:a16="http://schemas.microsoft.com/office/drawing/2014/main" id="{14279689-B777-6742-F9B6-B02C0B2D6535}"/>
              </a:ext>
            </a:extLst>
          </p:cNvPr>
          <p:cNvCxnSpPr>
            <a:cxnSpLocks/>
          </p:cNvCxnSpPr>
          <p:nvPr/>
        </p:nvCxnSpPr>
        <p:spPr>
          <a:xfrm flipH="1">
            <a:off x="4130620" y="6255259"/>
            <a:ext cx="32987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6" name="文本框 45">
            <a:extLst>
              <a:ext uri="{FF2B5EF4-FFF2-40B4-BE49-F238E27FC236}">
                <a16:creationId xmlns:a16="http://schemas.microsoft.com/office/drawing/2014/main" id="{137478AC-E65D-AC8B-37F7-7F004F6E03F2}"/>
              </a:ext>
            </a:extLst>
          </p:cNvPr>
          <p:cNvSpPr txBox="1"/>
          <p:nvPr/>
        </p:nvSpPr>
        <p:spPr>
          <a:xfrm>
            <a:off x="1901510" y="6457889"/>
            <a:ext cx="1381439" cy="400110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cs typeface="Arial" panose="020B0604020202020204" pitchFamily="34" charset="0"/>
              </a:rPr>
              <a:t>Subgraph1</a:t>
            </a:r>
            <a:endParaRPr lang="zh-CN" altLang="en-US" sz="2000" b="1" dirty="0">
              <a:cs typeface="Arial" panose="020B0604020202020204" pitchFamily="34" charset="0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1F11BACB-CF1A-A232-3D24-7613BE21F7A4}"/>
              </a:ext>
            </a:extLst>
          </p:cNvPr>
          <p:cNvSpPr txBox="1"/>
          <p:nvPr/>
        </p:nvSpPr>
        <p:spPr>
          <a:xfrm>
            <a:off x="3673160" y="6457890"/>
            <a:ext cx="1381439" cy="400110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cs typeface="Arial" panose="020B0604020202020204" pitchFamily="34" charset="0"/>
              </a:rPr>
              <a:t>Subgraph2</a:t>
            </a:r>
            <a:endParaRPr lang="zh-CN" altLang="en-US" sz="2000" b="1" dirty="0">
              <a:cs typeface="Arial" panose="020B0604020202020204" pitchFamily="34" charset="0"/>
            </a:endParaRP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8FBD9E0B-717A-0273-960C-9CF5D4E43193}"/>
              </a:ext>
            </a:extLst>
          </p:cNvPr>
          <p:cNvSpPr txBox="1"/>
          <p:nvPr/>
        </p:nvSpPr>
        <p:spPr>
          <a:xfrm>
            <a:off x="5419327" y="5608928"/>
            <a:ext cx="1381439" cy="646331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cs typeface="Arial" panose="020B0604020202020204" pitchFamily="34" charset="0"/>
              </a:rPr>
              <a:t>…</a:t>
            </a:r>
            <a:endParaRPr lang="zh-CN" altLang="en-US" sz="3600" b="1" dirty="0">
              <a:cs typeface="Arial" panose="020B0604020202020204" pitchFamily="34" charset="0"/>
            </a:endParaRP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9B5B405B-5E9F-39B9-B294-761BB528D4E4}"/>
              </a:ext>
            </a:extLst>
          </p:cNvPr>
          <p:cNvSpPr/>
          <p:nvPr/>
        </p:nvSpPr>
        <p:spPr>
          <a:xfrm>
            <a:off x="1158581" y="5272024"/>
            <a:ext cx="4912020" cy="1535176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1" name="文本框 80">
            <a:extLst>
              <a:ext uri="{FF2B5EF4-FFF2-40B4-BE49-F238E27FC236}">
                <a16:creationId xmlns:a16="http://schemas.microsoft.com/office/drawing/2014/main" id="{461858F0-8641-7290-8234-DB2E907DCE05}"/>
              </a:ext>
            </a:extLst>
          </p:cNvPr>
          <p:cNvSpPr txBox="1"/>
          <p:nvPr/>
        </p:nvSpPr>
        <p:spPr>
          <a:xfrm>
            <a:off x="1136743" y="5240306"/>
            <a:ext cx="1381439" cy="707886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cs typeface="Arial" panose="020B0604020202020204" pitchFamily="34" charset="0"/>
              </a:rPr>
              <a:t>Each</a:t>
            </a:r>
          </a:p>
          <a:p>
            <a:r>
              <a:rPr lang="en-US" altLang="zh-CN" sz="2000" b="1" dirty="0">
                <a:cs typeface="Arial" panose="020B0604020202020204" pitchFamily="34" charset="0"/>
              </a:rPr>
              <a:t>GPU</a:t>
            </a:r>
            <a:endParaRPr lang="zh-CN" altLang="en-US" sz="2000" b="1" dirty="0"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400986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288000" y="0"/>
            <a:ext cx="11164860" cy="141763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altLang="zh-CN" dirty="0">
                <a:latin typeface="Century Gothic" panose="020B050202020202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Task Parallelism</a:t>
            </a:r>
            <a:endParaRPr lang="en-US" altLang="zh-CN" sz="3600" dirty="0">
              <a:latin typeface="Century Gothic" panose="020B050202020202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5" name="Rectangle 10"/>
          <p:cNvSpPr/>
          <p:nvPr/>
        </p:nvSpPr>
        <p:spPr>
          <a:xfrm>
            <a:off x="0" y="420787"/>
            <a:ext cx="288000" cy="57606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2DBBEA32-7D1A-E790-4DCA-9E49A76D09AF}"/>
              </a:ext>
            </a:extLst>
          </p:cNvPr>
          <p:cNvGrpSpPr/>
          <p:nvPr/>
        </p:nvGrpSpPr>
        <p:grpSpPr>
          <a:xfrm>
            <a:off x="9215734" y="1283286"/>
            <a:ext cx="1217316" cy="1557565"/>
            <a:chOff x="4341455" y="6360456"/>
            <a:chExt cx="621640" cy="844499"/>
          </a:xfrm>
        </p:grpSpPr>
        <p:sp>
          <p:nvSpPr>
            <p:cNvPr id="3" name="矩形 1174">
              <a:extLst>
                <a:ext uri="{FF2B5EF4-FFF2-40B4-BE49-F238E27FC236}">
                  <a16:creationId xmlns:a16="http://schemas.microsoft.com/office/drawing/2014/main" id="{A255DC1F-944F-BD94-A848-76C91F305B06}"/>
                </a:ext>
              </a:extLst>
            </p:cNvPr>
            <p:cNvSpPr/>
            <p:nvPr/>
          </p:nvSpPr>
          <p:spPr>
            <a:xfrm rot="10800000">
              <a:off x="4342830" y="6360456"/>
              <a:ext cx="618706" cy="844499"/>
            </a:xfrm>
            <a:custGeom>
              <a:avLst/>
              <a:gdLst>
                <a:gd name="connsiteX0" fmla="*/ 0 w 595706"/>
                <a:gd name="connsiteY0" fmla="*/ 0 h 92965"/>
                <a:gd name="connsiteX1" fmla="*/ 595706 w 595706"/>
                <a:gd name="connsiteY1" fmla="*/ 0 h 92965"/>
                <a:gd name="connsiteX2" fmla="*/ 595706 w 595706"/>
                <a:gd name="connsiteY2" fmla="*/ 92965 h 92965"/>
                <a:gd name="connsiteX3" fmla="*/ 0 w 595706"/>
                <a:gd name="connsiteY3" fmla="*/ 92965 h 92965"/>
                <a:gd name="connsiteX4" fmla="*/ 0 w 595706"/>
                <a:gd name="connsiteY4" fmla="*/ 0 h 92965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1422 w 594406"/>
                <a:gd name="connsiteY0" fmla="*/ 21376 h 135147"/>
                <a:gd name="connsiteX1" fmla="*/ 594406 w 594406"/>
                <a:gd name="connsiteY1" fmla="*/ 0 h 135147"/>
                <a:gd name="connsiteX2" fmla="*/ 594406 w 594406"/>
                <a:gd name="connsiteY2" fmla="*/ 92965 h 135147"/>
                <a:gd name="connsiteX3" fmla="*/ 61 w 594406"/>
                <a:gd name="connsiteY3" fmla="*/ 135147 h 135147"/>
                <a:gd name="connsiteX4" fmla="*/ 1422 w 594406"/>
                <a:gd name="connsiteY4" fmla="*/ 21376 h 135147"/>
                <a:gd name="connsiteX0" fmla="*/ 1422 w 594406"/>
                <a:gd name="connsiteY0" fmla="*/ 15599 h 135147"/>
                <a:gd name="connsiteX1" fmla="*/ 594406 w 594406"/>
                <a:gd name="connsiteY1" fmla="*/ 0 h 135147"/>
                <a:gd name="connsiteX2" fmla="*/ 594406 w 594406"/>
                <a:gd name="connsiteY2" fmla="*/ 92965 h 135147"/>
                <a:gd name="connsiteX3" fmla="*/ 61 w 594406"/>
                <a:gd name="connsiteY3" fmla="*/ 135147 h 135147"/>
                <a:gd name="connsiteX4" fmla="*/ 1422 w 594406"/>
                <a:gd name="connsiteY4" fmla="*/ 15599 h 135147"/>
                <a:gd name="connsiteX0" fmla="*/ 131 w 594476"/>
                <a:gd name="connsiteY0" fmla="*/ 4622 h 135147"/>
                <a:gd name="connsiteX1" fmla="*/ 594476 w 594476"/>
                <a:gd name="connsiteY1" fmla="*/ 0 h 135147"/>
                <a:gd name="connsiteX2" fmla="*/ 594476 w 594476"/>
                <a:gd name="connsiteY2" fmla="*/ 92965 h 135147"/>
                <a:gd name="connsiteX3" fmla="*/ 131 w 594476"/>
                <a:gd name="connsiteY3" fmla="*/ 135147 h 135147"/>
                <a:gd name="connsiteX4" fmla="*/ 131 w 594476"/>
                <a:gd name="connsiteY4" fmla="*/ 4622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1791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17910 h 135147"/>
                <a:gd name="connsiteX0" fmla="*/ 0 w 595706"/>
                <a:gd name="connsiteY0" fmla="*/ 22423 h 139660"/>
                <a:gd name="connsiteX1" fmla="*/ 595706 w 595706"/>
                <a:gd name="connsiteY1" fmla="*/ 4513 h 139660"/>
                <a:gd name="connsiteX2" fmla="*/ 595706 w 595706"/>
                <a:gd name="connsiteY2" fmla="*/ 97478 h 139660"/>
                <a:gd name="connsiteX3" fmla="*/ 1361 w 595706"/>
                <a:gd name="connsiteY3" fmla="*/ 139660 h 139660"/>
                <a:gd name="connsiteX4" fmla="*/ 0 w 595706"/>
                <a:gd name="connsiteY4" fmla="*/ 22423 h 139660"/>
                <a:gd name="connsiteX0" fmla="*/ 0 w 595706"/>
                <a:gd name="connsiteY0" fmla="*/ 26413 h 143650"/>
                <a:gd name="connsiteX1" fmla="*/ 595706 w 595706"/>
                <a:gd name="connsiteY1" fmla="*/ 8503 h 143650"/>
                <a:gd name="connsiteX2" fmla="*/ 595706 w 595706"/>
                <a:gd name="connsiteY2" fmla="*/ 101468 h 143650"/>
                <a:gd name="connsiteX3" fmla="*/ 1361 w 595706"/>
                <a:gd name="connsiteY3" fmla="*/ 143650 h 143650"/>
                <a:gd name="connsiteX4" fmla="*/ 0 w 595706"/>
                <a:gd name="connsiteY4" fmla="*/ 26413 h 143650"/>
                <a:gd name="connsiteX0" fmla="*/ 0 w 595706"/>
                <a:gd name="connsiteY0" fmla="*/ 21286 h 138523"/>
                <a:gd name="connsiteX1" fmla="*/ 595706 w 595706"/>
                <a:gd name="connsiteY1" fmla="*/ 3376 h 138523"/>
                <a:gd name="connsiteX2" fmla="*/ 595706 w 595706"/>
                <a:gd name="connsiteY2" fmla="*/ 96341 h 138523"/>
                <a:gd name="connsiteX3" fmla="*/ 1361 w 595706"/>
                <a:gd name="connsiteY3" fmla="*/ 138523 h 138523"/>
                <a:gd name="connsiteX4" fmla="*/ 0 w 595706"/>
                <a:gd name="connsiteY4" fmla="*/ 21286 h 138523"/>
                <a:gd name="connsiteX0" fmla="*/ 0 w 595706"/>
                <a:gd name="connsiteY0" fmla="*/ 22534 h 139771"/>
                <a:gd name="connsiteX1" fmla="*/ 595706 w 595706"/>
                <a:gd name="connsiteY1" fmla="*/ 4624 h 139771"/>
                <a:gd name="connsiteX2" fmla="*/ 595706 w 595706"/>
                <a:gd name="connsiteY2" fmla="*/ 97589 h 139771"/>
                <a:gd name="connsiteX3" fmla="*/ 1361 w 595706"/>
                <a:gd name="connsiteY3" fmla="*/ 139771 h 139771"/>
                <a:gd name="connsiteX4" fmla="*/ 0 w 595706"/>
                <a:gd name="connsiteY4" fmla="*/ 22534 h 139771"/>
                <a:gd name="connsiteX0" fmla="*/ 0 w 595706"/>
                <a:gd name="connsiteY0" fmla="*/ 23494 h 140731"/>
                <a:gd name="connsiteX1" fmla="*/ 595706 w 595706"/>
                <a:gd name="connsiteY1" fmla="*/ 2118 h 140731"/>
                <a:gd name="connsiteX2" fmla="*/ 595706 w 595706"/>
                <a:gd name="connsiteY2" fmla="*/ 98549 h 140731"/>
                <a:gd name="connsiteX3" fmla="*/ 1361 w 595706"/>
                <a:gd name="connsiteY3" fmla="*/ 140731 h 140731"/>
                <a:gd name="connsiteX4" fmla="*/ 0 w 595706"/>
                <a:gd name="connsiteY4" fmla="*/ 23494 h 140731"/>
                <a:gd name="connsiteX0" fmla="*/ 0 w 595706"/>
                <a:gd name="connsiteY0" fmla="*/ 23494 h 140731"/>
                <a:gd name="connsiteX1" fmla="*/ 595706 w 595706"/>
                <a:gd name="connsiteY1" fmla="*/ 2118 h 140731"/>
                <a:gd name="connsiteX2" fmla="*/ 595706 w 595706"/>
                <a:gd name="connsiteY2" fmla="*/ 98549 h 140731"/>
                <a:gd name="connsiteX3" fmla="*/ 1361 w 595706"/>
                <a:gd name="connsiteY3" fmla="*/ 140731 h 140731"/>
                <a:gd name="connsiteX4" fmla="*/ 0 w 595706"/>
                <a:gd name="connsiteY4" fmla="*/ 23494 h 140731"/>
                <a:gd name="connsiteX0" fmla="*/ 0 w 595706"/>
                <a:gd name="connsiteY0" fmla="*/ 25030 h 142267"/>
                <a:gd name="connsiteX1" fmla="*/ 595706 w 595706"/>
                <a:gd name="connsiteY1" fmla="*/ 3654 h 142267"/>
                <a:gd name="connsiteX2" fmla="*/ 595706 w 595706"/>
                <a:gd name="connsiteY2" fmla="*/ 100085 h 142267"/>
                <a:gd name="connsiteX3" fmla="*/ 1361 w 595706"/>
                <a:gd name="connsiteY3" fmla="*/ 142267 h 142267"/>
                <a:gd name="connsiteX4" fmla="*/ 0 w 595706"/>
                <a:gd name="connsiteY4" fmla="*/ 25030 h 142267"/>
                <a:gd name="connsiteX0" fmla="*/ 0 w 595706"/>
                <a:gd name="connsiteY0" fmla="*/ 22091 h 139328"/>
                <a:gd name="connsiteX1" fmla="*/ 595706 w 595706"/>
                <a:gd name="connsiteY1" fmla="*/ 715 h 139328"/>
                <a:gd name="connsiteX2" fmla="*/ 595706 w 595706"/>
                <a:gd name="connsiteY2" fmla="*/ 97146 h 139328"/>
                <a:gd name="connsiteX3" fmla="*/ 1361 w 595706"/>
                <a:gd name="connsiteY3" fmla="*/ 139328 h 139328"/>
                <a:gd name="connsiteX4" fmla="*/ 0 w 595706"/>
                <a:gd name="connsiteY4" fmla="*/ 22091 h 139328"/>
                <a:gd name="connsiteX0" fmla="*/ 0 w 595706"/>
                <a:gd name="connsiteY0" fmla="*/ 23573 h 140810"/>
                <a:gd name="connsiteX1" fmla="*/ 595706 w 595706"/>
                <a:gd name="connsiteY1" fmla="*/ 2197 h 140810"/>
                <a:gd name="connsiteX2" fmla="*/ 595706 w 595706"/>
                <a:gd name="connsiteY2" fmla="*/ 98628 h 140810"/>
                <a:gd name="connsiteX3" fmla="*/ 1361 w 595706"/>
                <a:gd name="connsiteY3" fmla="*/ 140810 h 140810"/>
                <a:gd name="connsiteX4" fmla="*/ 0 w 595706"/>
                <a:gd name="connsiteY4" fmla="*/ 23573 h 140810"/>
                <a:gd name="connsiteX0" fmla="*/ 0 w 595706"/>
                <a:gd name="connsiteY0" fmla="*/ 21908 h 139145"/>
                <a:gd name="connsiteX1" fmla="*/ 595706 w 595706"/>
                <a:gd name="connsiteY1" fmla="*/ 532 h 139145"/>
                <a:gd name="connsiteX2" fmla="*/ 595706 w 595706"/>
                <a:gd name="connsiteY2" fmla="*/ 96963 h 139145"/>
                <a:gd name="connsiteX3" fmla="*/ 1361 w 595706"/>
                <a:gd name="connsiteY3" fmla="*/ 139145 h 139145"/>
                <a:gd name="connsiteX4" fmla="*/ 0 w 595706"/>
                <a:gd name="connsiteY4" fmla="*/ 21908 h 139145"/>
                <a:gd name="connsiteX0" fmla="*/ 0 w 595706"/>
                <a:gd name="connsiteY0" fmla="*/ 23863 h 141100"/>
                <a:gd name="connsiteX1" fmla="*/ 595706 w 595706"/>
                <a:gd name="connsiteY1" fmla="*/ 2487 h 141100"/>
                <a:gd name="connsiteX2" fmla="*/ 595706 w 595706"/>
                <a:gd name="connsiteY2" fmla="*/ 98918 h 141100"/>
                <a:gd name="connsiteX3" fmla="*/ 1361 w 595706"/>
                <a:gd name="connsiteY3" fmla="*/ 141100 h 141100"/>
                <a:gd name="connsiteX4" fmla="*/ 0 w 595706"/>
                <a:gd name="connsiteY4" fmla="*/ 23863 h 141100"/>
                <a:gd name="connsiteX0" fmla="*/ 0 w 595706"/>
                <a:gd name="connsiteY0" fmla="*/ 24472 h 141709"/>
                <a:gd name="connsiteX1" fmla="*/ 595706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0 w 595706"/>
                <a:gd name="connsiteY0" fmla="*/ 24267 h 141504"/>
                <a:gd name="connsiteX1" fmla="*/ 595706 w 595706"/>
                <a:gd name="connsiteY1" fmla="*/ 2891 h 141504"/>
                <a:gd name="connsiteX2" fmla="*/ 595706 w 595706"/>
                <a:gd name="connsiteY2" fmla="*/ 99322 h 141504"/>
                <a:gd name="connsiteX3" fmla="*/ 1361 w 595706"/>
                <a:gd name="connsiteY3" fmla="*/ 141504 h 141504"/>
                <a:gd name="connsiteX4" fmla="*/ 0 w 595706"/>
                <a:gd name="connsiteY4" fmla="*/ 24267 h 141504"/>
                <a:gd name="connsiteX0" fmla="*/ 0 w 595706"/>
                <a:gd name="connsiteY0" fmla="*/ 24472 h 141709"/>
                <a:gd name="connsiteX1" fmla="*/ 595706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0 w 595706"/>
                <a:gd name="connsiteY0" fmla="*/ 24472 h 141709"/>
                <a:gd name="connsiteX1" fmla="*/ 594353 w 595706"/>
                <a:gd name="connsiteY1" fmla="*/ 3096 h 141709"/>
                <a:gd name="connsiteX2" fmla="*/ 595706 w 595706"/>
                <a:gd name="connsiteY2" fmla="*/ 99527 h 141709"/>
                <a:gd name="connsiteX3" fmla="*/ 1361 w 595706"/>
                <a:gd name="connsiteY3" fmla="*/ 141709 h 141709"/>
                <a:gd name="connsiteX4" fmla="*/ 0 w 595706"/>
                <a:gd name="connsiteY4" fmla="*/ 24472 h 141709"/>
                <a:gd name="connsiteX0" fmla="*/ 124 w 595830"/>
                <a:gd name="connsiteY0" fmla="*/ 24472 h 141709"/>
                <a:gd name="connsiteX1" fmla="*/ 594477 w 595830"/>
                <a:gd name="connsiteY1" fmla="*/ 3096 h 141709"/>
                <a:gd name="connsiteX2" fmla="*/ 595830 w 595830"/>
                <a:gd name="connsiteY2" fmla="*/ 99527 h 141709"/>
                <a:gd name="connsiteX3" fmla="*/ 131 w 595830"/>
                <a:gd name="connsiteY3" fmla="*/ 141709 h 141709"/>
                <a:gd name="connsiteX4" fmla="*/ 124 w 595830"/>
                <a:gd name="connsiteY4" fmla="*/ 24472 h 141709"/>
                <a:gd name="connsiteX0" fmla="*/ 124 w 597179"/>
                <a:gd name="connsiteY0" fmla="*/ 25207 h 142444"/>
                <a:gd name="connsiteX1" fmla="*/ 597179 w 597179"/>
                <a:gd name="connsiteY1" fmla="*/ 481 h 142444"/>
                <a:gd name="connsiteX2" fmla="*/ 595830 w 597179"/>
                <a:gd name="connsiteY2" fmla="*/ 100262 h 142444"/>
                <a:gd name="connsiteX3" fmla="*/ 131 w 597179"/>
                <a:gd name="connsiteY3" fmla="*/ 142444 h 142444"/>
                <a:gd name="connsiteX4" fmla="*/ 124 w 597179"/>
                <a:gd name="connsiteY4" fmla="*/ 25207 h 142444"/>
                <a:gd name="connsiteX0" fmla="*/ 124 w 595889"/>
                <a:gd name="connsiteY0" fmla="*/ 25842 h 143079"/>
                <a:gd name="connsiteX1" fmla="*/ 594477 w 595889"/>
                <a:gd name="connsiteY1" fmla="*/ 0 h 143079"/>
                <a:gd name="connsiteX2" fmla="*/ 595830 w 595889"/>
                <a:gd name="connsiteY2" fmla="*/ 100897 h 143079"/>
                <a:gd name="connsiteX3" fmla="*/ 131 w 595889"/>
                <a:gd name="connsiteY3" fmla="*/ 143079 h 143079"/>
                <a:gd name="connsiteX4" fmla="*/ 124 w 595889"/>
                <a:gd name="connsiteY4" fmla="*/ 25842 h 143079"/>
                <a:gd name="connsiteX0" fmla="*/ 124 w 595889"/>
                <a:gd name="connsiteY0" fmla="*/ 24713 h 141950"/>
                <a:gd name="connsiteX1" fmla="*/ 594477 w 595889"/>
                <a:gd name="connsiteY1" fmla="*/ 2221 h 141950"/>
                <a:gd name="connsiteX2" fmla="*/ 595830 w 595889"/>
                <a:gd name="connsiteY2" fmla="*/ 99768 h 141950"/>
                <a:gd name="connsiteX3" fmla="*/ 131 w 595889"/>
                <a:gd name="connsiteY3" fmla="*/ 141950 h 141950"/>
                <a:gd name="connsiteX4" fmla="*/ 124 w 595889"/>
                <a:gd name="connsiteY4" fmla="*/ 24713 h 141950"/>
                <a:gd name="connsiteX0" fmla="*/ 124 w 595959"/>
                <a:gd name="connsiteY0" fmla="*/ 24713 h 141950"/>
                <a:gd name="connsiteX1" fmla="*/ 595828 w 595959"/>
                <a:gd name="connsiteY1" fmla="*/ 2221 h 141950"/>
                <a:gd name="connsiteX2" fmla="*/ 595830 w 595959"/>
                <a:gd name="connsiteY2" fmla="*/ 99768 h 141950"/>
                <a:gd name="connsiteX3" fmla="*/ 131 w 595959"/>
                <a:gd name="connsiteY3" fmla="*/ 141950 h 141950"/>
                <a:gd name="connsiteX4" fmla="*/ 124 w 595959"/>
                <a:gd name="connsiteY4" fmla="*/ 24713 h 141950"/>
                <a:gd name="connsiteX0" fmla="*/ 124 w 595959"/>
                <a:gd name="connsiteY0" fmla="*/ 24925 h 142162"/>
                <a:gd name="connsiteX1" fmla="*/ 595828 w 595959"/>
                <a:gd name="connsiteY1" fmla="*/ 2433 h 142162"/>
                <a:gd name="connsiteX2" fmla="*/ 595830 w 595959"/>
                <a:gd name="connsiteY2" fmla="*/ 99980 h 142162"/>
                <a:gd name="connsiteX3" fmla="*/ 131 w 595959"/>
                <a:gd name="connsiteY3" fmla="*/ 142162 h 142162"/>
                <a:gd name="connsiteX4" fmla="*/ 124 w 595959"/>
                <a:gd name="connsiteY4" fmla="*/ 24925 h 142162"/>
                <a:gd name="connsiteX0" fmla="*/ 124 w 595959"/>
                <a:gd name="connsiteY0" fmla="*/ 22492 h 139729"/>
                <a:gd name="connsiteX1" fmla="*/ 595828 w 595959"/>
                <a:gd name="connsiteY1" fmla="*/ 0 h 139729"/>
                <a:gd name="connsiteX2" fmla="*/ 595830 w 595959"/>
                <a:gd name="connsiteY2" fmla="*/ 97547 h 139729"/>
                <a:gd name="connsiteX3" fmla="*/ 131 w 595959"/>
                <a:gd name="connsiteY3" fmla="*/ 139729 h 139729"/>
                <a:gd name="connsiteX4" fmla="*/ 124 w 595959"/>
                <a:gd name="connsiteY4" fmla="*/ 22492 h 139729"/>
                <a:gd name="connsiteX0" fmla="*/ 124 w 595959"/>
                <a:gd name="connsiteY0" fmla="*/ 25585 h 142822"/>
                <a:gd name="connsiteX1" fmla="*/ 595828 w 595959"/>
                <a:gd name="connsiteY1" fmla="*/ 3093 h 142822"/>
                <a:gd name="connsiteX2" fmla="*/ 595830 w 595959"/>
                <a:gd name="connsiteY2" fmla="*/ 100640 h 142822"/>
                <a:gd name="connsiteX3" fmla="*/ 131 w 595959"/>
                <a:gd name="connsiteY3" fmla="*/ 142822 h 142822"/>
                <a:gd name="connsiteX4" fmla="*/ 124 w 595959"/>
                <a:gd name="connsiteY4" fmla="*/ 25585 h 142822"/>
                <a:gd name="connsiteX0" fmla="*/ 124 w 595959"/>
                <a:gd name="connsiteY0" fmla="*/ 25585 h 142822"/>
                <a:gd name="connsiteX1" fmla="*/ 595828 w 595959"/>
                <a:gd name="connsiteY1" fmla="*/ 3093 h 142822"/>
                <a:gd name="connsiteX2" fmla="*/ 595830 w 595959"/>
                <a:gd name="connsiteY2" fmla="*/ 100640 h 142822"/>
                <a:gd name="connsiteX3" fmla="*/ 131 w 595959"/>
                <a:gd name="connsiteY3" fmla="*/ 142822 h 142822"/>
                <a:gd name="connsiteX4" fmla="*/ 124 w 595959"/>
                <a:gd name="connsiteY4" fmla="*/ 25585 h 142822"/>
                <a:gd name="connsiteX0" fmla="*/ 124 w 595959"/>
                <a:gd name="connsiteY0" fmla="*/ 26512 h 143749"/>
                <a:gd name="connsiteX1" fmla="*/ 595828 w 595959"/>
                <a:gd name="connsiteY1" fmla="*/ 4020 h 143749"/>
                <a:gd name="connsiteX2" fmla="*/ 595830 w 595959"/>
                <a:gd name="connsiteY2" fmla="*/ 101567 h 143749"/>
                <a:gd name="connsiteX3" fmla="*/ 131 w 595959"/>
                <a:gd name="connsiteY3" fmla="*/ 143749 h 143749"/>
                <a:gd name="connsiteX4" fmla="*/ 124 w 595959"/>
                <a:gd name="connsiteY4" fmla="*/ 26512 h 143749"/>
                <a:gd name="connsiteX0" fmla="*/ 124 w 595959"/>
                <a:gd name="connsiteY0" fmla="*/ 26512 h 143749"/>
                <a:gd name="connsiteX1" fmla="*/ 595828 w 595959"/>
                <a:gd name="connsiteY1" fmla="*/ 4020 h 143749"/>
                <a:gd name="connsiteX2" fmla="*/ 595830 w 595959"/>
                <a:gd name="connsiteY2" fmla="*/ 101567 h 143749"/>
                <a:gd name="connsiteX3" fmla="*/ 131 w 595959"/>
                <a:gd name="connsiteY3" fmla="*/ 143749 h 143749"/>
                <a:gd name="connsiteX4" fmla="*/ 124 w 595959"/>
                <a:gd name="connsiteY4" fmla="*/ 26512 h 143749"/>
                <a:gd name="connsiteX0" fmla="*/ 124 w 595959"/>
                <a:gd name="connsiteY0" fmla="*/ 28496 h 145733"/>
                <a:gd name="connsiteX1" fmla="*/ 595828 w 595959"/>
                <a:gd name="connsiteY1" fmla="*/ 6004 h 145733"/>
                <a:gd name="connsiteX2" fmla="*/ 595830 w 595959"/>
                <a:gd name="connsiteY2" fmla="*/ 103551 h 145733"/>
                <a:gd name="connsiteX3" fmla="*/ 131 w 595959"/>
                <a:gd name="connsiteY3" fmla="*/ 145733 h 145733"/>
                <a:gd name="connsiteX4" fmla="*/ 124 w 595959"/>
                <a:gd name="connsiteY4" fmla="*/ 28496 h 14573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959"/>
                <a:gd name="connsiteY0" fmla="*/ 40766 h 158003"/>
                <a:gd name="connsiteX1" fmla="*/ 595828 w 595959"/>
                <a:gd name="connsiteY1" fmla="*/ 0 h 158003"/>
                <a:gd name="connsiteX2" fmla="*/ 595830 w 595959"/>
                <a:gd name="connsiteY2" fmla="*/ 115821 h 158003"/>
                <a:gd name="connsiteX3" fmla="*/ 131 w 595959"/>
                <a:gd name="connsiteY3" fmla="*/ 158003 h 158003"/>
                <a:gd name="connsiteX4" fmla="*/ 124 w 595959"/>
                <a:gd name="connsiteY4" fmla="*/ 40766 h 158003"/>
                <a:gd name="connsiteX0" fmla="*/ 124 w 595856"/>
                <a:gd name="connsiteY0" fmla="*/ 41841 h 159078"/>
                <a:gd name="connsiteX1" fmla="*/ 591261 w 595856"/>
                <a:gd name="connsiteY1" fmla="*/ 0 h 159078"/>
                <a:gd name="connsiteX2" fmla="*/ 595830 w 595856"/>
                <a:gd name="connsiteY2" fmla="*/ 116896 h 159078"/>
                <a:gd name="connsiteX3" fmla="*/ 131 w 595856"/>
                <a:gd name="connsiteY3" fmla="*/ 159078 h 159078"/>
                <a:gd name="connsiteX4" fmla="*/ 124 w 595856"/>
                <a:gd name="connsiteY4" fmla="*/ 41841 h 159078"/>
                <a:gd name="connsiteX0" fmla="*/ 124 w 595959"/>
                <a:gd name="connsiteY0" fmla="*/ 41841 h 159078"/>
                <a:gd name="connsiteX1" fmla="*/ 595828 w 595959"/>
                <a:gd name="connsiteY1" fmla="*/ 0 h 159078"/>
                <a:gd name="connsiteX2" fmla="*/ 595830 w 595959"/>
                <a:gd name="connsiteY2" fmla="*/ 116896 h 159078"/>
                <a:gd name="connsiteX3" fmla="*/ 131 w 595959"/>
                <a:gd name="connsiteY3" fmla="*/ 159078 h 159078"/>
                <a:gd name="connsiteX4" fmla="*/ 124 w 595959"/>
                <a:gd name="connsiteY4" fmla="*/ 41841 h 159078"/>
                <a:gd name="connsiteX0" fmla="*/ 124 w 597349"/>
                <a:gd name="connsiteY0" fmla="*/ 42378 h 159615"/>
                <a:gd name="connsiteX1" fmla="*/ 597349 w 597349"/>
                <a:gd name="connsiteY1" fmla="*/ 0 h 159615"/>
                <a:gd name="connsiteX2" fmla="*/ 595830 w 597349"/>
                <a:gd name="connsiteY2" fmla="*/ 117433 h 159615"/>
                <a:gd name="connsiteX3" fmla="*/ 131 w 597349"/>
                <a:gd name="connsiteY3" fmla="*/ 159615 h 159615"/>
                <a:gd name="connsiteX4" fmla="*/ 124 w 597349"/>
                <a:gd name="connsiteY4" fmla="*/ 42378 h 159615"/>
                <a:gd name="connsiteX0" fmla="*/ 124 w 600443"/>
                <a:gd name="connsiteY0" fmla="*/ 42378 h 159615"/>
                <a:gd name="connsiteX1" fmla="*/ 597349 w 600443"/>
                <a:gd name="connsiteY1" fmla="*/ 0 h 159615"/>
                <a:gd name="connsiteX2" fmla="*/ 600408 w 600443"/>
                <a:gd name="connsiteY2" fmla="*/ 117433 h 159615"/>
                <a:gd name="connsiteX3" fmla="*/ 131 w 600443"/>
                <a:gd name="connsiteY3" fmla="*/ 159615 h 159615"/>
                <a:gd name="connsiteX4" fmla="*/ 124 w 600443"/>
                <a:gd name="connsiteY4" fmla="*/ 42378 h 159615"/>
                <a:gd name="connsiteX0" fmla="*/ 124 w 600537"/>
                <a:gd name="connsiteY0" fmla="*/ 42378 h 159615"/>
                <a:gd name="connsiteX1" fmla="*/ 600401 w 600537"/>
                <a:gd name="connsiteY1" fmla="*/ 0 h 159615"/>
                <a:gd name="connsiteX2" fmla="*/ 600408 w 600537"/>
                <a:gd name="connsiteY2" fmla="*/ 117433 h 159615"/>
                <a:gd name="connsiteX3" fmla="*/ 131 w 600537"/>
                <a:gd name="connsiteY3" fmla="*/ 159615 h 159615"/>
                <a:gd name="connsiteX4" fmla="*/ 124 w 600537"/>
                <a:gd name="connsiteY4" fmla="*/ 42378 h 159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0537" h="159615">
                  <a:moveTo>
                    <a:pt x="124" y="42378"/>
                  </a:moveTo>
                  <a:cubicBezTo>
                    <a:pt x="296414" y="-50243"/>
                    <a:pt x="418111" y="75773"/>
                    <a:pt x="600401" y="0"/>
                  </a:cubicBezTo>
                  <a:cubicBezTo>
                    <a:pt x="599951" y="33260"/>
                    <a:pt x="600858" y="84173"/>
                    <a:pt x="600408" y="117433"/>
                  </a:cubicBezTo>
                  <a:cubicBezTo>
                    <a:pt x="395490" y="192726"/>
                    <a:pt x="285331" y="62551"/>
                    <a:pt x="131" y="159615"/>
                  </a:cubicBezTo>
                  <a:cubicBezTo>
                    <a:pt x="-323" y="114566"/>
                    <a:pt x="578" y="87427"/>
                    <a:pt x="124" y="42378"/>
                  </a:cubicBezTo>
                  <a:close/>
                </a:path>
              </a:pathLst>
            </a:custGeom>
            <a:solidFill>
              <a:schemeClr val="accent2">
                <a:lumMod val="40000"/>
                <a:lumOff val="6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" name="矩形 1174">
              <a:extLst>
                <a:ext uri="{FF2B5EF4-FFF2-40B4-BE49-F238E27FC236}">
                  <a16:creationId xmlns:a16="http://schemas.microsoft.com/office/drawing/2014/main" id="{56689643-B467-5C66-8FBE-299E8D69B112}"/>
                </a:ext>
              </a:extLst>
            </p:cNvPr>
            <p:cNvSpPr/>
            <p:nvPr/>
          </p:nvSpPr>
          <p:spPr>
            <a:xfrm rot="10800000">
              <a:off x="4342829" y="6969535"/>
              <a:ext cx="618707" cy="211246"/>
            </a:xfrm>
            <a:custGeom>
              <a:avLst/>
              <a:gdLst>
                <a:gd name="connsiteX0" fmla="*/ 0 w 595706"/>
                <a:gd name="connsiteY0" fmla="*/ 0 h 92965"/>
                <a:gd name="connsiteX1" fmla="*/ 595706 w 595706"/>
                <a:gd name="connsiteY1" fmla="*/ 0 h 92965"/>
                <a:gd name="connsiteX2" fmla="*/ 595706 w 595706"/>
                <a:gd name="connsiteY2" fmla="*/ 92965 h 92965"/>
                <a:gd name="connsiteX3" fmla="*/ 0 w 595706"/>
                <a:gd name="connsiteY3" fmla="*/ 92965 h 92965"/>
                <a:gd name="connsiteX4" fmla="*/ 0 w 595706"/>
                <a:gd name="connsiteY4" fmla="*/ 0 h 92965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0 w 595706"/>
                <a:gd name="connsiteY0" fmla="*/ 0 h 135147"/>
                <a:gd name="connsiteX1" fmla="*/ 595706 w 595706"/>
                <a:gd name="connsiteY1" fmla="*/ 0 h 135147"/>
                <a:gd name="connsiteX2" fmla="*/ 595706 w 595706"/>
                <a:gd name="connsiteY2" fmla="*/ 92965 h 135147"/>
                <a:gd name="connsiteX3" fmla="*/ 1361 w 595706"/>
                <a:gd name="connsiteY3" fmla="*/ 135147 h 135147"/>
                <a:gd name="connsiteX4" fmla="*/ 0 w 595706"/>
                <a:gd name="connsiteY4" fmla="*/ 0 h 135147"/>
                <a:gd name="connsiteX0" fmla="*/ 131 w 595837"/>
                <a:gd name="connsiteY0" fmla="*/ 0 h 148754"/>
                <a:gd name="connsiteX1" fmla="*/ 595837 w 595837"/>
                <a:gd name="connsiteY1" fmla="*/ 0 h 148754"/>
                <a:gd name="connsiteX2" fmla="*/ 595837 w 595837"/>
                <a:gd name="connsiteY2" fmla="*/ 92965 h 148754"/>
                <a:gd name="connsiteX3" fmla="*/ 131 w 595837"/>
                <a:gd name="connsiteY3" fmla="*/ 148754 h 148754"/>
                <a:gd name="connsiteX4" fmla="*/ 131 w 595837"/>
                <a:gd name="connsiteY4" fmla="*/ 0 h 148754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40590"/>
                <a:gd name="connsiteX1" fmla="*/ 595837 w 595837"/>
                <a:gd name="connsiteY1" fmla="*/ 0 h 140590"/>
                <a:gd name="connsiteX2" fmla="*/ 595837 w 595837"/>
                <a:gd name="connsiteY2" fmla="*/ 92965 h 140590"/>
                <a:gd name="connsiteX3" fmla="*/ 131 w 595837"/>
                <a:gd name="connsiteY3" fmla="*/ 140590 h 140590"/>
                <a:gd name="connsiteX4" fmla="*/ 131 w 595837"/>
                <a:gd name="connsiteY4" fmla="*/ 0 h 140590"/>
                <a:gd name="connsiteX0" fmla="*/ 131 w 595837"/>
                <a:gd name="connsiteY0" fmla="*/ 0 h 156571"/>
                <a:gd name="connsiteX1" fmla="*/ 595837 w 595837"/>
                <a:gd name="connsiteY1" fmla="*/ 0 h 156571"/>
                <a:gd name="connsiteX2" fmla="*/ 594316 w 595837"/>
                <a:gd name="connsiteY2" fmla="*/ 141984 h 156571"/>
                <a:gd name="connsiteX3" fmla="*/ 131 w 595837"/>
                <a:gd name="connsiteY3" fmla="*/ 140590 h 156571"/>
                <a:gd name="connsiteX4" fmla="*/ 131 w 595837"/>
                <a:gd name="connsiteY4" fmla="*/ 0 h 156571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1577 w 597283"/>
                <a:gd name="connsiteY0" fmla="*/ 0 h 271309"/>
                <a:gd name="connsiteX1" fmla="*/ 597283 w 597283"/>
                <a:gd name="connsiteY1" fmla="*/ 0 h 271309"/>
                <a:gd name="connsiteX2" fmla="*/ 595762 w 597283"/>
                <a:gd name="connsiteY2" fmla="*/ 141984 h 271309"/>
                <a:gd name="connsiteX3" fmla="*/ 56 w 597283"/>
                <a:gd name="connsiteY3" fmla="*/ 271309 h 271309"/>
                <a:gd name="connsiteX4" fmla="*/ 1577 w 597283"/>
                <a:gd name="connsiteY4" fmla="*/ 0 h 271309"/>
                <a:gd name="connsiteX0" fmla="*/ 0 w 600949"/>
                <a:gd name="connsiteY0" fmla="*/ 0 h 271309"/>
                <a:gd name="connsiteX1" fmla="*/ 600949 w 600949"/>
                <a:gd name="connsiteY1" fmla="*/ 0 h 271309"/>
                <a:gd name="connsiteX2" fmla="*/ 599428 w 600949"/>
                <a:gd name="connsiteY2" fmla="*/ 141984 h 271309"/>
                <a:gd name="connsiteX3" fmla="*/ 3722 w 600949"/>
                <a:gd name="connsiteY3" fmla="*/ 271309 h 271309"/>
                <a:gd name="connsiteX4" fmla="*/ 0 w 600949"/>
                <a:gd name="connsiteY4" fmla="*/ 0 h 271309"/>
                <a:gd name="connsiteX0" fmla="*/ 0 w 599639"/>
                <a:gd name="connsiteY0" fmla="*/ 0 h 271309"/>
                <a:gd name="connsiteX1" fmla="*/ 599639 w 599639"/>
                <a:gd name="connsiteY1" fmla="*/ 0 h 271309"/>
                <a:gd name="connsiteX2" fmla="*/ 599428 w 599639"/>
                <a:gd name="connsiteY2" fmla="*/ 141984 h 271309"/>
                <a:gd name="connsiteX3" fmla="*/ 3722 w 599639"/>
                <a:gd name="connsiteY3" fmla="*/ 271309 h 271309"/>
                <a:gd name="connsiteX4" fmla="*/ 0 w 599639"/>
                <a:gd name="connsiteY4" fmla="*/ 0 h 271309"/>
                <a:gd name="connsiteX0" fmla="*/ 0 w 597018"/>
                <a:gd name="connsiteY0" fmla="*/ 0 h 271309"/>
                <a:gd name="connsiteX1" fmla="*/ 597018 w 597018"/>
                <a:gd name="connsiteY1" fmla="*/ 0 h 271309"/>
                <a:gd name="connsiteX2" fmla="*/ 596807 w 597018"/>
                <a:gd name="connsiteY2" fmla="*/ 141984 h 271309"/>
                <a:gd name="connsiteX3" fmla="*/ 1101 w 597018"/>
                <a:gd name="connsiteY3" fmla="*/ 271309 h 271309"/>
                <a:gd name="connsiteX4" fmla="*/ 0 w 597018"/>
                <a:gd name="connsiteY4" fmla="*/ 0 h 271309"/>
                <a:gd name="connsiteX0" fmla="*/ 0 w 596807"/>
                <a:gd name="connsiteY0" fmla="*/ 0 h 271309"/>
                <a:gd name="connsiteX1" fmla="*/ 591775 w 596807"/>
                <a:gd name="connsiteY1" fmla="*/ 0 h 271309"/>
                <a:gd name="connsiteX2" fmla="*/ 596807 w 596807"/>
                <a:gd name="connsiteY2" fmla="*/ 141984 h 271309"/>
                <a:gd name="connsiteX3" fmla="*/ 1101 w 596807"/>
                <a:gd name="connsiteY3" fmla="*/ 271309 h 271309"/>
                <a:gd name="connsiteX4" fmla="*/ 0 w 596807"/>
                <a:gd name="connsiteY4" fmla="*/ 0 h 271309"/>
                <a:gd name="connsiteX0" fmla="*/ 0 w 596807"/>
                <a:gd name="connsiteY0" fmla="*/ 0 h 271309"/>
                <a:gd name="connsiteX1" fmla="*/ 595708 w 596807"/>
                <a:gd name="connsiteY1" fmla="*/ 0 h 271309"/>
                <a:gd name="connsiteX2" fmla="*/ 596807 w 596807"/>
                <a:gd name="connsiteY2" fmla="*/ 141984 h 271309"/>
                <a:gd name="connsiteX3" fmla="*/ 1101 w 596807"/>
                <a:gd name="connsiteY3" fmla="*/ 271309 h 271309"/>
                <a:gd name="connsiteX4" fmla="*/ 0 w 596807"/>
                <a:gd name="connsiteY4" fmla="*/ 0 h 271309"/>
                <a:gd name="connsiteX0" fmla="*/ 0 w 595708"/>
                <a:gd name="connsiteY0" fmla="*/ 0 h 271309"/>
                <a:gd name="connsiteX1" fmla="*/ 595708 w 595708"/>
                <a:gd name="connsiteY1" fmla="*/ 0 h 271309"/>
                <a:gd name="connsiteX2" fmla="*/ 594186 w 595708"/>
                <a:gd name="connsiteY2" fmla="*/ 141985 h 271309"/>
                <a:gd name="connsiteX3" fmla="*/ 1101 w 595708"/>
                <a:gd name="connsiteY3" fmla="*/ 271309 h 271309"/>
                <a:gd name="connsiteX4" fmla="*/ 0 w 595708"/>
                <a:gd name="connsiteY4" fmla="*/ 0 h 271309"/>
                <a:gd name="connsiteX0" fmla="*/ 0 w 596439"/>
                <a:gd name="connsiteY0" fmla="*/ 109083 h 380392"/>
                <a:gd name="connsiteX1" fmla="*/ 595708 w 596439"/>
                <a:gd name="connsiteY1" fmla="*/ 109083 h 380392"/>
                <a:gd name="connsiteX2" fmla="*/ 594186 w 596439"/>
                <a:gd name="connsiteY2" fmla="*/ 251068 h 380392"/>
                <a:gd name="connsiteX3" fmla="*/ 1101 w 596439"/>
                <a:gd name="connsiteY3" fmla="*/ 380392 h 380392"/>
                <a:gd name="connsiteX4" fmla="*/ 0 w 596439"/>
                <a:gd name="connsiteY4" fmla="*/ 109083 h 380392"/>
                <a:gd name="connsiteX0" fmla="*/ 0 w 595708"/>
                <a:gd name="connsiteY0" fmla="*/ 0 h 271309"/>
                <a:gd name="connsiteX1" fmla="*/ 595708 w 595708"/>
                <a:gd name="connsiteY1" fmla="*/ 0 h 271309"/>
                <a:gd name="connsiteX2" fmla="*/ 594186 w 595708"/>
                <a:gd name="connsiteY2" fmla="*/ 141985 h 271309"/>
                <a:gd name="connsiteX3" fmla="*/ 1101 w 595708"/>
                <a:gd name="connsiteY3" fmla="*/ 271309 h 271309"/>
                <a:gd name="connsiteX4" fmla="*/ 0 w 595708"/>
                <a:gd name="connsiteY4" fmla="*/ 0 h 271309"/>
                <a:gd name="connsiteX0" fmla="*/ 0 w 596808"/>
                <a:gd name="connsiteY0" fmla="*/ 0 h 271309"/>
                <a:gd name="connsiteX1" fmla="*/ 595708 w 596808"/>
                <a:gd name="connsiteY1" fmla="*/ 0 h 271309"/>
                <a:gd name="connsiteX2" fmla="*/ 596808 w 596808"/>
                <a:gd name="connsiteY2" fmla="*/ 141985 h 271309"/>
                <a:gd name="connsiteX3" fmla="*/ 1101 w 596808"/>
                <a:gd name="connsiteY3" fmla="*/ 271309 h 271309"/>
                <a:gd name="connsiteX4" fmla="*/ 0 w 596808"/>
                <a:gd name="connsiteY4" fmla="*/ 0 h 271309"/>
                <a:gd name="connsiteX0" fmla="*/ 0 w 596808"/>
                <a:gd name="connsiteY0" fmla="*/ 0 h 271309"/>
                <a:gd name="connsiteX1" fmla="*/ 595708 w 596808"/>
                <a:gd name="connsiteY1" fmla="*/ 0 h 271309"/>
                <a:gd name="connsiteX2" fmla="*/ 596808 w 596808"/>
                <a:gd name="connsiteY2" fmla="*/ 141985 h 271309"/>
                <a:gd name="connsiteX3" fmla="*/ 1101 w 596808"/>
                <a:gd name="connsiteY3" fmla="*/ 271309 h 271309"/>
                <a:gd name="connsiteX4" fmla="*/ 0 w 596808"/>
                <a:gd name="connsiteY4" fmla="*/ 0 h 271309"/>
                <a:gd name="connsiteX0" fmla="*/ 0 w 596808"/>
                <a:gd name="connsiteY0" fmla="*/ 0 h 271309"/>
                <a:gd name="connsiteX1" fmla="*/ 595708 w 596808"/>
                <a:gd name="connsiteY1" fmla="*/ 0 h 271309"/>
                <a:gd name="connsiteX2" fmla="*/ 596808 w 596808"/>
                <a:gd name="connsiteY2" fmla="*/ 141985 h 271309"/>
                <a:gd name="connsiteX3" fmla="*/ 1101 w 596808"/>
                <a:gd name="connsiteY3" fmla="*/ 271309 h 271309"/>
                <a:gd name="connsiteX4" fmla="*/ 0 w 596808"/>
                <a:gd name="connsiteY4" fmla="*/ 0 h 271309"/>
                <a:gd name="connsiteX0" fmla="*/ 0 w 595708"/>
                <a:gd name="connsiteY0" fmla="*/ 0 h 271309"/>
                <a:gd name="connsiteX1" fmla="*/ 595708 w 595708"/>
                <a:gd name="connsiteY1" fmla="*/ 0 h 271309"/>
                <a:gd name="connsiteX2" fmla="*/ 594186 w 595708"/>
                <a:gd name="connsiteY2" fmla="*/ 141985 h 271309"/>
                <a:gd name="connsiteX3" fmla="*/ 1101 w 595708"/>
                <a:gd name="connsiteY3" fmla="*/ 271309 h 271309"/>
                <a:gd name="connsiteX4" fmla="*/ 0 w 595708"/>
                <a:gd name="connsiteY4" fmla="*/ 0 h 271309"/>
                <a:gd name="connsiteX0" fmla="*/ 0 w 595708"/>
                <a:gd name="connsiteY0" fmla="*/ 0 h 271309"/>
                <a:gd name="connsiteX1" fmla="*/ 595708 w 595708"/>
                <a:gd name="connsiteY1" fmla="*/ 0 h 271309"/>
                <a:gd name="connsiteX2" fmla="*/ 594186 w 595708"/>
                <a:gd name="connsiteY2" fmla="*/ 141985 h 271309"/>
                <a:gd name="connsiteX3" fmla="*/ 1101 w 595708"/>
                <a:gd name="connsiteY3" fmla="*/ 271309 h 271309"/>
                <a:gd name="connsiteX4" fmla="*/ 0 w 595708"/>
                <a:gd name="connsiteY4" fmla="*/ 0 h 271309"/>
                <a:gd name="connsiteX0" fmla="*/ 0 w 595936"/>
                <a:gd name="connsiteY0" fmla="*/ 0 h 271309"/>
                <a:gd name="connsiteX1" fmla="*/ 595708 w 595936"/>
                <a:gd name="connsiteY1" fmla="*/ 0 h 271309"/>
                <a:gd name="connsiteX2" fmla="*/ 594186 w 595936"/>
                <a:gd name="connsiteY2" fmla="*/ 141985 h 271309"/>
                <a:gd name="connsiteX3" fmla="*/ 1101 w 595936"/>
                <a:gd name="connsiteY3" fmla="*/ 271309 h 271309"/>
                <a:gd name="connsiteX4" fmla="*/ 0 w 595936"/>
                <a:gd name="connsiteY4" fmla="*/ 0 h 271309"/>
                <a:gd name="connsiteX0" fmla="*/ 319 w 596255"/>
                <a:gd name="connsiteY0" fmla="*/ 0 h 271309"/>
                <a:gd name="connsiteX1" fmla="*/ 596027 w 596255"/>
                <a:gd name="connsiteY1" fmla="*/ 0 h 271309"/>
                <a:gd name="connsiteX2" fmla="*/ 594505 w 596255"/>
                <a:gd name="connsiteY2" fmla="*/ 141985 h 271309"/>
                <a:gd name="connsiteX3" fmla="*/ 110 w 596255"/>
                <a:gd name="connsiteY3" fmla="*/ 271309 h 271309"/>
                <a:gd name="connsiteX4" fmla="*/ 319 w 596255"/>
                <a:gd name="connsiteY4" fmla="*/ 0 h 271309"/>
                <a:gd name="connsiteX0" fmla="*/ 0 w 595936"/>
                <a:gd name="connsiteY0" fmla="*/ 0 h 271309"/>
                <a:gd name="connsiteX1" fmla="*/ 595708 w 595936"/>
                <a:gd name="connsiteY1" fmla="*/ 0 h 271309"/>
                <a:gd name="connsiteX2" fmla="*/ 594186 w 595936"/>
                <a:gd name="connsiteY2" fmla="*/ 141985 h 271309"/>
                <a:gd name="connsiteX3" fmla="*/ 1101 w 595936"/>
                <a:gd name="connsiteY3" fmla="*/ 271309 h 271309"/>
                <a:gd name="connsiteX4" fmla="*/ 0 w 595936"/>
                <a:gd name="connsiteY4" fmla="*/ 0 h 271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5936" h="271309">
                  <a:moveTo>
                    <a:pt x="0" y="0"/>
                  </a:moveTo>
                  <a:lnTo>
                    <a:pt x="595708" y="0"/>
                  </a:lnTo>
                  <a:cubicBezTo>
                    <a:pt x="595708" y="30988"/>
                    <a:pt x="596806" y="39550"/>
                    <a:pt x="594186" y="141985"/>
                  </a:cubicBezTo>
                  <a:cubicBezTo>
                    <a:pt x="404809" y="352086"/>
                    <a:pt x="341643" y="22672"/>
                    <a:pt x="1101" y="271309"/>
                  </a:cubicBezTo>
                  <a:cubicBezTo>
                    <a:pt x="647" y="226260"/>
                    <a:pt x="454" y="45049"/>
                    <a:pt x="0" y="0"/>
                  </a:cubicBez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60A094AA-9A7F-007E-C38E-282023258234}"/>
                </a:ext>
              </a:extLst>
            </p:cNvPr>
            <p:cNvGrpSpPr/>
            <p:nvPr/>
          </p:nvGrpSpPr>
          <p:grpSpPr>
            <a:xfrm>
              <a:off x="4341455" y="6517035"/>
              <a:ext cx="621640" cy="663817"/>
              <a:chOff x="3656357" y="6507685"/>
              <a:chExt cx="621640" cy="663817"/>
            </a:xfrm>
          </p:grpSpPr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B92EE9BA-AAFA-F20C-78A7-01D995ADF827}"/>
                  </a:ext>
                </a:extLst>
              </p:cNvPr>
              <p:cNvSpPr/>
              <p:nvPr/>
            </p:nvSpPr>
            <p:spPr>
              <a:xfrm>
                <a:off x="3656465" y="6640950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4E29C3FF-9471-7735-B7DC-72DCB428BD3B}"/>
                  </a:ext>
                </a:extLst>
              </p:cNvPr>
              <p:cNvSpPr/>
              <p:nvPr/>
            </p:nvSpPr>
            <p:spPr>
              <a:xfrm>
                <a:off x="3811875" y="6640950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153844ED-7356-0E7A-41F3-A548AC321B32}"/>
                  </a:ext>
                </a:extLst>
              </p:cNvPr>
              <p:cNvSpPr/>
              <p:nvPr/>
            </p:nvSpPr>
            <p:spPr>
              <a:xfrm>
                <a:off x="3967285" y="6640950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BD604C68-897E-7A61-8F8A-81AB9F76C2B6}"/>
                  </a:ext>
                </a:extLst>
              </p:cNvPr>
              <p:cNvSpPr/>
              <p:nvPr/>
            </p:nvSpPr>
            <p:spPr>
              <a:xfrm>
                <a:off x="4122695" y="6640950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D87664B4-4851-7A85-F275-E84A56CBC0D8}"/>
                  </a:ext>
                </a:extLst>
              </p:cNvPr>
              <p:cNvSpPr/>
              <p:nvPr/>
            </p:nvSpPr>
            <p:spPr>
              <a:xfrm>
                <a:off x="3656465" y="6773574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" name="矩形 14">
                <a:extLst>
                  <a:ext uri="{FF2B5EF4-FFF2-40B4-BE49-F238E27FC236}">
                    <a16:creationId xmlns:a16="http://schemas.microsoft.com/office/drawing/2014/main" id="{4DBB6C03-BB08-CEA1-8F7D-9F7FA2F0A758}"/>
                  </a:ext>
                </a:extLst>
              </p:cNvPr>
              <p:cNvSpPr/>
              <p:nvPr/>
            </p:nvSpPr>
            <p:spPr>
              <a:xfrm>
                <a:off x="3811875" y="6773574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B71C46A1-F75D-4CEF-622C-C5DAD00DD915}"/>
                  </a:ext>
                </a:extLst>
              </p:cNvPr>
              <p:cNvSpPr/>
              <p:nvPr/>
            </p:nvSpPr>
            <p:spPr>
              <a:xfrm>
                <a:off x="3967285" y="6773574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0BC88E27-3446-856F-FCB2-A7161C384087}"/>
                  </a:ext>
                </a:extLst>
              </p:cNvPr>
              <p:cNvSpPr/>
              <p:nvPr/>
            </p:nvSpPr>
            <p:spPr>
              <a:xfrm>
                <a:off x="4122695" y="6773574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4880994F-8998-A375-B316-67D64CD59B7D}"/>
                  </a:ext>
                </a:extLst>
              </p:cNvPr>
              <p:cNvSpPr/>
              <p:nvPr/>
            </p:nvSpPr>
            <p:spPr>
              <a:xfrm>
                <a:off x="3656357" y="690625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97695C6E-858C-9AB2-791C-B49AEC89D966}"/>
                  </a:ext>
                </a:extLst>
              </p:cNvPr>
              <p:cNvSpPr/>
              <p:nvPr/>
            </p:nvSpPr>
            <p:spPr>
              <a:xfrm>
                <a:off x="3811767" y="690625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5879F9AE-C326-89BD-9CB4-E3E206B65582}"/>
                  </a:ext>
                </a:extLst>
              </p:cNvPr>
              <p:cNvSpPr/>
              <p:nvPr/>
            </p:nvSpPr>
            <p:spPr>
              <a:xfrm>
                <a:off x="3967177" y="690625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" name="矩形 20">
                <a:extLst>
                  <a:ext uri="{FF2B5EF4-FFF2-40B4-BE49-F238E27FC236}">
                    <a16:creationId xmlns:a16="http://schemas.microsoft.com/office/drawing/2014/main" id="{FFBCFC3B-FD84-EF00-DB06-7A9828ED8C3C}"/>
                  </a:ext>
                </a:extLst>
              </p:cNvPr>
              <p:cNvSpPr/>
              <p:nvPr/>
            </p:nvSpPr>
            <p:spPr>
              <a:xfrm>
                <a:off x="4122587" y="690625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" name="矩形 21">
                <a:extLst>
                  <a:ext uri="{FF2B5EF4-FFF2-40B4-BE49-F238E27FC236}">
                    <a16:creationId xmlns:a16="http://schemas.microsoft.com/office/drawing/2014/main" id="{B550A435-B3FA-80FF-0E10-0B05595024BB}"/>
                  </a:ext>
                </a:extLst>
              </p:cNvPr>
              <p:cNvSpPr/>
              <p:nvPr/>
            </p:nvSpPr>
            <p:spPr>
              <a:xfrm>
                <a:off x="3656357" y="7038879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" name="矩形 22">
                <a:extLst>
                  <a:ext uri="{FF2B5EF4-FFF2-40B4-BE49-F238E27FC236}">
                    <a16:creationId xmlns:a16="http://schemas.microsoft.com/office/drawing/2014/main" id="{1DD4FDEA-E59A-75EF-2229-C1DAF4CBE6AA}"/>
                  </a:ext>
                </a:extLst>
              </p:cNvPr>
              <p:cNvSpPr/>
              <p:nvPr/>
            </p:nvSpPr>
            <p:spPr>
              <a:xfrm>
                <a:off x="3811767" y="7038879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" name="矩形 23">
                <a:extLst>
                  <a:ext uri="{FF2B5EF4-FFF2-40B4-BE49-F238E27FC236}">
                    <a16:creationId xmlns:a16="http://schemas.microsoft.com/office/drawing/2014/main" id="{5291A3E6-F216-E89C-FF2A-63F1FF4F699E}"/>
                  </a:ext>
                </a:extLst>
              </p:cNvPr>
              <p:cNvSpPr/>
              <p:nvPr/>
            </p:nvSpPr>
            <p:spPr>
              <a:xfrm>
                <a:off x="3967177" y="7038879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" name="矩形 24">
                <a:extLst>
                  <a:ext uri="{FF2B5EF4-FFF2-40B4-BE49-F238E27FC236}">
                    <a16:creationId xmlns:a16="http://schemas.microsoft.com/office/drawing/2014/main" id="{C8F95972-338B-ADE5-312F-F670A7394107}"/>
                  </a:ext>
                </a:extLst>
              </p:cNvPr>
              <p:cNvSpPr/>
              <p:nvPr/>
            </p:nvSpPr>
            <p:spPr>
              <a:xfrm>
                <a:off x="4122587" y="7038879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6" name="矩形 25">
                <a:extLst>
                  <a:ext uri="{FF2B5EF4-FFF2-40B4-BE49-F238E27FC236}">
                    <a16:creationId xmlns:a16="http://schemas.microsoft.com/office/drawing/2014/main" id="{D13590D0-6712-56FF-AC5D-D8AD5B5A49B5}"/>
                  </a:ext>
                </a:extLst>
              </p:cNvPr>
              <p:cNvSpPr/>
              <p:nvPr/>
            </p:nvSpPr>
            <p:spPr>
              <a:xfrm>
                <a:off x="3656357" y="650768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7" name="矩形 26">
                <a:extLst>
                  <a:ext uri="{FF2B5EF4-FFF2-40B4-BE49-F238E27FC236}">
                    <a16:creationId xmlns:a16="http://schemas.microsoft.com/office/drawing/2014/main" id="{1C99D7D1-34A8-2A95-9A58-0980EEFCFE36}"/>
                  </a:ext>
                </a:extLst>
              </p:cNvPr>
              <p:cNvSpPr/>
              <p:nvPr/>
            </p:nvSpPr>
            <p:spPr>
              <a:xfrm>
                <a:off x="3811767" y="650768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8" name="矩形 27">
                <a:extLst>
                  <a:ext uri="{FF2B5EF4-FFF2-40B4-BE49-F238E27FC236}">
                    <a16:creationId xmlns:a16="http://schemas.microsoft.com/office/drawing/2014/main" id="{E409544C-2372-2853-413D-9BF288939FAD}"/>
                  </a:ext>
                </a:extLst>
              </p:cNvPr>
              <p:cNvSpPr/>
              <p:nvPr/>
            </p:nvSpPr>
            <p:spPr>
              <a:xfrm>
                <a:off x="3967177" y="650768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9" name="矩形 28">
                <a:extLst>
                  <a:ext uri="{FF2B5EF4-FFF2-40B4-BE49-F238E27FC236}">
                    <a16:creationId xmlns:a16="http://schemas.microsoft.com/office/drawing/2014/main" id="{7E371982-7129-2992-654A-D6ADD41EE5FC}"/>
                  </a:ext>
                </a:extLst>
              </p:cNvPr>
              <p:cNvSpPr/>
              <p:nvPr/>
            </p:nvSpPr>
            <p:spPr>
              <a:xfrm>
                <a:off x="4122587" y="6507685"/>
                <a:ext cx="155302" cy="132623"/>
              </a:xfrm>
              <a:prstGeom prst="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31" name="矩形 30">
            <a:extLst>
              <a:ext uri="{FF2B5EF4-FFF2-40B4-BE49-F238E27FC236}">
                <a16:creationId xmlns:a16="http://schemas.microsoft.com/office/drawing/2014/main" id="{995754C5-9F48-C989-339F-406F76B2C092}"/>
              </a:ext>
            </a:extLst>
          </p:cNvPr>
          <p:cNvSpPr/>
          <p:nvPr/>
        </p:nvSpPr>
        <p:spPr>
          <a:xfrm>
            <a:off x="8614705" y="2840851"/>
            <a:ext cx="2418951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200" b="1" dirty="0"/>
              <a:t>GPU 1 Memory</a:t>
            </a:r>
            <a:endParaRPr lang="zh-CN" altLang="en-US" sz="2200" b="1" dirty="0"/>
          </a:p>
        </p:txBody>
      </p:sp>
      <p:pic>
        <p:nvPicPr>
          <p:cNvPr id="32" name="图片 31">
            <a:extLst>
              <a:ext uri="{FF2B5EF4-FFF2-40B4-BE49-F238E27FC236}">
                <a16:creationId xmlns:a16="http://schemas.microsoft.com/office/drawing/2014/main" id="{2A023FD4-D135-F5FF-9321-714592ABFD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8699" y="1960554"/>
            <a:ext cx="583565" cy="613410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5528D5A8-23E5-FB69-AE6C-AA9787BB39F7}"/>
              </a:ext>
            </a:extLst>
          </p:cNvPr>
          <p:cNvSpPr/>
          <p:nvPr/>
        </p:nvSpPr>
        <p:spPr>
          <a:xfrm>
            <a:off x="6804358" y="3403870"/>
            <a:ext cx="5009600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000000"/>
                </a:solidFill>
                <a:latin typeface="LinLibertineTB"/>
              </a:rPr>
              <a:t>Intra-GPU Graph Partition: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2000" dirty="0"/>
              <a:t>Chunk-based Graph Structure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2000" dirty="0"/>
              <a:t>Vertex Dependency</a:t>
            </a:r>
            <a:br>
              <a:rPr lang="en-US" altLang="zh-CN" sz="2000" dirty="0"/>
            </a:br>
            <a:r>
              <a:rPr lang="en-US" altLang="zh-CN" sz="2000" dirty="0"/>
              <a:t> </a:t>
            </a:r>
            <a:br>
              <a:rPr lang="en-US" altLang="zh-CN" sz="2000" dirty="0"/>
            </a:br>
            <a:endParaRPr lang="zh-CN" altLang="en-US" sz="2000" dirty="0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61276D5-BD28-AE8E-36E3-73EAF6A40493}"/>
              </a:ext>
            </a:extLst>
          </p:cNvPr>
          <p:cNvSpPr/>
          <p:nvPr/>
        </p:nvSpPr>
        <p:spPr>
          <a:xfrm>
            <a:off x="6804358" y="5002801"/>
            <a:ext cx="5482892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000000"/>
                </a:solidFill>
                <a:latin typeface="LinLibertineTB"/>
              </a:rPr>
              <a:t>Vertex Dependency Management: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2000" dirty="0"/>
              <a:t>Neighbor Cache and Reuse for Pre-chunk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2000" dirty="0"/>
              <a:t>Subgraph Reorganization Before Each Epoch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2000" dirty="0"/>
              <a:t>Task-level Pipeline Parallelism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2000" dirty="0"/>
              <a:t>Overlap Communication and Computation</a:t>
            </a:r>
            <a:endParaRPr lang="zh-CN" altLang="en-US" sz="2000" dirty="0"/>
          </a:p>
        </p:txBody>
      </p:sp>
      <p:pic>
        <p:nvPicPr>
          <p:cNvPr id="74" name="图片 73">
            <a:extLst>
              <a:ext uri="{FF2B5EF4-FFF2-40B4-BE49-F238E27FC236}">
                <a16:creationId xmlns:a16="http://schemas.microsoft.com/office/drawing/2014/main" id="{664B76FB-037D-8BA2-5693-3EC171800F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000" y="1417638"/>
            <a:ext cx="6651264" cy="4946555"/>
          </a:xfrm>
          <a:prstGeom prst="rect">
            <a:avLst/>
          </a:prstGeom>
        </p:spPr>
      </p:pic>
      <p:cxnSp>
        <p:nvCxnSpPr>
          <p:cNvPr id="58" name="直接箭头连接符 57">
            <a:extLst>
              <a:ext uri="{FF2B5EF4-FFF2-40B4-BE49-F238E27FC236}">
                <a16:creationId xmlns:a16="http://schemas.microsoft.com/office/drawing/2014/main" id="{E36A157B-6EBF-8298-5787-7089D7FB06CC}"/>
              </a:ext>
            </a:extLst>
          </p:cNvPr>
          <p:cNvCxnSpPr>
            <a:cxnSpLocks/>
          </p:cNvCxnSpPr>
          <p:nvPr/>
        </p:nvCxnSpPr>
        <p:spPr>
          <a:xfrm flipH="1">
            <a:off x="1690350" y="3583217"/>
            <a:ext cx="894100" cy="0"/>
          </a:xfrm>
          <a:prstGeom prst="straightConnector1">
            <a:avLst/>
          </a:prstGeom>
          <a:ln w="57150" cap="rnd">
            <a:solidFill>
              <a:schemeClr val="accent1"/>
            </a:solidFill>
            <a:round/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2" name="箭头: 右 61">
            <a:extLst>
              <a:ext uri="{FF2B5EF4-FFF2-40B4-BE49-F238E27FC236}">
                <a16:creationId xmlns:a16="http://schemas.microsoft.com/office/drawing/2014/main" id="{89D976C7-1625-A930-6C8F-5D94035FD27F}"/>
              </a:ext>
            </a:extLst>
          </p:cNvPr>
          <p:cNvSpPr/>
          <p:nvPr/>
        </p:nvSpPr>
        <p:spPr>
          <a:xfrm rot="5861905">
            <a:off x="1837909" y="4035033"/>
            <a:ext cx="882280" cy="382159"/>
          </a:xfrm>
          <a:prstGeom prst="rightArrow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464614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288000" y="0"/>
            <a:ext cx="11164860" cy="141763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altLang="zh-CN" dirty="0">
                <a:latin typeface="Century Gothic" panose="020B050202020202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Task Parallelism</a:t>
            </a:r>
            <a:endParaRPr lang="en-US" altLang="zh-CN" sz="3600" dirty="0">
              <a:latin typeface="Century Gothic" panose="020B050202020202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5" name="Rectangle 10"/>
          <p:cNvSpPr/>
          <p:nvPr/>
        </p:nvSpPr>
        <p:spPr>
          <a:xfrm>
            <a:off x="0" y="420787"/>
            <a:ext cx="288000" cy="57606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61276D5-BD28-AE8E-36E3-73EAF6A40493}"/>
              </a:ext>
            </a:extLst>
          </p:cNvPr>
          <p:cNvSpPr/>
          <p:nvPr/>
        </p:nvSpPr>
        <p:spPr>
          <a:xfrm>
            <a:off x="6804358" y="5002801"/>
            <a:ext cx="5482892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000000"/>
                </a:solidFill>
                <a:latin typeface="LinLibertineTB"/>
              </a:rPr>
              <a:t>Vertex Dependency Management: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2000" dirty="0"/>
              <a:t>Neighbor Cache and Reuse for Pre-chunk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rgbClr val="FF0000"/>
                </a:solidFill>
              </a:rPr>
              <a:t>Subgraph Reorganization Before Each Epoch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2000" dirty="0"/>
              <a:t>Task-level Pipeline Parallelism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2000" dirty="0"/>
              <a:t>Overlap Communication and Computation</a:t>
            </a:r>
            <a:endParaRPr lang="zh-CN" altLang="en-US" sz="2000" dirty="0"/>
          </a:p>
        </p:txBody>
      </p:sp>
      <p:pic>
        <p:nvPicPr>
          <p:cNvPr id="73" name="图片 72">
            <a:extLst>
              <a:ext uri="{FF2B5EF4-FFF2-40B4-BE49-F238E27FC236}">
                <a16:creationId xmlns:a16="http://schemas.microsoft.com/office/drawing/2014/main" id="{48933472-DFFB-0396-A1D3-EA1A1E3983E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5823"/>
          <a:stretch/>
        </p:blipFill>
        <p:spPr>
          <a:xfrm>
            <a:off x="144000" y="4673600"/>
            <a:ext cx="6651264" cy="1690593"/>
          </a:xfrm>
          <a:prstGeom prst="rect">
            <a:avLst/>
          </a:prstGeom>
        </p:spPr>
      </p:pic>
      <p:sp>
        <p:nvSpPr>
          <p:cNvPr id="77" name="箭头: 右 76">
            <a:extLst>
              <a:ext uri="{FF2B5EF4-FFF2-40B4-BE49-F238E27FC236}">
                <a16:creationId xmlns:a16="http://schemas.microsoft.com/office/drawing/2014/main" id="{532151E5-6A8B-870F-AB9D-F0979C1FF49F}"/>
              </a:ext>
            </a:extLst>
          </p:cNvPr>
          <p:cNvSpPr/>
          <p:nvPr/>
        </p:nvSpPr>
        <p:spPr>
          <a:xfrm rot="10800000">
            <a:off x="6705137" y="5627329"/>
            <a:ext cx="617896" cy="382159"/>
          </a:xfrm>
          <a:prstGeom prst="rightArrow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01FC054A-66C6-17A6-851F-B8A5E951613E}"/>
              </a:ext>
            </a:extLst>
          </p:cNvPr>
          <p:cNvSpPr/>
          <p:nvPr/>
        </p:nvSpPr>
        <p:spPr>
          <a:xfrm rot="5400000">
            <a:off x="1742638" y="2304790"/>
            <a:ext cx="322854" cy="32384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cs typeface="Arial" panose="020B0604020202020204" pitchFamily="34" charset="0"/>
              </a:rPr>
              <a:t>1</a:t>
            </a:r>
            <a:endParaRPr lang="zh-CN" altLang="en-US" sz="2400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33" name="椭圆 32">
            <a:extLst>
              <a:ext uri="{FF2B5EF4-FFF2-40B4-BE49-F238E27FC236}">
                <a16:creationId xmlns:a16="http://schemas.microsoft.com/office/drawing/2014/main" id="{A7ED981C-805A-D511-4AF9-969E7B2C5B4B}"/>
              </a:ext>
            </a:extLst>
          </p:cNvPr>
          <p:cNvSpPr/>
          <p:nvPr/>
        </p:nvSpPr>
        <p:spPr>
          <a:xfrm rot="5400000">
            <a:off x="1742638" y="3005726"/>
            <a:ext cx="322854" cy="323843"/>
          </a:xfrm>
          <a:prstGeom prst="ellipse">
            <a:avLst/>
          </a:prstGeom>
          <a:noFill/>
          <a:ln w="28575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2400" dirty="0">
                <a:solidFill>
                  <a:srgbClr val="FF0000"/>
                </a:solidFill>
                <a:cs typeface="Arial" panose="020B0604020202020204" pitchFamily="34" charset="0"/>
              </a:rPr>
              <a:t>3</a:t>
            </a:r>
            <a:endParaRPr lang="zh-CN" altLang="en-US" sz="2400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  <p:sp>
        <p:nvSpPr>
          <p:cNvPr id="34" name="椭圆 33">
            <a:extLst>
              <a:ext uri="{FF2B5EF4-FFF2-40B4-BE49-F238E27FC236}">
                <a16:creationId xmlns:a16="http://schemas.microsoft.com/office/drawing/2014/main" id="{182D9565-71F3-6BFF-907D-D4FFE9CCFC7B}"/>
              </a:ext>
            </a:extLst>
          </p:cNvPr>
          <p:cNvSpPr/>
          <p:nvPr/>
        </p:nvSpPr>
        <p:spPr>
          <a:xfrm rot="5400000">
            <a:off x="1080713" y="2304790"/>
            <a:ext cx="322854" cy="32384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cs typeface="Arial" panose="020B0604020202020204" pitchFamily="34" charset="0"/>
              </a:rPr>
              <a:t>0</a:t>
            </a:r>
            <a:endParaRPr lang="zh-CN" altLang="en-US" sz="2400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cxnSp>
        <p:nvCxnSpPr>
          <p:cNvPr id="35" name="直接连接符 510">
            <a:extLst>
              <a:ext uri="{FF2B5EF4-FFF2-40B4-BE49-F238E27FC236}">
                <a16:creationId xmlns:a16="http://schemas.microsoft.com/office/drawing/2014/main" id="{18701E2A-EDAB-348D-9032-85FE3519AFB6}"/>
              </a:ext>
            </a:extLst>
          </p:cNvPr>
          <p:cNvCxnSpPr>
            <a:cxnSpLocks/>
          </p:cNvCxnSpPr>
          <p:nvPr/>
        </p:nvCxnSpPr>
        <p:spPr>
          <a:xfrm flipH="1">
            <a:off x="1405523" y="2466704"/>
            <a:ext cx="328224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直接连接符 512">
            <a:extLst>
              <a:ext uri="{FF2B5EF4-FFF2-40B4-BE49-F238E27FC236}">
                <a16:creationId xmlns:a16="http://schemas.microsoft.com/office/drawing/2014/main" id="{32072546-B362-9187-91FD-7D0FC96A84F9}"/>
              </a:ext>
            </a:extLst>
          </p:cNvPr>
          <p:cNvCxnSpPr>
            <a:cxnSpLocks/>
          </p:cNvCxnSpPr>
          <p:nvPr/>
        </p:nvCxnSpPr>
        <p:spPr>
          <a:xfrm flipV="1">
            <a:off x="1904065" y="2625958"/>
            <a:ext cx="0" cy="380257"/>
          </a:xfrm>
          <a:prstGeom prst="line">
            <a:avLst/>
          </a:prstGeom>
          <a:ln w="28575">
            <a:solidFill>
              <a:srgbClr val="FF0000"/>
            </a:solidFill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椭圆 36">
            <a:extLst>
              <a:ext uri="{FF2B5EF4-FFF2-40B4-BE49-F238E27FC236}">
                <a16:creationId xmlns:a16="http://schemas.microsoft.com/office/drawing/2014/main" id="{116C26FC-4F41-7232-0D86-B2AEF0CFC739}"/>
              </a:ext>
            </a:extLst>
          </p:cNvPr>
          <p:cNvSpPr/>
          <p:nvPr/>
        </p:nvSpPr>
        <p:spPr>
          <a:xfrm rot="5400000">
            <a:off x="3477912" y="2304784"/>
            <a:ext cx="322854" cy="323843"/>
          </a:xfrm>
          <a:prstGeom prst="ellipse">
            <a:avLst/>
          </a:prstGeom>
          <a:noFill/>
          <a:ln w="28575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2400" dirty="0">
                <a:solidFill>
                  <a:sysClr val="windowText" lastClr="000000"/>
                </a:solidFill>
                <a:cs typeface="Arial" panose="020B0604020202020204" pitchFamily="34" charset="0"/>
              </a:rPr>
              <a:t>1</a:t>
            </a:r>
            <a:endParaRPr lang="zh-CN" altLang="en-US" sz="2400" dirty="0">
              <a:solidFill>
                <a:sysClr val="windowText" lastClr="000000"/>
              </a:solidFill>
              <a:cs typeface="Arial" panose="020B0604020202020204" pitchFamily="34" charset="0"/>
            </a:endParaRPr>
          </a:p>
        </p:txBody>
      </p:sp>
      <p:sp>
        <p:nvSpPr>
          <p:cNvPr id="38" name="椭圆 37">
            <a:extLst>
              <a:ext uri="{FF2B5EF4-FFF2-40B4-BE49-F238E27FC236}">
                <a16:creationId xmlns:a16="http://schemas.microsoft.com/office/drawing/2014/main" id="{48E5FCC1-20C4-304E-F59F-F3416CABFFF9}"/>
              </a:ext>
            </a:extLst>
          </p:cNvPr>
          <p:cNvSpPr/>
          <p:nvPr/>
        </p:nvSpPr>
        <p:spPr>
          <a:xfrm rot="5400000">
            <a:off x="3477912" y="3005720"/>
            <a:ext cx="322854" cy="32384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cs typeface="Arial" panose="020B0604020202020204" pitchFamily="34" charset="0"/>
              </a:rPr>
              <a:t>3</a:t>
            </a:r>
            <a:endParaRPr lang="zh-CN" altLang="en-US" sz="2400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39" name="椭圆 38">
            <a:extLst>
              <a:ext uri="{FF2B5EF4-FFF2-40B4-BE49-F238E27FC236}">
                <a16:creationId xmlns:a16="http://schemas.microsoft.com/office/drawing/2014/main" id="{8C40571E-B502-A6FE-F8F7-DC9979E15B73}"/>
              </a:ext>
            </a:extLst>
          </p:cNvPr>
          <p:cNvSpPr/>
          <p:nvPr/>
        </p:nvSpPr>
        <p:spPr>
          <a:xfrm rot="5400000">
            <a:off x="2815987" y="3005720"/>
            <a:ext cx="322854" cy="32384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cs typeface="Arial" panose="020B0604020202020204" pitchFamily="34" charset="0"/>
              </a:rPr>
              <a:t>2</a:t>
            </a:r>
            <a:endParaRPr lang="zh-CN" altLang="en-US" sz="2400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cxnSp>
        <p:nvCxnSpPr>
          <p:cNvPr id="40" name="直接连接符 522">
            <a:extLst>
              <a:ext uri="{FF2B5EF4-FFF2-40B4-BE49-F238E27FC236}">
                <a16:creationId xmlns:a16="http://schemas.microsoft.com/office/drawing/2014/main" id="{DBE9ECFE-123F-DEDD-BC6F-C335C7716215}"/>
              </a:ext>
            </a:extLst>
          </p:cNvPr>
          <p:cNvCxnSpPr>
            <a:cxnSpLocks/>
          </p:cNvCxnSpPr>
          <p:nvPr/>
        </p:nvCxnSpPr>
        <p:spPr>
          <a:xfrm flipV="1">
            <a:off x="3639339" y="2625952"/>
            <a:ext cx="0" cy="380257"/>
          </a:xfrm>
          <a:prstGeom prst="line">
            <a:avLst/>
          </a:prstGeom>
          <a:ln w="28575">
            <a:solidFill>
              <a:schemeClr val="tx1"/>
            </a:solidFill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直接连接符 524">
            <a:extLst>
              <a:ext uri="{FF2B5EF4-FFF2-40B4-BE49-F238E27FC236}">
                <a16:creationId xmlns:a16="http://schemas.microsoft.com/office/drawing/2014/main" id="{79EC189E-5FC9-5851-036F-7DE18F4F0CDF}"/>
              </a:ext>
            </a:extLst>
          </p:cNvPr>
          <p:cNvCxnSpPr>
            <a:cxnSpLocks/>
          </p:cNvCxnSpPr>
          <p:nvPr/>
        </p:nvCxnSpPr>
        <p:spPr>
          <a:xfrm flipH="1">
            <a:off x="3137877" y="3167635"/>
            <a:ext cx="32987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" name="文本框 41">
            <a:extLst>
              <a:ext uri="{FF2B5EF4-FFF2-40B4-BE49-F238E27FC236}">
                <a16:creationId xmlns:a16="http://schemas.microsoft.com/office/drawing/2014/main" id="{D81353C8-0B10-FE95-5E35-4EC1EFF505A5}"/>
              </a:ext>
            </a:extLst>
          </p:cNvPr>
          <p:cNvSpPr txBox="1"/>
          <p:nvPr/>
        </p:nvSpPr>
        <p:spPr>
          <a:xfrm>
            <a:off x="908767" y="3370265"/>
            <a:ext cx="1381439" cy="400110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cs typeface="Arial" panose="020B0604020202020204" pitchFamily="34" charset="0"/>
              </a:rPr>
              <a:t>Subgraph1</a:t>
            </a:r>
            <a:endParaRPr lang="zh-CN" altLang="en-US" sz="2000" b="1" dirty="0">
              <a:cs typeface="Arial" panose="020B0604020202020204" pitchFamily="34" charset="0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732AF7DB-F83E-C282-F6C0-A8353EACBF14}"/>
              </a:ext>
            </a:extLst>
          </p:cNvPr>
          <p:cNvSpPr txBox="1"/>
          <p:nvPr/>
        </p:nvSpPr>
        <p:spPr>
          <a:xfrm>
            <a:off x="2680417" y="3370266"/>
            <a:ext cx="1381439" cy="400110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cs typeface="Arial" panose="020B0604020202020204" pitchFamily="34" charset="0"/>
              </a:rPr>
              <a:t>Subgraph2</a:t>
            </a:r>
            <a:endParaRPr lang="zh-CN" altLang="en-US" sz="2000" b="1" dirty="0">
              <a:cs typeface="Arial" panose="020B0604020202020204" pitchFamily="34" charset="0"/>
            </a:endParaRP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91ED9982-4608-C4D2-EDAA-77EAD189DDB4}"/>
              </a:ext>
            </a:extLst>
          </p:cNvPr>
          <p:cNvSpPr/>
          <p:nvPr/>
        </p:nvSpPr>
        <p:spPr>
          <a:xfrm>
            <a:off x="165838" y="2184400"/>
            <a:ext cx="3993412" cy="1535176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0BB3A1E7-0EF3-DA30-E5FE-503F294B55C8}"/>
              </a:ext>
            </a:extLst>
          </p:cNvPr>
          <p:cNvSpPr txBox="1"/>
          <p:nvPr/>
        </p:nvSpPr>
        <p:spPr>
          <a:xfrm>
            <a:off x="144000" y="2152682"/>
            <a:ext cx="1381439" cy="400110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cs typeface="Arial" panose="020B0604020202020204" pitchFamily="34" charset="0"/>
              </a:rPr>
              <a:t>GPU2</a:t>
            </a:r>
            <a:endParaRPr lang="zh-CN" altLang="en-US" sz="2000" b="1" dirty="0">
              <a:cs typeface="Arial" panose="020B0604020202020204" pitchFamily="34" charset="0"/>
            </a:endParaRPr>
          </a:p>
        </p:txBody>
      </p:sp>
      <p:sp>
        <p:nvSpPr>
          <p:cNvPr id="51" name="箭头: 右 50">
            <a:extLst>
              <a:ext uri="{FF2B5EF4-FFF2-40B4-BE49-F238E27FC236}">
                <a16:creationId xmlns:a16="http://schemas.microsoft.com/office/drawing/2014/main" id="{1FFA5E72-4C80-5E4F-800B-F4CFF212870C}"/>
              </a:ext>
            </a:extLst>
          </p:cNvPr>
          <p:cNvSpPr/>
          <p:nvPr/>
        </p:nvSpPr>
        <p:spPr>
          <a:xfrm rot="16920615">
            <a:off x="1767077" y="4206149"/>
            <a:ext cx="1289484" cy="453725"/>
          </a:xfrm>
          <a:prstGeom prst="rightArrow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F6EF8813-661E-D47A-D9EA-6598D3E09320}"/>
              </a:ext>
            </a:extLst>
          </p:cNvPr>
          <p:cNvSpPr txBox="1"/>
          <p:nvPr/>
        </p:nvSpPr>
        <p:spPr>
          <a:xfrm>
            <a:off x="3642924" y="2483204"/>
            <a:ext cx="407196" cy="584775"/>
          </a:xfrm>
          <a:prstGeom prst="rect">
            <a:avLst/>
          </a:prstGeom>
          <a:noFill/>
          <a:ln w="19050">
            <a:noFill/>
            <a:prstDash val="solid"/>
          </a:ln>
        </p:spPr>
        <p:txBody>
          <a:bodyPr wrap="square">
            <a:spAutoFit/>
          </a:bodyPr>
          <a:lstStyle/>
          <a:p>
            <a:r>
              <a:rPr lang="zh-CN" altLang="en-US" sz="3200" b="1" dirty="0">
                <a:solidFill>
                  <a:srgbClr val="FF0000"/>
                </a:solidFill>
              </a:rPr>
              <a:t>√</a:t>
            </a:r>
            <a:endParaRPr lang="zh-CN" altLang="en-US" sz="3200" b="1" dirty="0"/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E65BCEC4-964A-D151-94D3-7A3E677DD5A5}"/>
              </a:ext>
            </a:extLst>
          </p:cNvPr>
          <p:cNvSpPr txBox="1"/>
          <p:nvPr/>
        </p:nvSpPr>
        <p:spPr>
          <a:xfrm>
            <a:off x="1820275" y="2499277"/>
            <a:ext cx="407196" cy="584775"/>
          </a:xfrm>
          <a:prstGeom prst="rect">
            <a:avLst/>
          </a:prstGeom>
          <a:noFill/>
          <a:ln w="19050">
            <a:noFill/>
            <a:prstDash val="solid"/>
          </a:ln>
        </p:spPr>
        <p:txBody>
          <a:bodyPr wrap="square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</a:rPr>
              <a:t>×</a:t>
            </a:r>
            <a:endParaRPr lang="zh-CN" altLang="en-US" sz="32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4" name="文本框 73">
                <a:extLst>
                  <a:ext uri="{FF2B5EF4-FFF2-40B4-BE49-F238E27FC236}">
                    <a16:creationId xmlns:a16="http://schemas.microsoft.com/office/drawing/2014/main" id="{D2CBA54E-9D1C-3866-6AFD-184A6A02684B}"/>
                  </a:ext>
                </a:extLst>
              </p:cNvPr>
              <p:cNvSpPr txBox="1"/>
              <p:nvPr/>
            </p:nvSpPr>
            <p:spPr>
              <a:xfrm>
                <a:off x="115992" y="1697176"/>
                <a:ext cx="1126148" cy="461665"/>
              </a:xfrm>
              <a:prstGeom prst="rect">
                <a:avLst/>
              </a:prstGeom>
              <a:noFill/>
              <a:ln w="19050">
                <a:noFill/>
                <a:prstDash val="solid"/>
              </a:ln>
            </p:spPr>
            <p:txBody>
              <a:bodyPr wrap="square">
                <a:spAutoFit/>
              </a:bodyPr>
              <a:lstStyle/>
              <a:p>
                <a:r>
                  <a:rPr lang="en-US" altLang="zh-CN" sz="2400" dirty="0">
                    <a:solidFill>
                      <a:srgbClr val="FF0000"/>
                    </a:solidFill>
                  </a:rPr>
                  <a:t>Epoch 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zh-CN" altLang="en-US" sz="2400" dirty="0"/>
              </a:p>
            </p:txBody>
          </p:sp>
        </mc:Choice>
        <mc:Fallback>
          <p:sp>
            <p:nvSpPr>
              <p:cNvPr id="74" name="文本框 73">
                <a:extLst>
                  <a:ext uri="{FF2B5EF4-FFF2-40B4-BE49-F238E27FC236}">
                    <a16:creationId xmlns:a16="http://schemas.microsoft.com/office/drawing/2014/main" id="{D2CBA54E-9D1C-3866-6AFD-184A6A0268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992" y="1697176"/>
                <a:ext cx="1126148" cy="461665"/>
              </a:xfrm>
              <a:prstGeom prst="rect">
                <a:avLst/>
              </a:prstGeom>
              <a:blipFill>
                <a:blip r:embed="rId4"/>
                <a:stretch>
                  <a:fillRect l="-8108" t="-10526" b="-28947"/>
                </a:stretch>
              </a:blipFill>
              <a:ln w="19050">
                <a:noFill/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3200374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288000" y="0"/>
            <a:ext cx="11164860" cy="141763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altLang="zh-CN" dirty="0">
                <a:latin typeface="Century Gothic" panose="020B050202020202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Task Parallelism</a:t>
            </a:r>
            <a:endParaRPr lang="en-US" altLang="zh-CN" sz="3600" dirty="0">
              <a:latin typeface="Century Gothic" panose="020B050202020202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5" name="Rectangle 10"/>
          <p:cNvSpPr/>
          <p:nvPr/>
        </p:nvSpPr>
        <p:spPr>
          <a:xfrm>
            <a:off x="0" y="420787"/>
            <a:ext cx="288000" cy="57606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61276D5-BD28-AE8E-36E3-73EAF6A40493}"/>
              </a:ext>
            </a:extLst>
          </p:cNvPr>
          <p:cNvSpPr/>
          <p:nvPr/>
        </p:nvSpPr>
        <p:spPr>
          <a:xfrm>
            <a:off x="6804358" y="5002801"/>
            <a:ext cx="5482892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000000"/>
                </a:solidFill>
                <a:latin typeface="LinLibertineTB"/>
              </a:rPr>
              <a:t>Vertex Dependency Management: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2000" dirty="0"/>
              <a:t>Neighbor Cache and Reuse for Pre-chunk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rgbClr val="FF0000"/>
                </a:solidFill>
              </a:rPr>
              <a:t>Subgraph Reorganization Before Each Epoch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2000" dirty="0"/>
              <a:t>Task-level Pipeline Parallelism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2000" dirty="0"/>
              <a:t>Overlap Communication and Computation</a:t>
            </a:r>
            <a:endParaRPr lang="zh-CN" altLang="en-US" sz="2000" dirty="0"/>
          </a:p>
        </p:txBody>
      </p:sp>
      <p:pic>
        <p:nvPicPr>
          <p:cNvPr id="73" name="图片 72">
            <a:extLst>
              <a:ext uri="{FF2B5EF4-FFF2-40B4-BE49-F238E27FC236}">
                <a16:creationId xmlns:a16="http://schemas.microsoft.com/office/drawing/2014/main" id="{48933472-DFFB-0396-A1D3-EA1A1E3983E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5823"/>
          <a:stretch/>
        </p:blipFill>
        <p:spPr>
          <a:xfrm>
            <a:off x="144000" y="4673600"/>
            <a:ext cx="6651264" cy="1690593"/>
          </a:xfrm>
          <a:prstGeom prst="rect">
            <a:avLst/>
          </a:prstGeom>
        </p:spPr>
      </p:pic>
      <p:sp>
        <p:nvSpPr>
          <p:cNvPr id="77" name="箭头: 右 76">
            <a:extLst>
              <a:ext uri="{FF2B5EF4-FFF2-40B4-BE49-F238E27FC236}">
                <a16:creationId xmlns:a16="http://schemas.microsoft.com/office/drawing/2014/main" id="{532151E5-6A8B-870F-AB9D-F0979C1FF49F}"/>
              </a:ext>
            </a:extLst>
          </p:cNvPr>
          <p:cNvSpPr/>
          <p:nvPr/>
        </p:nvSpPr>
        <p:spPr>
          <a:xfrm rot="10800000">
            <a:off x="6705137" y="5627329"/>
            <a:ext cx="617896" cy="382159"/>
          </a:xfrm>
          <a:prstGeom prst="rightArrow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01FC054A-66C6-17A6-851F-B8A5E951613E}"/>
              </a:ext>
            </a:extLst>
          </p:cNvPr>
          <p:cNvSpPr/>
          <p:nvPr/>
        </p:nvSpPr>
        <p:spPr>
          <a:xfrm rot="5400000">
            <a:off x="1742638" y="2304790"/>
            <a:ext cx="322854" cy="32384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cs typeface="Arial" panose="020B0604020202020204" pitchFamily="34" charset="0"/>
              </a:rPr>
              <a:t>1</a:t>
            </a:r>
            <a:endParaRPr lang="zh-CN" altLang="en-US" sz="2400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33" name="椭圆 32">
            <a:extLst>
              <a:ext uri="{FF2B5EF4-FFF2-40B4-BE49-F238E27FC236}">
                <a16:creationId xmlns:a16="http://schemas.microsoft.com/office/drawing/2014/main" id="{A7ED981C-805A-D511-4AF9-969E7B2C5B4B}"/>
              </a:ext>
            </a:extLst>
          </p:cNvPr>
          <p:cNvSpPr/>
          <p:nvPr/>
        </p:nvSpPr>
        <p:spPr>
          <a:xfrm rot="5400000">
            <a:off x="1742638" y="3005726"/>
            <a:ext cx="322854" cy="323843"/>
          </a:xfrm>
          <a:prstGeom prst="ellipse">
            <a:avLst/>
          </a:prstGeom>
          <a:noFill/>
          <a:ln w="28575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2400" dirty="0">
                <a:solidFill>
                  <a:srgbClr val="FF0000"/>
                </a:solidFill>
                <a:cs typeface="Arial" panose="020B0604020202020204" pitchFamily="34" charset="0"/>
              </a:rPr>
              <a:t>3</a:t>
            </a:r>
            <a:endParaRPr lang="zh-CN" altLang="en-US" sz="2400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  <p:sp>
        <p:nvSpPr>
          <p:cNvPr id="34" name="椭圆 33">
            <a:extLst>
              <a:ext uri="{FF2B5EF4-FFF2-40B4-BE49-F238E27FC236}">
                <a16:creationId xmlns:a16="http://schemas.microsoft.com/office/drawing/2014/main" id="{182D9565-71F3-6BFF-907D-D4FFE9CCFC7B}"/>
              </a:ext>
            </a:extLst>
          </p:cNvPr>
          <p:cNvSpPr/>
          <p:nvPr/>
        </p:nvSpPr>
        <p:spPr>
          <a:xfrm rot="5400000">
            <a:off x="1080713" y="2304790"/>
            <a:ext cx="322854" cy="32384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cs typeface="Arial" panose="020B0604020202020204" pitchFamily="34" charset="0"/>
              </a:rPr>
              <a:t>0</a:t>
            </a:r>
            <a:endParaRPr lang="zh-CN" altLang="en-US" sz="2400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cxnSp>
        <p:nvCxnSpPr>
          <p:cNvPr id="35" name="直接连接符 510">
            <a:extLst>
              <a:ext uri="{FF2B5EF4-FFF2-40B4-BE49-F238E27FC236}">
                <a16:creationId xmlns:a16="http://schemas.microsoft.com/office/drawing/2014/main" id="{18701E2A-EDAB-348D-9032-85FE3519AFB6}"/>
              </a:ext>
            </a:extLst>
          </p:cNvPr>
          <p:cNvCxnSpPr>
            <a:cxnSpLocks/>
          </p:cNvCxnSpPr>
          <p:nvPr/>
        </p:nvCxnSpPr>
        <p:spPr>
          <a:xfrm flipH="1">
            <a:off x="1405523" y="2466704"/>
            <a:ext cx="328224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直接连接符 512">
            <a:extLst>
              <a:ext uri="{FF2B5EF4-FFF2-40B4-BE49-F238E27FC236}">
                <a16:creationId xmlns:a16="http://schemas.microsoft.com/office/drawing/2014/main" id="{32072546-B362-9187-91FD-7D0FC96A84F9}"/>
              </a:ext>
            </a:extLst>
          </p:cNvPr>
          <p:cNvCxnSpPr>
            <a:cxnSpLocks/>
          </p:cNvCxnSpPr>
          <p:nvPr/>
        </p:nvCxnSpPr>
        <p:spPr>
          <a:xfrm flipV="1">
            <a:off x="1904065" y="2625958"/>
            <a:ext cx="0" cy="380257"/>
          </a:xfrm>
          <a:prstGeom prst="line">
            <a:avLst/>
          </a:prstGeom>
          <a:ln w="28575">
            <a:solidFill>
              <a:srgbClr val="FF0000"/>
            </a:solidFill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椭圆 36">
            <a:extLst>
              <a:ext uri="{FF2B5EF4-FFF2-40B4-BE49-F238E27FC236}">
                <a16:creationId xmlns:a16="http://schemas.microsoft.com/office/drawing/2014/main" id="{116C26FC-4F41-7232-0D86-B2AEF0CFC739}"/>
              </a:ext>
            </a:extLst>
          </p:cNvPr>
          <p:cNvSpPr/>
          <p:nvPr/>
        </p:nvSpPr>
        <p:spPr>
          <a:xfrm rot="5400000">
            <a:off x="3477912" y="2304784"/>
            <a:ext cx="322854" cy="323843"/>
          </a:xfrm>
          <a:prstGeom prst="ellipse">
            <a:avLst/>
          </a:prstGeom>
          <a:noFill/>
          <a:ln w="28575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2400" dirty="0">
                <a:solidFill>
                  <a:sysClr val="windowText" lastClr="000000"/>
                </a:solidFill>
                <a:cs typeface="Arial" panose="020B0604020202020204" pitchFamily="34" charset="0"/>
              </a:rPr>
              <a:t>1</a:t>
            </a:r>
            <a:endParaRPr lang="zh-CN" altLang="en-US" sz="2400" dirty="0">
              <a:solidFill>
                <a:sysClr val="windowText" lastClr="000000"/>
              </a:solidFill>
              <a:cs typeface="Arial" panose="020B0604020202020204" pitchFamily="34" charset="0"/>
            </a:endParaRPr>
          </a:p>
        </p:txBody>
      </p:sp>
      <p:sp>
        <p:nvSpPr>
          <p:cNvPr id="38" name="椭圆 37">
            <a:extLst>
              <a:ext uri="{FF2B5EF4-FFF2-40B4-BE49-F238E27FC236}">
                <a16:creationId xmlns:a16="http://schemas.microsoft.com/office/drawing/2014/main" id="{48E5FCC1-20C4-304E-F59F-F3416CABFFF9}"/>
              </a:ext>
            </a:extLst>
          </p:cNvPr>
          <p:cNvSpPr/>
          <p:nvPr/>
        </p:nvSpPr>
        <p:spPr>
          <a:xfrm rot="5400000">
            <a:off x="3477912" y="3005720"/>
            <a:ext cx="322854" cy="32384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cs typeface="Arial" panose="020B0604020202020204" pitchFamily="34" charset="0"/>
              </a:rPr>
              <a:t>3</a:t>
            </a:r>
            <a:endParaRPr lang="zh-CN" altLang="en-US" sz="2400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39" name="椭圆 38">
            <a:extLst>
              <a:ext uri="{FF2B5EF4-FFF2-40B4-BE49-F238E27FC236}">
                <a16:creationId xmlns:a16="http://schemas.microsoft.com/office/drawing/2014/main" id="{8C40571E-B502-A6FE-F8F7-DC9979E15B73}"/>
              </a:ext>
            </a:extLst>
          </p:cNvPr>
          <p:cNvSpPr/>
          <p:nvPr/>
        </p:nvSpPr>
        <p:spPr>
          <a:xfrm rot="5400000">
            <a:off x="2815987" y="3005720"/>
            <a:ext cx="322854" cy="32384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cs typeface="Arial" panose="020B0604020202020204" pitchFamily="34" charset="0"/>
              </a:rPr>
              <a:t>2</a:t>
            </a:r>
            <a:endParaRPr lang="zh-CN" altLang="en-US" sz="2400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cxnSp>
        <p:nvCxnSpPr>
          <p:cNvPr id="40" name="直接连接符 522">
            <a:extLst>
              <a:ext uri="{FF2B5EF4-FFF2-40B4-BE49-F238E27FC236}">
                <a16:creationId xmlns:a16="http://schemas.microsoft.com/office/drawing/2014/main" id="{DBE9ECFE-123F-DEDD-BC6F-C335C7716215}"/>
              </a:ext>
            </a:extLst>
          </p:cNvPr>
          <p:cNvCxnSpPr>
            <a:cxnSpLocks/>
          </p:cNvCxnSpPr>
          <p:nvPr/>
        </p:nvCxnSpPr>
        <p:spPr>
          <a:xfrm flipV="1">
            <a:off x="3639339" y="2625952"/>
            <a:ext cx="0" cy="380257"/>
          </a:xfrm>
          <a:prstGeom prst="line">
            <a:avLst/>
          </a:prstGeom>
          <a:ln w="28575">
            <a:solidFill>
              <a:schemeClr val="tx1"/>
            </a:solidFill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直接连接符 524">
            <a:extLst>
              <a:ext uri="{FF2B5EF4-FFF2-40B4-BE49-F238E27FC236}">
                <a16:creationId xmlns:a16="http://schemas.microsoft.com/office/drawing/2014/main" id="{79EC189E-5FC9-5851-036F-7DE18F4F0CDF}"/>
              </a:ext>
            </a:extLst>
          </p:cNvPr>
          <p:cNvCxnSpPr>
            <a:cxnSpLocks/>
          </p:cNvCxnSpPr>
          <p:nvPr/>
        </p:nvCxnSpPr>
        <p:spPr>
          <a:xfrm flipH="1">
            <a:off x="3137877" y="3167635"/>
            <a:ext cx="32987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" name="文本框 41">
            <a:extLst>
              <a:ext uri="{FF2B5EF4-FFF2-40B4-BE49-F238E27FC236}">
                <a16:creationId xmlns:a16="http://schemas.microsoft.com/office/drawing/2014/main" id="{D81353C8-0B10-FE95-5E35-4EC1EFF505A5}"/>
              </a:ext>
            </a:extLst>
          </p:cNvPr>
          <p:cNvSpPr txBox="1"/>
          <p:nvPr/>
        </p:nvSpPr>
        <p:spPr>
          <a:xfrm>
            <a:off x="908767" y="3370265"/>
            <a:ext cx="1381439" cy="400110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cs typeface="Arial" panose="020B0604020202020204" pitchFamily="34" charset="0"/>
              </a:rPr>
              <a:t>Subgraph1</a:t>
            </a:r>
            <a:endParaRPr lang="zh-CN" altLang="en-US" sz="2000" b="1" dirty="0">
              <a:cs typeface="Arial" panose="020B0604020202020204" pitchFamily="34" charset="0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732AF7DB-F83E-C282-F6C0-A8353EACBF14}"/>
              </a:ext>
            </a:extLst>
          </p:cNvPr>
          <p:cNvSpPr txBox="1"/>
          <p:nvPr/>
        </p:nvSpPr>
        <p:spPr>
          <a:xfrm>
            <a:off x="2680417" y="3370266"/>
            <a:ext cx="1381439" cy="400110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cs typeface="Arial" panose="020B0604020202020204" pitchFamily="34" charset="0"/>
              </a:rPr>
              <a:t>Subgraph2</a:t>
            </a:r>
            <a:endParaRPr lang="zh-CN" altLang="en-US" sz="2000" b="1" dirty="0">
              <a:cs typeface="Arial" panose="020B0604020202020204" pitchFamily="34" charset="0"/>
            </a:endParaRP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91ED9982-4608-C4D2-EDAA-77EAD189DDB4}"/>
              </a:ext>
            </a:extLst>
          </p:cNvPr>
          <p:cNvSpPr/>
          <p:nvPr/>
        </p:nvSpPr>
        <p:spPr>
          <a:xfrm>
            <a:off x="165838" y="2184400"/>
            <a:ext cx="3993412" cy="1535176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0BB3A1E7-0EF3-DA30-E5FE-503F294B55C8}"/>
              </a:ext>
            </a:extLst>
          </p:cNvPr>
          <p:cNvSpPr txBox="1"/>
          <p:nvPr/>
        </p:nvSpPr>
        <p:spPr>
          <a:xfrm>
            <a:off x="144000" y="2152682"/>
            <a:ext cx="1381439" cy="400110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cs typeface="Arial" panose="020B0604020202020204" pitchFamily="34" charset="0"/>
              </a:rPr>
              <a:t>GPU2</a:t>
            </a:r>
            <a:endParaRPr lang="zh-CN" altLang="en-US" sz="2000" b="1" dirty="0">
              <a:cs typeface="Arial" panose="020B0604020202020204" pitchFamily="34" charset="0"/>
            </a:endParaRPr>
          </a:p>
        </p:txBody>
      </p:sp>
      <p:sp>
        <p:nvSpPr>
          <p:cNvPr id="51" name="箭头: 右 50">
            <a:extLst>
              <a:ext uri="{FF2B5EF4-FFF2-40B4-BE49-F238E27FC236}">
                <a16:creationId xmlns:a16="http://schemas.microsoft.com/office/drawing/2014/main" id="{1FFA5E72-4C80-5E4F-800B-F4CFF212870C}"/>
              </a:ext>
            </a:extLst>
          </p:cNvPr>
          <p:cNvSpPr/>
          <p:nvPr/>
        </p:nvSpPr>
        <p:spPr>
          <a:xfrm rot="16920615">
            <a:off x="1767077" y="4206149"/>
            <a:ext cx="1289484" cy="453725"/>
          </a:xfrm>
          <a:prstGeom prst="rightArrow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F6EF8813-661E-D47A-D9EA-6598D3E09320}"/>
              </a:ext>
            </a:extLst>
          </p:cNvPr>
          <p:cNvSpPr txBox="1"/>
          <p:nvPr/>
        </p:nvSpPr>
        <p:spPr>
          <a:xfrm>
            <a:off x="3642924" y="2483204"/>
            <a:ext cx="407196" cy="584775"/>
          </a:xfrm>
          <a:prstGeom prst="rect">
            <a:avLst/>
          </a:prstGeom>
          <a:noFill/>
          <a:ln w="19050">
            <a:noFill/>
            <a:prstDash val="solid"/>
          </a:ln>
        </p:spPr>
        <p:txBody>
          <a:bodyPr wrap="square">
            <a:spAutoFit/>
          </a:bodyPr>
          <a:lstStyle/>
          <a:p>
            <a:r>
              <a:rPr lang="zh-CN" altLang="en-US" sz="3200" b="1" dirty="0">
                <a:solidFill>
                  <a:srgbClr val="FF0000"/>
                </a:solidFill>
              </a:rPr>
              <a:t>√</a:t>
            </a:r>
            <a:endParaRPr lang="zh-CN" altLang="en-US" sz="3200" b="1" dirty="0"/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E65BCEC4-964A-D151-94D3-7A3E677DD5A5}"/>
              </a:ext>
            </a:extLst>
          </p:cNvPr>
          <p:cNvSpPr txBox="1"/>
          <p:nvPr/>
        </p:nvSpPr>
        <p:spPr>
          <a:xfrm>
            <a:off x="1820275" y="2499277"/>
            <a:ext cx="407196" cy="584775"/>
          </a:xfrm>
          <a:prstGeom prst="rect">
            <a:avLst/>
          </a:prstGeom>
          <a:noFill/>
          <a:ln w="19050">
            <a:noFill/>
            <a:prstDash val="solid"/>
          </a:ln>
        </p:spPr>
        <p:txBody>
          <a:bodyPr wrap="square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</a:rPr>
              <a:t>×</a:t>
            </a:r>
            <a:endParaRPr lang="zh-CN" altLang="en-US" sz="3200" b="1" dirty="0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8D39F4B-8C02-C81D-3BB3-CB03813DFA76}"/>
              </a:ext>
            </a:extLst>
          </p:cNvPr>
          <p:cNvSpPr/>
          <p:nvPr/>
        </p:nvSpPr>
        <p:spPr>
          <a:xfrm>
            <a:off x="4817881" y="2184399"/>
            <a:ext cx="3993412" cy="1535176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BA589ED9-58BF-7C9F-CF46-83B1E4B9D416}"/>
              </a:ext>
            </a:extLst>
          </p:cNvPr>
          <p:cNvSpPr txBox="1"/>
          <p:nvPr/>
        </p:nvSpPr>
        <p:spPr>
          <a:xfrm>
            <a:off x="4796043" y="2152681"/>
            <a:ext cx="1381439" cy="400110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cs typeface="Arial" panose="020B0604020202020204" pitchFamily="34" charset="0"/>
              </a:rPr>
              <a:t>GPU2</a:t>
            </a:r>
            <a:endParaRPr lang="zh-CN" altLang="en-US" sz="2000" b="1" dirty="0">
              <a:cs typeface="Arial" panose="020B0604020202020204" pitchFamily="34" charset="0"/>
            </a:endParaRPr>
          </a:p>
        </p:txBody>
      </p:sp>
      <p:sp>
        <p:nvSpPr>
          <p:cNvPr id="19" name="箭头: 右 18">
            <a:extLst>
              <a:ext uri="{FF2B5EF4-FFF2-40B4-BE49-F238E27FC236}">
                <a16:creationId xmlns:a16="http://schemas.microsoft.com/office/drawing/2014/main" id="{DCCFFA53-129D-8EE5-AD06-CDFD18070F07}"/>
              </a:ext>
            </a:extLst>
          </p:cNvPr>
          <p:cNvSpPr/>
          <p:nvPr/>
        </p:nvSpPr>
        <p:spPr>
          <a:xfrm rot="16920615">
            <a:off x="5225688" y="4189629"/>
            <a:ext cx="1289484" cy="453725"/>
          </a:xfrm>
          <a:prstGeom prst="rightArrow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27F3ADD3-076F-C8C8-5B19-A6FD0396646F}"/>
              </a:ext>
            </a:extLst>
          </p:cNvPr>
          <p:cNvGrpSpPr/>
          <p:nvPr/>
        </p:nvGrpSpPr>
        <p:grpSpPr>
          <a:xfrm>
            <a:off x="5598910" y="2305278"/>
            <a:ext cx="1381439" cy="1465097"/>
            <a:chOff x="7332460" y="2305278"/>
            <a:chExt cx="1381439" cy="1465097"/>
          </a:xfrm>
        </p:grpSpPr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BD729695-F3C4-76EA-F966-037A82537FA1}"/>
                </a:ext>
              </a:extLst>
            </p:cNvPr>
            <p:cNvSpPr/>
            <p:nvPr/>
          </p:nvSpPr>
          <p:spPr>
            <a:xfrm rot="5400000">
              <a:off x="8129955" y="2304783"/>
              <a:ext cx="322854" cy="323843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altLang="zh-CN" sz="2400" dirty="0">
                  <a:solidFill>
                    <a:srgbClr val="FF0000"/>
                  </a:solidFill>
                  <a:cs typeface="Arial" panose="020B0604020202020204" pitchFamily="34" charset="0"/>
                </a:rPr>
                <a:t>1</a:t>
              </a:r>
              <a:endParaRPr lang="zh-CN" altLang="en-US" sz="2400" dirty="0">
                <a:solidFill>
                  <a:srgbClr val="FF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C25F0582-8919-9C77-34A6-F3470D2B8AE4}"/>
                </a:ext>
              </a:extLst>
            </p:cNvPr>
            <p:cNvSpPr/>
            <p:nvPr/>
          </p:nvSpPr>
          <p:spPr>
            <a:xfrm rot="5400000">
              <a:off x="8129955" y="3005719"/>
              <a:ext cx="322854" cy="323843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altLang="zh-CN" sz="2400" dirty="0">
                  <a:solidFill>
                    <a:schemeClr val="tx1"/>
                  </a:solidFill>
                  <a:cs typeface="Arial" panose="020B0604020202020204" pitchFamily="34" charset="0"/>
                </a:rPr>
                <a:t>3</a:t>
              </a:r>
              <a:endParaRPr lang="zh-CN" altLang="en-US" sz="2400" dirty="0">
                <a:solidFill>
                  <a:schemeClr val="tx1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12" name="椭圆 11">
              <a:extLst>
                <a:ext uri="{FF2B5EF4-FFF2-40B4-BE49-F238E27FC236}">
                  <a16:creationId xmlns:a16="http://schemas.microsoft.com/office/drawing/2014/main" id="{7E145FD5-B78B-B4C4-83C0-BDFA534D242E}"/>
                </a:ext>
              </a:extLst>
            </p:cNvPr>
            <p:cNvSpPr/>
            <p:nvPr/>
          </p:nvSpPr>
          <p:spPr>
            <a:xfrm rot="5400000">
              <a:off x="7468030" y="3005719"/>
              <a:ext cx="322854" cy="323843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altLang="zh-CN" sz="2400" dirty="0">
                  <a:solidFill>
                    <a:schemeClr val="tx1"/>
                  </a:solidFill>
                  <a:cs typeface="Arial" panose="020B0604020202020204" pitchFamily="34" charset="0"/>
                </a:rPr>
                <a:t>2</a:t>
              </a:r>
              <a:endParaRPr lang="zh-CN" altLang="en-US" sz="2400" dirty="0">
                <a:solidFill>
                  <a:schemeClr val="tx1"/>
                </a:solidFill>
                <a:cs typeface="Arial" panose="020B0604020202020204" pitchFamily="34" charset="0"/>
              </a:endParaRPr>
            </a:p>
          </p:txBody>
        </p:sp>
        <p:cxnSp>
          <p:nvCxnSpPr>
            <p:cNvPr id="13" name="直接连接符 522">
              <a:extLst>
                <a:ext uri="{FF2B5EF4-FFF2-40B4-BE49-F238E27FC236}">
                  <a16:creationId xmlns:a16="http://schemas.microsoft.com/office/drawing/2014/main" id="{C2B260EA-340F-F0DA-90E8-CC564EDAC12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291382" y="2625951"/>
              <a:ext cx="0" cy="380257"/>
            </a:xfrm>
            <a:prstGeom prst="line">
              <a:avLst/>
            </a:prstGeom>
            <a:ln w="28575">
              <a:solidFill>
                <a:srgbClr val="FF0000"/>
              </a:solidFill>
              <a:prstDash val="sysDot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直接连接符 524">
              <a:extLst>
                <a:ext uri="{FF2B5EF4-FFF2-40B4-BE49-F238E27FC236}">
                  <a16:creationId xmlns:a16="http://schemas.microsoft.com/office/drawing/2014/main" id="{1C467F29-8FC9-89A9-5C89-65765D162F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789920" y="3167634"/>
              <a:ext cx="329875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642B5AB6-0D16-4738-7DCA-9DA946AB6B92}"/>
                </a:ext>
              </a:extLst>
            </p:cNvPr>
            <p:cNvSpPr txBox="1"/>
            <p:nvPr/>
          </p:nvSpPr>
          <p:spPr>
            <a:xfrm>
              <a:off x="7332460" y="3370265"/>
              <a:ext cx="1381439" cy="400110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cs typeface="Arial" panose="020B0604020202020204" pitchFamily="34" charset="0"/>
                </a:rPr>
                <a:t>Subgraph2</a:t>
              </a:r>
              <a:endParaRPr lang="zh-CN" altLang="en-US" sz="2000" b="1" dirty="0">
                <a:cs typeface="Arial" panose="020B0604020202020204" pitchFamily="34" charset="0"/>
              </a:endParaRPr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A4D041C3-67DE-0F11-E14B-54C22E081FFE}"/>
                </a:ext>
              </a:extLst>
            </p:cNvPr>
            <p:cNvSpPr txBox="1"/>
            <p:nvPr/>
          </p:nvSpPr>
          <p:spPr>
            <a:xfrm>
              <a:off x="8294967" y="2483203"/>
              <a:ext cx="407196" cy="584775"/>
            </a:xfrm>
            <a:prstGeom prst="rect">
              <a:avLst/>
            </a:prstGeom>
            <a:noFill/>
            <a:ln w="19050">
              <a:noFill/>
              <a:prstDash val="solid"/>
            </a:ln>
          </p:spPr>
          <p:txBody>
            <a:bodyPr wrap="square">
              <a:spAutoFit/>
            </a:bodyPr>
            <a:lstStyle/>
            <a:p>
              <a:r>
                <a:rPr lang="en-US" altLang="zh-CN" sz="3200" b="1" dirty="0">
                  <a:solidFill>
                    <a:srgbClr val="FF0000"/>
                  </a:solidFill>
                </a:rPr>
                <a:t>×</a:t>
              </a:r>
              <a:endParaRPr lang="zh-CN" altLang="en-US" sz="3200" b="1" dirty="0"/>
            </a:p>
          </p:txBody>
        </p:sp>
      </p:grpSp>
      <p:sp>
        <p:nvSpPr>
          <p:cNvPr id="47" name="椭圆 46">
            <a:extLst>
              <a:ext uri="{FF2B5EF4-FFF2-40B4-BE49-F238E27FC236}">
                <a16:creationId xmlns:a16="http://schemas.microsoft.com/office/drawing/2014/main" id="{7A22677E-042D-9134-6208-9CF9A9FEBFA4}"/>
              </a:ext>
            </a:extLst>
          </p:cNvPr>
          <p:cNvSpPr/>
          <p:nvPr/>
        </p:nvSpPr>
        <p:spPr>
          <a:xfrm rot="5400000">
            <a:off x="8159981" y="2304789"/>
            <a:ext cx="322854" cy="32384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cs typeface="Arial" panose="020B0604020202020204" pitchFamily="34" charset="0"/>
              </a:rPr>
              <a:t>1</a:t>
            </a:r>
            <a:endParaRPr lang="zh-CN" altLang="en-US" sz="2400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48" name="椭圆 47">
            <a:extLst>
              <a:ext uri="{FF2B5EF4-FFF2-40B4-BE49-F238E27FC236}">
                <a16:creationId xmlns:a16="http://schemas.microsoft.com/office/drawing/2014/main" id="{7D62E7EA-9E32-2C93-0321-7169AA919E46}"/>
              </a:ext>
            </a:extLst>
          </p:cNvPr>
          <p:cNvSpPr/>
          <p:nvPr/>
        </p:nvSpPr>
        <p:spPr>
          <a:xfrm rot="5400000">
            <a:off x="8159981" y="3005725"/>
            <a:ext cx="322854" cy="323843"/>
          </a:xfrm>
          <a:prstGeom prst="ellipse">
            <a:avLst/>
          </a:prstGeom>
          <a:noFill/>
          <a:ln w="28575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2400" dirty="0">
                <a:solidFill>
                  <a:sysClr val="windowText" lastClr="000000"/>
                </a:solidFill>
                <a:cs typeface="Arial" panose="020B0604020202020204" pitchFamily="34" charset="0"/>
              </a:rPr>
              <a:t>3</a:t>
            </a:r>
            <a:endParaRPr lang="zh-CN" altLang="en-US" sz="2400" dirty="0">
              <a:solidFill>
                <a:sysClr val="windowText" lastClr="000000"/>
              </a:solidFill>
              <a:cs typeface="Arial" panose="020B0604020202020204" pitchFamily="34" charset="0"/>
            </a:endParaRPr>
          </a:p>
        </p:txBody>
      </p:sp>
      <p:sp>
        <p:nvSpPr>
          <p:cNvPr id="49" name="椭圆 48">
            <a:extLst>
              <a:ext uri="{FF2B5EF4-FFF2-40B4-BE49-F238E27FC236}">
                <a16:creationId xmlns:a16="http://schemas.microsoft.com/office/drawing/2014/main" id="{65ADBD0E-E5F5-CA3E-78EC-EDBCFFC2B2E7}"/>
              </a:ext>
            </a:extLst>
          </p:cNvPr>
          <p:cNvSpPr/>
          <p:nvPr/>
        </p:nvSpPr>
        <p:spPr>
          <a:xfrm rot="5400000">
            <a:off x="7498056" y="2304789"/>
            <a:ext cx="322854" cy="32384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cs typeface="Arial" panose="020B0604020202020204" pitchFamily="34" charset="0"/>
              </a:rPr>
              <a:t>0</a:t>
            </a:r>
            <a:endParaRPr lang="zh-CN" altLang="en-US" sz="2400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cxnSp>
        <p:nvCxnSpPr>
          <p:cNvPr id="50" name="直接连接符 510">
            <a:extLst>
              <a:ext uri="{FF2B5EF4-FFF2-40B4-BE49-F238E27FC236}">
                <a16:creationId xmlns:a16="http://schemas.microsoft.com/office/drawing/2014/main" id="{4D1A45AA-C805-DCFD-0842-7EA02989B424}"/>
              </a:ext>
            </a:extLst>
          </p:cNvPr>
          <p:cNvCxnSpPr>
            <a:cxnSpLocks/>
          </p:cNvCxnSpPr>
          <p:nvPr/>
        </p:nvCxnSpPr>
        <p:spPr>
          <a:xfrm flipH="1">
            <a:off x="7822866" y="2466703"/>
            <a:ext cx="328224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直接连接符 512">
            <a:extLst>
              <a:ext uri="{FF2B5EF4-FFF2-40B4-BE49-F238E27FC236}">
                <a16:creationId xmlns:a16="http://schemas.microsoft.com/office/drawing/2014/main" id="{1E4095C4-E9F2-8D02-4E56-07B808D48560}"/>
              </a:ext>
            </a:extLst>
          </p:cNvPr>
          <p:cNvCxnSpPr>
            <a:cxnSpLocks/>
          </p:cNvCxnSpPr>
          <p:nvPr/>
        </p:nvCxnSpPr>
        <p:spPr>
          <a:xfrm flipV="1">
            <a:off x="8321408" y="2625957"/>
            <a:ext cx="0" cy="380257"/>
          </a:xfrm>
          <a:prstGeom prst="line">
            <a:avLst/>
          </a:prstGeom>
          <a:ln w="28575">
            <a:solidFill>
              <a:schemeClr val="tx1"/>
            </a:solidFill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5" name="文本框 54">
            <a:extLst>
              <a:ext uri="{FF2B5EF4-FFF2-40B4-BE49-F238E27FC236}">
                <a16:creationId xmlns:a16="http://schemas.microsoft.com/office/drawing/2014/main" id="{31901A4D-DFC1-3484-40CB-E36DC15AEB36}"/>
              </a:ext>
            </a:extLst>
          </p:cNvPr>
          <p:cNvSpPr txBox="1"/>
          <p:nvPr/>
        </p:nvSpPr>
        <p:spPr>
          <a:xfrm>
            <a:off x="7326110" y="3370264"/>
            <a:ext cx="1381439" cy="400110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cs typeface="Arial" panose="020B0604020202020204" pitchFamily="34" charset="0"/>
              </a:rPr>
              <a:t>Subgraph1</a:t>
            </a:r>
            <a:endParaRPr lang="zh-CN" altLang="en-US" sz="2000" b="1" dirty="0">
              <a:cs typeface="Arial" panose="020B0604020202020204" pitchFamily="34" charset="0"/>
            </a:endParaRP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6B8DE4F0-0BE2-D33C-B0C8-0C6A91BD9E02}"/>
              </a:ext>
            </a:extLst>
          </p:cNvPr>
          <p:cNvSpPr txBox="1"/>
          <p:nvPr/>
        </p:nvSpPr>
        <p:spPr>
          <a:xfrm>
            <a:off x="8293179" y="2499276"/>
            <a:ext cx="407196" cy="584775"/>
          </a:xfrm>
          <a:prstGeom prst="rect">
            <a:avLst/>
          </a:prstGeom>
          <a:noFill/>
          <a:ln w="19050">
            <a:noFill/>
            <a:prstDash val="solid"/>
          </a:ln>
        </p:spPr>
        <p:txBody>
          <a:bodyPr wrap="square">
            <a:spAutoFit/>
          </a:bodyPr>
          <a:lstStyle/>
          <a:p>
            <a:r>
              <a:rPr lang="zh-CN" altLang="en-US" sz="3200" b="1" dirty="0">
                <a:solidFill>
                  <a:srgbClr val="FF0000"/>
                </a:solidFill>
              </a:rPr>
              <a:t>√</a:t>
            </a:r>
            <a:endParaRPr lang="zh-CN" altLang="en-US" sz="3200" b="1" dirty="0"/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78871286-FC0E-617A-53DF-96BC6D1FFE7B}"/>
              </a:ext>
            </a:extLst>
          </p:cNvPr>
          <p:cNvSpPr txBox="1"/>
          <p:nvPr/>
        </p:nvSpPr>
        <p:spPr>
          <a:xfrm>
            <a:off x="9232342" y="2522373"/>
            <a:ext cx="1381439" cy="646331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cs typeface="Arial" panose="020B0604020202020204" pitchFamily="34" charset="0"/>
              </a:rPr>
              <a:t>…</a:t>
            </a:r>
            <a:endParaRPr lang="zh-CN" altLang="en-US" sz="3600" b="1" dirty="0">
              <a:cs typeface="Arial" panose="020B0604020202020204" pitchFamily="34" charset="0"/>
            </a:endParaRP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1863E102-CD1F-954F-D957-868E04DB8201}"/>
              </a:ext>
            </a:extLst>
          </p:cNvPr>
          <p:cNvSpPr txBox="1"/>
          <p:nvPr/>
        </p:nvSpPr>
        <p:spPr>
          <a:xfrm>
            <a:off x="9149374" y="3251735"/>
            <a:ext cx="3212856" cy="461665"/>
          </a:xfrm>
          <a:prstGeom prst="rect">
            <a:avLst/>
          </a:prstGeom>
          <a:noFill/>
          <a:ln w="19050">
            <a:noFill/>
            <a:prstDash val="solid"/>
          </a:ln>
        </p:spPr>
        <p:txBody>
          <a:bodyPr wrap="square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M</a:t>
            </a:r>
            <a:r>
              <a:rPr lang="en-US" altLang="zh-CN" sz="2400" kern="12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itigate </a:t>
            </a:r>
            <a:r>
              <a:rPr lang="en-US" altLang="zh-CN" sz="2400" dirty="0">
                <a:solidFill>
                  <a:srgbClr val="FF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A</a:t>
            </a:r>
            <a:r>
              <a:rPr lang="en-US" altLang="zh-CN" sz="2400" kern="12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ccuracy </a:t>
            </a:r>
            <a:r>
              <a:rPr lang="en-US" altLang="zh-CN" sz="2400" dirty="0">
                <a:solidFill>
                  <a:srgbClr val="FF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L</a:t>
            </a:r>
            <a:r>
              <a:rPr lang="en-US" altLang="zh-CN" sz="2400" kern="12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oss 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1" name="文本框 60">
                <a:extLst>
                  <a:ext uri="{FF2B5EF4-FFF2-40B4-BE49-F238E27FC236}">
                    <a16:creationId xmlns:a16="http://schemas.microsoft.com/office/drawing/2014/main" id="{0D02CF84-996E-EE2F-8473-04746E739BF3}"/>
                  </a:ext>
                </a:extLst>
              </p:cNvPr>
              <p:cNvSpPr txBox="1"/>
              <p:nvPr/>
            </p:nvSpPr>
            <p:spPr>
              <a:xfrm>
                <a:off x="115992" y="1697176"/>
                <a:ext cx="1126148" cy="461665"/>
              </a:xfrm>
              <a:prstGeom prst="rect">
                <a:avLst/>
              </a:prstGeom>
              <a:noFill/>
              <a:ln w="19050">
                <a:noFill/>
                <a:prstDash val="solid"/>
              </a:ln>
            </p:spPr>
            <p:txBody>
              <a:bodyPr wrap="square">
                <a:spAutoFit/>
              </a:bodyPr>
              <a:lstStyle/>
              <a:p>
                <a:r>
                  <a:rPr lang="en-US" altLang="zh-CN" sz="2400" dirty="0">
                    <a:solidFill>
                      <a:srgbClr val="FF0000"/>
                    </a:solidFill>
                  </a:rPr>
                  <a:t>Epoch 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zh-CN" altLang="en-US" sz="2400" dirty="0"/>
              </a:p>
            </p:txBody>
          </p:sp>
        </mc:Choice>
        <mc:Fallback>
          <p:sp>
            <p:nvSpPr>
              <p:cNvPr id="61" name="文本框 60">
                <a:extLst>
                  <a:ext uri="{FF2B5EF4-FFF2-40B4-BE49-F238E27FC236}">
                    <a16:creationId xmlns:a16="http://schemas.microsoft.com/office/drawing/2014/main" id="{0D02CF84-996E-EE2F-8473-04746E739B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992" y="1697176"/>
                <a:ext cx="1126148" cy="461665"/>
              </a:xfrm>
              <a:prstGeom prst="rect">
                <a:avLst/>
              </a:prstGeom>
              <a:blipFill>
                <a:blip r:embed="rId4"/>
                <a:stretch>
                  <a:fillRect l="-8108" t="-10526" b="-28947"/>
                </a:stretch>
              </a:blipFill>
              <a:ln w="19050">
                <a:noFill/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2" name="文本框 61">
                <a:extLst>
                  <a:ext uri="{FF2B5EF4-FFF2-40B4-BE49-F238E27FC236}">
                    <a16:creationId xmlns:a16="http://schemas.microsoft.com/office/drawing/2014/main" id="{5CFCB542-6E15-486A-1EF5-C7E73547DEB1}"/>
                  </a:ext>
                </a:extLst>
              </p:cNvPr>
              <p:cNvSpPr txBox="1"/>
              <p:nvPr/>
            </p:nvSpPr>
            <p:spPr>
              <a:xfrm>
                <a:off x="4738948" y="1693497"/>
                <a:ext cx="1711551" cy="461665"/>
              </a:xfrm>
              <a:prstGeom prst="rect">
                <a:avLst/>
              </a:prstGeom>
              <a:noFill/>
              <a:ln w="19050">
                <a:noFill/>
                <a:prstDash val="solid"/>
              </a:ln>
            </p:spPr>
            <p:txBody>
              <a:bodyPr wrap="square">
                <a:spAutoFit/>
              </a:bodyPr>
              <a:lstStyle/>
              <a:p>
                <a:r>
                  <a:rPr lang="en-US" altLang="zh-CN" sz="2400" dirty="0">
                    <a:solidFill>
                      <a:srgbClr val="FF0000"/>
                    </a:solidFill>
                  </a:rPr>
                  <a:t>Epoch 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CN" sz="24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endParaRPr lang="zh-CN" altLang="en-US" sz="2400" dirty="0"/>
              </a:p>
            </p:txBody>
          </p:sp>
        </mc:Choice>
        <mc:Fallback>
          <p:sp>
            <p:nvSpPr>
              <p:cNvPr id="62" name="文本框 61">
                <a:extLst>
                  <a:ext uri="{FF2B5EF4-FFF2-40B4-BE49-F238E27FC236}">
                    <a16:creationId xmlns:a16="http://schemas.microsoft.com/office/drawing/2014/main" id="{5CFCB542-6E15-486A-1EF5-C7E73547DE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8948" y="1693497"/>
                <a:ext cx="1711551" cy="461665"/>
              </a:xfrm>
              <a:prstGeom prst="rect">
                <a:avLst/>
              </a:prstGeom>
              <a:blipFill>
                <a:blip r:embed="rId5"/>
                <a:stretch>
                  <a:fillRect l="-5338" t="-10526" b="-28947"/>
                </a:stretch>
              </a:blipFill>
              <a:ln w="19050">
                <a:noFill/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6299629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288000" y="0"/>
            <a:ext cx="11164860" cy="141763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altLang="zh-CN" dirty="0">
                <a:latin typeface="Century Gothic" panose="020B050202020202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Task Parallelism</a:t>
            </a:r>
            <a:endParaRPr lang="en-US" altLang="zh-CN" sz="3600" dirty="0">
              <a:latin typeface="Century Gothic" panose="020B050202020202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5" name="Rectangle 10"/>
          <p:cNvSpPr/>
          <p:nvPr/>
        </p:nvSpPr>
        <p:spPr>
          <a:xfrm>
            <a:off x="0" y="420787"/>
            <a:ext cx="288000" cy="57606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33E4C96-F888-17F1-0620-2365C9F6EE08}"/>
              </a:ext>
            </a:extLst>
          </p:cNvPr>
          <p:cNvSpPr/>
          <p:nvPr/>
        </p:nvSpPr>
        <p:spPr>
          <a:xfrm>
            <a:off x="8544311" y="1855729"/>
            <a:ext cx="3384260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lvl="1" algn="ctr"/>
            <a:r>
              <a:rPr lang="en-US" altLang="zh-CN" sz="2400" dirty="0"/>
              <a:t>2-layer GNN </a:t>
            </a:r>
          </a:p>
          <a:p>
            <a:pPr marL="0" lvl="1" algn="ctr"/>
            <a:r>
              <a:rPr lang="en-US" altLang="zh-CN" sz="2400" dirty="0"/>
              <a:t>Only 4 Task (T</a:t>
            </a:r>
            <a:r>
              <a:rPr lang="zh-CN" altLang="en-US" sz="2400" dirty="0"/>
              <a:t>、</a:t>
            </a:r>
            <a:r>
              <a:rPr lang="en-US" altLang="zh-CN" sz="2400" dirty="0"/>
              <a:t>T</a:t>
            </a:r>
            <a:r>
              <a:rPr lang="zh-CN" altLang="en-US" sz="2400" dirty="0"/>
              <a:t>、</a:t>
            </a:r>
            <a:r>
              <a:rPr lang="en-US" altLang="zh-CN" sz="2400" dirty="0"/>
              <a:t>P</a:t>
            </a:r>
            <a:r>
              <a:rPr lang="zh-CN" altLang="en-US" sz="2400" dirty="0"/>
              <a:t>、</a:t>
            </a:r>
            <a:r>
              <a:rPr lang="en-US" altLang="zh-CN" sz="2400" dirty="0"/>
              <a:t>P)</a:t>
            </a:r>
            <a:endParaRPr lang="en-US" altLang="zh-CN" sz="2400" b="1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590E9FB-D31A-00D6-AA29-DAE0AAC1CC3A}"/>
              </a:ext>
            </a:extLst>
          </p:cNvPr>
          <p:cNvSpPr/>
          <p:nvPr/>
        </p:nvSpPr>
        <p:spPr>
          <a:xfrm>
            <a:off x="730673" y="2788041"/>
            <a:ext cx="783566" cy="402589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D1508C5-8D42-E117-DC34-68B59E90EE77}"/>
              </a:ext>
            </a:extLst>
          </p:cNvPr>
          <p:cNvSpPr/>
          <p:nvPr/>
        </p:nvSpPr>
        <p:spPr>
          <a:xfrm>
            <a:off x="683874" y="2808131"/>
            <a:ext cx="877163" cy="4770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i="0" dirty="0">
                <a:latin typeface="Arial" panose="020B0604020202020204" pitchFamily="34" charset="0"/>
                <a:cs typeface="Arial" panose="020B0604020202020204" pitchFamily="34" charset="0"/>
              </a:rPr>
              <a:t>GPU 1</a:t>
            </a:r>
          </a:p>
          <a:p>
            <a:pPr algn="ctr"/>
            <a:endParaRPr lang="en-US" altLang="zh-CN" sz="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4361B4F-883E-19DB-E6ED-8CBA78DF8034}"/>
              </a:ext>
            </a:extLst>
          </p:cNvPr>
          <p:cNvSpPr/>
          <p:nvPr/>
        </p:nvSpPr>
        <p:spPr>
          <a:xfrm>
            <a:off x="730673" y="3720735"/>
            <a:ext cx="783566" cy="402588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C3656CD-9A07-C9D2-E14F-102D5422F47E}"/>
              </a:ext>
            </a:extLst>
          </p:cNvPr>
          <p:cNvSpPr/>
          <p:nvPr/>
        </p:nvSpPr>
        <p:spPr>
          <a:xfrm>
            <a:off x="683874" y="3740826"/>
            <a:ext cx="877163" cy="4770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i="0" dirty="0">
                <a:latin typeface="Arial" panose="020B0604020202020204" pitchFamily="34" charset="0"/>
                <a:cs typeface="Arial" panose="020B0604020202020204" pitchFamily="34" charset="0"/>
              </a:rPr>
              <a:t>GPU 2</a:t>
            </a:r>
          </a:p>
          <a:p>
            <a:pPr algn="ctr"/>
            <a:endParaRPr lang="en-US" altLang="zh-CN" sz="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0856390-9948-A527-E938-D99F34D5B8FF}"/>
              </a:ext>
            </a:extLst>
          </p:cNvPr>
          <p:cNvSpPr/>
          <p:nvPr/>
        </p:nvSpPr>
        <p:spPr>
          <a:xfrm>
            <a:off x="2294458" y="2788038"/>
            <a:ext cx="783566" cy="402588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6D5A2D4-8497-C0B5-5C75-D35C054354AE}"/>
              </a:ext>
            </a:extLst>
          </p:cNvPr>
          <p:cNvSpPr/>
          <p:nvPr/>
        </p:nvSpPr>
        <p:spPr>
          <a:xfrm>
            <a:off x="2247658" y="2808129"/>
            <a:ext cx="877163" cy="4770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i="0" dirty="0">
                <a:latin typeface="Arial" panose="020B0604020202020204" pitchFamily="34" charset="0"/>
                <a:cs typeface="Arial" panose="020B0604020202020204" pitchFamily="34" charset="0"/>
              </a:rPr>
              <a:t>GPU 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lang="en-US" altLang="zh-CN" i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altLang="zh-CN" sz="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7FE788A-3441-9FF5-6F97-CAD67E70E7C6}"/>
              </a:ext>
            </a:extLst>
          </p:cNvPr>
          <p:cNvSpPr/>
          <p:nvPr/>
        </p:nvSpPr>
        <p:spPr>
          <a:xfrm>
            <a:off x="2294458" y="3720735"/>
            <a:ext cx="783566" cy="402588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B3D8EA92-7460-218D-A81A-34805273BF51}"/>
              </a:ext>
            </a:extLst>
          </p:cNvPr>
          <p:cNvSpPr/>
          <p:nvPr/>
        </p:nvSpPr>
        <p:spPr>
          <a:xfrm>
            <a:off x="2247659" y="3740826"/>
            <a:ext cx="877163" cy="4770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i="0" dirty="0">
                <a:latin typeface="Arial" panose="020B0604020202020204" pitchFamily="34" charset="0"/>
                <a:cs typeface="Arial" panose="020B0604020202020204" pitchFamily="34" charset="0"/>
              </a:rPr>
              <a:t>GPU 4</a:t>
            </a:r>
          </a:p>
          <a:p>
            <a:pPr algn="ctr"/>
            <a:endParaRPr lang="en-US" altLang="zh-CN" sz="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D0635AF0-A6A4-2F0B-56FA-E3B81412AB9C}"/>
              </a:ext>
            </a:extLst>
          </p:cNvPr>
          <p:cNvSpPr/>
          <p:nvPr/>
        </p:nvSpPr>
        <p:spPr>
          <a:xfrm>
            <a:off x="3858243" y="2788038"/>
            <a:ext cx="783566" cy="402588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D6F2491D-4D79-CBC0-E81A-7D2B8C9DB480}"/>
              </a:ext>
            </a:extLst>
          </p:cNvPr>
          <p:cNvSpPr/>
          <p:nvPr/>
        </p:nvSpPr>
        <p:spPr>
          <a:xfrm>
            <a:off x="3811445" y="2808129"/>
            <a:ext cx="877163" cy="477054"/>
          </a:xfrm>
          <a:prstGeom prst="rect">
            <a:avLst/>
          </a:prstGeom>
          <a:ln>
            <a:noFill/>
            <a:prstDash val="solid"/>
          </a:ln>
        </p:spPr>
        <p:txBody>
          <a:bodyPr wrap="none">
            <a:spAutoFit/>
          </a:bodyPr>
          <a:lstStyle/>
          <a:p>
            <a:pPr algn="ctr"/>
            <a:r>
              <a:rPr lang="en-US" altLang="zh-CN" i="0" dirty="0">
                <a:latin typeface="Arial" panose="020B0604020202020204" pitchFamily="34" charset="0"/>
                <a:cs typeface="Arial" panose="020B0604020202020204" pitchFamily="34" charset="0"/>
              </a:rPr>
              <a:t>GPU 5</a:t>
            </a:r>
          </a:p>
          <a:p>
            <a:pPr algn="ctr"/>
            <a:endParaRPr lang="en-US" altLang="zh-CN" sz="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1DF1B186-D851-02FD-A5DF-C435DC802478}"/>
              </a:ext>
            </a:extLst>
          </p:cNvPr>
          <p:cNvSpPr/>
          <p:nvPr/>
        </p:nvSpPr>
        <p:spPr>
          <a:xfrm>
            <a:off x="3858243" y="3720735"/>
            <a:ext cx="783566" cy="402588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1B97273D-32DC-88ED-48A9-B06832EBC694}"/>
              </a:ext>
            </a:extLst>
          </p:cNvPr>
          <p:cNvSpPr/>
          <p:nvPr/>
        </p:nvSpPr>
        <p:spPr>
          <a:xfrm>
            <a:off x="3811445" y="3740826"/>
            <a:ext cx="877163" cy="4770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i="0" dirty="0">
                <a:latin typeface="Arial" panose="020B0604020202020204" pitchFamily="34" charset="0"/>
                <a:cs typeface="Arial" panose="020B0604020202020204" pitchFamily="34" charset="0"/>
              </a:rPr>
              <a:t>GPU 6</a:t>
            </a:r>
          </a:p>
          <a:p>
            <a:pPr algn="ctr"/>
            <a:endParaRPr lang="en-US" altLang="zh-CN" sz="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7898E42A-792E-DD19-29FC-CB87406414B8}"/>
              </a:ext>
            </a:extLst>
          </p:cNvPr>
          <p:cNvSpPr/>
          <p:nvPr/>
        </p:nvSpPr>
        <p:spPr>
          <a:xfrm>
            <a:off x="5422027" y="2788038"/>
            <a:ext cx="783566" cy="402588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9BB45AA8-EDA8-212F-C2CC-1E9679F02527}"/>
              </a:ext>
            </a:extLst>
          </p:cNvPr>
          <p:cNvSpPr/>
          <p:nvPr/>
        </p:nvSpPr>
        <p:spPr>
          <a:xfrm>
            <a:off x="5375228" y="2808129"/>
            <a:ext cx="877163" cy="4770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i="0" dirty="0">
                <a:latin typeface="Arial" panose="020B0604020202020204" pitchFamily="34" charset="0"/>
                <a:cs typeface="Arial" panose="020B0604020202020204" pitchFamily="34" charset="0"/>
              </a:rPr>
              <a:t>GPU 7</a:t>
            </a:r>
          </a:p>
          <a:p>
            <a:pPr algn="ctr"/>
            <a:endParaRPr lang="en-US" altLang="zh-CN" sz="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96DD19E1-D48B-AD04-1280-52FCD295B103}"/>
              </a:ext>
            </a:extLst>
          </p:cNvPr>
          <p:cNvSpPr/>
          <p:nvPr/>
        </p:nvSpPr>
        <p:spPr>
          <a:xfrm>
            <a:off x="5422027" y="3720735"/>
            <a:ext cx="783566" cy="402588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7DA058E8-1878-3641-4CD9-0F9DEC272A52}"/>
              </a:ext>
            </a:extLst>
          </p:cNvPr>
          <p:cNvSpPr/>
          <p:nvPr/>
        </p:nvSpPr>
        <p:spPr>
          <a:xfrm>
            <a:off x="5375228" y="3740826"/>
            <a:ext cx="877163" cy="4770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i="0" dirty="0">
                <a:latin typeface="Arial" panose="020B0604020202020204" pitchFamily="34" charset="0"/>
                <a:cs typeface="Arial" panose="020B0604020202020204" pitchFamily="34" charset="0"/>
              </a:rPr>
              <a:t>GPU 8</a:t>
            </a:r>
          </a:p>
          <a:p>
            <a:pPr algn="ctr"/>
            <a:endParaRPr lang="en-US" altLang="zh-CN" sz="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0" name="矩形 99">
            <a:extLst>
              <a:ext uri="{FF2B5EF4-FFF2-40B4-BE49-F238E27FC236}">
                <a16:creationId xmlns:a16="http://schemas.microsoft.com/office/drawing/2014/main" id="{5E6BC8F5-00F1-F597-DA33-075B72EB5EAA}"/>
              </a:ext>
            </a:extLst>
          </p:cNvPr>
          <p:cNvSpPr/>
          <p:nvPr/>
        </p:nvSpPr>
        <p:spPr>
          <a:xfrm>
            <a:off x="6577102" y="2040394"/>
            <a:ext cx="107914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lvl="1" algn="ctr"/>
            <a:r>
              <a:rPr lang="en-US" altLang="zh-CN" sz="2400" dirty="0"/>
              <a:t>8 GPUs</a:t>
            </a:r>
            <a:endParaRPr lang="en-US" altLang="zh-CN" sz="2400" b="1" dirty="0"/>
          </a:p>
        </p:txBody>
      </p:sp>
      <p:sp>
        <p:nvSpPr>
          <p:cNvPr id="101" name="箭头: 右 100">
            <a:extLst>
              <a:ext uri="{FF2B5EF4-FFF2-40B4-BE49-F238E27FC236}">
                <a16:creationId xmlns:a16="http://schemas.microsoft.com/office/drawing/2014/main" id="{5983C76D-7C6F-7DBB-519B-F6C41CB4115F}"/>
              </a:ext>
            </a:extLst>
          </p:cNvPr>
          <p:cNvSpPr/>
          <p:nvPr/>
        </p:nvSpPr>
        <p:spPr>
          <a:xfrm rot="10800000">
            <a:off x="7763531" y="2040394"/>
            <a:ext cx="667144" cy="453725"/>
          </a:xfrm>
          <a:prstGeom prst="rightArrow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220692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288000" y="0"/>
            <a:ext cx="11164860" cy="141763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altLang="zh-CN" dirty="0">
                <a:latin typeface="Century Gothic" panose="020B050202020202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Task Parallelism</a:t>
            </a:r>
            <a:endParaRPr lang="en-US" altLang="zh-CN" sz="3600" dirty="0">
              <a:latin typeface="Century Gothic" panose="020B050202020202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5" name="Rectangle 10"/>
          <p:cNvSpPr/>
          <p:nvPr/>
        </p:nvSpPr>
        <p:spPr>
          <a:xfrm>
            <a:off x="0" y="420787"/>
            <a:ext cx="288000" cy="57606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9E9274B-7B15-45A0-E353-348CED9ED27D}"/>
              </a:ext>
            </a:extLst>
          </p:cNvPr>
          <p:cNvSpPr/>
          <p:nvPr/>
        </p:nvSpPr>
        <p:spPr>
          <a:xfrm>
            <a:off x="445731" y="2176754"/>
            <a:ext cx="1353447" cy="3194028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Group 1</a:t>
            </a:r>
          </a:p>
          <a:p>
            <a:pPr algn="ctr"/>
            <a:endParaRPr lang="en-US" altLang="zh-CN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altLang="zh-CN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altLang="zh-CN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altLang="zh-CN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altLang="zh-CN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altLang="zh-CN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altLang="zh-CN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altLang="zh-CN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590E9FB-D31A-00D6-AA29-DAE0AAC1CC3A}"/>
              </a:ext>
            </a:extLst>
          </p:cNvPr>
          <p:cNvSpPr/>
          <p:nvPr/>
        </p:nvSpPr>
        <p:spPr>
          <a:xfrm>
            <a:off x="730673" y="2788041"/>
            <a:ext cx="783566" cy="402589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D1508C5-8D42-E117-DC34-68B59E90EE77}"/>
              </a:ext>
            </a:extLst>
          </p:cNvPr>
          <p:cNvSpPr/>
          <p:nvPr/>
        </p:nvSpPr>
        <p:spPr>
          <a:xfrm>
            <a:off x="683874" y="2808131"/>
            <a:ext cx="877163" cy="4770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i="0" dirty="0">
                <a:latin typeface="Arial" panose="020B0604020202020204" pitchFamily="34" charset="0"/>
                <a:cs typeface="Arial" panose="020B0604020202020204" pitchFamily="34" charset="0"/>
              </a:rPr>
              <a:t>GPU 1</a:t>
            </a:r>
          </a:p>
          <a:p>
            <a:pPr algn="ctr"/>
            <a:endParaRPr lang="en-US" altLang="zh-CN" sz="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4361B4F-883E-19DB-E6ED-8CBA78DF8034}"/>
              </a:ext>
            </a:extLst>
          </p:cNvPr>
          <p:cNvSpPr/>
          <p:nvPr/>
        </p:nvSpPr>
        <p:spPr>
          <a:xfrm>
            <a:off x="730673" y="3720735"/>
            <a:ext cx="783566" cy="402588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C3656CD-9A07-C9D2-E14F-102D5422F47E}"/>
              </a:ext>
            </a:extLst>
          </p:cNvPr>
          <p:cNvSpPr/>
          <p:nvPr/>
        </p:nvSpPr>
        <p:spPr>
          <a:xfrm>
            <a:off x="683874" y="3740826"/>
            <a:ext cx="877163" cy="4770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i="0" dirty="0">
                <a:latin typeface="Arial" panose="020B0604020202020204" pitchFamily="34" charset="0"/>
                <a:cs typeface="Arial" panose="020B0604020202020204" pitchFamily="34" charset="0"/>
              </a:rPr>
              <a:t>GPU 2</a:t>
            </a:r>
          </a:p>
          <a:p>
            <a:pPr algn="ctr"/>
            <a:endParaRPr lang="en-US" altLang="zh-CN" sz="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B770FF5-BC3B-DB6D-CF75-C082240ECE23}"/>
              </a:ext>
            </a:extLst>
          </p:cNvPr>
          <p:cNvSpPr/>
          <p:nvPr/>
        </p:nvSpPr>
        <p:spPr>
          <a:xfrm>
            <a:off x="2009516" y="2176754"/>
            <a:ext cx="1353447" cy="3194028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Group 2</a:t>
            </a:r>
          </a:p>
          <a:p>
            <a:pPr algn="ctr"/>
            <a:endParaRPr lang="en-US" altLang="zh-CN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altLang="zh-CN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altLang="zh-CN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altLang="zh-CN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altLang="zh-CN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altLang="zh-CN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altLang="zh-CN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altLang="zh-CN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0856390-9948-A527-E938-D99F34D5B8FF}"/>
              </a:ext>
            </a:extLst>
          </p:cNvPr>
          <p:cNvSpPr/>
          <p:nvPr/>
        </p:nvSpPr>
        <p:spPr>
          <a:xfrm>
            <a:off x="2294458" y="2788038"/>
            <a:ext cx="783566" cy="402588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6D5A2D4-8497-C0B5-5C75-D35C054354AE}"/>
              </a:ext>
            </a:extLst>
          </p:cNvPr>
          <p:cNvSpPr/>
          <p:nvPr/>
        </p:nvSpPr>
        <p:spPr>
          <a:xfrm>
            <a:off x="2247658" y="2808129"/>
            <a:ext cx="877163" cy="4770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i="0" dirty="0">
                <a:latin typeface="Arial" panose="020B0604020202020204" pitchFamily="34" charset="0"/>
                <a:cs typeface="Arial" panose="020B0604020202020204" pitchFamily="34" charset="0"/>
              </a:rPr>
              <a:t>GPU 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lang="en-US" altLang="zh-CN" i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altLang="zh-CN" sz="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7FE788A-3441-9FF5-6F97-CAD67E70E7C6}"/>
              </a:ext>
            </a:extLst>
          </p:cNvPr>
          <p:cNvSpPr/>
          <p:nvPr/>
        </p:nvSpPr>
        <p:spPr>
          <a:xfrm>
            <a:off x="2294458" y="3720735"/>
            <a:ext cx="783566" cy="402588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B3D8EA92-7460-218D-A81A-34805273BF51}"/>
              </a:ext>
            </a:extLst>
          </p:cNvPr>
          <p:cNvSpPr/>
          <p:nvPr/>
        </p:nvSpPr>
        <p:spPr>
          <a:xfrm>
            <a:off x="2247659" y="3740826"/>
            <a:ext cx="877163" cy="4770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i="0" dirty="0">
                <a:latin typeface="Arial" panose="020B0604020202020204" pitchFamily="34" charset="0"/>
                <a:cs typeface="Arial" panose="020B0604020202020204" pitchFamily="34" charset="0"/>
              </a:rPr>
              <a:t>GPU 4</a:t>
            </a:r>
          </a:p>
          <a:p>
            <a:pPr algn="ctr"/>
            <a:endParaRPr lang="en-US" altLang="zh-CN" sz="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ADAF1960-3931-41F3-21C8-B2A13DEB13AF}"/>
              </a:ext>
            </a:extLst>
          </p:cNvPr>
          <p:cNvSpPr/>
          <p:nvPr/>
        </p:nvSpPr>
        <p:spPr>
          <a:xfrm>
            <a:off x="3573301" y="2176754"/>
            <a:ext cx="1353447" cy="3194028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Group 3</a:t>
            </a:r>
          </a:p>
          <a:p>
            <a:pPr algn="ctr"/>
            <a:endParaRPr lang="en-US" altLang="zh-CN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altLang="zh-CN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altLang="zh-CN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altLang="zh-CN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altLang="zh-CN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altLang="zh-CN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altLang="zh-CN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altLang="zh-CN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D0635AF0-A6A4-2F0B-56FA-E3B81412AB9C}"/>
              </a:ext>
            </a:extLst>
          </p:cNvPr>
          <p:cNvSpPr/>
          <p:nvPr/>
        </p:nvSpPr>
        <p:spPr>
          <a:xfrm>
            <a:off x="3858243" y="2788038"/>
            <a:ext cx="783566" cy="402588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D6F2491D-4D79-CBC0-E81A-7D2B8C9DB480}"/>
              </a:ext>
            </a:extLst>
          </p:cNvPr>
          <p:cNvSpPr/>
          <p:nvPr/>
        </p:nvSpPr>
        <p:spPr>
          <a:xfrm>
            <a:off x="3811445" y="2808129"/>
            <a:ext cx="877163" cy="477054"/>
          </a:xfrm>
          <a:prstGeom prst="rect">
            <a:avLst/>
          </a:prstGeom>
          <a:ln>
            <a:noFill/>
            <a:prstDash val="solid"/>
          </a:ln>
        </p:spPr>
        <p:txBody>
          <a:bodyPr wrap="none">
            <a:spAutoFit/>
          </a:bodyPr>
          <a:lstStyle/>
          <a:p>
            <a:pPr algn="ctr"/>
            <a:r>
              <a:rPr lang="en-US" altLang="zh-CN" i="0" dirty="0">
                <a:latin typeface="Arial" panose="020B0604020202020204" pitchFamily="34" charset="0"/>
                <a:cs typeface="Arial" panose="020B0604020202020204" pitchFamily="34" charset="0"/>
              </a:rPr>
              <a:t>GPU 5</a:t>
            </a:r>
          </a:p>
          <a:p>
            <a:pPr algn="ctr"/>
            <a:endParaRPr lang="en-US" altLang="zh-CN" sz="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1DF1B186-D851-02FD-A5DF-C435DC802478}"/>
              </a:ext>
            </a:extLst>
          </p:cNvPr>
          <p:cNvSpPr/>
          <p:nvPr/>
        </p:nvSpPr>
        <p:spPr>
          <a:xfrm>
            <a:off x="3858243" y="3720735"/>
            <a:ext cx="783566" cy="402588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1B97273D-32DC-88ED-48A9-B06832EBC694}"/>
              </a:ext>
            </a:extLst>
          </p:cNvPr>
          <p:cNvSpPr/>
          <p:nvPr/>
        </p:nvSpPr>
        <p:spPr>
          <a:xfrm>
            <a:off x="3811445" y="3740826"/>
            <a:ext cx="877163" cy="4770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i="0" dirty="0">
                <a:latin typeface="Arial" panose="020B0604020202020204" pitchFamily="34" charset="0"/>
                <a:cs typeface="Arial" panose="020B0604020202020204" pitchFamily="34" charset="0"/>
              </a:rPr>
              <a:t>GPU 6</a:t>
            </a:r>
          </a:p>
          <a:p>
            <a:pPr algn="ctr"/>
            <a:endParaRPr lang="en-US" altLang="zh-CN" sz="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B28309CE-A87A-10EF-B72C-CDA59FF47AF4}"/>
              </a:ext>
            </a:extLst>
          </p:cNvPr>
          <p:cNvSpPr/>
          <p:nvPr/>
        </p:nvSpPr>
        <p:spPr>
          <a:xfrm>
            <a:off x="5137085" y="2176754"/>
            <a:ext cx="1353447" cy="3194028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Group 4</a:t>
            </a:r>
          </a:p>
          <a:p>
            <a:pPr algn="ctr"/>
            <a:endParaRPr lang="en-US" altLang="zh-CN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altLang="zh-CN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altLang="zh-CN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altLang="zh-CN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altLang="zh-CN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altLang="zh-CN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altLang="zh-CN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altLang="zh-CN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7898E42A-792E-DD19-29FC-CB87406414B8}"/>
              </a:ext>
            </a:extLst>
          </p:cNvPr>
          <p:cNvSpPr/>
          <p:nvPr/>
        </p:nvSpPr>
        <p:spPr>
          <a:xfrm>
            <a:off x="5422027" y="2788038"/>
            <a:ext cx="783566" cy="402588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9BB45AA8-EDA8-212F-C2CC-1E9679F02527}"/>
              </a:ext>
            </a:extLst>
          </p:cNvPr>
          <p:cNvSpPr/>
          <p:nvPr/>
        </p:nvSpPr>
        <p:spPr>
          <a:xfrm>
            <a:off x="5375228" y="2808129"/>
            <a:ext cx="877163" cy="4770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i="0" dirty="0">
                <a:latin typeface="Arial" panose="020B0604020202020204" pitchFamily="34" charset="0"/>
                <a:cs typeface="Arial" panose="020B0604020202020204" pitchFamily="34" charset="0"/>
              </a:rPr>
              <a:t>GPU 7</a:t>
            </a:r>
          </a:p>
          <a:p>
            <a:pPr algn="ctr"/>
            <a:endParaRPr lang="en-US" altLang="zh-CN" sz="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96DD19E1-D48B-AD04-1280-52FCD295B103}"/>
              </a:ext>
            </a:extLst>
          </p:cNvPr>
          <p:cNvSpPr/>
          <p:nvPr/>
        </p:nvSpPr>
        <p:spPr>
          <a:xfrm>
            <a:off x="5422027" y="3720735"/>
            <a:ext cx="783566" cy="402588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7DA058E8-1878-3641-4CD9-0F9DEC272A52}"/>
              </a:ext>
            </a:extLst>
          </p:cNvPr>
          <p:cNvSpPr/>
          <p:nvPr/>
        </p:nvSpPr>
        <p:spPr>
          <a:xfrm>
            <a:off x="5375228" y="3740826"/>
            <a:ext cx="877163" cy="4770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i="0" dirty="0">
                <a:latin typeface="Arial" panose="020B0604020202020204" pitchFamily="34" charset="0"/>
                <a:cs typeface="Arial" panose="020B0604020202020204" pitchFamily="34" charset="0"/>
              </a:rPr>
              <a:t>GPU 8</a:t>
            </a:r>
          </a:p>
          <a:p>
            <a:pPr algn="ctr"/>
            <a:endParaRPr lang="en-US" altLang="zh-CN" sz="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3CBB8485-918C-D428-6436-16248BEBE1AE}"/>
              </a:ext>
            </a:extLst>
          </p:cNvPr>
          <p:cNvSpPr txBox="1"/>
          <p:nvPr/>
        </p:nvSpPr>
        <p:spPr>
          <a:xfrm>
            <a:off x="7656245" y="3629641"/>
            <a:ext cx="3384260" cy="584775"/>
          </a:xfrm>
          <a:prstGeom prst="rect">
            <a:avLst/>
          </a:prstGeom>
          <a:noFill/>
          <a:ln w="19050">
            <a:noFill/>
            <a:prstDash val="solid"/>
          </a:ln>
        </p:spPr>
        <p:txBody>
          <a:bodyPr wrap="square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Hybrid Parallelism</a:t>
            </a:r>
            <a:endParaRPr lang="zh-CN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83A90981-D6BE-FBDA-450E-CF050E69C2BD}"/>
              </a:ext>
            </a:extLst>
          </p:cNvPr>
          <p:cNvSpPr/>
          <p:nvPr/>
        </p:nvSpPr>
        <p:spPr>
          <a:xfrm>
            <a:off x="8544311" y="1855729"/>
            <a:ext cx="3384260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lvl="1" algn="ctr"/>
            <a:r>
              <a:rPr lang="en-US" altLang="zh-CN" sz="2400" dirty="0"/>
              <a:t>2-layer GNN </a:t>
            </a:r>
          </a:p>
          <a:p>
            <a:pPr marL="0" lvl="1" algn="ctr"/>
            <a:r>
              <a:rPr lang="en-US" altLang="zh-CN" sz="2400" dirty="0"/>
              <a:t>Only 4 Task (T</a:t>
            </a:r>
            <a:r>
              <a:rPr lang="zh-CN" altLang="en-US" sz="2400" dirty="0"/>
              <a:t>、</a:t>
            </a:r>
            <a:r>
              <a:rPr lang="en-US" altLang="zh-CN" sz="2400" dirty="0"/>
              <a:t>T</a:t>
            </a:r>
            <a:r>
              <a:rPr lang="zh-CN" altLang="en-US" sz="2400" dirty="0"/>
              <a:t>、</a:t>
            </a:r>
            <a:r>
              <a:rPr lang="en-US" altLang="zh-CN" sz="2400" dirty="0"/>
              <a:t>P</a:t>
            </a:r>
            <a:r>
              <a:rPr lang="zh-CN" altLang="en-US" sz="2400" dirty="0"/>
              <a:t>、</a:t>
            </a:r>
            <a:r>
              <a:rPr lang="en-US" altLang="zh-CN" sz="2400" dirty="0"/>
              <a:t>P)</a:t>
            </a:r>
            <a:endParaRPr lang="en-US" altLang="zh-CN" sz="2400" b="1" dirty="0"/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8432BBEF-63EF-FBCC-64B3-FE207D074B7E}"/>
              </a:ext>
            </a:extLst>
          </p:cNvPr>
          <p:cNvSpPr/>
          <p:nvPr/>
        </p:nvSpPr>
        <p:spPr>
          <a:xfrm>
            <a:off x="6577102" y="2040394"/>
            <a:ext cx="107914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lvl="1" algn="ctr"/>
            <a:r>
              <a:rPr lang="en-US" altLang="zh-CN" sz="2400" dirty="0"/>
              <a:t>8 GPUs</a:t>
            </a:r>
            <a:endParaRPr lang="en-US" altLang="zh-CN" sz="2400" b="1" dirty="0"/>
          </a:p>
        </p:txBody>
      </p:sp>
      <p:sp>
        <p:nvSpPr>
          <p:cNvPr id="48" name="箭头: 右 47">
            <a:extLst>
              <a:ext uri="{FF2B5EF4-FFF2-40B4-BE49-F238E27FC236}">
                <a16:creationId xmlns:a16="http://schemas.microsoft.com/office/drawing/2014/main" id="{D5F2C4AB-C282-B660-7E7A-693887BF1799}"/>
              </a:ext>
            </a:extLst>
          </p:cNvPr>
          <p:cNvSpPr/>
          <p:nvPr/>
        </p:nvSpPr>
        <p:spPr>
          <a:xfrm rot="10800000">
            <a:off x="7763531" y="2040394"/>
            <a:ext cx="667144" cy="453725"/>
          </a:xfrm>
          <a:prstGeom prst="rightArrow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49" name="直接箭头连接符 48">
            <a:extLst>
              <a:ext uri="{FF2B5EF4-FFF2-40B4-BE49-F238E27FC236}">
                <a16:creationId xmlns:a16="http://schemas.microsoft.com/office/drawing/2014/main" id="{6A5DFF1C-330E-8897-2DB2-B9B9789A68EA}"/>
              </a:ext>
            </a:extLst>
          </p:cNvPr>
          <p:cNvCxnSpPr>
            <a:cxnSpLocks/>
          </p:cNvCxnSpPr>
          <p:nvPr/>
        </p:nvCxnSpPr>
        <p:spPr>
          <a:xfrm>
            <a:off x="9163050" y="2686726"/>
            <a:ext cx="0" cy="980649"/>
          </a:xfrm>
          <a:prstGeom prst="straightConnector1">
            <a:avLst/>
          </a:prstGeom>
          <a:ln w="57150" cap="rnd">
            <a:solidFill>
              <a:schemeClr val="accent1"/>
            </a:solidFill>
            <a:round/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635274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288000" y="0"/>
            <a:ext cx="11164860" cy="141763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altLang="zh-CN" dirty="0">
                <a:latin typeface="Century Gothic" panose="020B050202020202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Task Parallelism</a:t>
            </a:r>
            <a:endParaRPr lang="en-US" altLang="zh-CN" sz="3600" dirty="0">
              <a:latin typeface="Century Gothic" panose="020B050202020202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5" name="Rectangle 10"/>
          <p:cNvSpPr/>
          <p:nvPr/>
        </p:nvSpPr>
        <p:spPr>
          <a:xfrm>
            <a:off x="0" y="420787"/>
            <a:ext cx="288000" cy="57606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9E9274B-7B15-45A0-E353-348CED9ED27D}"/>
              </a:ext>
            </a:extLst>
          </p:cNvPr>
          <p:cNvSpPr/>
          <p:nvPr/>
        </p:nvSpPr>
        <p:spPr>
          <a:xfrm>
            <a:off x="445731" y="2176754"/>
            <a:ext cx="1353447" cy="3194028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Group 1</a:t>
            </a:r>
          </a:p>
          <a:p>
            <a:pPr algn="ctr"/>
            <a:endParaRPr lang="en-US" altLang="zh-CN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altLang="zh-CN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altLang="zh-CN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altLang="zh-CN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altLang="zh-CN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altLang="zh-CN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altLang="zh-CN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altLang="zh-CN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590E9FB-D31A-00D6-AA29-DAE0AAC1CC3A}"/>
              </a:ext>
            </a:extLst>
          </p:cNvPr>
          <p:cNvSpPr/>
          <p:nvPr/>
        </p:nvSpPr>
        <p:spPr>
          <a:xfrm>
            <a:off x="730673" y="2788041"/>
            <a:ext cx="783566" cy="402589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D1508C5-8D42-E117-DC34-68B59E90EE77}"/>
              </a:ext>
            </a:extLst>
          </p:cNvPr>
          <p:cNvSpPr/>
          <p:nvPr/>
        </p:nvSpPr>
        <p:spPr>
          <a:xfrm>
            <a:off x="683874" y="2808131"/>
            <a:ext cx="877163" cy="4770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i="0" dirty="0">
                <a:latin typeface="Arial" panose="020B0604020202020204" pitchFamily="34" charset="0"/>
                <a:cs typeface="Arial" panose="020B0604020202020204" pitchFamily="34" charset="0"/>
              </a:rPr>
              <a:t>GPU 1</a:t>
            </a:r>
          </a:p>
          <a:p>
            <a:pPr algn="ctr"/>
            <a:endParaRPr lang="en-US" altLang="zh-CN" sz="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4361B4F-883E-19DB-E6ED-8CBA78DF8034}"/>
              </a:ext>
            </a:extLst>
          </p:cNvPr>
          <p:cNvSpPr/>
          <p:nvPr/>
        </p:nvSpPr>
        <p:spPr>
          <a:xfrm>
            <a:off x="730673" y="3720735"/>
            <a:ext cx="783566" cy="402588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C3656CD-9A07-C9D2-E14F-102D5422F47E}"/>
              </a:ext>
            </a:extLst>
          </p:cNvPr>
          <p:cNvSpPr/>
          <p:nvPr/>
        </p:nvSpPr>
        <p:spPr>
          <a:xfrm>
            <a:off x="683874" y="3740826"/>
            <a:ext cx="877163" cy="4770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i="0" dirty="0">
                <a:latin typeface="Arial" panose="020B0604020202020204" pitchFamily="34" charset="0"/>
                <a:cs typeface="Arial" panose="020B0604020202020204" pitchFamily="34" charset="0"/>
              </a:rPr>
              <a:t>GPU 2</a:t>
            </a:r>
          </a:p>
          <a:p>
            <a:pPr algn="ctr"/>
            <a:endParaRPr lang="en-US" altLang="zh-CN" sz="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B770FF5-BC3B-DB6D-CF75-C082240ECE23}"/>
              </a:ext>
            </a:extLst>
          </p:cNvPr>
          <p:cNvSpPr/>
          <p:nvPr/>
        </p:nvSpPr>
        <p:spPr>
          <a:xfrm>
            <a:off x="2009516" y="2176754"/>
            <a:ext cx="1353447" cy="3194028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Group 2</a:t>
            </a:r>
          </a:p>
          <a:p>
            <a:pPr algn="ctr"/>
            <a:endParaRPr lang="en-US" altLang="zh-CN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altLang="zh-CN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altLang="zh-CN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altLang="zh-CN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altLang="zh-CN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altLang="zh-CN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altLang="zh-CN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altLang="zh-CN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0856390-9948-A527-E938-D99F34D5B8FF}"/>
              </a:ext>
            </a:extLst>
          </p:cNvPr>
          <p:cNvSpPr/>
          <p:nvPr/>
        </p:nvSpPr>
        <p:spPr>
          <a:xfrm>
            <a:off x="2294458" y="2788038"/>
            <a:ext cx="783566" cy="402588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6D5A2D4-8497-C0B5-5C75-D35C054354AE}"/>
              </a:ext>
            </a:extLst>
          </p:cNvPr>
          <p:cNvSpPr/>
          <p:nvPr/>
        </p:nvSpPr>
        <p:spPr>
          <a:xfrm>
            <a:off x="2247658" y="2808129"/>
            <a:ext cx="877163" cy="4770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i="0" dirty="0">
                <a:latin typeface="Arial" panose="020B0604020202020204" pitchFamily="34" charset="0"/>
                <a:cs typeface="Arial" panose="020B0604020202020204" pitchFamily="34" charset="0"/>
              </a:rPr>
              <a:t>GPU 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lang="en-US" altLang="zh-CN" i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altLang="zh-CN" sz="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7FE788A-3441-9FF5-6F97-CAD67E70E7C6}"/>
              </a:ext>
            </a:extLst>
          </p:cNvPr>
          <p:cNvSpPr/>
          <p:nvPr/>
        </p:nvSpPr>
        <p:spPr>
          <a:xfrm>
            <a:off x="2294458" y="3720735"/>
            <a:ext cx="783566" cy="402588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B3D8EA92-7460-218D-A81A-34805273BF51}"/>
              </a:ext>
            </a:extLst>
          </p:cNvPr>
          <p:cNvSpPr/>
          <p:nvPr/>
        </p:nvSpPr>
        <p:spPr>
          <a:xfrm>
            <a:off x="2247659" y="3740826"/>
            <a:ext cx="877163" cy="4770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i="0" dirty="0">
                <a:latin typeface="Arial" panose="020B0604020202020204" pitchFamily="34" charset="0"/>
                <a:cs typeface="Arial" panose="020B0604020202020204" pitchFamily="34" charset="0"/>
              </a:rPr>
              <a:t>GPU 4</a:t>
            </a:r>
          </a:p>
          <a:p>
            <a:pPr algn="ctr"/>
            <a:endParaRPr lang="en-US" altLang="zh-CN" sz="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ADAF1960-3931-41F3-21C8-B2A13DEB13AF}"/>
              </a:ext>
            </a:extLst>
          </p:cNvPr>
          <p:cNvSpPr/>
          <p:nvPr/>
        </p:nvSpPr>
        <p:spPr>
          <a:xfrm>
            <a:off x="3573301" y="2176754"/>
            <a:ext cx="1353447" cy="3194028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Group 3</a:t>
            </a:r>
          </a:p>
          <a:p>
            <a:pPr algn="ctr"/>
            <a:endParaRPr lang="en-US" altLang="zh-CN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altLang="zh-CN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altLang="zh-CN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altLang="zh-CN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altLang="zh-CN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altLang="zh-CN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altLang="zh-CN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altLang="zh-CN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D0635AF0-A6A4-2F0B-56FA-E3B81412AB9C}"/>
              </a:ext>
            </a:extLst>
          </p:cNvPr>
          <p:cNvSpPr/>
          <p:nvPr/>
        </p:nvSpPr>
        <p:spPr>
          <a:xfrm>
            <a:off x="3858243" y="2788038"/>
            <a:ext cx="783566" cy="402588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D6F2491D-4D79-CBC0-E81A-7D2B8C9DB480}"/>
              </a:ext>
            </a:extLst>
          </p:cNvPr>
          <p:cNvSpPr/>
          <p:nvPr/>
        </p:nvSpPr>
        <p:spPr>
          <a:xfrm>
            <a:off x="3811445" y="2808129"/>
            <a:ext cx="877163" cy="477054"/>
          </a:xfrm>
          <a:prstGeom prst="rect">
            <a:avLst/>
          </a:prstGeom>
          <a:ln>
            <a:noFill/>
            <a:prstDash val="solid"/>
          </a:ln>
        </p:spPr>
        <p:txBody>
          <a:bodyPr wrap="none">
            <a:spAutoFit/>
          </a:bodyPr>
          <a:lstStyle/>
          <a:p>
            <a:pPr algn="ctr"/>
            <a:r>
              <a:rPr lang="en-US" altLang="zh-CN" i="0" dirty="0">
                <a:latin typeface="Arial" panose="020B0604020202020204" pitchFamily="34" charset="0"/>
                <a:cs typeface="Arial" panose="020B0604020202020204" pitchFamily="34" charset="0"/>
              </a:rPr>
              <a:t>GPU 5</a:t>
            </a:r>
          </a:p>
          <a:p>
            <a:pPr algn="ctr"/>
            <a:endParaRPr lang="en-US" altLang="zh-CN" sz="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1DF1B186-D851-02FD-A5DF-C435DC802478}"/>
              </a:ext>
            </a:extLst>
          </p:cNvPr>
          <p:cNvSpPr/>
          <p:nvPr/>
        </p:nvSpPr>
        <p:spPr>
          <a:xfrm>
            <a:off x="3858243" y="3720735"/>
            <a:ext cx="783566" cy="402588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1B97273D-32DC-88ED-48A9-B06832EBC694}"/>
              </a:ext>
            </a:extLst>
          </p:cNvPr>
          <p:cNvSpPr/>
          <p:nvPr/>
        </p:nvSpPr>
        <p:spPr>
          <a:xfrm>
            <a:off x="3811445" y="3740826"/>
            <a:ext cx="877163" cy="4770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i="0" dirty="0">
                <a:latin typeface="Arial" panose="020B0604020202020204" pitchFamily="34" charset="0"/>
                <a:cs typeface="Arial" panose="020B0604020202020204" pitchFamily="34" charset="0"/>
              </a:rPr>
              <a:t>GPU 6</a:t>
            </a:r>
          </a:p>
          <a:p>
            <a:pPr algn="ctr"/>
            <a:endParaRPr lang="en-US" altLang="zh-CN" sz="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B28309CE-A87A-10EF-B72C-CDA59FF47AF4}"/>
              </a:ext>
            </a:extLst>
          </p:cNvPr>
          <p:cNvSpPr/>
          <p:nvPr/>
        </p:nvSpPr>
        <p:spPr>
          <a:xfrm>
            <a:off x="5137085" y="2176754"/>
            <a:ext cx="1353447" cy="3194028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Group 4</a:t>
            </a:r>
          </a:p>
          <a:p>
            <a:pPr algn="ctr"/>
            <a:endParaRPr lang="en-US" altLang="zh-CN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altLang="zh-CN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altLang="zh-CN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altLang="zh-CN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altLang="zh-CN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altLang="zh-CN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altLang="zh-CN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altLang="zh-CN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7898E42A-792E-DD19-29FC-CB87406414B8}"/>
              </a:ext>
            </a:extLst>
          </p:cNvPr>
          <p:cNvSpPr/>
          <p:nvPr/>
        </p:nvSpPr>
        <p:spPr>
          <a:xfrm>
            <a:off x="5422027" y="2788038"/>
            <a:ext cx="783566" cy="402588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9BB45AA8-EDA8-212F-C2CC-1E9679F02527}"/>
              </a:ext>
            </a:extLst>
          </p:cNvPr>
          <p:cNvSpPr/>
          <p:nvPr/>
        </p:nvSpPr>
        <p:spPr>
          <a:xfrm>
            <a:off x="5375228" y="2808129"/>
            <a:ext cx="877163" cy="4770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i="0" dirty="0">
                <a:latin typeface="Arial" panose="020B0604020202020204" pitchFamily="34" charset="0"/>
                <a:cs typeface="Arial" panose="020B0604020202020204" pitchFamily="34" charset="0"/>
              </a:rPr>
              <a:t>GPU 7</a:t>
            </a:r>
          </a:p>
          <a:p>
            <a:pPr algn="ctr"/>
            <a:endParaRPr lang="en-US" altLang="zh-CN" sz="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96DD19E1-D48B-AD04-1280-52FCD295B103}"/>
              </a:ext>
            </a:extLst>
          </p:cNvPr>
          <p:cNvSpPr/>
          <p:nvPr/>
        </p:nvSpPr>
        <p:spPr>
          <a:xfrm>
            <a:off x="5422027" y="3720735"/>
            <a:ext cx="783566" cy="402588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7DA058E8-1878-3641-4CD9-0F9DEC272A52}"/>
              </a:ext>
            </a:extLst>
          </p:cNvPr>
          <p:cNvSpPr/>
          <p:nvPr/>
        </p:nvSpPr>
        <p:spPr>
          <a:xfrm>
            <a:off x="5375228" y="3740826"/>
            <a:ext cx="877163" cy="4770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i="0" dirty="0">
                <a:latin typeface="Arial" panose="020B0604020202020204" pitchFamily="34" charset="0"/>
                <a:cs typeface="Arial" panose="020B0604020202020204" pitchFamily="34" charset="0"/>
              </a:rPr>
              <a:t>GPU 8</a:t>
            </a:r>
          </a:p>
          <a:p>
            <a:pPr algn="ctr"/>
            <a:endParaRPr lang="en-US" altLang="zh-CN" sz="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箭头: 左右 29">
            <a:extLst>
              <a:ext uri="{FF2B5EF4-FFF2-40B4-BE49-F238E27FC236}">
                <a16:creationId xmlns:a16="http://schemas.microsoft.com/office/drawing/2014/main" id="{DAEDA27D-CAE5-FE51-D135-65A4F8F48B1D}"/>
              </a:ext>
            </a:extLst>
          </p:cNvPr>
          <p:cNvSpPr/>
          <p:nvPr/>
        </p:nvSpPr>
        <p:spPr>
          <a:xfrm rot="16200000">
            <a:off x="2435492" y="3374639"/>
            <a:ext cx="501494" cy="148308"/>
          </a:xfrm>
          <a:prstGeom prst="leftRightArrow">
            <a:avLst>
              <a:gd name="adj1" fmla="val 36348"/>
              <a:gd name="adj2" fmla="val 50000"/>
            </a:avLst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 b="1" dirty="0"/>
          </a:p>
        </p:txBody>
      </p:sp>
      <p:sp>
        <p:nvSpPr>
          <p:cNvPr id="31" name="箭头: 左右 30">
            <a:extLst>
              <a:ext uri="{FF2B5EF4-FFF2-40B4-BE49-F238E27FC236}">
                <a16:creationId xmlns:a16="http://schemas.microsoft.com/office/drawing/2014/main" id="{13715C73-A2D3-B9F4-66AF-4E54844B0A5F}"/>
              </a:ext>
            </a:extLst>
          </p:cNvPr>
          <p:cNvSpPr/>
          <p:nvPr/>
        </p:nvSpPr>
        <p:spPr>
          <a:xfrm rot="16200000">
            <a:off x="5565785" y="3370929"/>
            <a:ext cx="501494" cy="148308"/>
          </a:xfrm>
          <a:prstGeom prst="leftRightArrow">
            <a:avLst>
              <a:gd name="adj1" fmla="val 36348"/>
              <a:gd name="adj2" fmla="val 50000"/>
            </a:avLst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/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3CBB8485-918C-D428-6436-16248BEBE1AE}"/>
              </a:ext>
            </a:extLst>
          </p:cNvPr>
          <p:cNvSpPr txBox="1"/>
          <p:nvPr/>
        </p:nvSpPr>
        <p:spPr>
          <a:xfrm>
            <a:off x="7656245" y="3629641"/>
            <a:ext cx="3384260" cy="584775"/>
          </a:xfrm>
          <a:prstGeom prst="rect">
            <a:avLst/>
          </a:prstGeom>
          <a:noFill/>
          <a:ln w="19050">
            <a:noFill/>
            <a:prstDash val="solid"/>
          </a:ln>
        </p:spPr>
        <p:txBody>
          <a:bodyPr wrap="square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Hybrid Parallelism</a:t>
            </a:r>
            <a:endParaRPr lang="zh-CN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83A90981-D6BE-FBDA-450E-CF050E69C2BD}"/>
              </a:ext>
            </a:extLst>
          </p:cNvPr>
          <p:cNvSpPr/>
          <p:nvPr/>
        </p:nvSpPr>
        <p:spPr>
          <a:xfrm>
            <a:off x="8544311" y="1855729"/>
            <a:ext cx="3384260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lvl="1" algn="ctr"/>
            <a:r>
              <a:rPr lang="en-US" altLang="zh-CN" sz="2400" dirty="0"/>
              <a:t>2-layer GNN </a:t>
            </a:r>
          </a:p>
          <a:p>
            <a:pPr marL="0" lvl="1" algn="ctr"/>
            <a:r>
              <a:rPr lang="en-US" altLang="zh-CN" sz="2400" dirty="0"/>
              <a:t>Only 4 Task (T</a:t>
            </a:r>
            <a:r>
              <a:rPr lang="zh-CN" altLang="en-US" sz="2400" dirty="0"/>
              <a:t>、</a:t>
            </a:r>
            <a:r>
              <a:rPr lang="en-US" altLang="zh-CN" sz="2400" dirty="0"/>
              <a:t>T</a:t>
            </a:r>
            <a:r>
              <a:rPr lang="zh-CN" altLang="en-US" sz="2400" dirty="0"/>
              <a:t>、</a:t>
            </a:r>
            <a:r>
              <a:rPr lang="en-US" altLang="zh-CN" sz="2400" dirty="0"/>
              <a:t>P</a:t>
            </a:r>
            <a:r>
              <a:rPr lang="zh-CN" altLang="en-US" sz="2400" dirty="0"/>
              <a:t>、</a:t>
            </a:r>
            <a:r>
              <a:rPr lang="en-US" altLang="zh-CN" sz="2400" dirty="0"/>
              <a:t>P)</a:t>
            </a:r>
            <a:endParaRPr lang="en-US" altLang="zh-CN" sz="2400" b="1" dirty="0"/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8432BBEF-63EF-FBCC-64B3-FE207D074B7E}"/>
              </a:ext>
            </a:extLst>
          </p:cNvPr>
          <p:cNvSpPr/>
          <p:nvPr/>
        </p:nvSpPr>
        <p:spPr>
          <a:xfrm>
            <a:off x="6577102" y="2040394"/>
            <a:ext cx="107914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lvl="1" algn="ctr"/>
            <a:r>
              <a:rPr lang="en-US" altLang="zh-CN" sz="2400" dirty="0"/>
              <a:t>8 GPUs</a:t>
            </a:r>
            <a:endParaRPr lang="en-US" altLang="zh-CN" sz="2400" b="1" dirty="0"/>
          </a:p>
        </p:txBody>
      </p:sp>
      <p:sp>
        <p:nvSpPr>
          <p:cNvPr id="48" name="箭头: 右 47">
            <a:extLst>
              <a:ext uri="{FF2B5EF4-FFF2-40B4-BE49-F238E27FC236}">
                <a16:creationId xmlns:a16="http://schemas.microsoft.com/office/drawing/2014/main" id="{D5F2C4AB-C282-B660-7E7A-693887BF1799}"/>
              </a:ext>
            </a:extLst>
          </p:cNvPr>
          <p:cNvSpPr/>
          <p:nvPr/>
        </p:nvSpPr>
        <p:spPr>
          <a:xfrm rot="10800000">
            <a:off x="7763531" y="2040394"/>
            <a:ext cx="667144" cy="453725"/>
          </a:xfrm>
          <a:prstGeom prst="rightArrow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49" name="直接箭头连接符 48">
            <a:extLst>
              <a:ext uri="{FF2B5EF4-FFF2-40B4-BE49-F238E27FC236}">
                <a16:creationId xmlns:a16="http://schemas.microsoft.com/office/drawing/2014/main" id="{6A5DFF1C-330E-8897-2DB2-B9B9789A68EA}"/>
              </a:ext>
            </a:extLst>
          </p:cNvPr>
          <p:cNvCxnSpPr>
            <a:cxnSpLocks/>
          </p:cNvCxnSpPr>
          <p:nvPr/>
        </p:nvCxnSpPr>
        <p:spPr>
          <a:xfrm>
            <a:off x="9163050" y="2686726"/>
            <a:ext cx="0" cy="980649"/>
          </a:xfrm>
          <a:prstGeom prst="straightConnector1">
            <a:avLst/>
          </a:prstGeom>
          <a:ln w="57150" cap="rnd">
            <a:solidFill>
              <a:schemeClr val="accent1"/>
            </a:solidFill>
            <a:round/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矩形 1">
            <a:extLst>
              <a:ext uri="{FF2B5EF4-FFF2-40B4-BE49-F238E27FC236}">
                <a16:creationId xmlns:a16="http://schemas.microsoft.com/office/drawing/2014/main" id="{378D15F6-B462-A385-CA5A-5F29149840F3}"/>
              </a:ext>
            </a:extLst>
          </p:cNvPr>
          <p:cNvSpPr/>
          <p:nvPr/>
        </p:nvSpPr>
        <p:spPr>
          <a:xfrm>
            <a:off x="465863" y="4234286"/>
            <a:ext cx="1313180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Data </a:t>
            </a:r>
          </a:p>
          <a:p>
            <a:pPr algn="ctr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Parallelism</a:t>
            </a:r>
          </a:p>
          <a:p>
            <a:pPr algn="ctr"/>
            <a:endParaRPr lang="en-US" altLang="zh-CN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3EC1809-48DD-74E8-467E-1CDE72B05575}"/>
              </a:ext>
            </a:extLst>
          </p:cNvPr>
          <p:cNvSpPr/>
          <p:nvPr/>
        </p:nvSpPr>
        <p:spPr>
          <a:xfrm>
            <a:off x="2029648" y="4234286"/>
            <a:ext cx="1313180" cy="81560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Data </a:t>
            </a:r>
          </a:p>
          <a:p>
            <a:pPr algn="ctr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Parallelism</a:t>
            </a:r>
          </a:p>
          <a:p>
            <a:pPr algn="ctr"/>
            <a:endParaRPr lang="en-US" altLang="zh-CN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27C3017-4B5C-753D-7F20-FA4C7518FCAD}"/>
              </a:ext>
            </a:extLst>
          </p:cNvPr>
          <p:cNvSpPr/>
          <p:nvPr/>
        </p:nvSpPr>
        <p:spPr>
          <a:xfrm>
            <a:off x="3593433" y="4234286"/>
            <a:ext cx="1313180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Data </a:t>
            </a:r>
          </a:p>
          <a:p>
            <a:pPr algn="ctr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Parallelism</a:t>
            </a:r>
          </a:p>
          <a:p>
            <a:pPr algn="ctr"/>
            <a:endParaRPr lang="en-US" altLang="zh-CN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81BEC96-1BC1-F2D8-763D-164482BD3E95}"/>
              </a:ext>
            </a:extLst>
          </p:cNvPr>
          <p:cNvSpPr/>
          <p:nvPr/>
        </p:nvSpPr>
        <p:spPr>
          <a:xfrm>
            <a:off x="5157218" y="4234286"/>
            <a:ext cx="1313180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Data </a:t>
            </a:r>
          </a:p>
          <a:p>
            <a:pPr algn="ctr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Parallelism</a:t>
            </a:r>
          </a:p>
          <a:p>
            <a:pPr algn="ctr"/>
            <a:endParaRPr lang="en-US" altLang="zh-CN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37094DB0-3009-40FF-4356-9C5D8690BEAB}"/>
              </a:ext>
            </a:extLst>
          </p:cNvPr>
          <p:cNvSpPr/>
          <p:nvPr/>
        </p:nvSpPr>
        <p:spPr>
          <a:xfrm>
            <a:off x="1179223" y="1731682"/>
            <a:ext cx="233983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Graph Communication</a:t>
            </a:r>
            <a:endParaRPr lang="zh-CN" altLang="en-US" sz="1600" dirty="0"/>
          </a:p>
        </p:txBody>
      </p:sp>
      <p:sp>
        <p:nvSpPr>
          <p:cNvPr id="25" name="箭头: 左右 24">
            <a:extLst>
              <a:ext uri="{FF2B5EF4-FFF2-40B4-BE49-F238E27FC236}">
                <a16:creationId xmlns:a16="http://schemas.microsoft.com/office/drawing/2014/main" id="{F6672427-90B0-3B56-003F-720387505284}"/>
              </a:ext>
            </a:extLst>
          </p:cNvPr>
          <p:cNvSpPr/>
          <p:nvPr/>
        </p:nvSpPr>
        <p:spPr>
          <a:xfrm>
            <a:off x="419101" y="1833300"/>
            <a:ext cx="508075" cy="146387"/>
          </a:xfrm>
          <a:prstGeom prst="leftRightArrow">
            <a:avLst>
              <a:gd name="adj1" fmla="val 36348"/>
              <a:gd name="adj2" fmla="val 50000"/>
            </a:avLst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0A43537D-A5F4-53DC-531F-E92C30E5B153}"/>
              </a:ext>
            </a:extLst>
          </p:cNvPr>
          <p:cNvSpPr txBox="1"/>
          <p:nvPr/>
        </p:nvSpPr>
        <p:spPr>
          <a:xfrm>
            <a:off x="3782760" y="4920400"/>
            <a:ext cx="973493" cy="400110"/>
          </a:xfrm>
          <a:prstGeom prst="rect">
            <a:avLst/>
          </a:prstGeom>
          <a:noFill/>
          <a:ln w="19050">
            <a:noFill/>
            <a:prstDash val="solid"/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T Task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0DFAEC49-275F-73AF-C645-4809115C7329}"/>
              </a:ext>
            </a:extLst>
          </p:cNvPr>
          <p:cNvSpPr txBox="1"/>
          <p:nvPr/>
        </p:nvSpPr>
        <p:spPr>
          <a:xfrm>
            <a:off x="2217352" y="4920400"/>
            <a:ext cx="973493" cy="400110"/>
          </a:xfrm>
          <a:prstGeom prst="rect">
            <a:avLst/>
          </a:prstGeom>
          <a:noFill/>
          <a:ln w="19050">
            <a:noFill/>
            <a:prstDash val="solid"/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P Task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12A9A7C8-4F30-5E60-DDDD-6D65B31DF596}"/>
              </a:ext>
            </a:extLst>
          </p:cNvPr>
          <p:cNvSpPr txBox="1"/>
          <p:nvPr/>
        </p:nvSpPr>
        <p:spPr>
          <a:xfrm>
            <a:off x="638074" y="4920400"/>
            <a:ext cx="973493" cy="400110"/>
          </a:xfrm>
          <a:prstGeom prst="rect">
            <a:avLst/>
          </a:prstGeom>
          <a:noFill/>
          <a:ln w="19050">
            <a:noFill/>
            <a:prstDash val="solid"/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T Task</a:t>
            </a: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944AA7D2-364D-0D27-130F-E8E046D5BE6A}"/>
              </a:ext>
            </a:extLst>
          </p:cNvPr>
          <p:cNvSpPr txBox="1"/>
          <p:nvPr/>
        </p:nvSpPr>
        <p:spPr>
          <a:xfrm>
            <a:off x="5327061" y="4920400"/>
            <a:ext cx="973493" cy="400110"/>
          </a:xfrm>
          <a:prstGeom prst="rect">
            <a:avLst/>
          </a:prstGeom>
          <a:noFill/>
          <a:ln w="19050">
            <a:noFill/>
            <a:prstDash val="solid"/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P Task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EF4394CA-4A95-A17A-AC9D-19A22C331411}"/>
              </a:ext>
            </a:extLst>
          </p:cNvPr>
          <p:cNvSpPr txBox="1"/>
          <p:nvPr/>
        </p:nvSpPr>
        <p:spPr>
          <a:xfrm>
            <a:off x="7986624" y="4341232"/>
            <a:ext cx="4348348" cy="461665"/>
          </a:xfrm>
          <a:prstGeom prst="rect">
            <a:avLst/>
          </a:prstGeom>
          <a:noFill/>
          <a:ln w="19050">
            <a:noFill/>
            <a:prstDash val="solid"/>
          </a:ln>
        </p:spPr>
        <p:txBody>
          <a:bodyPr wrap="square">
            <a:spAutoFit/>
          </a:bodyPr>
          <a:lstStyle/>
          <a:p>
            <a:pPr marL="0" lvl="1"/>
            <a:r>
              <a:rPr lang="en-US" altLang="zh-CN" sz="2400" dirty="0"/>
              <a:t>Data Parallelism Within Groups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98292917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288000" y="0"/>
            <a:ext cx="11164860" cy="141763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altLang="zh-CN" dirty="0">
                <a:latin typeface="Century Gothic" panose="020B050202020202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Task Parallelism</a:t>
            </a:r>
            <a:endParaRPr lang="en-US" altLang="zh-CN" sz="3600" dirty="0">
              <a:latin typeface="Century Gothic" panose="020B050202020202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5" name="Rectangle 10"/>
          <p:cNvSpPr/>
          <p:nvPr/>
        </p:nvSpPr>
        <p:spPr>
          <a:xfrm>
            <a:off x="0" y="420787"/>
            <a:ext cx="288000" cy="57606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9E9274B-7B15-45A0-E353-348CED9ED27D}"/>
              </a:ext>
            </a:extLst>
          </p:cNvPr>
          <p:cNvSpPr/>
          <p:nvPr/>
        </p:nvSpPr>
        <p:spPr>
          <a:xfrm>
            <a:off x="445731" y="2176754"/>
            <a:ext cx="1353447" cy="3194028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Group 1</a:t>
            </a:r>
          </a:p>
          <a:p>
            <a:pPr algn="ctr"/>
            <a:endParaRPr lang="en-US" altLang="zh-CN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altLang="zh-CN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altLang="zh-CN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altLang="zh-CN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altLang="zh-CN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altLang="zh-CN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altLang="zh-CN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altLang="zh-CN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ABF52B3-3072-7E55-57C2-149ADA199F51}"/>
              </a:ext>
            </a:extLst>
          </p:cNvPr>
          <p:cNvSpPr/>
          <p:nvPr/>
        </p:nvSpPr>
        <p:spPr>
          <a:xfrm>
            <a:off x="465863" y="4234286"/>
            <a:ext cx="1313180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Data </a:t>
            </a:r>
          </a:p>
          <a:p>
            <a:pPr algn="ctr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Parallelism</a:t>
            </a:r>
          </a:p>
          <a:p>
            <a:pPr algn="ctr"/>
            <a:endParaRPr lang="en-US" altLang="zh-CN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590E9FB-D31A-00D6-AA29-DAE0AAC1CC3A}"/>
              </a:ext>
            </a:extLst>
          </p:cNvPr>
          <p:cNvSpPr/>
          <p:nvPr/>
        </p:nvSpPr>
        <p:spPr>
          <a:xfrm>
            <a:off x="730673" y="2788041"/>
            <a:ext cx="783566" cy="402589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D1508C5-8D42-E117-DC34-68B59E90EE77}"/>
              </a:ext>
            </a:extLst>
          </p:cNvPr>
          <p:cNvSpPr/>
          <p:nvPr/>
        </p:nvSpPr>
        <p:spPr>
          <a:xfrm>
            <a:off x="683874" y="2808131"/>
            <a:ext cx="877163" cy="4770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i="0" dirty="0">
                <a:latin typeface="Arial" panose="020B0604020202020204" pitchFamily="34" charset="0"/>
                <a:cs typeface="Arial" panose="020B0604020202020204" pitchFamily="34" charset="0"/>
              </a:rPr>
              <a:t>GPU 1</a:t>
            </a:r>
          </a:p>
          <a:p>
            <a:pPr algn="ctr"/>
            <a:endParaRPr lang="en-US" altLang="zh-CN" sz="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4361B4F-883E-19DB-E6ED-8CBA78DF8034}"/>
              </a:ext>
            </a:extLst>
          </p:cNvPr>
          <p:cNvSpPr/>
          <p:nvPr/>
        </p:nvSpPr>
        <p:spPr>
          <a:xfrm>
            <a:off x="730673" y="3720735"/>
            <a:ext cx="783566" cy="402588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C3656CD-9A07-C9D2-E14F-102D5422F47E}"/>
              </a:ext>
            </a:extLst>
          </p:cNvPr>
          <p:cNvSpPr/>
          <p:nvPr/>
        </p:nvSpPr>
        <p:spPr>
          <a:xfrm>
            <a:off x="683874" y="3740826"/>
            <a:ext cx="877163" cy="4770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i="0" dirty="0">
                <a:latin typeface="Arial" panose="020B0604020202020204" pitchFamily="34" charset="0"/>
                <a:cs typeface="Arial" panose="020B0604020202020204" pitchFamily="34" charset="0"/>
              </a:rPr>
              <a:t>GPU 2</a:t>
            </a:r>
          </a:p>
          <a:p>
            <a:pPr algn="ctr"/>
            <a:endParaRPr lang="en-US" altLang="zh-CN" sz="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B770FF5-BC3B-DB6D-CF75-C082240ECE23}"/>
              </a:ext>
            </a:extLst>
          </p:cNvPr>
          <p:cNvSpPr/>
          <p:nvPr/>
        </p:nvSpPr>
        <p:spPr>
          <a:xfrm>
            <a:off x="2009516" y="2176754"/>
            <a:ext cx="1353447" cy="3194028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Group 2</a:t>
            </a:r>
          </a:p>
          <a:p>
            <a:pPr algn="ctr"/>
            <a:endParaRPr lang="en-US" altLang="zh-CN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altLang="zh-CN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altLang="zh-CN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altLang="zh-CN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altLang="zh-CN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altLang="zh-CN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altLang="zh-CN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altLang="zh-CN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1923A37-4EEE-A277-8489-050ECFE190E0}"/>
              </a:ext>
            </a:extLst>
          </p:cNvPr>
          <p:cNvSpPr/>
          <p:nvPr/>
        </p:nvSpPr>
        <p:spPr>
          <a:xfrm>
            <a:off x="2029648" y="4234286"/>
            <a:ext cx="1313180" cy="81560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Data </a:t>
            </a:r>
          </a:p>
          <a:p>
            <a:pPr algn="ctr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Parallelism</a:t>
            </a:r>
          </a:p>
          <a:p>
            <a:pPr algn="ctr"/>
            <a:endParaRPr lang="en-US" altLang="zh-CN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0856390-9948-A527-E938-D99F34D5B8FF}"/>
              </a:ext>
            </a:extLst>
          </p:cNvPr>
          <p:cNvSpPr/>
          <p:nvPr/>
        </p:nvSpPr>
        <p:spPr>
          <a:xfrm>
            <a:off x="2294458" y="2788038"/>
            <a:ext cx="783566" cy="402588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6D5A2D4-8497-C0B5-5C75-D35C054354AE}"/>
              </a:ext>
            </a:extLst>
          </p:cNvPr>
          <p:cNvSpPr/>
          <p:nvPr/>
        </p:nvSpPr>
        <p:spPr>
          <a:xfrm>
            <a:off x="2247658" y="2808129"/>
            <a:ext cx="877163" cy="4770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i="0" dirty="0">
                <a:latin typeface="Arial" panose="020B0604020202020204" pitchFamily="34" charset="0"/>
                <a:cs typeface="Arial" panose="020B0604020202020204" pitchFamily="34" charset="0"/>
              </a:rPr>
              <a:t>GPU 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lang="en-US" altLang="zh-CN" i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altLang="zh-CN" sz="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7FE788A-3441-9FF5-6F97-CAD67E70E7C6}"/>
              </a:ext>
            </a:extLst>
          </p:cNvPr>
          <p:cNvSpPr/>
          <p:nvPr/>
        </p:nvSpPr>
        <p:spPr>
          <a:xfrm>
            <a:off x="2294458" y="3720735"/>
            <a:ext cx="783566" cy="402588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B3D8EA92-7460-218D-A81A-34805273BF51}"/>
              </a:ext>
            </a:extLst>
          </p:cNvPr>
          <p:cNvSpPr/>
          <p:nvPr/>
        </p:nvSpPr>
        <p:spPr>
          <a:xfrm>
            <a:off x="2247659" y="3740826"/>
            <a:ext cx="877163" cy="4770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i="0" dirty="0">
                <a:latin typeface="Arial" panose="020B0604020202020204" pitchFamily="34" charset="0"/>
                <a:cs typeface="Arial" panose="020B0604020202020204" pitchFamily="34" charset="0"/>
              </a:rPr>
              <a:t>GPU 4</a:t>
            </a:r>
          </a:p>
          <a:p>
            <a:pPr algn="ctr"/>
            <a:endParaRPr lang="en-US" altLang="zh-CN" sz="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ADAF1960-3931-41F3-21C8-B2A13DEB13AF}"/>
              </a:ext>
            </a:extLst>
          </p:cNvPr>
          <p:cNvSpPr/>
          <p:nvPr/>
        </p:nvSpPr>
        <p:spPr>
          <a:xfrm>
            <a:off x="3573301" y="2176754"/>
            <a:ext cx="1353447" cy="3194028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Group 3</a:t>
            </a:r>
          </a:p>
          <a:p>
            <a:pPr algn="ctr"/>
            <a:endParaRPr lang="en-US" altLang="zh-CN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altLang="zh-CN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altLang="zh-CN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altLang="zh-CN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altLang="zh-CN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altLang="zh-CN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altLang="zh-CN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altLang="zh-CN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258EBFA9-7860-2619-DC7F-76601134B00C}"/>
              </a:ext>
            </a:extLst>
          </p:cNvPr>
          <p:cNvSpPr/>
          <p:nvPr/>
        </p:nvSpPr>
        <p:spPr>
          <a:xfrm>
            <a:off x="3593433" y="4234286"/>
            <a:ext cx="1313180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Data </a:t>
            </a:r>
          </a:p>
          <a:p>
            <a:pPr algn="ctr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Parallelism</a:t>
            </a:r>
          </a:p>
          <a:p>
            <a:pPr algn="ctr"/>
            <a:endParaRPr lang="en-US" altLang="zh-CN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D0635AF0-A6A4-2F0B-56FA-E3B81412AB9C}"/>
              </a:ext>
            </a:extLst>
          </p:cNvPr>
          <p:cNvSpPr/>
          <p:nvPr/>
        </p:nvSpPr>
        <p:spPr>
          <a:xfrm>
            <a:off x="3858243" y="2788038"/>
            <a:ext cx="783566" cy="402588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D6F2491D-4D79-CBC0-E81A-7D2B8C9DB480}"/>
              </a:ext>
            </a:extLst>
          </p:cNvPr>
          <p:cNvSpPr/>
          <p:nvPr/>
        </p:nvSpPr>
        <p:spPr>
          <a:xfrm>
            <a:off x="3811445" y="2808129"/>
            <a:ext cx="877163" cy="477054"/>
          </a:xfrm>
          <a:prstGeom prst="rect">
            <a:avLst/>
          </a:prstGeom>
          <a:ln>
            <a:noFill/>
            <a:prstDash val="solid"/>
          </a:ln>
        </p:spPr>
        <p:txBody>
          <a:bodyPr wrap="none">
            <a:spAutoFit/>
          </a:bodyPr>
          <a:lstStyle/>
          <a:p>
            <a:pPr algn="ctr"/>
            <a:r>
              <a:rPr lang="en-US" altLang="zh-CN" i="0" dirty="0">
                <a:latin typeface="Arial" panose="020B0604020202020204" pitchFamily="34" charset="0"/>
                <a:cs typeface="Arial" panose="020B0604020202020204" pitchFamily="34" charset="0"/>
              </a:rPr>
              <a:t>GPU 5</a:t>
            </a:r>
          </a:p>
          <a:p>
            <a:pPr algn="ctr"/>
            <a:endParaRPr lang="en-US" altLang="zh-CN" sz="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1DF1B186-D851-02FD-A5DF-C435DC802478}"/>
              </a:ext>
            </a:extLst>
          </p:cNvPr>
          <p:cNvSpPr/>
          <p:nvPr/>
        </p:nvSpPr>
        <p:spPr>
          <a:xfrm>
            <a:off x="3858243" y="3720735"/>
            <a:ext cx="783566" cy="402588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1B97273D-32DC-88ED-48A9-B06832EBC694}"/>
              </a:ext>
            </a:extLst>
          </p:cNvPr>
          <p:cNvSpPr/>
          <p:nvPr/>
        </p:nvSpPr>
        <p:spPr>
          <a:xfrm>
            <a:off x="3811445" y="3740826"/>
            <a:ext cx="877163" cy="4770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i="0" dirty="0">
                <a:latin typeface="Arial" panose="020B0604020202020204" pitchFamily="34" charset="0"/>
                <a:cs typeface="Arial" panose="020B0604020202020204" pitchFamily="34" charset="0"/>
              </a:rPr>
              <a:t>GPU 6</a:t>
            </a:r>
          </a:p>
          <a:p>
            <a:pPr algn="ctr"/>
            <a:endParaRPr lang="en-US" altLang="zh-CN" sz="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B28309CE-A87A-10EF-B72C-CDA59FF47AF4}"/>
              </a:ext>
            </a:extLst>
          </p:cNvPr>
          <p:cNvSpPr/>
          <p:nvPr/>
        </p:nvSpPr>
        <p:spPr>
          <a:xfrm>
            <a:off x="5137085" y="2176754"/>
            <a:ext cx="1353447" cy="3194028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Group 4</a:t>
            </a:r>
          </a:p>
          <a:p>
            <a:pPr algn="ctr"/>
            <a:endParaRPr lang="en-US" altLang="zh-CN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altLang="zh-CN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altLang="zh-CN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altLang="zh-CN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altLang="zh-CN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altLang="zh-CN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altLang="zh-CN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altLang="zh-CN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20459146-5234-3644-5637-955D9E51CBD4}"/>
              </a:ext>
            </a:extLst>
          </p:cNvPr>
          <p:cNvSpPr/>
          <p:nvPr/>
        </p:nvSpPr>
        <p:spPr>
          <a:xfrm>
            <a:off x="5157218" y="4234286"/>
            <a:ext cx="1313180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Data </a:t>
            </a:r>
          </a:p>
          <a:p>
            <a:pPr algn="ctr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Parallelism</a:t>
            </a:r>
          </a:p>
          <a:p>
            <a:pPr algn="ctr"/>
            <a:endParaRPr lang="en-US" altLang="zh-CN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7898E42A-792E-DD19-29FC-CB87406414B8}"/>
              </a:ext>
            </a:extLst>
          </p:cNvPr>
          <p:cNvSpPr/>
          <p:nvPr/>
        </p:nvSpPr>
        <p:spPr>
          <a:xfrm>
            <a:off x="5422027" y="2788038"/>
            <a:ext cx="783566" cy="402588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9BB45AA8-EDA8-212F-C2CC-1E9679F02527}"/>
              </a:ext>
            </a:extLst>
          </p:cNvPr>
          <p:cNvSpPr/>
          <p:nvPr/>
        </p:nvSpPr>
        <p:spPr>
          <a:xfrm>
            <a:off x="5375228" y="2808129"/>
            <a:ext cx="877163" cy="4770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i="0" dirty="0">
                <a:latin typeface="Arial" panose="020B0604020202020204" pitchFamily="34" charset="0"/>
                <a:cs typeface="Arial" panose="020B0604020202020204" pitchFamily="34" charset="0"/>
              </a:rPr>
              <a:t>GPU 7</a:t>
            </a:r>
          </a:p>
          <a:p>
            <a:pPr algn="ctr"/>
            <a:endParaRPr lang="en-US" altLang="zh-CN" sz="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96DD19E1-D48B-AD04-1280-52FCD295B103}"/>
              </a:ext>
            </a:extLst>
          </p:cNvPr>
          <p:cNvSpPr/>
          <p:nvPr/>
        </p:nvSpPr>
        <p:spPr>
          <a:xfrm>
            <a:off x="5422027" y="3720735"/>
            <a:ext cx="783566" cy="402588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7DA058E8-1878-3641-4CD9-0F9DEC272A52}"/>
              </a:ext>
            </a:extLst>
          </p:cNvPr>
          <p:cNvSpPr/>
          <p:nvPr/>
        </p:nvSpPr>
        <p:spPr>
          <a:xfrm>
            <a:off x="5375228" y="3740826"/>
            <a:ext cx="877163" cy="4770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i="0" dirty="0">
                <a:latin typeface="Arial" panose="020B0604020202020204" pitchFamily="34" charset="0"/>
                <a:cs typeface="Arial" panose="020B0604020202020204" pitchFamily="34" charset="0"/>
              </a:rPr>
              <a:t>GPU 8</a:t>
            </a:r>
          </a:p>
          <a:p>
            <a:pPr algn="ctr"/>
            <a:endParaRPr lang="en-US" altLang="zh-CN" sz="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箭头: 左右 29">
            <a:extLst>
              <a:ext uri="{FF2B5EF4-FFF2-40B4-BE49-F238E27FC236}">
                <a16:creationId xmlns:a16="http://schemas.microsoft.com/office/drawing/2014/main" id="{DAEDA27D-CAE5-FE51-D135-65A4F8F48B1D}"/>
              </a:ext>
            </a:extLst>
          </p:cNvPr>
          <p:cNvSpPr/>
          <p:nvPr/>
        </p:nvSpPr>
        <p:spPr>
          <a:xfrm rot="16200000">
            <a:off x="2435492" y="3374639"/>
            <a:ext cx="501494" cy="148308"/>
          </a:xfrm>
          <a:prstGeom prst="leftRightArrow">
            <a:avLst>
              <a:gd name="adj1" fmla="val 36348"/>
              <a:gd name="adj2" fmla="val 50000"/>
            </a:avLst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 b="1" dirty="0"/>
          </a:p>
        </p:txBody>
      </p:sp>
      <p:sp>
        <p:nvSpPr>
          <p:cNvPr id="31" name="箭头: 左右 30">
            <a:extLst>
              <a:ext uri="{FF2B5EF4-FFF2-40B4-BE49-F238E27FC236}">
                <a16:creationId xmlns:a16="http://schemas.microsoft.com/office/drawing/2014/main" id="{13715C73-A2D3-B9F4-66AF-4E54844B0A5F}"/>
              </a:ext>
            </a:extLst>
          </p:cNvPr>
          <p:cNvSpPr/>
          <p:nvPr/>
        </p:nvSpPr>
        <p:spPr>
          <a:xfrm rot="16200000">
            <a:off x="5565785" y="3370929"/>
            <a:ext cx="501494" cy="148308"/>
          </a:xfrm>
          <a:prstGeom prst="leftRightArrow">
            <a:avLst>
              <a:gd name="adj1" fmla="val 36348"/>
              <a:gd name="adj2" fmla="val 50000"/>
            </a:avLst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/>
          </a:p>
        </p:txBody>
      </p:sp>
      <p:sp>
        <p:nvSpPr>
          <p:cNvPr id="32" name="箭头: 右 31">
            <a:extLst>
              <a:ext uri="{FF2B5EF4-FFF2-40B4-BE49-F238E27FC236}">
                <a16:creationId xmlns:a16="http://schemas.microsoft.com/office/drawing/2014/main" id="{C542072D-C372-CB38-16CE-9F7A0662FE67}"/>
              </a:ext>
            </a:extLst>
          </p:cNvPr>
          <p:cNvSpPr/>
          <p:nvPr/>
        </p:nvSpPr>
        <p:spPr>
          <a:xfrm>
            <a:off x="1611567" y="3399866"/>
            <a:ext cx="595264" cy="131900"/>
          </a:xfrm>
          <a:prstGeom prst="rightArrow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474E927E-1AAA-BDA8-1DF1-E5524349BD59}"/>
              </a:ext>
            </a:extLst>
          </p:cNvPr>
          <p:cNvSpPr/>
          <p:nvPr/>
        </p:nvSpPr>
        <p:spPr>
          <a:xfrm>
            <a:off x="1179223" y="1731682"/>
            <a:ext cx="233983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Graph Communication</a:t>
            </a:r>
            <a:endParaRPr lang="zh-CN" altLang="en-US" sz="1600" dirty="0"/>
          </a:p>
        </p:txBody>
      </p:sp>
      <p:sp>
        <p:nvSpPr>
          <p:cNvPr id="34" name="箭头: 左右 33">
            <a:extLst>
              <a:ext uri="{FF2B5EF4-FFF2-40B4-BE49-F238E27FC236}">
                <a16:creationId xmlns:a16="http://schemas.microsoft.com/office/drawing/2014/main" id="{A4427C3D-7F12-6A04-A286-20E6FC3C31C7}"/>
              </a:ext>
            </a:extLst>
          </p:cNvPr>
          <p:cNvSpPr/>
          <p:nvPr/>
        </p:nvSpPr>
        <p:spPr>
          <a:xfrm>
            <a:off x="419101" y="1833300"/>
            <a:ext cx="508075" cy="146387"/>
          </a:xfrm>
          <a:prstGeom prst="leftRightArrow">
            <a:avLst>
              <a:gd name="adj1" fmla="val 36348"/>
              <a:gd name="adj2" fmla="val 50000"/>
            </a:avLst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/>
          </a:p>
        </p:txBody>
      </p:sp>
      <p:sp>
        <p:nvSpPr>
          <p:cNvPr id="35" name="箭头: 右 34">
            <a:extLst>
              <a:ext uri="{FF2B5EF4-FFF2-40B4-BE49-F238E27FC236}">
                <a16:creationId xmlns:a16="http://schemas.microsoft.com/office/drawing/2014/main" id="{9C374203-267E-9C56-755C-2808C33699FF}"/>
              </a:ext>
            </a:extLst>
          </p:cNvPr>
          <p:cNvSpPr/>
          <p:nvPr/>
        </p:nvSpPr>
        <p:spPr>
          <a:xfrm>
            <a:off x="3771103" y="1840542"/>
            <a:ext cx="595264" cy="131900"/>
          </a:xfrm>
          <a:prstGeom prst="rightArrow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8BA4134A-6CC1-E698-7404-081BBF1E4FB4}"/>
              </a:ext>
            </a:extLst>
          </p:cNvPr>
          <p:cNvSpPr/>
          <p:nvPr/>
        </p:nvSpPr>
        <p:spPr>
          <a:xfrm>
            <a:off x="4618414" y="1731682"/>
            <a:ext cx="222053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Task Communication</a:t>
            </a:r>
            <a:endParaRPr lang="zh-CN" altLang="en-US" sz="1600" dirty="0"/>
          </a:p>
        </p:txBody>
      </p:sp>
      <p:sp>
        <p:nvSpPr>
          <p:cNvPr id="37" name="箭头: 右 36">
            <a:extLst>
              <a:ext uri="{FF2B5EF4-FFF2-40B4-BE49-F238E27FC236}">
                <a16:creationId xmlns:a16="http://schemas.microsoft.com/office/drawing/2014/main" id="{38F6235A-EAC0-3A91-5DD8-5E4B343AF8E0}"/>
              </a:ext>
            </a:extLst>
          </p:cNvPr>
          <p:cNvSpPr/>
          <p:nvPr/>
        </p:nvSpPr>
        <p:spPr>
          <a:xfrm>
            <a:off x="3214258" y="3399866"/>
            <a:ext cx="595264" cy="131900"/>
          </a:xfrm>
          <a:prstGeom prst="rightArrow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/>
          </a:p>
        </p:txBody>
      </p:sp>
      <p:sp>
        <p:nvSpPr>
          <p:cNvPr id="38" name="箭头: 右 37">
            <a:extLst>
              <a:ext uri="{FF2B5EF4-FFF2-40B4-BE49-F238E27FC236}">
                <a16:creationId xmlns:a16="http://schemas.microsoft.com/office/drawing/2014/main" id="{9EEBAC15-5513-D989-A2F7-324E0B7C2775}"/>
              </a:ext>
            </a:extLst>
          </p:cNvPr>
          <p:cNvSpPr/>
          <p:nvPr/>
        </p:nvSpPr>
        <p:spPr>
          <a:xfrm>
            <a:off x="4752928" y="3399866"/>
            <a:ext cx="595264" cy="131900"/>
          </a:xfrm>
          <a:prstGeom prst="rightArrow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/>
          </a:p>
        </p:txBody>
      </p:sp>
      <p:cxnSp>
        <p:nvCxnSpPr>
          <p:cNvPr id="39" name="直接箭头连接符 38">
            <a:extLst>
              <a:ext uri="{FF2B5EF4-FFF2-40B4-BE49-F238E27FC236}">
                <a16:creationId xmlns:a16="http://schemas.microsoft.com/office/drawing/2014/main" id="{1643D716-37CA-0211-64F0-D7E1FACEAD03}"/>
              </a:ext>
            </a:extLst>
          </p:cNvPr>
          <p:cNvCxnSpPr>
            <a:cxnSpLocks/>
            <a:stCxn id="40" idx="3"/>
          </p:cNvCxnSpPr>
          <p:nvPr/>
        </p:nvCxnSpPr>
        <p:spPr>
          <a:xfrm flipV="1">
            <a:off x="4572000" y="5652906"/>
            <a:ext cx="1902322" cy="935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0" name="矩形 39">
            <a:extLst>
              <a:ext uri="{FF2B5EF4-FFF2-40B4-BE49-F238E27FC236}">
                <a16:creationId xmlns:a16="http://schemas.microsoft.com/office/drawing/2014/main" id="{9B4CB5B4-7F8C-0966-2B49-DAD54A3E2821}"/>
              </a:ext>
            </a:extLst>
          </p:cNvPr>
          <p:cNvSpPr/>
          <p:nvPr/>
        </p:nvSpPr>
        <p:spPr>
          <a:xfrm>
            <a:off x="2520292" y="5462203"/>
            <a:ext cx="205170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Task Parallelism</a:t>
            </a:r>
          </a:p>
        </p:txBody>
      </p:sp>
      <p:cxnSp>
        <p:nvCxnSpPr>
          <p:cNvPr id="41" name="直接箭头连接符 40">
            <a:extLst>
              <a:ext uri="{FF2B5EF4-FFF2-40B4-BE49-F238E27FC236}">
                <a16:creationId xmlns:a16="http://schemas.microsoft.com/office/drawing/2014/main" id="{34FF7B75-6A49-35BD-6826-885B523FBC0D}"/>
              </a:ext>
            </a:extLst>
          </p:cNvPr>
          <p:cNvCxnSpPr>
            <a:cxnSpLocks/>
            <a:stCxn id="40" idx="1"/>
          </p:cNvCxnSpPr>
          <p:nvPr/>
        </p:nvCxnSpPr>
        <p:spPr>
          <a:xfrm flipH="1" flipV="1">
            <a:off x="465863" y="5652906"/>
            <a:ext cx="2054429" cy="935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6" name="文本框 55">
            <a:extLst>
              <a:ext uri="{FF2B5EF4-FFF2-40B4-BE49-F238E27FC236}">
                <a16:creationId xmlns:a16="http://schemas.microsoft.com/office/drawing/2014/main" id="{B380FF0F-E084-8148-4DF8-BD031AF7BC56}"/>
              </a:ext>
            </a:extLst>
          </p:cNvPr>
          <p:cNvSpPr txBox="1"/>
          <p:nvPr/>
        </p:nvSpPr>
        <p:spPr>
          <a:xfrm>
            <a:off x="3782760" y="4920400"/>
            <a:ext cx="973493" cy="400110"/>
          </a:xfrm>
          <a:prstGeom prst="rect">
            <a:avLst/>
          </a:prstGeom>
          <a:noFill/>
          <a:ln w="19050">
            <a:noFill/>
            <a:prstDash val="solid"/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T Task</a:t>
            </a: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4B7A0E49-F5E7-B6F8-78BF-169C1D179959}"/>
              </a:ext>
            </a:extLst>
          </p:cNvPr>
          <p:cNvSpPr txBox="1"/>
          <p:nvPr/>
        </p:nvSpPr>
        <p:spPr>
          <a:xfrm>
            <a:off x="2217352" y="4920400"/>
            <a:ext cx="973493" cy="400110"/>
          </a:xfrm>
          <a:prstGeom prst="rect">
            <a:avLst/>
          </a:prstGeom>
          <a:noFill/>
          <a:ln w="19050">
            <a:noFill/>
            <a:prstDash val="solid"/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P Task</a:t>
            </a: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3EAEC7BA-A6A3-49A2-DA5D-F43FA8EB7351}"/>
              </a:ext>
            </a:extLst>
          </p:cNvPr>
          <p:cNvSpPr txBox="1"/>
          <p:nvPr/>
        </p:nvSpPr>
        <p:spPr>
          <a:xfrm>
            <a:off x="638074" y="4920400"/>
            <a:ext cx="973493" cy="400110"/>
          </a:xfrm>
          <a:prstGeom prst="rect">
            <a:avLst/>
          </a:prstGeom>
          <a:noFill/>
          <a:ln w="19050">
            <a:noFill/>
            <a:prstDash val="solid"/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T Task</a:t>
            </a: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D5109195-3FF8-CF63-B7A3-0600647F005C}"/>
              </a:ext>
            </a:extLst>
          </p:cNvPr>
          <p:cNvSpPr txBox="1"/>
          <p:nvPr/>
        </p:nvSpPr>
        <p:spPr>
          <a:xfrm>
            <a:off x="5327061" y="4920400"/>
            <a:ext cx="973493" cy="400110"/>
          </a:xfrm>
          <a:prstGeom prst="rect">
            <a:avLst/>
          </a:prstGeom>
          <a:noFill/>
          <a:ln w="19050">
            <a:noFill/>
            <a:prstDash val="solid"/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P Task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9E58F46-97D5-647A-19CE-0AF42C986958}"/>
              </a:ext>
            </a:extLst>
          </p:cNvPr>
          <p:cNvSpPr txBox="1"/>
          <p:nvPr/>
        </p:nvSpPr>
        <p:spPr>
          <a:xfrm>
            <a:off x="7656245" y="3629641"/>
            <a:ext cx="3384260" cy="584775"/>
          </a:xfrm>
          <a:prstGeom prst="rect">
            <a:avLst/>
          </a:prstGeom>
          <a:noFill/>
          <a:ln w="19050">
            <a:noFill/>
            <a:prstDash val="solid"/>
          </a:ln>
        </p:spPr>
        <p:txBody>
          <a:bodyPr wrap="square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Hybrid Parallelism</a:t>
            </a:r>
            <a:endParaRPr lang="zh-CN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25E1EA93-3DA1-E323-47EB-18DD29DE18E9}"/>
              </a:ext>
            </a:extLst>
          </p:cNvPr>
          <p:cNvSpPr/>
          <p:nvPr/>
        </p:nvSpPr>
        <p:spPr>
          <a:xfrm>
            <a:off x="8544311" y="1855729"/>
            <a:ext cx="3384260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lvl="1" algn="ctr"/>
            <a:r>
              <a:rPr lang="en-US" altLang="zh-CN" sz="2400" dirty="0"/>
              <a:t>2-layer GNN </a:t>
            </a:r>
          </a:p>
          <a:p>
            <a:pPr marL="0" lvl="1" algn="ctr"/>
            <a:r>
              <a:rPr lang="en-US" altLang="zh-CN" sz="2400" dirty="0"/>
              <a:t>Only 4 Task (T</a:t>
            </a:r>
            <a:r>
              <a:rPr lang="zh-CN" altLang="en-US" sz="2400" dirty="0"/>
              <a:t>、</a:t>
            </a:r>
            <a:r>
              <a:rPr lang="en-US" altLang="zh-CN" sz="2400" dirty="0"/>
              <a:t>T</a:t>
            </a:r>
            <a:r>
              <a:rPr lang="zh-CN" altLang="en-US" sz="2400" dirty="0"/>
              <a:t>、</a:t>
            </a:r>
            <a:r>
              <a:rPr lang="en-US" altLang="zh-CN" sz="2400" dirty="0"/>
              <a:t>P</a:t>
            </a:r>
            <a:r>
              <a:rPr lang="zh-CN" altLang="en-US" sz="2400" dirty="0"/>
              <a:t>、</a:t>
            </a:r>
            <a:r>
              <a:rPr lang="en-US" altLang="zh-CN" sz="2400" dirty="0"/>
              <a:t>P)</a:t>
            </a:r>
            <a:endParaRPr lang="en-US" altLang="zh-CN" sz="2400" b="1" dirty="0"/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83F239EA-CB75-10B7-49D4-356E2FEADCBF}"/>
              </a:ext>
            </a:extLst>
          </p:cNvPr>
          <p:cNvSpPr/>
          <p:nvPr/>
        </p:nvSpPr>
        <p:spPr>
          <a:xfrm>
            <a:off x="6577102" y="2040394"/>
            <a:ext cx="107914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lvl="1" algn="ctr"/>
            <a:r>
              <a:rPr lang="en-US" altLang="zh-CN" sz="2400" dirty="0"/>
              <a:t>8 GPUs</a:t>
            </a:r>
            <a:endParaRPr lang="en-US" altLang="zh-CN" sz="2400" b="1" dirty="0"/>
          </a:p>
        </p:txBody>
      </p:sp>
      <p:sp>
        <p:nvSpPr>
          <p:cNvPr id="44" name="箭头: 右 43">
            <a:extLst>
              <a:ext uri="{FF2B5EF4-FFF2-40B4-BE49-F238E27FC236}">
                <a16:creationId xmlns:a16="http://schemas.microsoft.com/office/drawing/2014/main" id="{813A0127-BEA4-D894-99F8-ADF51A93EC18}"/>
              </a:ext>
            </a:extLst>
          </p:cNvPr>
          <p:cNvSpPr/>
          <p:nvPr/>
        </p:nvSpPr>
        <p:spPr>
          <a:xfrm rot="10800000">
            <a:off x="7763531" y="2040394"/>
            <a:ext cx="667144" cy="453725"/>
          </a:xfrm>
          <a:prstGeom prst="rightArrow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45" name="直接箭头连接符 44">
            <a:extLst>
              <a:ext uri="{FF2B5EF4-FFF2-40B4-BE49-F238E27FC236}">
                <a16:creationId xmlns:a16="http://schemas.microsoft.com/office/drawing/2014/main" id="{93E762B0-60FF-F055-BD70-6CAF47B10577}"/>
              </a:ext>
            </a:extLst>
          </p:cNvPr>
          <p:cNvCxnSpPr>
            <a:cxnSpLocks/>
          </p:cNvCxnSpPr>
          <p:nvPr/>
        </p:nvCxnSpPr>
        <p:spPr>
          <a:xfrm>
            <a:off x="9163050" y="2686726"/>
            <a:ext cx="0" cy="980649"/>
          </a:xfrm>
          <a:prstGeom prst="straightConnector1">
            <a:avLst/>
          </a:prstGeom>
          <a:ln w="57150" cap="rnd">
            <a:solidFill>
              <a:schemeClr val="accent1"/>
            </a:solidFill>
            <a:round/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3134DBEB-88FA-E280-AC2E-E764E4A38C34}"/>
              </a:ext>
            </a:extLst>
          </p:cNvPr>
          <p:cNvSpPr txBox="1"/>
          <p:nvPr/>
        </p:nvSpPr>
        <p:spPr>
          <a:xfrm>
            <a:off x="7986624" y="4341232"/>
            <a:ext cx="4348348" cy="830997"/>
          </a:xfrm>
          <a:prstGeom prst="rect">
            <a:avLst/>
          </a:prstGeom>
          <a:noFill/>
          <a:ln w="19050">
            <a:noFill/>
            <a:prstDash val="solid"/>
          </a:ln>
        </p:spPr>
        <p:txBody>
          <a:bodyPr wrap="square">
            <a:spAutoFit/>
          </a:bodyPr>
          <a:lstStyle/>
          <a:p>
            <a:pPr marL="0" lvl="1"/>
            <a:r>
              <a:rPr lang="en-US" altLang="zh-CN" sz="2400" dirty="0"/>
              <a:t>Data Parallelism Within Groups</a:t>
            </a:r>
          </a:p>
          <a:p>
            <a:pPr marL="0" lvl="1"/>
            <a:r>
              <a:rPr lang="en-US" altLang="zh-CN" sz="2400" dirty="0"/>
              <a:t>Task Parallelism Between Groups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29264935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288000" y="0"/>
            <a:ext cx="11164860" cy="141763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altLang="zh-CN" dirty="0">
                <a:latin typeface="Century Gothic" panose="020B050202020202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Task Parallelism</a:t>
            </a:r>
            <a:endParaRPr lang="en-US" altLang="zh-CN" sz="3600" dirty="0">
              <a:latin typeface="Century Gothic" panose="020B050202020202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5" name="Rectangle 10"/>
          <p:cNvSpPr/>
          <p:nvPr/>
        </p:nvSpPr>
        <p:spPr>
          <a:xfrm>
            <a:off x="0" y="420787"/>
            <a:ext cx="288000" cy="57606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9E9274B-7B15-45A0-E353-348CED9ED27D}"/>
              </a:ext>
            </a:extLst>
          </p:cNvPr>
          <p:cNvSpPr/>
          <p:nvPr/>
        </p:nvSpPr>
        <p:spPr>
          <a:xfrm>
            <a:off x="445731" y="2176754"/>
            <a:ext cx="1353447" cy="3194028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Group 1</a:t>
            </a:r>
          </a:p>
          <a:p>
            <a:pPr algn="ctr"/>
            <a:endParaRPr lang="en-US" altLang="zh-CN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altLang="zh-CN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altLang="zh-CN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altLang="zh-CN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altLang="zh-CN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altLang="zh-CN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altLang="zh-CN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altLang="zh-CN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ABF52B3-3072-7E55-57C2-149ADA199F51}"/>
              </a:ext>
            </a:extLst>
          </p:cNvPr>
          <p:cNvSpPr/>
          <p:nvPr/>
        </p:nvSpPr>
        <p:spPr>
          <a:xfrm>
            <a:off x="465863" y="4234286"/>
            <a:ext cx="1313180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Data </a:t>
            </a:r>
          </a:p>
          <a:p>
            <a:pPr algn="ctr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Parallelism</a:t>
            </a:r>
          </a:p>
          <a:p>
            <a:pPr algn="ctr"/>
            <a:endParaRPr lang="en-US" altLang="zh-CN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590E9FB-D31A-00D6-AA29-DAE0AAC1CC3A}"/>
              </a:ext>
            </a:extLst>
          </p:cNvPr>
          <p:cNvSpPr/>
          <p:nvPr/>
        </p:nvSpPr>
        <p:spPr>
          <a:xfrm>
            <a:off x="730673" y="2788041"/>
            <a:ext cx="783566" cy="402589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D1508C5-8D42-E117-DC34-68B59E90EE77}"/>
              </a:ext>
            </a:extLst>
          </p:cNvPr>
          <p:cNvSpPr/>
          <p:nvPr/>
        </p:nvSpPr>
        <p:spPr>
          <a:xfrm>
            <a:off x="683874" y="2808131"/>
            <a:ext cx="877163" cy="4770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i="0" dirty="0">
                <a:latin typeface="Arial" panose="020B0604020202020204" pitchFamily="34" charset="0"/>
                <a:cs typeface="Arial" panose="020B0604020202020204" pitchFamily="34" charset="0"/>
              </a:rPr>
              <a:t>GPU 1</a:t>
            </a:r>
          </a:p>
          <a:p>
            <a:pPr algn="ctr"/>
            <a:endParaRPr lang="en-US" altLang="zh-CN" sz="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4361B4F-883E-19DB-E6ED-8CBA78DF8034}"/>
              </a:ext>
            </a:extLst>
          </p:cNvPr>
          <p:cNvSpPr/>
          <p:nvPr/>
        </p:nvSpPr>
        <p:spPr>
          <a:xfrm>
            <a:off x="730673" y="3720735"/>
            <a:ext cx="783566" cy="402588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C3656CD-9A07-C9D2-E14F-102D5422F47E}"/>
              </a:ext>
            </a:extLst>
          </p:cNvPr>
          <p:cNvSpPr/>
          <p:nvPr/>
        </p:nvSpPr>
        <p:spPr>
          <a:xfrm>
            <a:off x="683874" y="3740826"/>
            <a:ext cx="877163" cy="4770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i="0" dirty="0">
                <a:latin typeface="Arial" panose="020B0604020202020204" pitchFamily="34" charset="0"/>
                <a:cs typeface="Arial" panose="020B0604020202020204" pitchFamily="34" charset="0"/>
              </a:rPr>
              <a:t>GPU 2</a:t>
            </a:r>
          </a:p>
          <a:p>
            <a:pPr algn="ctr"/>
            <a:endParaRPr lang="en-US" altLang="zh-CN" sz="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B770FF5-BC3B-DB6D-CF75-C082240ECE23}"/>
              </a:ext>
            </a:extLst>
          </p:cNvPr>
          <p:cNvSpPr/>
          <p:nvPr/>
        </p:nvSpPr>
        <p:spPr>
          <a:xfrm>
            <a:off x="2009516" y="2176754"/>
            <a:ext cx="1353447" cy="3194028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Group 2</a:t>
            </a:r>
          </a:p>
          <a:p>
            <a:pPr algn="ctr"/>
            <a:endParaRPr lang="en-US" altLang="zh-CN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altLang="zh-CN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altLang="zh-CN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altLang="zh-CN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altLang="zh-CN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altLang="zh-CN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altLang="zh-CN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altLang="zh-CN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1923A37-4EEE-A277-8489-050ECFE190E0}"/>
              </a:ext>
            </a:extLst>
          </p:cNvPr>
          <p:cNvSpPr/>
          <p:nvPr/>
        </p:nvSpPr>
        <p:spPr>
          <a:xfrm>
            <a:off x="2029648" y="4234286"/>
            <a:ext cx="1313180" cy="81560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Data </a:t>
            </a:r>
          </a:p>
          <a:p>
            <a:pPr algn="ctr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Parallelism</a:t>
            </a:r>
          </a:p>
          <a:p>
            <a:pPr algn="ctr"/>
            <a:endParaRPr lang="en-US" altLang="zh-CN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0856390-9948-A527-E938-D99F34D5B8FF}"/>
              </a:ext>
            </a:extLst>
          </p:cNvPr>
          <p:cNvSpPr/>
          <p:nvPr/>
        </p:nvSpPr>
        <p:spPr>
          <a:xfrm>
            <a:off x="2294458" y="2788038"/>
            <a:ext cx="783566" cy="402588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6D5A2D4-8497-C0B5-5C75-D35C054354AE}"/>
              </a:ext>
            </a:extLst>
          </p:cNvPr>
          <p:cNvSpPr/>
          <p:nvPr/>
        </p:nvSpPr>
        <p:spPr>
          <a:xfrm>
            <a:off x="2247658" y="2808129"/>
            <a:ext cx="877163" cy="4770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i="0" dirty="0">
                <a:latin typeface="Arial" panose="020B0604020202020204" pitchFamily="34" charset="0"/>
                <a:cs typeface="Arial" panose="020B0604020202020204" pitchFamily="34" charset="0"/>
              </a:rPr>
              <a:t>GPU 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lang="en-US" altLang="zh-CN" i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altLang="zh-CN" sz="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7FE788A-3441-9FF5-6F97-CAD67E70E7C6}"/>
              </a:ext>
            </a:extLst>
          </p:cNvPr>
          <p:cNvSpPr/>
          <p:nvPr/>
        </p:nvSpPr>
        <p:spPr>
          <a:xfrm>
            <a:off x="2294458" y="3720735"/>
            <a:ext cx="783566" cy="402588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B3D8EA92-7460-218D-A81A-34805273BF51}"/>
              </a:ext>
            </a:extLst>
          </p:cNvPr>
          <p:cNvSpPr/>
          <p:nvPr/>
        </p:nvSpPr>
        <p:spPr>
          <a:xfrm>
            <a:off x="2247659" y="3740826"/>
            <a:ext cx="877163" cy="4770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i="0" dirty="0">
                <a:latin typeface="Arial" panose="020B0604020202020204" pitchFamily="34" charset="0"/>
                <a:cs typeface="Arial" panose="020B0604020202020204" pitchFamily="34" charset="0"/>
              </a:rPr>
              <a:t>GPU 4</a:t>
            </a:r>
          </a:p>
          <a:p>
            <a:pPr algn="ctr"/>
            <a:endParaRPr lang="en-US" altLang="zh-CN" sz="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ADAF1960-3931-41F3-21C8-B2A13DEB13AF}"/>
              </a:ext>
            </a:extLst>
          </p:cNvPr>
          <p:cNvSpPr/>
          <p:nvPr/>
        </p:nvSpPr>
        <p:spPr>
          <a:xfrm>
            <a:off x="3573301" y="2176754"/>
            <a:ext cx="1353447" cy="3194028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Group 3</a:t>
            </a:r>
          </a:p>
          <a:p>
            <a:pPr algn="ctr"/>
            <a:endParaRPr lang="en-US" altLang="zh-CN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altLang="zh-CN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altLang="zh-CN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altLang="zh-CN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altLang="zh-CN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altLang="zh-CN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altLang="zh-CN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altLang="zh-CN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258EBFA9-7860-2619-DC7F-76601134B00C}"/>
              </a:ext>
            </a:extLst>
          </p:cNvPr>
          <p:cNvSpPr/>
          <p:nvPr/>
        </p:nvSpPr>
        <p:spPr>
          <a:xfrm>
            <a:off x="3593433" y="4234286"/>
            <a:ext cx="1313180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Data </a:t>
            </a:r>
          </a:p>
          <a:p>
            <a:pPr algn="ctr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Parallelism</a:t>
            </a:r>
          </a:p>
          <a:p>
            <a:pPr algn="ctr"/>
            <a:endParaRPr lang="en-US" altLang="zh-CN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D0635AF0-A6A4-2F0B-56FA-E3B81412AB9C}"/>
              </a:ext>
            </a:extLst>
          </p:cNvPr>
          <p:cNvSpPr/>
          <p:nvPr/>
        </p:nvSpPr>
        <p:spPr>
          <a:xfrm>
            <a:off x="3858243" y="2788038"/>
            <a:ext cx="783566" cy="402588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D6F2491D-4D79-CBC0-E81A-7D2B8C9DB480}"/>
              </a:ext>
            </a:extLst>
          </p:cNvPr>
          <p:cNvSpPr/>
          <p:nvPr/>
        </p:nvSpPr>
        <p:spPr>
          <a:xfrm>
            <a:off x="3811445" y="2808129"/>
            <a:ext cx="877163" cy="477054"/>
          </a:xfrm>
          <a:prstGeom prst="rect">
            <a:avLst/>
          </a:prstGeom>
          <a:ln>
            <a:noFill/>
            <a:prstDash val="solid"/>
          </a:ln>
        </p:spPr>
        <p:txBody>
          <a:bodyPr wrap="none">
            <a:spAutoFit/>
          </a:bodyPr>
          <a:lstStyle/>
          <a:p>
            <a:pPr algn="ctr"/>
            <a:r>
              <a:rPr lang="en-US" altLang="zh-CN" i="0" dirty="0">
                <a:latin typeface="Arial" panose="020B0604020202020204" pitchFamily="34" charset="0"/>
                <a:cs typeface="Arial" panose="020B0604020202020204" pitchFamily="34" charset="0"/>
              </a:rPr>
              <a:t>GPU 5</a:t>
            </a:r>
          </a:p>
          <a:p>
            <a:pPr algn="ctr"/>
            <a:endParaRPr lang="en-US" altLang="zh-CN" sz="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1DF1B186-D851-02FD-A5DF-C435DC802478}"/>
              </a:ext>
            </a:extLst>
          </p:cNvPr>
          <p:cNvSpPr/>
          <p:nvPr/>
        </p:nvSpPr>
        <p:spPr>
          <a:xfrm>
            <a:off x="3858243" y="3720735"/>
            <a:ext cx="783566" cy="402588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1B97273D-32DC-88ED-48A9-B06832EBC694}"/>
              </a:ext>
            </a:extLst>
          </p:cNvPr>
          <p:cNvSpPr/>
          <p:nvPr/>
        </p:nvSpPr>
        <p:spPr>
          <a:xfrm>
            <a:off x="3811445" y="3740826"/>
            <a:ext cx="877163" cy="4770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i="0" dirty="0">
                <a:latin typeface="Arial" panose="020B0604020202020204" pitchFamily="34" charset="0"/>
                <a:cs typeface="Arial" panose="020B0604020202020204" pitchFamily="34" charset="0"/>
              </a:rPr>
              <a:t>GPU 6</a:t>
            </a:r>
          </a:p>
          <a:p>
            <a:pPr algn="ctr"/>
            <a:endParaRPr lang="en-US" altLang="zh-CN" sz="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B28309CE-A87A-10EF-B72C-CDA59FF47AF4}"/>
              </a:ext>
            </a:extLst>
          </p:cNvPr>
          <p:cNvSpPr/>
          <p:nvPr/>
        </p:nvSpPr>
        <p:spPr>
          <a:xfrm>
            <a:off x="5137085" y="2176754"/>
            <a:ext cx="1353447" cy="3194028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Group 4</a:t>
            </a:r>
          </a:p>
          <a:p>
            <a:pPr algn="ctr"/>
            <a:endParaRPr lang="en-US" altLang="zh-CN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altLang="zh-CN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altLang="zh-CN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altLang="zh-CN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altLang="zh-CN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altLang="zh-CN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altLang="zh-CN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altLang="zh-CN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20459146-5234-3644-5637-955D9E51CBD4}"/>
              </a:ext>
            </a:extLst>
          </p:cNvPr>
          <p:cNvSpPr/>
          <p:nvPr/>
        </p:nvSpPr>
        <p:spPr>
          <a:xfrm>
            <a:off x="5157218" y="4234286"/>
            <a:ext cx="1313180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Data </a:t>
            </a:r>
          </a:p>
          <a:p>
            <a:pPr algn="ctr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Parallelism</a:t>
            </a:r>
          </a:p>
          <a:p>
            <a:pPr algn="ctr"/>
            <a:endParaRPr lang="en-US" altLang="zh-CN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7898E42A-792E-DD19-29FC-CB87406414B8}"/>
              </a:ext>
            </a:extLst>
          </p:cNvPr>
          <p:cNvSpPr/>
          <p:nvPr/>
        </p:nvSpPr>
        <p:spPr>
          <a:xfrm>
            <a:off x="5422027" y="2788038"/>
            <a:ext cx="783566" cy="402588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9BB45AA8-EDA8-212F-C2CC-1E9679F02527}"/>
              </a:ext>
            </a:extLst>
          </p:cNvPr>
          <p:cNvSpPr/>
          <p:nvPr/>
        </p:nvSpPr>
        <p:spPr>
          <a:xfrm>
            <a:off x="5375228" y="2808129"/>
            <a:ext cx="877163" cy="4770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i="0" dirty="0">
                <a:latin typeface="Arial" panose="020B0604020202020204" pitchFamily="34" charset="0"/>
                <a:cs typeface="Arial" panose="020B0604020202020204" pitchFamily="34" charset="0"/>
              </a:rPr>
              <a:t>GPU 7</a:t>
            </a:r>
          </a:p>
          <a:p>
            <a:pPr algn="ctr"/>
            <a:endParaRPr lang="en-US" altLang="zh-CN" sz="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96DD19E1-D48B-AD04-1280-52FCD295B103}"/>
              </a:ext>
            </a:extLst>
          </p:cNvPr>
          <p:cNvSpPr/>
          <p:nvPr/>
        </p:nvSpPr>
        <p:spPr>
          <a:xfrm>
            <a:off x="5422027" y="3720735"/>
            <a:ext cx="783566" cy="402588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7DA058E8-1878-3641-4CD9-0F9DEC272A52}"/>
              </a:ext>
            </a:extLst>
          </p:cNvPr>
          <p:cNvSpPr/>
          <p:nvPr/>
        </p:nvSpPr>
        <p:spPr>
          <a:xfrm>
            <a:off x="5375228" y="3740826"/>
            <a:ext cx="877163" cy="4770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i="0" dirty="0">
                <a:latin typeface="Arial" panose="020B0604020202020204" pitchFamily="34" charset="0"/>
                <a:cs typeface="Arial" panose="020B0604020202020204" pitchFamily="34" charset="0"/>
              </a:rPr>
              <a:t>GPU 8</a:t>
            </a:r>
          </a:p>
          <a:p>
            <a:pPr algn="ctr"/>
            <a:endParaRPr lang="en-US" altLang="zh-CN" sz="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箭头: 左右 29">
            <a:extLst>
              <a:ext uri="{FF2B5EF4-FFF2-40B4-BE49-F238E27FC236}">
                <a16:creationId xmlns:a16="http://schemas.microsoft.com/office/drawing/2014/main" id="{DAEDA27D-CAE5-FE51-D135-65A4F8F48B1D}"/>
              </a:ext>
            </a:extLst>
          </p:cNvPr>
          <p:cNvSpPr/>
          <p:nvPr/>
        </p:nvSpPr>
        <p:spPr>
          <a:xfrm rot="16200000">
            <a:off x="2435492" y="3374639"/>
            <a:ext cx="501494" cy="148308"/>
          </a:xfrm>
          <a:prstGeom prst="leftRightArrow">
            <a:avLst>
              <a:gd name="adj1" fmla="val 36348"/>
              <a:gd name="adj2" fmla="val 50000"/>
            </a:avLst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 b="1" dirty="0"/>
          </a:p>
        </p:txBody>
      </p:sp>
      <p:sp>
        <p:nvSpPr>
          <p:cNvPr id="31" name="箭头: 左右 30">
            <a:extLst>
              <a:ext uri="{FF2B5EF4-FFF2-40B4-BE49-F238E27FC236}">
                <a16:creationId xmlns:a16="http://schemas.microsoft.com/office/drawing/2014/main" id="{13715C73-A2D3-B9F4-66AF-4E54844B0A5F}"/>
              </a:ext>
            </a:extLst>
          </p:cNvPr>
          <p:cNvSpPr/>
          <p:nvPr/>
        </p:nvSpPr>
        <p:spPr>
          <a:xfrm rot="16200000">
            <a:off x="5565785" y="3370929"/>
            <a:ext cx="501494" cy="148308"/>
          </a:xfrm>
          <a:prstGeom prst="leftRightArrow">
            <a:avLst>
              <a:gd name="adj1" fmla="val 36348"/>
              <a:gd name="adj2" fmla="val 50000"/>
            </a:avLst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/>
          </a:p>
        </p:txBody>
      </p:sp>
      <p:sp>
        <p:nvSpPr>
          <p:cNvPr id="32" name="箭头: 右 31">
            <a:extLst>
              <a:ext uri="{FF2B5EF4-FFF2-40B4-BE49-F238E27FC236}">
                <a16:creationId xmlns:a16="http://schemas.microsoft.com/office/drawing/2014/main" id="{C542072D-C372-CB38-16CE-9F7A0662FE67}"/>
              </a:ext>
            </a:extLst>
          </p:cNvPr>
          <p:cNvSpPr/>
          <p:nvPr/>
        </p:nvSpPr>
        <p:spPr>
          <a:xfrm>
            <a:off x="1611567" y="3399866"/>
            <a:ext cx="595264" cy="131900"/>
          </a:xfrm>
          <a:prstGeom prst="rightArrow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474E927E-1AAA-BDA8-1DF1-E5524349BD59}"/>
              </a:ext>
            </a:extLst>
          </p:cNvPr>
          <p:cNvSpPr/>
          <p:nvPr/>
        </p:nvSpPr>
        <p:spPr>
          <a:xfrm>
            <a:off x="1179223" y="1731682"/>
            <a:ext cx="233983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Graph Communication</a:t>
            </a:r>
            <a:endParaRPr lang="zh-CN" altLang="en-US" sz="1600" dirty="0"/>
          </a:p>
        </p:txBody>
      </p:sp>
      <p:sp>
        <p:nvSpPr>
          <p:cNvPr id="34" name="箭头: 左右 33">
            <a:extLst>
              <a:ext uri="{FF2B5EF4-FFF2-40B4-BE49-F238E27FC236}">
                <a16:creationId xmlns:a16="http://schemas.microsoft.com/office/drawing/2014/main" id="{A4427C3D-7F12-6A04-A286-20E6FC3C31C7}"/>
              </a:ext>
            </a:extLst>
          </p:cNvPr>
          <p:cNvSpPr/>
          <p:nvPr/>
        </p:nvSpPr>
        <p:spPr>
          <a:xfrm>
            <a:off x="419101" y="1833300"/>
            <a:ext cx="508075" cy="146387"/>
          </a:xfrm>
          <a:prstGeom prst="leftRightArrow">
            <a:avLst>
              <a:gd name="adj1" fmla="val 36348"/>
              <a:gd name="adj2" fmla="val 50000"/>
            </a:avLst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/>
          </a:p>
        </p:txBody>
      </p:sp>
      <p:sp>
        <p:nvSpPr>
          <p:cNvPr id="35" name="箭头: 右 34">
            <a:extLst>
              <a:ext uri="{FF2B5EF4-FFF2-40B4-BE49-F238E27FC236}">
                <a16:creationId xmlns:a16="http://schemas.microsoft.com/office/drawing/2014/main" id="{9C374203-267E-9C56-755C-2808C33699FF}"/>
              </a:ext>
            </a:extLst>
          </p:cNvPr>
          <p:cNvSpPr/>
          <p:nvPr/>
        </p:nvSpPr>
        <p:spPr>
          <a:xfrm>
            <a:off x="3771103" y="1840542"/>
            <a:ext cx="595264" cy="131900"/>
          </a:xfrm>
          <a:prstGeom prst="rightArrow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8BA4134A-6CC1-E698-7404-081BBF1E4FB4}"/>
              </a:ext>
            </a:extLst>
          </p:cNvPr>
          <p:cNvSpPr/>
          <p:nvPr/>
        </p:nvSpPr>
        <p:spPr>
          <a:xfrm>
            <a:off x="4618414" y="1731682"/>
            <a:ext cx="222053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Task Communication</a:t>
            </a:r>
            <a:endParaRPr lang="zh-CN" altLang="en-US" sz="1600" dirty="0"/>
          </a:p>
        </p:txBody>
      </p:sp>
      <p:sp>
        <p:nvSpPr>
          <p:cNvPr id="37" name="箭头: 右 36">
            <a:extLst>
              <a:ext uri="{FF2B5EF4-FFF2-40B4-BE49-F238E27FC236}">
                <a16:creationId xmlns:a16="http://schemas.microsoft.com/office/drawing/2014/main" id="{38F6235A-EAC0-3A91-5DD8-5E4B343AF8E0}"/>
              </a:ext>
            </a:extLst>
          </p:cNvPr>
          <p:cNvSpPr/>
          <p:nvPr/>
        </p:nvSpPr>
        <p:spPr>
          <a:xfrm>
            <a:off x="3214258" y="3399866"/>
            <a:ext cx="595264" cy="131900"/>
          </a:xfrm>
          <a:prstGeom prst="rightArrow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/>
          </a:p>
        </p:txBody>
      </p:sp>
      <p:sp>
        <p:nvSpPr>
          <p:cNvPr id="38" name="箭头: 右 37">
            <a:extLst>
              <a:ext uri="{FF2B5EF4-FFF2-40B4-BE49-F238E27FC236}">
                <a16:creationId xmlns:a16="http://schemas.microsoft.com/office/drawing/2014/main" id="{9EEBAC15-5513-D989-A2F7-324E0B7C2775}"/>
              </a:ext>
            </a:extLst>
          </p:cNvPr>
          <p:cNvSpPr/>
          <p:nvPr/>
        </p:nvSpPr>
        <p:spPr>
          <a:xfrm>
            <a:off x="4752928" y="3399866"/>
            <a:ext cx="595264" cy="131900"/>
          </a:xfrm>
          <a:prstGeom prst="rightArrow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/>
          </a:p>
        </p:txBody>
      </p:sp>
      <p:cxnSp>
        <p:nvCxnSpPr>
          <p:cNvPr id="39" name="直接箭头连接符 38">
            <a:extLst>
              <a:ext uri="{FF2B5EF4-FFF2-40B4-BE49-F238E27FC236}">
                <a16:creationId xmlns:a16="http://schemas.microsoft.com/office/drawing/2014/main" id="{1643D716-37CA-0211-64F0-D7E1FACEAD03}"/>
              </a:ext>
            </a:extLst>
          </p:cNvPr>
          <p:cNvCxnSpPr>
            <a:cxnSpLocks/>
            <a:stCxn id="40" idx="3"/>
          </p:cNvCxnSpPr>
          <p:nvPr/>
        </p:nvCxnSpPr>
        <p:spPr>
          <a:xfrm flipV="1">
            <a:off x="4572000" y="5652906"/>
            <a:ext cx="1902322" cy="935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0" name="矩形 39">
            <a:extLst>
              <a:ext uri="{FF2B5EF4-FFF2-40B4-BE49-F238E27FC236}">
                <a16:creationId xmlns:a16="http://schemas.microsoft.com/office/drawing/2014/main" id="{9B4CB5B4-7F8C-0966-2B49-DAD54A3E2821}"/>
              </a:ext>
            </a:extLst>
          </p:cNvPr>
          <p:cNvSpPr/>
          <p:nvPr/>
        </p:nvSpPr>
        <p:spPr>
          <a:xfrm>
            <a:off x="2520292" y="5462203"/>
            <a:ext cx="205170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Task Parallelism</a:t>
            </a:r>
          </a:p>
        </p:txBody>
      </p:sp>
      <p:cxnSp>
        <p:nvCxnSpPr>
          <p:cNvPr id="41" name="直接箭头连接符 40">
            <a:extLst>
              <a:ext uri="{FF2B5EF4-FFF2-40B4-BE49-F238E27FC236}">
                <a16:creationId xmlns:a16="http://schemas.microsoft.com/office/drawing/2014/main" id="{34FF7B75-6A49-35BD-6826-885B523FBC0D}"/>
              </a:ext>
            </a:extLst>
          </p:cNvPr>
          <p:cNvCxnSpPr>
            <a:cxnSpLocks/>
            <a:stCxn id="40" idx="1"/>
          </p:cNvCxnSpPr>
          <p:nvPr/>
        </p:nvCxnSpPr>
        <p:spPr>
          <a:xfrm flipH="1" flipV="1">
            <a:off x="465863" y="5652906"/>
            <a:ext cx="2054429" cy="935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6" name="文本框 55">
            <a:extLst>
              <a:ext uri="{FF2B5EF4-FFF2-40B4-BE49-F238E27FC236}">
                <a16:creationId xmlns:a16="http://schemas.microsoft.com/office/drawing/2014/main" id="{B380FF0F-E084-8148-4DF8-BD031AF7BC56}"/>
              </a:ext>
            </a:extLst>
          </p:cNvPr>
          <p:cNvSpPr txBox="1"/>
          <p:nvPr/>
        </p:nvSpPr>
        <p:spPr>
          <a:xfrm>
            <a:off x="3782760" y="4920400"/>
            <a:ext cx="973493" cy="400110"/>
          </a:xfrm>
          <a:prstGeom prst="rect">
            <a:avLst/>
          </a:prstGeom>
          <a:noFill/>
          <a:ln w="19050">
            <a:noFill/>
            <a:prstDash val="solid"/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T Task</a:t>
            </a: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4B7A0E49-F5E7-B6F8-78BF-169C1D179959}"/>
              </a:ext>
            </a:extLst>
          </p:cNvPr>
          <p:cNvSpPr txBox="1"/>
          <p:nvPr/>
        </p:nvSpPr>
        <p:spPr>
          <a:xfrm>
            <a:off x="2217352" y="4920400"/>
            <a:ext cx="973493" cy="400110"/>
          </a:xfrm>
          <a:prstGeom prst="rect">
            <a:avLst/>
          </a:prstGeom>
          <a:noFill/>
          <a:ln w="19050">
            <a:noFill/>
            <a:prstDash val="solid"/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P Task</a:t>
            </a: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3EAEC7BA-A6A3-49A2-DA5D-F43FA8EB7351}"/>
              </a:ext>
            </a:extLst>
          </p:cNvPr>
          <p:cNvSpPr txBox="1"/>
          <p:nvPr/>
        </p:nvSpPr>
        <p:spPr>
          <a:xfrm>
            <a:off x="638074" y="4920400"/>
            <a:ext cx="973493" cy="400110"/>
          </a:xfrm>
          <a:prstGeom prst="rect">
            <a:avLst/>
          </a:prstGeom>
          <a:noFill/>
          <a:ln w="19050">
            <a:noFill/>
            <a:prstDash val="solid"/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T Task</a:t>
            </a: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D5109195-3FF8-CF63-B7A3-0600647F005C}"/>
              </a:ext>
            </a:extLst>
          </p:cNvPr>
          <p:cNvSpPr txBox="1"/>
          <p:nvPr/>
        </p:nvSpPr>
        <p:spPr>
          <a:xfrm>
            <a:off x="5327061" y="4920400"/>
            <a:ext cx="973493" cy="400110"/>
          </a:xfrm>
          <a:prstGeom prst="rect">
            <a:avLst/>
          </a:prstGeom>
          <a:noFill/>
          <a:ln w="19050">
            <a:noFill/>
            <a:prstDash val="solid"/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P Task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9E58F46-97D5-647A-19CE-0AF42C986958}"/>
              </a:ext>
            </a:extLst>
          </p:cNvPr>
          <p:cNvSpPr txBox="1"/>
          <p:nvPr/>
        </p:nvSpPr>
        <p:spPr>
          <a:xfrm>
            <a:off x="7656245" y="3629641"/>
            <a:ext cx="3384260" cy="584775"/>
          </a:xfrm>
          <a:prstGeom prst="rect">
            <a:avLst/>
          </a:prstGeom>
          <a:noFill/>
          <a:ln w="19050">
            <a:noFill/>
            <a:prstDash val="solid"/>
          </a:ln>
        </p:spPr>
        <p:txBody>
          <a:bodyPr wrap="square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Hybrid Parallelism</a:t>
            </a:r>
            <a:endParaRPr lang="zh-CN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25E1EA93-3DA1-E323-47EB-18DD29DE18E9}"/>
              </a:ext>
            </a:extLst>
          </p:cNvPr>
          <p:cNvSpPr/>
          <p:nvPr/>
        </p:nvSpPr>
        <p:spPr>
          <a:xfrm>
            <a:off x="8544311" y="1855729"/>
            <a:ext cx="3384260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lvl="1" algn="ctr"/>
            <a:r>
              <a:rPr lang="en-US" altLang="zh-CN" sz="2400" dirty="0"/>
              <a:t>2-layer GNN </a:t>
            </a:r>
          </a:p>
          <a:p>
            <a:pPr marL="0" lvl="1" algn="ctr"/>
            <a:r>
              <a:rPr lang="en-US" altLang="zh-CN" sz="2400" dirty="0"/>
              <a:t>Only 4 Task (T</a:t>
            </a:r>
            <a:r>
              <a:rPr lang="zh-CN" altLang="en-US" sz="2400" dirty="0"/>
              <a:t>、</a:t>
            </a:r>
            <a:r>
              <a:rPr lang="en-US" altLang="zh-CN" sz="2400" dirty="0"/>
              <a:t>T</a:t>
            </a:r>
            <a:r>
              <a:rPr lang="zh-CN" altLang="en-US" sz="2400" dirty="0"/>
              <a:t>、</a:t>
            </a:r>
            <a:r>
              <a:rPr lang="en-US" altLang="zh-CN" sz="2400" dirty="0"/>
              <a:t>P</a:t>
            </a:r>
            <a:r>
              <a:rPr lang="zh-CN" altLang="en-US" sz="2400" dirty="0"/>
              <a:t>、</a:t>
            </a:r>
            <a:r>
              <a:rPr lang="en-US" altLang="zh-CN" sz="2400" dirty="0"/>
              <a:t>P)</a:t>
            </a:r>
            <a:endParaRPr lang="en-US" altLang="zh-CN" sz="2400" b="1" dirty="0"/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83F239EA-CB75-10B7-49D4-356E2FEADCBF}"/>
              </a:ext>
            </a:extLst>
          </p:cNvPr>
          <p:cNvSpPr/>
          <p:nvPr/>
        </p:nvSpPr>
        <p:spPr>
          <a:xfrm>
            <a:off x="6577102" y="2040394"/>
            <a:ext cx="107914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lvl="1" algn="ctr"/>
            <a:r>
              <a:rPr lang="en-US" altLang="zh-CN" sz="2400" dirty="0"/>
              <a:t>8 GPUs</a:t>
            </a:r>
            <a:endParaRPr lang="en-US" altLang="zh-CN" sz="2400" b="1" dirty="0"/>
          </a:p>
        </p:txBody>
      </p:sp>
      <p:sp>
        <p:nvSpPr>
          <p:cNvPr id="44" name="箭头: 右 43">
            <a:extLst>
              <a:ext uri="{FF2B5EF4-FFF2-40B4-BE49-F238E27FC236}">
                <a16:creationId xmlns:a16="http://schemas.microsoft.com/office/drawing/2014/main" id="{813A0127-BEA4-D894-99F8-ADF51A93EC18}"/>
              </a:ext>
            </a:extLst>
          </p:cNvPr>
          <p:cNvSpPr/>
          <p:nvPr/>
        </p:nvSpPr>
        <p:spPr>
          <a:xfrm rot="10800000">
            <a:off x="7763531" y="2040394"/>
            <a:ext cx="667144" cy="453725"/>
          </a:xfrm>
          <a:prstGeom prst="rightArrow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45" name="直接箭头连接符 44">
            <a:extLst>
              <a:ext uri="{FF2B5EF4-FFF2-40B4-BE49-F238E27FC236}">
                <a16:creationId xmlns:a16="http://schemas.microsoft.com/office/drawing/2014/main" id="{93E762B0-60FF-F055-BD70-6CAF47B10577}"/>
              </a:ext>
            </a:extLst>
          </p:cNvPr>
          <p:cNvCxnSpPr>
            <a:cxnSpLocks/>
          </p:cNvCxnSpPr>
          <p:nvPr/>
        </p:nvCxnSpPr>
        <p:spPr>
          <a:xfrm>
            <a:off x="9163050" y="2686726"/>
            <a:ext cx="0" cy="980649"/>
          </a:xfrm>
          <a:prstGeom prst="straightConnector1">
            <a:avLst/>
          </a:prstGeom>
          <a:ln w="57150" cap="rnd">
            <a:solidFill>
              <a:schemeClr val="accent1"/>
            </a:solidFill>
            <a:round/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6" name="文本框 45">
            <a:extLst>
              <a:ext uri="{FF2B5EF4-FFF2-40B4-BE49-F238E27FC236}">
                <a16:creationId xmlns:a16="http://schemas.microsoft.com/office/drawing/2014/main" id="{B7CE2BF6-EC5F-B27D-5F4A-940B41E55739}"/>
              </a:ext>
            </a:extLst>
          </p:cNvPr>
          <p:cNvSpPr txBox="1"/>
          <p:nvPr/>
        </p:nvSpPr>
        <p:spPr>
          <a:xfrm>
            <a:off x="1248478" y="6204210"/>
            <a:ext cx="6498521" cy="523220"/>
          </a:xfrm>
          <a:prstGeom prst="rect">
            <a:avLst/>
          </a:prstGeom>
          <a:noFill/>
          <a:ln w="19050">
            <a:noFill/>
            <a:prstDash val="solid"/>
          </a:ln>
        </p:spPr>
        <p:txBody>
          <a:bodyPr wrap="square">
            <a:spAutoFit/>
          </a:bodyPr>
          <a:lstStyle/>
          <a:p>
            <a:r>
              <a:rPr lang="en-US" altLang="zh-CN" sz="2800" dirty="0"/>
              <a:t>Neighbor Replication Only in P-task Group</a:t>
            </a:r>
            <a:endParaRPr lang="zh-CN" altLang="en-US" sz="2800" dirty="0"/>
          </a:p>
        </p:txBody>
      </p:sp>
      <p:cxnSp>
        <p:nvCxnSpPr>
          <p:cNvPr id="47" name="直接箭头连接符 46">
            <a:extLst>
              <a:ext uri="{FF2B5EF4-FFF2-40B4-BE49-F238E27FC236}">
                <a16:creationId xmlns:a16="http://schemas.microsoft.com/office/drawing/2014/main" id="{7112F826-2BDA-0F32-1C98-B595AEA22D64}"/>
              </a:ext>
            </a:extLst>
          </p:cNvPr>
          <p:cNvCxnSpPr>
            <a:cxnSpLocks/>
          </p:cNvCxnSpPr>
          <p:nvPr/>
        </p:nvCxnSpPr>
        <p:spPr>
          <a:xfrm>
            <a:off x="2844800" y="5324850"/>
            <a:ext cx="565150" cy="898150"/>
          </a:xfrm>
          <a:prstGeom prst="straightConnector1">
            <a:avLst/>
          </a:prstGeom>
          <a:ln w="57150" cap="rnd">
            <a:solidFill>
              <a:schemeClr val="accent6"/>
            </a:solidFill>
            <a:round/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直接箭头连接符 47">
            <a:extLst>
              <a:ext uri="{FF2B5EF4-FFF2-40B4-BE49-F238E27FC236}">
                <a16:creationId xmlns:a16="http://schemas.microsoft.com/office/drawing/2014/main" id="{E825B4DC-86B5-C19E-AB61-D49E350646F8}"/>
              </a:ext>
            </a:extLst>
          </p:cNvPr>
          <p:cNvCxnSpPr>
            <a:cxnSpLocks/>
          </p:cNvCxnSpPr>
          <p:nvPr/>
        </p:nvCxnSpPr>
        <p:spPr>
          <a:xfrm flipH="1">
            <a:off x="4752928" y="5268963"/>
            <a:ext cx="622300" cy="954037"/>
          </a:xfrm>
          <a:prstGeom prst="straightConnector1">
            <a:avLst/>
          </a:prstGeom>
          <a:ln w="57150" cap="rnd">
            <a:solidFill>
              <a:schemeClr val="accent6"/>
            </a:solidFill>
            <a:round/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3869CBC2-8697-3781-C5E1-BDEEEE57A9F1}"/>
              </a:ext>
            </a:extLst>
          </p:cNvPr>
          <p:cNvSpPr txBox="1"/>
          <p:nvPr/>
        </p:nvSpPr>
        <p:spPr>
          <a:xfrm>
            <a:off x="7986624" y="4341232"/>
            <a:ext cx="4348348" cy="830997"/>
          </a:xfrm>
          <a:prstGeom prst="rect">
            <a:avLst/>
          </a:prstGeom>
          <a:noFill/>
          <a:ln w="19050">
            <a:noFill/>
            <a:prstDash val="solid"/>
          </a:ln>
        </p:spPr>
        <p:txBody>
          <a:bodyPr wrap="square">
            <a:spAutoFit/>
          </a:bodyPr>
          <a:lstStyle/>
          <a:p>
            <a:pPr marL="0" lvl="1"/>
            <a:r>
              <a:rPr lang="en-US" altLang="zh-CN" sz="2400" dirty="0"/>
              <a:t>Data Parallelism Within Groups</a:t>
            </a:r>
          </a:p>
          <a:p>
            <a:pPr marL="0" lvl="1"/>
            <a:r>
              <a:rPr lang="en-US" altLang="zh-CN" sz="2400" dirty="0"/>
              <a:t>Task Parallelism Between Groups</a:t>
            </a:r>
            <a:endParaRPr lang="zh-CN" altLang="en-US" sz="2400" dirty="0"/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926B5629-9C84-27A5-4098-63C586A5262E}"/>
              </a:ext>
            </a:extLst>
          </p:cNvPr>
          <p:cNvSpPr txBox="1"/>
          <p:nvPr/>
        </p:nvSpPr>
        <p:spPr>
          <a:xfrm>
            <a:off x="8071507" y="6204210"/>
            <a:ext cx="3302001" cy="646331"/>
          </a:xfrm>
          <a:prstGeom prst="rect">
            <a:avLst/>
          </a:prstGeom>
          <a:noFill/>
          <a:ln w="19050">
            <a:noFill/>
            <a:prstDash val="solid"/>
          </a:ln>
        </p:spPr>
        <p:txBody>
          <a:bodyPr wrap="square">
            <a:spAutoFit/>
          </a:bodyPr>
          <a:lstStyle/>
          <a:p>
            <a:r>
              <a:rPr lang="en-US" altLang="zh-CN" sz="1800" dirty="0"/>
              <a:t>Avoiding Additional </a:t>
            </a:r>
            <a:r>
              <a:rPr lang="en-US" altLang="zh-CN" dirty="0"/>
              <a:t>S</a:t>
            </a:r>
            <a:r>
              <a:rPr lang="en-US" altLang="zh-CN" sz="1800" dirty="0"/>
              <a:t>torage Improving GPU </a:t>
            </a:r>
            <a:r>
              <a:rPr lang="en-US" altLang="zh-CN" dirty="0"/>
              <a:t>U</a:t>
            </a:r>
            <a:r>
              <a:rPr lang="en-US" altLang="zh-CN" sz="1800" dirty="0"/>
              <a:t>tilization</a:t>
            </a:r>
            <a:endParaRPr lang="zh-CN" altLang="en-US" dirty="0"/>
          </a:p>
        </p:txBody>
      </p:sp>
      <p:sp>
        <p:nvSpPr>
          <p:cNvPr id="51" name="箭头: 右 50">
            <a:extLst>
              <a:ext uri="{FF2B5EF4-FFF2-40B4-BE49-F238E27FC236}">
                <a16:creationId xmlns:a16="http://schemas.microsoft.com/office/drawing/2014/main" id="{B398F751-D9AD-3C9B-C981-042D952DBF9D}"/>
              </a:ext>
            </a:extLst>
          </p:cNvPr>
          <p:cNvSpPr/>
          <p:nvPr/>
        </p:nvSpPr>
        <p:spPr>
          <a:xfrm>
            <a:off x="7558059" y="6350181"/>
            <a:ext cx="410943" cy="354388"/>
          </a:xfrm>
          <a:prstGeom prst="rightArrow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963300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288000" y="0"/>
            <a:ext cx="11164860" cy="141763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altLang="zh-CN" sz="3600" dirty="0" err="1">
                <a:latin typeface="Century Gothic" panose="020B050202020202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NeutronT</a:t>
            </a:r>
            <a:r>
              <a:rPr lang="en-US" altLang="zh-CN" dirty="0" err="1">
                <a:latin typeface="Century Gothic" panose="020B050202020202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ask</a:t>
            </a:r>
            <a:r>
              <a:rPr lang="en-US" altLang="zh-CN" dirty="0">
                <a:latin typeface="Century Gothic" panose="020B050202020202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 — Contribution 1 (</a:t>
            </a:r>
            <a:r>
              <a:rPr lang="en-US" altLang="zh-CN" dirty="0">
                <a:latin typeface="Century Gothic" panose="020B0502020202020204" pitchFamily="34" charset="0"/>
                <a:ea typeface="Verdana" panose="020B0604030504040204" pitchFamily="34" charset="0"/>
                <a:sym typeface="+mn-ea"/>
              </a:rPr>
              <a:t>Task Parallelism)</a:t>
            </a:r>
            <a:endParaRPr lang="en-US" altLang="zh-CN" dirty="0">
              <a:latin typeface="Century Gothic" panose="020B0502020202020204" pitchFamily="34" charset="0"/>
              <a:ea typeface="Verdana" panose="020B0604030504040204" pitchFamily="34" charset="0"/>
            </a:endParaRPr>
          </a:p>
        </p:txBody>
      </p:sp>
      <p:sp>
        <p:nvSpPr>
          <p:cNvPr id="5" name="Rectangle 10"/>
          <p:cNvSpPr/>
          <p:nvPr/>
        </p:nvSpPr>
        <p:spPr>
          <a:xfrm>
            <a:off x="0" y="420787"/>
            <a:ext cx="288000" cy="57606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F7BF4947-7A00-41C0-A2B8-1BB64308F69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91044"/>
          <a:stretch/>
        </p:blipFill>
        <p:spPr>
          <a:xfrm>
            <a:off x="107799" y="1305494"/>
            <a:ext cx="11976401" cy="320106"/>
          </a:xfrm>
          <a:prstGeom prst="rect">
            <a:avLst/>
          </a:prstGeom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E9AA9E10-B637-F0A3-3B3F-1D8D98123F6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1" t="8961" r="66430" b="1675"/>
          <a:stretch/>
        </p:blipFill>
        <p:spPr>
          <a:xfrm>
            <a:off x="107799" y="1625600"/>
            <a:ext cx="4020653" cy="319405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663EA024-B680-F444-EE7E-63C77EB62792}"/>
              </a:ext>
            </a:extLst>
          </p:cNvPr>
          <p:cNvSpPr/>
          <p:nvPr/>
        </p:nvSpPr>
        <p:spPr>
          <a:xfrm>
            <a:off x="13632" y="5049717"/>
            <a:ext cx="170314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1600" b="1" dirty="0">
                <a:solidFill>
                  <a:schemeClr val="bg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Neighbor</a:t>
            </a:r>
          </a:p>
          <a:p>
            <a:pPr algn="ctr"/>
            <a:r>
              <a:rPr lang="en-US" altLang="zh-CN" sz="1600" b="1" dirty="0">
                <a:solidFill>
                  <a:schemeClr val="bg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Replication</a:t>
            </a:r>
            <a:endParaRPr lang="zh-CN" altLang="en-US" sz="1600" b="1" dirty="0">
              <a:solidFill>
                <a:schemeClr val="bg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04D5EA3-684A-528C-F8FB-9F8C127CCA18}"/>
              </a:ext>
            </a:extLst>
          </p:cNvPr>
          <p:cNvSpPr/>
          <p:nvPr/>
        </p:nvSpPr>
        <p:spPr>
          <a:xfrm>
            <a:off x="-115700" y="5912738"/>
            <a:ext cx="1961811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Intermediate</a:t>
            </a:r>
          </a:p>
          <a:p>
            <a:pPr algn="ctr"/>
            <a:r>
              <a:rPr lang="en-US" altLang="zh-CN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Data</a:t>
            </a:r>
            <a:endParaRPr lang="zh-CN" altLang="en-US" sz="2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87D3939-B7C5-EB1B-8191-ED5F6669AFA0}"/>
              </a:ext>
            </a:extLst>
          </p:cNvPr>
          <p:cNvSpPr/>
          <p:nvPr/>
        </p:nvSpPr>
        <p:spPr>
          <a:xfrm>
            <a:off x="2334211" y="5049717"/>
            <a:ext cx="2242971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1600" b="1" dirty="0">
                <a:solidFill>
                  <a:schemeClr val="bg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Inter-GPU</a:t>
            </a:r>
          </a:p>
          <a:p>
            <a:pPr algn="ctr"/>
            <a:r>
              <a:rPr lang="en-US" altLang="zh-CN" sz="1600" b="1" dirty="0">
                <a:solidFill>
                  <a:schemeClr val="bg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Graph Partition</a:t>
            </a:r>
            <a:endParaRPr lang="zh-CN" altLang="en-US" sz="1600" b="1" dirty="0">
              <a:solidFill>
                <a:schemeClr val="bg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5B6F828-F153-90E0-7578-70DBE631574F}"/>
              </a:ext>
            </a:extLst>
          </p:cNvPr>
          <p:cNvSpPr/>
          <p:nvPr/>
        </p:nvSpPr>
        <p:spPr>
          <a:xfrm>
            <a:off x="2385903" y="5912738"/>
            <a:ext cx="2139587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Task Alternating</a:t>
            </a:r>
          </a:p>
          <a:p>
            <a:pPr algn="ctr"/>
            <a:r>
              <a:rPr lang="en-US" altLang="zh-CN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Execution</a:t>
            </a:r>
            <a:endParaRPr lang="zh-CN" altLang="en-US" sz="2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4" name="箭头: 右 13">
            <a:extLst>
              <a:ext uri="{FF2B5EF4-FFF2-40B4-BE49-F238E27FC236}">
                <a16:creationId xmlns:a16="http://schemas.microsoft.com/office/drawing/2014/main" id="{2E0494FB-DEA7-C7AB-9A24-8E4411A55FA4}"/>
              </a:ext>
            </a:extLst>
          </p:cNvPr>
          <p:cNvSpPr/>
          <p:nvPr/>
        </p:nvSpPr>
        <p:spPr>
          <a:xfrm rot="10800000">
            <a:off x="1786313" y="6119588"/>
            <a:ext cx="617896" cy="382159"/>
          </a:xfrm>
          <a:prstGeom prst="rightArrow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18" name="箭头: 右 17">
            <a:extLst>
              <a:ext uri="{FF2B5EF4-FFF2-40B4-BE49-F238E27FC236}">
                <a16:creationId xmlns:a16="http://schemas.microsoft.com/office/drawing/2014/main" id="{A17B6DFE-B995-2AB1-0EE2-B4EDFB281BDA}"/>
              </a:ext>
            </a:extLst>
          </p:cNvPr>
          <p:cNvSpPr/>
          <p:nvPr/>
        </p:nvSpPr>
        <p:spPr>
          <a:xfrm rot="10800000">
            <a:off x="1962504" y="5205494"/>
            <a:ext cx="450886" cy="273221"/>
          </a:xfrm>
          <a:prstGeom prst="rightArrow">
            <a:avLst/>
          </a:prstGeom>
          <a:noFill/>
          <a:ln w="3810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36DD300-BFBB-54AF-12DC-5EBF20E3209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3570" t="8961" r="32859" b="1675"/>
          <a:stretch/>
        </p:blipFill>
        <p:spPr>
          <a:xfrm>
            <a:off x="4128452" y="1625600"/>
            <a:ext cx="4020653" cy="3194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214447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288000" y="0"/>
            <a:ext cx="11164860" cy="141763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altLang="zh-CN" sz="3600" dirty="0" err="1">
                <a:latin typeface="Century Gothic" panose="020B050202020202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NeutronT</a:t>
            </a:r>
            <a:r>
              <a:rPr lang="en-US" altLang="zh-CN" dirty="0" err="1">
                <a:latin typeface="Century Gothic" panose="020B050202020202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ask</a:t>
            </a:r>
            <a:r>
              <a:rPr lang="en-US" altLang="zh-CN" dirty="0">
                <a:latin typeface="Century Gothic" panose="020B050202020202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 — Contribution 1 (</a:t>
            </a:r>
            <a:r>
              <a:rPr lang="en-US" altLang="zh-CN" dirty="0">
                <a:latin typeface="Century Gothic" panose="020B0502020202020204" pitchFamily="34" charset="0"/>
                <a:ea typeface="Verdana" panose="020B0604030504040204" pitchFamily="34" charset="0"/>
                <a:sym typeface="+mn-ea"/>
              </a:rPr>
              <a:t>Task Parallelism)</a:t>
            </a:r>
            <a:endParaRPr lang="en-US" altLang="zh-CN" dirty="0">
              <a:latin typeface="Century Gothic" panose="020B0502020202020204" pitchFamily="34" charset="0"/>
              <a:ea typeface="Verdana" panose="020B0604030504040204" pitchFamily="34" charset="0"/>
            </a:endParaRPr>
          </a:p>
        </p:txBody>
      </p:sp>
      <p:sp>
        <p:nvSpPr>
          <p:cNvPr id="5" name="Rectangle 10"/>
          <p:cNvSpPr/>
          <p:nvPr/>
        </p:nvSpPr>
        <p:spPr>
          <a:xfrm>
            <a:off x="0" y="420787"/>
            <a:ext cx="288000" cy="57606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F7BF4947-7A00-41C0-A2B8-1BB64308F69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91044"/>
          <a:stretch/>
        </p:blipFill>
        <p:spPr>
          <a:xfrm>
            <a:off x="107799" y="1305494"/>
            <a:ext cx="11976401" cy="320106"/>
          </a:xfrm>
          <a:prstGeom prst="rect">
            <a:avLst/>
          </a:prstGeom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E9AA9E10-B637-F0A3-3B3F-1D8D98123F6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1" t="8961" r="66430" b="1675"/>
          <a:stretch/>
        </p:blipFill>
        <p:spPr>
          <a:xfrm>
            <a:off x="107799" y="1625600"/>
            <a:ext cx="4020653" cy="319405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663EA024-B680-F444-EE7E-63C77EB62792}"/>
              </a:ext>
            </a:extLst>
          </p:cNvPr>
          <p:cNvSpPr/>
          <p:nvPr/>
        </p:nvSpPr>
        <p:spPr>
          <a:xfrm>
            <a:off x="13632" y="5049717"/>
            <a:ext cx="170314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1600" b="1" dirty="0">
                <a:solidFill>
                  <a:schemeClr val="bg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Neighbor</a:t>
            </a:r>
          </a:p>
          <a:p>
            <a:pPr algn="ctr"/>
            <a:r>
              <a:rPr lang="en-US" altLang="zh-CN" sz="1600" b="1" dirty="0">
                <a:solidFill>
                  <a:schemeClr val="bg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Replication</a:t>
            </a:r>
            <a:endParaRPr lang="zh-CN" altLang="en-US" sz="1600" b="1" dirty="0">
              <a:solidFill>
                <a:schemeClr val="bg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04D5EA3-684A-528C-F8FB-9F8C127CCA18}"/>
              </a:ext>
            </a:extLst>
          </p:cNvPr>
          <p:cNvSpPr/>
          <p:nvPr/>
        </p:nvSpPr>
        <p:spPr>
          <a:xfrm>
            <a:off x="-115700" y="5912738"/>
            <a:ext cx="1961811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Intermediate</a:t>
            </a:r>
          </a:p>
          <a:p>
            <a:pPr algn="ctr"/>
            <a:r>
              <a:rPr lang="en-US" altLang="zh-CN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Data</a:t>
            </a:r>
            <a:endParaRPr lang="zh-CN" altLang="en-US" sz="2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87D3939-B7C5-EB1B-8191-ED5F6669AFA0}"/>
              </a:ext>
            </a:extLst>
          </p:cNvPr>
          <p:cNvSpPr/>
          <p:nvPr/>
        </p:nvSpPr>
        <p:spPr>
          <a:xfrm>
            <a:off x="2334211" y="5049717"/>
            <a:ext cx="2242971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1600" b="1" dirty="0">
                <a:solidFill>
                  <a:schemeClr val="bg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Inter-GPU</a:t>
            </a:r>
          </a:p>
          <a:p>
            <a:pPr algn="ctr"/>
            <a:r>
              <a:rPr lang="en-US" altLang="zh-CN" sz="1600" b="1" dirty="0">
                <a:solidFill>
                  <a:schemeClr val="bg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Graph Partition</a:t>
            </a:r>
            <a:endParaRPr lang="zh-CN" altLang="en-US" sz="1600" b="1" dirty="0">
              <a:solidFill>
                <a:schemeClr val="bg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5B6F828-F153-90E0-7578-70DBE631574F}"/>
              </a:ext>
            </a:extLst>
          </p:cNvPr>
          <p:cNvSpPr/>
          <p:nvPr/>
        </p:nvSpPr>
        <p:spPr>
          <a:xfrm>
            <a:off x="2385903" y="5912738"/>
            <a:ext cx="2139587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Task Alternating</a:t>
            </a:r>
          </a:p>
          <a:p>
            <a:pPr algn="ctr"/>
            <a:r>
              <a:rPr lang="en-US" altLang="zh-CN" sz="2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Execution</a:t>
            </a:r>
            <a:endParaRPr lang="zh-CN" altLang="en-US" sz="22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4" name="箭头: 右 13">
            <a:extLst>
              <a:ext uri="{FF2B5EF4-FFF2-40B4-BE49-F238E27FC236}">
                <a16:creationId xmlns:a16="http://schemas.microsoft.com/office/drawing/2014/main" id="{2E0494FB-DEA7-C7AB-9A24-8E4411A55FA4}"/>
              </a:ext>
            </a:extLst>
          </p:cNvPr>
          <p:cNvSpPr/>
          <p:nvPr/>
        </p:nvSpPr>
        <p:spPr>
          <a:xfrm rot="10800000">
            <a:off x="1786313" y="6119588"/>
            <a:ext cx="617896" cy="382159"/>
          </a:xfrm>
          <a:prstGeom prst="rightArrow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18" name="箭头: 右 17">
            <a:extLst>
              <a:ext uri="{FF2B5EF4-FFF2-40B4-BE49-F238E27FC236}">
                <a16:creationId xmlns:a16="http://schemas.microsoft.com/office/drawing/2014/main" id="{A17B6DFE-B995-2AB1-0EE2-B4EDFB281BDA}"/>
              </a:ext>
            </a:extLst>
          </p:cNvPr>
          <p:cNvSpPr/>
          <p:nvPr/>
        </p:nvSpPr>
        <p:spPr>
          <a:xfrm rot="10800000">
            <a:off x="1962504" y="5205494"/>
            <a:ext cx="450886" cy="273221"/>
          </a:xfrm>
          <a:prstGeom prst="rightArrow">
            <a:avLst/>
          </a:prstGeom>
          <a:noFill/>
          <a:ln w="3810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36DD300-BFBB-54AF-12DC-5EBF20E3209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3570" t="8961" r="32859" b="1675"/>
          <a:stretch/>
        </p:blipFill>
        <p:spPr>
          <a:xfrm>
            <a:off x="4128452" y="1625600"/>
            <a:ext cx="4020653" cy="3194050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FEAFCB77-8995-B4CA-86AD-E4D3A39AB087}"/>
              </a:ext>
            </a:extLst>
          </p:cNvPr>
          <p:cNvSpPr txBox="1"/>
          <p:nvPr/>
        </p:nvSpPr>
        <p:spPr>
          <a:xfrm>
            <a:off x="5518791" y="5266779"/>
            <a:ext cx="2780659" cy="981487"/>
          </a:xfrm>
          <a:prstGeom prst="rect">
            <a:avLst/>
          </a:prstGeom>
          <a:noFill/>
          <a:ln w="19050">
            <a:noFill/>
            <a:prstDash val="soli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/>
                <a:ea typeface="等线" panose="02010600030101010101" pitchFamily="2" charset="-122"/>
                <a:cs typeface="+mn-cs"/>
                <a:sym typeface="+mn-ea"/>
              </a:rPr>
              <a:t>Task-decouple</a:t>
            </a:r>
          </a:p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4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等线" panose="02010600030101010101" pitchFamily="2" charset="-122"/>
                <a:sym typeface="+mn-ea"/>
              </a:rPr>
              <a:t>GNN Training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/>
              <a:ea typeface="等线" panose="02010600030101010101" pitchFamily="2" charset="-122"/>
              <a:cs typeface="+mn-cs"/>
              <a:sym typeface="+mn-ea"/>
            </a:endParaRP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19379E25-3767-7FFA-F8A1-17FBB539DD0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7141" t="8961" r="19515" b="9137"/>
          <a:stretch/>
        </p:blipFill>
        <p:spPr>
          <a:xfrm>
            <a:off x="8149105" y="1625600"/>
            <a:ext cx="1598146" cy="2927350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AFAE7E1F-492B-4CDF-A665-B5A2F4AF9F1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2055" t="90863" r="2" b="1675"/>
          <a:stretch/>
        </p:blipFill>
        <p:spPr>
          <a:xfrm>
            <a:off x="8737600" y="4552950"/>
            <a:ext cx="3346600" cy="266700"/>
          </a:xfrm>
          <a:prstGeom prst="rect">
            <a:avLst/>
          </a:prstGeom>
        </p:spPr>
      </p:pic>
      <p:sp>
        <p:nvSpPr>
          <p:cNvPr id="16" name="矩形 15">
            <a:extLst>
              <a:ext uri="{FF2B5EF4-FFF2-40B4-BE49-F238E27FC236}">
                <a16:creationId xmlns:a16="http://schemas.microsoft.com/office/drawing/2014/main" id="{E87FE39E-F160-FE0F-35C2-8D1DE6C8F3C8}"/>
              </a:ext>
            </a:extLst>
          </p:cNvPr>
          <p:cNvSpPr/>
          <p:nvPr/>
        </p:nvSpPr>
        <p:spPr>
          <a:xfrm>
            <a:off x="4252023" y="2567060"/>
            <a:ext cx="1272478" cy="115353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F4D4D82D-625F-E872-AA12-27B795F68C30}"/>
              </a:ext>
            </a:extLst>
          </p:cNvPr>
          <p:cNvCxnSpPr>
            <a:cxnSpLocks/>
          </p:cNvCxnSpPr>
          <p:nvPr/>
        </p:nvCxnSpPr>
        <p:spPr>
          <a:xfrm>
            <a:off x="5655880" y="3143827"/>
            <a:ext cx="2395920" cy="0"/>
          </a:xfrm>
          <a:prstGeom prst="straightConnector1">
            <a:avLst/>
          </a:prstGeom>
          <a:ln w="57150" cap="rnd">
            <a:solidFill>
              <a:schemeClr val="accent1"/>
            </a:solidFill>
            <a:round/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矩形 18">
            <a:extLst>
              <a:ext uri="{FF2B5EF4-FFF2-40B4-BE49-F238E27FC236}">
                <a16:creationId xmlns:a16="http://schemas.microsoft.com/office/drawing/2014/main" id="{9652EF5D-E3B7-A757-BEFB-35E80681834F}"/>
              </a:ext>
            </a:extLst>
          </p:cNvPr>
          <p:cNvSpPr/>
          <p:nvPr/>
        </p:nvSpPr>
        <p:spPr>
          <a:xfrm>
            <a:off x="8159134" y="2567060"/>
            <a:ext cx="1272478" cy="115353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2A142756-BF94-64A1-5DD3-9CD69121AA2D}"/>
              </a:ext>
            </a:extLst>
          </p:cNvPr>
          <p:cNvSpPr/>
          <p:nvPr/>
        </p:nvSpPr>
        <p:spPr>
          <a:xfrm>
            <a:off x="9517482" y="3024764"/>
            <a:ext cx="775178" cy="23812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33ABF8B9-7AE4-C566-EE5F-2B7ADB3A1559}"/>
              </a:ext>
            </a:extLst>
          </p:cNvPr>
          <p:cNvSpPr/>
          <p:nvPr/>
        </p:nvSpPr>
        <p:spPr>
          <a:xfrm>
            <a:off x="8172999" y="1655490"/>
            <a:ext cx="1769897" cy="23812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5AD2957E-6D03-61B5-9B2A-CF0132C69593}"/>
              </a:ext>
            </a:extLst>
          </p:cNvPr>
          <p:cNvCxnSpPr>
            <a:cxnSpLocks/>
          </p:cNvCxnSpPr>
          <p:nvPr/>
        </p:nvCxnSpPr>
        <p:spPr>
          <a:xfrm flipH="1">
            <a:off x="4762500" y="5757523"/>
            <a:ext cx="870217" cy="262277"/>
          </a:xfrm>
          <a:prstGeom prst="straightConnector1">
            <a:avLst/>
          </a:prstGeom>
          <a:ln w="57150" cap="rnd">
            <a:solidFill>
              <a:schemeClr val="accent1"/>
            </a:solidFill>
            <a:round/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9139373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288000" y="0"/>
            <a:ext cx="11164860" cy="141763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altLang="zh-CN" sz="3600" dirty="0" err="1">
                <a:latin typeface="Century Gothic" panose="020B050202020202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NeutronT</a:t>
            </a:r>
            <a:r>
              <a:rPr lang="en-US" altLang="zh-CN" dirty="0" err="1">
                <a:latin typeface="Century Gothic" panose="020B050202020202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ask</a:t>
            </a:r>
            <a:r>
              <a:rPr lang="en-US" altLang="zh-CN" dirty="0">
                <a:latin typeface="Century Gothic" panose="020B050202020202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 — Contribution 1 (</a:t>
            </a:r>
            <a:r>
              <a:rPr lang="en-US" altLang="zh-CN" dirty="0">
                <a:latin typeface="Century Gothic" panose="020B0502020202020204" pitchFamily="34" charset="0"/>
                <a:ea typeface="Verdana" panose="020B0604030504040204" pitchFamily="34" charset="0"/>
                <a:sym typeface="+mn-ea"/>
              </a:rPr>
              <a:t>Task Parallelism)</a:t>
            </a:r>
            <a:endParaRPr lang="en-US" altLang="zh-CN" dirty="0">
              <a:latin typeface="Century Gothic" panose="020B0502020202020204" pitchFamily="34" charset="0"/>
              <a:ea typeface="Verdana" panose="020B0604030504040204" pitchFamily="34" charset="0"/>
            </a:endParaRPr>
          </a:p>
        </p:txBody>
      </p:sp>
      <p:sp>
        <p:nvSpPr>
          <p:cNvPr id="5" name="Rectangle 10"/>
          <p:cNvSpPr/>
          <p:nvPr/>
        </p:nvSpPr>
        <p:spPr>
          <a:xfrm>
            <a:off x="0" y="420787"/>
            <a:ext cx="288000" cy="57606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F7BF4947-7A00-41C0-A2B8-1BB64308F69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91044"/>
          <a:stretch/>
        </p:blipFill>
        <p:spPr>
          <a:xfrm>
            <a:off x="107799" y="1305494"/>
            <a:ext cx="11976401" cy="320106"/>
          </a:xfrm>
          <a:prstGeom prst="rect">
            <a:avLst/>
          </a:prstGeom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E9AA9E10-B637-F0A3-3B3F-1D8D98123F6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1" t="8961" r="66430" b="1675"/>
          <a:stretch/>
        </p:blipFill>
        <p:spPr>
          <a:xfrm>
            <a:off x="107799" y="1625600"/>
            <a:ext cx="4020653" cy="319405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663EA024-B680-F444-EE7E-63C77EB62792}"/>
              </a:ext>
            </a:extLst>
          </p:cNvPr>
          <p:cNvSpPr/>
          <p:nvPr/>
        </p:nvSpPr>
        <p:spPr>
          <a:xfrm>
            <a:off x="13632" y="5049717"/>
            <a:ext cx="170314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1600" b="1" dirty="0">
                <a:solidFill>
                  <a:schemeClr val="bg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Neighbor</a:t>
            </a:r>
          </a:p>
          <a:p>
            <a:pPr algn="ctr"/>
            <a:r>
              <a:rPr lang="en-US" altLang="zh-CN" sz="1600" b="1" dirty="0">
                <a:solidFill>
                  <a:schemeClr val="bg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Replication</a:t>
            </a:r>
            <a:endParaRPr lang="zh-CN" altLang="en-US" sz="1600" b="1" dirty="0">
              <a:solidFill>
                <a:schemeClr val="bg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04D5EA3-684A-528C-F8FB-9F8C127CCA18}"/>
              </a:ext>
            </a:extLst>
          </p:cNvPr>
          <p:cNvSpPr/>
          <p:nvPr/>
        </p:nvSpPr>
        <p:spPr>
          <a:xfrm>
            <a:off x="-115700" y="5912738"/>
            <a:ext cx="1961811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Intermediate</a:t>
            </a:r>
          </a:p>
          <a:p>
            <a:pPr algn="ctr"/>
            <a:r>
              <a:rPr lang="en-US" altLang="zh-CN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Data</a:t>
            </a:r>
            <a:endParaRPr lang="zh-CN" altLang="en-US" sz="2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87D3939-B7C5-EB1B-8191-ED5F6669AFA0}"/>
              </a:ext>
            </a:extLst>
          </p:cNvPr>
          <p:cNvSpPr/>
          <p:nvPr/>
        </p:nvSpPr>
        <p:spPr>
          <a:xfrm>
            <a:off x="2334211" y="5049717"/>
            <a:ext cx="2242971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1600" b="1" dirty="0">
                <a:solidFill>
                  <a:schemeClr val="bg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Inter-GPU</a:t>
            </a:r>
          </a:p>
          <a:p>
            <a:pPr algn="ctr"/>
            <a:r>
              <a:rPr lang="en-US" altLang="zh-CN" sz="1600" b="1" dirty="0">
                <a:solidFill>
                  <a:schemeClr val="bg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Graph Partition</a:t>
            </a:r>
            <a:endParaRPr lang="zh-CN" altLang="en-US" sz="1600" b="1" dirty="0">
              <a:solidFill>
                <a:schemeClr val="bg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5B6F828-F153-90E0-7578-70DBE631574F}"/>
              </a:ext>
            </a:extLst>
          </p:cNvPr>
          <p:cNvSpPr/>
          <p:nvPr/>
        </p:nvSpPr>
        <p:spPr>
          <a:xfrm>
            <a:off x="2385903" y="5912738"/>
            <a:ext cx="2139587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Task Alternating</a:t>
            </a:r>
          </a:p>
          <a:p>
            <a:pPr algn="ctr"/>
            <a:r>
              <a:rPr lang="en-US" altLang="zh-CN" sz="2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Execution</a:t>
            </a:r>
            <a:endParaRPr lang="zh-CN" altLang="en-US" sz="22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4" name="箭头: 右 13">
            <a:extLst>
              <a:ext uri="{FF2B5EF4-FFF2-40B4-BE49-F238E27FC236}">
                <a16:creationId xmlns:a16="http://schemas.microsoft.com/office/drawing/2014/main" id="{2E0494FB-DEA7-C7AB-9A24-8E4411A55FA4}"/>
              </a:ext>
            </a:extLst>
          </p:cNvPr>
          <p:cNvSpPr/>
          <p:nvPr/>
        </p:nvSpPr>
        <p:spPr>
          <a:xfrm rot="10800000">
            <a:off x="1786313" y="6119588"/>
            <a:ext cx="617896" cy="382159"/>
          </a:xfrm>
          <a:prstGeom prst="rightArrow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18" name="箭头: 右 17">
            <a:extLst>
              <a:ext uri="{FF2B5EF4-FFF2-40B4-BE49-F238E27FC236}">
                <a16:creationId xmlns:a16="http://schemas.microsoft.com/office/drawing/2014/main" id="{A17B6DFE-B995-2AB1-0EE2-B4EDFB281BDA}"/>
              </a:ext>
            </a:extLst>
          </p:cNvPr>
          <p:cNvSpPr/>
          <p:nvPr/>
        </p:nvSpPr>
        <p:spPr>
          <a:xfrm rot="10800000">
            <a:off x="1962504" y="5205494"/>
            <a:ext cx="450886" cy="273221"/>
          </a:xfrm>
          <a:prstGeom prst="rightArrow">
            <a:avLst/>
          </a:prstGeom>
          <a:noFill/>
          <a:ln w="3810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36DD300-BFBB-54AF-12DC-5EBF20E3209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3570" t="8961" r="32859" b="1675"/>
          <a:stretch/>
        </p:blipFill>
        <p:spPr>
          <a:xfrm>
            <a:off x="4128452" y="1625600"/>
            <a:ext cx="4020653" cy="3194050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FEAFCB77-8995-B4CA-86AD-E4D3A39AB087}"/>
              </a:ext>
            </a:extLst>
          </p:cNvPr>
          <p:cNvSpPr txBox="1"/>
          <p:nvPr/>
        </p:nvSpPr>
        <p:spPr>
          <a:xfrm>
            <a:off x="5518791" y="5266779"/>
            <a:ext cx="2780659" cy="981487"/>
          </a:xfrm>
          <a:prstGeom prst="rect">
            <a:avLst/>
          </a:prstGeom>
          <a:noFill/>
          <a:ln w="19050">
            <a:noFill/>
            <a:prstDash val="soli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/>
                <a:ea typeface="等线" panose="02010600030101010101" pitchFamily="2" charset="-122"/>
                <a:cs typeface="+mn-cs"/>
                <a:sym typeface="+mn-ea"/>
              </a:rPr>
              <a:t>Task-decouple</a:t>
            </a:r>
          </a:p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4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等线" panose="02010600030101010101" pitchFamily="2" charset="-122"/>
                <a:sym typeface="+mn-ea"/>
              </a:rPr>
              <a:t>GNN Training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/>
              <a:ea typeface="等线" panose="02010600030101010101" pitchFamily="2" charset="-122"/>
              <a:cs typeface="+mn-cs"/>
              <a:sym typeface="+mn-ea"/>
            </a:endParaRP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19379E25-3767-7FFA-F8A1-17FBB539DD0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7141" t="15653" r="19515" b="9137"/>
          <a:stretch/>
        </p:blipFill>
        <p:spPr>
          <a:xfrm>
            <a:off x="8149105" y="1864766"/>
            <a:ext cx="1598146" cy="2688183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AFAE7E1F-492B-4CDF-A665-B5A2F4AF9F1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2055" t="90863" r="2" b="1675"/>
          <a:stretch/>
        </p:blipFill>
        <p:spPr>
          <a:xfrm>
            <a:off x="8737600" y="4552950"/>
            <a:ext cx="3346600" cy="266700"/>
          </a:xfrm>
          <a:prstGeom prst="rect">
            <a:avLst/>
          </a:prstGeom>
        </p:spPr>
      </p:pic>
      <p:sp>
        <p:nvSpPr>
          <p:cNvPr id="16" name="矩形 15">
            <a:extLst>
              <a:ext uri="{FF2B5EF4-FFF2-40B4-BE49-F238E27FC236}">
                <a16:creationId xmlns:a16="http://schemas.microsoft.com/office/drawing/2014/main" id="{E87FE39E-F160-FE0F-35C2-8D1DE6C8F3C8}"/>
              </a:ext>
            </a:extLst>
          </p:cNvPr>
          <p:cNvSpPr/>
          <p:nvPr/>
        </p:nvSpPr>
        <p:spPr>
          <a:xfrm>
            <a:off x="4252023" y="2567060"/>
            <a:ext cx="1272478" cy="115353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F4D4D82D-625F-E872-AA12-27B795F68C30}"/>
              </a:ext>
            </a:extLst>
          </p:cNvPr>
          <p:cNvCxnSpPr>
            <a:cxnSpLocks/>
          </p:cNvCxnSpPr>
          <p:nvPr/>
        </p:nvCxnSpPr>
        <p:spPr>
          <a:xfrm>
            <a:off x="5655880" y="3143827"/>
            <a:ext cx="2395920" cy="0"/>
          </a:xfrm>
          <a:prstGeom prst="straightConnector1">
            <a:avLst/>
          </a:prstGeom>
          <a:ln w="57150" cap="rnd">
            <a:solidFill>
              <a:schemeClr val="accent1"/>
            </a:solidFill>
            <a:round/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矩形 18">
            <a:extLst>
              <a:ext uri="{FF2B5EF4-FFF2-40B4-BE49-F238E27FC236}">
                <a16:creationId xmlns:a16="http://schemas.microsoft.com/office/drawing/2014/main" id="{9652EF5D-E3B7-A757-BEFB-35E80681834F}"/>
              </a:ext>
            </a:extLst>
          </p:cNvPr>
          <p:cNvSpPr/>
          <p:nvPr/>
        </p:nvSpPr>
        <p:spPr>
          <a:xfrm>
            <a:off x="8159134" y="2567060"/>
            <a:ext cx="1272478" cy="115353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2A142756-BF94-64A1-5DD3-9CD69121AA2D}"/>
              </a:ext>
            </a:extLst>
          </p:cNvPr>
          <p:cNvSpPr/>
          <p:nvPr/>
        </p:nvSpPr>
        <p:spPr>
          <a:xfrm>
            <a:off x="9517482" y="3024764"/>
            <a:ext cx="775178" cy="23812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4" name="图片 33">
            <a:extLst>
              <a:ext uri="{FF2B5EF4-FFF2-40B4-BE49-F238E27FC236}">
                <a16:creationId xmlns:a16="http://schemas.microsoft.com/office/drawing/2014/main" id="{D77EACBF-70E6-CFE5-3209-2433A64AB1F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0431" t="14377" r="3" b="51787"/>
          <a:stretch/>
        </p:blipFill>
        <p:spPr>
          <a:xfrm>
            <a:off x="9740901" y="1816807"/>
            <a:ext cx="2343299" cy="1209334"/>
          </a:xfrm>
          <a:prstGeom prst="rect">
            <a:avLst/>
          </a:prstGeom>
        </p:spPr>
      </p:pic>
      <p:sp>
        <p:nvSpPr>
          <p:cNvPr id="20" name="矩形 19">
            <a:extLst>
              <a:ext uri="{FF2B5EF4-FFF2-40B4-BE49-F238E27FC236}">
                <a16:creationId xmlns:a16="http://schemas.microsoft.com/office/drawing/2014/main" id="{68A025D5-8571-B3D7-7BE2-714D2882BEA9}"/>
              </a:ext>
            </a:extLst>
          </p:cNvPr>
          <p:cNvSpPr/>
          <p:nvPr/>
        </p:nvSpPr>
        <p:spPr>
          <a:xfrm>
            <a:off x="10084753" y="2594269"/>
            <a:ext cx="364427" cy="369430"/>
          </a:xfrm>
          <a:prstGeom prst="rect">
            <a:avLst/>
          </a:prstGeom>
          <a:solidFill>
            <a:schemeClr val="bg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rgbClr val="FF0000"/>
                </a:solidFill>
              </a:rPr>
              <a:t>T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C0556CE5-BDB0-680D-DA61-7840C2E00548}"/>
              </a:ext>
            </a:extLst>
          </p:cNvPr>
          <p:cNvSpPr/>
          <p:nvPr/>
        </p:nvSpPr>
        <p:spPr>
          <a:xfrm>
            <a:off x="10575692" y="2594269"/>
            <a:ext cx="364427" cy="369430"/>
          </a:xfrm>
          <a:prstGeom prst="rect">
            <a:avLst/>
          </a:prstGeom>
          <a:solidFill>
            <a:schemeClr val="bg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rgbClr val="FF0000"/>
                </a:solidFill>
              </a:rPr>
              <a:t>T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pic>
        <p:nvPicPr>
          <p:cNvPr id="24" name="图片 23">
            <a:extLst>
              <a:ext uri="{FF2B5EF4-FFF2-40B4-BE49-F238E27FC236}">
                <a16:creationId xmlns:a16="http://schemas.microsoft.com/office/drawing/2014/main" id="{F865D5D6-CC72-1F12-8A7A-18E1483E6ED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7141" t="8963" r="2" b="86226"/>
          <a:stretch/>
        </p:blipFill>
        <p:spPr>
          <a:xfrm>
            <a:off x="8149104" y="1625600"/>
            <a:ext cx="3935095" cy="171955"/>
          </a:xfrm>
          <a:prstGeom prst="rect">
            <a:avLst/>
          </a:prstGeom>
        </p:spPr>
      </p:pic>
      <p:sp>
        <p:nvSpPr>
          <p:cNvPr id="25" name="矩形 24">
            <a:extLst>
              <a:ext uri="{FF2B5EF4-FFF2-40B4-BE49-F238E27FC236}">
                <a16:creationId xmlns:a16="http://schemas.microsoft.com/office/drawing/2014/main" id="{E83E6881-5656-B0DB-147A-0F1610769ECA}"/>
              </a:ext>
            </a:extLst>
          </p:cNvPr>
          <p:cNvSpPr/>
          <p:nvPr/>
        </p:nvSpPr>
        <p:spPr>
          <a:xfrm>
            <a:off x="10979576" y="2906035"/>
            <a:ext cx="83289" cy="17195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582C30D6-5253-CCBA-787C-01BDAA34F3B9}"/>
              </a:ext>
            </a:extLst>
          </p:cNvPr>
          <p:cNvCxnSpPr>
            <a:cxnSpLocks/>
          </p:cNvCxnSpPr>
          <p:nvPr/>
        </p:nvCxnSpPr>
        <p:spPr>
          <a:xfrm flipH="1">
            <a:off x="4762500" y="5757523"/>
            <a:ext cx="870217" cy="262277"/>
          </a:xfrm>
          <a:prstGeom prst="straightConnector1">
            <a:avLst/>
          </a:prstGeom>
          <a:ln w="57150" cap="rnd">
            <a:solidFill>
              <a:schemeClr val="accent1"/>
            </a:solidFill>
            <a:round/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58506994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288000" y="0"/>
            <a:ext cx="11164860" cy="141763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altLang="zh-CN" sz="3600" dirty="0" err="1">
                <a:latin typeface="Century Gothic" panose="020B050202020202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NeutronT</a:t>
            </a:r>
            <a:r>
              <a:rPr lang="en-US" altLang="zh-CN" dirty="0" err="1">
                <a:latin typeface="Century Gothic" panose="020B050202020202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ask</a:t>
            </a:r>
            <a:r>
              <a:rPr lang="en-US" altLang="zh-CN" dirty="0">
                <a:latin typeface="Century Gothic" panose="020B050202020202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 — Contribution 1 (</a:t>
            </a:r>
            <a:r>
              <a:rPr lang="en-US" altLang="zh-CN" dirty="0">
                <a:latin typeface="Century Gothic" panose="020B0502020202020204" pitchFamily="34" charset="0"/>
                <a:ea typeface="Verdana" panose="020B0604030504040204" pitchFamily="34" charset="0"/>
                <a:sym typeface="+mn-ea"/>
              </a:rPr>
              <a:t>Task Parallelism)</a:t>
            </a:r>
            <a:endParaRPr lang="en-US" altLang="zh-CN" dirty="0">
              <a:latin typeface="Century Gothic" panose="020B0502020202020204" pitchFamily="34" charset="0"/>
              <a:ea typeface="Verdana" panose="020B0604030504040204" pitchFamily="34" charset="0"/>
            </a:endParaRPr>
          </a:p>
        </p:txBody>
      </p:sp>
      <p:sp>
        <p:nvSpPr>
          <p:cNvPr id="5" name="Rectangle 10"/>
          <p:cNvSpPr/>
          <p:nvPr/>
        </p:nvSpPr>
        <p:spPr>
          <a:xfrm>
            <a:off x="0" y="420787"/>
            <a:ext cx="288000" cy="57606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F7BF4947-7A00-41C0-A2B8-1BB64308F69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91044"/>
          <a:stretch/>
        </p:blipFill>
        <p:spPr>
          <a:xfrm>
            <a:off x="107799" y="1305494"/>
            <a:ext cx="11976401" cy="320106"/>
          </a:xfrm>
          <a:prstGeom prst="rect">
            <a:avLst/>
          </a:prstGeom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E9AA9E10-B637-F0A3-3B3F-1D8D98123F6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1" t="8961" r="66430" b="1675"/>
          <a:stretch/>
        </p:blipFill>
        <p:spPr>
          <a:xfrm>
            <a:off x="107799" y="1625600"/>
            <a:ext cx="4020653" cy="319405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663EA024-B680-F444-EE7E-63C77EB62792}"/>
              </a:ext>
            </a:extLst>
          </p:cNvPr>
          <p:cNvSpPr/>
          <p:nvPr/>
        </p:nvSpPr>
        <p:spPr>
          <a:xfrm>
            <a:off x="13632" y="5049717"/>
            <a:ext cx="170314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1600" b="1" dirty="0">
                <a:solidFill>
                  <a:schemeClr val="bg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Neighbor</a:t>
            </a:r>
          </a:p>
          <a:p>
            <a:pPr algn="ctr"/>
            <a:r>
              <a:rPr lang="en-US" altLang="zh-CN" sz="1600" b="1" dirty="0">
                <a:solidFill>
                  <a:schemeClr val="bg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Replication</a:t>
            </a:r>
            <a:endParaRPr lang="zh-CN" altLang="en-US" sz="1600" b="1" dirty="0">
              <a:solidFill>
                <a:schemeClr val="bg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04D5EA3-684A-528C-F8FB-9F8C127CCA18}"/>
              </a:ext>
            </a:extLst>
          </p:cNvPr>
          <p:cNvSpPr/>
          <p:nvPr/>
        </p:nvSpPr>
        <p:spPr>
          <a:xfrm>
            <a:off x="-115700" y="5912738"/>
            <a:ext cx="1961811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Intermediate</a:t>
            </a:r>
          </a:p>
          <a:p>
            <a:pPr algn="ctr"/>
            <a:r>
              <a:rPr lang="en-US" altLang="zh-CN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Data</a:t>
            </a:r>
            <a:endParaRPr lang="zh-CN" altLang="en-US" sz="2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87D3939-B7C5-EB1B-8191-ED5F6669AFA0}"/>
              </a:ext>
            </a:extLst>
          </p:cNvPr>
          <p:cNvSpPr/>
          <p:nvPr/>
        </p:nvSpPr>
        <p:spPr>
          <a:xfrm>
            <a:off x="2334211" y="5049717"/>
            <a:ext cx="2242971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1600" b="1" dirty="0">
                <a:solidFill>
                  <a:schemeClr val="bg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Inter-GPU</a:t>
            </a:r>
          </a:p>
          <a:p>
            <a:pPr algn="ctr"/>
            <a:r>
              <a:rPr lang="en-US" altLang="zh-CN" sz="1600" b="1" dirty="0">
                <a:solidFill>
                  <a:schemeClr val="bg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Graph Partition</a:t>
            </a:r>
            <a:endParaRPr lang="zh-CN" altLang="en-US" sz="1600" b="1" dirty="0">
              <a:solidFill>
                <a:schemeClr val="bg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5B6F828-F153-90E0-7578-70DBE631574F}"/>
              </a:ext>
            </a:extLst>
          </p:cNvPr>
          <p:cNvSpPr/>
          <p:nvPr/>
        </p:nvSpPr>
        <p:spPr>
          <a:xfrm>
            <a:off x="2385903" y="5912738"/>
            <a:ext cx="2139587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Task Alternating</a:t>
            </a:r>
          </a:p>
          <a:p>
            <a:pPr algn="ctr"/>
            <a:r>
              <a:rPr lang="en-US" altLang="zh-CN" sz="2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Execution</a:t>
            </a:r>
            <a:endParaRPr lang="zh-CN" altLang="en-US" sz="22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4" name="箭头: 右 13">
            <a:extLst>
              <a:ext uri="{FF2B5EF4-FFF2-40B4-BE49-F238E27FC236}">
                <a16:creationId xmlns:a16="http://schemas.microsoft.com/office/drawing/2014/main" id="{2E0494FB-DEA7-C7AB-9A24-8E4411A55FA4}"/>
              </a:ext>
            </a:extLst>
          </p:cNvPr>
          <p:cNvSpPr/>
          <p:nvPr/>
        </p:nvSpPr>
        <p:spPr>
          <a:xfrm rot="10800000">
            <a:off x="1786313" y="6119588"/>
            <a:ext cx="617896" cy="382159"/>
          </a:xfrm>
          <a:prstGeom prst="rightArrow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18" name="箭头: 右 17">
            <a:extLst>
              <a:ext uri="{FF2B5EF4-FFF2-40B4-BE49-F238E27FC236}">
                <a16:creationId xmlns:a16="http://schemas.microsoft.com/office/drawing/2014/main" id="{A17B6DFE-B995-2AB1-0EE2-B4EDFB281BDA}"/>
              </a:ext>
            </a:extLst>
          </p:cNvPr>
          <p:cNvSpPr/>
          <p:nvPr/>
        </p:nvSpPr>
        <p:spPr>
          <a:xfrm rot="10800000">
            <a:off x="1962504" y="5205494"/>
            <a:ext cx="450886" cy="273221"/>
          </a:xfrm>
          <a:prstGeom prst="rightArrow">
            <a:avLst/>
          </a:prstGeom>
          <a:noFill/>
          <a:ln w="3810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36DD300-BFBB-54AF-12DC-5EBF20E3209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3570" t="8961" r="32859" b="1675"/>
          <a:stretch/>
        </p:blipFill>
        <p:spPr>
          <a:xfrm>
            <a:off x="4128452" y="1625600"/>
            <a:ext cx="4020653" cy="3194050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FEAFCB77-8995-B4CA-86AD-E4D3A39AB087}"/>
              </a:ext>
            </a:extLst>
          </p:cNvPr>
          <p:cNvSpPr txBox="1"/>
          <p:nvPr/>
        </p:nvSpPr>
        <p:spPr>
          <a:xfrm>
            <a:off x="5518791" y="5266779"/>
            <a:ext cx="2780659" cy="981487"/>
          </a:xfrm>
          <a:prstGeom prst="rect">
            <a:avLst/>
          </a:prstGeom>
          <a:noFill/>
          <a:ln w="19050">
            <a:noFill/>
            <a:prstDash val="soli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/>
                <a:ea typeface="等线" panose="02010600030101010101" pitchFamily="2" charset="-122"/>
                <a:cs typeface="+mn-cs"/>
                <a:sym typeface="+mn-ea"/>
              </a:rPr>
              <a:t>Task-decouple</a:t>
            </a:r>
          </a:p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4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等线" panose="02010600030101010101" pitchFamily="2" charset="-122"/>
                <a:sym typeface="+mn-ea"/>
              </a:rPr>
              <a:t>GNN Training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/>
              <a:ea typeface="等线" panose="02010600030101010101" pitchFamily="2" charset="-122"/>
              <a:cs typeface="+mn-cs"/>
              <a:sym typeface="+mn-ea"/>
            </a:endParaRP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19379E25-3767-7FFA-F8A1-17FBB539DD0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7141" t="15653" r="19515" b="9137"/>
          <a:stretch/>
        </p:blipFill>
        <p:spPr>
          <a:xfrm>
            <a:off x="8149105" y="1864766"/>
            <a:ext cx="1598146" cy="2688183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AFAE7E1F-492B-4CDF-A665-B5A2F4AF9F1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2055" t="90863" r="2" b="1675"/>
          <a:stretch/>
        </p:blipFill>
        <p:spPr>
          <a:xfrm>
            <a:off x="8737600" y="4552950"/>
            <a:ext cx="3346600" cy="266700"/>
          </a:xfrm>
          <a:prstGeom prst="rect">
            <a:avLst/>
          </a:prstGeom>
        </p:spPr>
      </p:pic>
      <p:sp>
        <p:nvSpPr>
          <p:cNvPr id="16" name="矩形 15">
            <a:extLst>
              <a:ext uri="{FF2B5EF4-FFF2-40B4-BE49-F238E27FC236}">
                <a16:creationId xmlns:a16="http://schemas.microsoft.com/office/drawing/2014/main" id="{E87FE39E-F160-FE0F-35C2-8D1DE6C8F3C8}"/>
              </a:ext>
            </a:extLst>
          </p:cNvPr>
          <p:cNvSpPr/>
          <p:nvPr/>
        </p:nvSpPr>
        <p:spPr>
          <a:xfrm>
            <a:off x="4252023" y="2567060"/>
            <a:ext cx="1272478" cy="115353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F4D4D82D-625F-E872-AA12-27B795F68C30}"/>
              </a:ext>
            </a:extLst>
          </p:cNvPr>
          <p:cNvCxnSpPr>
            <a:cxnSpLocks/>
          </p:cNvCxnSpPr>
          <p:nvPr/>
        </p:nvCxnSpPr>
        <p:spPr>
          <a:xfrm>
            <a:off x="5655880" y="3143827"/>
            <a:ext cx="2395920" cy="0"/>
          </a:xfrm>
          <a:prstGeom prst="straightConnector1">
            <a:avLst/>
          </a:prstGeom>
          <a:ln w="57150" cap="rnd">
            <a:solidFill>
              <a:schemeClr val="accent1"/>
            </a:solidFill>
            <a:round/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矩形 18">
            <a:extLst>
              <a:ext uri="{FF2B5EF4-FFF2-40B4-BE49-F238E27FC236}">
                <a16:creationId xmlns:a16="http://schemas.microsoft.com/office/drawing/2014/main" id="{9652EF5D-E3B7-A757-BEFB-35E80681834F}"/>
              </a:ext>
            </a:extLst>
          </p:cNvPr>
          <p:cNvSpPr/>
          <p:nvPr/>
        </p:nvSpPr>
        <p:spPr>
          <a:xfrm>
            <a:off x="8159134" y="2567060"/>
            <a:ext cx="1272478" cy="115353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2A142756-BF94-64A1-5DD3-9CD69121AA2D}"/>
              </a:ext>
            </a:extLst>
          </p:cNvPr>
          <p:cNvSpPr/>
          <p:nvPr/>
        </p:nvSpPr>
        <p:spPr>
          <a:xfrm>
            <a:off x="9517482" y="3024764"/>
            <a:ext cx="775178" cy="23812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4" name="图片 33">
            <a:extLst>
              <a:ext uri="{FF2B5EF4-FFF2-40B4-BE49-F238E27FC236}">
                <a16:creationId xmlns:a16="http://schemas.microsoft.com/office/drawing/2014/main" id="{D77EACBF-70E6-CFE5-3209-2433A64AB1F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0431" t="14377" r="3" b="51787"/>
          <a:stretch/>
        </p:blipFill>
        <p:spPr>
          <a:xfrm>
            <a:off x="9740901" y="1816807"/>
            <a:ext cx="2343299" cy="1209334"/>
          </a:xfrm>
          <a:prstGeom prst="rect">
            <a:avLst/>
          </a:prstGeom>
        </p:spPr>
      </p:pic>
      <p:sp>
        <p:nvSpPr>
          <p:cNvPr id="20" name="矩形 19">
            <a:extLst>
              <a:ext uri="{FF2B5EF4-FFF2-40B4-BE49-F238E27FC236}">
                <a16:creationId xmlns:a16="http://schemas.microsoft.com/office/drawing/2014/main" id="{68A025D5-8571-B3D7-7BE2-714D2882BEA9}"/>
              </a:ext>
            </a:extLst>
          </p:cNvPr>
          <p:cNvSpPr/>
          <p:nvPr/>
        </p:nvSpPr>
        <p:spPr>
          <a:xfrm>
            <a:off x="10084753" y="2594269"/>
            <a:ext cx="364427" cy="369430"/>
          </a:xfrm>
          <a:prstGeom prst="rect">
            <a:avLst/>
          </a:prstGeom>
          <a:solidFill>
            <a:schemeClr val="bg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rgbClr val="FF0000"/>
                </a:solidFill>
              </a:rPr>
              <a:t>T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C0556CE5-BDB0-680D-DA61-7840C2E00548}"/>
              </a:ext>
            </a:extLst>
          </p:cNvPr>
          <p:cNvSpPr/>
          <p:nvPr/>
        </p:nvSpPr>
        <p:spPr>
          <a:xfrm>
            <a:off x="10575692" y="2594269"/>
            <a:ext cx="364427" cy="369430"/>
          </a:xfrm>
          <a:prstGeom prst="rect">
            <a:avLst/>
          </a:prstGeom>
          <a:solidFill>
            <a:schemeClr val="bg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rgbClr val="FF0000"/>
                </a:solidFill>
              </a:rPr>
              <a:t>T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pic>
        <p:nvPicPr>
          <p:cNvPr id="24" name="图片 23">
            <a:extLst>
              <a:ext uri="{FF2B5EF4-FFF2-40B4-BE49-F238E27FC236}">
                <a16:creationId xmlns:a16="http://schemas.microsoft.com/office/drawing/2014/main" id="{F865D5D6-CC72-1F12-8A7A-18E1483E6ED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7141" t="8963" r="2" b="86226"/>
          <a:stretch/>
        </p:blipFill>
        <p:spPr>
          <a:xfrm>
            <a:off x="8149104" y="1625600"/>
            <a:ext cx="3935095" cy="171955"/>
          </a:xfrm>
          <a:prstGeom prst="rect">
            <a:avLst/>
          </a:prstGeom>
        </p:spPr>
      </p:pic>
      <p:sp>
        <p:nvSpPr>
          <p:cNvPr id="25" name="矩形 24">
            <a:extLst>
              <a:ext uri="{FF2B5EF4-FFF2-40B4-BE49-F238E27FC236}">
                <a16:creationId xmlns:a16="http://schemas.microsoft.com/office/drawing/2014/main" id="{E83E6881-5656-B0DB-147A-0F1610769ECA}"/>
              </a:ext>
            </a:extLst>
          </p:cNvPr>
          <p:cNvSpPr/>
          <p:nvPr/>
        </p:nvSpPr>
        <p:spPr>
          <a:xfrm>
            <a:off x="10979576" y="2906035"/>
            <a:ext cx="83289" cy="17195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458A9501-E0AC-293E-270C-9FC72A2B1727}"/>
              </a:ext>
            </a:extLst>
          </p:cNvPr>
          <p:cNvSpPr txBox="1"/>
          <p:nvPr/>
        </p:nvSpPr>
        <p:spPr>
          <a:xfrm>
            <a:off x="9662963" y="3377138"/>
            <a:ext cx="2799804" cy="523220"/>
          </a:xfrm>
          <a:prstGeom prst="rect">
            <a:avLst/>
          </a:prstGeom>
          <a:noFill/>
          <a:ln w="19050">
            <a:noFill/>
            <a:prstDash val="solid"/>
          </a:ln>
        </p:spPr>
        <p:txBody>
          <a:bodyPr wrap="square">
            <a:spAutoFit/>
          </a:bodyPr>
          <a:lstStyle/>
          <a:p>
            <a:pPr lvl="1"/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DNN Training</a:t>
            </a:r>
          </a:p>
        </p:txBody>
      </p:sp>
      <p:sp>
        <p:nvSpPr>
          <p:cNvPr id="26" name="箭头: 右 25">
            <a:extLst>
              <a:ext uri="{FF2B5EF4-FFF2-40B4-BE49-F238E27FC236}">
                <a16:creationId xmlns:a16="http://schemas.microsoft.com/office/drawing/2014/main" id="{1C806851-C36C-705F-C158-206C5C045E61}"/>
              </a:ext>
            </a:extLst>
          </p:cNvPr>
          <p:cNvSpPr/>
          <p:nvPr/>
        </p:nvSpPr>
        <p:spPr>
          <a:xfrm rot="3999298">
            <a:off x="10339129" y="3099852"/>
            <a:ext cx="454288" cy="319960"/>
          </a:xfrm>
          <a:prstGeom prst="rightArrow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DAAD72DD-C546-9BF6-E0EA-01A6798A7034}"/>
              </a:ext>
            </a:extLst>
          </p:cNvPr>
          <p:cNvCxnSpPr>
            <a:cxnSpLocks/>
          </p:cNvCxnSpPr>
          <p:nvPr/>
        </p:nvCxnSpPr>
        <p:spPr>
          <a:xfrm flipH="1">
            <a:off x="4762500" y="5757523"/>
            <a:ext cx="870217" cy="262277"/>
          </a:xfrm>
          <a:prstGeom prst="straightConnector1">
            <a:avLst/>
          </a:prstGeom>
          <a:ln w="57150" cap="rnd">
            <a:solidFill>
              <a:schemeClr val="accent1"/>
            </a:solidFill>
            <a:round/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58452732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288000" y="0"/>
            <a:ext cx="11164860" cy="141763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altLang="zh-CN" sz="3600" dirty="0" err="1">
                <a:latin typeface="Century Gothic" panose="020B050202020202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NeutronT</a:t>
            </a:r>
            <a:r>
              <a:rPr lang="en-US" altLang="zh-CN" dirty="0" err="1">
                <a:latin typeface="Century Gothic" panose="020B050202020202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ask</a:t>
            </a:r>
            <a:r>
              <a:rPr lang="en-US" altLang="zh-CN" dirty="0">
                <a:latin typeface="Century Gothic" panose="020B050202020202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 — Contribution 1 (</a:t>
            </a:r>
            <a:r>
              <a:rPr lang="en-US" altLang="zh-CN" dirty="0">
                <a:latin typeface="Century Gothic" panose="020B0502020202020204" pitchFamily="34" charset="0"/>
                <a:ea typeface="Verdana" panose="020B0604030504040204" pitchFamily="34" charset="0"/>
                <a:sym typeface="+mn-ea"/>
              </a:rPr>
              <a:t>Task Parallelism)</a:t>
            </a:r>
            <a:endParaRPr lang="en-US" altLang="zh-CN" dirty="0">
              <a:latin typeface="Century Gothic" panose="020B0502020202020204" pitchFamily="34" charset="0"/>
              <a:ea typeface="Verdana" panose="020B0604030504040204" pitchFamily="34" charset="0"/>
            </a:endParaRPr>
          </a:p>
        </p:txBody>
      </p:sp>
      <p:sp>
        <p:nvSpPr>
          <p:cNvPr id="5" name="Rectangle 10"/>
          <p:cNvSpPr/>
          <p:nvPr/>
        </p:nvSpPr>
        <p:spPr>
          <a:xfrm>
            <a:off x="0" y="420787"/>
            <a:ext cx="288000" cy="57606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F7BF4947-7A00-41C0-A2B8-1BB64308F69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91044"/>
          <a:stretch/>
        </p:blipFill>
        <p:spPr>
          <a:xfrm>
            <a:off x="107799" y="1305494"/>
            <a:ext cx="11976401" cy="320106"/>
          </a:xfrm>
          <a:prstGeom prst="rect">
            <a:avLst/>
          </a:prstGeom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E9AA9E10-B637-F0A3-3B3F-1D8D98123F6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1" t="8961" r="66430" b="1675"/>
          <a:stretch/>
        </p:blipFill>
        <p:spPr>
          <a:xfrm>
            <a:off x="107799" y="1625600"/>
            <a:ext cx="4020653" cy="319405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663EA024-B680-F444-EE7E-63C77EB62792}"/>
              </a:ext>
            </a:extLst>
          </p:cNvPr>
          <p:cNvSpPr/>
          <p:nvPr/>
        </p:nvSpPr>
        <p:spPr>
          <a:xfrm>
            <a:off x="13632" y="5049717"/>
            <a:ext cx="170314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1600" b="1" dirty="0">
                <a:solidFill>
                  <a:schemeClr val="bg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Neighbor</a:t>
            </a:r>
          </a:p>
          <a:p>
            <a:pPr algn="ctr"/>
            <a:r>
              <a:rPr lang="en-US" altLang="zh-CN" sz="1600" b="1" dirty="0">
                <a:solidFill>
                  <a:schemeClr val="bg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Replication</a:t>
            </a:r>
            <a:endParaRPr lang="zh-CN" altLang="en-US" sz="1600" b="1" dirty="0">
              <a:solidFill>
                <a:schemeClr val="bg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04D5EA3-684A-528C-F8FB-9F8C127CCA18}"/>
              </a:ext>
            </a:extLst>
          </p:cNvPr>
          <p:cNvSpPr/>
          <p:nvPr/>
        </p:nvSpPr>
        <p:spPr>
          <a:xfrm>
            <a:off x="-115700" y="5912738"/>
            <a:ext cx="1961811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Intermediate</a:t>
            </a:r>
          </a:p>
          <a:p>
            <a:pPr algn="ctr"/>
            <a:r>
              <a:rPr lang="en-US" altLang="zh-CN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Data</a:t>
            </a:r>
            <a:endParaRPr lang="zh-CN" altLang="en-US" sz="2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87D3939-B7C5-EB1B-8191-ED5F6669AFA0}"/>
              </a:ext>
            </a:extLst>
          </p:cNvPr>
          <p:cNvSpPr/>
          <p:nvPr/>
        </p:nvSpPr>
        <p:spPr>
          <a:xfrm>
            <a:off x="2334211" y="5049717"/>
            <a:ext cx="2242971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1600" b="1" dirty="0">
                <a:solidFill>
                  <a:schemeClr val="bg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Inter-GPU</a:t>
            </a:r>
          </a:p>
          <a:p>
            <a:pPr algn="ctr"/>
            <a:r>
              <a:rPr lang="en-US" altLang="zh-CN" sz="1600" b="1" dirty="0">
                <a:solidFill>
                  <a:schemeClr val="bg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Graph Partition</a:t>
            </a:r>
            <a:endParaRPr lang="zh-CN" altLang="en-US" sz="1600" b="1" dirty="0">
              <a:solidFill>
                <a:schemeClr val="bg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5B6F828-F153-90E0-7578-70DBE631574F}"/>
              </a:ext>
            </a:extLst>
          </p:cNvPr>
          <p:cNvSpPr/>
          <p:nvPr/>
        </p:nvSpPr>
        <p:spPr>
          <a:xfrm>
            <a:off x="2385903" y="5912738"/>
            <a:ext cx="2139587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Task Alternating</a:t>
            </a:r>
          </a:p>
          <a:p>
            <a:pPr algn="ctr"/>
            <a:r>
              <a:rPr lang="en-US" altLang="zh-CN" sz="2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Execution</a:t>
            </a:r>
            <a:endParaRPr lang="zh-CN" altLang="en-US" sz="22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4" name="箭头: 右 13">
            <a:extLst>
              <a:ext uri="{FF2B5EF4-FFF2-40B4-BE49-F238E27FC236}">
                <a16:creationId xmlns:a16="http://schemas.microsoft.com/office/drawing/2014/main" id="{2E0494FB-DEA7-C7AB-9A24-8E4411A55FA4}"/>
              </a:ext>
            </a:extLst>
          </p:cNvPr>
          <p:cNvSpPr/>
          <p:nvPr/>
        </p:nvSpPr>
        <p:spPr>
          <a:xfrm rot="10800000">
            <a:off x="1786313" y="6119588"/>
            <a:ext cx="617896" cy="382159"/>
          </a:xfrm>
          <a:prstGeom prst="rightArrow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18" name="箭头: 右 17">
            <a:extLst>
              <a:ext uri="{FF2B5EF4-FFF2-40B4-BE49-F238E27FC236}">
                <a16:creationId xmlns:a16="http://schemas.microsoft.com/office/drawing/2014/main" id="{A17B6DFE-B995-2AB1-0EE2-B4EDFB281BDA}"/>
              </a:ext>
            </a:extLst>
          </p:cNvPr>
          <p:cNvSpPr/>
          <p:nvPr/>
        </p:nvSpPr>
        <p:spPr>
          <a:xfrm rot="10800000">
            <a:off x="1962504" y="5205494"/>
            <a:ext cx="450886" cy="273221"/>
          </a:xfrm>
          <a:prstGeom prst="rightArrow">
            <a:avLst/>
          </a:prstGeom>
          <a:noFill/>
          <a:ln w="3810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36DD300-BFBB-54AF-12DC-5EBF20E3209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3570" t="8961" r="32859" b="1675"/>
          <a:stretch/>
        </p:blipFill>
        <p:spPr>
          <a:xfrm>
            <a:off x="4128452" y="1625600"/>
            <a:ext cx="4020653" cy="3194050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FEAFCB77-8995-B4CA-86AD-E4D3A39AB087}"/>
              </a:ext>
            </a:extLst>
          </p:cNvPr>
          <p:cNvSpPr txBox="1"/>
          <p:nvPr/>
        </p:nvSpPr>
        <p:spPr>
          <a:xfrm>
            <a:off x="5518791" y="5266779"/>
            <a:ext cx="2780659" cy="981487"/>
          </a:xfrm>
          <a:prstGeom prst="rect">
            <a:avLst/>
          </a:prstGeom>
          <a:noFill/>
          <a:ln w="19050">
            <a:noFill/>
            <a:prstDash val="soli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/>
                <a:ea typeface="等线" panose="02010600030101010101" pitchFamily="2" charset="-122"/>
                <a:cs typeface="+mn-cs"/>
                <a:sym typeface="+mn-ea"/>
              </a:rPr>
              <a:t>Task-decouple</a:t>
            </a:r>
          </a:p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4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等线" panose="02010600030101010101" pitchFamily="2" charset="-122"/>
                <a:sym typeface="+mn-ea"/>
              </a:rPr>
              <a:t>GNN Training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/>
              <a:ea typeface="等线" panose="02010600030101010101" pitchFamily="2" charset="-122"/>
              <a:cs typeface="+mn-cs"/>
              <a:sym typeface="+mn-ea"/>
            </a:endParaRP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19379E25-3767-7FFA-F8A1-17FBB539DD0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7141" t="15653" r="19515" b="9137"/>
          <a:stretch/>
        </p:blipFill>
        <p:spPr>
          <a:xfrm>
            <a:off x="8149105" y="1864766"/>
            <a:ext cx="1598146" cy="2688183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AFAE7E1F-492B-4CDF-A665-B5A2F4AF9F1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2055" t="90863" r="2" b="1675"/>
          <a:stretch/>
        </p:blipFill>
        <p:spPr>
          <a:xfrm>
            <a:off x="8737600" y="4552950"/>
            <a:ext cx="3346600" cy="266700"/>
          </a:xfrm>
          <a:prstGeom prst="rect">
            <a:avLst/>
          </a:prstGeom>
        </p:spPr>
      </p:pic>
      <p:sp>
        <p:nvSpPr>
          <p:cNvPr id="16" name="矩形 15">
            <a:extLst>
              <a:ext uri="{FF2B5EF4-FFF2-40B4-BE49-F238E27FC236}">
                <a16:creationId xmlns:a16="http://schemas.microsoft.com/office/drawing/2014/main" id="{E87FE39E-F160-FE0F-35C2-8D1DE6C8F3C8}"/>
              </a:ext>
            </a:extLst>
          </p:cNvPr>
          <p:cNvSpPr/>
          <p:nvPr/>
        </p:nvSpPr>
        <p:spPr>
          <a:xfrm>
            <a:off x="4252023" y="2567060"/>
            <a:ext cx="1272478" cy="115353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F4D4D82D-625F-E872-AA12-27B795F68C30}"/>
              </a:ext>
            </a:extLst>
          </p:cNvPr>
          <p:cNvCxnSpPr>
            <a:cxnSpLocks/>
          </p:cNvCxnSpPr>
          <p:nvPr/>
        </p:nvCxnSpPr>
        <p:spPr>
          <a:xfrm>
            <a:off x="5655880" y="3143827"/>
            <a:ext cx="2395920" cy="0"/>
          </a:xfrm>
          <a:prstGeom prst="straightConnector1">
            <a:avLst/>
          </a:prstGeom>
          <a:ln w="57150" cap="rnd">
            <a:solidFill>
              <a:schemeClr val="accent1"/>
            </a:solidFill>
            <a:round/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矩形 18">
            <a:extLst>
              <a:ext uri="{FF2B5EF4-FFF2-40B4-BE49-F238E27FC236}">
                <a16:creationId xmlns:a16="http://schemas.microsoft.com/office/drawing/2014/main" id="{9652EF5D-E3B7-A757-BEFB-35E80681834F}"/>
              </a:ext>
            </a:extLst>
          </p:cNvPr>
          <p:cNvSpPr/>
          <p:nvPr/>
        </p:nvSpPr>
        <p:spPr>
          <a:xfrm>
            <a:off x="8159134" y="2567060"/>
            <a:ext cx="1272478" cy="115353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2A142756-BF94-64A1-5DD3-9CD69121AA2D}"/>
              </a:ext>
            </a:extLst>
          </p:cNvPr>
          <p:cNvSpPr/>
          <p:nvPr/>
        </p:nvSpPr>
        <p:spPr>
          <a:xfrm>
            <a:off x="9517482" y="3024764"/>
            <a:ext cx="775178" cy="23812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4" name="图片 33">
            <a:extLst>
              <a:ext uri="{FF2B5EF4-FFF2-40B4-BE49-F238E27FC236}">
                <a16:creationId xmlns:a16="http://schemas.microsoft.com/office/drawing/2014/main" id="{D77EACBF-70E6-CFE5-3209-2433A64AB1F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0431" t="14377" r="3" b="51787"/>
          <a:stretch/>
        </p:blipFill>
        <p:spPr>
          <a:xfrm>
            <a:off x="9740901" y="1816807"/>
            <a:ext cx="2343299" cy="1209334"/>
          </a:xfrm>
          <a:prstGeom prst="rect">
            <a:avLst/>
          </a:prstGeom>
        </p:spPr>
      </p:pic>
      <p:sp>
        <p:nvSpPr>
          <p:cNvPr id="20" name="矩形 19">
            <a:extLst>
              <a:ext uri="{FF2B5EF4-FFF2-40B4-BE49-F238E27FC236}">
                <a16:creationId xmlns:a16="http://schemas.microsoft.com/office/drawing/2014/main" id="{68A025D5-8571-B3D7-7BE2-714D2882BEA9}"/>
              </a:ext>
            </a:extLst>
          </p:cNvPr>
          <p:cNvSpPr/>
          <p:nvPr/>
        </p:nvSpPr>
        <p:spPr>
          <a:xfrm>
            <a:off x="10084753" y="2594269"/>
            <a:ext cx="364427" cy="369430"/>
          </a:xfrm>
          <a:prstGeom prst="rect">
            <a:avLst/>
          </a:prstGeom>
          <a:solidFill>
            <a:schemeClr val="bg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rgbClr val="FF0000"/>
                </a:solidFill>
              </a:rPr>
              <a:t>T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C0556CE5-BDB0-680D-DA61-7840C2E00548}"/>
              </a:ext>
            </a:extLst>
          </p:cNvPr>
          <p:cNvSpPr/>
          <p:nvPr/>
        </p:nvSpPr>
        <p:spPr>
          <a:xfrm>
            <a:off x="10575692" y="2594269"/>
            <a:ext cx="364427" cy="369430"/>
          </a:xfrm>
          <a:prstGeom prst="rect">
            <a:avLst/>
          </a:prstGeom>
          <a:solidFill>
            <a:schemeClr val="bg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rgbClr val="FF0000"/>
                </a:solidFill>
              </a:rPr>
              <a:t>T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pic>
        <p:nvPicPr>
          <p:cNvPr id="24" name="图片 23">
            <a:extLst>
              <a:ext uri="{FF2B5EF4-FFF2-40B4-BE49-F238E27FC236}">
                <a16:creationId xmlns:a16="http://schemas.microsoft.com/office/drawing/2014/main" id="{F865D5D6-CC72-1F12-8A7A-18E1483E6ED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7141" t="8963" r="2" b="86226"/>
          <a:stretch/>
        </p:blipFill>
        <p:spPr>
          <a:xfrm>
            <a:off x="8149104" y="1625600"/>
            <a:ext cx="3935095" cy="171955"/>
          </a:xfrm>
          <a:prstGeom prst="rect">
            <a:avLst/>
          </a:prstGeom>
        </p:spPr>
      </p:pic>
      <p:sp>
        <p:nvSpPr>
          <p:cNvPr id="25" name="矩形 24">
            <a:extLst>
              <a:ext uri="{FF2B5EF4-FFF2-40B4-BE49-F238E27FC236}">
                <a16:creationId xmlns:a16="http://schemas.microsoft.com/office/drawing/2014/main" id="{E83E6881-5656-B0DB-147A-0F1610769ECA}"/>
              </a:ext>
            </a:extLst>
          </p:cNvPr>
          <p:cNvSpPr/>
          <p:nvPr/>
        </p:nvSpPr>
        <p:spPr>
          <a:xfrm>
            <a:off x="10979576" y="2906035"/>
            <a:ext cx="83289" cy="17195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458A9501-E0AC-293E-270C-9FC72A2B1727}"/>
              </a:ext>
            </a:extLst>
          </p:cNvPr>
          <p:cNvSpPr txBox="1"/>
          <p:nvPr/>
        </p:nvSpPr>
        <p:spPr>
          <a:xfrm>
            <a:off x="9662963" y="3377138"/>
            <a:ext cx="2799804" cy="523220"/>
          </a:xfrm>
          <a:prstGeom prst="rect">
            <a:avLst/>
          </a:prstGeom>
          <a:noFill/>
          <a:ln w="19050">
            <a:noFill/>
            <a:prstDash val="solid"/>
          </a:ln>
        </p:spPr>
        <p:txBody>
          <a:bodyPr wrap="square">
            <a:spAutoFit/>
          </a:bodyPr>
          <a:lstStyle/>
          <a:p>
            <a:pPr lvl="1"/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DNN Training</a:t>
            </a:r>
          </a:p>
        </p:txBody>
      </p:sp>
      <p:sp>
        <p:nvSpPr>
          <p:cNvPr id="26" name="箭头: 右 25">
            <a:extLst>
              <a:ext uri="{FF2B5EF4-FFF2-40B4-BE49-F238E27FC236}">
                <a16:creationId xmlns:a16="http://schemas.microsoft.com/office/drawing/2014/main" id="{1C806851-C36C-705F-C158-206C5C045E61}"/>
              </a:ext>
            </a:extLst>
          </p:cNvPr>
          <p:cNvSpPr/>
          <p:nvPr/>
        </p:nvSpPr>
        <p:spPr>
          <a:xfrm rot="3999298">
            <a:off x="10339129" y="3099852"/>
            <a:ext cx="454288" cy="319960"/>
          </a:xfrm>
          <a:prstGeom prst="rightArrow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FFC86E06-23AC-422F-110D-E6D78FACA104}"/>
              </a:ext>
            </a:extLst>
          </p:cNvPr>
          <p:cNvSpPr/>
          <p:nvPr/>
        </p:nvSpPr>
        <p:spPr>
          <a:xfrm>
            <a:off x="8514323" y="5397805"/>
            <a:ext cx="366132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/>
            <a:r>
              <a:rPr lang="en-US" altLang="zh-CN" dirty="0">
                <a:sym typeface="Wingdings 2" panose="05020102010507070707" pitchFamily="18" charset="2"/>
              </a:rPr>
              <a:t>Forward: </a:t>
            </a:r>
            <a:r>
              <a:rPr lang="en-US" altLang="zh-CN" dirty="0"/>
              <a:t>Release </a:t>
            </a:r>
            <a:r>
              <a:rPr lang="en-US" altLang="zh-CN" dirty="0" err="1"/>
              <a:t>intr</a:t>
            </a:r>
            <a:r>
              <a:rPr lang="en-US" altLang="zh-CN" dirty="0"/>
              <a:t> of T Task</a:t>
            </a:r>
          </a:p>
          <a:p>
            <a:pPr lvl="1"/>
            <a:r>
              <a:rPr lang="en-US" altLang="zh-CN" dirty="0">
                <a:sym typeface="Wingdings 2" panose="05020102010507070707" pitchFamily="18" charset="2"/>
              </a:rPr>
              <a:t>Backward: </a:t>
            </a:r>
            <a:r>
              <a:rPr lang="en-US" altLang="zh-CN" dirty="0"/>
              <a:t>Re-forward of T Task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B81A7D4A-18FD-6EBB-D150-9C70B2FC5AD5}"/>
              </a:ext>
            </a:extLst>
          </p:cNvPr>
          <p:cNvSpPr txBox="1"/>
          <p:nvPr/>
        </p:nvSpPr>
        <p:spPr>
          <a:xfrm>
            <a:off x="7234194" y="6310837"/>
            <a:ext cx="3908514" cy="523220"/>
          </a:xfrm>
          <a:prstGeom prst="rect">
            <a:avLst/>
          </a:prstGeom>
          <a:noFill/>
          <a:ln w="19050">
            <a:noFill/>
            <a:prstDash val="solid"/>
          </a:ln>
        </p:spPr>
        <p:txBody>
          <a:bodyPr wrap="square">
            <a:spAutoFit/>
          </a:bodyPr>
          <a:lstStyle/>
          <a:p>
            <a:pPr lvl="1"/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Release </a:t>
            </a:r>
            <a:r>
              <a:rPr lang="en-US" altLang="zh-CN" sz="28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Intr</a:t>
            </a:r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of T Task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45254679-54A2-4F48-4463-530F6FB6983C}"/>
              </a:ext>
            </a:extLst>
          </p:cNvPr>
          <p:cNvSpPr txBox="1"/>
          <p:nvPr/>
        </p:nvSpPr>
        <p:spPr>
          <a:xfrm>
            <a:off x="7149906" y="4930719"/>
            <a:ext cx="3908514" cy="523220"/>
          </a:xfrm>
          <a:prstGeom prst="rect">
            <a:avLst/>
          </a:prstGeom>
          <a:noFill/>
          <a:ln w="19050">
            <a:noFill/>
            <a:prstDash val="solid"/>
          </a:ln>
        </p:spPr>
        <p:txBody>
          <a:bodyPr wrap="square">
            <a:spAutoFit/>
          </a:bodyPr>
          <a:lstStyle/>
          <a:p>
            <a:pPr lvl="1" algn="ctr"/>
            <a:r>
              <a:rPr lang="en-US" altLang="zh-CN" sz="28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Recomputation</a:t>
            </a:r>
            <a:endParaRPr lang="en-US" altLang="zh-CN" sz="28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0" name="箭头: 右 29">
            <a:extLst>
              <a:ext uri="{FF2B5EF4-FFF2-40B4-BE49-F238E27FC236}">
                <a16:creationId xmlns:a16="http://schemas.microsoft.com/office/drawing/2014/main" id="{9623E554-4BF2-6103-583D-2BBBE81A3D8E}"/>
              </a:ext>
            </a:extLst>
          </p:cNvPr>
          <p:cNvSpPr/>
          <p:nvPr/>
        </p:nvSpPr>
        <p:spPr>
          <a:xfrm rot="5400000">
            <a:off x="8400662" y="5771868"/>
            <a:ext cx="719862" cy="358080"/>
          </a:xfrm>
          <a:prstGeom prst="rightArrow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A514C0CC-5863-8CCF-291D-010575918911}"/>
              </a:ext>
            </a:extLst>
          </p:cNvPr>
          <p:cNvCxnSpPr>
            <a:cxnSpLocks/>
          </p:cNvCxnSpPr>
          <p:nvPr/>
        </p:nvCxnSpPr>
        <p:spPr>
          <a:xfrm flipH="1">
            <a:off x="4762500" y="5757523"/>
            <a:ext cx="870217" cy="262277"/>
          </a:xfrm>
          <a:prstGeom prst="straightConnector1">
            <a:avLst/>
          </a:prstGeom>
          <a:ln w="57150" cap="rnd">
            <a:solidFill>
              <a:schemeClr val="accent1"/>
            </a:solidFill>
            <a:round/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641731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288000" y="0"/>
            <a:ext cx="11164860" cy="141763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altLang="zh-CN" sz="3600" dirty="0" err="1">
                <a:latin typeface="Century Gothic" panose="020B050202020202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NeutronT</a:t>
            </a:r>
            <a:r>
              <a:rPr lang="en-US" altLang="zh-CN" dirty="0" err="1">
                <a:latin typeface="Century Gothic" panose="020B050202020202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ask</a:t>
            </a:r>
            <a:r>
              <a:rPr lang="en-US" altLang="zh-CN" dirty="0">
                <a:latin typeface="Century Gothic" panose="020B050202020202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 — Contribution 1 (</a:t>
            </a:r>
            <a:r>
              <a:rPr lang="en-US" altLang="zh-CN" dirty="0">
                <a:latin typeface="Century Gothic" panose="020B0502020202020204" pitchFamily="34" charset="0"/>
                <a:ea typeface="Verdana" panose="020B0604030504040204" pitchFamily="34" charset="0"/>
                <a:sym typeface="+mn-ea"/>
              </a:rPr>
              <a:t>Task Parallelism)</a:t>
            </a:r>
            <a:endParaRPr lang="en-US" altLang="zh-CN" dirty="0">
              <a:latin typeface="Century Gothic" panose="020B0502020202020204" pitchFamily="34" charset="0"/>
              <a:ea typeface="Verdana" panose="020B0604030504040204" pitchFamily="34" charset="0"/>
            </a:endParaRPr>
          </a:p>
        </p:txBody>
      </p:sp>
      <p:sp>
        <p:nvSpPr>
          <p:cNvPr id="5" name="Rectangle 10"/>
          <p:cNvSpPr/>
          <p:nvPr/>
        </p:nvSpPr>
        <p:spPr>
          <a:xfrm>
            <a:off x="0" y="420787"/>
            <a:ext cx="288000" cy="57606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F7BF4947-7A00-41C0-A2B8-1BB64308F69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91044"/>
          <a:stretch/>
        </p:blipFill>
        <p:spPr>
          <a:xfrm>
            <a:off x="107799" y="1305494"/>
            <a:ext cx="11976401" cy="320106"/>
          </a:xfrm>
          <a:prstGeom prst="rect">
            <a:avLst/>
          </a:prstGeom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E9AA9E10-B637-F0A3-3B3F-1D8D98123F6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1" t="8961" r="66430" b="1675"/>
          <a:stretch/>
        </p:blipFill>
        <p:spPr>
          <a:xfrm>
            <a:off x="107799" y="1625600"/>
            <a:ext cx="4020653" cy="319405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663EA024-B680-F444-EE7E-63C77EB62792}"/>
              </a:ext>
            </a:extLst>
          </p:cNvPr>
          <p:cNvSpPr/>
          <p:nvPr/>
        </p:nvSpPr>
        <p:spPr>
          <a:xfrm>
            <a:off x="13632" y="5049717"/>
            <a:ext cx="170314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1600" b="1" dirty="0">
                <a:solidFill>
                  <a:schemeClr val="bg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Neighbor</a:t>
            </a:r>
          </a:p>
          <a:p>
            <a:pPr algn="ctr"/>
            <a:r>
              <a:rPr lang="en-US" altLang="zh-CN" sz="1600" b="1" dirty="0">
                <a:solidFill>
                  <a:schemeClr val="bg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Replication</a:t>
            </a:r>
            <a:endParaRPr lang="zh-CN" altLang="en-US" sz="1600" b="1" dirty="0">
              <a:solidFill>
                <a:schemeClr val="bg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04D5EA3-684A-528C-F8FB-9F8C127CCA18}"/>
              </a:ext>
            </a:extLst>
          </p:cNvPr>
          <p:cNvSpPr/>
          <p:nvPr/>
        </p:nvSpPr>
        <p:spPr>
          <a:xfrm>
            <a:off x="-115700" y="5912738"/>
            <a:ext cx="1961811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Intermediate</a:t>
            </a:r>
          </a:p>
          <a:p>
            <a:pPr algn="ctr"/>
            <a:r>
              <a:rPr lang="en-US" altLang="zh-CN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Data</a:t>
            </a:r>
            <a:endParaRPr lang="zh-CN" altLang="en-US" sz="2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87D3939-B7C5-EB1B-8191-ED5F6669AFA0}"/>
              </a:ext>
            </a:extLst>
          </p:cNvPr>
          <p:cNvSpPr/>
          <p:nvPr/>
        </p:nvSpPr>
        <p:spPr>
          <a:xfrm>
            <a:off x="2334211" y="5049717"/>
            <a:ext cx="2242971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1600" b="1" dirty="0">
                <a:solidFill>
                  <a:schemeClr val="bg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Inter-GPU</a:t>
            </a:r>
          </a:p>
          <a:p>
            <a:pPr algn="ctr"/>
            <a:r>
              <a:rPr lang="en-US" altLang="zh-CN" sz="1600" b="1" dirty="0">
                <a:solidFill>
                  <a:schemeClr val="bg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Graph Partition</a:t>
            </a:r>
            <a:endParaRPr lang="zh-CN" altLang="en-US" sz="1600" b="1" dirty="0">
              <a:solidFill>
                <a:schemeClr val="bg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5B6F828-F153-90E0-7578-70DBE631574F}"/>
              </a:ext>
            </a:extLst>
          </p:cNvPr>
          <p:cNvSpPr/>
          <p:nvPr/>
        </p:nvSpPr>
        <p:spPr>
          <a:xfrm>
            <a:off x="2385903" y="5912738"/>
            <a:ext cx="2139587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Task Alternating</a:t>
            </a:r>
          </a:p>
          <a:p>
            <a:pPr algn="ctr"/>
            <a:r>
              <a:rPr lang="en-US" altLang="zh-CN" sz="2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Execution</a:t>
            </a:r>
            <a:endParaRPr lang="zh-CN" altLang="en-US" sz="22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4" name="箭头: 右 13">
            <a:extLst>
              <a:ext uri="{FF2B5EF4-FFF2-40B4-BE49-F238E27FC236}">
                <a16:creationId xmlns:a16="http://schemas.microsoft.com/office/drawing/2014/main" id="{2E0494FB-DEA7-C7AB-9A24-8E4411A55FA4}"/>
              </a:ext>
            </a:extLst>
          </p:cNvPr>
          <p:cNvSpPr/>
          <p:nvPr/>
        </p:nvSpPr>
        <p:spPr>
          <a:xfrm rot="10800000">
            <a:off x="1786313" y="6119588"/>
            <a:ext cx="617896" cy="382159"/>
          </a:xfrm>
          <a:prstGeom prst="rightArrow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18" name="箭头: 右 17">
            <a:extLst>
              <a:ext uri="{FF2B5EF4-FFF2-40B4-BE49-F238E27FC236}">
                <a16:creationId xmlns:a16="http://schemas.microsoft.com/office/drawing/2014/main" id="{A17B6DFE-B995-2AB1-0EE2-B4EDFB281BDA}"/>
              </a:ext>
            </a:extLst>
          </p:cNvPr>
          <p:cNvSpPr/>
          <p:nvPr/>
        </p:nvSpPr>
        <p:spPr>
          <a:xfrm rot="10800000">
            <a:off x="1962504" y="5205494"/>
            <a:ext cx="450886" cy="273221"/>
          </a:xfrm>
          <a:prstGeom prst="rightArrow">
            <a:avLst/>
          </a:prstGeom>
          <a:noFill/>
          <a:ln w="3810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36DD300-BFBB-54AF-12DC-5EBF20E3209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3570" t="8961" r="2" b="1675"/>
          <a:stretch/>
        </p:blipFill>
        <p:spPr>
          <a:xfrm>
            <a:off x="4128452" y="1625600"/>
            <a:ext cx="7955748" cy="3194050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FEAFCB77-8995-B4CA-86AD-E4D3A39AB087}"/>
              </a:ext>
            </a:extLst>
          </p:cNvPr>
          <p:cNvSpPr txBox="1"/>
          <p:nvPr/>
        </p:nvSpPr>
        <p:spPr>
          <a:xfrm>
            <a:off x="5518791" y="5266779"/>
            <a:ext cx="2780659" cy="981487"/>
          </a:xfrm>
          <a:prstGeom prst="rect">
            <a:avLst/>
          </a:prstGeom>
          <a:noFill/>
          <a:ln w="19050">
            <a:noFill/>
            <a:prstDash val="soli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/>
                <a:ea typeface="等线" panose="02010600030101010101" pitchFamily="2" charset="-122"/>
                <a:cs typeface="+mn-cs"/>
                <a:sym typeface="+mn-ea"/>
              </a:rPr>
              <a:t>Task-decouple</a:t>
            </a:r>
          </a:p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4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等线" panose="02010600030101010101" pitchFamily="2" charset="-122"/>
                <a:sym typeface="+mn-ea"/>
              </a:rPr>
              <a:t>GNN Training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/>
              <a:ea typeface="等线" panose="02010600030101010101" pitchFamily="2" charset="-122"/>
              <a:cs typeface="+mn-cs"/>
              <a:sym typeface="+mn-ea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FB0659B7-67BC-3361-419D-45ED75EF1060}"/>
              </a:ext>
            </a:extLst>
          </p:cNvPr>
          <p:cNvSpPr/>
          <p:nvPr/>
        </p:nvSpPr>
        <p:spPr>
          <a:xfrm>
            <a:off x="4252023" y="2567060"/>
            <a:ext cx="1272478" cy="115353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88BF0EC9-6C77-8B2D-0481-DCDB0D316036}"/>
              </a:ext>
            </a:extLst>
          </p:cNvPr>
          <p:cNvCxnSpPr>
            <a:cxnSpLocks/>
          </p:cNvCxnSpPr>
          <p:nvPr/>
        </p:nvCxnSpPr>
        <p:spPr>
          <a:xfrm>
            <a:off x="5655880" y="3143827"/>
            <a:ext cx="2395920" cy="0"/>
          </a:xfrm>
          <a:prstGeom prst="straightConnector1">
            <a:avLst/>
          </a:prstGeom>
          <a:ln w="57150" cap="rnd">
            <a:solidFill>
              <a:schemeClr val="accent1"/>
            </a:solidFill>
            <a:round/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矩形 16">
            <a:extLst>
              <a:ext uri="{FF2B5EF4-FFF2-40B4-BE49-F238E27FC236}">
                <a16:creationId xmlns:a16="http://schemas.microsoft.com/office/drawing/2014/main" id="{2F66775B-5E26-FAC6-6F68-3F724D3378CF}"/>
              </a:ext>
            </a:extLst>
          </p:cNvPr>
          <p:cNvSpPr/>
          <p:nvPr/>
        </p:nvSpPr>
        <p:spPr>
          <a:xfrm>
            <a:off x="8159134" y="2567060"/>
            <a:ext cx="1272478" cy="115353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八边形 19">
            <a:extLst>
              <a:ext uri="{FF2B5EF4-FFF2-40B4-BE49-F238E27FC236}">
                <a16:creationId xmlns:a16="http://schemas.microsoft.com/office/drawing/2014/main" id="{60AF44EA-80F9-B32D-362C-4486965B46F0}"/>
              </a:ext>
            </a:extLst>
          </p:cNvPr>
          <p:cNvSpPr/>
          <p:nvPr/>
        </p:nvSpPr>
        <p:spPr>
          <a:xfrm>
            <a:off x="10115550" y="2605138"/>
            <a:ext cx="333630" cy="325956"/>
          </a:xfrm>
          <a:prstGeom prst="octagon">
            <a:avLst/>
          </a:prstGeom>
          <a:solidFill>
            <a:srgbClr val="F8CBAD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endParaRPr lang="zh-CN" altLang="en-US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八边形 20">
            <a:extLst>
              <a:ext uri="{FF2B5EF4-FFF2-40B4-BE49-F238E27FC236}">
                <a16:creationId xmlns:a16="http://schemas.microsoft.com/office/drawing/2014/main" id="{18279A0C-AD6E-B3A2-7402-803D93B37C07}"/>
              </a:ext>
            </a:extLst>
          </p:cNvPr>
          <p:cNvSpPr/>
          <p:nvPr/>
        </p:nvSpPr>
        <p:spPr>
          <a:xfrm>
            <a:off x="11129812" y="3325429"/>
            <a:ext cx="333630" cy="325956"/>
          </a:xfrm>
          <a:prstGeom prst="octagon">
            <a:avLst/>
          </a:prstGeom>
          <a:solidFill>
            <a:schemeClr val="accent5">
              <a:lumMod val="40000"/>
              <a:lumOff val="6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endParaRPr lang="zh-CN" altLang="en-US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八边形 21">
            <a:extLst>
              <a:ext uri="{FF2B5EF4-FFF2-40B4-BE49-F238E27FC236}">
                <a16:creationId xmlns:a16="http://schemas.microsoft.com/office/drawing/2014/main" id="{2045933E-ADA1-9C7B-3730-4E5972D3D613}"/>
              </a:ext>
            </a:extLst>
          </p:cNvPr>
          <p:cNvSpPr/>
          <p:nvPr/>
        </p:nvSpPr>
        <p:spPr>
          <a:xfrm>
            <a:off x="11597134" y="3325429"/>
            <a:ext cx="333630" cy="325956"/>
          </a:xfrm>
          <a:prstGeom prst="octagon">
            <a:avLst/>
          </a:prstGeom>
          <a:solidFill>
            <a:schemeClr val="accent5">
              <a:lumMod val="40000"/>
              <a:lumOff val="6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endParaRPr lang="zh-CN" altLang="en-US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FEFD0634-CCB9-9614-913D-3E9CF440BD03}"/>
              </a:ext>
            </a:extLst>
          </p:cNvPr>
          <p:cNvSpPr/>
          <p:nvPr/>
        </p:nvSpPr>
        <p:spPr>
          <a:xfrm>
            <a:off x="10084753" y="2594269"/>
            <a:ext cx="364427" cy="369430"/>
          </a:xfrm>
          <a:prstGeom prst="rect">
            <a:avLst/>
          </a:prstGeom>
          <a:solidFill>
            <a:schemeClr val="bg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rgbClr val="FF0000"/>
                </a:solidFill>
              </a:rPr>
              <a:t>T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EC6F9F96-5D56-97DA-CE4E-7D7D90BCE97E}"/>
              </a:ext>
            </a:extLst>
          </p:cNvPr>
          <p:cNvSpPr/>
          <p:nvPr/>
        </p:nvSpPr>
        <p:spPr>
          <a:xfrm>
            <a:off x="10575692" y="2594269"/>
            <a:ext cx="364427" cy="369430"/>
          </a:xfrm>
          <a:prstGeom prst="rect">
            <a:avLst/>
          </a:prstGeom>
          <a:solidFill>
            <a:schemeClr val="bg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rgbClr val="FF0000"/>
                </a:solidFill>
              </a:rPr>
              <a:t>T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ACD34801-3CDD-C04C-756B-3385E8FA0BDE}"/>
              </a:ext>
            </a:extLst>
          </p:cNvPr>
          <p:cNvSpPr/>
          <p:nvPr/>
        </p:nvSpPr>
        <p:spPr>
          <a:xfrm>
            <a:off x="11099015" y="3281955"/>
            <a:ext cx="364427" cy="369430"/>
          </a:xfrm>
          <a:prstGeom prst="rect">
            <a:avLst/>
          </a:prstGeom>
          <a:solidFill>
            <a:schemeClr val="bg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rgbClr val="FF0000"/>
                </a:solidFill>
              </a:rPr>
              <a:t>P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C625B126-E8BC-6D3D-BA5C-AFCFD8DB8F9A}"/>
              </a:ext>
            </a:extLst>
          </p:cNvPr>
          <p:cNvSpPr/>
          <p:nvPr/>
        </p:nvSpPr>
        <p:spPr>
          <a:xfrm>
            <a:off x="11557948" y="3281955"/>
            <a:ext cx="364427" cy="369430"/>
          </a:xfrm>
          <a:prstGeom prst="rect">
            <a:avLst/>
          </a:prstGeom>
          <a:solidFill>
            <a:schemeClr val="bg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rgbClr val="FF0000"/>
                </a:solidFill>
              </a:rPr>
              <a:t>P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269D8B1E-4F02-7309-3C90-65E3FCF50077}"/>
              </a:ext>
            </a:extLst>
          </p:cNvPr>
          <p:cNvCxnSpPr>
            <a:cxnSpLocks/>
          </p:cNvCxnSpPr>
          <p:nvPr/>
        </p:nvCxnSpPr>
        <p:spPr>
          <a:xfrm flipH="1">
            <a:off x="4762500" y="5757523"/>
            <a:ext cx="870217" cy="262277"/>
          </a:xfrm>
          <a:prstGeom prst="straightConnector1">
            <a:avLst/>
          </a:prstGeom>
          <a:ln w="57150" cap="rnd">
            <a:solidFill>
              <a:schemeClr val="accent1"/>
            </a:solidFill>
            <a:round/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3019189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288000" y="0"/>
            <a:ext cx="11164860" cy="141763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altLang="zh-CN" sz="3600" dirty="0" err="1">
                <a:latin typeface="Century Gothic" panose="020B050202020202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NeutronT</a:t>
            </a:r>
            <a:r>
              <a:rPr lang="en-US" altLang="zh-CN" dirty="0" err="1">
                <a:latin typeface="Century Gothic" panose="020B050202020202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ask</a:t>
            </a:r>
            <a:r>
              <a:rPr lang="en-US" altLang="zh-CN" dirty="0">
                <a:latin typeface="Century Gothic" panose="020B050202020202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 — Contribution 1 (</a:t>
            </a:r>
            <a:r>
              <a:rPr lang="en-US" altLang="zh-CN" dirty="0">
                <a:latin typeface="Century Gothic" panose="020B0502020202020204" pitchFamily="34" charset="0"/>
                <a:ea typeface="Verdana" panose="020B0604030504040204" pitchFamily="34" charset="0"/>
                <a:sym typeface="+mn-ea"/>
              </a:rPr>
              <a:t>Task Parallelism)</a:t>
            </a:r>
            <a:endParaRPr lang="en-US" altLang="zh-CN" dirty="0">
              <a:latin typeface="Century Gothic" panose="020B0502020202020204" pitchFamily="34" charset="0"/>
              <a:ea typeface="Verdana" panose="020B0604030504040204" pitchFamily="34" charset="0"/>
            </a:endParaRPr>
          </a:p>
        </p:txBody>
      </p:sp>
      <p:sp>
        <p:nvSpPr>
          <p:cNvPr id="5" name="Rectangle 10"/>
          <p:cNvSpPr/>
          <p:nvPr/>
        </p:nvSpPr>
        <p:spPr>
          <a:xfrm>
            <a:off x="0" y="420787"/>
            <a:ext cx="288000" cy="57606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F7BF4947-7A00-41C0-A2B8-1BB64308F69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91044"/>
          <a:stretch/>
        </p:blipFill>
        <p:spPr>
          <a:xfrm>
            <a:off x="107799" y="1305494"/>
            <a:ext cx="11976401" cy="320106"/>
          </a:xfrm>
          <a:prstGeom prst="rect">
            <a:avLst/>
          </a:prstGeom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E9AA9E10-B637-F0A3-3B3F-1D8D98123F6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1" t="8961" r="66430" b="1675"/>
          <a:stretch/>
        </p:blipFill>
        <p:spPr>
          <a:xfrm>
            <a:off x="107799" y="1625600"/>
            <a:ext cx="4020653" cy="319405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663EA024-B680-F444-EE7E-63C77EB62792}"/>
              </a:ext>
            </a:extLst>
          </p:cNvPr>
          <p:cNvSpPr/>
          <p:nvPr/>
        </p:nvSpPr>
        <p:spPr>
          <a:xfrm>
            <a:off x="13632" y="5049717"/>
            <a:ext cx="170314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1600" b="1" dirty="0">
                <a:solidFill>
                  <a:schemeClr val="bg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Neighbor</a:t>
            </a:r>
          </a:p>
          <a:p>
            <a:pPr algn="ctr"/>
            <a:r>
              <a:rPr lang="en-US" altLang="zh-CN" sz="1600" b="1" dirty="0">
                <a:solidFill>
                  <a:schemeClr val="bg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Replication</a:t>
            </a:r>
            <a:endParaRPr lang="zh-CN" altLang="en-US" sz="1600" b="1" dirty="0">
              <a:solidFill>
                <a:schemeClr val="bg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04D5EA3-684A-528C-F8FB-9F8C127CCA18}"/>
              </a:ext>
            </a:extLst>
          </p:cNvPr>
          <p:cNvSpPr/>
          <p:nvPr/>
        </p:nvSpPr>
        <p:spPr>
          <a:xfrm>
            <a:off x="-115700" y="5912738"/>
            <a:ext cx="1961811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Intermediate</a:t>
            </a:r>
          </a:p>
          <a:p>
            <a:pPr algn="ctr"/>
            <a:r>
              <a:rPr lang="en-US" altLang="zh-CN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Data</a:t>
            </a:r>
            <a:endParaRPr lang="zh-CN" altLang="en-US" sz="2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87D3939-B7C5-EB1B-8191-ED5F6669AFA0}"/>
              </a:ext>
            </a:extLst>
          </p:cNvPr>
          <p:cNvSpPr/>
          <p:nvPr/>
        </p:nvSpPr>
        <p:spPr>
          <a:xfrm>
            <a:off x="2334211" y="5049717"/>
            <a:ext cx="2242971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1600" b="1" dirty="0">
                <a:solidFill>
                  <a:schemeClr val="bg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Inter-GPU</a:t>
            </a:r>
          </a:p>
          <a:p>
            <a:pPr algn="ctr"/>
            <a:r>
              <a:rPr lang="en-US" altLang="zh-CN" sz="1600" b="1" dirty="0">
                <a:solidFill>
                  <a:schemeClr val="bg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Graph Partition</a:t>
            </a:r>
            <a:endParaRPr lang="zh-CN" altLang="en-US" sz="1600" b="1" dirty="0">
              <a:solidFill>
                <a:schemeClr val="bg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5B6F828-F153-90E0-7578-70DBE631574F}"/>
              </a:ext>
            </a:extLst>
          </p:cNvPr>
          <p:cNvSpPr/>
          <p:nvPr/>
        </p:nvSpPr>
        <p:spPr>
          <a:xfrm>
            <a:off x="2385903" y="5912738"/>
            <a:ext cx="2139587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Task Alternating</a:t>
            </a:r>
          </a:p>
          <a:p>
            <a:pPr algn="ctr"/>
            <a:r>
              <a:rPr lang="en-US" altLang="zh-CN" sz="2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Execution</a:t>
            </a:r>
            <a:endParaRPr lang="zh-CN" altLang="en-US" sz="22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4" name="箭头: 右 13">
            <a:extLst>
              <a:ext uri="{FF2B5EF4-FFF2-40B4-BE49-F238E27FC236}">
                <a16:creationId xmlns:a16="http://schemas.microsoft.com/office/drawing/2014/main" id="{2E0494FB-DEA7-C7AB-9A24-8E4411A55FA4}"/>
              </a:ext>
            </a:extLst>
          </p:cNvPr>
          <p:cNvSpPr/>
          <p:nvPr/>
        </p:nvSpPr>
        <p:spPr>
          <a:xfrm rot="10800000">
            <a:off x="1786313" y="6119588"/>
            <a:ext cx="617896" cy="382159"/>
          </a:xfrm>
          <a:prstGeom prst="rightArrow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18" name="箭头: 右 17">
            <a:extLst>
              <a:ext uri="{FF2B5EF4-FFF2-40B4-BE49-F238E27FC236}">
                <a16:creationId xmlns:a16="http://schemas.microsoft.com/office/drawing/2014/main" id="{A17B6DFE-B995-2AB1-0EE2-B4EDFB281BDA}"/>
              </a:ext>
            </a:extLst>
          </p:cNvPr>
          <p:cNvSpPr/>
          <p:nvPr/>
        </p:nvSpPr>
        <p:spPr>
          <a:xfrm rot="10800000">
            <a:off x="1962504" y="5205494"/>
            <a:ext cx="450886" cy="273221"/>
          </a:xfrm>
          <a:prstGeom prst="rightArrow">
            <a:avLst/>
          </a:prstGeom>
          <a:noFill/>
          <a:ln w="3810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36DD300-BFBB-54AF-12DC-5EBF20E3209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3570" t="8961" r="2" b="1675"/>
          <a:stretch/>
        </p:blipFill>
        <p:spPr>
          <a:xfrm>
            <a:off x="4128452" y="1625600"/>
            <a:ext cx="7955748" cy="3194050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FEAFCB77-8995-B4CA-86AD-E4D3A39AB087}"/>
              </a:ext>
            </a:extLst>
          </p:cNvPr>
          <p:cNvSpPr txBox="1"/>
          <p:nvPr/>
        </p:nvSpPr>
        <p:spPr>
          <a:xfrm>
            <a:off x="5518791" y="5266779"/>
            <a:ext cx="2780659" cy="981487"/>
          </a:xfrm>
          <a:prstGeom prst="rect">
            <a:avLst/>
          </a:prstGeom>
          <a:noFill/>
          <a:ln w="19050">
            <a:noFill/>
            <a:prstDash val="soli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/>
                <a:ea typeface="等线" panose="02010600030101010101" pitchFamily="2" charset="-122"/>
                <a:cs typeface="+mn-cs"/>
                <a:sym typeface="+mn-ea"/>
              </a:rPr>
              <a:t>Task-decouple</a:t>
            </a:r>
          </a:p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4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等线" panose="02010600030101010101" pitchFamily="2" charset="-122"/>
                <a:sym typeface="+mn-ea"/>
              </a:rPr>
              <a:t>GNN Training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/>
              <a:ea typeface="等线" panose="02010600030101010101" pitchFamily="2" charset="-122"/>
              <a:cs typeface="+mn-cs"/>
              <a:sym typeface="+mn-ea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FB0659B7-67BC-3361-419D-45ED75EF1060}"/>
              </a:ext>
            </a:extLst>
          </p:cNvPr>
          <p:cNvSpPr/>
          <p:nvPr/>
        </p:nvSpPr>
        <p:spPr>
          <a:xfrm>
            <a:off x="4252023" y="2567060"/>
            <a:ext cx="1272478" cy="115353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88BF0EC9-6C77-8B2D-0481-DCDB0D316036}"/>
              </a:ext>
            </a:extLst>
          </p:cNvPr>
          <p:cNvCxnSpPr>
            <a:cxnSpLocks/>
          </p:cNvCxnSpPr>
          <p:nvPr/>
        </p:nvCxnSpPr>
        <p:spPr>
          <a:xfrm>
            <a:off x="5655880" y="3143827"/>
            <a:ext cx="2395920" cy="0"/>
          </a:xfrm>
          <a:prstGeom prst="straightConnector1">
            <a:avLst/>
          </a:prstGeom>
          <a:ln w="57150" cap="rnd">
            <a:solidFill>
              <a:schemeClr val="accent1"/>
            </a:solidFill>
            <a:round/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矩形 16">
            <a:extLst>
              <a:ext uri="{FF2B5EF4-FFF2-40B4-BE49-F238E27FC236}">
                <a16:creationId xmlns:a16="http://schemas.microsoft.com/office/drawing/2014/main" id="{2F66775B-5E26-FAC6-6F68-3F724D3378CF}"/>
              </a:ext>
            </a:extLst>
          </p:cNvPr>
          <p:cNvSpPr/>
          <p:nvPr/>
        </p:nvSpPr>
        <p:spPr>
          <a:xfrm>
            <a:off x="8159134" y="2567060"/>
            <a:ext cx="1272478" cy="115353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八边形 19">
            <a:extLst>
              <a:ext uri="{FF2B5EF4-FFF2-40B4-BE49-F238E27FC236}">
                <a16:creationId xmlns:a16="http://schemas.microsoft.com/office/drawing/2014/main" id="{60AF44EA-80F9-B32D-362C-4486965B46F0}"/>
              </a:ext>
            </a:extLst>
          </p:cNvPr>
          <p:cNvSpPr/>
          <p:nvPr/>
        </p:nvSpPr>
        <p:spPr>
          <a:xfrm>
            <a:off x="10115550" y="2605138"/>
            <a:ext cx="333630" cy="325956"/>
          </a:xfrm>
          <a:prstGeom prst="octagon">
            <a:avLst/>
          </a:prstGeom>
          <a:solidFill>
            <a:srgbClr val="F8CBAD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endParaRPr lang="zh-CN" altLang="en-US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八边形 20">
            <a:extLst>
              <a:ext uri="{FF2B5EF4-FFF2-40B4-BE49-F238E27FC236}">
                <a16:creationId xmlns:a16="http://schemas.microsoft.com/office/drawing/2014/main" id="{18279A0C-AD6E-B3A2-7402-803D93B37C07}"/>
              </a:ext>
            </a:extLst>
          </p:cNvPr>
          <p:cNvSpPr/>
          <p:nvPr/>
        </p:nvSpPr>
        <p:spPr>
          <a:xfrm>
            <a:off x="11129812" y="3325429"/>
            <a:ext cx="333630" cy="325956"/>
          </a:xfrm>
          <a:prstGeom prst="octagon">
            <a:avLst/>
          </a:prstGeom>
          <a:solidFill>
            <a:schemeClr val="accent5">
              <a:lumMod val="40000"/>
              <a:lumOff val="6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endParaRPr lang="zh-CN" altLang="en-US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八边形 21">
            <a:extLst>
              <a:ext uri="{FF2B5EF4-FFF2-40B4-BE49-F238E27FC236}">
                <a16:creationId xmlns:a16="http://schemas.microsoft.com/office/drawing/2014/main" id="{2045933E-ADA1-9C7B-3730-4E5972D3D613}"/>
              </a:ext>
            </a:extLst>
          </p:cNvPr>
          <p:cNvSpPr/>
          <p:nvPr/>
        </p:nvSpPr>
        <p:spPr>
          <a:xfrm>
            <a:off x="11597134" y="3325429"/>
            <a:ext cx="333630" cy="325956"/>
          </a:xfrm>
          <a:prstGeom prst="octagon">
            <a:avLst/>
          </a:prstGeom>
          <a:solidFill>
            <a:schemeClr val="accent5">
              <a:lumMod val="40000"/>
              <a:lumOff val="6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endParaRPr lang="zh-CN" altLang="en-US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FEFD0634-CCB9-9614-913D-3E9CF440BD03}"/>
              </a:ext>
            </a:extLst>
          </p:cNvPr>
          <p:cNvSpPr/>
          <p:nvPr/>
        </p:nvSpPr>
        <p:spPr>
          <a:xfrm>
            <a:off x="10084753" y="2594269"/>
            <a:ext cx="364427" cy="369430"/>
          </a:xfrm>
          <a:prstGeom prst="rect">
            <a:avLst/>
          </a:prstGeom>
          <a:solidFill>
            <a:schemeClr val="bg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rgbClr val="FF0000"/>
                </a:solidFill>
              </a:rPr>
              <a:t>T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EC6F9F96-5D56-97DA-CE4E-7D7D90BCE97E}"/>
              </a:ext>
            </a:extLst>
          </p:cNvPr>
          <p:cNvSpPr/>
          <p:nvPr/>
        </p:nvSpPr>
        <p:spPr>
          <a:xfrm>
            <a:off x="10575692" y="2594269"/>
            <a:ext cx="364427" cy="369430"/>
          </a:xfrm>
          <a:prstGeom prst="rect">
            <a:avLst/>
          </a:prstGeom>
          <a:solidFill>
            <a:schemeClr val="bg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rgbClr val="FF0000"/>
                </a:solidFill>
              </a:rPr>
              <a:t>T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ACD34801-3CDD-C04C-756B-3385E8FA0BDE}"/>
              </a:ext>
            </a:extLst>
          </p:cNvPr>
          <p:cNvSpPr/>
          <p:nvPr/>
        </p:nvSpPr>
        <p:spPr>
          <a:xfrm>
            <a:off x="11099015" y="3281955"/>
            <a:ext cx="364427" cy="369430"/>
          </a:xfrm>
          <a:prstGeom prst="rect">
            <a:avLst/>
          </a:prstGeom>
          <a:solidFill>
            <a:schemeClr val="bg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rgbClr val="FF0000"/>
                </a:solidFill>
              </a:rPr>
              <a:t>P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C625B126-E8BC-6D3D-BA5C-AFCFD8DB8F9A}"/>
              </a:ext>
            </a:extLst>
          </p:cNvPr>
          <p:cNvSpPr/>
          <p:nvPr/>
        </p:nvSpPr>
        <p:spPr>
          <a:xfrm>
            <a:off x="11557948" y="3281955"/>
            <a:ext cx="364427" cy="369430"/>
          </a:xfrm>
          <a:prstGeom prst="rect">
            <a:avLst/>
          </a:prstGeom>
          <a:solidFill>
            <a:schemeClr val="bg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rgbClr val="FF0000"/>
                </a:solidFill>
              </a:rPr>
              <a:t>P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E889994A-FED7-A896-C92D-3F809D15346D}"/>
              </a:ext>
            </a:extLst>
          </p:cNvPr>
          <p:cNvSpPr txBox="1"/>
          <p:nvPr/>
        </p:nvSpPr>
        <p:spPr>
          <a:xfrm>
            <a:off x="8992220" y="5351083"/>
            <a:ext cx="2289008" cy="523220"/>
          </a:xfrm>
          <a:prstGeom prst="rect">
            <a:avLst/>
          </a:prstGeom>
          <a:noFill/>
          <a:ln w="19050">
            <a:noFill/>
            <a:prstDash val="solid"/>
          </a:ln>
        </p:spPr>
        <p:txBody>
          <a:bodyPr wrap="square">
            <a:spAutoFit/>
          </a:bodyPr>
          <a:lstStyle/>
          <a:p>
            <a:r>
              <a:rPr lang="en-US" altLang="zh-CN" sz="2800" dirty="0">
                <a:solidFill>
                  <a:srgbClr val="70AD47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No Parameter</a:t>
            </a:r>
            <a:endParaRPr lang="zh-CN" altLang="en-US" sz="2800" dirty="0">
              <a:solidFill>
                <a:srgbClr val="70AD47"/>
              </a:solidFill>
            </a:endParaRPr>
          </a:p>
        </p:txBody>
      </p:sp>
      <p:sp>
        <p:nvSpPr>
          <p:cNvPr id="28" name="箭头: 右 27">
            <a:extLst>
              <a:ext uri="{FF2B5EF4-FFF2-40B4-BE49-F238E27FC236}">
                <a16:creationId xmlns:a16="http://schemas.microsoft.com/office/drawing/2014/main" id="{FCFE55E4-2422-452A-28F1-17D0A51DE4CC}"/>
              </a:ext>
            </a:extLst>
          </p:cNvPr>
          <p:cNvSpPr/>
          <p:nvPr/>
        </p:nvSpPr>
        <p:spPr>
          <a:xfrm rot="6511492">
            <a:off x="10268810" y="4408618"/>
            <a:ext cx="1723024" cy="384338"/>
          </a:xfrm>
          <a:prstGeom prst="rightArrow">
            <a:avLst/>
          </a:prstGeom>
          <a:solidFill>
            <a:schemeClr val="bg1"/>
          </a:solidFill>
          <a:ln w="381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8F110616-8F43-4025-4A93-FCEBD0E4D834}"/>
              </a:ext>
            </a:extLst>
          </p:cNvPr>
          <p:cNvCxnSpPr>
            <a:cxnSpLocks/>
          </p:cNvCxnSpPr>
          <p:nvPr/>
        </p:nvCxnSpPr>
        <p:spPr>
          <a:xfrm flipH="1">
            <a:off x="4762500" y="5757523"/>
            <a:ext cx="870217" cy="262277"/>
          </a:xfrm>
          <a:prstGeom prst="straightConnector1">
            <a:avLst/>
          </a:prstGeom>
          <a:ln w="57150" cap="rnd">
            <a:solidFill>
              <a:schemeClr val="accent1"/>
            </a:solidFill>
            <a:round/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3398286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288000" y="0"/>
            <a:ext cx="11164860" cy="141763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altLang="zh-CN" sz="3600" dirty="0" err="1">
                <a:latin typeface="Century Gothic" panose="020B050202020202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NeutronT</a:t>
            </a:r>
            <a:r>
              <a:rPr lang="en-US" altLang="zh-CN" dirty="0" err="1">
                <a:latin typeface="Century Gothic" panose="020B050202020202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ask</a:t>
            </a:r>
            <a:r>
              <a:rPr lang="en-US" altLang="zh-CN" dirty="0">
                <a:latin typeface="Century Gothic" panose="020B050202020202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 — Contribution 1 (</a:t>
            </a:r>
            <a:r>
              <a:rPr lang="en-US" altLang="zh-CN" dirty="0">
                <a:latin typeface="Century Gothic" panose="020B0502020202020204" pitchFamily="34" charset="0"/>
                <a:ea typeface="Verdana" panose="020B0604030504040204" pitchFamily="34" charset="0"/>
                <a:sym typeface="+mn-ea"/>
              </a:rPr>
              <a:t>Task Parallelism)</a:t>
            </a:r>
            <a:endParaRPr lang="en-US" altLang="zh-CN" dirty="0">
              <a:latin typeface="Century Gothic" panose="020B0502020202020204" pitchFamily="34" charset="0"/>
              <a:ea typeface="Verdana" panose="020B0604030504040204" pitchFamily="34" charset="0"/>
            </a:endParaRPr>
          </a:p>
        </p:txBody>
      </p:sp>
      <p:sp>
        <p:nvSpPr>
          <p:cNvPr id="5" name="Rectangle 10"/>
          <p:cNvSpPr/>
          <p:nvPr/>
        </p:nvSpPr>
        <p:spPr>
          <a:xfrm>
            <a:off x="0" y="420787"/>
            <a:ext cx="288000" cy="57606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F7BF4947-7A00-41C0-A2B8-1BB64308F69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91044"/>
          <a:stretch/>
        </p:blipFill>
        <p:spPr>
          <a:xfrm>
            <a:off x="107799" y="1305494"/>
            <a:ext cx="11976401" cy="320106"/>
          </a:xfrm>
          <a:prstGeom prst="rect">
            <a:avLst/>
          </a:prstGeom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E9AA9E10-B637-F0A3-3B3F-1D8D98123F6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1" t="8961" r="66430" b="1675"/>
          <a:stretch/>
        </p:blipFill>
        <p:spPr>
          <a:xfrm>
            <a:off x="107799" y="1625600"/>
            <a:ext cx="4020653" cy="319405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663EA024-B680-F444-EE7E-63C77EB62792}"/>
              </a:ext>
            </a:extLst>
          </p:cNvPr>
          <p:cNvSpPr/>
          <p:nvPr/>
        </p:nvSpPr>
        <p:spPr>
          <a:xfrm>
            <a:off x="13632" y="5049717"/>
            <a:ext cx="170314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1600" b="1" dirty="0">
                <a:solidFill>
                  <a:schemeClr val="bg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Neighbor</a:t>
            </a:r>
          </a:p>
          <a:p>
            <a:pPr algn="ctr"/>
            <a:r>
              <a:rPr lang="en-US" altLang="zh-CN" sz="1600" b="1" dirty="0">
                <a:solidFill>
                  <a:schemeClr val="bg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Replication</a:t>
            </a:r>
            <a:endParaRPr lang="zh-CN" altLang="en-US" sz="1600" b="1" dirty="0">
              <a:solidFill>
                <a:schemeClr val="bg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04D5EA3-684A-528C-F8FB-9F8C127CCA18}"/>
              </a:ext>
            </a:extLst>
          </p:cNvPr>
          <p:cNvSpPr/>
          <p:nvPr/>
        </p:nvSpPr>
        <p:spPr>
          <a:xfrm>
            <a:off x="-115700" y="5912738"/>
            <a:ext cx="1961811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Intermediate</a:t>
            </a:r>
          </a:p>
          <a:p>
            <a:pPr algn="ctr"/>
            <a:r>
              <a:rPr lang="en-US" altLang="zh-CN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Data</a:t>
            </a:r>
            <a:endParaRPr lang="zh-CN" altLang="en-US" sz="2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87D3939-B7C5-EB1B-8191-ED5F6669AFA0}"/>
              </a:ext>
            </a:extLst>
          </p:cNvPr>
          <p:cNvSpPr/>
          <p:nvPr/>
        </p:nvSpPr>
        <p:spPr>
          <a:xfrm>
            <a:off x="2334211" y="5049717"/>
            <a:ext cx="2242971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1600" b="1" dirty="0">
                <a:solidFill>
                  <a:schemeClr val="bg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Inter-GPU</a:t>
            </a:r>
          </a:p>
          <a:p>
            <a:pPr algn="ctr"/>
            <a:r>
              <a:rPr lang="en-US" altLang="zh-CN" sz="1600" b="1" dirty="0">
                <a:solidFill>
                  <a:schemeClr val="bg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Graph Partition</a:t>
            </a:r>
            <a:endParaRPr lang="zh-CN" altLang="en-US" sz="1600" b="1" dirty="0">
              <a:solidFill>
                <a:schemeClr val="bg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5B6F828-F153-90E0-7578-70DBE631574F}"/>
              </a:ext>
            </a:extLst>
          </p:cNvPr>
          <p:cNvSpPr/>
          <p:nvPr/>
        </p:nvSpPr>
        <p:spPr>
          <a:xfrm>
            <a:off x="2385903" y="5912738"/>
            <a:ext cx="2139587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Task Alternating</a:t>
            </a:r>
          </a:p>
          <a:p>
            <a:pPr algn="ctr"/>
            <a:r>
              <a:rPr lang="en-US" altLang="zh-CN" sz="2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Execution</a:t>
            </a:r>
            <a:endParaRPr lang="zh-CN" altLang="en-US" sz="22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4" name="箭头: 右 13">
            <a:extLst>
              <a:ext uri="{FF2B5EF4-FFF2-40B4-BE49-F238E27FC236}">
                <a16:creationId xmlns:a16="http://schemas.microsoft.com/office/drawing/2014/main" id="{2E0494FB-DEA7-C7AB-9A24-8E4411A55FA4}"/>
              </a:ext>
            </a:extLst>
          </p:cNvPr>
          <p:cNvSpPr/>
          <p:nvPr/>
        </p:nvSpPr>
        <p:spPr>
          <a:xfrm rot="10800000">
            <a:off x="1786313" y="6119588"/>
            <a:ext cx="617896" cy="382159"/>
          </a:xfrm>
          <a:prstGeom prst="rightArrow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18" name="箭头: 右 17">
            <a:extLst>
              <a:ext uri="{FF2B5EF4-FFF2-40B4-BE49-F238E27FC236}">
                <a16:creationId xmlns:a16="http://schemas.microsoft.com/office/drawing/2014/main" id="{A17B6DFE-B995-2AB1-0EE2-B4EDFB281BDA}"/>
              </a:ext>
            </a:extLst>
          </p:cNvPr>
          <p:cNvSpPr/>
          <p:nvPr/>
        </p:nvSpPr>
        <p:spPr>
          <a:xfrm rot="10800000">
            <a:off x="1962504" y="5205494"/>
            <a:ext cx="450886" cy="273221"/>
          </a:xfrm>
          <a:prstGeom prst="rightArrow">
            <a:avLst/>
          </a:prstGeom>
          <a:noFill/>
          <a:ln w="3810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36DD300-BFBB-54AF-12DC-5EBF20E3209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3570" t="8961" r="2" b="1675"/>
          <a:stretch/>
        </p:blipFill>
        <p:spPr>
          <a:xfrm>
            <a:off x="4128452" y="1625600"/>
            <a:ext cx="7955748" cy="3194050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FEAFCB77-8995-B4CA-86AD-E4D3A39AB087}"/>
              </a:ext>
            </a:extLst>
          </p:cNvPr>
          <p:cNvSpPr txBox="1"/>
          <p:nvPr/>
        </p:nvSpPr>
        <p:spPr>
          <a:xfrm>
            <a:off x="5518791" y="5266779"/>
            <a:ext cx="2780659" cy="981487"/>
          </a:xfrm>
          <a:prstGeom prst="rect">
            <a:avLst/>
          </a:prstGeom>
          <a:noFill/>
          <a:ln w="19050">
            <a:noFill/>
            <a:prstDash val="solid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/>
                <a:ea typeface="等线" panose="02010600030101010101" pitchFamily="2" charset="-122"/>
                <a:cs typeface="+mn-cs"/>
                <a:sym typeface="+mn-ea"/>
              </a:rPr>
              <a:t>Task-decouple</a:t>
            </a:r>
          </a:p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4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等线" panose="02010600030101010101" pitchFamily="2" charset="-122"/>
                <a:sym typeface="+mn-ea"/>
              </a:rPr>
              <a:t>GNN Training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/>
              <a:ea typeface="等线" panose="02010600030101010101" pitchFamily="2" charset="-122"/>
              <a:cs typeface="+mn-cs"/>
              <a:sym typeface="+mn-ea"/>
            </a:endParaRPr>
          </a:p>
        </p:txBody>
      </p: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CE3CDB73-531B-F66B-7D33-225108643872}"/>
              </a:ext>
            </a:extLst>
          </p:cNvPr>
          <p:cNvCxnSpPr>
            <a:cxnSpLocks/>
          </p:cNvCxnSpPr>
          <p:nvPr/>
        </p:nvCxnSpPr>
        <p:spPr>
          <a:xfrm flipH="1">
            <a:off x="4762500" y="5757523"/>
            <a:ext cx="870217" cy="262277"/>
          </a:xfrm>
          <a:prstGeom prst="straightConnector1">
            <a:avLst/>
          </a:prstGeom>
          <a:ln w="57150" cap="rnd">
            <a:solidFill>
              <a:schemeClr val="accent1"/>
            </a:solidFill>
            <a:round/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矩形 14">
            <a:extLst>
              <a:ext uri="{FF2B5EF4-FFF2-40B4-BE49-F238E27FC236}">
                <a16:creationId xmlns:a16="http://schemas.microsoft.com/office/drawing/2014/main" id="{FB0659B7-67BC-3361-419D-45ED75EF1060}"/>
              </a:ext>
            </a:extLst>
          </p:cNvPr>
          <p:cNvSpPr/>
          <p:nvPr/>
        </p:nvSpPr>
        <p:spPr>
          <a:xfrm>
            <a:off x="4252023" y="2567060"/>
            <a:ext cx="1272478" cy="115353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88BF0EC9-6C77-8B2D-0481-DCDB0D316036}"/>
              </a:ext>
            </a:extLst>
          </p:cNvPr>
          <p:cNvCxnSpPr>
            <a:cxnSpLocks/>
          </p:cNvCxnSpPr>
          <p:nvPr/>
        </p:nvCxnSpPr>
        <p:spPr>
          <a:xfrm>
            <a:off x="5655880" y="3143827"/>
            <a:ext cx="2395920" cy="0"/>
          </a:xfrm>
          <a:prstGeom prst="straightConnector1">
            <a:avLst/>
          </a:prstGeom>
          <a:ln w="57150" cap="rnd">
            <a:solidFill>
              <a:schemeClr val="accent1"/>
            </a:solidFill>
            <a:round/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矩形 16">
            <a:extLst>
              <a:ext uri="{FF2B5EF4-FFF2-40B4-BE49-F238E27FC236}">
                <a16:creationId xmlns:a16="http://schemas.microsoft.com/office/drawing/2014/main" id="{2F66775B-5E26-FAC6-6F68-3F724D3378CF}"/>
              </a:ext>
            </a:extLst>
          </p:cNvPr>
          <p:cNvSpPr/>
          <p:nvPr/>
        </p:nvSpPr>
        <p:spPr>
          <a:xfrm>
            <a:off x="8159134" y="2567060"/>
            <a:ext cx="1272478" cy="115353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八边形 19">
            <a:extLst>
              <a:ext uri="{FF2B5EF4-FFF2-40B4-BE49-F238E27FC236}">
                <a16:creationId xmlns:a16="http://schemas.microsoft.com/office/drawing/2014/main" id="{60AF44EA-80F9-B32D-362C-4486965B46F0}"/>
              </a:ext>
            </a:extLst>
          </p:cNvPr>
          <p:cNvSpPr/>
          <p:nvPr/>
        </p:nvSpPr>
        <p:spPr>
          <a:xfrm>
            <a:off x="10115550" y="2605138"/>
            <a:ext cx="333630" cy="325956"/>
          </a:xfrm>
          <a:prstGeom prst="octagon">
            <a:avLst/>
          </a:prstGeom>
          <a:solidFill>
            <a:srgbClr val="F8CBAD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endParaRPr lang="zh-CN" altLang="en-US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八边形 20">
            <a:extLst>
              <a:ext uri="{FF2B5EF4-FFF2-40B4-BE49-F238E27FC236}">
                <a16:creationId xmlns:a16="http://schemas.microsoft.com/office/drawing/2014/main" id="{18279A0C-AD6E-B3A2-7402-803D93B37C07}"/>
              </a:ext>
            </a:extLst>
          </p:cNvPr>
          <p:cNvSpPr/>
          <p:nvPr/>
        </p:nvSpPr>
        <p:spPr>
          <a:xfrm>
            <a:off x="11129812" y="3325429"/>
            <a:ext cx="333630" cy="325956"/>
          </a:xfrm>
          <a:prstGeom prst="octagon">
            <a:avLst/>
          </a:prstGeom>
          <a:solidFill>
            <a:schemeClr val="accent5">
              <a:lumMod val="40000"/>
              <a:lumOff val="6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endParaRPr lang="zh-CN" altLang="en-US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八边形 21">
            <a:extLst>
              <a:ext uri="{FF2B5EF4-FFF2-40B4-BE49-F238E27FC236}">
                <a16:creationId xmlns:a16="http://schemas.microsoft.com/office/drawing/2014/main" id="{2045933E-ADA1-9C7B-3730-4E5972D3D613}"/>
              </a:ext>
            </a:extLst>
          </p:cNvPr>
          <p:cNvSpPr/>
          <p:nvPr/>
        </p:nvSpPr>
        <p:spPr>
          <a:xfrm>
            <a:off x="11597134" y="3325429"/>
            <a:ext cx="333630" cy="325956"/>
          </a:xfrm>
          <a:prstGeom prst="octagon">
            <a:avLst/>
          </a:prstGeom>
          <a:solidFill>
            <a:schemeClr val="accent5">
              <a:lumMod val="40000"/>
              <a:lumOff val="6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endParaRPr lang="zh-CN" altLang="en-US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FEFD0634-CCB9-9614-913D-3E9CF440BD03}"/>
              </a:ext>
            </a:extLst>
          </p:cNvPr>
          <p:cNvSpPr/>
          <p:nvPr/>
        </p:nvSpPr>
        <p:spPr>
          <a:xfrm>
            <a:off x="10084753" y="2594269"/>
            <a:ext cx="364427" cy="369430"/>
          </a:xfrm>
          <a:prstGeom prst="rect">
            <a:avLst/>
          </a:prstGeom>
          <a:solidFill>
            <a:schemeClr val="bg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rgbClr val="FF0000"/>
                </a:solidFill>
              </a:rPr>
              <a:t>T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EC6F9F96-5D56-97DA-CE4E-7D7D90BCE97E}"/>
              </a:ext>
            </a:extLst>
          </p:cNvPr>
          <p:cNvSpPr/>
          <p:nvPr/>
        </p:nvSpPr>
        <p:spPr>
          <a:xfrm>
            <a:off x="10575692" y="2594269"/>
            <a:ext cx="364427" cy="369430"/>
          </a:xfrm>
          <a:prstGeom prst="rect">
            <a:avLst/>
          </a:prstGeom>
          <a:solidFill>
            <a:schemeClr val="bg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rgbClr val="FF0000"/>
                </a:solidFill>
              </a:rPr>
              <a:t>T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ACD34801-3CDD-C04C-756B-3385E8FA0BDE}"/>
              </a:ext>
            </a:extLst>
          </p:cNvPr>
          <p:cNvSpPr/>
          <p:nvPr/>
        </p:nvSpPr>
        <p:spPr>
          <a:xfrm>
            <a:off x="11099015" y="3281955"/>
            <a:ext cx="364427" cy="369430"/>
          </a:xfrm>
          <a:prstGeom prst="rect">
            <a:avLst/>
          </a:prstGeom>
          <a:solidFill>
            <a:schemeClr val="bg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rgbClr val="FF0000"/>
                </a:solidFill>
              </a:rPr>
              <a:t>P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C625B126-E8BC-6D3D-BA5C-AFCFD8DB8F9A}"/>
              </a:ext>
            </a:extLst>
          </p:cNvPr>
          <p:cNvSpPr/>
          <p:nvPr/>
        </p:nvSpPr>
        <p:spPr>
          <a:xfrm>
            <a:off x="11557948" y="3281955"/>
            <a:ext cx="364427" cy="369430"/>
          </a:xfrm>
          <a:prstGeom prst="rect">
            <a:avLst/>
          </a:prstGeom>
          <a:solidFill>
            <a:schemeClr val="bg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rgbClr val="FF0000"/>
                </a:solidFill>
              </a:rPr>
              <a:t>P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E889994A-FED7-A896-C92D-3F809D15346D}"/>
              </a:ext>
            </a:extLst>
          </p:cNvPr>
          <p:cNvSpPr txBox="1"/>
          <p:nvPr/>
        </p:nvSpPr>
        <p:spPr>
          <a:xfrm>
            <a:off x="8992220" y="5351083"/>
            <a:ext cx="2289008" cy="523220"/>
          </a:xfrm>
          <a:prstGeom prst="rect">
            <a:avLst/>
          </a:prstGeom>
          <a:noFill/>
          <a:ln w="19050">
            <a:noFill/>
            <a:prstDash val="solid"/>
          </a:ln>
        </p:spPr>
        <p:txBody>
          <a:bodyPr wrap="square">
            <a:spAutoFit/>
          </a:bodyPr>
          <a:lstStyle/>
          <a:p>
            <a:r>
              <a:rPr lang="en-US" altLang="zh-CN" sz="2800" dirty="0">
                <a:solidFill>
                  <a:srgbClr val="70AD47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No Parameter</a:t>
            </a:r>
            <a:endParaRPr lang="zh-CN" altLang="en-US" sz="2800" dirty="0">
              <a:solidFill>
                <a:srgbClr val="70AD47"/>
              </a:solidFill>
            </a:endParaRPr>
          </a:p>
        </p:txBody>
      </p:sp>
      <p:sp>
        <p:nvSpPr>
          <p:cNvPr id="28" name="箭头: 右 27">
            <a:extLst>
              <a:ext uri="{FF2B5EF4-FFF2-40B4-BE49-F238E27FC236}">
                <a16:creationId xmlns:a16="http://schemas.microsoft.com/office/drawing/2014/main" id="{FCFE55E4-2422-452A-28F1-17D0A51DE4CC}"/>
              </a:ext>
            </a:extLst>
          </p:cNvPr>
          <p:cNvSpPr/>
          <p:nvPr/>
        </p:nvSpPr>
        <p:spPr>
          <a:xfrm rot="6511492">
            <a:off x="10268810" y="4408618"/>
            <a:ext cx="1723024" cy="384338"/>
          </a:xfrm>
          <a:prstGeom prst="rightArrow">
            <a:avLst/>
          </a:prstGeom>
          <a:solidFill>
            <a:schemeClr val="bg1"/>
          </a:solidFill>
          <a:ln w="381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箭头: 右 31">
            <a:extLst>
              <a:ext uri="{FF2B5EF4-FFF2-40B4-BE49-F238E27FC236}">
                <a16:creationId xmlns:a16="http://schemas.microsoft.com/office/drawing/2014/main" id="{3223A692-A874-48A1-9810-8B66F8E7E3C0}"/>
              </a:ext>
            </a:extLst>
          </p:cNvPr>
          <p:cNvSpPr/>
          <p:nvPr/>
        </p:nvSpPr>
        <p:spPr>
          <a:xfrm rot="5400000">
            <a:off x="9388832" y="5955518"/>
            <a:ext cx="443639" cy="358080"/>
          </a:xfrm>
          <a:prstGeom prst="rightArrow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88D869C7-2056-48BF-4C1B-73B9FD54ED86}"/>
              </a:ext>
            </a:extLst>
          </p:cNvPr>
          <p:cNvSpPr txBox="1"/>
          <p:nvPr/>
        </p:nvSpPr>
        <p:spPr>
          <a:xfrm>
            <a:off x="7234194" y="6310837"/>
            <a:ext cx="3908514" cy="523220"/>
          </a:xfrm>
          <a:prstGeom prst="rect">
            <a:avLst/>
          </a:prstGeom>
          <a:noFill/>
          <a:ln w="19050">
            <a:noFill/>
            <a:prstDash val="solid"/>
          </a:ln>
        </p:spPr>
        <p:txBody>
          <a:bodyPr wrap="square">
            <a:spAutoFit/>
          </a:bodyPr>
          <a:lstStyle/>
          <a:p>
            <a:pPr lvl="1"/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Release </a:t>
            </a:r>
            <a:r>
              <a:rPr lang="en-US" altLang="zh-CN" sz="28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Intr</a:t>
            </a:r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of P Task</a:t>
            </a:r>
          </a:p>
        </p:txBody>
      </p:sp>
    </p:spTree>
    <p:extLst>
      <p:ext uri="{BB962C8B-B14F-4D97-AF65-F5344CB8AC3E}">
        <p14:creationId xmlns:p14="http://schemas.microsoft.com/office/powerpoint/2010/main" val="2438046376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288000" y="0"/>
            <a:ext cx="11164860" cy="141763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 dirty="0">
                <a:latin typeface="Century Gothic" panose="020B050202020202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Experimental Setting</a:t>
            </a:r>
            <a:endParaRPr lang="zh-CN" altLang="en-US" dirty="0">
              <a:latin typeface="Century Gothic" panose="020B050202020202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5" name="Rectangle 10"/>
          <p:cNvSpPr/>
          <p:nvPr/>
        </p:nvSpPr>
        <p:spPr>
          <a:xfrm>
            <a:off x="0" y="420787"/>
            <a:ext cx="288000" cy="57606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8" name="内容占位符 2"/>
          <p:cNvSpPr txBox="1"/>
          <p:nvPr/>
        </p:nvSpPr>
        <p:spPr>
          <a:xfrm>
            <a:off x="372037" y="1361358"/>
            <a:ext cx="10572187" cy="5398988"/>
          </a:xfrm>
          <a:prstGeom prst="rect">
            <a:avLst/>
          </a:prstGeom>
        </p:spPr>
        <p:txBody>
          <a:bodyPr vert="horz" lIns="91440" tIns="45720" rIns="91440" bIns="45720" rtlCol="0">
            <a:normAutofit fontScale="97500"/>
          </a:bodyPr>
          <a:lstStyle>
            <a:defPPr>
              <a:defRPr lang="zh-CN"/>
            </a:defPPr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latin typeface="Arial" panose="020B0604020202020204"/>
                <a:cs typeface="Arial" panose="020B0604020202020204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latin typeface="Arial" panose="020B0604020202020204"/>
                <a:cs typeface="Arial" panose="020B0604020202020204"/>
              </a:defRPr>
            </a:lvl2pPr>
            <a:lvl3pPr marL="361950" lvl="2" indent="-361950">
              <a:spcBef>
                <a:spcPct val="20000"/>
              </a:spcBef>
              <a:buClr>
                <a:srgbClr val="FF0066"/>
              </a:buClr>
              <a:buFont typeface="Verdana" panose="020B0604030504040204" pitchFamily="34" charset="0"/>
              <a:buChar char="□"/>
              <a:defRPr sz="2800">
                <a:solidFill>
                  <a:prstClr val="black"/>
                </a:solidFill>
                <a:latin typeface="Eras Medium ITC" panose="020B06020305040208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>
                <a:latin typeface="Arial" panose="020B0604020202020204"/>
                <a:cs typeface="Arial" panose="020B0604020202020204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>
                <a:latin typeface="Arial" panose="020B0604020202020204"/>
                <a:cs typeface="Arial" panose="020B0604020202020204"/>
              </a:defRPr>
            </a:lvl5pPr>
            <a:lvl6pPr marL="25146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9pPr>
          </a:lstStyle>
          <a:p>
            <a:pPr marL="0" lvl="1" indent="0">
              <a:lnSpc>
                <a:spcPct val="150000"/>
              </a:lnSpc>
              <a:spcBef>
                <a:spcPts val="0"/>
              </a:spcBef>
              <a:buClr>
                <a:srgbClr val="FF0066"/>
              </a:buClr>
              <a:buNone/>
            </a:pPr>
            <a:r>
              <a:rPr lang="en-US" altLang="zh-CN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cs typeface="Meiryo UI" panose="020B0604030504040204" pitchFamily="34" charset="-128"/>
              </a:rPr>
              <a:t>Competitors: </a:t>
            </a:r>
            <a:r>
              <a:rPr lang="en-US" altLang="zh-CN" b="1" dirty="0">
                <a:solidFill>
                  <a:schemeClr val="tx1"/>
                </a:solidFill>
                <a:latin typeface="+mn-lt"/>
                <a:cs typeface="Meiryo UI" panose="020B0604030504040204" pitchFamily="34" charset="-128"/>
              </a:rPr>
              <a:t>DGL</a:t>
            </a:r>
            <a:r>
              <a:rPr lang="en-US" altLang="zh-CN" sz="2000" b="1" dirty="0">
                <a:latin typeface="+mn-lt"/>
              </a:rPr>
              <a:t> </a:t>
            </a:r>
            <a:r>
              <a:rPr lang="en-US" altLang="zh-CN" sz="2000" dirty="0">
                <a:latin typeface="+mn-lt"/>
              </a:rPr>
              <a:t>[ICLR’19]</a:t>
            </a:r>
            <a:r>
              <a:rPr lang="en-US" altLang="zh-CN" dirty="0">
                <a:latin typeface="+mn-lt"/>
              </a:rPr>
              <a:t>,</a:t>
            </a: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 </a:t>
            </a:r>
            <a:r>
              <a:rPr lang="en-US" altLang="zh-CN" sz="2000" b="1" dirty="0" err="1">
                <a:latin typeface="+mn-lt"/>
              </a:rPr>
              <a:t>Sancus</a:t>
            </a:r>
            <a:r>
              <a:rPr lang="en-US" altLang="zh-CN" sz="2000" b="1" dirty="0">
                <a:latin typeface="+mn-lt"/>
              </a:rPr>
              <a:t> </a:t>
            </a:r>
            <a:r>
              <a:rPr lang="en-US" altLang="zh-CN" sz="2000" dirty="0">
                <a:latin typeface="+mn-lt"/>
              </a:rPr>
              <a:t>[VLDB’22], </a:t>
            </a:r>
            <a:r>
              <a:rPr lang="en-US" altLang="zh-CN" sz="2000" b="1" dirty="0" err="1">
                <a:latin typeface="+mn-lt"/>
              </a:rPr>
              <a:t>NeutronStar</a:t>
            </a:r>
            <a:r>
              <a:rPr lang="en-US" altLang="zh-CN" sz="2000" dirty="0">
                <a:latin typeface="+mn-lt"/>
              </a:rPr>
              <a:t> [SIGMOD’22]</a:t>
            </a:r>
            <a:endParaRPr lang="en-US" altLang="zh-CN" sz="2000" dirty="0">
              <a:latin typeface="+mn-lt"/>
              <a:sym typeface="+mn-ea"/>
            </a:endParaRPr>
          </a:p>
          <a:p>
            <a:pPr marL="0" lvl="1" indent="0">
              <a:spcBef>
                <a:spcPts val="0"/>
              </a:spcBef>
              <a:buClr>
                <a:srgbClr val="FF0066"/>
              </a:buClr>
              <a:buNone/>
            </a:pPr>
            <a:endParaRPr lang="en-US" altLang="zh-CN" sz="2000" dirty="0">
              <a:solidFill>
                <a:schemeClr val="tx1"/>
              </a:solidFill>
              <a:latin typeface="+mn-lt"/>
              <a:ea typeface="Meiryo UI" panose="020B0604030504040204" pitchFamily="34" charset="-128"/>
              <a:cs typeface="Meiryo UI" panose="020B0604030504040204" pitchFamily="34" charset="-128"/>
            </a:endParaRPr>
          </a:p>
          <a:p>
            <a:pPr marL="0" lvl="1" indent="0">
              <a:spcBef>
                <a:spcPts val="0"/>
              </a:spcBef>
              <a:buClr>
                <a:srgbClr val="FF0066"/>
              </a:buClr>
              <a:buNone/>
            </a:pPr>
            <a:r>
              <a:rPr lang="en-US" altLang="zh-CN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cs typeface="Meiryo UI" panose="020B0604030504040204" pitchFamily="34" charset="-128"/>
              </a:rPr>
              <a:t>Test Platforms:</a:t>
            </a:r>
          </a:p>
          <a:p>
            <a:pPr marL="268605" lvl="2" indent="0">
              <a:buNone/>
            </a:pPr>
            <a:r>
              <a:rPr lang="en-US" altLang="zh-CN" sz="2000" dirty="0">
                <a:solidFill>
                  <a:schemeClr val="tx1"/>
                </a:solidFill>
                <a:latin typeface="+mn-lt"/>
                <a:ea typeface="+mn-ea"/>
                <a:cs typeface="Meiryo UI" panose="020B0604030504040204" pitchFamily="34" charset="-128"/>
              </a:rPr>
              <a:t>GPU server equipped with 2 Intel(R) Xeon(R) Silver 4316 CPUs,</a:t>
            </a:r>
          </a:p>
          <a:p>
            <a:pPr marL="268605" lvl="2" indent="0">
              <a:buNone/>
            </a:pPr>
            <a:r>
              <a:rPr lang="en-US" altLang="zh-CN" sz="2000" dirty="0">
                <a:solidFill>
                  <a:schemeClr val="tx1"/>
                </a:solidFill>
                <a:latin typeface="+mn-lt"/>
                <a:ea typeface="+mn-ea"/>
                <a:cs typeface="Meiryo UI" panose="020B0604030504040204" pitchFamily="34" charset="-128"/>
              </a:rPr>
              <a:t>377GB DRAM, and </a:t>
            </a:r>
            <a:r>
              <a:rPr lang="en-US" altLang="zh-CN" sz="2000" b="1" dirty="0">
                <a:solidFill>
                  <a:schemeClr val="tx1"/>
                </a:solidFill>
                <a:latin typeface="+mn-lt"/>
                <a:ea typeface="+mn-ea"/>
                <a:cs typeface="Meiryo UI" panose="020B0604030504040204" pitchFamily="34" charset="-128"/>
              </a:rPr>
              <a:t>4 NVIDIA A5000 (24GB)</a:t>
            </a:r>
          </a:p>
          <a:p>
            <a:pPr marL="173355" lvl="2" indent="-173355">
              <a:buNone/>
            </a:pPr>
            <a:r>
              <a:rPr lang="en-US" altLang="zh-CN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Meiryo UI" panose="020B0604030504040204" pitchFamily="34" charset="-128"/>
              </a:rPr>
              <a:t>Algorithms and Datasets:</a:t>
            </a:r>
          </a:p>
          <a:p>
            <a:pPr marL="630555" lvl="2">
              <a:buClr>
                <a:srgbClr val="C00000"/>
              </a:buClr>
              <a:buFont typeface="Wingdings" panose="05000000000000000000" pitchFamily="2" charset="2"/>
              <a:buChar char="p"/>
            </a:pPr>
            <a:r>
              <a:rPr lang="en-US" altLang="zh-CN" sz="2000" dirty="0">
                <a:solidFill>
                  <a:schemeClr val="tx1"/>
                </a:solidFill>
                <a:latin typeface="+mn-lt"/>
                <a:ea typeface="+mn-ea"/>
                <a:cs typeface="Meiryo UI" panose="020B0604030504040204" pitchFamily="34" charset="-128"/>
              </a:rPr>
              <a:t>2</a:t>
            </a:r>
            <a:r>
              <a:rPr lang="zh-CN" altLang="en-US" sz="2000" dirty="0">
                <a:solidFill>
                  <a:schemeClr val="tx1"/>
                </a:solidFill>
                <a:latin typeface="+mn-lt"/>
                <a:ea typeface="+mn-ea"/>
                <a:cs typeface="Meiryo UI" panose="020B0604030504040204" pitchFamily="34" charset="-128"/>
              </a:rPr>
              <a:t> </a:t>
            </a:r>
            <a:r>
              <a:rPr lang="en-US" altLang="zh-CN" sz="2000" dirty="0">
                <a:solidFill>
                  <a:schemeClr val="tx1"/>
                </a:solidFill>
                <a:latin typeface="+mn-lt"/>
                <a:ea typeface="Meiryo UI" panose="020B0604030504040204" pitchFamily="34" charset="-128"/>
                <a:cs typeface="Meiryo UI" panose="020B0604030504040204" pitchFamily="34" charset="-128"/>
                <a:sym typeface="+mn-ea"/>
              </a:rPr>
              <a:t>Graph Neural Networks</a:t>
            </a:r>
            <a:br>
              <a:rPr lang="en-US" altLang="zh-CN" sz="2000" dirty="0">
                <a:solidFill>
                  <a:schemeClr val="tx1"/>
                </a:solidFill>
                <a:latin typeface="+mn-lt"/>
                <a:ea typeface="Meiryo UI" panose="020B0604030504040204" pitchFamily="34" charset="-128"/>
                <a:cs typeface="Meiryo UI" panose="020B0604030504040204" pitchFamily="34" charset="-128"/>
                <a:sym typeface="+mn-ea"/>
              </a:rPr>
            </a:br>
            <a:r>
              <a:rPr lang="en-US" altLang="zh-CN" sz="2000" dirty="0">
                <a:solidFill>
                  <a:schemeClr val="tx1"/>
                </a:solidFill>
                <a:latin typeface="+mn-lt"/>
                <a:ea typeface="Meiryo UI" panose="020B0604030504040204" pitchFamily="34" charset="-128"/>
                <a:cs typeface="Meiryo UI" panose="020B0604030504040204" pitchFamily="34" charset="-128"/>
                <a:sym typeface="+mn-ea"/>
              </a:rPr>
              <a:t>GCN, GAT</a:t>
            </a:r>
            <a:r>
              <a:rPr lang="en-US" altLang="zh-CN" sz="2000" dirty="0">
                <a:solidFill>
                  <a:schemeClr val="tx1"/>
                </a:solidFill>
                <a:latin typeface="+mn-lt"/>
                <a:ea typeface="Meiryo UI" panose="020B0604030504040204" pitchFamily="34" charset="-128"/>
                <a:cs typeface="Meiryo UI" panose="020B0604030504040204" pitchFamily="34" charset="-128"/>
              </a:rPr>
              <a:t> </a:t>
            </a:r>
          </a:p>
          <a:p>
            <a:pPr marL="630555" lvl="2">
              <a:buClr>
                <a:srgbClr val="C00000"/>
              </a:buClr>
              <a:buFont typeface="Wingdings" panose="05000000000000000000" pitchFamily="2" charset="2"/>
              <a:buChar char="p"/>
            </a:pPr>
            <a:r>
              <a:rPr lang="en-US" altLang="zh-CN" sz="2000" dirty="0">
                <a:solidFill>
                  <a:schemeClr val="tx1"/>
                </a:solidFill>
                <a:latin typeface="+mn-lt"/>
                <a:ea typeface="+mn-ea"/>
                <a:cs typeface="Meiryo UI" panose="020B0604030504040204" pitchFamily="34" charset="-128"/>
              </a:rPr>
              <a:t>6</a:t>
            </a:r>
            <a:r>
              <a:rPr lang="zh-CN" altLang="en-US" sz="2000" dirty="0">
                <a:solidFill>
                  <a:schemeClr val="tx1"/>
                </a:solidFill>
                <a:latin typeface="+mn-lt"/>
                <a:ea typeface="+mn-ea"/>
                <a:cs typeface="Meiryo UI" panose="020B0604030504040204" pitchFamily="34" charset="-128"/>
              </a:rPr>
              <a:t> </a:t>
            </a:r>
            <a:r>
              <a:rPr lang="en-US" altLang="zh-CN" sz="2000" dirty="0">
                <a:solidFill>
                  <a:schemeClr val="tx1"/>
                </a:solidFill>
                <a:latin typeface="+mn-lt"/>
                <a:ea typeface="+mn-ea"/>
                <a:cs typeface="Meiryo UI" panose="020B0604030504040204" pitchFamily="34" charset="-128"/>
              </a:rPr>
              <a:t>real world graphs</a:t>
            </a:r>
            <a:endParaRPr lang="en-US" altLang="zh-CN" sz="20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+mn-ea"/>
              <a:cs typeface="Meiryo UI" panose="020B0604030504040204" pitchFamily="34" charset="-128"/>
            </a:endParaRPr>
          </a:p>
          <a:p>
            <a:pPr marL="173355" lvl="2" indent="-173355">
              <a:buNone/>
            </a:pPr>
            <a:r>
              <a:rPr lang="en-US" altLang="zh-CN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Meiryo UI" panose="020B0604030504040204" pitchFamily="34" charset="-128"/>
              </a:rPr>
              <a:t>Software Environment:</a:t>
            </a:r>
          </a:p>
          <a:p>
            <a:pPr marL="630555" lvl="2">
              <a:buClr>
                <a:srgbClr val="C00000"/>
              </a:buClr>
              <a:buFont typeface="Wingdings" panose="05000000000000000000" pitchFamily="2" charset="2"/>
              <a:buChar char="p"/>
            </a:pPr>
            <a:r>
              <a:rPr lang="en-US" altLang="zh-CN" sz="2000" dirty="0">
                <a:solidFill>
                  <a:schemeClr val="tx1"/>
                </a:solidFill>
                <a:latin typeface="+mn-lt"/>
                <a:ea typeface="Meiryo UI" panose="020B0604030504040204" pitchFamily="34" charset="-128"/>
                <a:cs typeface="Meiryo UI" panose="020B0604030504040204" pitchFamily="34" charset="-128"/>
              </a:rPr>
              <a:t>Ubuntu 20.04 OS</a:t>
            </a:r>
          </a:p>
          <a:p>
            <a:pPr marL="630555" lvl="2">
              <a:buClr>
                <a:srgbClr val="C00000"/>
              </a:buClr>
              <a:buFont typeface="Wingdings" panose="05000000000000000000" pitchFamily="2" charset="2"/>
              <a:buChar char="p"/>
            </a:pPr>
            <a:r>
              <a:rPr lang="en-US" altLang="zh-CN" sz="2000" dirty="0">
                <a:solidFill>
                  <a:schemeClr val="tx1"/>
                </a:solidFill>
                <a:latin typeface="+mn-lt"/>
                <a:ea typeface="Meiryo UI" panose="020B0604030504040204" pitchFamily="34" charset="-128"/>
                <a:cs typeface="Meiryo UI" panose="020B0604030504040204" pitchFamily="34" charset="-128"/>
              </a:rPr>
              <a:t>GCC 9.4.0</a:t>
            </a:r>
          </a:p>
          <a:p>
            <a:pPr marL="630555" lvl="2">
              <a:buClr>
                <a:srgbClr val="C00000"/>
              </a:buClr>
              <a:buFont typeface="Wingdings" panose="05000000000000000000" pitchFamily="2" charset="2"/>
              <a:buChar char="p"/>
            </a:pPr>
            <a:r>
              <a:rPr lang="en-US" altLang="zh-CN" sz="2000" dirty="0">
                <a:solidFill>
                  <a:schemeClr val="tx1"/>
                </a:solidFill>
                <a:latin typeface="+mn-lt"/>
                <a:ea typeface="Meiryo UI" panose="020B0604030504040204" pitchFamily="34" charset="-128"/>
                <a:cs typeface="Meiryo UI" panose="020B0604030504040204" pitchFamily="34" charset="-128"/>
              </a:rPr>
              <a:t>CUDA 11.3</a:t>
            </a:r>
          </a:p>
          <a:p>
            <a:pPr marL="630555" lvl="2">
              <a:buClr>
                <a:srgbClr val="C00000"/>
              </a:buClr>
              <a:buFont typeface="Wingdings" panose="05000000000000000000" pitchFamily="2" charset="2"/>
              <a:buChar char="p"/>
            </a:pPr>
            <a:r>
              <a:rPr lang="en-US" altLang="zh-CN" sz="2000" dirty="0" err="1">
                <a:solidFill>
                  <a:schemeClr val="tx1"/>
                </a:solidFill>
                <a:latin typeface="+mn-lt"/>
                <a:ea typeface="Meiryo UI" panose="020B0604030504040204" pitchFamily="34" charset="-128"/>
                <a:cs typeface="Meiryo UI" panose="020B0604030504040204" pitchFamily="34" charset="-128"/>
              </a:rPr>
              <a:t>PyTorch</a:t>
            </a:r>
            <a:r>
              <a:rPr lang="en-US" altLang="zh-CN" sz="2000" dirty="0">
                <a:solidFill>
                  <a:schemeClr val="tx1"/>
                </a:solidFill>
                <a:latin typeface="+mn-lt"/>
                <a:ea typeface="Meiryo UI" panose="020B0604030504040204" pitchFamily="34" charset="-128"/>
                <a:cs typeface="Meiryo UI" panose="020B0604030504040204" pitchFamily="34" charset="-128"/>
              </a:rPr>
              <a:t> 1.13.0</a:t>
            </a:r>
          </a:p>
          <a:p>
            <a:pPr marL="173355" lvl="2" indent="-173355">
              <a:buNone/>
            </a:pPr>
            <a:endParaRPr lang="en-US" altLang="zh-CN" dirty="0">
              <a:solidFill>
                <a:schemeClr val="tx1"/>
              </a:solidFill>
              <a:latin typeface="+mn-lt"/>
              <a:ea typeface="Meiryo UI" panose="020B0604030504040204" pitchFamily="34" charset="-128"/>
              <a:cs typeface="Meiryo UI" panose="020B0604030504040204" pitchFamily="34" charset="-128"/>
            </a:endParaRPr>
          </a:p>
          <a:p>
            <a:pPr marL="630555" lvl="2"/>
            <a:endParaRPr lang="en-US" altLang="zh-CN" sz="2200" dirty="0">
              <a:solidFill>
                <a:schemeClr val="tx1"/>
              </a:solidFill>
              <a:latin typeface="+mn-lt"/>
              <a:ea typeface="Meiryo UI" panose="020B0604030504040204" pitchFamily="34" charset="-128"/>
              <a:cs typeface="Meiryo UI" panose="020B0604030504040204" pitchFamily="34" charset="-128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7974115A-0D2C-401F-904A-771FC96F71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1200" y="3311101"/>
            <a:ext cx="6054163" cy="329235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8672"/>
    </mc:Choice>
    <mc:Fallback xmlns="">
      <p:transition spd="slow" advTm="18672"/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288000" y="0"/>
            <a:ext cx="11164860" cy="141763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 dirty="0">
                <a:latin typeface="Century Gothic" panose="020B050202020202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Overall </a:t>
            </a:r>
            <a:r>
              <a:rPr lang="en-US" altLang="zh-CN" dirty="0"/>
              <a:t>Comparison </a:t>
            </a:r>
            <a:endParaRPr lang="zh-CN" altLang="en-US" dirty="0">
              <a:latin typeface="Century Gothic" panose="020B050202020202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5" name="Rectangle 10"/>
          <p:cNvSpPr/>
          <p:nvPr/>
        </p:nvSpPr>
        <p:spPr>
          <a:xfrm>
            <a:off x="0" y="420787"/>
            <a:ext cx="288000" cy="57606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31AC77-07BD-2B83-0E6D-2EC34F715F39}"/>
              </a:ext>
            </a:extLst>
          </p:cNvPr>
          <p:cNvSpPr/>
          <p:nvPr/>
        </p:nvSpPr>
        <p:spPr>
          <a:xfrm>
            <a:off x="1451567" y="4874290"/>
            <a:ext cx="9889533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>
                <a:solidFill>
                  <a:srgbClr val="FF0000"/>
                </a:solidFill>
              </a:rPr>
              <a:t>NeutronTask can support the training of graphs of all sizes, whereas DGL, Sancus, and NeutronStar encountered OOM (Out of Memory) errors under various conditions.</a:t>
            </a:r>
            <a:endParaRPr lang="zh-CN" altLang="en-US" sz="2800" dirty="0">
              <a:solidFill>
                <a:srgbClr val="FF0000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A17995C-2B25-2AD7-8C29-77DA52FB7B8D}"/>
              </a:ext>
            </a:extLst>
          </p:cNvPr>
          <p:cNvSpPr/>
          <p:nvPr/>
        </p:nvSpPr>
        <p:spPr>
          <a:xfrm>
            <a:off x="50800" y="1343031"/>
            <a:ext cx="4891596" cy="262039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lvl="0">
              <a:buClr>
                <a:srgbClr val="C00000"/>
              </a:buClr>
            </a:pPr>
            <a:r>
              <a:rPr lang="en-US" altLang="zh-CN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NeutronTask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 can training all graph</a:t>
            </a: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342900" lvl="0" indent="-342900">
              <a:lnSpc>
                <a:spcPct val="150000"/>
              </a:lnSpc>
              <a:buClr>
                <a:srgbClr val="C00000"/>
              </a:buClr>
              <a:buFont typeface="Wingdings" panose="05000000000000000000" pitchFamily="2" charset="2"/>
              <a:buChar char="p"/>
            </a:pPr>
            <a:r>
              <a:rPr lang="en-US" altLang="zh-CN" sz="2400" b="1" dirty="0">
                <a:solidFill>
                  <a:srgbClr val="C00000"/>
                </a:solidFill>
              </a:rPr>
              <a:t>1.81X-9.3X</a:t>
            </a:r>
            <a:r>
              <a:rPr lang="en-US" altLang="zh-CN" sz="2400" b="1" dirty="0"/>
              <a:t> </a:t>
            </a:r>
            <a:r>
              <a:rPr lang="en-US" altLang="zh-CN" sz="2400" dirty="0"/>
              <a:t>faster than DGL</a:t>
            </a:r>
          </a:p>
          <a:p>
            <a:pPr marL="342900" lvl="0" indent="-342900">
              <a:lnSpc>
                <a:spcPct val="150000"/>
              </a:lnSpc>
              <a:buClr>
                <a:srgbClr val="C00000"/>
              </a:buClr>
              <a:buFont typeface="Wingdings" panose="05000000000000000000" pitchFamily="2" charset="2"/>
              <a:buChar char="p"/>
            </a:pPr>
            <a:r>
              <a:rPr lang="en-US" altLang="zh-CN" sz="2400" b="1" dirty="0">
                <a:solidFill>
                  <a:srgbClr val="C00000"/>
                </a:solidFill>
              </a:rPr>
              <a:t>1.52X-5.47X</a:t>
            </a:r>
            <a:r>
              <a:rPr lang="en-US" altLang="zh-CN" sz="2400" b="1" dirty="0"/>
              <a:t> </a:t>
            </a:r>
            <a:r>
              <a:rPr lang="en-US" altLang="zh-CN" sz="2400" dirty="0"/>
              <a:t>faster than </a:t>
            </a:r>
            <a:r>
              <a:rPr lang="en-US" altLang="zh-CN" sz="2400" dirty="0" err="1"/>
              <a:t>Sancus</a:t>
            </a:r>
            <a:endParaRPr lang="en-US" altLang="zh-CN" sz="2400" dirty="0"/>
          </a:p>
          <a:p>
            <a:pPr marL="342900" lvl="0" indent="-342900">
              <a:lnSpc>
                <a:spcPct val="150000"/>
              </a:lnSpc>
              <a:buClr>
                <a:srgbClr val="C00000"/>
              </a:buClr>
              <a:buFont typeface="Wingdings" panose="05000000000000000000" pitchFamily="2" charset="2"/>
              <a:buChar char="p"/>
            </a:pPr>
            <a:r>
              <a:rPr lang="en-US" altLang="zh-CN" sz="2400" b="1" dirty="0">
                <a:solidFill>
                  <a:srgbClr val="C00000"/>
                </a:solidFill>
              </a:rPr>
              <a:t>1.58X-3.25X</a:t>
            </a:r>
            <a:r>
              <a:rPr lang="en-US" altLang="zh-CN" sz="2400" b="1" dirty="0"/>
              <a:t> </a:t>
            </a:r>
            <a:r>
              <a:rPr lang="en-US" altLang="zh-CN" sz="2400" dirty="0"/>
              <a:t>faster than </a:t>
            </a:r>
            <a:r>
              <a:rPr lang="en-US" altLang="zh-CN" sz="2400" dirty="0" err="1"/>
              <a:t>Nts</a:t>
            </a:r>
            <a:endParaRPr lang="en-US" altLang="zh-CN" sz="2400" dirty="0"/>
          </a:p>
          <a:p>
            <a:pPr marL="342900" lvl="0" indent="-342900">
              <a:lnSpc>
                <a:spcPct val="150000"/>
              </a:lnSpc>
              <a:buClr>
                <a:srgbClr val="C00000"/>
              </a:buClr>
              <a:buFont typeface="Wingdings" panose="05000000000000000000" pitchFamily="2" charset="2"/>
              <a:buChar char="p"/>
            </a:pPr>
            <a:endParaRPr lang="en-US" altLang="zh-CN" sz="2400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39094665-AF6F-385F-D82E-07964920924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49" r="764"/>
          <a:stretch/>
        </p:blipFill>
        <p:spPr>
          <a:xfrm>
            <a:off x="4686300" y="1152680"/>
            <a:ext cx="7302500" cy="3438370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42C5D069-6426-C5F9-7DE1-E91E2E150B20}"/>
              </a:ext>
            </a:extLst>
          </p:cNvPr>
          <p:cNvSpPr txBox="1"/>
          <p:nvPr/>
        </p:nvSpPr>
        <p:spPr>
          <a:xfrm>
            <a:off x="7042150" y="869440"/>
            <a:ext cx="2838450" cy="369332"/>
          </a:xfrm>
          <a:prstGeom prst="rect">
            <a:avLst/>
          </a:prstGeom>
          <a:noFill/>
          <a:ln w="19050">
            <a:noFill/>
            <a:prstDash val="solid"/>
          </a:ln>
        </p:spPr>
        <p:txBody>
          <a:bodyPr wrap="square">
            <a:spAutoFit/>
          </a:bodyPr>
          <a:lstStyle/>
          <a:p>
            <a:r>
              <a:rPr lang="en-US" altLang="zh-CN" dirty="0"/>
              <a:t>Partial Experimental Results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15775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9308"/>
    </mc:Choice>
    <mc:Fallback xmlns="">
      <p:transition spd="slow" advTm="19308"/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288000" y="0"/>
            <a:ext cx="11164860" cy="141763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 dirty="0">
                <a:latin typeface="Century Gothic" panose="020B050202020202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Memory Reduction Analysis</a:t>
            </a:r>
            <a:endParaRPr lang="zh-CN" altLang="en-US" dirty="0">
              <a:latin typeface="Century Gothic" panose="020B050202020202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5" name="Rectangle 10"/>
          <p:cNvSpPr/>
          <p:nvPr/>
        </p:nvSpPr>
        <p:spPr>
          <a:xfrm>
            <a:off x="0" y="420787"/>
            <a:ext cx="288000" cy="57606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004C1840-55D4-0E56-3193-CEC9D6E6D0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668" y="1491423"/>
            <a:ext cx="5612032" cy="4535586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44E24230-969A-AE8A-BC95-28D832B969E9}"/>
              </a:ext>
            </a:extLst>
          </p:cNvPr>
          <p:cNvSpPr/>
          <p:nvPr/>
        </p:nvSpPr>
        <p:spPr>
          <a:xfrm>
            <a:off x="50799" y="1362081"/>
            <a:ext cx="5612031" cy="557505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342900" lvl="0" indent="-342900">
              <a:lnSpc>
                <a:spcPct val="150000"/>
              </a:lnSpc>
              <a:buClr>
                <a:srgbClr val="C00000"/>
              </a:buClr>
              <a:buFont typeface="Wingdings" panose="05000000000000000000" pitchFamily="2" charset="2"/>
              <a:buChar char="p"/>
            </a:pPr>
            <a:r>
              <a:rPr lang="en-US" altLang="zh-CN" sz="2400" b="1" dirty="0" err="1"/>
              <a:t>NeutronStar</a:t>
            </a:r>
            <a:r>
              <a:rPr lang="en-US" altLang="zh-CN" sz="2400" b="1" dirty="0"/>
              <a:t> cache neighbor replication by </a:t>
            </a:r>
            <a:r>
              <a:rPr lang="en-US" altLang="zh-CN" sz="2400" b="1" dirty="0">
                <a:solidFill>
                  <a:srgbClr val="FF0000"/>
                </a:solidFill>
              </a:rPr>
              <a:t>19.9% − 43.7%</a:t>
            </a:r>
          </a:p>
          <a:p>
            <a:pPr marL="342900" lvl="0" indent="-342900">
              <a:lnSpc>
                <a:spcPct val="150000"/>
              </a:lnSpc>
              <a:buClr>
                <a:srgbClr val="C00000"/>
              </a:buClr>
              <a:buFont typeface="Wingdings" panose="05000000000000000000" pitchFamily="2" charset="2"/>
              <a:buChar char="p"/>
            </a:pPr>
            <a:r>
              <a:rPr lang="en-US" altLang="zh-CN" sz="2400" b="1" dirty="0" err="1"/>
              <a:t>Sancus</a:t>
            </a:r>
            <a:r>
              <a:rPr lang="en-US" altLang="zh-CN" sz="2400" b="1" dirty="0"/>
              <a:t> additionally caches historical embeddings by </a:t>
            </a:r>
            <a:r>
              <a:rPr lang="en-US" altLang="zh-CN" sz="2400" b="1" dirty="0">
                <a:solidFill>
                  <a:srgbClr val="FF0000"/>
                </a:solidFill>
              </a:rPr>
              <a:t>32.7% − 43.3%</a:t>
            </a:r>
          </a:p>
          <a:p>
            <a:pPr marL="342900" lvl="0" indent="-342900">
              <a:lnSpc>
                <a:spcPct val="150000"/>
              </a:lnSpc>
              <a:buClr>
                <a:srgbClr val="C00000"/>
              </a:buClr>
              <a:buFont typeface="Wingdings" panose="05000000000000000000" pitchFamily="2" charset="2"/>
              <a:buChar char="p"/>
            </a:pPr>
            <a:r>
              <a:rPr lang="en-US" altLang="zh-CN" sz="2400" b="1" dirty="0" err="1"/>
              <a:t>NeutronStar</a:t>
            </a:r>
            <a:r>
              <a:rPr lang="en-US" altLang="zh-CN" sz="2400" b="1" dirty="0"/>
              <a:t> and </a:t>
            </a:r>
            <a:r>
              <a:rPr lang="en-US" altLang="zh-CN" sz="2400" b="1" dirty="0" err="1"/>
              <a:t>Sancus</a:t>
            </a:r>
            <a:r>
              <a:rPr lang="en-US" altLang="zh-CN" sz="2400" b="1" dirty="0"/>
              <a:t> cache intermediate data by </a:t>
            </a:r>
            <a:r>
              <a:rPr lang="en-US" altLang="zh-CN" sz="2400" b="1" dirty="0">
                <a:solidFill>
                  <a:srgbClr val="FF0000"/>
                </a:solidFill>
              </a:rPr>
              <a:t>17.6% − 28.9%</a:t>
            </a:r>
          </a:p>
          <a:p>
            <a:pPr marL="342900" lvl="0" indent="-342900">
              <a:lnSpc>
                <a:spcPct val="150000"/>
              </a:lnSpc>
              <a:buClr>
                <a:srgbClr val="C00000"/>
              </a:buClr>
              <a:buFont typeface="Wingdings" panose="05000000000000000000" pitchFamily="2" charset="2"/>
              <a:buChar char="p"/>
            </a:pPr>
            <a:endParaRPr lang="en-US" altLang="zh-CN" b="1" dirty="0">
              <a:solidFill>
                <a:srgbClr val="FF0000"/>
              </a:solidFill>
            </a:endParaRPr>
          </a:p>
          <a:p>
            <a:pPr marL="342900" lvl="0" indent="-342900">
              <a:lnSpc>
                <a:spcPct val="150000"/>
              </a:lnSpc>
              <a:buClr>
                <a:srgbClr val="C00000"/>
              </a:buClr>
              <a:buFont typeface="Wingdings" panose="05000000000000000000" pitchFamily="2" charset="2"/>
              <a:buChar char="p"/>
            </a:pPr>
            <a:r>
              <a:rPr lang="en-US" altLang="zh-CN" sz="2400" b="1" dirty="0" err="1"/>
              <a:t>NeutronTask</a:t>
            </a:r>
            <a:r>
              <a:rPr lang="en-US" altLang="zh-CN" sz="2400" b="1" dirty="0"/>
              <a:t> reduces total memory consumption by </a:t>
            </a:r>
            <a:r>
              <a:rPr lang="en-US" altLang="zh-CN" sz="2400" b="1" dirty="0">
                <a:solidFill>
                  <a:srgbClr val="FF0000"/>
                </a:solidFill>
              </a:rPr>
              <a:t>49% − 67%</a:t>
            </a:r>
          </a:p>
          <a:p>
            <a:pPr marL="342900" lvl="0" indent="-342900">
              <a:lnSpc>
                <a:spcPct val="150000"/>
              </a:lnSpc>
              <a:buClr>
                <a:srgbClr val="C00000"/>
              </a:buClr>
              <a:buFont typeface="Wingdings" panose="05000000000000000000" pitchFamily="2" charset="2"/>
              <a:buChar char="p"/>
            </a:pPr>
            <a:endParaRPr lang="en-US" altLang="zh-CN" sz="2400" dirty="0"/>
          </a:p>
        </p:txBody>
      </p:sp>
    </p:spTree>
    <p:extLst>
      <p:ext uri="{BB962C8B-B14F-4D97-AF65-F5344CB8AC3E}">
        <p14:creationId xmlns:p14="http://schemas.microsoft.com/office/powerpoint/2010/main" val="4918463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9308"/>
    </mc:Choice>
    <mc:Fallback xmlns="">
      <p:transition spd="slow" advTm="19308"/>
    </mc:Fallback>
  </mc:AlternateContent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288000" y="0"/>
            <a:ext cx="11164860" cy="141763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 dirty="0">
                <a:latin typeface="Century Gothic" panose="020B050202020202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Accuracy Comparison</a:t>
            </a:r>
            <a:endParaRPr lang="zh-CN" altLang="en-US" dirty="0">
              <a:latin typeface="Century Gothic" panose="020B050202020202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5" name="Rectangle 10"/>
          <p:cNvSpPr/>
          <p:nvPr/>
        </p:nvSpPr>
        <p:spPr>
          <a:xfrm>
            <a:off x="0" y="420787"/>
            <a:ext cx="288000" cy="57606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4E24230-969A-AE8A-BC95-28D832B969E9}"/>
              </a:ext>
            </a:extLst>
          </p:cNvPr>
          <p:cNvSpPr/>
          <p:nvPr/>
        </p:nvSpPr>
        <p:spPr>
          <a:xfrm>
            <a:off x="356969" y="4936079"/>
            <a:ext cx="5612031" cy="11430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50000"/>
              </a:lnSpc>
              <a:buClr>
                <a:srgbClr val="C00000"/>
              </a:buClr>
              <a:buFont typeface="Wingdings" panose="05000000000000000000" pitchFamily="2" charset="2"/>
              <a:buChar char="p"/>
            </a:pPr>
            <a:r>
              <a:rPr lang="en-US" altLang="zh-CN" sz="2400" b="1" dirty="0" err="1"/>
              <a:t>NeutronTask</a:t>
            </a:r>
            <a:r>
              <a:rPr lang="en-US" altLang="zh-CN" sz="2400" b="1" dirty="0"/>
              <a:t> achieves almost the same accuracy as other systems</a:t>
            </a:r>
            <a:endParaRPr lang="en-US" altLang="zh-CN" sz="2400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574934A-49CD-E5F2-2660-418EAB51462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905" b="63352"/>
          <a:stretch/>
        </p:blipFill>
        <p:spPr>
          <a:xfrm>
            <a:off x="0" y="2298700"/>
            <a:ext cx="5969000" cy="2082800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E0661CBE-B6D4-4030-48C2-9FEDBF812E2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6499" b="30758"/>
          <a:stretch/>
        </p:blipFill>
        <p:spPr>
          <a:xfrm>
            <a:off x="6096000" y="2298700"/>
            <a:ext cx="5969000" cy="2082800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94FB2D6E-2F8F-B2C5-538B-CCC872D2C5F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187" b="96194"/>
          <a:stretch/>
        </p:blipFill>
        <p:spPr>
          <a:xfrm>
            <a:off x="2108005" y="1874854"/>
            <a:ext cx="7848990" cy="333999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F1ACB2A5-B3B9-C869-7071-3017CC29CB63}"/>
              </a:ext>
            </a:extLst>
          </p:cNvPr>
          <p:cNvSpPr txBox="1"/>
          <p:nvPr/>
        </p:nvSpPr>
        <p:spPr>
          <a:xfrm>
            <a:off x="5969000" y="1415399"/>
            <a:ext cx="5124450" cy="464871"/>
          </a:xfrm>
          <a:prstGeom prst="rect">
            <a:avLst/>
          </a:prstGeom>
          <a:noFill/>
          <a:ln w="19050">
            <a:noFill/>
            <a:prstDash val="solid"/>
          </a:ln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  <a:buClr>
                <a:srgbClr val="C00000"/>
              </a:buClr>
            </a:pPr>
            <a:r>
              <a:rPr lang="en-US" altLang="zh-CN" sz="1800" b="1" dirty="0"/>
              <a:t>FG: Full-graph training     MB: mini-batch training</a:t>
            </a:r>
            <a:endParaRPr lang="en-US" altLang="zh-CN" sz="1800" b="1" dirty="0">
              <a:solidFill>
                <a:srgbClr val="FF0000"/>
              </a:solidFill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0066F23-B630-486D-113A-7B6576A895B5}"/>
              </a:ext>
            </a:extLst>
          </p:cNvPr>
          <p:cNvSpPr/>
          <p:nvPr/>
        </p:nvSpPr>
        <p:spPr>
          <a:xfrm>
            <a:off x="6274484" y="4936079"/>
            <a:ext cx="5612031" cy="11430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50000"/>
              </a:lnSpc>
              <a:buClr>
                <a:srgbClr val="C00000"/>
              </a:buClr>
              <a:buFont typeface="Wingdings" panose="05000000000000000000" pitchFamily="2" charset="2"/>
              <a:buChar char="p"/>
            </a:pPr>
            <a:r>
              <a:rPr lang="en-US" altLang="zh-CN" sz="2400" b="1" dirty="0" err="1"/>
              <a:t>NeutronTask</a:t>
            </a:r>
            <a:r>
              <a:rPr lang="en-US" altLang="zh-CN" sz="2400" b="1" dirty="0"/>
              <a:t> achieves the highest accuracy in fewer epochs and time. </a:t>
            </a:r>
            <a:endParaRPr lang="en-US" altLang="zh-CN" sz="2400" dirty="0"/>
          </a:p>
        </p:txBody>
      </p:sp>
    </p:spTree>
    <p:extLst>
      <p:ext uri="{BB962C8B-B14F-4D97-AF65-F5344CB8AC3E}">
        <p14:creationId xmlns:p14="http://schemas.microsoft.com/office/powerpoint/2010/main" val="38175066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9308"/>
    </mc:Choice>
    <mc:Fallback xmlns="">
      <p:transition spd="slow" advTm="19308"/>
    </mc:Fallback>
  </mc:AlternateContent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288000" y="0"/>
            <a:ext cx="11164860" cy="141763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 dirty="0">
                <a:latin typeface="Century Gothic" panose="020B050202020202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GPU utilization</a:t>
            </a:r>
            <a:endParaRPr lang="zh-CN" altLang="en-US" dirty="0">
              <a:latin typeface="Century Gothic" panose="020B050202020202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5" name="Rectangle 10"/>
          <p:cNvSpPr/>
          <p:nvPr/>
        </p:nvSpPr>
        <p:spPr>
          <a:xfrm>
            <a:off x="0" y="420787"/>
            <a:ext cx="288000" cy="57606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4E24230-969A-AE8A-BC95-28D832B969E9}"/>
              </a:ext>
            </a:extLst>
          </p:cNvPr>
          <p:cNvSpPr/>
          <p:nvPr/>
        </p:nvSpPr>
        <p:spPr>
          <a:xfrm>
            <a:off x="50799" y="1362081"/>
            <a:ext cx="5099051" cy="446705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342900" lvl="0" indent="-342900">
              <a:lnSpc>
                <a:spcPct val="150000"/>
              </a:lnSpc>
              <a:buClr>
                <a:srgbClr val="C00000"/>
              </a:buClr>
              <a:buFont typeface="Wingdings" panose="05000000000000000000" pitchFamily="2" charset="2"/>
              <a:buChar char="p"/>
            </a:pPr>
            <a:r>
              <a:rPr lang="en-US" altLang="zh-CN" sz="2400" b="1" dirty="0" err="1"/>
              <a:t>NeutronTask</a:t>
            </a:r>
            <a:r>
              <a:rPr lang="en-US" altLang="zh-CN" sz="2400" b="1" dirty="0"/>
              <a:t> fully utilizes GPU computing resources, achieving better performance</a:t>
            </a:r>
          </a:p>
          <a:p>
            <a:pPr marL="342900" lvl="0" indent="-342900">
              <a:lnSpc>
                <a:spcPct val="150000"/>
              </a:lnSpc>
              <a:buClr>
                <a:srgbClr val="C00000"/>
              </a:buClr>
              <a:buFont typeface="Wingdings" panose="05000000000000000000" pitchFamily="2" charset="2"/>
              <a:buChar char="p"/>
            </a:pPr>
            <a:endParaRPr lang="en-US" altLang="zh-CN" sz="2400" b="1" dirty="0"/>
          </a:p>
          <a:p>
            <a:pPr marL="342900" lvl="0" indent="-342900">
              <a:lnSpc>
                <a:spcPct val="150000"/>
              </a:lnSpc>
              <a:buClr>
                <a:srgbClr val="C00000"/>
              </a:buClr>
              <a:buFont typeface="Wingdings" panose="05000000000000000000" pitchFamily="2" charset="2"/>
              <a:buChar char="p"/>
            </a:pPr>
            <a:r>
              <a:rPr lang="en-US" altLang="zh-CN" sz="2400" b="1" dirty="0"/>
              <a:t>High GPU utilization ensures shorter runtime, while the fluctuation is caused by pipeline bubble time.</a:t>
            </a:r>
            <a:endParaRPr lang="en-US" altLang="zh-CN" b="1" dirty="0">
              <a:solidFill>
                <a:srgbClr val="FF0000"/>
              </a:solidFill>
            </a:endParaRP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DEF230B9-DB9C-48AD-4245-F74EFEC0AD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9449" y="1572327"/>
            <a:ext cx="6060531" cy="3275604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E487B109-FA23-9A2D-EDE3-D13EE76F7F6E}"/>
              </a:ext>
            </a:extLst>
          </p:cNvPr>
          <p:cNvSpPr txBox="1"/>
          <p:nvPr/>
        </p:nvSpPr>
        <p:spPr>
          <a:xfrm>
            <a:off x="6583998" y="5002620"/>
            <a:ext cx="4992052" cy="1015663"/>
          </a:xfrm>
          <a:prstGeom prst="rect">
            <a:avLst/>
          </a:prstGeom>
          <a:noFill/>
          <a:ln w="19050">
            <a:noFill/>
            <a:prstDash val="solid"/>
          </a:ln>
        </p:spPr>
        <p:txBody>
          <a:bodyPr wrap="square">
            <a:spAutoFit/>
          </a:bodyPr>
          <a:lstStyle/>
          <a:p>
            <a:r>
              <a:rPr lang="en-US" altLang="zh-CN" sz="2000" dirty="0"/>
              <a:t>The average GPU utilizations are </a:t>
            </a:r>
            <a:r>
              <a:rPr lang="en-US" altLang="zh-CN" sz="2000" dirty="0">
                <a:solidFill>
                  <a:srgbClr val="FF0000"/>
                </a:solidFill>
              </a:rPr>
              <a:t>97.24%</a:t>
            </a:r>
            <a:r>
              <a:rPr lang="en-US" altLang="zh-CN" sz="2000" dirty="0"/>
              <a:t>, </a:t>
            </a:r>
            <a:r>
              <a:rPr lang="en-US" altLang="zh-CN" sz="2000" dirty="0">
                <a:solidFill>
                  <a:srgbClr val="FF0000"/>
                </a:solidFill>
              </a:rPr>
              <a:t>97.11%</a:t>
            </a:r>
            <a:r>
              <a:rPr lang="en-US" altLang="zh-CN" sz="2000" dirty="0"/>
              <a:t>, </a:t>
            </a:r>
            <a:r>
              <a:rPr lang="en-US" altLang="zh-CN" sz="2000" dirty="0">
                <a:solidFill>
                  <a:srgbClr val="FF0000"/>
                </a:solidFill>
              </a:rPr>
              <a:t>94.65%</a:t>
            </a:r>
            <a:r>
              <a:rPr lang="en-US" altLang="zh-CN" sz="2000" dirty="0"/>
              <a:t>, and </a:t>
            </a:r>
            <a:r>
              <a:rPr lang="en-US" altLang="zh-CN" sz="2000" dirty="0">
                <a:solidFill>
                  <a:srgbClr val="FF0000"/>
                </a:solidFill>
              </a:rPr>
              <a:t>94.89%</a:t>
            </a:r>
            <a:r>
              <a:rPr lang="en-US" altLang="zh-CN" sz="2000" dirty="0"/>
              <a:t> for Neu-</a:t>
            </a:r>
            <a:r>
              <a:rPr lang="en-US" altLang="zh-CN" sz="2000" dirty="0" err="1"/>
              <a:t>tronTask</a:t>
            </a:r>
            <a:r>
              <a:rPr lang="en-US" altLang="zh-CN" sz="2000" dirty="0"/>
              <a:t>, </a:t>
            </a:r>
            <a:r>
              <a:rPr lang="en-US" altLang="zh-CN" sz="2000" dirty="0" err="1"/>
              <a:t>Sancus</a:t>
            </a:r>
            <a:r>
              <a:rPr lang="en-US" altLang="zh-CN" sz="2000" dirty="0"/>
              <a:t>, DGL, and </a:t>
            </a:r>
            <a:r>
              <a:rPr lang="en-US" altLang="zh-CN" sz="2000" dirty="0" err="1"/>
              <a:t>NeutronStar</a:t>
            </a:r>
            <a:r>
              <a:rPr lang="en-US" altLang="zh-CN" sz="2000" dirty="0"/>
              <a:t>, respectively.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5726833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9308"/>
    </mc:Choice>
    <mc:Fallback xmlns="">
      <p:transition spd="slow" advTm="19308"/>
    </mc:Fallback>
  </mc:AlternateContent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内容占位符 2"/>
          <p:cNvSpPr txBox="1"/>
          <p:nvPr/>
        </p:nvSpPr>
        <p:spPr>
          <a:xfrm>
            <a:off x="-1" y="1361357"/>
            <a:ext cx="11968223" cy="53784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zh-CN"/>
            </a:defPPr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latin typeface="Arial" panose="020B0604020202020204"/>
                <a:cs typeface="Arial" panose="020B0604020202020204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latin typeface="Arial" panose="020B0604020202020204"/>
                <a:cs typeface="Arial" panose="020B0604020202020204"/>
              </a:defRPr>
            </a:lvl2pPr>
            <a:lvl3pPr marL="361950" lvl="2" indent="-361950">
              <a:spcBef>
                <a:spcPct val="20000"/>
              </a:spcBef>
              <a:buClr>
                <a:srgbClr val="FF0066"/>
              </a:buClr>
              <a:buFont typeface="Verdana" panose="020B0604030504040204" pitchFamily="34" charset="0"/>
              <a:buChar char="□"/>
              <a:defRPr sz="2800">
                <a:solidFill>
                  <a:prstClr val="black"/>
                </a:solidFill>
                <a:latin typeface="Eras Medium ITC" panose="020B06020305040208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>
                <a:latin typeface="Arial" panose="020B0604020202020204"/>
                <a:cs typeface="Arial" panose="020B0604020202020204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>
                <a:latin typeface="Arial" panose="020B0604020202020204"/>
                <a:cs typeface="Arial" panose="020B0604020202020204"/>
              </a:defRPr>
            </a:lvl5pPr>
            <a:lvl6pPr marL="25146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9pPr>
          </a:lstStyle>
          <a:p>
            <a:pPr marL="268605" lvl="2" indent="0">
              <a:buNone/>
            </a:pPr>
            <a:r>
              <a:rPr lang="en-US" altLang="zh-CN" dirty="0" err="1">
                <a:latin typeface="+mn-lt"/>
                <a:cs typeface="+mj-cs"/>
                <a:sym typeface="+mn-ea"/>
              </a:rPr>
              <a:t>NeutronTask</a:t>
            </a:r>
            <a:r>
              <a:rPr lang="en-US" altLang="zh-CN" dirty="0">
                <a:latin typeface="+mn-lt"/>
                <a:cs typeface="+mj-cs"/>
                <a:sym typeface="+mn-ea"/>
              </a:rPr>
              <a:t>: Scalable and Efficient Multi-GPU GNN Training</a:t>
            </a:r>
          </a:p>
          <a:p>
            <a:pPr marL="268605" lvl="2" indent="0">
              <a:buNone/>
            </a:pPr>
            <a:r>
              <a:rPr lang="en-US" altLang="zh-CN" dirty="0">
                <a:latin typeface="+mn-lt"/>
                <a:cs typeface="+mj-cs"/>
                <a:sym typeface="+mn-ea"/>
              </a:rPr>
              <a:t>with Task Parallelism</a:t>
            </a:r>
          </a:p>
          <a:p>
            <a:pPr marL="630555" lvl="2"/>
            <a:r>
              <a:rPr lang="en-US" altLang="zh-CN" b="1" dirty="0">
                <a:solidFill>
                  <a:srgbClr val="D00638"/>
                </a:solidFill>
                <a:latin typeface="+mn-lt"/>
                <a:sym typeface="+mn-ea"/>
              </a:rPr>
              <a:t>Providing analysis of memory requirements for full-graph training</a:t>
            </a:r>
          </a:p>
          <a:p>
            <a:pPr marL="630555" lvl="2"/>
            <a:endParaRPr lang="en-US" altLang="zh-CN" b="1" dirty="0">
              <a:solidFill>
                <a:srgbClr val="D00638"/>
              </a:solidFill>
              <a:latin typeface="+mn-lt"/>
              <a:sym typeface="+mn-ea"/>
            </a:endParaRPr>
          </a:p>
          <a:p>
            <a:pPr marL="630555" lvl="2"/>
            <a:endParaRPr lang="en-US" altLang="zh-CN" sz="1200" b="1" dirty="0">
              <a:solidFill>
                <a:srgbClr val="D00638"/>
              </a:solidFill>
              <a:latin typeface="+mn-lt"/>
              <a:sym typeface="+mn-ea"/>
            </a:endParaRPr>
          </a:p>
          <a:p>
            <a:pPr marL="630555" lvl="2"/>
            <a:endParaRPr lang="en-US" altLang="zh-CN" b="1" dirty="0">
              <a:solidFill>
                <a:srgbClr val="D00638"/>
              </a:solidFill>
              <a:latin typeface="+mn-lt"/>
              <a:sym typeface="+mn-ea"/>
            </a:endParaRPr>
          </a:p>
          <a:p>
            <a:pPr marL="630555" lvl="2"/>
            <a:endParaRPr lang="en-US" altLang="zh-CN" sz="1400" b="1" dirty="0">
              <a:solidFill>
                <a:srgbClr val="D00638"/>
              </a:solidFill>
              <a:latin typeface="+mn-lt"/>
              <a:sym typeface="+mn-ea"/>
            </a:endParaRPr>
          </a:p>
          <a:p>
            <a:pPr marL="630555" lvl="2"/>
            <a:endParaRPr lang="en-US" altLang="zh-CN" sz="1400" b="1" dirty="0">
              <a:solidFill>
                <a:srgbClr val="D00638"/>
              </a:solidFill>
              <a:latin typeface="+mn-lt"/>
              <a:sym typeface="+mn-ea"/>
            </a:endParaRPr>
          </a:p>
          <a:p>
            <a:pPr marL="630555" lvl="2"/>
            <a:endParaRPr lang="en-US" altLang="zh-CN" sz="1050" dirty="0">
              <a:solidFill>
                <a:schemeClr val="tx1"/>
              </a:solidFill>
              <a:latin typeface="+mn-lt"/>
            </a:endParaRPr>
          </a:p>
          <a:p>
            <a:pPr marL="268605" lvl="2" indent="0">
              <a:buNone/>
            </a:pPr>
            <a:endParaRPr lang="en-US" altLang="zh-CN" sz="2000" dirty="0">
              <a:solidFill>
                <a:schemeClr val="tx1"/>
              </a:solidFill>
              <a:latin typeface="+mn-lt"/>
            </a:endParaRPr>
          </a:p>
          <a:p>
            <a:pPr marL="268605" lvl="2" indent="0">
              <a:buNone/>
            </a:pPr>
            <a:endParaRPr lang="en-US" altLang="zh-CN" sz="20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5" name="Rectangle 10"/>
          <p:cNvSpPr/>
          <p:nvPr/>
        </p:nvSpPr>
        <p:spPr>
          <a:xfrm>
            <a:off x="0" y="420787"/>
            <a:ext cx="288000" cy="57606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0" name="标题 1"/>
          <p:cNvSpPr txBox="1"/>
          <p:nvPr/>
        </p:nvSpPr>
        <p:spPr>
          <a:xfrm>
            <a:off x="288000" y="0"/>
            <a:ext cx="11164860" cy="14176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altLang="zh-TW" dirty="0">
                <a:latin typeface="Century Gothic" panose="020B050202020202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Summary</a:t>
            </a:r>
            <a:endParaRPr lang="zh-TW" altLang="en-US" dirty="0">
              <a:latin typeface="Calibri" panose="020F0502020204030204" pitchFamily="34" charset="0"/>
              <a:ea typeface="Verdana" panose="020B060403050404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68935" y="2792640"/>
            <a:ext cx="11083926" cy="707886"/>
          </a:xfrm>
          <a:prstGeom prst="rect">
            <a:avLst/>
          </a:prstGeom>
          <a:noFill/>
          <a:ln w="19050">
            <a:noFill/>
            <a:prstDash val="solid"/>
          </a:ln>
        </p:spPr>
        <p:txBody>
          <a:bodyPr wrap="square" rtlCol="0" anchor="t">
            <a:spAutoFit/>
          </a:bodyPr>
          <a:lstStyle/>
          <a:p>
            <a:pPr marL="268605" lvl="2" algn="l">
              <a:buSzTx/>
              <a:buNone/>
            </a:pPr>
            <a:r>
              <a:rPr lang="en-US" altLang="zh-CN" sz="2000" dirty="0">
                <a:sym typeface="+mn-ea"/>
              </a:rPr>
              <a:t>We provide a comprehensive analysis of memory requirements for full-graph GNN training on Multi-GPU platforms,</a:t>
            </a:r>
            <a:r>
              <a:rPr lang="zh-CN" altLang="en-US" sz="2000" dirty="0">
                <a:sym typeface="+mn-ea"/>
              </a:rPr>
              <a:t> </a:t>
            </a:r>
            <a:r>
              <a:rPr lang="en-US" altLang="zh-CN" sz="2000" dirty="0">
                <a:sym typeface="+mn-ea"/>
              </a:rPr>
              <a:t>including</a:t>
            </a:r>
            <a:r>
              <a:rPr lang="zh-CN" altLang="en-US" sz="2000" dirty="0">
                <a:sym typeface="+mn-ea"/>
              </a:rPr>
              <a:t> </a:t>
            </a:r>
            <a:r>
              <a:rPr lang="en-US" altLang="zh-CN" sz="2000" dirty="0">
                <a:sym typeface="+mn-ea"/>
              </a:rPr>
              <a:t>neighbor</a:t>
            </a:r>
            <a:r>
              <a:rPr lang="zh-CN" altLang="en-US" sz="2000" dirty="0">
                <a:sym typeface="+mn-ea"/>
              </a:rPr>
              <a:t> </a:t>
            </a:r>
            <a:r>
              <a:rPr lang="en-US" altLang="zh-CN" sz="2000" dirty="0">
                <a:sym typeface="+mn-ea"/>
              </a:rPr>
              <a:t>replication</a:t>
            </a:r>
            <a:r>
              <a:rPr lang="zh-CN" altLang="en-US" sz="2000" dirty="0">
                <a:sym typeface="+mn-ea"/>
              </a:rPr>
              <a:t> </a:t>
            </a:r>
            <a:r>
              <a:rPr lang="en-US" altLang="zh-CN" sz="2000" dirty="0">
                <a:sym typeface="+mn-ea"/>
              </a:rPr>
              <a:t>and</a:t>
            </a:r>
            <a:r>
              <a:rPr lang="zh-CN" altLang="en-US" sz="2000" dirty="0">
                <a:sym typeface="+mn-ea"/>
              </a:rPr>
              <a:t> </a:t>
            </a:r>
            <a:r>
              <a:rPr lang="en-US" altLang="zh-CN" sz="2000" dirty="0">
                <a:sym typeface="+mn-ea"/>
              </a:rPr>
              <a:t>intermediate</a:t>
            </a:r>
            <a:r>
              <a:rPr lang="zh-CN" altLang="en-US" sz="2000" dirty="0">
                <a:sym typeface="+mn-ea"/>
              </a:rPr>
              <a:t> </a:t>
            </a:r>
            <a:r>
              <a:rPr lang="en-US" altLang="zh-CN" sz="2000" dirty="0">
                <a:sym typeface="+mn-ea"/>
              </a:rPr>
              <a:t>data.</a:t>
            </a:r>
            <a:endParaRPr lang="en-US" altLang="zh-CN" sz="1400" dirty="0"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945455214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内容占位符 2"/>
          <p:cNvSpPr txBox="1"/>
          <p:nvPr/>
        </p:nvSpPr>
        <p:spPr>
          <a:xfrm>
            <a:off x="-1" y="1361357"/>
            <a:ext cx="11968223" cy="53784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zh-CN"/>
            </a:defPPr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latin typeface="Arial" panose="020B0604020202020204"/>
                <a:cs typeface="Arial" panose="020B0604020202020204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latin typeface="Arial" panose="020B0604020202020204"/>
                <a:cs typeface="Arial" panose="020B0604020202020204"/>
              </a:defRPr>
            </a:lvl2pPr>
            <a:lvl3pPr marL="361950" lvl="2" indent="-361950">
              <a:spcBef>
                <a:spcPct val="20000"/>
              </a:spcBef>
              <a:buClr>
                <a:srgbClr val="FF0066"/>
              </a:buClr>
              <a:buFont typeface="Verdana" panose="020B0604030504040204" pitchFamily="34" charset="0"/>
              <a:buChar char="□"/>
              <a:defRPr sz="2800">
                <a:solidFill>
                  <a:prstClr val="black"/>
                </a:solidFill>
                <a:latin typeface="Eras Medium ITC" panose="020B06020305040208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>
                <a:latin typeface="Arial" panose="020B0604020202020204"/>
                <a:cs typeface="Arial" panose="020B0604020202020204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>
                <a:latin typeface="Arial" panose="020B0604020202020204"/>
                <a:cs typeface="Arial" panose="020B0604020202020204"/>
              </a:defRPr>
            </a:lvl5pPr>
            <a:lvl6pPr marL="25146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9pPr>
          </a:lstStyle>
          <a:p>
            <a:pPr marL="268605" lvl="2" indent="0">
              <a:buNone/>
            </a:pPr>
            <a:r>
              <a:rPr lang="en-US" altLang="zh-CN" dirty="0" err="1">
                <a:latin typeface="+mn-lt"/>
                <a:cs typeface="+mj-cs"/>
                <a:sym typeface="+mn-ea"/>
              </a:rPr>
              <a:t>NeutronTask</a:t>
            </a:r>
            <a:r>
              <a:rPr lang="en-US" altLang="zh-CN" dirty="0">
                <a:latin typeface="+mn-lt"/>
                <a:cs typeface="+mj-cs"/>
                <a:sym typeface="+mn-ea"/>
              </a:rPr>
              <a:t>: Scalable and Efficient Multi-GPU GNN Training</a:t>
            </a:r>
          </a:p>
          <a:p>
            <a:pPr marL="268605" lvl="2" indent="0">
              <a:buNone/>
            </a:pPr>
            <a:r>
              <a:rPr lang="en-US" altLang="zh-CN" dirty="0">
                <a:latin typeface="+mn-lt"/>
                <a:cs typeface="+mj-cs"/>
                <a:sym typeface="+mn-ea"/>
              </a:rPr>
              <a:t>with Task Parallelism</a:t>
            </a:r>
          </a:p>
          <a:p>
            <a:pPr marL="630555" lvl="2"/>
            <a:r>
              <a:rPr lang="en-US" altLang="zh-CN" b="1" dirty="0">
                <a:solidFill>
                  <a:srgbClr val="D00638"/>
                </a:solidFill>
                <a:latin typeface="+mn-lt"/>
                <a:sym typeface="+mn-ea"/>
              </a:rPr>
              <a:t>Providing analysis of memory requirements for full-graph training</a:t>
            </a:r>
          </a:p>
          <a:p>
            <a:pPr marL="630555" lvl="2"/>
            <a:endParaRPr lang="en-US" altLang="zh-CN" b="1" dirty="0">
              <a:solidFill>
                <a:srgbClr val="D00638"/>
              </a:solidFill>
              <a:latin typeface="+mn-lt"/>
              <a:sym typeface="+mn-ea"/>
            </a:endParaRPr>
          </a:p>
          <a:p>
            <a:pPr marL="630555" lvl="2"/>
            <a:r>
              <a:rPr lang="en-US" altLang="zh-CN" b="1" dirty="0">
                <a:solidFill>
                  <a:srgbClr val="D00638"/>
                </a:solidFill>
                <a:latin typeface="+mn-lt"/>
                <a:sym typeface="+mn-ea"/>
              </a:rPr>
              <a:t>Proposing a GNN task parallelism technique</a:t>
            </a:r>
          </a:p>
          <a:p>
            <a:pPr marL="630555" lvl="2"/>
            <a:endParaRPr lang="en-US" altLang="zh-CN" b="1" dirty="0">
              <a:solidFill>
                <a:srgbClr val="D00638"/>
              </a:solidFill>
              <a:latin typeface="+mn-lt"/>
              <a:sym typeface="+mn-ea"/>
            </a:endParaRPr>
          </a:p>
          <a:p>
            <a:pPr marL="630555" lvl="2"/>
            <a:endParaRPr lang="en-US" altLang="zh-CN" b="1" dirty="0">
              <a:solidFill>
                <a:srgbClr val="D00638"/>
              </a:solidFill>
              <a:latin typeface="+mn-lt"/>
              <a:sym typeface="+mn-ea"/>
            </a:endParaRPr>
          </a:p>
          <a:p>
            <a:pPr marL="630555" lvl="2"/>
            <a:endParaRPr lang="en-US" altLang="zh-CN" b="1" dirty="0">
              <a:solidFill>
                <a:srgbClr val="D00638"/>
              </a:solidFill>
              <a:latin typeface="+mn-lt"/>
              <a:sym typeface="+mn-ea"/>
            </a:endParaRPr>
          </a:p>
          <a:p>
            <a:pPr marL="630555" lvl="2"/>
            <a:endParaRPr lang="en-US" altLang="zh-CN" b="1" dirty="0">
              <a:solidFill>
                <a:srgbClr val="D00638"/>
              </a:solidFill>
              <a:latin typeface="+mn-lt"/>
              <a:sym typeface="+mn-ea"/>
            </a:endParaRPr>
          </a:p>
          <a:p>
            <a:pPr marL="630555" lvl="2"/>
            <a:endParaRPr lang="en-US" altLang="zh-CN" b="1" dirty="0">
              <a:solidFill>
                <a:srgbClr val="D00638"/>
              </a:solidFill>
              <a:latin typeface="+mn-lt"/>
              <a:sym typeface="+mn-ea"/>
            </a:endParaRPr>
          </a:p>
          <a:p>
            <a:pPr marL="630555" lvl="2"/>
            <a:endParaRPr lang="en-US" altLang="zh-CN" b="1" dirty="0">
              <a:solidFill>
                <a:srgbClr val="D00638"/>
              </a:solidFill>
              <a:latin typeface="+mn-lt"/>
              <a:sym typeface="+mn-ea"/>
            </a:endParaRPr>
          </a:p>
          <a:p>
            <a:pPr marL="630555" lvl="2"/>
            <a:endParaRPr lang="en-US" altLang="zh-CN" dirty="0">
              <a:solidFill>
                <a:schemeClr val="tx1"/>
              </a:solidFill>
              <a:latin typeface="+mn-lt"/>
            </a:endParaRPr>
          </a:p>
          <a:p>
            <a:pPr marL="268605" lvl="2" indent="0">
              <a:buNone/>
            </a:pPr>
            <a:endParaRPr lang="en-US" altLang="zh-CN" dirty="0">
              <a:solidFill>
                <a:schemeClr val="tx1"/>
              </a:solidFill>
              <a:latin typeface="+mn-lt"/>
            </a:endParaRPr>
          </a:p>
          <a:p>
            <a:pPr marL="268605" lvl="2" indent="0">
              <a:buNone/>
            </a:pPr>
            <a:endParaRPr lang="en-US" altLang="zh-CN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5" name="Rectangle 10"/>
          <p:cNvSpPr/>
          <p:nvPr/>
        </p:nvSpPr>
        <p:spPr>
          <a:xfrm>
            <a:off x="0" y="420787"/>
            <a:ext cx="288000" cy="57606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0" name="标题 1"/>
          <p:cNvSpPr txBox="1"/>
          <p:nvPr/>
        </p:nvSpPr>
        <p:spPr>
          <a:xfrm>
            <a:off x="288000" y="0"/>
            <a:ext cx="11164860" cy="14176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altLang="zh-TW" dirty="0">
                <a:latin typeface="Century Gothic" panose="020B050202020202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Summary</a:t>
            </a:r>
            <a:endParaRPr lang="zh-TW" altLang="en-US" dirty="0">
              <a:latin typeface="Calibri" panose="020F0502020204030204" pitchFamily="34" charset="0"/>
              <a:ea typeface="Verdana" panose="020B060403050404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68935" y="2792640"/>
            <a:ext cx="11083926" cy="707886"/>
          </a:xfrm>
          <a:prstGeom prst="rect">
            <a:avLst/>
          </a:prstGeom>
          <a:noFill/>
          <a:ln w="19050">
            <a:noFill/>
            <a:prstDash val="solid"/>
          </a:ln>
        </p:spPr>
        <p:txBody>
          <a:bodyPr wrap="square" rtlCol="0" anchor="t">
            <a:spAutoFit/>
          </a:bodyPr>
          <a:lstStyle/>
          <a:p>
            <a:pPr marL="268605" lvl="2" algn="l">
              <a:buSzTx/>
              <a:buNone/>
            </a:pPr>
            <a:r>
              <a:rPr lang="en-US" altLang="zh-CN" sz="2000" dirty="0">
                <a:sym typeface="+mn-ea"/>
              </a:rPr>
              <a:t>We provide a comprehensive analysis of memory requirements for full-graph GNN training on Multi-GPU platforms,</a:t>
            </a:r>
            <a:r>
              <a:rPr lang="zh-CN" altLang="en-US" sz="2000" dirty="0">
                <a:sym typeface="+mn-ea"/>
              </a:rPr>
              <a:t> </a:t>
            </a:r>
            <a:r>
              <a:rPr lang="en-US" altLang="zh-CN" sz="2000" dirty="0">
                <a:sym typeface="+mn-ea"/>
              </a:rPr>
              <a:t>including</a:t>
            </a:r>
            <a:r>
              <a:rPr lang="zh-CN" altLang="en-US" sz="2000" dirty="0">
                <a:sym typeface="+mn-ea"/>
              </a:rPr>
              <a:t> </a:t>
            </a:r>
            <a:r>
              <a:rPr lang="en-US" altLang="zh-CN" sz="2000" dirty="0">
                <a:sym typeface="+mn-ea"/>
              </a:rPr>
              <a:t>neighbor</a:t>
            </a:r>
            <a:r>
              <a:rPr lang="zh-CN" altLang="en-US" sz="2000" dirty="0">
                <a:sym typeface="+mn-ea"/>
              </a:rPr>
              <a:t> </a:t>
            </a:r>
            <a:r>
              <a:rPr lang="en-US" altLang="zh-CN" sz="2000" dirty="0">
                <a:sym typeface="+mn-ea"/>
              </a:rPr>
              <a:t>replication</a:t>
            </a:r>
            <a:r>
              <a:rPr lang="zh-CN" altLang="en-US" sz="2000" dirty="0">
                <a:sym typeface="+mn-ea"/>
              </a:rPr>
              <a:t> </a:t>
            </a:r>
            <a:r>
              <a:rPr lang="en-US" altLang="zh-CN" sz="2000" dirty="0">
                <a:sym typeface="+mn-ea"/>
              </a:rPr>
              <a:t>and</a:t>
            </a:r>
            <a:r>
              <a:rPr lang="zh-CN" altLang="en-US" sz="2000" dirty="0">
                <a:sym typeface="+mn-ea"/>
              </a:rPr>
              <a:t> </a:t>
            </a:r>
            <a:r>
              <a:rPr lang="en-US" altLang="zh-CN" sz="2000" dirty="0">
                <a:sym typeface="+mn-ea"/>
              </a:rPr>
              <a:t>intermediate</a:t>
            </a:r>
            <a:r>
              <a:rPr lang="zh-CN" altLang="en-US" sz="2000" dirty="0">
                <a:sym typeface="+mn-ea"/>
              </a:rPr>
              <a:t> </a:t>
            </a:r>
            <a:r>
              <a:rPr lang="en-US" altLang="zh-CN" sz="2000" dirty="0">
                <a:sym typeface="+mn-ea"/>
              </a:rPr>
              <a:t>data.</a:t>
            </a:r>
            <a:endParaRPr lang="en-US" altLang="zh-CN" sz="1400" dirty="0">
              <a:sym typeface="+mn-ea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5D88F68-9DCE-2C9A-70B9-AF293BB8D574}"/>
              </a:ext>
            </a:extLst>
          </p:cNvPr>
          <p:cNvSpPr txBox="1"/>
          <p:nvPr/>
        </p:nvSpPr>
        <p:spPr>
          <a:xfrm>
            <a:off x="368935" y="3785641"/>
            <a:ext cx="11083926" cy="707886"/>
          </a:xfrm>
          <a:prstGeom prst="rect">
            <a:avLst/>
          </a:prstGeom>
          <a:noFill/>
          <a:ln w="19050">
            <a:noFill/>
            <a:prstDash val="solid"/>
          </a:ln>
        </p:spPr>
        <p:txBody>
          <a:bodyPr wrap="square" rtlCol="0" anchor="t">
            <a:spAutoFit/>
          </a:bodyPr>
          <a:lstStyle/>
          <a:p>
            <a:pPr marL="268605" lvl="2"/>
            <a:r>
              <a:rPr lang="en-US" altLang="zh-CN" sz="2000" dirty="0">
                <a:sym typeface="+mn-ea"/>
              </a:rPr>
              <a:t>We propose GNN task parallelism, which reduces neighbor replication by partitioning tasks across GPUs and partitioning graph of each task within a GPU, instead of partitioning graph data across GPUs.</a:t>
            </a:r>
          </a:p>
        </p:txBody>
      </p:sp>
    </p:spTree>
    <p:extLst>
      <p:ext uri="{BB962C8B-B14F-4D97-AF65-F5344CB8AC3E}">
        <p14:creationId xmlns:p14="http://schemas.microsoft.com/office/powerpoint/2010/main" val="1151874192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内容占位符 2"/>
          <p:cNvSpPr txBox="1"/>
          <p:nvPr/>
        </p:nvSpPr>
        <p:spPr>
          <a:xfrm>
            <a:off x="-1" y="1361357"/>
            <a:ext cx="11968223" cy="53784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zh-CN"/>
            </a:defPPr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latin typeface="Arial" panose="020B0604020202020204"/>
                <a:cs typeface="Arial" panose="020B0604020202020204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latin typeface="Arial" panose="020B0604020202020204"/>
                <a:cs typeface="Arial" panose="020B0604020202020204"/>
              </a:defRPr>
            </a:lvl2pPr>
            <a:lvl3pPr marL="361950" lvl="2" indent="-361950">
              <a:spcBef>
                <a:spcPct val="20000"/>
              </a:spcBef>
              <a:buClr>
                <a:srgbClr val="FF0066"/>
              </a:buClr>
              <a:buFont typeface="Verdana" panose="020B0604030504040204" pitchFamily="34" charset="0"/>
              <a:buChar char="□"/>
              <a:defRPr sz="2800">
                <a:solidFill>
                  <a:prstClr val="black"/>
                </a:solidFill>
                <a:latin typeface="Eras Medium ITC" panose="020B06020305040208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>
                <a:latin typeface="Arial" panose="020B0604020202020204"/>
                <a:cs typeface="Arial" panose="020B0604020202020204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>
                <a:latin typeface="Arial" panose="020B0604020202020204"/>
                <a:cs typeface="Arial" panose="020B0604020202020204"/>
              </a:defRPr>
            </a:lvl5pPr>
            <a:lvl6pPr marL="25146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9pPr>
          </a:lstStyle>
          <a:p>
            <a:pPr marL="268605" lvl="2" indent="0">
              <a:buNone/>
            </a:pPr>
            <a:r>
              <a:rPr lang="en-US" altLang="zh-CN" dirty="0" err="1">
                <a:latin typeface="+mn-lt"/>
                <a:cs typeface="+mj-cs"/>
                <a:sym typeface="+mn-ea"/>
              </a:rPr>
              <a:t>NeutronTask</a:t>
            </a:r>
            <a:r>
              <a:rPr lang="en-US" altLang="zh-CN" dirty="0">
                <a:latin typeface="+mn-lt"/>
                <a:cs typeface="+mj-cs"/>
                <a:sym typeface="+mn-ea"/>
              </a:rPr>
              <a:t>: Scalable and Efficient Multi-GPU GNN Training</a:t>
            </a:r>
          </a:p>
          <a:p>
            <a:pPr marL="268605" lvl="2" indent="0">
              <a:buNone/>
            </a:pPr>
            <a:r>
              <a:rPr lang="en-US" altLang="zh-CN" dirty="0">
                <a:latin typeface="+mn-lt"/>
                <a:cs typeface="+mj-cs"/>
                <a:sym typeface="+mn-ea"/>
              </a:rPr>
              <a:t>with Task Parallelism</a:t>
            </a:r>
          </a:p>
          <a:p>
            <a:pPr marL="630555" lvl="2"/>
            <a:r>
              <a:rPr lang="en-US" altLang="zh-CN" b="1" dirty="0">
                <a:solidFill>
                  <a:srgbClr val="D00638"/>
                </a:solidFill>
                <a:latin typeface="+mn-lt"/>
                <a:sym typeface="+mn-ea"/>
              </a:rPr>
              <a:t>Providing analysis of memory requirements for full-graph training</a:t>
            </a:r>
          </a:p>
          <a:p>
            <a:pPr marL="630555" lvl="2"/>
            <a:endParaRPr lang="en-US" altLang="zh-CN" b="1" dirty="0">
              <a:solidFill>
                <a:srgbClr val="D00638"/>
              </a:solidFill>
              <a:latin typeface="+mn-lt"/>
              <a:sym typeface="+mn-ea"/>
            </a:endParaRPr>
          </a:p>
          <a:p>
            <a:pPr marL="630555" lvl="2"/>
            <a:r>
              <a:rPr lang="en-US" altLang="zh-CN" b="1" dirty="0">
                <a:solidFill>
                  <a:srgbClr val="D00638"/>
                </a:solidFill>
                <a:latin typeface="+mn-lt"/>
                <a:sym typeface="+mn-ea"/>
              </a:rPr>
              <a:t>Proposing a GNN task parallelism technique</a:t>
            </a:r>
          </a:p>
          <a:p>
            <a:pPr marL="630555" lvl="2"/>
            <a:endParaRPr lang="en-US" altLang="zh-CN" b="1" dirty="0">
              <a:solidFill>
                <a:srgbClr val="D00638"/>
              </a:solidFill>
              <a:latin typeface="+mn-lt"/>
              <a:sym typeface="+mn-ea"/>
            </a:endParaRPr>
          </a:p>
          <a:p>
            <a:pPr marL="630555" lvl="2"/>
            <a:r>
              <a:rPr lang="en-US" altLang="zh-CN" b="1" dirty="0">
                <a:solidFill>
                  <a:srgbClr val="D00638"/>
                </a:solidFill>
                <a:latin typeface="+mn-lt"/>
                <a:sym typeface="+mn-ea"/>
              </a:rPr>
              <a:t>Proposing a task-decoupled GNN training framework</a:t>
            </a:r>
          </a:p>
          <a:p>
            <a:pPr marL="630555" lvl="2"/>
            <a:endParaRPr lang="en-US" altLang="zh-CN" b="1" dirty="0">
              <a:solidFill>
                <a:srgbClr val="D00638"/>
              </a:solidFill>
              <a:latin typeface="+mn-lt"/>
              <a:sym typeface="+mn-ea"/>
            </a:endParaRPr>
          </a:p>
          <a:p>
            <a:pPr marL="630555" lvl="2"/>
            <a:endParaRPr lang="en-US" altLang="zh-CN" b="1" dirty="0">
              <a:solidFill>
                <a:srgbClr val="D00638"/>
              </a:solidFill>
              <a:latin typeface="+mn-lt"/>
              <a:sym typeface="+mn-ea"/>
            </a:endParaRPr>
          </a:p>
          <a:p>
            <a:pPr marL="630555" lvl="2"/>
            <a:endParaRPr lang="en-US" altLang="zh-CN" b="1" dirty="0">
              <a:solidFill>
                <a:srgbClr val="D00638"/>
              </a:solidFill>
              <a:latin typeface="+mn-lt"/>
              <a:sym typeface="+mn-ea"/>
            </a:endParaRPr>
          </a:p>
          <a:p>
            <a:pPr marL="630555" lvl="2"/>
            <a:endParaRPr lang="en-US" altLang="zh-CN" b="1" dirty="0">
              <a:solidFill>
                <a:srgbClr val="D00638"/>
              </a:solidFill>
              <a:latin typeface="+mn-lt"/>
              <a:sym typeface="+mn-ea"/>
            </a:endParaRPr>
          </a:p>
          <a:p>
            <a:pPr marL="630555" lvl="2"/>
            <a:endParaRPr lang="en-US" altLang="zh-CN" b="1" dirty="0">
              <a:solidFill>
                <a:srgbClr val="D00638"/>
              </a:solidFill>
              <a:latin typeface="+mn-lt"/>
              <a:sym typeface="+mn-ea"/>
            </a:endParaRPr>
          </a:p>
          <a:p>
            <a:pPr marL="630555" lvl="2"/>
            <a:endParaRPr lang="en-US" altLang="zh-CN" b="1" dirty="0">
              <a:solidFill>
                <a:srgbClr val="D00638"/>
              </a:solidFill>
              <a:latin typeface="+mn-lt"/>
              <a:sym typeface="+mn-ea"/>
            </a:endParaRPr>
          </a:p>
          <a:p>
            <a:pPr marL="630555" lvl="2"/>
            <a:endParaRPr lang="en-US" altLang="zh-CN" b="1" dirty="0">
              <a:solidFill>
                <a:srgbClr val="D00638"/>
              </a:solidFill>
              <a:latin typeface="+mn-lt"/>
              <a:sym typeface="+mn-ea"/>
            </a:endParaRPr>
          </a:p>
          <a:p>
            <a:pPr marL="630555" lvl="2"/>
            <a:endParaRPr lang="en-US" altLang="zh-CN" dirty="0">
              <a:solidFill>
                <a:schemeClr val="tx1"/>
              </a:solidFill>
              <a:latin typeface="+mn-lt"/>
            </a:endParaRPr>
          </a:p>
          <a:p>
            <a:pPr marL="268605" lvl="2" indent="0">
              <a:buNone/>
            </a:pPr>
            <a:endParaRPr lang="en-US" altLang="zh-CN" dirty="0">
              <a:solidFill>
                <a:schemeClr val="tx1"/>
              </a:solidFill>
              <a:latin typeface="+mn-lt"/>
            </a:endParaRPr>
          </a:p>
          <a:p>
            <a:pPr marL="268605" lvl="2" indent="0">
              <a:buNone/>
            </a:pPr>
            <a:endParaRPr lang="en-US" altLang="zh-CN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5" name="Rectangle 10"/>
          <p:cNvSpPr/>
          <p:nvPr/>
        </p:nvSpPr>
        <p:spPr>
          <a:xfrm>
            <a:off x="0" y="420787"/>
            <a:ext cx="288000" cy="57606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0" name="标题 1"/>
          <p:cNvSpPr txBox="1"/>
          <p:nvPr/>
        </p:nvSpPr>
        <p:spPr>
          <a:xfrm>
            <a:off x="288000" y="0"/>
            <a:ext cx="11164860" cy="14176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altLang="zh-TW" dirty="0">
                <a:latin typeface="Century Gothic" panose="020B050202020202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Summary</a:t>
            </a:r>
            <a:endParaRPr lang="zh-TW" altLang="en-US" dirty="0">
              <a:latin typeface="Calibri" panose="020F0502020204030204" pitchFamily="34" charset="0"/>
              <a:ea typeface="Verdana" panose="020B060403050404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68935" y="2792640"/>
            <a:ext cx="11083926" cy="707886"/>
          </a:xfrm>
          <a:prstGeom prst="rect">
            <a:avLst/>
          </a:prstGeom>
          <a:noFill/>
          <a:ln w="19050">
            <a:noFill/>
            <a:prstDash val="solid"/>
          </a:ln>
        </p:spPr>
        <p:txBody>
          <a:bodyPr wrap="square" rtlCol="0" anchor="t">
            <a:spAutoFit/>
          </a:bodyPr>
          <a:lstStyle/>
          <a:p>
            <a:pPr marL="268605" lvl="2" algn="l">
              <a:buSzTx/>
              <a:buNone/>
            </a:pPr>
            <a:r>
              <a:rPr lang="en-US" altLang="zh-CN" sz="2000" dirty="0">
                <a:sym typeface="+mn-ea"/>
              </a:rPr>
              <a:t>We provide a comprehensive analysis of memory requirements for full-graph GNN training on Multi-GPU platforms,</a:t>
            </a:r>
            <a:r>
              <a:rPr lang="zh-CN" altLang="en-US" sz="2000" dirty="0">
                <a:sym typeface="+mn-ea"/>
              </a:rPr>
              <a:t> </a:t>
            </a:r>
            <a:r>
              <a:rPr lang="en-US" altLang="zh-CN" sz="2000" dirty="0">
                <a:sym typeface="+mn-ea"/>
              </a:rPr>
              <a:t>including</a:t>
            </a:r>
            <a:r>
              <a:rPr lang="zh-CN" altLang="en-US" sz="2000" dirty="0">
                <a:sym typeface="+mn-ea"/>
              </a:rPr>
              <a:t> </a:t>
            </a:r>
            <a:r>
              <a:rPr lang="en-US" altLang="zh-CN" sz="2000" dirty="0">
                <a:sym typeface="+mn-ea"/>
              </a:rPr>
              <a:t>neighbor</a:t>
            </a:r>
            <a:r>
              <a:rPr lang="zh-CN" altLang="en-US" sz="2000" dirty="0">
                <a:sym typeface="+mn-ea"/>
              </a:rPr>
              <a:t> </a:t>
            </a:r>
            <a:r>
              <a:rPr lang="en-US" altLang="zh-CN" sz="2000" dirty="0">
                <a:sym typeface="+mn-ea"/>
              </a:rPr>
              <a:t>replication</a:t>
            </a:r>
            <a:r>
              <a:rPr lang="zh-CN" altLang="en-US" sz="2000" dirty="0">
                <a:sym typeface="+mn-ea"/>
              </a:rPr>
              <a:t> </a:t>
            </a:r>
            <a:r>
              <a:rPr lang="en-US" altLang="zh-CN" sz="2000" dirty="0">
                <a:sym typeface="+mn-ea"/>
              </a:rPr>
              <a:t>and</a:t>
            </a:r>
            <a:r>
              <a:rPr lang="zh-CN" altLang="en-US" sz="2000" dirty="0">
                <a:sym typeface="+mn-ea"/>
              </a:rPr>
              <a:t> </a:t>
            </a:r>
            <a:r>
              <a:rPr lang="en-US" altLang="zh-CN" sz="2000" dirty="0">
                <a:sym typeface="+mn-ea"/>
              </a:rPr>
              <a:t>intermediate</a:t>
            </a:r>
            <a:r>
              <a:rPr lang="zh-CN" altLang="en-US" sz="2000" dirty="0">
                <a:sym typeface="+mn-ea"/>
              </a:rPr>
              <a:t> </a:t>
            </a:r>
            <a:r>
              <a:rPr lang="en-US" altLang="zh-CN" sz="2000" dirty="0">
                <a:sym typeface="+mn-ea"/>
              </a:rPr>
              <a:t>data.</a:t>
            </a:r>
            <a:endParaRPr lang="en-US" altLang="zh-CN" sz="1400" dirty="0">
              <a:sym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4D2F41C-D060-D914-4740-F3B7D02B5432}"/>
              </a:ext>
            </a:extLst>
          </p:cNvPr>
          <p:cNvSpPr txBox="1"/>
          <p:nvPr/>
        </p:nvSpPr>
        <p:spPr>
          <a:xfrm>
            <a:off x="368935" y="4850312"/>
            <a:ext cx="11083926" cy="707886"/>
          </a:xfrm>
          <a:prstGeom prst="rect">
            <a:avLst/>
          </a:prstGeom>
          <a:noFill/>
          <a:ln w="19050">
            <a:noFill/>
            <a:prstDash val="solid"/>
          </a:ln>
        </p:spPr>
        <p:txBody>
          <a:bodyPr wrap="square" rtlCol="0" anchor="t">
            <a:spAutoFit/>
          </a:bodyPr>
          <a:lstStyle/>
          <a:p>
            <a:pPr marL="268605" lvl="2"/>
            <a:r>
              <a:rPr lang="en-US" altLang="zh-CN" sz="2000" dirty="0">
                <a:sym typeface="+mn-ea"/>
              </a:rPr>
              <a:t>We propose a task-decoupled GNN training framework, which decouples T tasks from P tasks and utilizes the </a:t>
            </a:r>
            <a:r>
              <a:rPr lang="en-US" altLang="zh-CN" sz="2000" dirty="0" err="1">
                <a:sym typeface="+mn-ea"/>
              </a:rPr>
              <a:t>recomputation</a:t>
            </a:r>
            <a:r>
              <a:rPr lang="en-US" altLang="zh-CN" sz="2000" dirty="0">
                <a:sym typeface="+mn-ea"/>
              </a:rPr>
              <a:t> technique to improve the memory-efficiency.</a:t>
            </a:r>
            <a:endParaRPr lang="en-US" altLang="zh-CN" sz="1400" dirty="0">
              <a:sym typeface="+mn-ea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21E4196-98FC-173B-3521-7F4D69377E19}"/>
              </a:ext>
            </a:extLst>
          </p:cNvPr>
          <p:cNvSpPr txBox="1"/>
          <p:nvPr/>
        </p:nvSpPr>
        <p:spPr>
          <a:xfrm>
            <a:off x="368935" y="3785641"/>
            <a:ext cx="11083926" cy="707886"/>
          </a:xfrm>
          <a:prstGeom prst="rect">
            <a:avLst/>
          </a:prstGeom>
          <a:noFill/>
          <a:ln w="19050">
            <a:noFill/>
            <a:prstDash val="solid"/>
          </a:ln>
        </p:spPr>
        <p:txBody>
          <a:bodyPr wrap="square" rtlCol="0" anchor="t">
            <a:spAutoFit/>
          </a:bodyPr>
          <a:lstStyle/>
          <a:p>
            <a:pPr marL="268605" lvl="2"/>
            <a:r>
              <a:rPr lang="en-US" altLang="zh-CN" sz="2000" dirty="0">
                <a:sym typeface="+mn-ea"/>
              </a:rPr>
              <a:t>We propose GNN task parallelism, which reduces neighbor replication by partitioning tasks across GPUs and partitioning graph of each task within a GPU, instead of partitioning graph data across GPUs.</a:t>
            </a:r>
          </a:p>
        </p:txBody>
      </p:sp>
    </p:spTree>
    <p:extLst>
      <p:ext uri="{BB962C8B-B14F-4D97-AF65-F5344CB8AC3E}">
        <p14:creationId xmlns:p14="http://schemas.microsoft.com/office/powerpoint/2010/main" val="3046629909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内容占位符 2"/>
          <p:cNvSpPr txBox="1"/>
          <p:nvPr/>
        </p:nvSpPr>
        <p:spPr>
          <a:xfrm>
            <a:off x="-1" y="1361357"/>
            <a:ext cx="11968223" cy="53784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zh-CN"/>
            </a:defPPr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latin typeface="Arial" panose="020B0604020202020204"/>
                <a:cs typeface="Arial" panose="020B0604020202020204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latin typeface="Arial" panose="020B0604020202020204"/>
                <a:cs typeface="Arial" panose="020B0604020202020204"/>
              </a:defRPr>
            </a:lvl2pPr>
            <a:lvl3pPr marL="361950" lvl="2" indent="-361950">
              <a:spcBef>
                <a:spcPct val="20000"/>
              </a:spcBef>
              <a:buClr>
                <a:srgbClr val="FF0066"/>
              </a:buClr>
              <a:buFont typeface="Verdana" panose="020B0604030504040204" pitchFamily="34" charset="0"/>
              <a:buChar char="□"/>
              <a:defRPr sz="2800">
                <a:solidFill>
                  <a:prstClr val="black"/>
                </a:solidFill>
                <a:latin typeface="Eras Medium ITC" panose="020B06020305040208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>
                <a:latin typeface="Arial" panose="020B0604020202020204"/>
                <a:cs typeface="Arial" panose="020B0604020202020204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>
                <a:latin typeface="Arial" panose="020B0604020202020204"/>
                <a:cs typeface="Arial" panose="020B0604020202020204"/>
              </a:defRPr>
            </a:lvl5pPr>
            <a:lvl6pPr marL="25146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9pPr>
          </a:lstStyle>
          <a:p>
            <a:pPr marL="268605" lvl="2" indent="0">
              <a:buNone/>
            </a:pPr>
            <a:r>
              <a:rPr lang="en-US" altLang="zh-CN" dirty="0" err="1">
                <a:latin typeface="+mn-lt"/>
                <a:cs typeface="+mj-cs"/>
                <a:sym typeface="+mn-ea"/>
              </a:rPr>
              <a:t>NeutronTask</a:t>
            </a:r>
            <a:r>
              <a:rPr lang="en-US" altLang="zh-CN" dirty="0">
                <a:latin typeface="+mn-lt"/>
                <a:cs typeface="+mj-cs"/>
                <a:sym typeface="+mn-ea"/>
              </a:rPr>
              <a:t>: Scalable and Efficient Multi-GPU GNN Training</a:t>
            </a:r>
          </a:p>
          <a:p>
            <a:pPr marL="268605" lvl="2" indent="0">
              <a:buNone/>
            </a:pPr>
            <a:r>
              <a:rPr lang="en-US" altLang="zh-CN" dirty="0">
                <a:latin typeface="+mn-lt"/>
                <a:cs typeface="+mj-cs"/>
                <a:sym typeface="+mn-ea"/>
              </a:rPr>
              <a:t>with Task Parallelism</a:t>
            </a:r>
          </a:p>
          <a:p>
            <a:pPr marL="630555" lvl="2"/>
            <a:r>
              <a:rPr lang="en-US" altLang="zh-CN" b="1" dirty="0">
                <a:solidFill>
                  <a:srgbClr val="D00638"/>
                </a:solidFill>
                <a:latin typeface="+mn-lt"/>
                <a:sym typeface="+mn-ea"/>
              </a:rPr>
              <a:t>Providing analysis of memory requirements for full-graph training</a:t>
            </a:r>
          </a:p>
          <a:p>
            <a:pPr marL="630555" lvl="2"/>
            <a:endParaRPr lang="en-US" altLang="zh-CN" b="1" dirty="0">
              <a:solidFill>
                <a:srgbClr val="D00638"/>
              </a:solidFill>
              <a:latin typeface="+mn-lt"/>
              <a:sym typeface="+mn-ea"/>
            </a:endParaRPr>
          </a:p>
          <a:p>
            <a:pPr marL="630555" lvl="2"/>
            <a:r>
              <a:rPr lang="en-US" altLang="zh-CN" b="1" dirty="0">
                <a:solidFill>
                  <a:srgbClr val="D00638"/>
                </a:solidFill>
                <a:latin typeface="+mn-lt"/>
                <a:sym typeface="+mn-ea"/>
              </a:rPr>
              <a:t>Proposing a GNN task parallelism technique</a:t>
            </a:r>
          </a:p>
          <a:p>
            <a:pPr marL="630555" lvl="2"/>
            <a:endParaRPr lang="en-US" altLang="zh-CN" b="1" dirty="0">
              <a:solidFill>
                <a:srgbClr val="D00638"/>
              </a:solidFill>
              <a:latin typeface="+mn-lt"/>
              <a:sym typeface="+mn-ea"/>
            </a:endParaRPr>
          </a:p>
          <a:p>
            <a:pPr marL="630555" lvl="2"/>
            <a:r>
              <a:rPr lang="en-US" altLang="zh-CN" b="1" dirty="0">
                <a:solidFill>
                  <a:srgbClr val="D00638"/>
                </a:solidFill>
                <a:latin typeface="+mn-lt"/>
                <a:sym typeface="+mn-ea"/>
              </a:rPr>
              <a:t>Proposing a task-decoupled GNN training framework</a:t>
            </a:r>
          </a:p>
          <a:p>
            <a:pPr marL="630555" lvl="2"/>
            <a:endParaRPr lang="en-US" altLang="zh-CN" b="1" dirty="0">
              <a:solidFill>
                <a:srgbClr val="D00638"/>
              </a:solidFill>
              <a:latin typeface="+mn-lt"/>
              <a:sym typeface="+mn-ea"/>
            </a:endParaRPr>
          </a:p>
          <a:p>
            <a:pPr marL="630555" lvl="2"/>
            <a:r>
              <a:rPr lang="en-US" altLang="zh-CN" b="1" dirty="0">
                <a:solidFill>
                  <a:srgbClr val="D00638"/>
                </a:solidFill>
                <a:latin typeface="+mn-lt"/>
                <a:sym typeface="+mn-ea"/>
              </a:rPr>
              <a:t>The code are publicly available on </a:t>
            </a:r>
            <a:r>
              <a:rPr lang="en-US" altLang="zh-CN" b="1" dirty="0" err="1">
                <a:solidFill>
                  <a:srgbClr val="D00638"/>
                </a:solidFill>
                <a:latin typeface="+mn-lt"/>
                <a:sym typeface="+mn-ea"/>
              </a:rPr>
              <a:t>github</a:t>
            </a:r>
            <a:endParaRPr lang="en-US" altLang="zh-CN" b="1" dirty="0">
              <a:solidFill>
                <a:srgbClr val="D00638"/>
              </a:solidFill>
              <a:latin typeface="+mn-lt"/>
              <a:sym typeface="+mn-ea"/>
            </a:endParaRPr>
          </a:p>
        </p:txBody>
      </p:sp>
      <p:sp>
        <p:nvSpPr>
          <p:cNvPr id="5" name="Rectangle 10"/>
          <p:cNvSpPr/>
          <p:nvPr/>
        </p:nvSpPr>
        <p:spPr>
          <a:xfrm>
            <a:off x="0" y="420787"/>
            <a:ext cx="288000" cy="57606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0" name="标题 1"/>
          <p:cNvSpPr txBox="1"/>
          <p:nvPr/>
        </p:nvSpPr>
        <p:spPr>
          <a:xfrm>
            <a:off x="288000" y="0"/>
            <a:ext cx="11164860" cy="14176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altLang="zh-TW" dirty="0">
                <a:latin typeface="Century Gothic" panose="020B050202020202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Summary</a:t>
            </a:r>
            <a:endParaRPr lang="zh-TW" altLang="en-US" dirty="0">
              <a:latin typeface="Calibri" panose="020F0502020204030204" pitchFamily="34" charset="0"/>
              <a:ea typeface="Verdana" panose="020B060403050404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68935" y="2792640"/>
            <a:ext cx="11083926" cy="707886"/>
          </a:xfrm>
          <a:prstGeom prst="rect">
            <a:avLst/>
          </a:prstGeom>
          <a:noFill/>
          <a:ln w="19050">
            <a:noFill/>
            <a:prstDash val="solid"/>
          </a:ln>
        </p:spPr>
        <p:txBody>
          <a:bodyPr wrap="square" rtlCol="0" anchor="t">
            <a:spAutoFit/>
          </a:bodyPr>
          <a:lstStyle/>
          <a:p>
            <a:pPr marL="268605" lvl="2" algn="l">
              <a:buSzTx/>
              <a:buNone/>
            </a:pPr>
            <a:r>
              <a:rPr lang="en-US" altLang="zh-CN" sz="2000" dirty="0">
                <a:sym typeface="+mn-ea"/>
              </a:rPr>
              <a:t>We provide a comprehensive analysis of memory requirements for full-graph GNN training on Multi-GPU platforms,</a:t>
            </a:r>
            <a:r>
              <a:rPr lang="zh-CN" altLang="en-US" sz="2000" dirty="0">
                <a:sym typeface="+mn-ea"/>
              </a:rPr>
              <a:t> </a:t>
            </a:r>
            <a:r>
              <a:rPr lang="en-US" altLang="zh-CN" sz="2000" dirty="0">
                <a:sym typeface="+mn-ea"/>
              </a:rPr>
              <a:t>including</a:t>
            </a:r>
            <a:r>
              <a:rPr lang="zh-CN" altLang="en-US" sz="2000" dirty="0">
                <a:sym typeface="+mn-ea"/>
              </a:rPr>
              <a:t> </a:t>
            </a:r>
            <a:r>
              <a:rPr lang="en-US" altLang="zh-CN" sz="2000" dirty="0">
                <a:sym typeface="+mn-ea"/>
              </a:rPr>
              <a:t>neighbor</a:t>
            </a:r>
            <a:r>
              <a:rPr lang="zh-CN" altLang="en-US" sz="2000" dirty="0">
                <a:sym typeface="+mn-ea"/>
              </a:rPr>
              <a:t> </a:t>
            </a:r>
            <a:r>
              <a:rPr lang="en-US" altLang="zh-CN" sz="2000" dirty="0">
                <a:sym typeface="+mn-ea"/>
              </a:rPr>
              <a:t>replication</a:t>
            </a:r>
            <a:r>
              <a:rPr lang="zh-CN" altLang="en-US" sz="2000" dirty="0">
                <a:sym typeface="+mn-ea"/>
              </a:rPr>
              <a:t> </a:t>
            </a:r>
            <a:r>
              <a:rPr lang="en-US" altLang="zh-CN" sz="2000" dirty="0">
                <a:sym typeface="+mn-ea"/>
              </a:rPr>
              <a:t>and</a:t>
            </a:r>
            <a:r>
              <a:rPr lang="zh-CN" altLang="en-US" sz="2000" dirty="0">
                <a:sym typeface="+mn-ea"/>
              </a:rPr>
              <a:t> </a:t>
            </a:r>
            <a:r>
              <a:rPr lang="en-US" altLang="zh-CN" sz="2000" dirty="0">
                <a:sym typeface="+mn-ea"/>
              </a:rPr>
              <a:t>intermediate</a:t>
            </a:r>
            <a:r>
              <a:rPr lang="zh-CN" altLang="en-US" sz="2000" dirty="0">
                <a:sym typeface="+mn-ea"/>
              </a:rPr>
              <a:t> </a:t>
            </a:r>
            <a:r>
              <a:rPr lang="en-US" altLang="zh-CN" sz="2000" dirty="0">
                <a:sym typeface="+mn-ea"/>
              </a:rPr>
              <a:t>data.</a:t>
            </a:r>
            <a:endParaRPr lang="en-US" altLang="zh-CN" sz="1400" dirty="0">
              <a:sym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4D2F41C-D060-D914-4740-F3B7D02B5432}"/>
              </a:ext>
            </a:extLst>
          </p:cNvPr>
          <p:cNvSpPr txBox="1"/>
          <p:nvPr/>
        </p:nvSpPr>
        <p:spPr>
          <a:xfrm>
            <a:off x="368935" y="4850312"/>
            <a:ext cx="11083926" cy="707886"/>
          </a:xfrm>
          <a:prstGeom prst="rect">
            <a:avLst/>
          </a:prstGeom>
          <a:noFill/>
          <a:ln w="19050">
            <a:noFill/>
            <a:prstDash val="solid"/>
          </a:ln>
        </p:spPr>
        <p:txBody>
          <a:bodyPr wrap="square" rtlCol="0" anchor="t">
            <a:spAutoFit/>
          </a:bodyPr>
          <a:lstStyle/>
          <a:p>
            <a:pPr marL="268605" lvl="2"/>
            <a:r>
              <a:rPr lang="en-US" altLang="zh-CN" sz="2000" dirty="0">
                <a:sym typeface="+mn-ea"/>
              </a:rPr>
              <a:t>We propose a task-decoupled GNN training framework, which decouples T tasks from P tasks and utilizes the </a:t>
            </a:r>
            <a:r>
              <a:rPr lang="en-US" altLang="zh-CN" sz="2000" dirty="0" err="1">
                <a:sym typeface="+mn-ea"/>
              </a:rPr>
              <a:t>recomputation</a:t>
            </a:r>
            <a:r>
              <a:rPr lang="en-US" altLang="zh-CN" sz="2000" dirty="0">
                <a:sym typeface="+mn-ea"/>
              </a:rPr>
              <a:t> technique to improve the memory-efficiency.</a:t>
            </a:r>
            <a:endParaRPr lang="en-US" altLang="zh-CN" sz="1400" dirty="0">
              <a:sym typeface="+mn-ea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9DCF60F-AA65-A1BF-5585-3F1159D47C18}"/>
              </a:ext>
            </a:extLst>
          </p:cNvPr>
          <p:cNvSpPr/>
          <p:nvPr/>
        </p:nvSpPr>
        <p:spPr>
          <a:xfrm>
            <a:off x="720809" y="5902333"/>
            <a:ext cx="456618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/>
              <a:t>https://github.com/iDC-NEU/NeutronTask</a:t>
            </a:r>
            <a:endParaRPr lang="zh-CN" altLang="en-US" sz="2000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4D6FC73-E4E2-1E19-57FD-C48A822EF727}"/>
              </a:ext>
            </a:extLst>
          </p:cNvPr>
          <p:cNvSpPr txBox="1"/>
          <p:nvPr/>
        </p:nvSpPr>
        <p:spPr>
          <a:xfrm>
            <a:off x="368935" y="3785641"/>
            <a:ext cx="11083926" cy="707886"/>
          </a:xfrm>
          <a:prstGeom prst="rect">
            <a:avLst/>
          </a:prstGeom>
          <a:noFill/>
          <a:ln w="19050">
            <a:noFill/>
            <a:prstDash val="solid"/>
          </a:ln>
        </p:spPr>
        <p:txBody>
          <a:bodyPr wrap="square" rtlCol="0" anchor="t">
            <a:spAutoFit/>
          </a:bodyPr>
          <a:lstStyle/>
          <a:p>
            <a:pPr marL="268605" lvl="2"/>
            <a:r>
              <a:rPr lang="en-US" altLang="zh-CN" sz="2000" dirty="0">
                <a:sym typeface="+mn-ea"/>
              </a:rPr>
              <a:t>We propose GNN task parallelism, which reduces neighbor replication by partitioning tasks across GPUs and partitioning graph of each task within a GPU, instead of partitioning graph data across GPUs.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81FC3AA6-B179-212F-69BC-657063F400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05257" y="5243688"/>
            <a:ext cx="1502393" cy="1496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411532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7f2eea7e-3ddf-4b8d-8bd1-76e548026a7c"/>
  <p:tag name="COMMONDATA" val="eyJoZGlkIjoiYjcxMGEwZjVkZDBhOTAxYjFkYjJhNTc0ZWNmNjhlOGE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  <a:ln w="19050">
          <a:solidFill>
            <a:srgbClr val="C00000"/>
          </a:solidFill>
          <a:prstDash val="solid"/>
        </a:ln>
      </a:spPr>
      <a:bodyPr wrap="square" rtlCol="0">
        <a:noAutofit/>
      </a:bodyPr>
      <a:lstStyle>
        <a:defPPr>
          <a:defRPr sz="1200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12800</TotalTime>
  <Words>4375</Words>
  <Application>Microsoft Office PowerPoint</Application>
  <PresentationFormat>宽屏</PresentationFormat>
  <Paragraphs>1610</Paragraphs>
  <Slides>77</Slides>
  <Notes>77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77</vt:i4>
      </vt:variant>
    </vt:vector>
  </HeadingPairs>
  <TitlesOfParts>
    <vt:vector size="91" baseType="lpstr">
      <vt:lpstr>LinLibertineT</vt:lpstr>
      <vt:lpstr>LinLibertineTB</vt:lpstr>
      <vt:lpstr>txsys</vt:lpstr>
      <vt:lpstr>微软雅黑</vt:lpstr>
      <vt:lpstr>Abadi</vt:lpstr>
      <vt:lpstr>Arial</vt:lpstr>
      <vt:lpstr>Calibri</vt:lpstr>
      <vt:lpstr>Cambria Math</vt:lpstr>
      <vt:lpstr>Century Gothic</vt:lpstr>
      <vt:lpstr>Consolas</vt:lpstr>
      <vt:lpstr>Verdana</vt:lpstr>
      <vt:lpstr>Wingdings</vt:lpstr>
      <vt:lpstr>Wingdings 2</vt:lpstr>
      <vt:lpstr>Custom Design</vt:lpstr>
      <vt:lpstr>PowerPoint 演示文稿</vt:lpstr>
      <vt:lpstr>Graph Neural Network （GNN）</vt:lpstr>
      <vt:lpstr>Graph Neural Network （GNN）</vt:lpstr>
      <vt:lpstr>Memory Challenge in GNN Training</vt:lpstr>
      <vt:lpstr>Memory Challenge in GNN Training</vt:lpstr>
      <vt:lpstr>Memory Challenge in GNN Training</vt:lpstr>
      <vt:lpstr>Memory Challenge in GNN Training</vt:lpstr>
      <vt:lpstr>Memory Challenge in GNN Training</vt:lpstr>
      <vt:lpstr>Multi-GPU GNN Systems with Data Parallelism</vt:lpstr>
      <vt:lpstr>Multi-GPU GNN Systems with Data Parallelism</vt:lpstr>
      <vt:lpstr>Multi-GPU GNN Systems with Data Parallelism</vt:lpstr>
      <vt:lpstr>Multi-GPU GNN Systems with Data Parallelism</vt:lpstr>
      <vt:lpstr>Multi-GPU GNN Systems with Data Parallelism</vt:lpstr>
      <vt:lpstr>Multi-GPU GNN Systems with Data Parallelism</vt:lpstr>
      <vt:lpstr>Multi-GPU GNN Systems with Data Parallelism</vt:lpstr>
      <vt:lpstr>Multi-GPU GNN Systems with Data Parallelism</vt:lpstr>
      <vt:lpstr>Multi-GPU GNN Systems with Data Parallelism</vt:lpstr>
      <vt:lpstr>Multi-GPU GNN Systems with Data Parallelism</vt:lpstr>
      <vt:lpstr>Multi-GPU GNN Systems with Data Parallelism</vt:lpstr>
      <vt:lpstr>Multi-GPU GNN Systems with Data Parallelism</vt:lpstr>
      <vt:lpstr>Multi-GPU GNN Systems with Data Parallelism</vt:lpstr>
      <vt:lpstr>Multi-GPU GNN Systems with Data Parallelism</vt:lpstr>
      <vt:lpstr>Multi-GPU GNN Systems with Data Parallelism</vt:lpstr>
      <vt:lpstr>Multi-GPU GNN Systems with Data Parallelism</vt:lpstr>
      <vt:lpstr>Multi-GPU GNN Systems with Data Parallelism</vt:lpstr>
      <vt:lpstr>Multi-GPU GNN Systems with Data Parallelism</vt:lpstr>
      <vt:lpstr>Multi-GPU GNN Systems with Data Parallelism</vt:lpstr>
      <vt:lpstr>Multi-GPU GNN Systems with Data Parallelism</vt:lpstr>
      <vt:lpstr>Multi-GPU GNN Systems with Data Parallelism</vt:lpstr>
      <vt:lpstr>Multi-GPU GNN Systems with Data Parallelism</vt:lpstr>
      <vt:lpstr>Multi-GPU GNN Systems with Data Parallelism</vt:lpstr>
      <vt:lpstr>Multi-GPU GNN Systems with Data Parallelism</vt:lpstr>
      <vt:lpstr>Limitations</vt:lpstr>
      <vt:lpstr>Limitations</vt:lpstr>
      <vt:lpstr>Limitations</vt:lpstr>
      <vt:lpstr>Limitations</vt:lpstr>
      <vt:lpstr>Limitations</vt:lpstr>
      <vt:lpstr>Limitations</vt:lpstr>
      <vt:lpstr>Limitations</vt:lpstr>
      <vt:lpstr>Limitations</vt:lpstr>
      <vt:lpstr>NeutronTask</vt:lpstr>
      <vt:lpstr>NeutronTask</vt:lpstr>
      <vt:lpstr>NeutronTask — Contribution 1 (Task Parallelism)</vt:lpstr>
      <vt:lpstr>NeutronTask — Contribution 1 (Task Parallelism)</vt:lpstr>
      <vt:lpstr>NeutronTask — Contribution 1 (Task Parallelism)</vt:lpstr>
      <vt:lpstr>NeutronTask — Contribution 1 (Task Parallelism)</vt:lpstr>
      <vt:lpstr>NeutronTask — Contribution 1 (Task Parallelism)</vt:lpstr>
      <vt:lpstr>Task Parallelism</vt:lpstr>
      <vt:lpstr>Task Parallelism</vt:lpstr>
      <vt:lpstr>Task Parallelism</vt:lpstr>
      <vt:lpstr>Task Parallelism</vt:lpstr>
      <vt:lpstr>Task Parallelism</vt:lpstr>
      <vt:lpstr>Task Parallelism</vt:lpstr>
      <vt:lpstr>Task Parallelism</vt:lpstr>
      <vt:lpstr>Task Parallelism</vt:lpstr>
      <vt:lpstr>Task Parallelism</vt:lpstr>
      <vt:lpstr>Task Parallelism</vt:lpstr>
      <vt:lpstr>Task Parallelism</vt:lpstr>
      <vt:lpstr>Task Parallelism</vt:lpstr>
      <vt:lpstr>Task Parallelism</vt:lpstr>
      <vt:lpstr>NeutronTask — Contribution 1 (Task Parallelism)</vt:lpstr>
      <vt:lpstr>NeutronTask — Contribution 1 (Task Parallelism)</vt:lpstr>
      <vt:lpstr>NeutronTask — Contribution 1 (Task Parallelism)</vt:lpstr>
      <vt:lpstr>NeutronTask — Contribution 1 (Task Parallelism)</vt:lpstr>
      <vt:lpstr>NeutronTask — Contribution 1 (Task Parallelism)</vt:lpstr>
      <vt:lpstr>NeutronTask — Contribution 1 (Task Parallelism)</vt:lpstr>
      <vt:lpstr>NeutronTask — Contribution 1 (Task Parallelism)</vt:lpstr>
      <vt:lpstr>NeutronTask — Contribution 1 (Task Parallelism)</vt:lpstr>
      <vt:lpstr>Experimental Setting</vt:lpstr>
      <vt:lpstr>Overall Comparison </vt:lpstr>
      <vt:lpstr>Memory Reduction Analysis</vt:lpstr>
      <vt:lpstr>Accuracy Comparison</vt:lpstr>
      <vt:lpstr>GPU utilization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Windows 用户</dc:creator>
  <cp:lastModifiedBy>Administrator</cp:lastModifiedBy>
  <cp:revision>6006</cp:revision>
  <dcterms:created xsi:type="dcterms:W3CDTF">2020-05-13T05:05:00Z</dcterms:created>
  <dcterms:modified xsi:type="dcterms:W3CDTF">2025-08-29T09:10:20Z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4DC3021425784E4C9F6D3282B23FF0B1</vt:lpwstr>
  </property>
  <property fmtid="{D5CDD505-2E9C-101B-9397-08002B2CF9AE}" pid="3" name="KSOProductBuildVer">
    <vt:lpwstr>2052-12.1.0.18276</vt:lpwstr>
  </property>
</Properties>
</file>